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Local1"/>
    <p:sldId id="257" r:id="rIdLocal2"/>
    <p:sldId id="258" r:id="rIdLocal3"/>
    <p:sldId id="259" r:id="rIdLocal4"/>
    <p:sldId id="260" r:id="rIdLocal5"/>
    <p:sldId id="261" r:id="rIdLocal6"/>
    <p:sldId id="262" r:id="rIdLocal7"/>
    <p:sldId id="263" r:id="rIdLocal8"/>
    <p:sldId id="264" r:id="rIdLocal9"/>
    <p:sldId id="265" r:id="rIdLocal10"/>
    <p:sldId id="266" r:id="rIdLocal11"/>
    <p:sldId id="267" r:id="rIdLocal12"/>
    <p:sldId id="268" r:id="rIdLocal13"/>
    <p:sldId id="269" r:id="rIdLocal14"/>
    <p:sldId id="270" r:id="rIdLocal15"/>
    <p:sldId id="271" r:id="rIdLocal16"/>
    <p:sldId id="272" r:id="rIdLocal17"/>
    <p:sldId id="273" r:id="rIdLocal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Local1" Type="http://schemas.openxmlformats.org/officeDocument/2006/relationships/slide" Target="slides/slide1.xml"/><Relationship Id="rIdLocal10" Type="http://schemas.openxmlformats.org/officeDocument/2006/relationships/slide" Target="slides/slide10.xml"/><Relationship Id="rIdLocal11" Type="http://schemas.openxmlformats.org/officeDocument/2006/relationships/slide" Target="slides/slide11.xml"/><Relationship Id="rIdLocal12" Type="http://schemas.openxmlformats.org/officeDocument/2006/relationships/slide" Target="slides/slide12.xml"/><Relationship Id="rIdLocal13" Type="http://schemas.openxmlformats.org/officeDocument/2006/relationships/slide" Target="slides/slide13.xml"/><Relationship Id="rIdLocal14" Type="http://schemas.openxmlformats.org/officeDocument/2006/relationships/slide" Target="slides/slide14.xml"/><Relationship Id="rIdLocal15" Type="http://schemas.openxmlformats.org/officeDocument/2006/relationships/slide" Target="slides/slide15.xml"/><Relationship Id="rIdLocal16" Type="http://schemas.openxmlformats.org/officeDocument/2006/relationships/slide" Target="slides/slide16.xml"/><Relationship Id="rIdLocal17" Type="http://schemas.openxmlformats.org/officeDocument/2006/relationships/slide" Target="slides/slide17.xml"/><Relationship Id="rIdLocal18" Type="http://schemas.openxmlformats.org/officeDocument/2006/relationships/slide" Target="slides/slide18.xml"/><Relationship Id="rIdLocal2" Type="http://schemas.openxmlformats.org/officeDocument/2006/relationships/slide" Target="slides/slide2.xml"/><Relationship Id="rIdLocal3" Type="http://schemas.openxmlformats.org/officeDocument/2006/relationships/slide" Target="slides/slide3.xml"/><Relationship Id="rIdLocal4" Type="http://schemas.openxmlformats.org/officeDocument/2006/relationships/slide" Target="slides/slide4.xml"/><Relationship Id="rIdLocal5" Type="http://schemas.openxmlformats.org/officeDocument/2006/relationships/slide" Target="slides/slide5.xml"/><Relationship Id="rIdLocal6" Type="http://schemas.openxmlformats.org/officeDocument/2006/relationships/slide" Target="slides/slide6.xml"/><Relationship Id="rIdLocal7" Type="http://schemas.openxmlformats.org/officeDocument/2006/relationships/slide" Target="slides/slide7.xml"/><Relationship Id="rIdLocal8" Type="http://schemas.openxmlformats.org/officeDocument/2006/relationships/slide" Target="slides/slide8.xml"/><Relationship Id="rIdLocal9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000"/>
            <a:ext cx="12192119" cy="1098000"/>
          </a:xfrm>
          <a:prstGeom prst="rect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68000" y="6138000"/>
            <a:ext cx="1007999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000" y="540000"/>
            <a:ext cx="1224000" cy="378000"/>
          </a:xfrm>
          <a:prstGeom prst="roundRect">
            <a:avLst>
              <a:gd name="adj" fmla="val 50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900000" y="640800"/>
            <a:ext cx="180000" cy="180000"/>
          </a:xfrm>
          <a:prstGeom prst="ellipse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title"/>
          <p:cNvSpPr txBox="1"/>
          <p:nvPr/>
        </p:nvSpPr>
        <p:spPr>
          <a:xfrm>
            <a:off x="792000" y="2160000"/>
            <a:ext cx="6336000" cy="15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40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92000" y="3924000"/>
            <a:ext cx="612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7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8" name="meta"/>
          <p:cNvSpPr txBox="1"/>
          <p:nvPr/>
        </p:nvSpPr>
        <p:spPr>
          <a:xfrm>
            <a:off x="792000" y="6138000"/>
            <a:ext cx="5400000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pic>
        <p:nvPicPr>
          <p:cNvPr id="9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43999" y="827999"/>
            <a:ext cx="4104000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5400000" y="2088000"/>
            <a:ext cx="5832000" cy="413999"/>
            <a:chOff x="5400000" y="2088000"/>
            <a:chExt cx="5832000" cy="413999"/>
          </a:xfrm>
        </p:grpSpPr>
        <p:sp>
          <p:nvSpPr>
            <p:cNvPr id="3" name="Rounded Rectangle 2"/>
            <p:cNvSpPr/>
            <p:nvPr/>
          </p:nvSpPr>
          <p:spPr>
            <a:xfrm>
              <a:off x="5400000" y="208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4" name="item"/>
            <p:cNvSpPr txBox="1"/>
            <p:nvPr/>
          </p:nvSpPr>
          <p:spPr>
            <a:xfrm>
              <a:off x="5976000" y="212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700" b="0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400000" y="2808000"/>
            <a:ext cx="5832000" cy="413999"/>
            <a:chOff x="5400000" y="2808000"/>
            <a:chExt cx="5832000" cy="413999"/>
          </a:xfrm>
        </p:grpSpPr>
        <p:sp>
          <p:nvSpPr>
            <p:cNvPr id="6" name="Rounded Rectangle 5"/>
            <p:cNvSpPr/>
            <p:nvPr/>
          </p:nvSpPr>
          <p:spPr>
            <a:xfrm>
              <a:off x="5400000" y="280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7" name="item"/>
            <p:cNvSpPr txBox="1"/>
            <p:nvPr/>
          </p:nvSpPr>
          <p:spPr>
            <a:xfrm>
              <a:off x="5976000" y="284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700" b="0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</p:grpSp>
      <p:pic>
        <p:nvPicPr>
          <p:cNvPr id="8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0000" y="1296000"/>
            <a:ext cx="3744000" cy="388800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720000" y="5328000"/>
            <a:ext cx="3744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10" name="title"/>
          <p:cNvSpPr txBox="1"/>
          <p:nvPr/>
        </p:nvSpPr>
        <p:spPr>
          <a:xfrm>
            <a:off x="5400000" y="1296000"/>
            <a:ext cx="5760000" cy="57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20000" y="0"/>
            <a:ext cx="2472120" cy="1584000"/>
          </a:xfrm>
          <a:prstGeom prst="rect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2000" y="2304000"/>
            <a:ext cx="1728000" cy="413999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title"/>
          <p:cNvSpPr txBox="1"/>
          <p:nvPr/>
        </p:nvSpPr>
        <p:spPr>
          <a:xfrm>
            <a:off x="792000" y="2916000"/>
            <a:ext cx="7020000" cy="86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34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5" name="desc"/>
          <p:cNvSpPr txBox="1"/>
          <p:nvPr/>
        </p:nvSpPr>
        <p:spPr>
          <a:xfrm>
            <a:off x="792000" y="3924000"/>
            <a:ext cx="6480000" cy="79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pic>
        <p:nvPicPr>
          <p:cNvPr id="6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40000" y="612000"/>
            <a:ext cx="3564000" cy="223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7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440000"/>
            <a:ext cx="5166000" cy="4644000"/>
          </a:xfrm>
          <a:prstGeom prst="roundRect">
            <a:avLst>
              <a:gd name="adj" fmla="val 12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7999" y="1638000"/>
            <a:ext cx="468000" cy="1440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7200" y="1440000"/>
            <a:ext cx="5166000" cy="4644000"/>
          </a:xfrm>
          <a:prstGeom prst="roundRect">
            <a:avLst>
              <a:gd name="adj" fmla="val 12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5200" y="1638000"/>
            <a:ext cx="468000" cy="1440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1" name="left"/>
          <p:cNvSpPr txBox="1"/>
          <p:nvPr/>
        </p:nvSpPr>
        <p:spPr>
          <a:xfrm>
            <a:off x="972000" y="1944000"/>
            <a:ext cx="4680000" cy="39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12" name="right"/>
          <p:cNvSpPr txBox="1"/>
          <p:nvPr/>
        </p:nvSpPr>
        <p:spPr>
          <a:xfrm>
            <a:off x="6552000" y="1944000"/>
            <a:ext cx="4680000" cy="39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pic>
        <p:nvPicPr>
          <p:cNvPr id="7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0000" y="1440000"/>
            <a:ext cx="4752000" cy="4644000"/>
          </a:xfrm>
          <a:prstGeom prst="rect">
            <a:avLst/>
          </a:prstGeom>
        </p:spPr>
      </p:pic>
      <p:sp>
        <p:nvSpPr>
          <p:cNvPr id="8" name="body"/>
          <p:cNvSpPr txBox="1"/>
          <p:nvPr/>
        </p:nvSpPr>
        <p:spPr>
          <a:xfrm>
            <a:off x="6120000" y="1440000"/>
            <a:ext cx="5328000" cy="464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40000"/>
            <a:ext cx="5328000" cy="464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pic>
        <p:nvPicPr>
          <p:cNvPr id="8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52000" y="1440000"/>
            <a:ext cx="4752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1512000"/>
            <a:ext cx="2538000" cy="2052000"/>
            <a:chOff x="720000" y="1512000"/>
            <a:chExt cx="2538000" cy="2052000"/>
          </a:xfrm>
        </p:grpSpPr>
        <p:sp>
          <p:nvSpPr>
            <p:cNvPr id="8" name="Rounded Rectangle 7"/>
            <p:cNvSpPr/>
            <p:nvPr/>
          </p:nvSpPr>
          <p:spPr>
            <a:xfrm>
              <a:off x="720000" y="1512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7999" y="1728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0" name="card_title"/>
            <p:cNvSpPr txBox="1"/>
            <p:nvPr/>
          </p:nvSpPr>
          <p:spPr>
            <a:xfrm>
              <a:off x="917999" y="2340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1" name="card_desc"/>
            <p:cNvSpPr txBox="1"/>
            <p:nvPr/>
          </p:nvSpPr>
          <p:spPr>
            <a:xfrm>
              <a:off x="917999" y="2682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438000" y="1512000"/>
            <a:ext cx="2538000" cy="2052000"/>
            <a:chOff x="3438000" y="1512000"/>
            <a:chExt cx="2538000" cy="2052000"/>
          </a:xfrm>
        </p:grpSpPr>
        <p:sp>
          <p:nvSpPr>
            <p:cNvPr id="13" name="Rounded Rectangle 12"/>
            <p:cNvSpPr/>
            <p:nvPr/>
          </p:nvSpPr>
          <p:spPr>
            <a:xfrm>
              <a:off x="3438000" y="1512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636000" y="1728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5" name="card_title"/>
            <p:cNvSpPr txBox="1"/>
            <p:nvPr/>
          </p:nvSpPr>
          <p:spPr>
            <a:xfrm>
              <a:off x="3636000" y="2340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6" name="card_desc"/>
            <p:cNvSpPr txBox="1"/>
            <p:nvPr/>
          </p:nvSpPr>
          <p:spPr>
            <a:xfrm>
              <a:off x="3636000" y="2682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20000" y="3780000"/>
            <a:ext cx="2538000" cy="2052000"/>
            <a:chOff x="720000" y="3780000"/>
            <a:chExt cx="2538000" cy="2052000"/>
          </a:xfrm>
        </p:grpSpPr>
        <p:sp>
          <p:nvSpPr>
            <p:cNvPr id="18" name="Rounded Rectangle 17"/>
            <p:cNvSpPr/>
            <p:nvPr/>
          </p:nvSpPr>
          <p:spPr>
            <a:xfrm>
              <a:off x="720000" y="3780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7999" y="3996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20" name="card_title"/>
            <p:cNvSpPr txBox="1"/>
            <p:nvPr/>
          </p:nvSpPr>
          <p:spPr>
            <a:xfrm>
              <a:off x="917999" y="4608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21" name="card_desc"/>
            <p:cNvSpPr txBox="1"/>
            <p:nvPr/>
          </p:nvSpPr>
          <p:spPr>
            <a:xfrm>
              <a:off x="917999" y="4950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38000" y="3780000"/>
            <a:ext cx="2538000" cy="2052000"/>
            <a:chOff x="3438000" y="3780000"/>
            <a:chExt cx="2538000" cy="2052000"/>
          </a:xfrm>
        </p:grpSpPr>
        <p:sp>
          <p:nvSpPr>
            <p:cNvPr id="23" name="Rounded Rectangle 22"/>
            <p:cNvSpPr/>
            <p:nvPr/>
          </p:nvSpPr>
          <p:spPr>
            <a:xfrm>
              <a:off x="3438000" y="3780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636000" y="3996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25" name="card_title"/>
            <p:cNvSpPr txBox="1"/>
            <p:nvPr/>
          </p:nvSpPr>
          <p:spPr>
            <a:xfrm>
              <a:off x="3636000" y="4608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26" name="card_desc"/>
            <p:cNvSpPr txBox="1"/>
            <p:nvPr/>
          </p:nvSpPr>
          <p:spPr>
            <a:xfrm>
              <a:off x="3636000" y="4950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1655999"/>
            <a:ext cx="1908000" cy="2412001"/>
            <a:chOff x="720000" y="1655999"/>
            <a:chExt cx="1908000" cy="2412001"/>
          </a:xfrm>
        </p:grpSpPr>
        <p:sp>
          <p:nvSpPr>
            <p:cNvPr id="8" name="Rounded Rectangle 7"/>
            <p:cNvSpPr/>
            <p:nvPr/>
          </p:nvSpPr>
          <p:spPr>
            <a:xfrm>
              <a:off x="720000" y="1655999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9" name="stage"/>
            <p:cNvSpPr txBox="1"/>
            <p:nvPr/>
          </p:nvSpPr>
          <p:spPr>
            <a:xfrm>
              <a:off x="720000" y="2250000"/>
              <a:ext cx="190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0" name="stage_desc"/>
            <p:cNvSpPr txBox="1"/>
            <p:nvPr/>
          </p:nvSpPr>
          <p:spPr>
            <a:xfrm>
              <a:off x="720000" y="2628000"/>
              <a:ext cx="1908000" cy="1440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88000" y="1655999"/>
            <a:ext cx="1908000" cy="2412001"/>
            <a:chOff x="2988000" y="1655999"/>
            <a:chExt cx="1908000" cy="2412001"/>
          </a:xfrm>
        </p:grpSpPr>
        <p:sp>
          <p:nvSpPr>
            <p:cNvPr id="12" name="Rounded Rectangle 11"/>
            <p:cNvSpPr/>
            <p:nvPr/>
          </p:nvSpPr>
          <p:spPr>
            <a:xfrm>
              <a:off x="2988000" y="1655999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3" name="stage"/>
            <p:cNvSpPr txBox="1"/>
            <p:nvPr/>
          </p:nvSpPr>
          <p:spPr>
            <a:xfrm>
              <a:off x="2988000" y="2250000"/>
              <a:ext cx="190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4" name="stage_desc"/>
            <p:cNvSpPr txBox="1"/>
            <p:nvPr/>
          </p:nvSpPr>
          <p:spPr>
            <a:xfrm>
              <a:off x="2988000" y="2628000"/>
              <a:ext cx="1908000" cy="1440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2015999"/>
            <a:ext cx="2628000" cy="2196001"/>
            <a:chOff x="720000" y="2015999"/>
            <a:chExt cx="2628000" cy="2196001"/>
          </a:xfrm>
        </p:grpSpPr>
        <p:sp>
          <p:nvSpPr>
            <p:cNvPr id="8" name="num"/>
            <p:cNvSpPr txBox="1"/>
            <p:nvPr/>
          </p:nvSpPr>
          <p:spPr>
            <a:xfrm>
              <a:off x="720000" y="2015999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3400" b="1">
                  <a:solidFill>
                    <a:srgbClr val="E85A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9" name="label"/>
            <p:cNvSpPr txBox="1"/>
            <p:nvPr/>
          </p:nvSpPr>
          <p:spPr>
            <a:xfrm>
              <a:off x="720000" y="2951999"/>
              <a:ext cx="262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0" name="num_desc"/>
            <p:cNvSpPr txBox="1"/>
            <p:nvPr/>
          </p:nvSpPr>
          <p:spPr>
            <a:xfrm>
              <a:off x="720000" y="3348000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1999" y="2015999"/>
            <a:ext cx="2628000" cy="2196001"/>
            <a:chOff x="3581999" y="2015999"/>
            <a:chExt cx="2628000" cy="2196001"/>
          </a:xfrm>
        </p:grpSpPr>
        <p:sp>
          <p:nvSpPr>
            <p:cNvPr id="12" name="num"/>
            <p:cNvSpPr txBox="1"/>
            <p:nvPr/>
          </p:nvSpPr>
          <p:spPr>
            <a:xfrm>
              <a:off x="3581999" y="2015999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3400" b="1">
                  <a:solidFill>
                    <a:srgbClr val="E85A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3" name="label"/>
            <p:cNvSpPr txBox="1"/>
            <p:nvPr/>
          </p:nvSpPr>
          <p:spPr>
            <a:xfrm>
              <a:off x="3581999" y="2951999"/>
              <a:ext cx="262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1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4" name="num_desc"/>
            <p:cNvSpPr txBox="1"/>
            <p:nvPr/>
          </p:nvSpPr>
          <p:spPr>
            <a:xfrm>
              <a:off x="3581999" y="3348000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100" b="0">
                  <a:solidFill>
                    <a:srgbClr val="8A8D98"/>
                  </a:solidFill>
                  <a:latin typeface="Microsoft YaHei"/>
                </a:rPr>
                <a:t/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1512000"/>
            <a:ext cx="2124000" cy="3456000"/>
            <a:chOff x="720000" y="1512000"/>
            <a:chExt cx="2124000" cy="3456000"/>
          </a:xfrm>
        </p:grpSpPr>
        <p:sp>
          <p:nvSpPr>
            <p:cNvPr id="8" name="Rounded Rectangle 7"/>
            <p:cNvSpPr/>
            <p:nvPr/>
          </p:nvSpPr>
          <p:spPr>
            <a:xfrm>
              <a:off x="720000" y="1512000"/>
              <a:ext cx="2124000" cy="3456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82000" y="1710000"/>
              <a:ext cx="1800000" cy="413999"/>
            </a:xfrm>
            <a:prstGeom prst="roundRect">
              <a:avLst>
                <a:gd name="adj" fmla="val 50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0" name="col_desc"/>
            <p:cNvSpPr txBox="1"/>
            <p:nvPr/>
          </p:nvSpPr>
          <p:spPr>
            <a:xfrm>
              <a:off x="882000" y="2286000"/>
              <a:ext cx="1800000" cy="24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200" b="0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78000" y="1512000"/>
            <a:ext cx="2124000" cy="3456000"/>
            <a:chOff x="3078000" y="1512000"/>
            <a:chExt cx="2124000" cy="3456000"/>
          </a:xfrm>
        </p:grpSpPr>
        <p:sp>
          <p:nvSpPr>
            <p:cNvPr id="12" name="Rounded Rectangle 11"/>
            <p:cNvSpPr/>
            <p:nvPr/>
          </p:nvSpPr>
          <p:spPr>
            <a:xfrm>
              <a:off x="3078000" y="1512000"/>
              <a:ext cx="2124000" cy="3456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240000" y="1710000"/>
              <a:ext cx="1800000" cy="413999"/>
            </a:xfrm>
            <a:prstGeom prst="roundRect">
              <a:avLst>
                <a:gd name="adj" fmla="val 50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4" name="col_desc"/>
            <p:cNvSpPr txBox="1"/>
            <p:nvPr/>
          </p:nvSpPr>
          <p:spPr>
            <a:xfrm>
              <a:off x="3240000" y="2286000"/>
              <a:ext cx="1800000" cy="24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200" b="0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aphicFrame>
        <p:nvGraphicFramePr>
          <p:cNvPr id="7" name="data"/>
          <p:cNvGraphicFramePr>
            <a:graphicFrameLocks noGrp="1"/>
          </p:cNvGraphicFramePr>
          <p:nvPr/>
        </p:nvGraphicFramePr>
        <p:xfrm>
          <a:off x="720000" y="1440000"/>
          <a:ext cx="10753200" cy="453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8300"/>
                <a:gridCol w="2688300"/>
                <a:gridCol w="2688300"/>
                <a:gridCol w="2688300"/>
              </a:tblGrid>
              <a:tr h="75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1548000"/>
            <a:ext cx="9918000" cy="378000"/>
            <a:chOff x="720000" y="1548000"/>
            <a:chExt cx="9918000" cy="378000"/>
          </a:xfrm>
        </p:grpSpPr>
        <p:sp>
          <p:nvSpPr>
            <p:cNvPr id="8" name="Rounded Rectangle 7"/>
            <p:cNvSpPr/>
            <p:nvPr/>
          </p:nvSpPr>
          <p:spPr>
            <a:xfrm>
              <a:off x="720000" y="1548000"/>
              <a:ext cx="378000" cy="378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9" name="todo"/>
            <p:cNvSpPr txBox="1"/>
            <p:nvPr/>
          </p:nvSpPr>
          <p:spPr>
            <a:xfrm>
              <a:off x="1278000" y="1576800"/>
              <a:ext cx="9360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0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20000" y="2178000"/>
            <a:ext cx="9918000" cy="378000"/>
            <a:chOff x="720000" y="2178000"/>
            <a:chExt cx="9918000" cy="378000"/>
          </a:xfrm>
        </p:grpSpPr>
        <p:sp>
          <p:nvSpPr>
            <p:cNvPr id="11" name="Rounded Rectangle 10"/>
            <p:cNvSpPr/>
            <p:nvPr/>
          </p:nvSpPr>
          <p:spPr>
            <a:xfrm>
              <a:off x="720000" y="2178000"/>
              <a:ext cx="378000" cy="378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2" name="todo"/>
            <p:cNvSpPr txBox="1"/>
            <p:nvPr/>
          </p:nvSpPr>
          <p:spPr>
            <a:xfrm>
              <a:off x="1278000" y="2206800"/>
              <a:ext cx="9360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r>
                <a:rPr sz="1500" b="0">
                  <a:solidFill>
                    <a:srgbClr val="22242E"/>
                  </a:solidFill>
                  <a:latin typeface="Microsoft YaHei"/>
                </a:rPr>
                <a:t/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pic>
        <p:nvPicPr>
          <p:cNvPr id="7" name="photo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0000" y="1655999"/>
            <a:ext cx="2015999" cy="3384000"/>
          </a:xfrm>
          <a:prstGeom prst="rect">
            <a:avLst/>
          </a:prstGeom>
        </p:spPr>
      </p:pic>
      <p:pic>
        <p:nvPicPr>
          <p:cNvPr id="8" name="photo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62000" y="1655999"/>
            <a:ext cx="2015999" cy="338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3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800000"/>
            <a:ext cx="1512000" cy="432000"/>
          </a:xfrm>
          <a:prstGeom prst="roundRect">
            <a:avLst>
              <a:gd name="adj" fmla="val 50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2000" y="1800000"/>
            <a:ext cx="1512000" cy="432000"/>
          </a:xfrm>
          <a:prstGeom prst="roundRect">
            <a:avLst>
              <a:gd name="adj" fmla="val 50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ote_mark"/>
          <p:cNvSpPr txBox="1"/>
          <p:nvPr/>
        </p:nvSpPr>
        <p:spPr>
          <a:xfrm>
            <a:off x="720000" y="1440000"/>
            <a:ext cx="1800000" cy="18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1000" b="1">
                <a:solidFill>
                  <a:srgbClr val="E8E4DE"/>
                </a:solidFill>
                <a:latin typeface="Microsoft YaHei"/>
              </a:rPr>
              <a:t>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quote"/>
          <p:cNvSpPr txBox="1"/>
          <p:nvPr/>
        </p:nvSpPr>
        <p:spPr>
          <a:xfrm>
            <a:off x="1980000" y="2015999"/>
            <a:ext cx="8820000" cy="1655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2400" b="0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7" name="source"/>
          <p:cNvSpPr txBox="1"/>
          <p:nvPr/>
        </p:nvSpPr>
        <p:spPr>
          <a:xfrm>
            <a:off x="1980000" y="3960000"/>
            <a:ext cx="882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4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0000" y="360000"/>
            <a:ext cx="11473200" cy="613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652000"/>
            <a:ext cx="12192119" cy="1206000"/>
          </a:xfrm>
          <a:prstGeom prst="rect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caption"/>
          <p:cNvSpPr txBox="1"/>
          <p:nvPr/>
        </p:nvSpPr>
        <p:spPr>
          <a:xfrm>
            <a:off x="720000" y="5886000"/>
            <a:ext cx="8640000" cy="46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000"/>
            <a:ext cx="12192119" cy="1098000"/>
          </a:xfrm>
          <a:prstGeom prst="rect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68000" y="6138000"/>
            <a:ext cx="1007999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000" y="540000"/>
            <a:ext cx="1224000" cy="378000"/>
          </a:xfrm>
          <a:prstGeom prst="roundRect">
            <a:avLst>
              <a:gd name="adj" fmla="val 50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900000" y="640800"/>
            <a:ext cx="180000" cy="180000"/>
          </a:xfrm>
          <a:prstGeom prst="ellipse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title"/>
          <p:cNvSpPr txBox="1"/>
          <p:nvPr/>
        </p:nvSpPr>
        <p:spPr>
          <a:xfrm>
            <a:off x="792000" y="2520000"/>
            <a:ext cx="6336000" cy="93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3600" b="1">
                <a:solidFill>
                  <a:srgbClr val="22242E"/>
                </a:solidFill>
                <a:latin typeface="Microsoft YaHei"/>
              </a:rPr>
              <a:t/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92000" y="3600000"/>
            <a:ext cx="612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600" b="0">
                <a:solidFill>
                  <a:srgbClr val="8A8D98"/>
                </a:solidFill>
                <a:latin typeface="Microsoft YaHei"/>
              </a:rPr>
              <a:t/>
            </a:r>
          </a:p>
        </p:txBody>
      </p:sp>
      <p:sp>
        <p:nvSpPr>
          <p:cNvPr id="8" name="meta"/>
          <p:cNvSpPr txBox="1"/>
          <p:nvPr/>
        </p:nvSpPr>
        <p:spPr>
          <a:xfrm>
            <a:off x="792000" y="6138000"/>
            <a:ext cx="5400000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pic>
        <p:nvPicPr>
          <p:cNvPr id="9" name="image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43999" y="827999"/>
            <a:ext cx="4104000" cy="39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