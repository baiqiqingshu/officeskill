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88" r:id="rId2"/>
    <p:sldId id="262" r:id="rId3"/>
    <p:sldId id="258" r:id="rId4"/>
    <p:sldId id="289" r:id="rId5"/>
    <p:sldId id="290" r:id="rId6"/>
    <p:sldId id="291" r:id="rId7"/>
    <p:sldId id="292" r:id="rId8"/>
    <p:sldId id="293" r:id="rId9"/>
    <p:sldId id="316" r:id="rId10"/>
    <p:sldId id="295" r:id="rId11"/>
    <p:sldId id="296" r:id="rId12"/>
    <p:sldId id="297" r:id="rId13"/>
    <p:sldId id="298" r:id="rId14"/>
    <p:sldId id="299" r:id="rId15"/>
    <p:sldId id="317" r:id="rId16"/>
    <p:sldId id="301" r:id="rId17"/>
    <p:sldId id="302" r:id="rId18"/>
    <p:sldId id="303" r:id="rId19"/>
    <p:sldId id="304" r:id="rId20"/>
    <p:sldId id="305" r:id="rId21"/>
    <p:sldId id="306" r:id="rId22"/>
    <p:sldId id="318" r:id="rId23"/>
    <p:sldId id="308" r:id="rId24"/>
    <p:sldId id="309" r:id="rId25"/>
    <p:sldId id="310" r:id="rId26"/>
    <p:sldId id="319" r:id="rId27"/>
    <p:sldId id="312" r:id="rId28"/>
    <p:sldId id="313" r:id="rId29"/>
    <p:sldId id="314" r:id="rId30"/>
    <p:sldId id="315" r:id="rId31"/>
    <p:sldId id="321" r:id="rId32"/>
    <p:sldId id="261" r:id="rId33"/>
    <p:sldId id="322" r:id="rId34"/>
    <p:sldId id="323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50A2"/>
    <a:srgbClr val="E87823"/>
    <a:srgbClr val="404067"/>
    <a:srgbClr val="A20000"/>
    <a:srgbClr val="A40000"/>
    <a:srgbClr val="9E0000"/>
    <a:srgbClr val="C7450B"/>
    <a:srgbClr val="E24E0C"/>
    <a:srgbClr val="DC6140"/>
    <a:srgbClr val="E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102" d="100"/>
          <a:sy n="102" d="100"/>
        </p:scale>
        <p:origin x="144" y="6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5f13f3af-77ba-47ff-af48-9dcb50e9732d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565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b1e556d7-7a5d-4151-bced-a5764b699edc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719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e05b8ad8-1238-4a5b-9087-9bda6b37b3cd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703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eb21b979-fbb3-4c94-91b8-33d3d6efc7b3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91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706a6e65-86e2-465c-bdc0-0a954c3e712c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067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3308a36a-4fa8-4383-87a6-9c06a6f3a936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599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a6414941-c53d-4459-9628-18bba4efe50e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88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1588" y="-1588"/>
            <a:ext cx="12188825" cy="0"/>
          </a:xfrm>
          <a:custGeom>
            <a:avLst/>
            <a:gdLst>
              <a:gd name="T0" fmla="*/ 0 w 7678"/>
              <a:gd name="T1" fmla="*/ 7678 w 7678"/>
              <a:gd name="T2" fmla="*/ 0 w 767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7678">
                <a:moveTo>
                  <a:pt x="0" y="0"/>
                </a:moveTo>
                <a:lnTo>
                  <a:pt x="76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7"/>
          <p:cNvSpPr>
            <a:spLocks/>
          </p:cNvSpPr>
          <p:nvPr userDrawn="1"/>
        </p:nvSpPr>
        <p:spPr bwMode="auto">
          <a:xfrm>
            <a:off x="1588" y="6856413"/>
            <a:ext cx="12188825" cy="0"/>
          </a:xfrm>
          <a:custGeom>
            <a:avLst/>
            <a:gdLst>
              <a:gd name="T0" fmla="*/ 7678 w 7678"/>
              <a:gd name="T1" fmla="*/ 0 w 7678"/>
              <a:gd name="T2" fmla="*/ 7678 w 767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7678">
                <a:moveTo>
                  <a:pt x="7678" y="0"/>
                </a:moveTo>
                <a:lnTo>
                  <a:pt x="0" y="0"/>
                </a:lnTo>
                <a:lnTo>
                  <a:pt x="76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8"/>
          <p:cNvSpPr>
            <a:spLocks noChangeShapeType="1"/>
          </p:cNvSpPr>
          <p:nvPr userDrawn="1"/>
        </p:nvSpPr>
        <p:spPr bwMode="auto">
          <a:xfrm flipH="1">
            <a:off x="1588" y="6856413"/>
            <a:ext cx="1218882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4414D7-E5FF-4116-B62F-5C662F57A6D6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56CFA3-CA92-442F-BA9F-2E1E736B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00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5" r:id="rId2"/>
    <p:sldLayoutId id="2147483661" r:id="rId3"/>
    <p:sldLayoutId id="2147483663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png"/><Relationship Id="rId50" Type="http://schemas.openxmlformats.org/officeDocument/2006/relationships/image" Target="../media/image52.png"/><Relationship Id="rId55" Type="http://schemas.openxmlformats.org/officeDocument/2006/relationships/image" Target="../media/image57.png"/><Relationship Id="rId63" Type="http://schemas.openxmlformats.org/officeDocument/2006/relationships/image" Target="../media/image6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9" Type="http://schemas.openxmlformats.org/officeDocument/2006/relationships/image" Target="../media/image31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45" Type="http://schemas.openxmlformats.org/officeDocument/2006/relationships/image" Target="../media/image47.png"/><Relationship Id="rId53" Type="http://schemas.openxmlformats.org/officeDocument/2006/relationships/image" Target="../media/image55.png"/><Relationship Id="rId58" Type="http://schemas.openxmlformats.org/officeDocument/2006/relationships/image" Target="../media/image60.png"/><Relationship Id="rId66" Type="http://schemas.openxmlformats.org/officeDocument/2006/relationships/image" Target="../media/image68.png"/><Relationship Id="rId5" Type="http://schemas.openxmlformats.org/officeDocument/2006/relationships/image" Target="../media/image7.png"/><Relationship Id="rId61" Type="http://schemas.openxmlformats.org/officeDocument/2006/relationships/image" Target="../media/image63.png"/><Relationship Id="rId19" Type="http://schemas.openxmlformats.org/officeDocument/2006/relationships/image" Target="../media/image2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43" Type="http://schemas.openxmlformats.org/officeDocument/2006/relationships/image" Target="../media/image45.png"/><Relationship Id="rId48" Type="http://schemas.openxmlformats.org/officeDocument/2006/relationships/image" Target="../media/image50.png"/><Relationship Id="rId56" Type="http://schemas.openxmlformats.org/officeDocument/2006/relationships/image" Target="../media/image58.png"/><Relationship Id="rId64" Type="http://schemas.openxmlformats.org/officeDocument/2006/relationships/image" Target="../media/image66.png"/><Relationship Id="rId8" Type="http://schemas.openxmlformats.org/officeDocument/2006/relationships/image" Target="../media/image10.png"/><Relationship Id="rId51" Type="http://schemas.openxmlformats.org/officeDocument/2006/relationships/image" Target="../media/image53.png"/><Relationship Id="rId3" Type="http://schemas.openxmlformats.org/officeDocument/2006/relationships/image" Target="../media/image5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59" Type="http://schemas.openxmlformats.org/officeDocument/2006/relationships/image" Target="../media/image61.png"/><Relationship Id="rId67" Type="http://schemas.openxmlformats.org/officeDocument/2006/relationships/image" Target="../media/image69.png"/><Relationship Id="rId20" Type="http://schemas.openxmlformats.org/officeDocument/2006/relationships/image" Target="../media/image22.png"/><Relationship Id="rId41" Type="http://schemas.openxmlformats.org/officeDocument/2006/relationships/image" Target="../media/image43.png"/><Relationship Id="rId54" Type="http://schemas.openxmlformats.org/officeDocument/2006/relationships/image" Target="../media/image56.png"/><Relationship Id="rId6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57" Type="http://schemas.openxmlformats.org/officeDocument/2006/relationships/image" Target="../media/image59.png"/><Relationship Id="rId10" Type="http://schemas.openxmlformats.org/officeDocument/2006/relationships/image" Target="../media/image12.png"/><Relationship Id="rId31" Type="http://schemas.openxmlformats.org/officeDocument/2006/relationships/image" Target="../media/image33.png"/><Relationship Id="rId44" Type="http://schemas.openxmlformats.org/officeDocument/2006/relationships/image" Target="../media/image46.png"/><Relationship Id="rId52" Type="http://schemas.openxmlformats.org/officeDocument/2006/relationships/image" Target="../media/image54.png"/><Relationship Id="rId60" Type="http://schemas.openxmlformats.org/officeDocument/2006/relationships/image" Target="../media/image62.png"/><Relationship Id="rId65" Type="http://schemas.openxmlformats.org/officeDocument/2006/relationships/image" Target="../media/image6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51pptmoban.com/" TargetMode="External"/><Relationship Id="rId2" Type="http://schemas.openxmlformats.org/officeDocument/2006/relationships/hyperlink" Target="http://www.51pptmoban.com/shejishi/StephenZhu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837609" y="1439332"/>
            <a:ext cx="5354391" cy="4537465"/>
            <a:chOff x="5675313" y="696912"/>
            <a:chExt cx="6513513" cy="5519738"/>
          </a:xfrm>
        </p:grpSpPr>
        <p:sp>
          <p:nvSpPr>
            <p:cNvPr id="67" name="Freeform 163"/>
            <p:cNvSpPr>
              <a:spLocks noEditPoints="1"/>
            </p:cNvSpPr>
            <p:nvPr userDrawn="1"/>
          </p:nvSpPr>
          <p:spPr bwMode="auto">
            <a:xfrm>
              <a:off x="5675313" y="696912"/>
              <a:ext cx="6513513" cy="5519738"/>
            </a:xfrm>
            <a:custGeom>
              <a:avLst/>
              <a:gdLst>
                <a:gd name="T0" fmla="*/ 3807 w 4104"/>
                <a:gd name="T1" fmla="*/ 1360 h 3477"/>
                <a:gd name="T2" fmla="*/ 2325 w 4104"/>
                <a:gd name="T3" fmla="*/ 3350 h 3477"/>
                <a:gd name="T4" fmla="*/ 1099 w 4104"/>
                <a:gd name="T5" fmla="*/ 3187 h 3477"/>
                <a:gd name="T6" fmla="*/ 955 w 4104"/>
                <a:gd name="T7" fmla="*/ 2685 h 3477"/>
                <a:gd name="T8" fmla="*/ 314 w 4104"/>
                <a:gd name="T9" fmla="*/ 2123 h 3477"/>
                <a:gd name="T10" fmla="*/ 1463 w 4104"/>
                <a:gd name="T11" fmla="*/ 179 h 3477"/>
                <a:gd name="T12" fmla="*/ 2270 w 4104"/>
                <a:gd name="T13" fmla="*/ 173 h 3477"/>
                <a:gd name="T14" fmla="*/ 2685 w 4104"/>
                <a:gd name="T15" fmla="*/ 872 h 3477"/>
                <a:gd name="T16" fmla="*/ 3807 w 4104"/>
                <a:gd name="T17" fmla="*/ 1360 h 3477"/>
                <a:gd name="T18" fmla="*/ 3807 w 4104"/>
                <a:gd name="T19" fmla="*/ 1360 h 3477"/>
                <a:gd name="T20" fmla="*/ 3807 w 4104"/>
                <a:gd name="T21" fmla="*/ 1360 h 3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04" h="3477">
                  <a:moveTo>
                    <a:pt x="3807" y="1360"/>
                  </a:moveTo>
                  <a:cubicBezTo>
                    <a:pt x="4104" y="1800"/>
                    <a:pt x="3375" y="3063"/>
                    <a:pt x="2325" y="3350"/>
                  </a:cubicBezTo>
                  <a:cubicBezTo>
                    <a:pt x="1932" y="3456"/>
                    <a:pt x="1311" y="3477"/>
                    <a:pt x="1099" y="3187"/>
                  </a:cubicBezTo>
                  <a:cubicBezTo>
                    <a:pt x="987" y="3036"/>
                    <a:pt x="1076" y="2922"/>
                    <a:pt x="955" y="2685"/>
                  </a:cubicBezTo>
                  <a:cubicBezTo>
                    <a:pt x="777" y="2332"/>
                    <a:pt x="467" y="2355"/>
                    <a:pt x="314" y="2123"/>
                  </a:cubicBezTo>
                  <a:cubicBezTo>
                    <a:pt x="0" y="1649"/>
                    <a:pt x="587" y="501"/>
                    <a:pt x="1463" y="179"/>
                  </a:cubicBezTo>
                  <a:cubicBezTo>
                    <a:pt x="1580" y="136"/>
                    <a:pt x="1982" y="0"/>
                    <a:pt x="2270" y="173"/>
                  </a:cubicBezTo>
                  <a:cubicBezTo>
                    <a:pt x="2533" y="331"/>
                    <a:pt x="2445" y="594"/>
                    <a:pt x="2685" y="872"/>
                  </a:cubicBezTo>
                  <a:cubicBezTo>
                    <a:pt x="3056" y="1300"/>
                    <a:pt x="3608" y="1065"/>
                    <a:pt x="3807" y="1360"/>
                  </a:cubicBezTo>
                  <a:close/>
                  <a:moveTo>
                    <a:pt x="3807" y="1360"/>
                  </a:moveTo>
                  <a:cubicBezTo>
                    <a:pt x="3807" y="1360"/>
                    <a:pt x="3807" y="1360"/>
                    <a:pt x="3807" y="1360"/>
                  </a:cubicBezTo>
                </a:path>
              </a:pathLst>
            </a:custGeom>
            <a:solidFill>
              <a:srgbClr val="4082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164"/>
            <p:cNvSpPr>
              <a:spLocks noEditPoints="1"/>
            </p:cNvSpPr>
            <p:nvPr userDrawn="1"/>
          </p:nvSpPr>
          <p:spPr bwMode="auto">
            <a:xfrm>
              <a:off x="5675313" y="696912"/>
              <a:ext cx="6045200" cy="5181601"/>
            </a:xfrm>
            <a:custGeom>
              <a:avLst/>
              <a:gdLst>
                <a:gd name="T0" fmla="*/ 2762 w 3809"/>
                <a:gd name="T1" fmla="*/ 952 h 3264"/>
                <a:gd name="T2" fmla="*/ 3809 w 3809"/>
                <a:gd name="T3" fmla="*/ 1363 h 3264"/>
                <a:gd name="T4" fmla="*/ 3807 w 3809"/>
                <a:gd name="T5" fmla="*/ 1360 h 3264"/>
                <a:gd name="T6" fmla="*/ 2751 w 3809"/>
                <a:gd name="T7" fmla="*/ 939 h 3264"/>
                <a:gd name="T8" fmla="*/ 2762 w 3809"/>
                <a:gd name="T9" fmla="*/ 952 h 3264"/>
                <a:gd name="T10" fmla="*/ 1032 w 3809"/>
                <a:gd name="T11" fmla="*/ 2765 h 3264"/>
                <a:gd name="T12" fmla="*/ 874 w 3809"/>
                <a:gd name="T13" fmla="*/ 2557 h 3264"/>
                <a:gd name="T14" fmla="*/ 956 w 3809"/>
                <a:gd name="T15" fmla="*/ 2685 h 3264"/>
                <a:gd name="T16" fmla="*/ 1099 w 3809"/>
                <a:gd name="T17" fmla="*/ 3187 h 3264"/>
                <a:gd name="T18" fmla="*/ 1173 w 3809"/>
                <a:gd name="T19" fmla="*/ 3264 h 3264"/>
                <a:gd name="T20" fmla="*/ 1032 w 3809"/>
                <a:gd name="T21" fmla="*/ 2765 h 3264"/>
                <a:gd name="T22" fmla="*/ 390 w 3809"/>
                <a:gd name="T23" fmla="*/ 2203 h 3264"/>
                <a:gd name="T24" fmla="*/ 1540 w 3809"/>
                <a:gd name="T25" fmla="*/ 259 h 3264"/>
                <a:gd name="T26" fmla="*/ 2347 w 3809"/>
                <a:gd name="T27" fmla="*/ 254 h 3264"/>
                <a:gd name="T28" fmla="*/ 2398 w 3809"/>
                <a:gd name="T29" fmla="*/ 289 h 3264"/>
                <a:gd name="T30" fmla="*/ 2270 w 3809"/>
                <a:gd name="T31" fmla="*/ 173 h 3264"/>
                <a:gd name="T32" fmla="*/ 1463 w 3809"/>
                <a:gd name="T33" fmla="*/ 179 h 3264"/>
                <a:gd name="T34" fmla="*/ 313 w 3809"/>
                <a:gd name="T35" fmla="*/ 2123 h 3264"/>
                <a:gd name="T36" fmla="*/ 402 w 3809"/>
                <a:gd name="T37" fmla="*/ 2221 h 3264"/>
                <a:gd name="T38" fmla="*/ 390 w 3809"/>
                <a:gd name="T39" fmla="*/ 2203 h 3264"/>
                <a:gd name="T40" fmla="*/ 390 w 3809"/>
                <a:gd name="T41" fmla="*/ 2203 h 3264"/>
                <a:gd name="T42" fmla="*/ 390 w 3809"/>
                <a:gd name="T43" fmla="*/ 2203 h 3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09" h="3264">
                  <a:moveTo>
                    <a:pt x="2762" y="952"/>
                  </a:moveTo>
                  <a:cubicBezTo>
                    <a:pt x="3094" y="1335"/>
                    <a:pt x="3570" y="1188"/>
                    <a:pt x="3809" y="1363"/>
                  </a:cubicBezTo>
                  <a:cubicBezTo>
                    <a:pt x="3808" y="1362"/>
                    <a:pt x="3808" y="1361"/>
                    <a:pt x="3807" y="1360"/>
                  </a:cubicBezTo>
                  <a:cubicBezTo>
                    <a:pt x="3620" y="1082"/>
                    <a:pt x="3119" y="1275"/>
                    <a:pt x="2751" y="939"/>
                  </a:cubicBezTo>
                  <a:cubicBezTo>
                    <a:pt x="2755" y="943"/>
                    <a:pt x="2758" y="948"/>
                    <a:pt x="2762" y="952"/>
                  </a:cubicBezTo>
                  <a:close/>
                  <a:moveTo>
                    <a:pt x="1032" y="2765"/>
                  </a:moveTo>
                  <a:cubicBezTo>
                    <a:pt x="986" y="2675"/>
                    <a:pt x="932" y="2609"/>
                    <a:pt x="874" y="2557"/>
                  </a:cubicBezTo>
                  <a:cubicBezTo>
                    <a:pt x="903" y="2594"/>
                    <a:pt x="930" y="2635"/>
                    <a:pt x="956" y="2685"/>
                  </a:cubicBezTo>
                  <a:cubicBezTo>
                    <a:pt x="1076" y="2922"/>
                    <a:pt x="987" y="3036"/>
                    <a:pt x="1099" y="3187"/>
                  </a:cubicBezTo>
                  <a:cubicBezTo>
                    <a:pt x="1120" y="3216"/>
                    <a:pt x="1145" y="3241"/>
                    <a:pt x="1173" y="3264"/>
                  </a:cubicBezTo>
                  <a:cubicBezTo>
                    <a:pt x="1066" y="3114"/>
                    <a:pt x="1152" y="3001"/>
                    <a:pt x="1032" y="2765"/>
                  </a:cubicBezTo>
                  <a:close/>
                  <a:moveTo>
                    <a:pt x="390" y="2203"/>
                  </a:moveTo>
                  <a:cubicBezTo>
                    <a:pt x="77" y="1729"/>
                    <a:pt x="664" y="582"/>
                    <a:pt x="1540" y="259"/>
                  </a:cubicBezTo>
                  <a:cubicBezTo>
                    <a:pt x="1656" y="216"/>
                    <a:pt x="2058" y="80"/>
                    <a:pt x="2347" y="254"/>
                  </a:cubicBezTo>
                  <a:cubicBezTo>
                    <a:pt x="2365" y="265"/>
                    <a:pt x="2382" y="277"/>
                    <a:pt x="2398" y="289"/>
                  </a:cubicBezTo>
                  <a:cubicBezTo>
                    <a:pt x="2367" y="246"/>
                    <a:pt x="2326" y="207"/>
                    <a:pt x="2270" y="173"/>
                  </a:cubicBezTo>
                  <a:cubicBezTo>
                    <a:pt x="1981" y="0"/>
                    <a:pt x="1579" y="136"/>
                    <a:pt x="1463" y="179"/>
                  </a:cubicBezTo>
                  <a:cubicBezTo>
                    <a:pt x="587" y="501"/>
                    <a:pt x="0" y="1649"/>
                    <a:pt x="313" y="2123"/>
                  </a:cubicBezTo>
                  <a:cubicBezTo>
                    <a:pt x="339" y="2162"/>
                    <a:pt x="369" y="2194"/>
                    <a:pt x="402" y="2221"/>
                  </a:cubicBezTo>
                  <a:cubicBezTo>
                    <a:pt x="399" y="2215"/>
                    <a:pt x="394" y="2209"/>
                    <a:pt x="390" y="2203"/>
                  </a:cubicBezTo>
                  <a:close/>
                  <a:moveTo>
                    <a:pt x="390" y="2203"/>
                  </a:moveTo>
                  <a:cubicBezTo>
                    <a:pt x="390" y="2203"/>
                    <a:pt x="390" y="2203"/>
                    <a:pt x="390" y="2203"/>
                  </a:cubicBezTo>
                </a:path>
              </a:pathLst>
            </a:custGeom>
            <a:solidFill>
              <a:srgbClr val="27B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65"/>
            <p:cNvSpPr>
              <a:spLocks noEditPoints="1"/>
            </p:cNvSpPr>
            <p:nvPr userDrawn="1"/>
          </p:nvSpPr>
          <p:spPr bwMode="auto">
            <a:xfrm>
              <a:off x="6640513" y="2778125"/>
              <a:ext cx="625475" cy="1971675"/>
            </a:xfrm>
            <a:custGeom>
              <a:avLst/>
              <a:gdLst>
                <a:gd name="T0" fmla="*/ 56 w 394"/>
                <a:gd name="T1" fmla="*/ 2 h 1242"/>
                <a:gd name="T2" fmla="*/ 1 w 394"/>
                <a:gd name="T3" fmla="*/ 17 h 1242"/>
                <a:gd name="T4" fmla="*/ 2 w 394"/>
                <a:gd name="T5" fmla="*/ 0 h 1242"/>
                <a:gd name="T6" fmla="*/ 1 w 394"/>
                <a:gd name="T7" fmla="*/ 17 h 1242"/>
                <a:gd name="T8" fmla="*/ 339 w 394"/>
                <a:gd name="T9" fmla="*/ 1242 h 1242"/>
                <a:gd name="T10" fmla="*/ 394 w 394"/>
                <a:gd name="T11" fmla="*/ 1227 h 1242"/>
                <a:gd name="T12" fmla="*/ 59 w 394"/>
                <a:gd name="T13" fmla="*/ 10 h 1242"/>
                <a:gd name="T14" fmla="*/ 56 w 394"/>
                <a:gd name="T15" fmla="*/ 2 h 1242"/>
                <a:gd name="T16" fmla="*/ 56 w 394"/>
                <a:gd name="T17" fmla="*/ 2 h 1242"/>
                <a:gd name="T18" fmla="*/ 56 w 394"/>
                <a:gd name="T19" fmla="*/ 2 h 1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4" h="1242">
                  <a:moveTo>
                    <a:pt x="56" y="2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5"/>
                    <a:pt x="0" y="11"/>
                    <a:pt x="1" y="17"/>
                  </a:cubicBezTo>
                  <a:cubicBezTo>
                    <a:pt x="339" y="1242"/>
                    <a:pt x="339" y="1242"/>
                    <a:pt x="339" y="1242"/>
                  </a:cubicBezTo>
                  <a:cubicBezTo>
                    <a:pt x="394" y="1227"/>
                    <a:pt x="394" y="1227"/>
                    <a:pt x="394" y="1227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8" y="7"/>
                    <a:pt x="57" y="5"/>
                    <a:pt x="56" y="2"/>
                  </a:cubicBezTo>
                  <a:close/>
                  <a:moveTo>
                    <a:pt x="56" y="2"/>
                  </a:moveTo>
                  <a:cubicBezTo>
                    <a:pt x="56" y="2"/>
                    <a:pt x="56" y="2"/>
                    <a:pt x="5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166"/>
            <p:cNvSpPr>
              <a:spLocks noEditPoints="1"/>
            </p:cNvSpPr>
            <p:nvPr userDrawn="1"/>
          </p:nvSpPr>
          <p:spPr bwMode="auto">
            <a:xfrm>
              <a:off x="6642101" y="2743200"/>
              <a:ext cx="87313" cy="61913"/>
            </a:xfrm>
            <a:custGeom>
              <a:avLst/>
              <a:gdLst>
                <a:gd name="T0" fmla="*/ 55 w 55"/>
                <a:gd name="T1" fmla="*/ 24 h 39"/>
                <a:gd name="T2" fmla="*/ 20 w 55"/>
                <a:gd name="T3" fmla="*/ 4 h 39"/>
                <a:gd name="T4" fmla="*/ 1 w 55"/>
                <a:gd name="T5" fmla="*/ 22 h 39"/>
                <a:gd name="T6" fmla="*/ 0 w 55"/>
                <a:gd name="T7" fmla="*/ 39 h 39"/>
                <a:gd name="T8" fmla="*/ 55 w 55"/>
                <a:gd name="T9" fmla="*/ 24 h 39"/>
                <a:gd name="T10" fmla="*/ 55 w 55"/>
                <a:gd name="T11" fmla="*/ 24 h 39"/>
                <a:gd name="T12" fmla="*/ 55 w 55"/>
                <a:gd name="T13" fmla="*/ 2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39">
                  <a:moveTo>
                    <a:pt x="55" y="24"/>
                  </a:moveTo>
                  <a:cubicBezTo>
                    <a:pt x="51" y="9"/>
                    <a:pt x="35" y="0"/>
                    <a:pt x="20" y="4"/>
                  </a:cubicBezTo>
                  <a:cubicBezTo>
                    <a:pt x="11" y="7"/>
                    <a:pt x="4" y="14"/>
                    <a:pt x="1" y="22"/>
                  </a:cubicBezTo>
                  <a:cubicBezTo>
                    <a:pt x="0" y="39"/>
                    <a:pt x="0" y="39"/>
                    <a:pt x="0" y="39"/>
                  </a:cubicBezTo>
                  <a:lnTo>
                    <a:pt x="55" y="24"/>
                  </a:lnTo>
                  <a:close/>
                  <a:moveTo>
                    <a:pt x="55" y="24"/>
                  </a:moveTo>
                  <a:cubicBezTo>
                    <a:pt x="55" y="24"/>
                    <a:pt x="55" y="24"/>
                    <a:pt x="55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67"/>
            <p:cNvSpPr>
              <a:spLocks noEditPoints="1"/>
            </p:cNvSpPr>
            <p:nvPr userDrawn="1"/>
          </p:nvSpPr>
          <p:spPr bwMode="auto">
            <a:xfrm>
              <a:off x="6643688" y="2482850"/>
              <a:ext cx="244475" cy="298450"/>
            </a:xfrm>
            <a:custGeom>
              <a:avLst/>
              <a:gdLst>
                <a:gd name="T0" fmla="*/ 61 w 154"/>
                <a:gd name="T1" fmla="*/ 0 h 188"/>
                <a:gd name="T2" fmla="*/ 33 w 154"/>
                <a:gd name="T3" fmla="*/ 8 h 188"/>
                <a:gd name="T4" fmla="*/ 6 w 154"/>
                <a:gd name="T5" fmla="*/ 15 h 188"/>
                <a:gd name="T6" fmla="*/ 0 w 154"/>
                <a:gd name="T7" fmla="*/ 186 h 188"/>
                <a:gd name="T8" fmla="*/ 19 w 154"/>
                <a:gd name="T9" fmla="*/ 168 h 188"/>
                <a:gd name="T10" fmla="*/ 54 w 154"/>
                <a:gd name="T11" fmla="*/ 188 h 188"/>
                <a:gd name="T12" fmla="*/ 74 w 154"/>
                <a:gd name="T13" fmla="*/ 153 h 188"/>
                <a:gd name="T14" fmla="*/ 108 w 154"/>
                <a:gd name="T15" fmla="*/ 172 h 188"/>
                <a:gd name="T16" fmla="*/ 120 w 154"/>
                <a:gd name="T17" fmla="*/ 141 h 188"/>
                <a:gd name="T18" fmla="*/ 154 w 154"/>
                <a:gd name="T19" fmla="*/ 143 h 188"/>
                <a:gd name="T20" fmla="*/ 61 w 154"/>
                <a:gd name="T21" fmla="*/ 0 h 188"/>
                <a:gd name="T22" fmla="*/ 61 w 154"/>
                <a:gd name="T23" fmla="*/ 0 h 188"/>
                <a:gd name="T24" fmla="*/ 61 w 154"/>
                <a:gd name="T25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4" h="188">
                  <a:moveTo>
                    <a:pt x="61" y="0"/>
                  </a:moveTo>
                  <a:cubicBezTo>
                    <a:pt x="33" y="8"/>
                    <a:pt x="33" y="8"/>
                    <a:pt x="33" y="8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3" y="177"/>
                    <a:pt x="9" y="171"/>
                    <a:pt x="19" y="168"/>
                  </a:cubicBezTo>
                  <a:cubicBezTo>
                    <a:pt x="34" y="164"/>
                    <a:pt x="50" y="172"/>
                    <a:pt x="54" y="188"/>
                  </a:cubicBezTo>
                  <a:cubicBezTo>
                    <a:pt x="50" y="172"/>
                    <a:pt x="58" y="157"/>
                    <a:pt x="74" y="153"/>
                  </a:cubicBezTo>
                  <a:cubicBezTo>
                    <a:pt x="89" y="149"/>
                    <a:pt x="104" y="157"/>
                    <a:pt x="108" y="172"/>
                  </a:cubicBezTo>
                  <a:cubicBezTo>
                    <a:pt x="105" y="161"/>
                    <a:pt x="110" y="148"/>
                    <a:pt x="120" y="141"/>
                  </a:cubicBezTo>
                  <a:cubicBezTo>
                    <a:pt x="131" y="134"/>
                    <a:pt x="144" y="135"/>
                    <a:pt x="154" y="143"/>
                  </a:cubicBezTo>
                  <a:lnTo>
                    <a:pt x="61" y="0"/>
                  </a:lnTo>
                  <a:close/>
                  <a:moveTo>
                    <a:pt x="61" y="0"/>
                  </a:move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rgbClr val="FCA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168"/>
            <p:cNvSpPr>
              <a:spLocks noEditPoints="1"/>
            </p:cNvSpPr>
            <p:nvPr userDrawn="1"/>
          </p:nvSpPr>
          <p:spPr bwMode="auto">
            <a:xfrm>
              <a:off x="6653213" y="2355850"/>
              <a:ext cx="87313" cy="150813"/>
            </a:xfrm>
            <a:custGeom>
              <a:avLst/>
              <a:gdLst>
                <a:gd name="T0" fmla="*/ 3 w 55"/>
                <a:gd name="T1" fmla="*/ 0 h 95"/>
                <a:gd name="T2" fmla="*/ 0 w 55"/>
                <a:gd name="T3" fmla="*/ 95 h 95"/>
                <a:gd name="T4" fmla="*/ 27 w 55"/>
                <a:gd name="T5" fmla="*/ 88 h 95"/>
                <a:gd name="T6" fmla="*/ 55 w 55"/>
                <a:gd name="T7" fmla="*/ 80 h 95"/>
                <a:gd name="T8" fmla="*/ 3 w 55"/>
                <a:gd name="T9" fmla="*/ 0 h 95"/>
                <a:gd name="T10" fmla="*/ 3 w 55"/>
                <a:gd name="T11" fmla="*/ 0 h 95"/>
                <a:gd name="T12" fmla="*/ 3 w 55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95">
                  <a:moveTo>
                    <a:pt x="3" y="0"/>
                  </a:moveTo>
                  <a:lnTo>
                    <a:pt x="0" y="95"/>
                  </a:lnTo>
                  <a:lnTo>
                    <a:pt x="27" y="88"/>
                  </a:lnTo>
                  <a:lnTo>
                    <a:pt x="55" y="80"/>
                  </a:lnTo>
                  <a:lnTo>
                    <a:pt x="3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close/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69"/>
            <p:cNvSpPr>
              <a:spLocks noEditPoints="1"/>
            </p:cNvSpPr>
            <p:nvPr userDrawn="1"/>
          </p:nvSpPr>
          <p:spPr bwMode="auto">
            <a:xfrm>
              <a:off x="6653213" y="2355850"/>
              <a:ext cx="87313" cy="150813"/>
            </a:xfrm>
            <a:custGeom>
              <a:avLst/>
              <a:gdLst>
                <a:gd name="T0" fmla="*/ 3 w 55"/>
                <a:gd name="T1" fmla="*/ 0 h 95"/>
                <a:gd name="T2" fmla="*/ 0 w 55"/>
                <a:gd name="T3" fmla="*/ 95 h 95"/>
                <a:gd name="T4" fmla="*/ 27 w 55"/>
                <a:gd name="T5" fmla="*/ 88 h 95"/>
                <a:gd name="T6" fmla="*/ 55 w 55"/>
                <a:gd name="T7" fmla="*/ 80 h 95"/>
                <a:gd name="T8" fmla="*/ 3 w 55"/>
                <a:gd name="T9" fmla="*/ 0 h 95"/>
                <a:gd name="T10" fmla="*/ 3 w 55"/>
                <a:gd name="T11" fmla="*/ 0 h 95"/>
                <a:gd name="T12" fmla="*/ 3 w 55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95">
                  <a:moveTo>
                    <a:pt x="3" y="0"/>
                  </a:moveTo>
                  <a:lnTo>
                    <a:pt x="0" y="95"/>
                  </a:lnTo>
                  <a:lnTo>
                    <a:pt x="27" y="88"/>
                  </a:lnTo>
                  <a:lnTo>
                    <a:pt x="55" y="80"/>
                  </a:lnTo>
                  <a:lnTo>
                    <a:pt x="3" y="0"/>
                  </a:lnTo>
                  <a:moveTo>
                    <a:pt x="3" y="0"/>
                  </a:move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170"/>
            <p:cNvSpPr>
              <a:spLocks noEditPoints="1"/>
            </p:cNvSpPr>
            <p:nvPr userDrawn="1"/>
          </p:nvSpPr>
          <p:spPr bwMode="auto">
            <a:xfrm>
              <a:off x="6815138" y="2733675"/>
              <a:ext cx="622300" cy="1970088"/>
            </a:xfrm>
            <a:custGeom>
              <a:avLst/>
              <a:gdLst>
                <a:gd name="T0" fmla="*/ 1 w 392"/>
                <a:gd name="T1" fmla="*/ 23 h 1241"/>
                <a:gd name="T2" fmla="*/ 337 w 392"/>
                <a:gd name="T3" fmla="*/ 1241 h 1241"/>
                <a:gd name="T4" fmla="*/ 392 w 392"/>
                <a:gd name="T5" fmla="*/ 1225 h 1241"/>
                <a:gd name="T6" fmla="*/ 54 w 392"/>
                <a:gd name="T7" fmla="*/ 0 h 1241"/>
                <a:gd name="T8" fmla="*/ 0 w 392"/>
                <a:gd name="T9" fmla="*/ 15 h 1241"/>
                <a:gd name="T10" fmla="*/ 1 w 392"/>
                <a:gd name="T11" fmla="*/ 23 h 1241"/>
                <a:gd name="T12" fmla="*/ 1 w 392"/>
                <a:gd name="T13" fmla="*/ 23 h 1241"/>
                <a:gd name="T14" fmla="*/ 1 w 392"/>
                <a:gd name="T15" fmla="*/ 23 h 1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2" h="1241">
                  <a:moveTo>
                    <a:pt x="1" y="23"/>
                  </a:moveTo>
                  <a:cubicBezTo>
                    <a:pt x="337" y="1241"/>
                    <a:pt x="337" y="1241"/>
                    <a:pt x="337" y="1241"/>
                  </a:cubicBezTo>
                  <a:cubicBezTo>
                    <a:pt x="392" y="1225"/>
                    <a:pt x="392" y="1225"/>
                    <a:pt x="392" y="1225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18"/>
                    <a:pt x="1" y="20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71"/>
            <p:cNvSpPr>
              <a:spLocks noEditPoints="1"/>
            </p:cNvSpPr>
            <p:nvPr userDrawn="1"/>
          </p:nvSpPr>
          <p:spPr bwMode="auto">
            <a:xfrm>
              <a:off x="6886576" y="2711450"/>
              <a:ext cx="14288" cy="22225"/>
            </a:xfrm>
            <a:custGeom>
              <a:avLst/>
              <a:gdLst>
                <a:gd name="T0" fmla="*/ 9 w 9"/>
                <a:gd name="T1" fmla="*/ 14 h 14"/>
                <a:gd name="T2" fmla="*/ 0 w 9"/>
                <a:gd name="T3" fmla="*/ 0 h 14"/>
                <a:gd name="T4" fmla="*/ 9 w 9"/>
                <a:gd name="T5" fmla="*/ 14 h 14"/>
                <a:gd name="T6" fmla="*/ 9 w 9"/>
                <a:gd name="T7" fmla="*/ 14 h 14"/>
                <a:gd name="T8" fmla="*/ 9 w 9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4">
                  <a:moveTo>
                    <a:pt x="9" y="14"/>
                  </a:moveTo>
                  <a:cubicBezTo>
                    <a:pt x="8" y="9"/>
                    <a:pt x="5" y="4"/>
                    <a:pt x="0" y="0"/>
                  </a:cubicBezTo>
                  <a:lnTo>
                    <a:pt x="9" y="14"/>
                  </a:lnTo>
                  <a:close/>
                  <a:moveTo>
                    <a:pt x="9" y="14"/>
                  </a:moveTo>
                  <a:cubicBezTo>
                    <a:pt x="9" y="14"/>
                    <a:pt x="9" y="14"/>
                    <a:pt x="9" y="14"/>
                  </a:cubicBezTo>
                </a:path>
              </a:pathLst>
            </a:custGeom>
            <a:solidFill>
              <a:srgbClr val="EFE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172"/>
            <p:cNvSpPr>
              <a:spLocks noEditPoints="1"/>
            </p:cNvSpPr>
            <p:nvPr userDrawn="1"/>
          </p:nvSpPr>
          <p:spPr bwMode="auto">
            <a:xfrm>
              <a:off x="6808788" y="2698750"/>
              <a:ext cx="92075" cy="58738"/>
            </a:xfrm>
            <a:custGeom>
              <a:avLst/>
              <a:gdLst>
                <a:gd name="T0" fmla="*/ 24 w 58"/>
                <a:gd name="T1" fmla="*/ 3 h 37"/>
                <a:gd name="T2" fmla="*/ 4 w 58"/>
                <a:gd name="T3" fmla="*/ 37 h 37"/>
                <a:gd name="T4" fmla="*/ 58 w 58"/>
                <a:gd name="T5" fmla="*/ 22 h 37"/>
                <a:gd name="T6" fmla="*/ 49 w 58"/>
                <a:gd name="T7" fmla="*/ 8 h 37"/>
                <a:gd name="T8" fmla="*/ 24 w 58"/>
                <a:gd name="T9" fmla="*/ 3 h 37"/>
                <a:gd name="T10" fmla="*/ 24 w 58"/>
                <a:gd name="T11" fmla="*/ 3 h 37"/>
                <a:gd name="T12" fmla="*/ 24 w 58"/>
                <a:gd name="T13" fmla="*/ 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7">
                  <a:moveTo>
                    <a:pt x="24" y="3"/>
                  </a:moveTo>
                  <a:cubicBezTo>
                    <a:pt x="9" y="7"/>
                    <a:pt x="0" y="22"/>
                    <a:pt x="4" y="37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2" y="2"/>
                    <a:pt x="33" y="0"/>
                    <a:pt x="24" y="3"/>
                  </a:cubicBezTo>
                  <a:close/>
                  <a:moveTo>
                    <a:pt x="24" y="3"/>
                  </a:moveTo>
                  <a:cubicBezTo>
                    <a:pt x="24" y="3"/>
                    <a:pt x="24" y="3"/>
                    <a:pt x="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73"/>
            <p:cNvSpPr>
              <a:spLocks noEditPoints="1"/>
            </p:cNvSpPr>
            <p:nvPr userDrawn="1"/>
          </p:nvSpPr>
          <p:spPr bwMode="auto">
            <a:xfrm>
              <a:off x="6724651" y="2719387"/>
              <a:ext cx="625475" cy="2006600"/>
            </a:xfrm>
            <a:custGeom>
              <a:avLst/>
              <a:gdLst>
                <a:gd name="T0" fmla="*/ 58 w 394"/>
                <a:gd name="T1" fmla="*/ 32 h 1264"/>
                <a:gd name="T2" fmla="*/ 57 w 394"/>
                <a:gd name="T3" fmla="*/ 24 h 1264"/>
                <a:gd name="T4" fmla="*/ 22 w 394"/>
                <a:gd name="T5" fmla="*/ 4 h 1264"/>
                <a:gd name="T6" fmla="*/ 3 w 394"/>
                <a:gd name="T7" fmla="*/ 21 h 1264"/>
                <a:gd name="T8" fmla="*/ 6 w 394"/>
                <a:gd name="T9" fmla="*/ 46 h 1264"/>
                <a:gd name="T10" fmla="*/ 341 w 394"/>
                <a:gd name="T11" fmla="*/ 1264 h 1264"/>
                <a:gd name="T12" fmla="*/ 367 w 394"/>
                <a:gd name="T13" fmla="*/ 1256 h 1264"/>
                <a:gd name="T14" fmla="*/ 394 w 394"/>
                <a:gd name="T15" fmla="*/ 1249 h 1264"/>
                <a:gd name="T16" fmla="*/ 58 w 394"/>
                <a:gd name="T17" fmla="*/ 32 h 1264"/>
                <a:gd name="T18" fmla="*/ 58 w 394"/>
                <a:gd name="T19" fmla="*/ 32 h 1264"/>
                <a:gd name="T20" fmla="*/ 58 w 394"/>
                <a:gd name="T21" fmla="*/ 32 h 1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4" h="1264">
                  <a:moveTo>
                    <a:pt x="58" y="32"/>
                  </a:moveTo>
                  <a:cubicBezTo>
                    <a:pt x="58" y="29"/>
                    <a:pt x="58" y="27"/>
                    <a:pt x="57" y="24"/>
                  </a:cubicBezTo>
                  <a:cubicBezTo>
                    <a:pt x="53" y="9"/>
                    <a:pt x="37" y="0"/>
                    <a:pt x="22" y="4"/>
                  </a:cubicBezTo>
                  <a:cubicBezTo>
                    <a:pt x="14" y="7"/>
                    <a:pt x="7" y="13"/>
                    <a:pt x="3" y="21"/>
                  </a:cubicBezTo>
                  <a:cubicBezTo>
                    <a:pt x="0" y="29"/>
                    <a:pt x="1" y="39"/>
                    <a:pt x="6" y="46"/>
                  </a:cubicBezTo>
                  <a:cubicBezTo>
                    <a:pt x="341" y="1264"/>
                    <a:pt x="341" y="1264"/>
                    <a:pt x="341" y="1264"/>
                  </a:cubicBezTo>
                  <a:cubicBezTo>
                    <a:pt x="367" y="1256"/>
                    <a:pt x="367" y="1256"/>
                    <a:pt x="367" y="1256"/>
                  </a:cubicBezTo>
                  <a:cubicBezTo>
                    <a:pt x="394" y="1249"/>
                    <a:pt x="394" y="1249"/>
                    <a:pt x="394" y="1249"/>
                  </a:cubicBezTo>
                  <a:lnTo>
                    <a:pt x="58" y="32"/>
                  </a:lnTo>
                  <a:close/>
                  <a:moveTo>
                    <a:pt x="58" y="32"/>
                  </a:moveTo>
                  <a:cubicBezTo>
                    <a:pt x="58" y="32"/>
                    <a:pt x="58" y="32"/>
                    <a:pt x="58" y="32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174"/>
            <p:cNvSpPr>
              <a:spLocks noEditPoints="1"/>
            </p:cNvSpPr>
            <p:nvPr userDrawn="1"/>
          </p:nvSpPr>
          <p:spPr bwMode="auto">
            <a:xfrm>
              <a:off x="7434263" y="2566987"/>
              <a:ext cx="173038" cy="550863"/>
            </a:xfrm>
            <a:custGeom>
              <a:avLst/>
              <a:gdLst>
                <a:gd name="T0" fmla="*/ 109 w 109"/>
                <a:gd name="T1" fmla="*/ 4 h 347"/>
                <a:gd name="T2" fmla="*/ 0 w 109"/>
                <a:gd name="T3" fmla="*/ 338 h 347"/>
                <a:gd name="T4" fmla="*/ 62 w 109"/>
                <a:gd name="T5" fmla="*/ 347 h 347"/>
                <a:gd name="T6" fmla="*/ 109 w 109"/>
                <a:gd name="T7" fmla="*/ 4 h 347"/>
                <a:gd name="T8" fmla="*/ 109 w 109"/>
                <a:gd name="T9" fmla="*/ 4 h 347"/>
                <a:gd name="T10" fmla="*/ 109 w 109"/>
                <a:gd name="T11" fmla="*/ 4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347">
                  <a:moveTo>
                    <a:pt x="109" y="4"/>
                  </a:moveTo>
                  <a:cubicBezTo>
                    <a:pt x="83" y="0"/>
                    <a:pt x="40" y="135"/>
                    <a:pt x="0" y="338"/>
                  </a:cubicBezTo>
                  <a:cubicBezTo>
                    <a:pt x="62" y="347"/>
                    <a:pt x="62" y="347"/>
                    <a:pt x="62" y="347"/>
                  </a:cubicBezTo>
                  <a:lnTo>
                    <a:pt x="109" y="4"/>
                  </a:lnTo>
                  <a:close/>
                  <a:moveTo>
                    <a:pt x="109" y="4"/>
                  </a:moveTo>
                  <a:cubicBezTo>
                    <a:pt x="109" y="4"/>
                    <a:pt x="109" y="4"/>
                    <a:pt x="10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75"/>
            <p:cNvSpPr>
              <a:spLocks noEditPoints="1"/>
            </p:cNvSpPr>
            <p:nvPr userDrawn="1"/>
          </p:nvSpPr>
          <p:spPr bwMode="auto">
            <a:xfrm>
              <a:off x="7680326" y="1944687"/>
              <a:ext cx="14288" cy="95250"/>
            </a:xfrm>
            <a:custGeom>
              <a:avLst/>
              <a:gdLst>
                <a:gd name="T0" fmla="*/ 9 w 9"/>
                <a:gd name="T1" fmla="*/ 0 h 60"/>
                <a:gd name="T2" fmla="*/ 0 w 9"/>
                <a:gd name="T3" fmla="*/ 60 h 60"/>
                <a:gd name="T4" fmla="*/ 9 w 9"/>
                <a:gd name="T5" fmla="*/ 0 h 60"/>
                <a:gd name="T6" fmla="*/ 9 w 9"/>
                <a:gd name="T7" fmla="*/ 0 h 60"/>
                <a:gd name="T8" fmla="*/ 9 w 9"/>
                <a:gd name="T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0">
                  <a:moveTo>
                    <a:pt x="9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8" y="26"/>
                    <a:pt x="9" y="0"/>
                    <a:pt x="9" y="0"/>
                  </a:cubicBezTo>
                  <a:close/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0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176"/>
            <p:cNvSpPr>
              <a:spLocks noEditPoints="1"/>
            </p:cNvSpPr>
            <p:nvPr userDrawn="1"/>
          </p:nvSpPr>
          <p:spPr bwMode="auto">
            <a:xfrm>
              <a:off x="7472363" y="1944687"/>
              <a:ext cx="311150" cy="639763"/>
            </a:xfrm>
            <a:custGeom>
              <a:avLst/>
              <a:gdLst>
                <a:gd name="T0" fmla="*/ 140 w 196"/>
                <a:gd name="T1" fmla="*/ 0 h 403"/>
                <a:gd name="T2" fmla="*/ 131 w 196"/>
                <a:gd name="T3" fmla="*/ 60 h 403"/>
                <a:gd name="T4" fmla="*/ 102 w 196"/>
                <a:gd name="T5" fmla="*/ 146 h 403"/>
                <a:gd name="T6" fmla="*/ 6 w 196"/>
                <a:gd name="T7" fmla="*/ 292 h 403"/>
                <a:gd name="T8" fmla="*/ 85 w 196"/>
                <a:gd name="T9" fmla="*/ 396 h 403"/>
                <a:gd name="T10" fmla="*/ 189 w 196"/>
                <a:gd name="T11" fmla="*/ 317 h 403"/>
                <a:gd name="T12" fmla="*/ 140 w 196"/>
                <a:gd name="T13" fmla="*/ 0 h 403"/>
                <a:gd name="T14" fmla="*/ 140 w 196"/>
                <a:gd name="T15" fmla="*/ 0 h 403"/>
                <a:gd name="T16" fmla="*/ 140 w 196"/>
                <a:gd name="T1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403">
                  <a:moveTo>
                    <a:pt x="140" y="0"/>
                  </a:moveTo>
                  <a:cubicBezTo>
                    <a:pt x="140" y="0"/>
                    <a:pt x="139" y="26"/>
                    <a:pt x="131" y="60"/>
                  </a:cubicBezTo>
                  <a:cubicBezTo>
                    <a:pt x="126" y="86"/>
                    <a:pt x="117" y="116"/>
                    <a:pt x="102" y="146"/>
                  </a:cubicBezTo>
                  <a:cubicBezTo>
                    <a:pt x="75" y="199"/>
                    <a:pt x="13" y="246"/>
                    <a:pt x="6" y="292"/>
                  </a:cubicBezTo>
                  <a:cubicBezTo>
                    <a:pt x="0" y="342"/>
                    <a:pt x="35" y="389"/>
                    <a:pt x="85" y="396"/>
                  </a:cubicBezTo>
                  <a:cubicBezTo>
                    <a:pt x="136" y="403"/>
                    <a:pt x="182" y="368"/>
                    <a:pt x="189" y="317"/>
                  </a:cubicBezTo>
                  <a:cubicBezTo>
                    <a:pt x="196" y="267"/>
                    <a:pt x="184" y="94"/>
                    <a:pt x="140" y="0"/>
                  </a:cubicBezTo>
                  <a:close/>
                  <a:moveTo>
                    <a:pt x="140" y="0"/>
                  </a:moveTo>
                  <a:cubicBezTo>
                    <a:pt x="140" y="0"/>
                    <a:pt x="140" y="0"/>
                    <a:pt x="140" y="0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77"/>
            <p:cNvSpPr>
              <a:spLocks noEditPoints="1"/>
            </p:cNvSpPr>
            <p:nvPr userDrawn="1"/>
          </p:nvSpPr>
          <p:spPr bwMode="auto">
            <a:xfrm>
              <a:off x="7532688" y="2573337"/>
              <a:ext cx="123825" cy="557213"/>
            </a:xfrm>
            <a:custGeom>
              <a:avLst/>
              <a:gdLst>
                <a:gd name="T0" fmla="*/ 62 w 78"/>
                <a:gd name="T1" fmla="*/ 351 h 351"/>
                <a:gd name="T2" fmla="*/ 47 w 78"/>
                <a:gd name="T3" fmla="*/ 0 h 351"/>
                <a:gd name="T4" fmla="*/ 0 w 78"/>
                <a:gd name="T5" fmla="*/ 342 h 351"/>
                <a:gd name="T6" fmla="*/ 62 w 78"/>
                <a:gd name="T7" fmla="*/ 351 h 351"/>
                <a:gd name="T8" fmla="*/ 62 w 78"/>
                <a:gd name="T9" fmla="*/ 351 h 351"/>
                <a:gd name="T10" fmla="*/ 62 w 78"/>
                <a:gd name="T11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351">
                  <a:moveTo>
                    <a:pt x="62" y="351"/>
                  </a:moveTo>
                  <a:cubicBezTo>
                    <a:pt x="78" y="144"/>
                    <a:pt x="74" y="4"/>
                    <a:pt x="47" y="0"/>
                  </a:cubicBezTo>
                  <a:cubicBezTo>
                    <a:pt x="0" y="342"/>
                    <a:pt x="0" y="342"/>
                    <a:pt x="0" y="342"/>
                  </a:cubicBezTo>
                  <a:lnTo>
                    <a:pt x="62" y="351"/>
                  </a:lnTo>
                  <a:close/>
                  <a:moveTo>
                    <a:pt x="62" y="351"/>
                  </a:moveTo>
                  <a:cubicBezTo>
                    <a:pt x="62" y="351"/>
                    <a:pt x="62" y="351"/>
                    <a:pt x="62" y="35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178"/>
            <p:cNvSpPr>
              <a:spLocks noEditPoints="1"/>
            </p:cNvSpPr>
            <p:nvPr userDrawn="1"/>
          </p:nvSpPr>
          <p:spPr bwMode="auto">
            <a:xfrm>
              <a:off x="7239001" y="3101975"/>
              <a:ext cx="392113" cy="1682750"/>
            </a:xfrm>
            <a:custGeom>
              <a:avLst/>
              <a:gdLst>
                <a:gd name="T0" fmla="*/ 185 w 247"/>
                <a:gd name="T1" fmla="*/ 9 h 1060"/>
                <a:gd name="T2" fmla="*/ 123 w 247"/>
                <a:gd name="T3" fmla="*/ 0 h 1060"/>
                <a:gd name="T4" fmla="*/ 64 w 247"/>
                <a:gd name="T5" fmla="*/ 351 h 1060"/>
                <a:gd name="T6" fmla="*/ 40 w 247"/>
                <a:gd name="T7" fmla="*/ 1055 h 1060"/>
                <a:gd name="T8" fmla="*/ 208 w 247"/>
                <a:gd name="T9" fmla="*/ 371 h 1060"/>
                <a:gd name="T10" fmla="*/ 247 w 247"/>
                <a:gd name="T11" fmla="*/ 17 h 1060"/>
                <a:gd name="T12" fmla="*/ 185 w 247"/>
                <a:gd name="T13" fmla="*/ 9 h 1060"/>
                <a:gd name="T14" fmla="*/ 185 w 247"/>
                <a:gd name="T15" fmla="*/ 9 h 1060"/>
                <a:gd name="T16" fmla="*/ 185 w 247"/>
                <a:gd name="T17" fmla="*/ 9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1060">
                  <a:moveTo>
                    <a:pt x="185" y="9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102" y="103"/>
                    <a:pt x="82" y="223"/>
                    <a:pt x="64" y="351"/>
                  </a:cubicBezTo>
                  <a:cubicBezTo>
                    <a:pt x="11" y="734"/>
                    <a:pt x="0" y="1049"/>
                    <a:pt x="40" y="1055"/>
                  </a:cubicBezTo>
                  <a:cubicBezTo>
                    <a:pt x="80" y="1060"/>
                    <a:pt x="156" y="754"/>
                    <a:pt x="208" y="371"/>
                  </a:cubicBezTo>
                  <a:cubicBezTo>
                    <a:pt x="226" y="242"/>
                    <a:pt x="239" y="121"/>
                    <a:pt x="247" y="17"/>
                  </a:cubicBezTo>
                  <a:lnTo>
                    <a:pt x="185" y="9"/>
                  </a:lnTo>
                  <a:close/>
                  <a:moveTo>
                    <a:pt x="185" y="9"/>
                  </a:moveTo>
                  <a:cubicBezTo>
                    <a:pt x="185" y="9"/>
                    <a:pt x="185" y="9"/>
                    <a:pt x="185" y="9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79"/>
            <p:cNvSpPr>
              <a:spLocks noEditPoints="1"/>
            </p:cNvSpPr>
            <p:nvPr userDrawn="1"/>
          </p:nvSpPr>
          <p:spPr bwMode="auto">
            <a:xfrm>
              <a:off x="6697663" y="3479800"/>
              <a:ext cx="1100138" cy="1389063"/>
            </a:xfrm>
            <a:custGeom>
              <a:avLst/>
              <a:gdLst>
                <a:gd name="T0" fmla="*/ 634 w 693"/>
                <a:gd name="T1" fmla="*/ 0 h 875"/>
                <a:gd name="T2" fmla="*/ 58 w 693"/>
                <a:gd name="T3" fmla="*/ 0 h 875"/>
                <a:gd name="T4" fmla="*/ 4 w 693"/>
                <a:gd name="T5" fmla="*/ 61 h 875"/>
                <a:gd name="T6" fmla="*/ 19 w 693"/>
                <a:gd name="T7" fmla="*/ 194 h 875"/>
                <a:gd name="T8" fmla="*/ 96 w 693"/>
                <a:gd name="T9" fmla="*/ 138 h 875"/>
                <a:gd name="T10" fmla="*/ 180 w 693"/>
                <a:gd name="T11" fmla="*/ 199 h 875"/>
                <a:gd name="T12" fmla="*/ 263 w 693"/>
                <a:gd name="T13" fmla="*/ 138 h 875"/>
                <a:gd name="T14" fmla="*/ 346 w 693"/>
                <a:gd name="T15" fmla="*/ 199 h 875"/>
                <a:gd name="T16" fmla="*/ 430 w 693"/>
                <a:gd name="T17" fmla="*/ 138 h 875"/>
                <a:gd name="T18" fmla="*/ 513 w 693"/>
                <a:gd name="T19" fmla="*/ 199 h 875"/>
                <a:gd name="T20" fmla="*/ 597 w 693"/>
                <a:gd name="T21" fmla="*/ 138 h 875"/>
                <a:gd name="T22" fmla="*/ 675 w 693"/>
                <a:gd name="T23" fmla="*/ 196 h 875"/>
                <a:gd name="T24" fmla="*/ 689 w 693"/>
                <a:gd name="T25" fmla="*/ 61 h 875"/>
                <a:gd name="T26" fmla="*/ 634 w 693"/>
                <a:gd name="T27" fmla="*/ 0 h 875"/>
                <a:gd name="T28" fmla="*/ 596 w 693"/>
                <a:gd name="T29" fmla="*/ 224 h 875"/>
                <a:gd name="T30" fmla="*/ 513 w 693"/>
                <a:gd name="T31" fmla="*/ 285 h 875"/>
                <a:gd name="T32" fmla="*/ 429 w 693"/>
                <a:gd name="T33" fmla="*/ 224 h 875"/>
                <a:gd name="T34" fmla="*/ 346 w 693"/>
                <a:gd name="T35" fmla="*/ 285 h 875"/>
                <a:gd name="T36" fmla="*/ 263 w 693"/>
                <a:gd name="T37" fmla="*/ 224 h 875"/>
                <a:gd name="T38" fmla="*/ 179 w 693"/>
                <a:gd name="T39" fmla="*/ 285 h 875"/>
                <a:gd name="T40" fmla="*/ 96 w 693"/>
                <a:gd name="T41" fmla="*/ 224 h 875"/>
                <a:gd name="T42" fmla="*/ 28 w 693"/>
                <a:gd name="T43" fmla="*/ 274 h 875"/>
                <a:gd name="T44" fmla="*/ 89 w 693"/>
                <a:gd name="T45" fmla="*/ 814 h 875"/>
                <a:gd name="T46" fmla="*/ 158 w 693"/>
                <a:gd name="T47" fmla="*/ 875 h 875"/>
                <a:gd name="T48" fmla="*/ 542 w 693"/>
                <a:gd name="T49" fmla="*/ 875 h 875"/>
                <a:gd name="T50" fmla="*/ 610 w 693"/>
                <a:gd name="T51" fmla="*/ 814 h 875"/>
                <a:gd name="T52" fmla="*/ 667 w 693"/>
                <a:gd name="T53" fmla="*/ 275 h 875"/>
                <a:gd name="T54" fmla="*/ 596 w 693"/>
                <a:gd name="T55" fmla="*/ 224 h 875"/>
                <a:gd name="T56" fmla="*/ 596 w 693"/>
                <a:gd name="T57" fmla="*/ 224 h 875"/>
                <a:gd name="T58" fmla="*/ 596 w 693"/>
                <a:gd name="T59" fmla="*/ 224 h 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93" h="875">
                  <a:moveTo>
                    <a:pt x="634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24" y="0"/>
                    <a:pt x="0" y="28"/>
                    <a:pt x="4" y="61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180" y="199"/>
                    <a:pt x="180" y="199"/>
                    <a:pt x="180" y="199"/>
                  </a:cubicBezTo>
                  <a:cubicBezTo>
                    <a:pt x="263" y="138"/>
                    <a:pt x="263" y="138"/>
                    <a:pt x="263" y="138"/>
                  </a:cubicBezTo>
                  <a:cubicBezTo>
                    <a:pt x="346" y="199"/>
                    <a:pt x="346" y="199"/>
                    <a:pt x="346" y="199"/>
                  </a:cubicBezTo>
                  <a:cubicBezTo>
                    <a:pt x="430" y="138"/>
                    <a:pt x="430" y="138"/>
                    <a:pt x="430" y="138"/>
                  </a:cubicBezTo>
                  <a:cubicBezTo>
                    <a:pt x="513" y="199"/>
                    <a:pt x="513" y="199"/>
                    <a:pt x="513" y="199"/>
                  </a:cubicBezTo>
                  <a:cubicBezTo>
                    <a:pt x="597" y="138"/>
                    <a:pt x="597" y="138"/>
                    <a:pt x="597" y="138"/>
                  </a:cubicBezTo>
                  <a:cubicBezTo>
                    <a:pt x="675" y="196"/>
                    <a:pt x="675" y="196"/>
                    <a:pt x="675" y="196"/>
                  </a:cubicBezTo>
                  <a:cubicBezTo>
                    <a:pt x="689" y="61"/>
                    <a:pt x="689" y="61"/>
                    <a:pt x="689" y="61"/>
                  </a:cubicBezTo>
                  <a:cubicBezTo>
                    <a:pt x="693" y="28"/>
                    <a:pt x="668" y="0"/>
                    <a:pt x="634" y="0"/>
                  </a:cubicBezTo>
                  <a:close/>
                  <a:moveTo>
                    <a:pt x="596" y="224"/>
                  </a:moveTo>
                  <a:cubicBezTo>
                    <a:pt x="513" y="285"/>
                    <a:pt x="513" y="285"/>
                    <a:pt x="513" y="285"/>
                  </a:cubicBezTo>
                  <a:cubicBezTo>
                    <a:pt x="429" y="224"/>
                    <a:pt x="429" y="224"/>
                    <a:pt x="429" y="224"/>
                  </a:cubicBezTo>
                  <a:cubicBezTo>
                    <a:pt x="346" y="285"/>
                    <a:pt x="346" y="285"/>
                    <a:pt x="346" y="285"/>
                  </a:cubicBezTo>
                  <a:cubicBezTo>
                    <a:pt x="263" y="224"/>
                    <a:pt x="263" y="224"/>
                    <a:pt x="263" y="224"/>
                  </a:cubicBezTo>
                  <a:cubicBezTo>
                    <a:pt x="179" y="285"/>
                    <a:pt x="179" y="285"/>
                    <a:pt x="179" y="285"/>
                  </a:cubicBezTo>
                  <a:cubicBezTo>
                    <a:pt x="96" y="224"/>
                    <a:pt x="96" y="224"/>
                    <a:pt x="96" y="224"/>
                  </a:cubicBezTo>
                  <a:cubicBezTo>
                    <a:pt x="28" y="274"/>
                    <a:pt x="28" y="274"/>
                    <a:pt x="28" y="274"/>
                  </a:cubicBezTo>
                  <a:cubicBezTo>
                    <a:pt x="89" y="814"/>
                    <a:pt x="89" y="814"/>
                    <a:pt x="89" y="814"/>
                  </a:cubicBezTo>
                  <a:cubicBezTo>
                    <a:pt x="93" y="848"/>
                    <a:pt x="124" y="875"/>
                    <a:pt x="158" y="875"/>
                  </a:cubicBezTo>
                  <a:cubicBezTo>
                    <a:pt x="542" y="875"/>
                    <a:pt x="542" y="875"/>
                    <a:pt x="542" y="875"/>
                  </a:cubicBezTo>
                  <a:cubicBezTo>
                    <a:pt x="576" y="875"/>
                    <a:pt x="606" y="848"/>
                    <a:pt x="610" y="814"/>
                  </a:cubicBezTo>
                  <a:cubicBezTo>
                    <a:pt x="667" y="275"/>
                    <a:pt x="667" y="275"/>
                    <a:pt x="667" y="275"/>
                  </a:cubicBezTo>
                  <a:lnTo>
                    <a:pt x="596" y="224"/>
                  </a:lnTo>
                  <a:close/>
                  <a:moveTo>
                    <a:pt x="596" y="224"/>
                  </a:moveTo>
                  <a:cubicBezTo>
                    <a:pt x="596" y="224"/>
                    <a:pt x="596" y="224"/>
                    <a:pt x="596" y="224"/>
                  </a:cubicBezTo>
                </a:path>
              </a:pathLst>
            </a:custGeom>
            <a:solidFill>
              <a:srgbClr val="FCA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180"/>
            <p:cNvSpPr>
              <a:spLocks noEditPoints="1"/>
            </p:cNvSpPr>
            <p:nvPr userDrawn="1"/>
          </p:nvSpPr>
          <p:spPr bwMode="auto">
            <a:xfrm>
              <a:off x="6334126" y="3698875"/>
              <a:ext cx="5102225" cy="1666875"/>
            </a:xfrm>
            <a:custGeom>
              <a:avLst/>
              <a:gdLst>
                <a:gd name="T0" fmla="*/ 825 w 3215"/>
                <a:gd name="T1" fmla="*/ 0 h 1050"/>
                <a:gd name="T2" fmla="*/ 742 w 3215"/>
                <a:gd name="T3" fmla="*/ 61 h 1050"/>
                <a:gd name="T4" fmla="*/ 658 w 3215"/>
                <a:gd name="T5" fmla="*/ 0 h 1050"/>
                <a:gd name="T6" fmla="*/ 575 w 3215"/>
                <a:gd name="T7" fmla="*/ 61 h 1050"/>
                <a:gd name="T8" fmla="*/ 575 w 3215"/>
                <a:gd name="T9" fmla="*/ 61 h 1050"/>
                <a:gd name="T10" fmla="*/ 492 w 3215"/>
                <a:gd name="T11" fmla="*/ 0 h 1050"/>
                <a:gd name="T12" fmla="*/ 409 w 3215"/>
                <a:gd name="T13" fmla="*/ 61 h 1050"/>
                <a:gd name="T14" fmla="*/ 325 w 3215"/>
                <a:gd name="T15" fmla="*/ 0 h 1050"/>
                <a:gd name="T16" fmla="*/ 248 w 3215"/>
                <a:gd name="T17" fmla="*/ 56 h 1050"/>
                <a:gd name="T18" fmla="*/ 257 w 3215"/>
                <a:gd name="T19" fmla="*/ 136 h 1050"/>
                <a:gd name="T20" fmla="*/ 325 w 3215"/>
                <a:gd name="T21" fmla="*/ 86 h 1050"/>
                <a:gd name="T22" fmla="*/ 409 w 3215"/>
                <a:gd name="T23" fmla="*/ 147 h 1050"/>
                <a:gd name="T24" fmla="*/ 492 w 3215"/>
                <a:gd name="T25" fmla="*/ 86 h 1050"/>
                <a:gd name="T26" fmla="*/ 575 w 3215"/>
                <a:gd name="T27" fmla="*/ 147 h 1050"/>
                <a:gd name="T28" fmla="*/ 575 w 3215"/>
                <a:gd name="T29" fmla="*/ 147 h 1050"/>
                <a:gd name="T30" fmla="*/ 658 w 3215"/>
                <a:gd name="T31" fmla="*/ 86 h 1050"/>
                <a:gd name="T32" fmla="*/ 742 w 3215"/>
                <a:gd name="T33" fmla="*/ 147 h 1050"/>
                <a:gd name="T34" fmla="*/ 825 w 3215"/>
                <a:gd name="T35" fmla="*/ 86 h 1050"/>
                <a:gd name="T36" fmla="*/ 896 w 3215"/>
                <a:gd name="T37" fmla="*/ 137 h 1050"/>
                <a:gd name="T38" fmla="*/ 904 w 3215"/>
                <a:gd name="T39" fmla="*/ 58 h 1050"/>
                <a:gd name="T40" fmla="*/ 825 w 3215"/>
                <a:gd name="T41" fmla="*/ 0 h 1050"/>
                <a:gd name="T42" fmla="*/ 0 w 3215"/>
                <a:gd name="T43" fmla="*/ 894 h 1050"/>
                <a:gd name="T44" fmla="*/ 156 w 3215"/>
                <a:gd name="T45" fmla="*/ 1050 h 1050"/>
                <a:gd name="T46" fmla="*/ 3059 w 3215"/>
                <a:gd name="T47" fmla="*/ 1050 h 1050"/>
                <a:gd name="T48" fmla="*/ 3215 w 3215"/>
                <a:gd name="T49" fmla="*/ 894 h 1050"/>
                <a:gd name="T50" fmla="*/ 3059 w 3215"/>
                <a:gd name="T51" fmla="*/ 737 h 1050"/>
                <a:gd name="T52" fmla="*/ 156 w 3215"/>
                <a:gd name="T53" fmla="*/ 737 h 1050"/>
                <a:gd name="T54" fmla="*/ 0 w 3215"/>
                <a:gd name="T55" fmla="*/ 894 h 1050"/>
                <a:gd name="T56" fmla="*/ 0 w 3215"/>
                <a:gd name="T57" fmla="*/ 894 h 1050"/>
                <a:gd name="T58" fmla="*/ 0 w 3215"/>
                <a:gd name="T59" fmla="*/ 894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15" h="1050">
                  <a:moveTo>
                    <a:pt x="825" y="0"/>
                  </a:moveTo>
                  <a:cubicBezTo>
                    <a:pt x="742" y="61"/>
                    <a:pt x="742" y="61"/>
                    <a:pt x="742" y="61"/>
                  </a:cubicBezTo>
                  <a:cubicBezTo>
                    <a:pt x="658" y="0"/>
                    <a:pt x="658" y="0"/>
                    <a:pt x="658" y="0"/>
                  </a:cubicBezTo>
                  <a:cubicBezTo>
                    <a:pt x="575" y="61"/>
                    <a:pt x="575" y="61"/>
                    <a:pt x="575" y="61"/>
                  </a:cubicBezTo>
                  <a:cubicBezTo>
                    <a:pt x="575" y="61"/>
                    <a:pt x="575" y="61"/>
                    <a:pt x="575" y="61"/>
                  </a:cubicBezTo>
                  <a:cubicBezTo>
                    <a:pt x="492" y="0"/>
                    <a:pt x="492" y="0"/>
                    <a:pt x="492" y="0"/>
                  </a:cubicBezTo>
                  <a:cubicBezTo>
                    <a:pt x="409" y="61"/>
                    <a:pt x="409" y="61"/>
                    <a:pt x="409" y="61"/>
                  </a:cubicBezTo>
                  <a:cubicBezTo>
                    <a:pt x="325" y="0"/>
                    <a:pt x="325" y="0"/>
                    <a:pt x="325" y="0"/>
                  </a:cubicBezTo>
                  <a:cubicBezTo>
                    <a:pt x="248" y="56"/>
                    <a:pt x="248" y="56"/>
                    <a:pt x="248" y="56"/>
                  </a:cubicBezTo>
                  <a:cubicBezTo>
                    <a:pt x="257" y="136"/>
                    <a:pt x="257" y="136"/>
                    <a:pt x="257" y="136"/>
                  </a:cubicBezTo>
                  <a:cubicBezTo>
                    <a:pt x="325" y="86"/>
                    <a:pt x="325" y="86"/>
                    <a:pt x="325" y="86"/>
                  </a:cubicBezTo>
                  <a:cubicBezTo>
                    <a:pt x="409" y="147"/>
                    <a:pt x="409" y="147"/>
                    <a:pt x="409" y="147"/>
                  </a:cubicBezTo>
                  <a:cubicBezTo>
                    <a:pt x="492" y="86"/>
                    <a:pt x="492" y="86"/>
                    <a:pt x="492" y="86"/>
                  </a:cubicBezTo>
                  <a:cubicBezTo>
                    <a:pt x="575" y="147"/>
                    <a:pt x="575" y="147"/>
                    <a:pt x="575" y="147"/>
                  </a:cubicBezTo>
                  <a:cubicBezTo>
                    <a:pt x="575" y="147"/>
                    <a:pt x="575" y="147"/>
                    <a:pt x="575" y="147"/>
                  </a:cubicBezTo>
                  <a:cubicBezTo>
                    <a:pt x="658" y="86"/>
                    <a:pt x="658" y="86"/>
                    <a:pt x="658" y="86"/>
                  </a:cubicBezTo>
                  <a:cubicBezTo>
                    <a:pt x="742" y="147"/>
                    <a:pt x="742" y="147"/>
                    <a:pt x="742" y="147"/>
                  </a:cubicBezTo>
                  <a:cubicBezTo>
                    <a:pt x="825" y="86"/>
                    <a:pt x="825" y="86"/>
                    <a:pt x="825" y="86"/>
                  </a:cubicBezTo>
                  <a:cubicBezTo>
                    <a:pt x="896" y="137"/>
                    <a:pt x="896" y="137"/>
                    <a:pt x="896" y="137"/>
                  </a:cubicBezTo>
                  <a:cubicBezTo>
                    <a:pt x="904" y="58"/>
                    <a:pt x="904" y="58"/>
                    <a:pt x="904" y="58"/>
                  </a:cubicBezTo>
                  <a:lnTo>
                    <a:pt x="825" y="0"/>
                  </a:lnTo>
                  <a:close/>
                  <a:moveTo>
                    <a:pt x="0" y="894"/>
                  </a:moveTo>
                  <a:cubicBezTo>
                    <a:pt x="0" y="980"/>
                    <a:pt x="70" y="1050"/>
                    <a:pt x="156" y="1050"/>
                  </a:cubicBezTo>
                  <a:cubicBezTo>
                    <a:pt x="3059" y="1050"/>
                    <a:pt x="3059" y="1050"/>
                    <a:pt x="3059" y="1050"/>
                  </a:cubicBezTo>
                  <a:cubicBezTo>
                    <a:pt x="3145" y="1050"/>
                    <a:pt x="3215" y="980"/>
                    <a:pt x="3215" y="894"/>
                  </a:cubicBezTo>
                  <a:cubicBezTo>
                    <a:pt x="3215" y="807"/>
                    <a:pt x="3145" y="737"/>
                    <a:pt x="3059" y="737"/>
                  </a:cubicBezTo>
                  <a:cubicBezTo>
                    <a:pt x="156" y="737"/>
                    <a:pt x="156" y="737"/>
                    <a:pt x="156" y="737"/>
                  </a:cubicBezTo>
                  <a:cubicBezTo>
                    <a:pt x="70" y="737"/>
                    <a:pt x="0" y="807"/>
                    <a:pt x="0" y="894"/>
                  </a:cubicBezTo>
                  <a:close/>
                  <a:moveTo>
                    <a:pt x="0" y="894"/>
                  </a:moveTo>
                  <a:cubicBezTo>
                    <a:pt x="0" y="894"/>
                    <a:pt x="0" y="894"/>
                    <a:pt x="0" y="894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81"/>
            <p:cNvSpPr>
              <a:spLocks noEditPoints="1"/>
            </p:cNvSpPr>
            <p:nvPr userDrawn="1"/>
          </p:nvSpPr>
          <p:spPr bwMode="auto">
            <a:xfrm>
              <a:off x="8445501" y="2706687"/>
              <a:ext cx="28575" cy="1203325"/>
            </a:xfrm>
            <a:custGeom>
              <a:avLst/>
              <a:gdLst>
                <a:gd name="T0" fmla="*/ 13 w 18"/>
                <a:gd name="T1" fmla="*/ 0 h 758"/>
                <a:gd name="T2" fmla="*/ 8 w 18"/>
                <a:gd name="T3" fmla="*/ 4 h 758"/>
                <a:gd name="T4" fmla="*/ 6 w 18"/>
                <a:gd name="T5" fmla="*/ 36 h 758"/>
                <a:gd name="T6" fmla="*/ 18 w 18"/>
                <a:gd name="T7" fmla="*/ 38 h 758"/>
                <a:gd name="T8" fmla="*/ 18 w 18"/>
                <a:gd name="T9" fmla="*/ 0 h 758"/>
                <a:gd name="T10" fmla="*/ 13 w 18"/>
                <a:gd name="T11" fmla="*/ 0 h 758"/>
                <a:gd name="T12" fmla="*/ 3 w 18"/>
                <a:gd name="T13" fmla="*/ 649 h 758"/>
                <a:gd name="T14" fmla="*/ 1 w 18"/>
                <a:gd name="T15" fmla="*/ 740 h 758"/>
                <a:gd name="T16" fmla="*/ 9 w 18"/>
                <a:gd name="T17" fmla="*/ 758 h 758"/>
                <a:gd name="T18" fmla="*/ 17 w 18"/>
                <a:gd name="T19" fmla="*/ 757 h 758"/>
                <a:gd name="T20" fmla="*/ 17 w 18"/>
                <a:gd name="T21" fmla="*/ 727 h 758"/>
                <a:gd name="T22" fmla="*/ 3 w 18"/>
                <a:gd name="T23" fmla="*/ 699 h 758"/>
                <a:gd name="T24" fmla="*/ 4 w 18"/>
                <a:gd name="T25" fmla="*/ 691 h 758"/>
                <a:gd name="T26" fmla="*/ 17 w 18"/>
                <a:gd name="T27" fmla="*/ 675 h 758"/>
                <a:gd name="T28" fmla="*/ 17 w 18"/>
                <a:gd name="T29" fmla="*/ 635 h 758"/>
                <a:gd name="T30" fmla="*/ 3 w 18"/>
                <a:gd name="T31" fmla="*/ 649 h 758"/>
                <a:gd name="T32" fmla="*/ 6 w 18"/>
                <a:gd name="T33" fmla="*/ 70 h 758"/>
                <a:gd name="T34" fmla="*/ 4 w 18"/>
                <a:gd name="T35" fmla="*/ 96 h 758"/>
                <a:gd name="T36" fmla="*/ 18 w 18"/>
                <a:gd name="T37" fmla="*/ 107 h 758"/>
                <a:gd name="T38" fmla="*/ 18 w 18"/>
                <a:gd name="T39" fmla="*/ 70 h 758"/>
                <a:gd name="T40" fmla="*/ 6 w 18"/>
                <a:gd name="T41" fmla="*/ 70 h 758"/>
                <a:gd name="T42" fmla="*/ 2 w 18"/>
                <a:gd name="T43" fmla="*/ 476 h 758"/>
                <a:gd name="T44" fmla="*/ 18 w 18"/>
                <a:gd name="T45" fmla="*/ 531 h 758"/>
                <a:gd name="T46" fmla="*/ 18 w 18"/>
                <a:gd name="T47" fmla="*/ 432 h 758"/>
                <a:gd name="T48" fmla="*/ 2 w 18"/>
                <a:gd name="T49" fmla="*/ 476 h 758"/>
                <a:gd name="T50" fmla="*/ 2 w 18"/>
                <a:gd name="T51" fmla="*/ 476 h 758"/>
                <a:gd name="T52" fmla="*/ 2 w 18"/>
                <a:gd name="T53" fmla="*/ 476 h 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758">
                  <a:moveTo>
                    <a:pt x="13" y="0"/>
                  </a:moveTo>
                  <a:cubicBezTo>
                    <a:pt x="9" y="0"/>
                    <a:pt x="8" y="1"/>
                    <a:pt x="8" y="4"/>
                  </a:cubicBezTo>
                  <a:cubicBezTo>
                    <a:pt x="7" y="15"/>
                    <a:pt x="6" y="36"/>
                    <a:pt x="6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3" y="0"/>
                  </a:lnTo>
                  <a:close/>
                  <a:moveTo>
                    <a:pt x="3" y="649"/>
                  </a:moveTo>
                  <a:cubicBezTo>
                    <a:pt x="1" y="740"/>
                    <a:pt x="1" y="740"/>
                    <a:pt x="1" y="740"/>
                  </a:cubicBezTo>
                  <a:cubicBezTo>
                    <a:pt x="0" y="755"/>
                    <a:pt x="2" y="758"/>
                    <a:pt x="9" y="758"/>
                  </a:cubicBezTo>
                  <a:cubicBezTo>
                    <a:pt x="14" y="758"/>
                    <a:pt x="17" y="757"/>
                    <a:pt x="17" y="757"/>
                  </a:cubicBezTo>
                  <a:cubicBezTo>
                    <a:pt x="17" y="727"/>
                    <a:pt x="17" y="727"/>
                    <a:pt x="17" y="727"/>
                  </a:cubicBezTo>
                  <a:cubicBezTo>
                    <a:pt x="3" y="699"/>
                    <a:pt x="3" y="699"/>
                    <a:pt x="3" y="699"/>
                  </a:cubicBezTo>
                  <a:cubicBezTo>
                    <a:pt x="4" y="691"/>
                    <a:pt x="4" y="691"/>
                    <a:pt x="4" y="691"/>
                  </a:cubicBezTo>
                  <a:cubicBezTo>
                    <a:pt x="17" y="675"/>
                    <a:pt x="17" y="675"/>
                    <a:pt x="17" y="675"/>
                  </a:cubicBezTo>
                  <a:cubicBezTo>
                    <a:pt x="17" y="635"/>
                    <a:pt x="17" y="635"/>
                    <a:pt x="17" y="635"/>
                  </a:cubicBezTo>
                  <a:cubicBezTo>
                    <a:pt x="6" y="638"/>
                    <a:pt x="3" y="640"/>
                    <a:pt x="3" y="649"/>
                  </a:cubicBezTo>
                  <a:close/>
                  <a:moveTo>
                    <a:pt x="6" y="70"/>
                  </a:moveTo>
                  <a:cubicBezTo>
                    <a:pt x="4" y="96"/>
                    <a:pt x="4" y="96"/>
                    <a:pt x="4" y="96"/>
                  </a:cubicBezTo>
                  <a:cubicBezTo>
                    <a:pt x="4" y="103"/>
                    <a:pt x="8" y="107"/>
                    <a:pt x="18" y="107"/>
                  </a:cubicBezTo>
                  <a:cubicBezTo>
                    <a:pt x="18" y="70"/>
                    <a:pt x="18" y="70"/>
                    <a:pt x="18" y="70"/>
                  </a:cubicBezTo>
                  <a:lnTo>
                    <a:pt x="6" y="70"/>
                  </a:lnTo>
                  <a:close/>
                  <a:moveTo>
                    <a:pt x="2" y="476"/>
                  </a:moveTo>
                  <a:cubicBezTo>
                    <a:pt x="2" y="507"/>
                    <a:pt x="7" y="525"/>
                    <a:pt x="18" y="531"/>
                  </a:cubicBezTo>
                  <a:cubicBezTo>
                    <a:pt x="18" y="432"/>
                    <a:pt x="18" y="432"/>
                    <a:pt x="18" y="432"/>
                  </a:cubicBezTo>
                  <a:cubicBezTo>
                    <a:pt x="6" y="435"/>
                    <a:pt x="2" y="447"/>
                    <a:pt x="2" y="476"/>
                  </a:cubicBezTo>
                  <a:close/>
                  <a:moveTo>
                    <a:pt x="2" y="476"/>
                  </a:moveTo>
                  <a:cubicBezTo>
                    <a:pt x="2" y="476"/>
                    <a:pt x="2" y="476"/>
                    <a:pt x="2" y="4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182"/>
            <p:cNvSpPr>
              <a:spLocks noEditPoints="1"/>
            </p:cNvSpPr>
            <p:nvPr userDrawn="1"/>
          </p:nvSpPr>
          <p:spPr bwMode="auto">
            <a:xfrm>
              <a:off x="8062913" y="1785937"/>
              <a:ext cx="411163" cy="3082925"/>
            </a:xfrm>
            <a:custGeom>
              <a:avLst/>
              <a:gdLst>
                <a:gd name="T0" fmla="*/ 72 w 259"/>
                <a:gd name="T1" fmla="*/ 1482 h 1942"/>
                <a:gd name="T2" fmla="*/ 259 w 259"/>
                <a:gd name="T3" fmla="*/ 1512 h 1942"/>
                <a:gd name="T4" fmla="*/ 223 w 259"/>
                <a:gd name="T5" fmla="*/ 1482 h 1942"/>
                <a:gd name="T6" fmla="*/ 259 w 259"/>
                <a:gd name="T7" fmla="*/ 1452 h 1942"/>
                <a:gd name="T8" fmla="*/ 259 w 259"/>
                <a:gd name="T9" fmla="*/ 1363 h 1942"/>
                <a:gd name="T10" fmla="*/ 172 w 259"/>
                <a:gd name="T11" fmla="*/ 1363 h 1942"/>
                <a:gd name="T12" fmla="*/ 191 w 259"/>
                <a:gd name="T13" fmla="*/ 1320 h 1942"/>
                <a:gd name="T14" fmla="*/ 182 w 259"/>
                <a:gd name="T15" fmla="*/ 1216 h 1942"/>
                <a:gd name="T16" fmla="*/ 173 w 259"/>
                <a:gd name="T17" fmla="*/ 1213 h 1942"/>
                <a:gd name="T18" fmla="*/ 216 w 259"/>
                <a:gd name="T19" fmla="*/ 1194 h 1942"/>
                <a:gd name="T20" fmla="*/ 259 w 259"/>
                <a:gd name="T21" fmla="*/ 1151 h 1942"/>
                <a:gd name="T22" fmla="*/ 259 w 259"/>
                <a:gd name="T23" fmla="*/ 977 h 1942"/>
                <a:gd name="T24" fmla="*/ 257 w 259"/>
                <a:gd name="T25" fmla="*/ 933 h 1942"/>
                <a:gd name="T26" fmla="*/ 259 w 259"/>
                <a:gd name="T27" fmla="*/ 911 h 1942"/>
                <a:gd name="T28" fmla="*/ 253 w 259"/>
                <a:gd name="T29" fmla="*/ 886 h 1942"/>
                <a:gd name="T30" fmla="*/ 229 w 259"/>
                <a:gd name="T31" fmla="*/ 899 h 1942"/>
                <a:gd name="T32" fmla="*/ 236 w 259"/>
                <a:gd name="T33" fmla="*/ 910 h 1942"/>
                <a:gd name="T34" fmla="*/ 245 w 259"/>
                <a:gd name="T35" fmla="*/ 913 h 1942"/>
                <a:gd name="T36" fmla="*/ 203 w 259"/>
                <a:gd name="T37" fmla="*/ 933 h 1942"/>
                <a:gd name="T38" fmla="*/ 170 w 259"/>
                <a:gd name="T39" fmla="*/ 911 h 1942"/>
                <a:gd name="T40" fmla="*/ 225 w 259"/>
                <a:gd name="T41" fmla="*/ 766 h 1942"/>
                <a:gd name="T42" fmla="*/ 258 w 259"/>
                <a:gd name="T43" fmla="*/ 721 h 1942"/>
                <a:gd name="T44" fmla="*/ 174 w 259"/>
                <a:gd name="T45" fmla="*/ 721 h 1942"/>
                <a:gd name="T46" fmla="*/ 194 w 259"/>
                <a:gd name="T47" fmla="*/ 678 h 1942"/>
                <a:gd name="T48" fmla="*/ 188 w 259"/>
                <a:gd name="T49" fmla="*/ 573 h 1942"/>
                <a:gd name="T50" fmla="*/ 176 w 259"/>
                <a:gd name="T51" fmla="*/ 571 h 1942"/>
                <a:gd name="T52" fmla="*/ 223 w 259"/>
                <a:gd name="T53" fmla="*/ 550 h 1942"/>
                <a:gd name="T54" fmla="*/ 258 w 259"/>
                <a:gd name="T55" fmla="*/ 496 h 1942"/>
                <a:gd name="T56" fmla="*/ 222 w 259"/>
                <a:gd name="T57" fmla="*/ 465 h 1942"/>
                <a:gd name="T58" fmla="*/ 258 w 259"/>
                <a:gd name="T59" fmla="*/ 435 h 1942"/>
                <a:gd name="T60" fmla="*/ 255 w 259"/>
                <a:gd name="T61" fmla="*/ 381 h 1942"/>
                <a:gd name="T62" fmla="*/ 72 w 259"/>
                <a:gd name="T63" fmla="*/ 74 h 1942"/>
                <a:gd name="T64" fmla="*/ 259 w 259"/>
                <a:gd name="T65" fmla="*/ 0 h 1942"/>
                <a:gd name="T66" fmla="*/ 0 w 259"/>
                <a:gd name="T67" fmla="*/ 1942 h 1942"/>
                <a:gd name="T68" fmla="*/ 259 w 259"/>
                <a:gd name="T69" fmla="*/ 1872 h 1942"/>
                <a:gd name="T70" fmla="*/ 72 w 259"/>
                <a:gd name="T71" fmla="*/ 1872 h 1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9" h="1942">
                  <a:moveTo>
                    <a:pt x="72" y="1872"/>
                  </a:moveTo>
                  <a:cubicBezTo>
                    <a:pt x="72" y="1482"/>
                    <a:pt x="72" y="1482"/>
                    <a:pt x="72" y="1482"/>
                  </a:cubicBezTo>
                  <a:cubicBezTo>
                    <a:pt x="259" y="1565"/>
                    <a:pt x="259" y="1565"/>
                    <a:pt x="259" y="1565"/>
                  </a:cubicBezTo>
                  <a:cubicBezTo>
                    <a:pt x="259" y="1512"/>
                    <a:pt x="259" y="1512"/>
                    <a:pt x="259" y="1512"/>
                  </a:cubicBezTo>
                  <a:cubicBezTo>
                    <a:pt x="257" y="1513"/>
                    <a:pt x="255" y="1513"/>
                    <a:pt x="254" y="1513"/>
                  </a:cubicBezTo>
                  <a:cubicBezTo>
                    <a:pt x="237" y="1513"/>
                    <a:pt x="223" y="1499"/>
                    <a:pt x="223" y="1482"/>
                  </a:cubicBezTo>
                  <a:cubicBezTo>
                    <a:pt x="223" y="1465"/>
                    <a:pt x="237" y="1451"/>
                    <a:pt x="254" y="1451"/>
                  </a:cubicBezTo>
                  <a:cubicBezTo>
                    <a:pt x="255" y="1451"/>
                    <a:pt x="257" y="1452"/>
                    <a:pt x="259" y="1452"/>
                  </a:cubicBezTo>
                  <a:cubicBezTo>
                    <a:pt x="259" y="1361"/>
                    <a:pt x="259" y="1361"/>
                    <a:pt x="259" y="1361"/>
                  </a:cubicBezTo>
                  <a:cubicBezTo>
                    <a:pt x="259" y="1363"/>
                    <a:pt x="259" y="1363"/>
                    <a:pt x="259" y="1363"/>
                  </a:cubicBezTo>
                  <a:cubicBezTo>
                    <a:pt x="259" y="1363"/>
                    <a:pt x="226" y="1362"/>
                    <a:pt x="215" y="1362"/>
                  </a:cubicBezTo>
                  <a:cubicBezTo>
                    <a:pt x="199" y="1362"/>
                    <a:pt x="172" y="1363"/>
                    <a:pt x="172" y="1363"/>
                  </a:cubicBezTo>
                  <a:cubicBezTo>
                    <a:pt x="174" y="1341"/>
                    <a:pt x="174" y="1341"/>
                    <a:pt x="174" y="1341"/>
                  </a:cubicBezTo>
                  <a:cubicBezTo>
                    <a:pt x="188" y="1338"/>
                    <a:pt x="191" y="1334"/>
                    <a:pt x="191" y="1320"/>
                  </a:cubicBezTo>
                  <a:cubicBezTo>
                    <a:pt x="191" y="1229"/>
                    <a:pt x="191" y="1229"/>
                    <a:pt x="191" y="1229"/>
                  </a:cubicBezTo>
                  <a:cubicBezTo>
                    <a:pt x="191" y="1219"/>
                    <a:pt x="189" y="1216"/>
                    <a:pt x="182" y="1216"/>
                  </a:cubicBezTo>
                  <a:cubicBezTo>
                    <a:pt x="179" y="1216"/>
                    <a:pt x="175" y="1216"/>
                    <a:pt x="175" y="1216"/>
                  </a:cubicBezTo>
                  <a:cubicBezTo>
                    <a:pt x="173" y="1213"/>
                    <a:pt x="173" y="1213"/>
                    <a:pt x="173" y="1213"/>
                  </a:cubicBezTo>
                  <a:cubicBezTo>
                    <a:pt x="175" y="1193"/>
                    <a:pt x="175" y="1193"/>
                    <a:pt x="175" y="1193"/>
                  </a:cubicBezTo>
                  <a:cubicBezTo>
                    <a:pt x="175" y="1193"/>
                    <a:pt x="212" y="1194"/>
                    <a:pt x="216" y="1194"/>
                  </a:cubicBezTo>
                  <a:cubicBezTo>
                    <a:pt x="226" y="1194"/>
                    <a:pt x="250" y="1193"/>
                    <a:pt x="259" y="1192"/>
                  </a:cubicBezTo>
                  <a:cubicBezTo>
                    <a:pt x="259" y="1151"/>
                    <a:pt x="259" y="1151"/>
                    <a:pt x="259" y="1151"/>
                  </a:cubicBezTo>
                  <a:cubicBezTo>
                    <a:pt x="211" y="1150"/>
                    <a:pt x="183" y="1119"/>
                    <a:pt x="183" y="1067"/>
                  </a:cubicBezTo>
                  <a:cubicBezTo>
                    <a:pt x="183" y="1014"/>
                    <a:pt x="210" y="982"/>
                    <a:pt x="259" y="977"/>
                  </a:cubicBezTo>
                  <a:cubicBezTo>
                    <a:pt x="259" y="935"/>
                    <a:pt x="259" y="935"/>
                    <a:pt x="259" y="935"/>
                  </a:cubicBezTo>
                  <a:cubicBezTo>
                    <a:pt x="257" y="933"/>
                    <a:pt x="257" y="933"/>
                    <a:pt x="257" y="933"/>
                  </a:cubicBezTo>
                  <a:cubicBezTo>
                    <a:pt x="258" y="911"/>
                    <a:pt x="258" y="911"/>
                    <a:pt x="258" y="911"/>
                  </a:cubicBezTo>
                  <a:cubicBezTo>
                    <a:pt x="259" y="911"/>
                    <a:pt x="259" y="911"/>
                    <a:pt x="259" y="911"/>
                  </a:cubicBezTo>
                  <a:cubicBezTo>
                    <a:pt x="259" y="886"/>
                    <a:pt x="259" y="886"/>
                    <a:pt x="259" y="886"/>
                  </a:cubicBezTo>
                  <a:cubicBezTo>
                    <a:pt x="253" y="886"/>
                    <a:pt x="253" y="886"/>
                    <a:pt x="253" y="886"/>
                  </a:cubicBezTo>
                  <a:cubicBezTo>
                    <a:pt x="247" y="886"/>
                    <a:pt x="238" y="887"/>
                    <a:pt x="232" y="888"/>
                  </a:cubicBezTo>
                  <a:cubicBezTo>
                    <a:pt x="229" y="899"/>
                    <a:pt x="229" y="899"/>
                    <a:pt x="229" y="899"/>
                  </a:cubicBezTo>
                  <a:cubicBezTo>
                    <a:pt x="228" y="902"/>
                    <a:pt x="228" y="904"/>
                    <a:pt x="228" y="905"/>
                  </a:cubicBezTo>
                  <a:cubicBezTo>
                    <a:pt x="228" y="910"/>
                    <a:pt x="229" y="910"/>
                    <a:pt x="236" y="910"/>
                  </a:cubicBezTo>
                  <a:cubicBezTo>
                    <a:pt x="243" y="910"/>
                    <a:pt x="243" y="910"/>
                    <a:pt x="243" y="910"/>
                  </a:cubicBezTo>
                  <a:cubicBezTo>
                    <a:pt x="245" y="913"/>
                    <a:pt x="245" y="913"/>
                    <a:pt x="245" y="913"/>
                  </a:cubicBezTo>
                  <a:cubicBezTo>
                    <a:pt x="243" y="934"/>
                    <a:pt x="243" y="934"/>
                    <a:pt x="243" y="934"/>
                  </a:cubicBezTo>
                  <a:cubicBezTo>
                    <a:pt x="243" y="934"/>
                    <a:pt x="219" y="933"/>
                    <a:pt x="203" y="933"/>
                  </a:cubicBezTo>
                  <a:cubicBezTo>
                    <a:pt x="187" y="933"/>
                    <a:pt x="168" y="934"/>
                    <a:pt x="168" y="934"/>
                  </a:cubicBezTo>
                  <a:cubicBezTo>
                    <a:pt x="170" y="911"/>
                    <a:pt x="170" y="911"/>
                    <a:pt x="170" y="911"/>
                  </a:cubicBezTo>
                  <a:cubicBezTo>
                    <a:pt x="176" y="910"/>
                    <a:pt x="180" y="905"/>
                    <a:pt x="183" y="897"/>
                  </a:cubicBezTo>
                  <a:cubicBezTo>
                    <a:pt x="225" y="766"/>
                    <a:pt x="225" y="766"/>
                    <a:pt x="225" y="766"/>
                  </a:cubicBezTo>
                  <a:cubicBezTo>
                    <a:pt x="258" y="764"/>
                    <a:pt x="258" y="764"/>
                    <a:pt x="258" y="764"/>
                  </a:cubicBezTo>
                  <a:cubicBezTo>
                    <a:pt x="258" y="721"/>
                    <a:pt x="258" y="721"/>
                    <a:pt x="258" y="721"/>
                  </a:cubicBezTo>
                  <a:cubicBezTo>
                    <a:pt x="247" y="720"/>
                    <a:pt x="227" y="719"/>
                    <a:pt x="222" y="719"/>
                  </a:cubicBezTo>
                  <a:cubicBezTo>
                    <a:pt x="205" y="719"/>
                    <a:pt x="174" y="721"/>
                    <a:pt x="174" y="721"/>
                  </a:cubicBezTo>
                  <a:cubicBezTo>
                    <a:pt x="177" y="698"/>
                    <a:pt x="177" y="698"/>
                    <a:pt x="177" y="698"/>
                  </a:cubicBezTo>
                  <a:cubicBezTo>
                    <a:pt x="190" y="695"/>
                    <a:pt x="194" y="691"/>
                    <a:pt x="194" y="678"/>
                  </a:cubicBezTo>
                  <a:cubicBezTo>
                    <a:pt x="195" y="585"/>
                    <a:pt x="195" y="585"/>
                    <a:pt x="195" y="585"/>
                  </a:cubicBezTo>
                  <a:cubicBezTo>
                    <a:pt x="195" y="577"/>
                    <a:pt x="192" y="573"/>
                    <a:pt x="188" y="573"/>
                  </a:cubicBezTo>
                  <a:cubicBezTo>
                    <a:pt x="184" y="573"/>
                    <a:pt x="179" y="574"/>
                    <a:pt x="179" y="574"/>
                  </a:cubicBezTo>
                  <a:cubicBezTo>
                    <a:pt x="176" y="571"/>
                    <a:pt x="176" y="571"/>
                    <a:pt x="176" y="571"/>
                  </a:cubicBezTo>
                  <a:cubicBezTo>
                    <a:pt x="179" y="550"/>
                    <a:pt x="179" y="550"/>
                    <a:pt x="179" y="550"/>
                  </a:cubicBezTo>
                  <a:cubicBezTo>
                    <a:pt x="179" y="550"/>
                    <a:pt x="215" y="550"/>
                    <a:pt x="223" y="550"/>
                  </a:cubicBezTo>
                  <a:cubicBezTo>
                    <a:pt x="228" y="550"/>
                    <a:pt x="245" y="550"/>
                    <a:pt x="258" y="549"/>
                  </a:cubicBezTo>
                  <a:cubicBezTo>
                    <a:pt x="258" y="496"/>
                    <a:pt x="258" y="496"/>
                    <a:pt x="258" y="496"/>
                  </a:cubicBezTo>
                  <a:cubicBezTo>
                    <a:pt x="257" y="496"/>
                    <a:pt x="255" y="496"/>
                    <a:pt x="253" y="496"/>
                  </a:cubicBezTo>
                  <a:cubicBezTo>
                    <a:pt x="236" y="496"/>
                    <a:pt x="222" y="482"/>
                    <a:pt x="222" y="465"/>
                  </a:cubicBezTo>
                  <a:cubicBezTo>
                    <a:pt x="222" y="448"/>
                    <a:pt x="236" y="435"/>
                    <a:pt x="253" y="435"/>
                  </a:cubicBezTo>
                  <a:cubicBezTo>
                    <a:pt x="255" y="435"/>
                    <a:pt x="256" y="435"/>
                    <a:pt x="258" y="435"/>
                  </a:cubicBezTo>
                  <a:cubicBezTo>
                    <a:pt x="258" y="382"/>
                    <a:pt x="258" y="382"/>
                    <a:pt x="258" y="382"/>
                  </a:cubicBezTo>
                  <a:cubicBezTo>
                    <a:pt x="255" y="381"/>
                    <a:pt x="255" y="381"/>
                    <a:pt x="255" y="381"/>
                  </a:cubicBezTo>
                  <a:cubicBezTo>
                    <a:pt x="72" y="464"/>
                    <a:pt x="72" y="464"/>
                    <a:pt x="72" y="46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259" y="74"/>
                    <a:pt x="259" y="74"/>
                    <a:pt x="259" y="74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42"/>
                    <a:pt x="0" y="1942"/>
                    <a:pt x="0" y="1942"/>
                  </a:cubicBezTo>
                  <a:cubicBezTo>
                    <a:pt x="259" y="1942"/>
                    <a:pt x="259" y="1942"/>
                    <a:pt x="259" y="1942"/>
                  </a:cubicBezTo>
                  <a:cubicBezTo>
                    <a:pt x="259" y="1872"/>
                    <a:pt x="259" y="1872"/>
                    <a:pt x="259" y="1872"/>
                  </a:cubicBezTo>
                  <a:cubicBezTo>
                    <a:pt x="72" y="1872"/>
                    <a:pt x="72" y="1872"/>
                    <a:pt x="72" y="1872"/>
                  </a:cubicBezTo>
                  <a:close/>
                  <a:moveTo>
                    <a:pt x="72" y="1872"/>
                  </a:moveTo>
                  <a:cubicBezTo>
                    <a:pt x="72" y="1872"/>
                    <a:pt x="72" y="1872"/>
                    <a:pt x="72" y="18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83"/>
            <p:cNvSpPr>
              <a:spLocks noEditPoints="1"/>
            </p:cNvSpPr>
            <p:nvPr userDrawn="1"/>
          </p:nvSpPr>
          <p:spPr bwMode="auto">
            <a:xfrm>
              <a:off x="8443913" y="3067050"/>
              <a:ext cx="28575" cy="74613"/>
            </a:xfrm>
            <a:custGeom>
              <a:avLst/>
              <a:gdLst>
                <a:gd name="T0" fmla="*/ 18 w 18"/>
                <a:gd name="T1" fmla="*/ 0 h 47"/>
                <a:gd name="T2" fmla="*/ 12 w 18"/>
                <a:gd name="T3" fmla="*/ 0 h 47"/>
                <a:gd name="T4" fmla="*/ 0 w 18"/>
                <a:gd name="T5" fmla="*/ 47 h 47"/>
                <a:gd name="T6" fmla="*/ 18 w 18"/>
                <a:gd name="T7" fmla="*/ 47 h 47"/>
                <a:gd name="T8" fmla="*/ 18 w 18"/>
                <a:gd name="T9" fmla="*/ 0 h 47"/>
                <a:gd name="T10" fmla="*/ 18 w 18"/>
                <a:gd name="T11" fmla="*/ 0 h 47"/>
                <a:gd name="T12" fmla="*/ 18 w 18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47">
                  <a:moveTo>
                    <a:pt x="18" y="0"/>
                  </a:moveTo>
                  <a:lnTo>
                    <a:pt x="12" y="0"/>
                  </a:lnTo>
                  <a:lnTo>
                    <a:pt x="0" y="47"/>
                  </a:lnTo>
                  <a:lnTo>
                    <a:pt x="18" y="47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184"/>
            <p:cNvSpPr>
              <a:spLocks noEditPoints="1"/>
            </p:cNvSpPr>
            <p:nvPr userDrawn="1"/>
          </p:nvSpPr>
          <p:spPr bwMode="auto">
            <a:xfrm>
              <a:off x="8443913" y="3067050"/>
              <a:ext cx="28575" cy="74613"/>
            </a:xfrm>
            <a:custGeom>
              <a:avLst/>
              <a:gdLst>
                <a:gd name="T0" fmla="*/ 18 w 18"/>
                <a:gd name="T1" fmla="*/ 0 h 47"/>
                <a:gd name="T2" fmla="*/ 12 w 18"/>
                <a:gd name="T3" fmla="*/ 0 h 47"/>
                <a:gd name="T4" fmla="*/ 0 w 18"/>
                <a:gd name="T5" fmla="*/ 47 h 47"/>
                <a:gd name="T6" fmla="*/ 18 w 18"/>
                <a:gd name="T7" fmla="*/ 47 h 47"/>
                <a:gd name="T8" fmla="*/ 18 w 18"/>
                <a:gd name="T9" fmla="*/ 0 h 47"/>
                <a:gd name="T10" fmla="*/ 18 w 18"/>
                <a:gd name="T11" fmla="*/ 0 h 47"/>
                <a:gd name="T12" fmla="*/ 18 w 18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47">
                  <a:moveTo>
                    <a:pt x="18" y="0"/>
                  </a:moveTo>
                  <a:lnTo>
                    <a:pt x="12" y="0"/>
                  </a:lnTo>
                  <a:lnTo>
                    <a:pt x="0" y="47"/>
                  </a:lnTo>
                  <a:lnTo>
                    <a:pt x="18" y="47"/>
                  </a:lnTo>
                  <a:lnTo>
                    <a:pt x="18" y="0"/>
                  </a:lnTo>
                  <a:moveTo>
                    <a:pt x="18" y="0"/>
                  </a:move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85"/>
            <p:cNvSpPr>
              <a:spLocks noEditPoints="1"/>
            </p:cNvSpPr>
            <p:nvPr userDrawn="1"/>
          </p:nvSpPr>
          <p:spPr bwMode="auto">
            <a:xfrm>
              <a:off x="8470901" y="3230562"/>
              <a:ext cx="3175" cy="38100"/>
            </a:xfrm>
            <a:custGeom>
              <a:avLst/>
              <a:gdLst>
                <a:gd name="T0" fmla="*/ 1 w 2"/>
                <a:gd name="T1" fmla="*/ 0 h 24"/>
                <a:gd name="T2" fmla="*/ 0 w 2"/>
                <a:gd name="T3" fmla="*/ 22 h 24"/>
                <a:gd name="T4" fmla="*/ 2 w 2"/>
                <a:gd name="T5" fmla="*/ 24 h 24"/>
                <a:gd name="T6" fmla="*/ 1 w 2"/>
                <a:gd name="T7" fmla="*/ 0 h 24"/>
                <a:gd name="T8" fmla="*/ 1 w 2"/>
                <a:gd name="T9" fmla="*/ 0 h 24"/>
                <a:gd name="T10" fmla="*/ 1 w 2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4">
                  <a:moveTo>
                    <a:pt x="1" y="0"/>
                  </a:moveTo>
                  <a:lnTo>
                    <a:pt x="0" y="22"/>
                  </a:lnTo>
                  <a:lnTo>
                    <a:pt x="2" y="24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BC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186"/>
            <p:cNvSpPr>
              <a:spLocks noEditPoints="1"/>
            </p:cNvSpPr>
            <p:nvPr userDrawn="1"/>
          </p:nvSpPr>
          <p:spPr bwMode="auto">
            <a:xfrm>
              <a:off x="8470901" y="3230562"/>
              <a:ext cx="3175" cy="38100"/>
            </a:xfrm>
            <a:custGeom>
              <a:avLst/>
              <a:gdLst>
                <a:gd name="T0" fmla="*/ 1 w 2"/>
                <a:gd name="T1" fmla="*/ 0 h 24"/>
                <a:gd name="T2" fmla="*/ 0 w 2"/>
                <a:gd name="T3" fmla="*/ 22 h 24"/>
                <a:gd name="T4" fmla="*/ 2 w 2"/>
                <a:gd name="T5" fmla="*/ 24 h 24"/>
                <a:gd name="T6" fmla="*/ 1 w 2"/>
                <a:gd name="T7" fmla="*/ 0 h 24"/>
                <a:gd name="T8" fmla="*/ 1 w 2"/>
                <a:gd name="T9" fmla="*/ 0 h 24"/>
                <a:gd name="T10" fmla="*/ 1 w 2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4">
                  <a:moveTo>
                    <a:pt x="1" y="0"/>
                  </a:moveTo>
                  <a:lnTo>
                    <a:pt x="0" y="22"/>
                  </a:lnTo>
                  <a:lnTo>
                    <a:pt x="2" y="24"/>
                  </a:lnTo>
                  <a:lnTo>
                    <a:pt x="1" y="0"/>
                  </a:lnTo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87"/>
            <p:cNvSpPr>
              <a:spLocks noEditPoints="1"/>
            </p:cNvSpPr>
            <p:nvPr userDrawn="1"/>
          </p:nvSpPr>
          <p:spPr bwMode="auto">
            <a:xfrm>
              <a:off x="8416926" y="2474912"/>
              <a:ext cx="57150" cy="1385888"/>
            </a:xfrm>
            <a:custGeom>
              <a:avLst/>
              <a:gdLst>
                <a:gd name="T0" fmla="*/ 21 w 36"/>
                <a:gd name="T1" fmla="*/ 844 h 873"/>
                <a:gd name="T2" fmla="*/ 36 w 36"/>
                <a:gd name="T3" fmla="*/ 873 h 873"/>
                <a:gd name="T4" fmla="*/ 36 w 36"/>
                <a:gd name="T5" fmla="*/ 821 h 873"/>
                <a:gd name="T6" fmla="*/ 22 w 36"/>
                <a:gd name="T7" fmla="*/ 837 h 873"/>
                <a:gd name="T8" fmla="*/ 21 w 36"/>
                <a:gd name="T9" fmla="*/ 844 h 873"/>
                <a:gd name="T10" fmla="*/ 0 w 36"/>
                <a:gd name="T11" fmla="*/ 30 h 873"/>
                <a:gd name="T12" fmla="*/ 31 w 36"/>
                <a:gd name="T13" fmla="*/ 61 h 873"/>
                <a:gd name="T14" fmla="*/ 36 w 36"/>
                <a:gd name="T15" fmla="*/ 61 h 873"/>
                <a:gd name="T16" fmla="*/ 36 w 36"/>
                <a:gd name="T17" fmla="*/ 0 h 873"/>
                <a:gd name="T18" fmla="*/ 31 w 36"/>
                <a:gd name="T19" fmla="*/ 0 h 873"/>
                <a:gd name="T20" fmla="*/ 0 w 36"/>
                <a:gd name="T21" fmla="*/ 30 h 873"/>
                <a:gd name="T22" fmla="*/ 0 w 36"/>
                <a:gd name="T23" fmla="*/ 30 h 873"/>
                <a:gd name="T24" fmla="*/ 0 w 36"/>
                <a:gd name="T25" fmla="*/ 30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873">
                  <a:moveTo>
                    <a:pt x="21" y="844"/>
                  </a:moveTo>
                  <a:cubicBezTo>
                    <a:pt x="36" y="873"/>
                    <a:pt x="36" y="873"/>
                    <a:pt x="36" y="873"/>
                  </a:cubicBezTo>
                  <a:cubicBezTo>
                    <a:pt x="36" y="821"/>
                    <a:pt x="36" y="821"/>
                    <a:pt x="36" y="821"/>
                  </a:cubicBezTo>
                  <a:cubicBezTo>
                    <a:pt x="22" y="837"/>
                    <a:pt x="22" y="837"/>
                    <a:pt x="22" y="837"/>
                  </a:cubicBezTo>
                  <a:lnTo>
                    <a:pt x="21" y="844"/>
                  </a:lnTo>
                  <a:close/>
                  <a:moveTo>
                    <a:pt x="0" y="30"/>
                  </a:moveTo>
                  <a:cubicBezTo>
                    <a:pt x="0" y="47"/>
                    <a:pt x="14" y="61"/>
                    <a:pt x="31" y="61"/>
                  </a:cubicBezTo>
                  <a:cubicBezTo>
                    <a:pt x="32" y="61"/>
                    <a:pt x="34" y="61"/>
                    <a:pt x="36" y="61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4" y="0"/>
                    <a:pt x="32" y="0"/>
                    <a:pt x="31" y="0"/>
                  </a:cubicBezTo>
                  <a:cubicBezTo>
                    <a:pt x="14" y="0"/>
                    <a:pt x="0" y="13"/>
                    <a:pt x="0" y="30"/>
                  </a:cubicBezTo>
                  <a:close/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</a:path>
              </a:pathLst>
            </a:custGeom>
            <a:solidFill>
              <a:srgbClr val="85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Rectangle 188"/>
            <p:cNvSpPr>
              <a:spLocks noChangeArrowheads="1"/>
            </p:cNvSpPr>
            <p:nvPr userDrawn="1"/>
          </p:nvSpPr>
          <p:spPr bwMode="auto">
            <a:xfrm>
              <a:off x="8883651" y="1785937"/>
              <a:ext cx="1588" cy="3082925"/>
            </a:xfrm>
            <a:prstGeom prst="rect">
              <a:avLst/>
            </a:prstGeom>
            <a:solidFill>
              <a:srgbClr val="3F2B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89"/>
            <p:cNvSpPr>
              <a:spLocks noEditPoints="1"/>
            </p:cNvSpPr>
            <p:nvPr userDrawn="1"/>
          </p:nvSpPr>
          <p:spPr bwMode="auto">
            <a:xfrm>
              <a:off x="8474076" y="3070225"/>
              <a:ext cx="12700" cy="71438"/>
            </a:xfrm>
            <a:custGeom>
              <a:avLst/>
              <a:gdLst>
                <a:gd name="T0" fmla="*/ 0 w 8"/>
                <a:gd name="T1" fmla="*/ 0 h 45"/>
                <a:gd name="T2" fmla="*/ 0 w 8"/>
                <a:gd name="T3" fmla="*/ 45 h 45"/>
                <a:gd name="T4" fmla="*/ 8 w 8"/>
                <a:gd name="T5" fmla="*/ 44 h 45"/>
                <a:gd name="T6" fmla="*/ 0 w 8"/>
                <a:gd name="T7" fmla="*/ 0 h 45"/>
                <a:gd name="T8" fmla="*/ 0 w 8"/>
                <a:gd name="T9" fmla="*/ 0 h 45"/>
                <a:gd name="T10" fmla="*/ 0 w 8"/>
                <a:gd name="T1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45">
                  <a:moveTo>
                    <a:pt x="0" y="0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2" y="45"/>
                    <a:pt x="5" y="45"/>
                    <a:pt x="8" y="44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FE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190"/>
            <p:cNvSpPr>
              <a:spLocks noEditPoints="1"/>
            </p:cNvSpPr>
            <p:nvPr userDrawn="1"/>
          </p:nvSpPr>
          <p:spPr bwMode="auto">
            <a:xfrm>
              <a:off x="8474076" y="2817812"/>
              <a:ext cx="39688" cy="60325"/>
            </a:xfrm>
            <a:custGeom>
              <a:avLst/>
              <a:gdLst>
                <a:gd name="T0" fmla="*/ 25 w 25"/>
                <a:gd name="T1" fmla="*/ 19 h 38"/>
                <a:gd name="T2" fmla="*/ 8 w 25"/>
                <a:gd name="T3" fmla="*/ 0 h 38"/>
                <a:gd name="T4" fmla="*/ 0 w 25"/>
                <a:gd name="T5" fmla="*/ 0 h 38"/>
                <a:gd name="T6" fmla="*/ 0 w 25"/>
                <a:gd name="T7" fmla="*/ 37 h 38"/>
                <a:gd name="T8" fmla="*/ 6 w 25"/>
                <a:gd name="T9" fmla="*/ 38 h 38"/>
                <a:gd name="T10" fmla="*/ 25 w 25"/>
                <a:gd name="T11" fmla="*/ 19 h 38"/>
                <a:gd name="T12" fmla="*/ 25 w 25"/>
                <a:gd name="T13" fmla="*/ 19 h 38"/>
                <a:gd name="T14" fmla="*/ 25 w 25"/>
                <a:gd name="T15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38">
                  <a:moveTo>
                    <a:pt x="25" y="19"/>
                  </a:moveTo>
                  <a:cubicBezTo>
                    <a:pt x="25" y="10"/>
                    <a:pt x="19" y="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37"/>
                    <a:pt x="3" y="38"/>
                    <a:pt x="6" y="38"/>
                  </a:cubicBezTo>
                  <a:cubicBezTo>
                    <a:pt x="18" y="38"/>
                    <a:pt x="25" y="32"/>
                    <a:pt x="25" y="19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91"/>
            <p:cNvSpPr>
              <a:spLocks noEditPoints="1"/>
            </p:cNvSpPr>
            <p:nvPr userDrawn="1"/>
          </p:nvSpPr>
          <p:spPr bwMode="auto">
            <a:xfrm>
              <a:off x="8474076" y="1785937"/>
              <a:ext cx="411163" cy="3087688"/>
            </a:xfrm>
            <a:custGeom>
              <a:avLst/>
              <a:gdLst>
                <a:gd name="T0" fmla="*/ 0 w 259"/>
                <a:gd name="T1" fmla="*/ 74 h 1945"/>
                <a:gd name="T2" fmla="*/ 186 w 259"/>
                <a:gd name="T3" fmla="*/ 464 h 1945"/>
                <a:gd name="T4" fmla="*/ 0 w 259"/>
                <a:gd name="T5" fmla="*/ 434 h 1945"/>
                <a:gd name="T6" fmla="*/ 0 w 259"/>
                <a:gd name="T7" fmla="*/ 495 h 1945"/>
                <a:gd name="T8" fmla="*/ 14 w 259"/>
                <a:gd name="T9" fmla="*/ 547 h 1945"/>
                <a:gd name="T10" fmla="*/ 49 w 259"/>
                <a:gd name="T11" fmla="*/ 628 h 1945"/>
                <a:gd name="T12" fmla="*/ 6 w 259"/>
                <a:gd name="T13" fmla="*/ 721 h 1945"/>
                <a:gd name="T14" fmla="*/ 0 w 259"/>
                <a:gd name="T15" fmla="*/ 763 h 1945"/>
                <a:gd name="T16" fmla="*/ 39 w 259"/>
                <a:gd name="T17" fmla="*/ 764 h 1945"/>
                <a:gd name="T18" fmla="*/ 87 w 259"/>
                <a:gd name="T19" fmla="*/ 910 h 1945"/>
                <a:gd name="T20" fmla="*/ 87 w 259"/>
                <a:gd name="T21" fmla="*/ 933 h 1945"/>
                <a:gd name="T22" fmla="*/ 0 w 259"/>
                <a:gd name="T23" fmla="*/ 934 h 1945"/>
                <a:gd name="T24" fmla="*/ 16 w 259"/>
                <a:gd name="T25" fmla="*/ 976 h 1945"/>
                <a:gd name="T26" fmla="*/ 73 w 259"/>
                <a:gd name="T27" fmla="*/ 987 h 1945"/>
                <a:gd name="T28" fmla="*/ 26 w 259"/>
                <a:gd name="T29" fmla="*/ 1046 h 1945"/>
                <a:gd name="T30" fmla="*/ 8 w 259"/>
                <a:gd name="T31" fmla="*/ 1012 h 1945"/>
                <a:gd name="T32" fmla="*/ 0 w 259"/>
                <a:gd name="T33" fmla="*/ 1112 h 1945"/>
                <a:gd name="T34" fmla="*/ 30 w 259"/>
                <a:gd name="T35" fmla="*/ 1084 h 1945"/>
                <a:gd name="T36" fmla="*/ 67 w 259"/>
                <a:gd name="T37" fmla="*/ 1136 h 1945"/>
                <a:gd name="T38" fmla="*/ 2 w 259"/>
                <a:gd name="T39" fmla="*/ 1151 h 1945"/>
                <a:gd name="T40" fmla="*/ 0 w 259"/>
                <a:gd name="T41" fmla="*/ 1192 h 1945"/>
                <a:gd name="T42" fmla="*/ 1 w 259"/>
                <a:gd name="T43" fmla="*/ 1216 h 1945"/>
                <a:gd name="T44" fmla="*/ 0 w 259"/>
                <a:gd name="T45" fmla="*/ 1256 h 1945"/>
                <a:gd name="T46" fmla="*/ 22 w 259"/>
                <a:gd name="T47" fmla="*/ 1225 h 1945"/>
                <a:gd name="T48" fmla="*/ 10 w 259"/>
                <a:gd name="T49" fmla="*/ 1214 h 1945"/>
                <a:gd name="T50" fmla="*/ 50 w 259"/>
                <a:gd name="T51" fmla="*/ 1193 h 1945"/>
                <a:gd name="T52" fmla="*/ 89 w 259"/>
                <a:gd name="T53" fmla="*/ 1196 h 1945"/>
                <a:gd name="T54" fmla="*/ 49 w 259"/>
                <a:gd name="T55" fmla="*/ 1254 h 1945"/>
                <a:gd name="T56" fmla="*/ 62 w 259"/>
                <a:gd name="T57" fmla="*/ 1317 h 1945"/>
                <a:gd name="T58" fmla="*/ 91 w 259"/>
                <a:gd name="T59" fmla="*/ 1345 h 1945"/>
                <a:gd name="T60" fmla="*/ 48 w 259"/>
                <a:gd name="T61" fmla="*/ 1367 h 1945"/>
                <a:gd name="T62" fmla="*/ 1 w 259"/>
                <a:gd name="T63" fmla="*/ 1309 h 1945"/>
                <a:gd name="T64" fmla="*/ 3 w 259"/>
                <a:gd name="T65" fmla="*/ 1342 h 1945"/>
                <a:gd name="T66" fmla="*/ 1 w 259"/>
                <a:gd name="T67" fmla="*/ 1453 h 1945"/>
                <a:gd name="T68" fmla="*/ 1 w 259"/>
                <a:gd name="T69" fmla="*/ 1514 h 1945"/>
                <a:gd name="T70" fmla="*/ 3 w 259"/>
                <a:gd name="T71" fmla="*/ 1568 h 1945"/>
                <a:gd name="T72" fmla="*/ 187 w 259"/>
                <a:gd name="T73" fmla="*/ 1874 h 1945"/>
                <a:gd name="T74" fmla="*/ 1 w 259"/>
                <a:gd name="T75" fmla="*/ 1945 h 1945"/>
                <a:gd name="T76" fmla="*/ 259 w 259"/>
                <a:gd name="T77" fmla="*/ 0 h 1945"/>
                <a:gd name="T78" fmla="*/ 0 w 259"/>
                <a:gd name="T79" fmla="*/ 0 h 1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9" h="1945">
                  <a:moveTo>
                    <a:pt x="0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186" y="74"/>
                    <a:pt x="186" y="74"/>
                    <a:pt x="186" y="74"/>
                  </a:cubicBezTo>
                  <a:cubicBezTo>
                    <a:pt x="186" y="464"/>
                    <a:pt x="186" y="464"/>
                    <a:pt x="186" y="464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14" y="437"/>
                    <a:pt x="26" y="449"/>
                    <a:pt x="26" y="464"/>
                  </a:cubicBezTo>
                  <a:cubicBezTo>
                    <a:pt x="26" y="480"/>
                    <a:pt x="14" y="492"/>
                    <a:pt x="0" y="495"/>
                  </a:cubicBezTo>
                  <a:cubicBezTo>
                    <a:pt x="0" y="548"/>
                    <a:pt x="0" y="548"/>
                    <a:pt x="0" y="548"/>
                  </a:cubicBezTo>
                  <a:cubicBezTo>
                    <a:pt x="8" y="547"/>
                    <a:pt x="14" y="547"/>
                    <a:pt x="14" y="547"/>
                  </a:cubicBezTo>
                  <a:cubicBezTo>
                    <a:pt x="53" y="547"/>
                    <a:pt x="74" y="562"/>
                    <a:pt x="74" y="589"/>
                  </a:cubicBezTo>
                  <a:cubicBezTo>
                    <a:pt x="74" y="608"/>
                    <a:pt x="62" y="620"/>
                    <a:pt x="49" y="628"/>
                  </a:cubicBezTo>
                  <a:cubicBezTo>
                    <a:pt x="64" y="634"/>
                    <a:pt x="81" y="643"/>
                    <a:pt x="81" y="666"/>
                  </a:cubicBezTo>
                  <a:cubicBezTo>
                    <a:pt x="81" y="703"/>
                    <a:pt x="56" y="721"/>
                    <a:pt x="6" y="721"/>
                  </a:cubicBezTo>
                  <a:cubicBezTo>
                    <a:pt x="5" y="721"/>
                    <a:pt x="2" y="720"/>
                    <a:pt x="0" y="720"/>
                  </a:cubicBezTo>
                  <a:cubicBezTo>
                    <a:pt x="0" y="763"/>
                    <a:pt x="0" y="763"/>
                    <a:pt x="0" y="763"/>
                  </a:cubicBezTo>
                  <a:cubicBezTo>
                    <a:pt x="35" y="761"/>
                    <a:pt x="35" y="761"/>
                    <a:pt x="35" y="761"/>
                  </a:cubicBezTo>
                  <a:cubicBezTo>
                    <a:pt x="39" y="764"/>
                    <a:pt x="39" y="764"/>
                    <a:pt x="39" y="764"/>
                  </a:cubicBezTo>
                  <a:cubicBezTo>
                    <a:pt x="39" y="764"/>
                    <a:pt x="64" y="864"/>
                    <a:pt x="72" y="893"/>
                  </a:cubicBezTo>
                  <a:cubicBezTo>
                    <a:pt x="75" y="905"/>
                    <a:pt x="79" y="909"/>
                    <a:pt x="87" y="910"/>
                  </a:cubicBezTo>
                  <a:cubicBezTo>
                    <a:pt x="89" y="913"/>
                    <a:pt x="89" y="913"/>
                    <a:pt x="89" y="913"/>
                  </a:cubicBezTo>
                  <a:cubicBezTo>
                    <a:pt x="87" y="933"/>
                    <a:pt x="87" y="933"/>
                    <a:pt x="87" y="933"/>
                  </a:cubicBezTo>
                  <a:cubicBezTo>
                    <a:pt x="87" y="933"/>
                    <a:pt x="64" y="933"/>
                    <a:pt x="50" y="933"/>
                  </a:cubicBezTo>
                  <a:cubicBezTo>
                    <a:pt x="25" y="933"/>
                    <a:pt x="0" y="934"/>
                    <a:pt x="0" y="934"/>
                  </a:cubicBezTo>
                  <a:cubicBezTo>
                    <a:pt x="0" y="976"/>
                    <a:pt x="0" y="976"/>
                    <a:pt x="0" y="976"/>
                  </a:cubicBezTo>
                  <a:cubicBezTo>
                    <a:pt x="5" y="976"/>
                    <a:pt x="11" y="976"/>
                    <a:pt x="16" y="976"/>
                  </a:cubicBezTo>
                  <a:cubicBezTo>
                    <a:pt x="39" y="976"/>
                    <a:pt x="71" y="982"/>
                    <a:pt x="71" y="982"/>
                  </a:cubicBezTo>
                  <a:cubicBezTo>
                    <a:pt x="73" y="987"/>
                    <a:pt x="73" y="987"/>
                    <a:pt x="73" y="987"/>
                  </a:cubicBezTo>
                  <a:cubicBezTo>
                    <a:pt x="73" y="987"/>
                    <a:pt x="68" y="1011"/>
                    <a:pt x="66" y="1043"/>
                  </a:cubicBezTo>
                  <a:cubicBezTo>
                    <a:pt x="26" y="1046"/>
                    <a:pt x="26" y="1046"/>
                    <a:pt x="26" y="1046"/>
                  </a:cubicBezTo>
                  <a:cubicBezTo>
                    <a:pt x="26" y="1046"/>
                    <a:pt x="26" y="1039"/>
                    <a:pt x="26" y="1031"/>
                  </a:cubicBezTo>
                  <a:cubicBezTo>
                    <a:pt x="26" y="1017"/>
                    <a:pt x="21" y="1012"/>
                    <a:pt x="8" y="1012"/>
                  </a:cubicBezTo>
                  <a:cubicBezTo>
                    <a:pt x="5" y="1012"/>
                    <a:pt x="2" y="1012"/>
                    <a:pt x="0" y="1013"/>
                  </a:cubicBezTo>
                  <a:cubicBezTo>
                    <a:pt x="0" y="1112"/>
                    <a:pt x="0" y="1112"/>
                    <a:pt x="0" y="1112"/>
                  </a:cubicBezTo>
                  <a:cubicBezTo>
                    <a:pt x="3" y="1113"/>
                    <a:pt x="6" y="1114"/>
                    <a:pt x="10" y="1114"/>
                  </a:cubicBezTo>
                  <a:cubicBezTo>
                    <a:pt x="23" y="1114"/>
                    <a:pt x="28" y="1106"/>
                    <a:pt x="30" y="1084"/>
                  </a:cubicBezTo>
                  <a:cubicBezTo>
                    <a:pt x="70" y="1081"/>
                    <a:pt x="70" y="1081"/>
                    <a:pt x="70" y="1081"/>
                  </a:cubicBezTo>
                  <a:cubicBezTo>
                    <a:pt x="70" y="1081"/>
                    <a:pt x="67" y="1112"/>
                    <a:pt x="67" y="1136"/>
                  </a:cubicBezTo>
                  <a:cubicBezTo>
                    <a:pt x="64" y="1140"/>
                    <a:pt x="64" y="1140"/>
                    <a:pt x="64" y="1140"/>
                  </a:cubicBezTo>
                  <a:cubicBezTo>
                    <a:pt x="64" y="1140"/>
                    <a:pt x="35" y="1151"/>
                    <a:pt x="2" y="1151"/>
                  </a:cubicBezTo>
                  <a:cubicBezTo>
                    <a:pt x="0" y="1151"/>
                    <a:pt x="0" y="1151"/>
                    <a:pt x="0" y="1151"/>
                  </a:cubicBezTo>
                  <a:cubicBezTo>
                    <a:pt x="0" y="1192"/>
                    <a:pt x="0" y="1192"/>
                    <a:pt x="0" y="1192"/>
                  </a:cubicBezTo>
                  <a:cubicBezTo>
                    <a:pt x="3" y="1192"/>
                    <a:pt x="3" y="1192"/>
                    <a:pt x="3" y="1192"/>
                  </a:cubicBezTo>
                  <a:cubicBezTo>
                    <a:pt x="1" y="1216"/>
                    <a:pt x="1" y="1216"/>
                    <a:pt x="1" y="1216"/>
                  </a:cubicBezTo>
                  <a:cubicBezTo>
                    <a:pt x="0" y="1216"/>
                    <a:pt x="0" y="1216"/>
                    <a:pt x="0" y="1216"/>
                  </a:cubicBezTo>
                  <a:cubicBezTo>
                    <a:pt x="0" y="1256"/>
                    <a:pt x="0" y="1256"/>
                    <a:pt x="0" y="1256"/>
                  </a:cubicBezTo>
                  <a:cubicBezTo>
                    <a:pt x="16" y="1237"/>
                    <a:pt x="16" y="1237"/>
                    <a:pt x="16" y="1237"/>
                  </a:cubicBezTo>
                  <a:cubicBezTo>
                    <a:pt x="19" y="1233"/>
                    <a:pt x="22" y="1228"/>
                    <a:pt x="22" y="1225"/>
                  </a:cubicBezTo>
                  <a:cubicBezTo>
                    <a:pt x="22" y="1219"/>
                    <a:pt x="19" y="1217"/>
                    <a:pt x="11" y="1216"/>
                  </a:cubicBezTo>
                  <a:cubicBezTo>
                    <a:pt x="10" y="1214"/>
                    <a:pt x="10" y="1214"/>
                    <a:pt x="10" y="1214"/>
                  </a:cubicBezTo>
                  <a:cubicBezTo>
                    <a:pt x="12" y="1192"/>
                    <a:pt x="12" y="1192"/>
                    <a:pt x="12" y="1192"/>
                  </a:cubicBezTo>
                  <a:cubicBezTo>
                    <a:pt x="12" y="1192"/>
                    <a:pt x="37" y="1193"/>
                    <a:pt x="50" y="1193"/>
                  </a:cubicBezTo>
                  <a:cubicBezTo>
                    <a:pt x="59" y="1193"/>
                    <a:pt x="87" y="1192"/>
                    <a:pt x="87" y="1192"/>
                  </a:cubicBezTo>
                  <a:cubicBezTo>
                    <a:pt x="89" y="1196"/>
                    <a:pt x="89" y="1196"/>
                    <a:pt x="89" y="1196"/>
                  </a:cubicBezTo>
                  <a:cubicBezTo>
                    <a:pt x="87" y="1216"/>
                    <a:pt x="87" y="1216"/>
                    <a:pt x="87" y="1216"/>
                  </a:cubicBezTo>
                  <a:cubicBezTo>
                    <a:pt x="74" y="1223"/>
                    <a:pt x="62" y="1235"/>
                    <a:pt x="49" y="1254"/>
                  </a:cubicBezTo>
                  <a:cubicBezTo>
                    <a:pt x="38" y="1270"/>
                    <a:pt x="38" y="1270"/>
                    <a:pt x="38" y="1270"/>
                  </a:cubicBezTo>
                  <a:cubicBezTo>
                    <a:pt x="62" y="1317"/>
                    <a:pt x="62" y="1317"/>
                    <a:pt x="62" y="1317"/>
                  </a:cubicBezTo>
                  <a:cubicBezTo>
                    <a:pt x="70" y="1332"/>
                    <a:pt x="77" y="1339"/>
                    <a:pt x="88" y="1341"/>
                  </a:cubicBezTo>
                  <a:cubicBezTo>
                    <a:pt x="91" y="1345"/>
                    <a:pt x="91" y="1345"/>
                    <a:pt x="91" y="1345"/>
                  </a:cubicBezTo>
                  <a:cubicBezTo>
                    <a:pt x="88" y="1364"/>
                    <a:pt x="88" y="1364"/>
                    <a:pt x="88" y="1364"/>
                  </a:cubicBezTo>
                  <a:cubicBezTo>
                    <a:pt x="88" y="1364"/>
                    <a:pt x="55" y="1367"/>
                    <a:pt x="48" y="1367"/>
                  </a:cubicBezTo>
                  <a:cubicBezTo>
                    <a:pt x="34" y="1367"/>
                    <a:pt x="28" y="1362"/>
                    <a:pt x="19" y="1346"/>
                  </a:cubicBezTo>
                  <a:cubicBezTo>
                    <a:pt x="1" y="1309"/>
                    <a:pt x="1" y="1309"/>
                    <a:pt x="1" y="1309"/>
                  </a:cubicBezTo>
                  <a:cubicBezTo>
                    <a:pt x="1" y="1339"/>
                    <a:pt x="1" y="1339"/>
                    <a:pt x="1" y="1339"/>
                  </a:cubicBezTo>
                  <a:cubicBezTo>
                    <a:pt x="3" y="1342"/>
                    <a:pt x="3" y="1342"/>
                    <a:pt x="3" y="1342"/>
                  </a:cubicBezTo>
                  <a:cubicBezTo>
                    <a:pt x="1" y="1362"/>
                    <a:pt x="1" y="1362"/>
                    <a:pt x="1" y="1362"/>
                  </a:cubicBezTo>
                  <a:cubicBezTo>
                    <a:pt x="1" y="1453"/>
                    <a:pt x="1" y="1453"/>
                    <a:pt x="1" y="1453"/>
                  </a:cubicBezTo>
                  <a:cubicBezTo>
                    <a:pt x="15" y="1456"/>
                    <a:pt x="27" y="1468"/>
                    <a:pt x="27" y="1483"/>
                  </a:cubicBezTo>
                  <a:cubicBezTo>
                    <a:pt x="27" y="1499"/>
                    <a:pt x="15" y="1511"/>
                    <a:pt x="1" y="1514"/>
                  </a:cubicBezTo>
                  <a:cubicBezTo>
                    <a:pt x="1" y="1567"/>
                    <a:pt x="1" y="1567"/>
                    <a:pt x="1" y="1567"/>
                  </a:cubicBezTo>
                  <a:cubicBezTo>
                    <a:pt x="3" y="1568"/>
                    <a:pt x="3" y="1568"/>
                    <a:pt x="3" y="1568"/>
                  </a:cubicBezTo>
                  <a:cubicBezTo>
                    <a:pt x="187" y="1484"/>
                    <a:pt x="187" y="1484"/>
                    <a:pt x="187" y="1484"/>
                  </a:cubicBezTo>
                  <a:cubicBezTo>
                    <a:pt x="187" y="1874"/>
                    <a:pt x="187" y="1874"/>
                    <a:pt x="187" y="1874"/>
                  </a:cubicBezTo>
                  <a:cubicBezTo>
                    <a:pt x="1" y="1874"/>
                    <a:pt x="1" y="1874"/>
                    <a:pt x="1" y="1874"/>
                  </a:cubicBezTo>
                  <a:cubicBezTo>
                    <a:pt x="1" y="1945"/>
                    <a:pt x="1" y="1945"/>
                    <a:pt x="1" y="1945"/>
                  </a:cubicBezTo>
                  <a:cubicBezTo>
                    <a:pt x="259" y="1945"/>
                    <a:pt x="259" y="1945"/>
                    <a:pt x="259" y="1945"/>
                  </a:cubicBezTo>
                  <a:cubicBezTo>
                    <a:pt x="259" y="0"/>
                    <a:pt x="259" y="0"/>
                    <a:pt x="259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192"/>
            <p:cNvSpPr>
              <a:spLocks noEditPoints="1"/>
            </p:cNvSpPr>
            <p:nvPr userDrawn="1"/>
          </p:nvSpPr>
          <p:spPr bwMode="auto">
            <a:xfrm>
              <a:off x="8474076" y="3192462"/>
              <a:ext cx="25400" cy="38100"/>
            </a:xfrm>
            <a:custGeom>
              <a:avLst/>
              <a:gdLst>
                <a:gd name="T0" fmla="*/ 16 w 16"/>
                <a:gd name="T1" fmla="*/ 15 h 24"/>
                <a:gd name="T2" fmla="*/ 16 w 16"/>
                <a:gd name="T3" fmla="*/ 10 h 24"/>
                <a:gd name="T4" fmla="*/ 14 w 16"/>
                <a:gd name="T5" fmla="*/ 0 h 24"/>
                <a:gd name="T6" fmla="*/ 0 w 16"/>
                <a:gd name="T7" fmla="*/ 0 h 24"/>
                <a:gd name="T8" fmla="*/ 0 w 16"/>
                <a:gd name="T9" fmla="*/ 24 h 24"/>
                <a:gd name="T10" fmla="*/ 16 w 16"/>
                <a:gd name="T11" fmla="*/ 15 h 24"/>
                <a:gd name="T12" fmla="*/ 16 w 16"/>
                <a:gd name="T13" fmla="*/ 15 h 24"/>
                <a:gd name="T14" fmla="*/ 16 w 16"/>
                <a:gd name="T15" fmla="*/ 1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24">
                  <a:moveTo>
                    <a:pt x="16" y="15"/>
                  </a:moveTo>
                  <a:cubicBezTo>
                    <a:pt x="16" y="14"/>
                    <a:pt x="16" y="12"/>
                    <a:pt x="16" y="1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0"/>
                    <a:pt x="4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5" y="22"/>
                    <a:pt x="16" y="21"/>
                    <a:pt x="16" y="15"/>
                  </a:cubicBezTo>
                  <a:close/>
                  <a:moveTo>
                    <a:pt x="16" y="15"/>
                  </a:moveTo>
                  <a:cubicBezTo>
                    <a:pt x="16" y="15"/>
                    <a:pt x="16" y="15"/>
                    <a:pt x="16" y="15"/>
                  </a:cubicBezTo>
                </a:path>
              </a:pathLst>
            </a:custGeom>
            <a:solidFill>
              <a:srgbClr val="EFE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93"/>
            <p:cNvSpPr>
              <a:spLocks noEditPoints="1"/>
            </p:cNvSpPr>
            <p:nvPr userDrawn="1"/>
          </p:nvSpPr>
          <p:spPr bwMode="auto">
            <a:xfrm>
              <a:off x="8472488" y="2706687"/>
              <a:ext cx="33338" cy="61913"/>
            </a:xfrm>
            <a:custGeom>
              <a:avLst/>
              <a:gdLst>
                <a:gd name="T0" fmla="*/ 21 w 21"/>
                <a:gd name="T1" fmla="*/ 18 h 39"/>
                <a:gd name="T2" fmla="*/ 0 w 21"/>
                <a:gd name="T3" fmla="*/ 0 h 39"/>
                <a:gd name="T4" fmla="*/ 0 w 21"/>
                <a:gd name="T5" fmla="*/ 38 h 39"/>
                <a:gd name="T6" fmla="*/ 10 w 21"/>
                <a:gd name="T7" fmla="*/ 39 h 39"/>
                <a:gd name="T8" fmla="*/ 21 w 21"/>
                <a:gd name="T9" fmla="*/ 18 h 39"/>
                <a:gd name="T10" fmla="*/ 21 w 21"/>
                <a:gd name="T11" fmla="*/ 18 h 39"/>
                <a:gd name="T12" fmla="*/ 21 w 21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9">
                  <a:moveTo>
                    <a:pt x="21" y="18"/>
                  </a:moveTo>
                  <a:cubicBezTo>
                    <a:pt x="21" y="7"/>
                    <a:pt x="14" y="1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4" y="39"/>
                    <a:pt x="7" y="39"/>
                    <a:pt x="10" y="39"/>
                  </a:cubicBezTo>
                  <a:cubicBezTo>
                    <a:pt x="10" y="39"/>
                    <a:pt x="21" y="32"/>
                    <a:pt x="21" y="18"/>
                  </a:cubicBezTo>
                  <a:close/>
                  <a:moveTo>
                    <a:pt x="21" y="18"/>
                  </a:moveTo>
                  <a:cubicBezTo>
                    <a:pt x="21" y="18"/>
                    <a:pt x="21" y="18"/>
                    <a:pt x="21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194"/>
            <p:cNvSpPr>
              <a:spLocks noEditPoints="1"/>
            </p:cNvSpPr>
            <p:nvPr userDrawn="1"/>
          </p:nvSpPr>
          <p:spPr bwMode="auto">
            <a:xfrm>
              <a:off x="8329613" y="2654300"/>
              <a:ext cx="285750" cy="1298575"/>
            </a:xfrm>
            <a:custGeom>
              <a:avLst/>
              <a:gdLst>
                <a:gd name="T0" fmla="*/ 105 w 180"/>
                <a:gd name="T1" fmla="*/ 0 h 818"/>
                <a:gd name="T2" fmla="*/ 11 w 180"/>
                <a:gd name="T3" fmla="*/ 2 h 818"/>
                <a:gd name="T4" fmla="*/ 20 w 180"/>
                <a:gd name="T5" fmla="*/ 26 h 818"/>
                <a:gd name="T6" fmla="*/ 9 w 180"/>
                <a:gd name="T7" fmla="*/ 150 h 818"/>
                <a:gd name="T8" fmla="*/ 90 w 180"/>
                <a:gd name="T9" fmla="*/ 173 h 818"/>
                <a:gd name="T10" fmla="*/ 139 w 180"/>
                <a:gd name="T11" fmla="*/ 81 h 818"/>
                <a:gd name="T12" fmla="*/ 91 w 180"/>
                <a:gd name="T13" fmla="*/ 33 h 818"/>
                <a:gd name="T14" fmla="*/ 91 w 180"/>
                <a:gd name="T15" fmla="*/ 71 h 818"/>
                <a:gd name="T16" fmla="*/ 96 w 180"/>
                <a:gd name="T17" fmla="*/ 141 h 818"/>
                <a:gd name="T18" fmla="*/ 78 w 180"/>
                <a:gd name="T19" fmla="*/ 103 h 818"/>
                <a:gd name="T20" fmla="*/ 96 w 180"/>
                <a:gd name="T21" fmla="*/ 141 h 818"/>
                <a:gd name="T22" fmla="*/ 130 w 180"/>
                <a:gd name="T23" fmla="*/ 216 h 818"/>
                <a:gd name="T24" fmla="*/ 57 w 180"/>
                <a:gd name="T25" fmla="*/ 217 h 818"/>
                <a:gd name="T26" fmla="*/ 0 w 180"/>
                <a:gd name="T27" fmla="*/ 386 h 818"/>
                <a:gd name="T28" fmla="*/ 77 w 180"/>
                <a:gd name="T29" fmla="*/ 364 h 818"/>
                <a:gd name="T30" fmla="*/ 60 w 180"/>
                <a:gd name="T31" fmla="*/ 357 h 818"/>
                <a:gd name="T32" fmla="*/ 85 w 180"/>
                <a:gd name="T33" fmla="*/ 338 h 818"/>
                <a:gd name="T34" fmla="*/ 106 w 180"/>
                <a:gd name="T35" fmla="*/ 348 h 818"/>
                <a:gd name="T36" fmla="*/ 90 w 180"/>
                <a:gd name="T37" fmla="*/ 386 h 818"/>
                <a:gd name="T38" fmla="*/ 179 w 180"/>
                <a:gd name="T39" fmla="*/ 364 h 818"/>
                <a:gd name="T40" fmla="*/ 72 w 180"/>
                <a:gd name="T41" fmla="*/ 307 h 818"/>
                <a:gd name="T42" fmla="*/ 91 w 180"/>
                <a:gd name="T43" fmla="*/ 262 h 818"/>
                <a:gd name="T44" fmla="*/ 92 w 180"/>
                <a:gd name="T45" fmla="*/ 793 h 818"/>
                <a:gd name="T46" fmla="*/ 92 w 180"/>
                <a:gd name="T47" fmla="*/ 793 h 818"/>
                <a:gd name="T48" fmla="*/ 91 w 180"/>
                <a:gd name="T49" fmla="*/ 644 h 818"/>
                <a:gd name="T50" fmla="*/ 74 w 180"/>
                <a:gd name="T51" fmla="*/ 773 h 818"/>
                <a:gd name="T52" fmla="*/ 90 w 180"/>
                <a:gd name="T53" fmla="*/ 644 h 818"/>
                <a:gd name="T54" fmla="*/ 4 w 180"/>
                <a:gd name="T55" fmla="*/ 665 h 818"/>
                <a:gd name="T56" fmla="*/ 22 w 180"/>
                <a:gd name="T57" fmla="*/ 681 h 818"/>
                <a:gd name="T58" fmla="*/ 3 w 180"/>
                <a:gd name="T59" fmla="*/ 815 h 818"/>
                <a:gd name="T60" fmla="*/ 90 w 180"/>
                <a:gd name="T61" fmla="*/ 790 h 818"/>
                <a:gd name="T62" fmla="*/ 91 w 180"/>
                <a:gd name="T63" fmla="*/ 603 h 818"/>
                <a:gd name="T64" fmla="*/ 157 w 180"/>
                <a:gd name="T65" fmla="*/ 588 h 818"/>
                <a:gd name="T66" fmla="*/ 100 w 180"/>
                <a:gd name="T67" fmla="*/ 566 h 818"/>
                <a:gd name="T68" fmla="*/ 90 w 180"/>
                <a:gd name="T69" fmla="*/ 465 h 818"/>
                <a:gd name="T70" fmla="*/ 116 w 180"/>
                <a:gd name="T71" fmla="*/ 498 h 818"/>
                <a:gd name="T72" fmla="*/ 161 w 180"/>
                <a:gd name="T73" fmla="*/ 435 h 818"/>
                <a:gd name="T74" fmla="*/ 15 w 180"/>
                <a:gd name="T75" fmla="*/ 518 h 818"/>
                <a:gd name="T76" fmla="*/ 152 w 180"/>
                <a:gd name="T77" fmla="*/ 769 h 818"/>
                <a:gd name="T78" fmla="*/ 177 w 180"/>
                <a:gd name="T79" fmla="*/ 667 h 818"/>
                <a:gd name="T80" fmla="*/ 140 w 180"/>
                <a:gd name="T81" fmla="*/ 645 h 818"/>
                <a:gd name="T82" fmla="*/ 101 w 180"/>
                <a:gd name="T83" fmla="*/ 668 h 818"/>
                <a:gd name="T84" fmla="*/ 90 w 180"/>
                <a:gd name="T85" fmla="*/ 707 h 818"/>
                <a:gd name="T86" fmla="*/ 138 w 180"/>
                <a:gd name="T87" fmla="*/ 818 h 818"/>
                <a:gd name="T88" fmla="*/ 178 w 180"/>
                <a:gd name="T89" fmla="*/ 792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80" h="818">
                  <a:moveTo>
                    <a:pt x="139" y="81"/>
                  </a:moveTo>
                  <a:cubicBezTo>
                    <a:pt x="152" y="73"/>
                    <a:pt x="164" y="61"/>
                    <a:pt x="164" y="42"/>
                  </a:cubicBezTo>
                  <a:cubicBezTo>
                    <a:pt x="164" y="15"/>
                    <a:pt x="144" y="0"/>
                    <a:pt x="105" y="0"/>
                  </a:cubicBezTo>
                  <a:cubicBezTo>
                    <a:pt x="105" y="0"/>
                    <a:pt x="98" y="1"/>
                    <a:pt x="90" y="1"/>
                  </a:cubicBezTo>
                  <a:cubicBezTo>
                    <a:pt x="77" y="1"/>
                    <a:pt x="60" y="2"/>
                    <a:pt x="55" y="2"/>
                  </a:cubicBezTo>
                  <a:cubicBezTo>
                    <a:pt x="47" y="2"/>
                    <a:pt x="11" y="2"/>
                    <a:pt x="11" y="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7" y="26"/>
                    <a:pt x="20" y="26"/>
                  </a:cubicBezTo>
                  <a:cubicBezTo>
                    <a:pt x="24" y="26"/>
                    <a:pt x="27" y="30"/>
                    <a:pt x="27" y="37"/>
                  </a:cubicBezTo>
                  <a:cubicBezTo>
                    <a:pt x="26" y="130"/>
                    <a:pt x="26" y="130"/>
                    <a:pt x="26" y="130"/>
                  </a:cubicBezTo>
                  <a:cubicBezTo>
                    <a:pt x="26" y="143"/>
                    <a:pt x="22" y="147"/>
                    <a:pt x="9" y="150"/>
                  </a:cubicBezTo>
                  <a:cubicBezTo>
                    <a:pt x="6" y="173"/>
                    <a:pt x="6" y="173"/>
                    <a:pt x="6" y="173"/>
                  </a:cubicBezTo>
                  <a:cubicBezTo>
                    <a:pt x="6" y="173"/>
                    <a:pt x="37" y="171"/>
                    <a:pt x="54" y="171"/>
                  </a:cubicBezTo>
                  <a:cubicBezTo>
                    <a:pt x="59" y="171"/>
                    <a:pt x="79" y="173"/>
                    <a:pt x="90" y="173"/>
                  </a:cubicBezTo>
                  <a:cubicBezTo>
                    <a:pt x="93" y="174"/>
                    <a:pt x="95" y="174"/>
                    <a:pt x="97" y="174"/>
                  </a:cubicBezTo>
                  <a:cubicBezTo>
                    <a:pt x="147" y="174"/>
                    <a:pt x="172" y="156"/>
                    <a:pt x="172" y="119"/>
                  </a:cubicBezTo>
                  <a:cubicBezTo>
                    <a:pt x="172" y="96"/>
                    <a:pt x="155" y="87"/>
                    <a:pt x="139" y="81"/>
                  </a:cubicBezTo>
                  <a:close/>
                  <a:moveTo>
                    <a:pt x="81" y="37"/>
                  </a:moveTo>
                  <a:cubicBezTo>
                    <a:pt x="81" y="34"/>
                    <a:pt x="82" y="33"/>
                    <a:pt x="86" y="33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104" y="34"/>
                    <a:pt x="111" y="40"/>
                    <a:pt x="111" y="50"/>
                  </a:cubicBezTo>
                  <a:cubicBezTo>
                    <a:pt x="111" y="64"/>
                    <a:pt x="100" y="72"/>
                    <a:pt x="100" y="72"/>
                  </a:cubicBezTo>
                  <a:cubicBezTo>
                    <a:pt x="98" y="72"/>
                    <a:pt x="94" y="71"/>
                    <a:pt x="91" y="71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9"/>
                    <a:pt x="80" y="48"/>
                    <a:pt x="81" y="37"/>
                  </a:cubicBezTo>
                  <a:close/>
                  <a:moveTo>
                    <a:pt x="96" y="141"/>
                  </a:moveTo>
                  <a:cubicBezTo>
                    <a:pt x="94" y="141"/>
                    <a:pt x="92" y="141"/>
                    <a:pt x="90" y="140"/>
                  </a:cubicBezTo>
                  <a:cubicBezTo>
                    <a:pt x="81" y="140"/>
                    <a:pt x="77" y="136"/>
                    <a:pt x="77" y="129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99" y="103"/>
                    <a:pt x="99" y="103"/>
                    <a:pt x="99" y="103"/>
                  </a:cubicBezTo>
                  <a:cubicBezTo>
                    <a:pt x="109" y="106"/>
                    <a:pt x="115" y="113"/>
                    <a:pt x="115" y="122"/>
                  </a:cubicBezTo>
                  <a:cubicBezTo>
                    <a:pt x="116" y="135"/>
                    <a:pt x="109" y="141"/>
                    <a:pt x="96" y="141"/>
                  </a:cubicBezTo>
                  <a:close/>
                  <a:moveTo>
                    <a:pt x="178" y="363"/>
                  </a:moveTo>
                  <a:cubicBezTo>
                    <a:pt x="169" y="362"/>
                    <a:pt x="165" y="357"/>
                    <a:pt x="162" y="345"/>
                  </a:cubicBezTo>
                  <a:cubicBezTo>
                    <a:pt x="154" y="317"/>
                    <a:pt x="130" y="216"/>
                    <a:pt x="130" y="216"/>
                  </a:cubicBezTo>
                  <a:cubicBezTo>
                    <a:pt x="125" y="213"/>
                    <a:pt x="125" y="213"/>
                    <a:pt x="125" y="213"/>
                  </a:cubicBezTo>
                  <a:cubicBezTo>
                    <a:pt x="90" y="216"/>
                    <a:pt x="90" y="216"/>
                    <a:pt x="90" y="216"/>
                  </a:cubicBezTo>
                  <a:cubicBezTo>
                    <a:pt x="57" y="217"/>
                    <a:pt x="57" y="217"/>
                    <a:pt x="57" y="217"/>
                  </a:cubicBezTo>
                  <a:cubicBezTo>
                    <a:pt x="15" y="348"/>
                    <a:pt x="15" y="348"/>
                    <a:pt x="15" y="348"/>
                  </a:cubicBezTo>
                  <a:cubicBezTo>
                    <a:pt x="12" y="357"/>
                    <a:pt x="8" y="361"/>
                    <a:pt x="2" y="363"/>
                  </a:cubicBezTo>
                  <a:cubicBezTo>
                    <a:pt x="0" y="386"/>
                    <a:pt x="0" y="386"/>
                    <a:pt x="0" y="386"/>
                  </a:cubicBezTo>
                  <a:cubicBezTo>
                    <a:pt x="0" y="386"/>
                    <a:pt x="18" y="385"/>
                    <a:pt x="35" y="385"/>
                  </a:cubicBezTo>
                  <a:cubicBezTo>
                    <a:pt x="51" y="385"/>
                    <a:pt x="75" y="386"/>
                    <a:pt x="75" y="386"/>
                  </a:cubicBezTo>
                  <a:cubicBezTo>
                    <a:pt x="77" y="364"/>
                    <a:pt x="77" y="364"/>
                    <a:pt x="77" y="364"/>
                  </a:cubicBezTo>
                  <a:cubicBezTo>
                    <a:pt x="75" y="362"/>
                    <a:pt x="75" y="362"/>
                    <a:pt x="75" y="362"/>
                  </a:cubicBezTo>
                  <a:cubicBezTo>
                    <a:pt x="68" y="362"/>
                    <a:pt x="68" y="362"/>
                    <a:pt x="68" y="362"/>
                  </a:cubicBezTo>
                  <a:cubicBezTo>
                    <a:pt x="61" y="362"/>
                    <a:pt x="60" y="361"/>
                    <a:pt x="60" y="357"/>
                  </a:cubicBezTo>
                  <a:cubicBezTo>
                    <a:pt x="60" y="356"/>
                    <a:pt x="60" y="354"/>
                    <a:pt x="61" y="351"/>
                  </a:cubicBezTo>
                  <a:cubicBezTo>
                    <a:pt x="64" y="339"/>
                    <a:pt x="64" y="339"/>
                    <a:pt x="64" y="339"/>
                  </a:cubicBezTo>
                  <a:cubicBezTo>
                    <a:pt x="70" y="339"/>
                    <a:pt x="78" y="338"/>
                    <a:pt x="85" y="338"/>
                  </a:cubicBezTo>
                  <a:cubicBezTo>
                    <a:pt x="91" y="338"/>
                    <a:pt x="91" y="338"/>
                    <a:pt x="91" y="338"/>
                  </a:cubicBezTo>
                  <a:cubicBezTo>
                    <a:pt x="95" y="338"/>
                    <a:pt x="100" y="338"/>
                    <a:pt x="105" y="338"/>
                  </a:cubicBezTo>
                  <a:cubicBezTo>
                    <a:pt x="106" y="348"/>
                    <a:pt x="106" y="348"/>
                    <a:pt x="106" y="348"/>
                  </a:cubicBezTo>
                  <a:cubicBezTo>
                    <a:pt x="107" y="351"/>
                    <a:pt x="107" y="352"/>
                    <a:pt x="107" y="353"/>
                  </a:cubicBezTo>
                  <a:cubicBezTo>
                    <a:pt x="107" y="360"/>
                    <a:pt x="106" y="360"/>
                    <a:pt x="90" y="362"/>
                  </a:cubicBezTo>
                  <a:cubicBezTo>
                    <a:pt x="90" y="386"/>
                    <a:pt x="90" y="386"/>
                    <a:pt x="90" y="386"/>
                  </a:cubicBezTo>
                  <a:cubicBezTo>
                    <a:pt x="90" y="386"/>
                    <a:pt x="115" y="385"/>
                    <a:pt x="140" y="385"/>
                  </a:cubicBezTo>
                  <a:cubicBezTo>
                    <a:pt x="154" y="385"/>
                    <a:pt x="177" y="385"/>
                    <a:pt x="177" y="385"/>
                  </a:cubicBezTo>
                  <a:cubicBezTo>
                    <a:pt x="179" y="364"/>
                    <a:pt x="179" y="364"/>
                    <a:pt x="179" y="364"/>
                  </a:cubicBezTo>
                  <a:lnTo>
                    <a:pt x="178" y="363"/>
                  </a:lnTo>
                  <a:close/>
                  <a:moveTo>
                    <a:pt x="91" y="307"/>
                  </a:moveTo>
                  <a:cubicBezTo>
                    <a:pt x="72" y="307"/>
                    <a:pt x="72" y="307"/>
                    <a:pt x="72" y="307"/>
                  </a:cubicBezTo>
                  <a:cubicBezTo>
                    <a:pt x="85" y="260"/>
                    <a:pt x="85" y="260"/>
                    <a:pt x="85" y="260"/>
                  </a:cubicBezTo>
                  <a:cubicBezTo>
                    <a:pt x="91" y="260"/>
                    <a:pt x="91" y="260"/>
                    <a:pt x="91" y="260"/>
                  </a:cubicBezTo>
                  <a:cubicBezTo>
                    <a:pt x="91" y="262"/>
                    <a:pt x="91" y="262"/>
                    <a:pt x="91" y="262"/>
                  </a:cubicBezTo>
                  <a:cubicBezTo>
                    <a:pt x="100" y="306"/>
                    <a:pt x="100" y="306"/>
                    <a:pt x="100" y="306"/>
                  </a:cubicBezTo>
                  <a:cubicBezTo>
                    <a:pt x="96" y="306"/>
                    <a:pt x="93" y="306"/>
                    <a:pt x="91" y="307"/>
                  </a:cubicBezTo>
                  <a:close/>
                  <a:moveTo>
                    <a:pt x="92" y="793"/>
                  </a:moveTo>
                  <a:cubicBezTo>
                    <a:pt x="91" y="791"/>
                    <a:pt x="91" y="791"/>
                    <a:pt x="91" y="791"/>
                  </a:cubicBezTo>
                  <a:cubicBezTo>
                    <a:pt x="91" y="813"/>
                    <a:pt x="91" y="813"/>
                    <a:pt x="91" y="813"/>
                  </a:cubicBezTo>
                  <a:lnTo>
                    <a:pt x="92" y="793"/>
                  </a:lnTo>
                  <a:close/>
                  <a:moveTo>
                    <a:pt x="92" y="668"/>
                  </a:moveTo>
                  <a:cubicBezTo>
                    <a:pt x="93" y="644"/>
                    <a:pt x="93" y="644"/>
                    <a:pt x="93" y="644"/>
                  </a:cubicBezTo>
                  <a:cubicBezTo>
                    <a:pt x="91" y="644"/>
                    <a:pt x="91" y="644"/>
                    <a:pt x="91" y="644"/>
                  </a:cubicBezTo>
                  <a:cubicBezTo>
                    <a:pt x="91" y="668"/>
                    <a:pt x="91" y="668"/>
                    <a:pt x="91" y="668"/>
                  </a:cubicBezTo>
                  <a:cubicBezTo>
                    <a:pt x="91" y="668"/>
                    <a:pt x="91" y="668"/>
                    <a:pt x="92" y="668"/>
                  </a:cubicBezTo>
                  <a:close/>
                  <a:moveTo>
                    <a:pt x="74" y="773"/>
                  </a:moveTo>
                  <a:cubicBezTo>
                    <a:pt x="76" y="682"/>
                    <a:pt x="76" y="682"/>
                    <a:pt x="76" y="682"/>
                  </a:cubicBezTo>
                  <a:cubicBezTo>
                    <a:pt x="76" y="674"/>
                    <a:pt x="78" y="671"/>
                    <a:pt x="90" y="668"/>
                  </a:cubicBezTo>
                  <a:cubicBezTo>
                    <a:pt x="90" y="644"/>
                    <a:pt x="90" y="644"/>
                    <a:pt x="90" y="644"/>
                  </a:cubicBezTo>
                  <a:cubicBezTo>
                    <a:pt x="82" y="645"/>
                    <a:pt x="57" y="646"/>
                    <a:pt x="48" y="646"/>
                  </a:cubicBezTo>
                  <a:cubicBezTo>
                    <a:pt x="43" y="646"/>
                    <a:pt x="6" y="645"/>
                    <a:pt x="6" y="645"/>
                  </a:cubicBezTo>
                  <a:cubicBezTo>
                    <a:pt x="4" y="665"/>
                    <a:pt x="4" y="665"/>
                    <a:pt x="4" y="665"/>
                  </a:cubicBezTo>
                  <a:cubicBezTo>
                    <a:pt x="6" y="669"/>
                    <a:pt x="6" y="669"/>
                    <a:pt x="6" y="669"/>
                  </a:cubicBezTo>
                  <a:cubicBezTo>
                    <a:pt x="6" y="669"/>
                    <a:pt x="10" y="668"/>
                    <a:pt x="13" y="668"/>
                  </a:cubicBezTo>
                  <a:cubicBezTo>
                    <a:pt x="21" y="668"/>
                    <a:pt x="22" y="671"/>
                    <a:pt x="22" y="681"/>
                  </a:cubicBezTo>
                  <a:cubicBezTo>
                    <a:pt x="22" y="772"/>
                    <a:pt x="22" y="772"/>
                    <a:pt x="22" y="772"/>
                  </a:cubicBezTo>
                  <a:cubicBezTo>
                    <a:pt x="22" y="786"/>
                    <a:pt x="19" y="790"/>
                    <a:pt x="5" y="793"/>
                  </a:cubicBezTo>
                  <a:cubicBezTo>
                    <a:pt x="3" y="815"/>
                    <a:pt x="3" y="815"/>
                    <a:pt x="3" y="815"/>
                  </a:cubicBezTo>
                  <a:cubicBezTo>
                    <a:pt x="3" y="815"/>
                    <a:pt x="30" y="814"/>
                    <a:pt x="47" y="814"/>
                  </a:cubicBezTo>
                  <a:cubicBezTo>
                    <a:pt x="58" y="814"/>
                    <a:pt x="90" y="815"/>
                    <a:pt x="90" y="815"/>
                  </a:cubicBezTo>
                  <a:cubicBezTo>
                    <a:pt x="90" y="790"/>
                    <a:pt x="90" y="790"/>
                    <a:pt x="90" y="790"/>
                  </a:cubicBezTo>
                  <a:cubicBezTo>
                    <a:pt x="90" y="790"/>
                    <a:pt x="87" y="791"/>
                    <a:pt x="82" y="791"/>
                  </a:cubicBezTo>
                  <a:cubicBezTo>
                    <a:pt x="76" y="792"/>
                    <a:pt x="74" y="788"/>
                    <a:pt x="74" y="773"/>
                  </a:cubicBezTo>
                  <a:close/>
                  <a:moveTo>
                    <a:pt x="91" y="603"/>
                  </a:moveTo>
                  <a:cubicBezTo>
                    <a:pt x="92" y="603"/>
                    <a:pt x="92" y="603"/>
                    <a:pt x="92" y="603"/>
                  </a:cubicBezTo>
                  <a:cubicBezTo>
                    <a:pt x="126" y="603"/>
                    <a:pt x="154" y="593"/>
                    <a:pt x="154" y="593"/>
                  </a:cubicBezTo>
                  <a:cubicBezTo>
                    <a:pt x="157" y="588"/>
                    <a:pt x="157" y="588"/>
                    <a:pt x="157" y="588"/>
                  </a:cubicBezTo>
                  <a:cubicBezTo>
                    <a:pt x="157" y="563"/>
                    <a:pt x="161" y="533"/>
                    <a:pt x="161" y="533"/>
                  </a:cubicBezTo>
                  <a:cubicBezTo>
                    <a:pt x="120" y="536"/>
                    <a:pt x="120" y="536"/>
                    <a:pt x="120" y="536"/>
                  </a:cubicBezTo>
                  <a:cubicBezTo>
                    <a:pt x="119" y="558"/>
                    <a:pt x="113" y="566"/>
                    <a:pt x="100" y="566"/>
                  </a:cubicBezTo>
                  <a:cubicBezTo>
                    <a:pt x="96" y="566"/>
                    <a:pt x="93" y="565"/>
                    <a:pt x="90" y="564"/>
                  </a:cubicBezTo>
                  <a:cubicBezTo>
                    <a:pt x="79" y="558"/>
                    <a:pt x="74" y="540"/>
                    <a:pt x="74" y="509"/>
                  </a:cubicBezTo>
                  <a:cubicBezTo>
                    <a:pt x="74" y="480"/>
                    <a:pt x="78" y="468"/>
                    <a:pt x="90" y="465"/>
                  </a:cubicBezTo>
                  <a:cubicBezTo>
                    <a:pt x="92" y="464"/>
                    <a:pt x="95" y="464"/>
                    <a:pt x="98" y="464"/>
                  </a:cubicBezTo>
                  <a:cubicBezTo>
                    <a:pt x="112" y="464"/>
                    <a:pt x="116" y="469"/>
                    <a:pt x="116" y="483"/>
                  </a:cubicBezTo>
                  <a:cubicBezTo>
                    <a:pt x="116" y="488"/>
                    <a:pt x="116" y="493"/>
                    <a:pt x="116" y="498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58" y="463"/>
                    <a:pt x="163" y="440"/>
                    <a:pt x="163" y="440"/>
                  </a:cubicBezTo>
                  <a:cubicBezTo>
                    <a:pt x="161" y="435"/>
                    <a:pt x="161" y="435"/>
                    <a:pt x="161" y="435"/>
                  </a:cubicBezTo>
                  <a:cubicBezTo>
                    <a:pt x="161" y="435"/>
                    <a:pt x="129" y="428"/>
                    <a:pt x="106" y="428"/>
                  </a:cubicBezTo>
                  <a:cubicBezTo>
                    <a:pt x="101" y="428"/>
                    <a:pt x="95" y="428"/>
                    <a:pt x="90" y="429"/>
                  </a:cubicBezTo>
                  <a:cubicBezTo>
                    <a:pt x="42" y="434"/>
                    <a:pt x="15" y="466"/>
                    <a:pt x="15" y="518"/>
                  </a:cubicBezTo>
                  <a:cubicBezTo>
                    <a:pt x="15" y="571"/>
                    <a:pt x="43" y="602"/>
                    <a:pt x="91" y="603"/>
                  </a:cubicBezTo>
                  <a:close/>
                  <a:moveTo>
                    <a:pt x="178" y="792"/>
                  </a:moveTo>
                  <a:cubicBezTo>
                    <a:pt x="167" y="791"/>
                    <a:pt x="160" y="784"/>
                    <a:pt x="152" y="769"/>
                  </a:cubicBezTo>
                  <a:cubicBezTo>
                    <a:pt x="128" y="721"/>
                    <a:pt x="128" y="721"/>
                    <a:pt x="128" y="721"/>
                  </a:cubicBezTo>
                  <a:cubicBezTo>
                    <a:pt x="139" y="706"/>
                    <a:pt x="139" y="706"/>
                    <a:pt x="139" y="706"/>
                  </a:cubicBezTo>
                  <a:cubicBezTo>
                    <a:pt x="152" y="686"/>
                    <a:pt x="164" y="674"/>
                    <a:pt x="177" y="667"/>
                  </a:cubicBezTo>
                  <a:cubicBezTo>
                    <a:pt x="179" y="647"/>
                    <a:pt x="179" y="647"/>
                    <a:pt x="179" y="647"/>
                  </a:cubicBezTo>
                  <a:cubicBezTo>
                    <a:pt x="177" y="643"/>
                    <a:pt x="177" y="643"/>
                    <a:pt x="177" y="643"/>
                  </a:cubicBezTo>
                  <a:cubicBezTo>
                    <a:pt x="177" y="643"/>
                    <a:pt x="149" y="645"/>
                    <a:pt x="140" y="645"/>
                  </a:cubicBezTo>
                  <a:cubicBezTo>
                    <a:pt x="128" y="645"/>
                    <a:pt x="102" y="644"/>
                    <a:pt x="102" y="644"/>
                  </a:cubicBezTo>
                  <a:cubicBezTo>
                    <a:pt x="100" y="665"/>
                    <a:pt x="100" y="665"/>
                    <a:pt x="100" y="665"/>
                  </a:cubicBezTo>
                  <a:cubicBezTo>
                    <a:pt x="101" y="668"/>
                    <a:pt x="101" y="668"/>
                    <a:pt x="101" y="668"/>
                  </a:cubicBezTo>
                  <a:cubicBezTo>
                    <a:pt x="109" y="669"/>
                    <a:pt x="112" y="671"/>
                    <a:pt x="112" y="676"/>
                  </a:cubicBezTo>
                  <a:cubicBezTo>
                    <a:pt x="112" y="680"/>
                    <a:pt x="109" y="685"/>
                    <a:pt x="106" y="688"/>
                  </a:cubicBezTo>
                  <a:cubicBezTo>
                    <a:pt x="90" y="707"/>
                    <a:pt x="90" y="707"/>
                    <a:pt x="90" y="707"/>
                  </a:cubicBezTo>
                  <a:cubicBezTo>
                    <a:pt x="90" y="760"/>
                    <a:pt x="90" y="760"/>
                    <a:pt x="90" y="760"/>
                  </a:cubicBezTo>
                  <a:cubicBezTo>
                    <a:pt x="109" y="797"/>
                    <a:pt x="109" y="797"/>
                    <a:pt x="109" y="797"/>
                  </a:cubicBezTo>
                  <a:cubicBezTo>
                    <a:pt x="117" y="813"/>
                    <a:pt x="124" y="818"/>
                    <a:pt x="138" y="818"/>
                  </a:cubicBezTo>
                  <a:cubicBezTo>
                    <a:pt x="144" y="818"/>
                    <a:pt x="178" y="816"/>
                    <a:pt x="178" y="816"/>
                  </a:cubicBezTo>
                  <a:cubicBezTo>
                    <a:pt x="180" y="796"/>
                    <a:pt x="180" y="796"/>
                    <a:pt x="180" y="796"/>
                  </a:cubicBezTo>
                  <a:lnTo>
                    <a:pt x="178" y="792"/>
                  </a:lnTo>
                  <a:close/>
                  <a:moveTo>
                    <a:pt x="178" y="792"/>
                  </a:moveTo>
                  <a:cubicBezTo>
                    <a:pt x="178" y="792"/>
                    <a:pt x="178" y="792"/>
                    <a:pt x="178" y="792"/>
                  </a:cubicBezTo>
                </a:path>
              </a:pathLst>
            </a:custGeom>
            <a:solidFill>
              <a:srgbClr val="85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95"/>
            <p:cNvSpPr>
              <a:spLocks noEditPoints="1"/>
            </p:cNvSpPr>
            <p:nvPr userDrawn="1"/>
          </p:nvSpPr>
          <p:spPr bwMode="auto">
            <a:xfrm>
              <a:off x="8177213" y="1903412"/>
              <a:ext cx="592138" cy="2854325"/>
            </a:xfrm>
            <a:custGeom>
              <a:avLst/>
              <a:gdLst>
                <a:gd name="T0" fmla="*/ 187 w 373"/>
                <a:gd name="T1" fmla="*/ 0 h 1798"/>
                <a:gd name="T2" fmla="*/ 0 w 373"/>
                <a:gd name="T3" fmla="*/ 0 h 1798"/>
                <a:gd name="T4" fmla="*/ 0 w 373"/>
                <a:gd name="T5" fmla="*/ 390 h 1798"/>
                <a:gd name="T6" fmla="*/ 184 w 373"/>
                <a:gd name="T7" fmla="*/ 306 h 1798"/>
                <a:gd name="T8" fmla="*/ 187 w 373"/>
                <a:gd name="T9" fmla="*/ 307 h 1798"/>
                <a:gd name="T10" fmla="*/ 373 w 373"/>
                <a:gd name="T11" fmla="*/ 390 h 1798"/>
                <a:gd name="T12" fmla="*/ 373 w 373"/>
                <a:gd name="T13" fmla="*/ 0 h 1798"/>
                <a:gd name="T14" fmla="*/ 187 w 373"/>
                <a:gd name="T15" fmla="*/ 0 h 1798"/>
                <a:gd name="T16" fmla="*/ 189 w 373"/>
                <a:gd name="T17" fmla="*/ 1492 h 1798"/>
                <a:gd name="T18" fmla="*/ 187 w 373"/>
                <a:gd name="T19" fmla="*/ 1491 h 1798"/>
                <a:gd name="T20" fmla="*/ 0 w 373"/>
                <a:gd name="T21" fmla="*/ 1408 h 1798"/>
                <a:gd name="T22" fmla="*/ 0 w 373"/>
                <a:gd name="T23" fmla="*/ 1798 h 1798"/>
                <a:gd name="T24" fmla="*/ 373 w 373"/>
                <a:gd name="T25" fmla="*/ 1798 h 1798"/>
                <a:gd name="T26" fmla="*/ 373 w 373"/>
                <a:gd name="T27" fmla="*/ 1408 h 1798"/>
                <a:gd name="T28" fmla="*/ 189 w 373"/>
                <a:gd name="T29" fmla="*/ 1492 h 1798"/>
                <a:gd name="T30" fmla="*/ 189 w 373"/>
                <a:gd name="T31" fmla="*/ 1492 h 1798"/>
                <a:gd name="T32" fmla="*/ 189 w 373"/>
                <a:gd name="T33" fmla="*/ 1492 h 1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3" h="1798">
                  <a:moveTo>
                    <a:pt x="187" y="0"/>
                  </a:moveTo>
                  <a:lnTo>
                    <a:pt x="0" y="0"/>
                  </a:lnTo>
                  <a:lnTo>
                    <a:pt x="0" y="390"/>
                  </a:lnTo>
                  <a:lnTo>
                    <a:pt x="184" y="306"/>
                  </a:lnTo>
                  <a:lnTo>
                    <a:pt x="187" y="307"/>
                  </a:lnTo>
                  <a:lnTo>
                    <a:pt x="373" y="390"/>
                  </a:lnTo>
                  <a:lnTo>
                    <a:pt x="373" y="0"/>
                  </a:lnTo>
                  <a:lnTo>
                    <a:pt x="187" y="0"/>
                  </a:lnTo>
                  <a:close/>
                  <a:moveTo>
                    <a:pt x="189" y="1492"/>
                  </a:moveTo>
                  <a:lnTo>
                    <a:pt x="187" y="1491"/>
                  </a:lnTo>
                  <a:lnTo>
                    <a:pt x="0" y="1408"/>
                  </a:lnTo>
                  <a:lnTo>
                    <a:pt x="0" y="1798"/>
                  </a:lnTo>
                  <a:lnTo>
                    <a:pt x="373" y="1798"/>
                  </a:lnTo>
                  <a:lnTo>
                    <a:pt x="373" y="1408"/>
                  </a:lnTo>
                  <a:lnTo>
                    <a:pt x="189" y="1492"/>
                  </a:lnTo>
                  <a:close/>
                  <a:moveTo>
                    <a:pt x="189" y="1492"/>
                  </a:moveTo>
                  <a:lnTo>
                    <a:pt x="189" y="1492"/>
                  </a:lnTo>
                  <a:close/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196"/>
            <p:cNvSpPr>
              <a:spLocks noEditPoints="1"/>
            </p:cNvSpPr>
            <p:nvPr userDrawn="1"/>
          </p:nvSpPr>
          <p:spPr bwMode="auto">
            <a:xfrm>
              <a:off x="8177213" y="1903412"/>
              <a:ext cx="592138" cy="2854325"/>
            </a:xfrm>
            <a:custGeom>
              <a:avLst/>
              <a:gdLst>
                <a:gd name="T0" fmla="*/ 187 w 373"/>
                <a:gd name="T1" fmla="*/ 0 h 1798"/>
                <a:gd name="T2" fmla="*/ 0 w 373"/>
                <a:gd name="T3" fmla="*/ 0 h 1798"/>
                <a:gd name="T4" fmla="*/ 0 w 373"/>
                <a:gd name="T5" fmla="*/ 390 h 1798"/>
                <a:gd name="T6" fmla="*/ 184 w 373"/>
                <a:gd name="T7" fmla="*/ 306 h 1798"/>
                <a:gd name="T8" fmla="*/ 187 w 373"/>
                <a:gd name="T9" fmla="*/ 307 h 1798"/>
                <a:gd name="T10" fmla="*/ 373 w 373"/>
                <a:gd name="T11" fmla="*/ 390 h 1798"/>
                <a:gd name="T12" fmla="*/ 373 w 373"/>
                <a:gd name="T13" fmla="*/ 0 h 1798"/>
                <a:gd name="T14" fmla="*/ 187 w 373"/>
                <a:gd name="T15" fmla="*/ 0 h 1798"/>
                <a:gd name="T16" fmla="*/ 189 w 373"/>
                <a:gd name="T17" fmla="*/ 1492 h 1798"/>
                <a:gd name="T18" fmla="*/ 187 w 373"/>
                <a:gd name="T19" fmla="*/ 1491 h 1798"/>
                <a:gd name="T20" fmla="*/ 0 w 373"/>
                <a:gd name="T21" fmla="*/ 1408 h 1798"/>
                <a:gd name="T22" fmla="*/ 0 w 373"/>
                <a:gd name="T23" fmla="*/ 1798 h 1798"/>
                <a:gd name="T24" fmla="*/ 373 w 373"/>
                <a:gd name="T25" fmla="*/ 1798 h 1798"/>
                <a:gd name="T26" fmla="*/ 373 w 373"/>
                <a:gd name="T27" fmla="*/ 1408 h 1798"/>
                <a:gd name="T28" fmla="*/ 189 w 373"/>
                <a:gd name="T29" fmla="*/ 1492 h 1798"/>
                <a:gd name="T30" fmla="*/ 189 w 373"/>
                <a:gd name="T31" fmla="*/ 1492 h 1798"/>
                <a:gd name="T32" fmla="*/ 189 w 373"/>
                <a:gd name="T33" fmla="*/ 1492 h 1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3" h="1798">
                  <a:moveTo>
                    <a:pt x="187" y="0"/>
                  </a:moveTo>
                  <a:lnTo>
                    <a:pt x="0" y="0"/>
                  </a:lnTo>
                  <a:lnTo>
                    <a:pt x="0" y="390"/>
                  </a:lnTo>
                  <a:lnTo>
                    <a:pt x="184" y="306"/>
                  </a:lnTo>
                  <a:lnTo>
                    <a:pt x="187" y="307"/>
                  </a:lnTo>
                  <a:lnTo>
                    <a:pt x="373" y="390"/>
                  </a:lnTo>
                  <a:lnTo>
                    <a:pt x="373" y="0"/>
                  </a:lnTo>
                  <a:lnTo>
                    <a:pt x="187" y="0"/>
                  </a:lnTo>
                  <a:moveTo>
                    <a:pt x="189" y="1492"/>
                  </a:moveTo>
                  <a:lnTo>
                    <a:pt x="187" y="1491"/>
                  </a:lnTo>
                  <a:lnTo>
                    <a:pt x="0" y="1408"/>
                  </a:lnTo>
                  <a:lnTo>
                    <a:pt x="0" y="1798"/>
                  </a:lnTo>
                  <a:lnTo>
                    <a:pt x="373" y="1798"/>
                  </a:lnTo>
                  <a:lnTo>
                    <a:pt x="373" y="1408"/>
                  </a:lnTo>
                  <a:lnTo>
                    <a:pt x="189" y="1492"/>
                  </a:lnTo>
                  <a:moveTo>
                    <a:pt x="189" y="1492"/>
                  </a:moveTo>
                  <a:lnTo>
                    <a:pt x="189" y="149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97"/>
            <p:cNvSpPr>
              <a:spLocks noEditPoints="1"/>
            </p:cNvSpPr>
            <p:nvPr userDrawn="1"/>
          </p:nvSpPr>
          <p:spPr bwMode="auto">
            <a:xfrm>
              <a:off x="8416926" y="2474912"/>
              <a:ext cx="98425" cy="1711325"/>
            </a:xfrm>
            <a:custGeom>
              <a:avLst/>
              <a:gdLst>
                <a:gd name="T0" fmla="*/ 61 w 62"/>
                <a:gd name="T1" fmla="*/ 30 h 1078"/>
                <a:gd name="T2" fmla="*/ 35 w 62"/>
                <a:gd name="T3" fmla="*/ 0 h 1078"/>
                <a:gd name="T4" fmla="*/ 35 w 62"/>
                <a:gd name="T5" fmla="*/ 61 h 1078"/>
                <a:gd name="T6" fmla="*/ 61 w 62"/>
                <a:gd name="T7" fmla="*/ 30 h 1078"/>
                <a:gd name="T8" fmla="*/ 36 w 62"/>
                <a:gd name="T9" fmla="*/ 1017 h 1078"/>
                <a:gd name="T10" fmla="*/ 31 w 62"/>
                <a:gd name="T11" fmla="*/ 1017 h 1078"/>
                <a:gd name="T12" fmla="*/ 0 w 62"/>
                <a:gd name="T13" fmla="*/ 1048 h 1078"/>
                <a:gd name="T14" fmla="*/ 31 w 62"/>
                <a:gd name="T15" fmla="*/ 1078 h 1078"/>
                <a:gd name="T16" fmla="*/ 36 w 62"/>
                <a:gd name="T17" fmla="*/ 1078 h 1078"/>
                <a:gd name="T18" fmla="*/ 62 w 62"/>
                <a:gd name="T19" fmla="*/ 1048 h 1078"/>
                <a:gd name="T20" fmla="*/ 36 w 62"/>
                <a:gd name="T21" fmla="*/ 1017 h 1078"/>
                <a:gd name="T22" fmla="*/ 36 w 62"/>
                <a:gd name="T23" fmla="*/ 1017 h 1078"/>
                <a:gd name="T24" fmla="*/ 36 w 62"/>
                <a:gd name="T25" fmla="*/ 1017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1078">
                  <a:moveTo>
                    <a:pt x="61" y="30"/>
                  </a:moveTo>
                  <a:cubicBezTo>
                    <a:pt x="61" y="15"/>
                    <a:pt x="50" y="3"/>
                    <a:pt x="35" y="0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50" y="58"/>
                    <a:pt x="61" y="46"/>
                    <a:pt x="61" y="30"/>
                  </a:cubicBezTo>
                  <a:close/>
                  <a:moveTo>
                    <a:pt x="36" y="1017"/>
                  </a:moveTo>
                  <a:cubicBezTo>
                    <a:pt x="34" y="1017"/>
                    <a:pt x="32" y="1017"/>
                    <a:pt x="31" y="1017"/>
                  </a:cubicBezTo>
                  <a:cubicBezTo>
                    <a:pt x="14" y="1017"/>
                    <a:pt x="0" y="1031"/>
                    <a:pt x="0" y="1048"/>
                  </a:cubicBezTo>
                  <a:cubicBezTo>
                    <a:pt x="0" y="1065"/>
                    <a:pt x="14" y="1078"/>
                    <a:pt x="31" y="1078"/>
                  </a:cubicBezTo>
                  <a:cubicBezTo>
                    <a:pt x="32" y="1078"/>
                    <a:pt x="34" y="1078"/>
                    <a:pt x="36" y="1078"/>
                  </a:cubicBezTo>
                  <a:cubicBezTo>
                    <a:pt x="50" y="1076"/>
                    <a:pt x="62" y="1063"/>
                    <a:pt x="62" y="1048"/>
                  </a:cubicBezTo>
                  <a:cubicBezTo>
                    <a:pt x="61" y="1033"/>
                    <a:pt x="50" y="1020"/>
                    <a:pt x="36" y="1017"/>
                  </a:cubicBezTo>
                  <a:close/>
                  <a:moveTo>
                    <a:pt x="36" y="1017"/>
                  </a:moveTo>
                  <a:cubicBezTo>
                    <a:pt x="36" y="1017"/>
                    <a:pt x="36" y="1017"/>
                    <a:pt x="36" y="1017"/>
                  </a:cubicBezTo>
                </a:path>
              </a:pathLst>
            </a:custGeom>
            <a:solidFill>
              <a:srgbClr val="85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198"/>
            <p:cNvSpPr>
              <a:spLocks noEditPoints="1"/>
            </p:cNvSpPr>
            <p:nvPr userDrawn="1"/>
          </p:nvSpPr>
          <p:spPr bwMode="auto">
            <a:xfrm>
              <a:off x="8885238" y="1554162"/>
              <a:ext cx="944563" cy="3314700"/>
            </a:xfrm>
            <a:custGeom>
              <a:avLst/>
              <a:gdLst>
                <a:gd name="T0" fmla="*/ 298 w 596"/>
                <a:gd name="T1" fmla="*/ 1984 h 2088"/>
                <a:gd name="T2" fmla="*/ 0 w 596"/>
                <a:gd name="T3" fmla="*/ 1984 h 2088"/>
                <a:gd name="T4" fmla="*/ 0 w 596"/>
                <a:gd name="T5" fmla="*/ 2088 h 2088"/>
                <a:gd name="T6" fmla="*/ 596 w 596"/>
                <a:gd name="T7" fmla="*/ 2088 h 2088"/>
                <a:gd name="T8" fmla="*/ 596 w 596"/>
                <a:gd name="T9" fmla="*/ 1984 h 2088"/>
                <a:gd name="T10" fmla="*/ 298 w 596"/>
                <a:gd name="T11" fmla="*/ 1984 h 2088"/>
                <a:gd name="T12" fmla="*/ 298 w 596"/>
                <a:gd name="T13" fmla="*/ 0 h 2088"/>
                <a:gd name="T14" fmla="*/ 0 w 596"/>
                <a:gd name="T15" fmla="*/ 0 h 2088"/>
                <a:gd name="T16" fmla="*/ 0 w 596"/>
                <a:gd name="T17" fmla="*/ 110 h 2088"/>
                <a:gd name="T18" fmla="*/ 596 w 596"/>
                <a:gd name="T19" fmla="*/ 110 h 2088"/>
                <a:gd name="T20" fmla="*/ 596 w 596"/>
                <a:gd name="T21" fmla="*/ 0 h 2088"/>
                <a:gd name="T22" fmla="*/ 298 w 596"/>
                <a:gd name="T23" fmla="*/ 0 h 2088"/>
                <a:gd name="T24" fmla="*/ 298 w 596"/>
                <a:gd name="T25" fmla="*/ 182 h 2088"/>
                <a:gd name="T26" fmla="*/ 0 w 596"/>
                <a:gd name="T27" fmla="*/ 182 h 2088"/>
                <a:gd name="T28" fmla="*/ 0 w 596"/>
                <a:gd name="T29" fmla="*/ 1912 h 2088"/>
                <a:gd name="T30" fmla="*/ 596 w 596"/>
                <a:gd name="T31" fmla="*/ 1912 h 2088"/>
                <a:gd name="T32" fmla="*/ 596 w 596"/>
                <a:gd name="T33" fmla="*/ 182 h 2088"/>
                <a:gd name="T34" fmla="*/ 298 w 596"/>
                <a:gd name="T35" fmla="*/ 182 h 2088"/>
                <a:gd name="T36" fmla="*/ 489 w 596"/>
                <a:gd name="T37" fmla="*/ 1837 h 2088"/>
                <a:gd name="T38" fmla="*/ 117 w 596"/>
                <a:gd name="T39" fmla="*/ 1837 h 2088"/>
                <a:gd name="T40" fmla="*/ 105 w 596"/>
                <a:gd name="T41" fmla="*/ 1826 h 2088"/>
                <a:gd name="T42" fmla="*/ 117 w 596"/>
                <a:gd name="T43" fmla="*/ 1815 h 2088"/>
                <a:gd name="T44" fmla="*/ 489 w 596"/>
                <a:gd name="T45" fmla="*/ 1815 h 2088"/>
                <a:gd name="T46" fmla="*/ 500 w 596"/>
                <a:gd name="T47" fmla="*/ 1826 h 2088"/>
                <a:gd name="T48" fmla="*/ 489 w 596"/>
                <a:gd name="T49" fmla="*/ 1837 h 2088"/>
                <a:gd name="T50" fmla="*/ 489 w 596"/>
                <a:gd name="T51" fmla="*/ 1758 h 2088"/>
                <a:gd name="T52" fmla="*/ 117 w 596"/>
                <a:gd name="T53" fmla="*/ 1758 h 2088"/>
                <a:gd name="T54" fmla="*/ 105 w 596"/>
                <a:gd name="T55" fmla="*/ 1747 h 2088"/>
                <a:gd name="T56" fmla="*/ 117 w 596"/>
                <a:gd name="T57" fmla="*/ 1735 h 2088"/>
                <a:gd name="T58" fmla="*/ 489 w 596"/>
                <a:gd name="T59" fmla="*/ 1735 h 2088"/>
                <a:gd name="T60" fmla="*/ 500 w 596"/>
                <a:gd name="T61" fmla="*/ 1747 h 2088"/>
                <a:gd name="T62" fmla="*/ 489 w 596"/>
                <a:gd name="T63" fmla="*/ 1758 h 2088"/>
                <a:gd name="T64" fmla="*/ 112 w 596"/>
                <a:gd name="T65" fmla="*/ 1651 h 2088"/>
                <a:gd name="T66" fmla="*/ 112 w 596"/>
                <a:gd name="T67" fmla="*/ 430 h 2088"/>
                <a:gd name="T68" fmla="*/ 484 w 596"/>
                <a:gd name="T69" fmla="*/ 430 h 2088"/>
                <a:gd name="T70" fmla="*/ 484 w 596"/>
                <a:gd name="T71" fmla="*/ 1651 h 2088"/>
                <a:gd name="T72" fmla="*/ 112 w 596"/>
                <a:gd name="T73" fmla="*/ 1651 h 2088"/>
                <a:gd name="T74" fmla="*/ 489 w 596"/>
                <a:gd name="T75" fmla="*/ 364 h 2088"/>
                <a:gd name="T76" fmla="*/ 117 w 596"/>
                <a:gd name="T77" fmla="*/ 364 h 2088"/>
                <a:gd name="T78" fmla="*/ 105 w 596"/>
                <a:gd name="T79" fmla="*/ 352 h 2088"/>
                <a:gd name="T80" fmla="*/ 117 w 596"/>
                <a:gd name="T81" fmla="*/ 341 h 2088"/>
                <a:gd name="T82" fmla="*/ 489 w 596"/>
                <a:gd name="T83" fmla="*/ 341 h 2088"/>
                <a:gd name="T84" fmla="*/ 500 w 596"/>
                <a:gd name="T85" fmla="*/ 352 h 2088"/>
                <a:gd name="T86" fmla="*/ 489 w 596"/>
                <a:gd name="T87" fmla="*/ 364 h 2088"/>
                <a:gd name="T88" fmla="*/ 489 w 596"/>
                <a:gd name="T89" fmla="*/ 284 h 2088"/>
                <a:gd name="T90" fmla="*/ 117 w 596"/>
                <a:gd name="T91" fmla="*/ 284 h 2088"/>
                <a:gd name="T92" fmla="*/ 105 w 596"/>
                <a:gd name="T93" fmla="*/ 272 h 2088"/>
                <a:gd name="T94" fmla="*/ 117 w 596"/>
                <a:gd name="T95" fmla="*/ 261 h 2088"/>
                <a:gd name="T96" fmla="*/ 489 w 596"/>
                <a:gd name="T97" fmla="*/ 261 h 2088"/>
                <a:gd name="T98" fmla="*/ 500 w 596"/>
                <a:gd name="T99" fmla="*/ 272 h 2088"/>
                <a:gd name="T100" fmla="*/ 489 w 596"/>
                <a:gd name="T101" fmla="*/ 284 h 2088"/>
                <a:gd name="T102" fmla="*/ 489 w 596"/>
                <a:gd name="T103" fmla="*/ 284 h 2088"/>
                <a:gd name="T104" fmla="*/ 489 w 596"/>
                <a:gd name="T105" fmla="*/ 284 h 2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96" h="2088">
                  <a:moveTo>
                    <a:pt x="298" y="1984"/>
                  </a:moveTo>
                  <a:cubicBezTo>
                    <a:pt x="0" y="1984"/>
                    <a:pt x="0" y="1984"/>
                    <a:pt x="0" y="1984"/>
                  </a:cubicBezTo>
                  <a:cubicBezTo>
                    <a:pt x="0" y="2088"/>
                    <a:pt x="0" y="2088"/>
                    <a:pt x="0" y="2088"/>
                  </a:cubicBezTo>
                  <a:cubicBezTo>
                    <a:pt x="596" y="2088"/>
                    <a:pt x="596" y="2088"/>
                    <a:pt x="596" y="2088"/>
                  </a:cubicBezTo>
                  <a:cubicBezTo>
                    <a:pt x="596" y="1984"/>
                    <a:pt x="596" y="1984"/>
                    <a:pt x="596" y="1984"/>
                  </a:cubicBezTo>
                  <a:lnTo>
                    <a:pt x="298" y="1984"/>
                  </a:lnTo>
                  <a:close/>
                  <a:moveTo>
                    <a:pt x="2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596" y="110"/>
                    <a:pt x="596" y="110"/>
                    <a:pt x="596" y="110"/>
                  </a:cubicBezTo>
                  <a:cubicBezTo>
                    <a:pt x="596" y="0"/>
                    <a:pt x="596" y="0"/>
                    <a:pt x="596" y="0"/>
                  </a:cubicBezTo>
                  <a:lnTo>
                    <a:pt x="298" y="0"/>
                  </a:lnTo>
                  <a:close/>
                  <a:moveTo>
                    <a:pt x="298" y="182"/>
                  </a:moveTo>
                  <a:cubicBezTo>
                    <a:pt x="0" y="182"/>
                    <a:pt x="0" y="182"/>
                    <a:pt x="0" y="182"/>
                  </a:cubicBezTo>
                  <a:cubicBezTo>
                    <a:pt x="0" y="1912"/>
                    <a:pt x="0" y="1912"/>
                    <a:pt x="0" y="1912"/>
                  </a:cubicBezTo>
                  <a:cubicBezTo>
                    <a:pt x="596" y="1912"/>
                    <a:pt x="596" y="1912"/>
                    <a:pt x="596" y="1912"/>
                  </a:cubicBezTo>
                  <a:cubicBezTo>
                    <a:pt x="596" y="182"/>
                    <a:pt x="596" y="182"/>
                    <a:pt x="596" y="182"/>
                  </a:cubicBezTo>
                  <a:lnTo>
                    <a:pt x="298" y="182"/>
                  </a:lnTo>
                  <a:close/>
                  <a:moveTo>
                    <a:pt x="489" y="1837"/>
                  </a:moveTo>
                  <a:cubicBezTo>
                    <a:pt x="117" y="1837"/>
                    <a:pt x="117" y="1837"/>
                    <a:pt x="117" y="1837"/>
                  </a:cubicBezTo>
                  <a:cubicBezTo>
                    <a:pt x="110" y="1837"/>
                    <a:pt x="105" y="1832"/>
                    <a:pt x="105" y="1826"/>
                  </a:cubicBezTo>
                  <a:cubicBezTo>
                    <a:pt x="105" y="1820"/>
                    <a:pt x="110" y="1815"/>
                    <a:pt x="117" y="1815"/>
                  </a:cubicBezTo>
                  <a:cubicBezTo>
                    <a:pt x="489" y="1815"/>
                    <a:pt x="489" y="1815"/>
                    <a:pt x="489" y="1815"/>
                  </a:cubicBezTo>
                  <a:cubicBezTo>
                    <a:pt x="495" y="1815"/>
                    <a:pt x="500" y="1820"/>
                    <a:pt x="500" y="1826"/>
                  </a:cubicBezTo>
                  <a:cubicBezTo>
                    <a:pt x="500" y="1832"/>
                    <a:pt x="495" y="1837"/>
                    <a:pt x="489" y="1837"/>
                  </a:cubicBezTo>
                  <a:close/>
                  <a:moveTo>
                    <a:pt x="489" y="1758"/>
                  </a:moveTo>
                  <a:cubicBezTo>
                    <a:pt x="117" y="1758"/>
                    <a:pt x="117" y="1758"/>
                    <a:pt x="117" y="1758"/>
                  </a:cubicBezTo>
                  <a:cubicBezTo>
                    <a:pt x="110" y="1758"/>
                    <a:pt x="105" y="1753"/>
                    <a:pt x="105" y="1747"/>
                  </a:cubicBezTo>
                  <a:cubicBezTo>
                    <a:pt x="105" y="1740"/>
                    <a:pt x="110" y="1735"/>
                    <a:pt x="117" y="1735"/>
                  </a:cubicBezTo>
                  <a:cubicBezTo>
                    <a:pt x="489" y="1735"/>
                    <a:pt x="489" y="1735"/>
                    <a:pt x="489" y="1735"/>
                  </a:cubicBezTo>
                  <a:cubicBezTo>
                    <a:pt x="495" y="1735"/>
                    <a:pt x="500" y="1740"/>
                    <a:pt x="500" y="1747"/>
                  </a:cubicBezTo>
                  <a:cubicBezTo>
                    <a:pt x="500" y="1753"/>
                    <a:pt x="495" y="1758"/>
                    <a:pt x="489" y="1758"/>
                  </a:cubicBezTo>
                  <a:close/>
                  <a:moveTo>
                    <a:pt x="112" y="1651"/>
                  </a:moveTo>
                  <a:cubicBezTo>
                    <a:pt x="112" y="430"/>
                    <a:pt x="112" y="430"/>
                    <a:pt x="112" y="430"/>
                  </a:cubicBezTo>
                  <a:cubicBezTo>
                    <a:pt x="484" y="430"/>
                    <a:pt x="484" y="430"/>
                    <a:pt x="484" y="430"/>
                  </a:cubicBezTo>
                  <a:cubicBezTo>
                    <a:pt x="484" y="1651"/>
                    <a:pt x="484" y="1651"/>
                    <a:pt x="484" y="1651"/>
                  </a:cubicBezTo>
                  <a:lnTo>
                    <a:pt x="112" y="1651"/>
                  </a:lnTo>
                  <a:close/>
                  <a:moveTo>
                    <a:pt x="489" y="364"/>
                  </a:moveTo>
                  <a:cubicBezTo>
                    <a:pt x="117" y="364"/>
                    <a:pt x="117" y="364"/>
                    <a:pt x="117" y="364"/>
                  </a:cubicBezTo>
                  <a:cubicBezTo>
                    <a:pt x="110" y="364"/>
                    <a:pt x="105" y="359"/>
                    <a:pt x="105" y="352"/>
                  </a:cubicBezTo>
                  <a:cubicBezTo>
                    <a:pt x="105" y="346"/>
                    <a:pt x="110" y="341"/>
                    <a:pt x="117" y="341"/>
                  </a:cubicBezTo>
                  <a:cubicBezTo>
                    <a:pt x="489" y="341"/>
                    <a:pt x="489" y="341"/>
                    <a:pt x="489" y="341"/>
                  </a:cubicBezTo>
                  <a:cubicBezTo>
                    <a:pt x="495" y="341"/>
                    <a:pt x="500" y="346"/>
                    <a:pt x="500" y="352"/>
                  </a:cubicBezTo>
                  <a:cubicBezTo>
                    <a:pt x="500" y="358"/>
                    <a:pt x="495" y="364"/>
                    <a:pt x="489" y="364"/>
                  </a:cubicBezTo>
                  <a:close/>
                  <a:moveTo>
                    <a:pt x="489" y="284"/>
                  </a:moveTo>
                  <a:cubicBezTo>
                    <a:pt x="117" y="284"/>
                    <a:pt x="117" y="284"/>
                    <a:pt x="117" y="284"/>
                  </a:cubicBezTo>
                  <a:cubicBezTo>
                    <a:pt x="110" y="284"/>
                    <a:pt x="105" y="279"/>
                    <a:pt x="105" y="272"/>
                  </a:cubicBezTo>
                  <a:cubicBezTo>
                    <a:pt x="105" y="266"/>
                    <a:pt x="110" y="261"/>
                    <a:pt x="117" y="261"/>
                  </a:cubicBezTo>
                  <a:cubicBezTo>
                    <a:pt x="489" y="261"/>
                    <a:pt x="489" y="261"/>
                    <a:pt x="489" y="261"/>
                  </a:cubicBezTo>
                  <a:cubicBezTo>
                    <a:pt x="495" y="261"/>
                    <a:pt x="500" y="266"/>
                    <a:pt x="500" y="272"/>
                  </a:cubicBezTo>
                  <a:cubicBezTo>
                    <a:pt x="500" y="279"/>
                    <a:pt x="495" y="284"/>
                    <a:pt x="489" y="284"/>
                  </a:cubicBezTo>
                  <a:close/>
                  <a:moveTo>
                    <a:pt x="489" y="284"/>
                  </a:moveTo>
                  <a:cubicBezTo>
                    <a:pt x="489" y="284"/>
                    <a:pt x="489" y="284"/>
                    <a:pt x="489" y="284"/>
                  </a:cubicBezTo>
                </a:path>
              </a:pathLst>
            </a:custGeom>
            <a:solidFill>
              <a:srgbClr val="FCA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99"/>
            <p:cNvSpPr>
              <a:spLocks noEditPoints="1"/>
            </p:cNvSpPr>
            <p:nvPr userDrawn="1"/>
          </p:nvSpPr>
          <p:spPr bwMode="auto">
            <a:xfrm>
              <a:off x="9432926" y="3170237"/>
              <a:ext cx="57150" cy="169863"/>
            </a:xfrm>
            <a:custGeom>
              <a:avLst/>
              <a:gdLst>
                <a:gd name="T0" fmla="*/ 15 w 36"/>
                <a:gd name="T1" fmla="*/ 107 h 107"/>
                <a:gd name="T2" fmla="*/ 36 w 36"/>
                <a:gd name="T3" fmla="*/ 39 h 107"/>
                <a:gd name="T4" fmla="*/ 21 w 36"/>
                <a:gd name="T5" fmla="*/ 0 h 107"/>
                <a:gd name="T6" fmla="*/ 0 w 36"/>
                <a:gd name="T7" fmla="*/ 67 h 107"/>
                <a:gd name="T8" fmla="*/ 15 w 36"/>
                <a:gd name="T9" fmla="*/ 107 h 107"/>
                <a:gd name="T10" fmla="*/ 15 w 36"/>
                <a:gd name="T11" fmla="*/ 107 h 107"/>
                <a:gd name="T12" fmla="*/ 15 w 36"/>
                <a:gd name="T13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07">
                  <a:moveTo>
                    <a:pt x="15" y="107"/>
                  </a:moveTo>
                  <a:cubicBezTo>
                    <a:pt x="29" y="107"/>
                    <a:pt x="36" y="87"/>
                    <a:pt x="36" y="39"/>
                  </a:cubicBezTo>
                  <a:cubicBezTo>
                    <a:pt x="36" y="10"/>
                    <a:pt x="32" y="0"/>
                    <a:pt x="21" y="0"/>
                  </a:cubicBezTo>
                  <a:cubicBezTo>
                    <a:pt x="8" y="0"/>
                    <a:pt x="0" y="26"/>
                    <a:pt x="0" y="67"/>
                  </a:cubicBezTo>
                  <a:cubicBezTo>
                    <a:pt x="0" y="95"/>
                    <a:pt x="4" y="107"/>
                    <a:pt x="15" y="107"/>
                  </a:cubicBezTo>
                  <a:close/>
                  <a:moveTo>
                    <a:pt x="15" y="107"/>
                  </a:moveTo>
                  <a:cubicBezTo>
                    <a:pt x="15" y="107"/>
                    <a:pt x="15" y="107"/>
                    <a:pt x="15" y="10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200"/>
            <p:cNvSpPr>
              <a:spLocks noEditPoints="1"/>
            </p:cNvSpPr>
            <p:nvPr userDrawn="1"/>
          </p:nvSpPr>
          <p:spPr bwMode="auto">
            <a:xfrm>
              <a:off x="9063038" y="2236787"/>
              <a:ext cx="588963" cy="1938338"/>
            </a:xfrm>
            <a:custGeom>
              <a:avLst/>
              <a:gdLst>
                <a:gd name="T0" fmla="*/ 186 w 372"/>
                <a:gd name="T1" fmla="*/ 0 h 1221"/>
                <a:gd name="T2" fmla="*/ 0 w 372"/>
                <a:gd name="T3" fmla="*/ 0 h 1221"/>
                <a:gd name="T4" fmla="*/ 0 w 372"/>
                <a:gd name="T5" fmla="*/ 1221 h 1221"/>
                <a:gd name="T6" fmla="*/ 372 w 372"/>
                <a:gd name="T7" fmla="*/ 1221 h 1221"/>
                <a:gd name="T8" fmla="*/ 372 w 372"/>
                <a:gd name="T9" fmla="*/ 0 h 1221"/>
                <a:gd name="T10" fmla="*/ 186 w 372"/>
                <a:gd name="T11" fmla="*/ 0 h 1221"/>
                <a:gd name="T12" fmla="*/ 93 w 372"/>
                <a:gd name="T13" fmla="*/ 738 h 1221"/>
                <a:gd name="T14" fmla="*/ 40 w 372"/>
                <a:gd name="T15" fmla="*/ 684 h 1221"/>
                <a:gd name="T16" fmla="*/ 57 w 372"/>
                <a:gd name="T17" fmla="*/ 585 h 1221"/>
                <a:gd name="T18" fmla="*/ 54 w 372"/>
                <a:gd name="T19" fmla="*/ 582 h 1221"/>
                <a:gd name="T20" fmla="*/ 32 w 372"/>
                <a:gd name="T21" fmla="*/ 582 h 1221"/>
                <a:gd name="T22" fmla="*/ 31 w 372"/>
                <a:gd name="T23" fmla="*/ 580 h 1221"/>
                <a:gd name="T24" fmla="*/ 34 w 372"/>
                <a:gd name="T25" fmla="*/ 553 h 1221"/>
                <a:gd name="T26" fmla="*/ 63 w 372"/>
                <a:gd name="T27" fmla="*/ 549 h 1221"/>
                <a:gd name="T28" fmla="*/ 68 w 372"/>
                <a:gd name="T29" fmla="*/ 504 h 1221"/>
                <a:gd name="T30" fmla="*/ 136 w 372"/>
                <a:gd name="T31" fmla="*/ 490 h 1221"/>
                <a:gd name="T32" fmla="*/ 141 w 372"/>
                <a:gd name="T33" fmla="*/ 495 h 1221"/>
                <a:gd name="T34" fmla="*/ 129 w 372"/>
                <a:gd name="T35" fmla="*/ 548 h 1221"/>
                <a:gd name="T36" fmla="*/ 167 w 372"/>
                <a:gd name="T37" fmla="*/ 548 h 1221"/>
                <a:gd name="T38" fmla="*/ 170 w 372"/>
                <a:gd name="T39" fmla="*/ 551 h 1221"/>
                <a:gd name="T40" fmla="*/ 165 w 372"/>
                <a:gd name="T41" fmla="*/ 581 h 1221"/>
                <a:gd name="T42" fmla="*/ 127 w 372"/>
                <a:gd name="T43" fmla="*/ 580 h 1221"/>
                <a:gd name="T44" fmla="*/ 122 w 372"/>
                <a:gd name="T45" fmla="*/ 583 h 1221"/>
                <a:gd name="T46" fmla="*/ 108 w 372"/>
                <a:gd name="T47" fmla="*/ 660 h 1221"/>
                <a:gd name="T48" fmla="*/ 115 w 372"/>
                <a:gd name="T49" fmla="*/ 672 h 1221"/>
                <a:gd name="T50" fmla="*/ 139 w 372"/>
                <a:gd name="T51" fmla="*/ 654 h 1221"/>
                <a:gd name="T52" fmla="*/ 148 w 372"/>
                <a:gd name="T53" fmla="*/ 656 h 1221"/>
                <a:gd name="T54" fmla="*/ 156 w 372"/>
                <a:gd name="T55" fmla="*/ 676 h 1221"/>
                <a:gd name="T56" fmla="*/ 93 w 372"/>
                <a:gd name="T57" fmla="*/ 738 h 1221"/>
                <a:gd name="T58" fmla="*/ 233 w 372"/>
                <a:gd name="T59" fmla="*/ 738 h 1221"/>
                <a:gd name="T60" fmla="*/ 186 w 372"/>
                <a:gd name="T61" fmla="*/ 723 h 1221"/>
                <a:gd name="T62" fmla="*/ 161 w 372"/>
                <a:gd name="T63" fmla="*/ 659 h 1221"/>
                <a:gd name="T64" fmla="*/ 186 w 372"/>
                <a:gd name="T65" fmla="*/ 578 h 1221"/>
                <a:gd name="T66" fmla="*/ 269 w 372"/>
                <a:gd name="T67" fmla="*/ 539 h 1221"/>
                <a:gd name="T68" fmla="*/ 341 w 372"/>
                <a:gd name="T69" fmla="*/ 615 h 1221"/>
                <a:gd name="T70" fmla="*/ 233 w 372"/>
                <a:gd name="T71" fmla="*/ 738 h 1221"/>
                <a:gd name="T72" fmla="*/ 233 w 372"/>
                <a:gd name="T73" fmla="*/ 738 h 1221"/>
                <a:gd name="T74" fmla="*/ 233 w 372"/>
                <a:gd name="T75" fmla="*/ 738 h 1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72" h="1221">
                  <a:moveTo>
                    <a:pt x="1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21"/>
                    <a:pt x="0" y="1221"/>
                    <a:pt x="0" y="1221"/>
                  </a:cubicBezTo>
                  <a:cubicBezTo>
                    <a:pt x="372" y="1221"/>
                    <a:pt x="372" y="1221"/>
                    <a:pt x="372" y="1221"/>
                  </a:cubicBezTo>
                  <a:cubicBezTo>
                    <a:pt x="372" y="0"/>
                    <a:pt x="372" y="0"/>
                    <a:pt x="372" y="0"/>
                  </a:cubicBezTo>
                  <a:lnTo>
                    <a:pt x="186" y="0"/>
                  </a:lnTo>
                  <a:close/>
                  <a:moveTo>
                    <a:pt x="93" y="738"/>
                  </a:moveTo>
                  <a:cubicBezTo>
                    <a:pt x="55" y="738"/>
                    <a:pt x="36" y="718"/>
                    <a:pt x="40" y="684"/>
                  </a:cubicBezTo>
                  <a:cubicBezTo>
                    <a:pt x="57" y="585"/>
                    <a:pt x="57" y="585"/>
                    <a:pt x="57" y="585"/>
                  </a:cubicBezTo>
                  <a:cubicBezTo>
                    <a:pt x="54" y="582"/>
                    <a:pt x="54" y="582"/>
                    <a:pt x="54" y="582"/>
                  </a:cubicBezTo>
                  <a:cubicBezTo>
                    <a:pt x="32" y="582"/>
                    <a:pt x="32" y="582"/>
                    <a:pt x="32" y="582"/>
                  </a:cubicBezTo>
                  <a:cubicBezTo>
                    <a:pt x="31" y="580"/>
                    <a:pt x="31" y="580"/>
                    <a:pt x="31" y="580"/>
                  </a:cubicBezTo>
                  <a:cubicBezTo>
                    <a:pt x="34" y="553"/>
                    <a:pt x="34" y="553"/>
                    <a:pt x="34" y="553"/>
                  </a:cubicBezTo>
                  <a:cubicBezTo>
                    <a:pt x="63" y="549"/>
                    <a:pt x="63" y="549"/>
                    <a:pt x="63" y="549"/>
                  </a:cubicBezTo>
                  <a:cubicBezTo>
                    <a:pt x="66" y="528"/>
                    <a:pt x="68" y="504"/>
                    <a:pt x="68" y="504"/>
                  </a:cubicBezTo>
                  <a:cubicBezTo>
                    <a:pt x="136" y="490"/>
                    <a:pt x="136" y="490"/>
                    <a:pt x="136" y="490"/>
                  </a:cubicBezTo>
                  <a:cubicBezTo>
                    <a:pt x="141" y="495"/>
                    <a:pt x="141" y="495"/>
                    <a:pt x="141" y="495"/>
                  </a:cubicBezTo>
                  <a:cubicBezTo>
                    <a:pt x="141" y="495"/>
                    <a:pt x="134" y="521"/>
                    <a:pt x="129" y="548"/>
                  </a:cubicBezTo>
                  <a:cubicBezTo>
                    <a:pt x="167" y="548"/>
                    <a:pt x="167" y="548"/>
                    <a:pt x="167" y="548"/>
                  </a:cubicBezTo>
                  <a:cubicBezTo>
                    <a:pt x="170" y="551"/>
                    <a:pt x="170" y="551"/>
                    <a:pt x="170" y="551"/>
                  </a:cubicBezTo>
                  <a:cubicBezTo>
                    <a:pt x="165" y="581"/>
                    <a:pt x="165" y="581"/>
                    <a:pt x="165" y="581"/>
                  </a:cubicBezTo>
                  <a:cubicBezTo>
                    <a:pt x="127" y="580"/>
                    <a:pt x="127" y="580"/>
                    <a:pt x="127" y="580"/>
                  </a:cubicBezTo>
                  <a:cubicBezTo>
                    <a:pt x="122" y="583"/>
                    <a:pt x="122" y="583"/>
                    <a:pt x="122" y="583"/>
                  </a:cubicBezTo>
                  <a:cubicBezTo>
                    <a:pt x="108" y="660"/>
                    <a:pt x="108" y="660"/>
                    <a:pt x="108" y="660"/>
                  </a:cubicBezTo>
                  <a:cubicBezTo>
                    <a:pt x="107" y="669"/>
                    <a:pt x="110" y="672"/>
                    <a:pt x="115" y="672"/>
                  </a:cubicBezTo>
                  <a:cubicBezTo>
                    <a:pt x="121" y="672"/>
                    <a:pt x="126" y="668"/>
                    <a:pt x="139" y="654"/>
                  </a:cubicBezTo>
                  <a:cubicBezTo>
                    <a:pt x="148" y="656"/>
                    <a:pt x="148" y="656"/>
                    <a:pt x="148" y="656"/>
                  </a:cubicBezTo>
                  <a:cubicBezTo>
                    <a:pt x="156" y="676"/>
                    <a:pt x="156" y="676"/>
                    <a:pt x="156" y="676"/>
                  </a:cubicBezTo>
                  <a:cubicBezTo>
                    <a:pt x="130" y="714"/>
                    <a:pt x="104" y="738"/>
                    <a:pt x="93" y="738"/>
                  </a:cubicBezTo>
                  <a:close/>
                  <a:moveTo>
                    <a:pt x="233" y="738"/>
                  </a:moveTo>
                  <a:cubicBezTo>
                    <a:pt x="214" y="738"/>
                    <a:pt x="198" y="733"/>
                    <a:pt x="186" y="723"/>
                  </a:cubicBezTo>
                  <a:cubicBezTo>
                    <a:pt x="170" y="709"/>
                    <a:pt x="161" y="688"/>
                    <a:pt x="161" y="659"/>
                  </a:cubicBezTo>
                  <a:cubicBezTo>
                    <a:pt x="161" y="627"/>
                    <a:pt x="170" y="599"/>
                    <a:pt x="186" y="578"/>
                  </a:cubicBezTo>
                  <a:cubicBezTo>
                    <a:pt x="205" y="554"/>
                    <a:pt x="234" y="539"/>
                    <a:pt x="269" y="539"/>
                  </a:cubicBezTo>
                  <a:cubicBezTo>
                    <a:pt x="316" y="539"/>
                    <a:pt x="341" y="566"/>
                    <a:pt x="341" y="615"/>
                  </a:cubicBezTo>
                  <a:cubicBezTo>
                    <a:pt x="341" y="689"/>
                    <a:pt x="298" y="738"/>
                    <a:pt x="233" y="738"/>
                  </a:cubicBezTo>
                  <a:close/>
                  <a:moveTo>
                    <a:pt x="233" y="738"/>
                  </a:moveTo>
                  <a:cubicBezTo>
                    <a:pt x="233" y="738"/>
                    <a:pt x="233" y="738"/>
                    <a:pt x="233" y="738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201"/>
            <p:cNvSpPr>
              <a:spLocks noEditPoints="1"/>
            </p:cNvSpPr>
            <p:nvPr userDrawn="1"/>
          </p:nvSpPr>
          <p:spPr bwMode="auto">
            <a:xfrm>
              <a:off x="8885238" y="1728787"/>
              <a:ext cx="944563" cy="2974975"/>
            </a:xfrm>
            <a:custGeom>
              <a:avLst/>
              <a:gdLst>
                <a:gd name="T0" fmla="*/ 227 w 596"/>
                <a:gd name="T1" fmla="*/ 993 h 1874"/>
                <a:gd name="T2" fmla="*/ 234 w 596"/>
                <a:gd name="T3" fmla="*/ 904 h 1874"/>
                <a:gd name="T4" fmla="*/ 277 w 596"/>
                <a:gd name="T5" fmla="*/ 902 h 1874"/>
                <a:gd name="T6" fmla="*/ 279 w 596"/>
                <a:gd name="T7" fmla="*/ 869 h 1874"/>
                <a:gd name="T8" fmla="*/ 253 w 596"/>
                <a:gd name="T9" fmla="*/ 816 h 1874"/>
                <a:gd name="T10" fmla="*/ 180 w 596"/>
                <a:gd name="T11" fmla="*/ 825 h 1874"/>
                <a:gd name="T12" fmla="*/ 146 w 596"/>
                <a:gd name="T13" fmla="*/ 874 h 1874"/>
                <a:gd name="T14" fmla="*/ 144 w 596"/>
                <a:gd name="T15" fmla="*/ 903 h 1874"/>
                <a:gd name="T16" fmla="*/ 169 w 596"/>
                <a:gd name="T17" fmla="*/ 906 h 1874"/>
                <a:gd name="T18" fmla="*/ 205 w 596"/>
                <a:gd name="T19" fmla="*/ 1059 h 1874"/>
                <a:gd name="T20" fmla="*/ 260 w 596"/>
                <a:gd name="T21" fmla="*/ 977 h 1874"/>
                <a:gd name="T22" fmla="*/ 381 w 596"/>
                <a:gd name="T23" fmla="*/ 859 h 1874"/>
                <a:gd name="T24" fmla="*/ 273 w 596"/>
                <a:gd name="T25" fmla="*/ 979 h 1874"/>
                <a:gd name="T26" fmla="*/ 345 w 596"/>
                <a:gd name="T27" fmla="*/ 1058 h 1874"/>
                <a:gd name="T28" fmla="*/ 381 w 596"/>
                <a:gd name="T29" fmla="*/ 859 h 1874"/>
                <a:gd name="T30" fmla="*/ 345 w 596"/>
                <a:gd name="T31" fmla="*/ 975 h 1874"/>
                <a:gd name="T32" fmla="*/ 380 w 596"/>
                <a:gd name="T33" fmla="*/ 947 h 1874"/>
                <a:gd name="T34" fmla="*/ 298 w 596"/>
                <a:gd name="T35" fmla="*/ 0 h 1874"/>
                <a:gd name="T36" fmla="*/ 0 w 596"/>
                <a:gd name="T37" fmla="*/ 72 h 1874"/>
                <a:gd name="T38" fmla="*/ 596 w 596"/>
                <a:gd name="T39" fmla="*/ 0 h 1874"/>
                <a:gd name="T40" fmla="*/ 298 w 596"/>
                <a:gd name="T41" fmla="*/ 1802 h 1874"/>
                <a:gd name="T42" fmla="*/ 0 w 596"/>
                <a:gd name="T43" fmla="*/ 1874 h 1874"/>
                <a:gd name="T44" fmla="*/ 596 w 596"/>
                <a:gd name="T45" fmla="*/ 1802 h 1874"/>
                <a:gd name="T46" fmla="*/ 489 w 596"/>
                <a:gd name="T47" fmla="*/ 151 h 1874"/>
                <a:gd name="T48" fmla="*/ 105 w 596"/>
                <a:gd name="T49" fmla="*/ 162 h 1874"/>
                <a:gd name="T50" fmla="*/ 489 w 596"/>
                <a:gd name="T51" fmla="*/ 174 h 1874"/>
                <a:gd name="T52" fmla="*/ 489 w 596"/>
                <a:gd name="T53" fmla="*/ 151 h 1874"/>
                <a:gd name="T54" fmla="*/ 117 w 596"/>
                <a:gd name="T55" fmla="*/ 230 h 1874"/>
                <a:gd name="T56" fmla="*/ 117 w 596"/>
                <a:gd name="T57" fmla="*/ 253 h 1874"/>
                <a:gd name="T58" fmla="*/ 500 w 596"/>
                <a:gd name="T59" fmla="*/ 242 h 1874"/>
                <a:gd name="T60" fmla="*/ 489 w 596"/>
                <a:gd name="T61" fmla="*/ 1625 h 1874"/>
                <a:gd name="T62" fmla="*/ 105 w 596"/>
                <a:gd name="T63" fmla="*/ 1637 h 1874"/>
                <a:gd name="T64" fmla="*/ 489 w 596"/>
                <a:gd name="T65" fmla="*/ 1648 h 1874"/>
                <a:gd name="T66" fmla="*/ 489 w 596"/>
                <a:gd name="T67" fmla="*/ 1625 h 1874"/>
                <a:gd name="T68" fmla="*/ 117 w 596"/>
                <a:gd name="T69" fmla="*/ 1705 h 1874"/>
                <a:gd name="T70" fmla="*/ 117 w 596"/>
                <a:gd name="T71" fmla="*/ 1727 h 1874"/>
                <a:gd name="T72" fmla="*/ 500 w 596"/>
                <a:gd name="T73" fmla="*/ 1716 h 1874"/>
                <a:gd name="T74" fmla="*/ 489 w 596"/>
                <a:gd name="T75" fmla="*/ 1705 h 1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96" h="1874">
                  <a:moveTo>
                    <a:pt x="251" y="975"/>
                  </a:moveTo>
                  <a:cubicBezTo>
                    <a:pt x="239" y="989"/>
                    <a:pt x="233" y="993"/>
                    <a:pt x="227" y="993"/>
                  </a:cubicBezTo>
                  <a:cubicBezTo>
                    <a:pt x="222" y="993"/>
                    <a:pt x="220" y="990"/>
                    <a:pt x="220" y="981"/>
                  </a:cubicBezTo>
                  <a:cubicBezTo>
                    <a:pt x="234" y="904"/>
                    <a:pt x="234" y="904"/>
                    <a:pt x="234" y="904"/>
                  </a:cubicBezTo>
                  <a:cubicBezTo>
                    <a:pt x="239" y="901"/>
                    <a:pt x="239" y="901"/>
                    <a:pt x="239" y="901"/>
                  </a:cubicBezTo>
                  <a:cubicBezTo>
                    <a:pt x="277" y="902"/>
                    <a:pt x="277" y="902"/>
                    <a:pt x="277" y="902"/>
                  </a:cubicBezTo>
                  <a:cubicBezTo>
                    <a:pt x="282" y="872"/>
                    <a:pt x="282" y="872"/>
                    <a:pt x="282" y="872"/>
                  </a:cubicBezTo>
                  <a:cubicBezTo>
                    <a:pt x="279" y="869"/>
                    <a:pt x="279" y="869"/>
                    <a:pt x="279" y="869"/>
                  </a:cubicBezTo>
                  <a:cubicBezTo>
                    <a:pt x="241" y="869"/>
                    <a:pt x="241" y="869"/>
                    <a:pt x="241" y="869"/>
                  </a:cubicBezTo>
                  <a:cubicBezTo>
                    <a:pt x="246" y="842"/>
                    <a:pt x="253" y="816"/>
                    <a:pt x="253" y="816"/>
                  </a:cubicBezTo>
                  <a:cubicBezTo>
                    <a:pt x="248" y="811"/>
                    <a:pt x="248" y="811"/>
                    <a:pt x="248" y="811"/>
                  </a:cubicBezTo>
                  <a:cubicBezTo>
                    <a:pt x="180" y="825"/>
                    <a:pt x="180" y="825"/>
                    <a:pt x="180" y="825"/>
                  </a:cubicBezTo>
                  <a:cubicBezTo>
                    <a:pt x="180" y="825"/>
                    <a:pt x="178" y="849"/>
                    <a:pt x="175" y="870"/>
                  </a:cubicBezTo>
                  <a:cubicBezTo>
                    <a:pt x="146" y="874"/>
                    <a:pt x="146" y="874"/>
                    <a:pt x="146" y="874"/>
                  </a:cubicBezTo>
                  <a:cubicBezTo>
                    <a:pt x="143" y="901"/>
                    <a:pt x="143" y="901"/>
                    <a:pt x="143" y="901"/>
                  </a:cubicBezTo>
                  <a:cubicBezTo>
                    <a:pt x="144" y="903"/>
                    <a:pt x="144" y="903"/>
                    <a:pt x="144" y="903"/>
                  </a:cubicBezTo>
                  <a:cubicBezTo>
                    <a:pt x="166" y="903"/>
                    <a:pt x="166" y="903"/>
                    <a:pt x="166" y="903"/>
                  </a:cubicBezTo>
                  <a:cubicBezTo>
                    <a:pt x="169" y="906"/>
                    <a:pt x="169" y="906"/>
                    <a:pt x="169" y="906"/>
                  </a:cubicBezTo>
                  <a:cubicBezTo>
                    <a:pt x="152" y="1005"/>
                    <a:pt x="152" y="1005"/>
                    <a:pt x="152" y="1005"/>
                  </a:cubicBezTo>
                  <a:cubicBezTo>
                    <a:pt x="148" y="1039"/>
                    <a:pt x="167" y="1059"/>
                    <a:pt x="205" y="1059"/>
                  </a:cubicBezTo>
                  <a:cubicBezTo>
                    <a:pt x="216" y="1059"/>
                    <a:pt x="242" y="1034"/>
                    <a:pt x="268" y="997"/>
                  </a:cubicBezTo>
                  <a:cubicBezTo>
                    <a:pt x="260" y="977"/>
                    <a:pt x="260" y="977"/>
                    <a:pt x="260" y="977"/>
                  </a:cubicBezTo>
                  <a:lnTo>
                    <a:pt x="251" y="975"/>
                  </a:lnTo>
                  <a:close/>
                  <a:moveTo>
                    <a:pt x="381" y="859"/>
                  </a:moveTo>
                  <a:cubicBezTo>
                    <a:pt x="346" y="859"/>
                    <a:pt x="317" y="874"/>
                    <a:pt x="298" y="898"/>
                  </a:cubicBezTo>
                  <a:cubicBezTo>
                    <a:pt x="282" y="919"/>
                    <a:pt x="273" y="947"/>
                    <a:pt x="273" y="979"/>
                  </a:cubicBezTo>
                  <a:cubicBezTo>
                    <a:pt x="273" y="1008"/>
                    <a:pt x="282" y="1030"/>
                    <a:pt x="298" y="1043"/>
                  </a:cubicBezTo>
                  <a:cubicBezTo>
                    <a:pt x="310" y="1052"/>
                    <a:pt x="325" y="1058"/>
                    <a:pt x="345" y="1058"/>
                  </a:cubicBezTo>
                  <a:cubicBezTo>
                    <a:pt x="410" y="1058"/>
                    <a:pt x="453" y="1009"/>
                    <a:pt x="453" y="935"/>
                  </a:cubicBezTo>
                  <a:cubicBezTo>
                    <a:pt x="453" y="887"/>
                    <a:pt x="428" y="859"/>
                    <a:pt x="381" y="859"/>
                  </a:cubicBezTo>
                  <a:close/>
                  <a:moveTo>
                    <a:pt x="360" y="1015"/>
                  </a:moveTo>
                  <a:cubicBezTo>
                    <a:pt x="349" y="1015"/>
                    <a:pt x="345" y="1003"/>
                    <a:pt x="345" y="975"/>
                  </a:cubicBezTo>
                  <a:cubicBezTo>
                    <a:pt x="345" y="934"/>
                    <a:pt x="352" y="908"/>
                    <a:pt x="365" y="908"/>
                  </a:cubicBezTo>
                  <a:cubicBezTo>
                    <a:pt x="376" y="908"/>
                    <a:pt x="380" y="918"/>
                    <a:pt x="380" y="947"/>
                  </a:cubicBezTo>
                  <a:cubicBezTo>
                    <a:pt x="380" y="995"/>
                    <a:pt x="374" y="1015"/>
                    <a:pt x="360" y="1015"/>
                  </a:cubicBezTo>
                  <a:close/>
                  <a:moveTo>
                    <a:pt x="2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596" y="72"/>
                    <a:pt x="596" y="72"/>
                    <a:pt x="596" y="72"/>
                  </a:cubicBezTo>
                  <a:cubicBezTo>
                    <a:pt x="596" y="0"/>
                    <a:pt x="596" y="0"/>
                    <a:pt x="596" y="0"/>
                  </a:cubicBezTo>
                  <a:lnTo>
                    <a:pt x="298" y="0"/>
                  </a:lnTo>
                  <a:close/>
                  <a:moveTo>
                    <a:pt x="298" y="1802"/>
                  </a:moveTo>
                  <a:cubicBezTo>
                    <a:pt x="0" y="1802"/>
                    <a:pt x="0" y="1802"/>
                    <a:pt x="0" y="1802"/>
                  </a:cubicBezTo>
                  <a:cubicBezTo>
                    <a:pt x="0" y="1874"/>
                    <a:pt x="0" y="1874"/>
                    <a:pt x="0" y="1874"/>
                  </a:cubicBezTo>
                  <a:cubicBezTo>
                    <a:pt x="596" y="1874"/>
                    <a:pt x="596" y="1874"/>
                    <a:pt x="596" y="1874"/>
                  </a:cubicBezTo>
                  <a:cubicBezTo>
                    <a:pt x="596" y="1802"/>
                    <a:pt x="596" y="1802"/>
                    <a:pt x="596" y="1802"/>
                  </a:cubicBezTo>
                  <a:lnTo>
                    <a:pt x="298" y="1802"/>
                  </a:lnTo>
                  <a:close/>
                  <a:moveTo>
                    <a:pt x="489" y="151"/>
                  </a:moveTo>
                  <a:cubicBezTo>
                    <a:pt x="117" y="151"/>
                    <a:pt x="117" y="151"/>
                    <a:pt x="117" y="151"/>
                  </a:cubicBezTo>
                  <a:cubicBezTo>
                    <a:pt x="110" y="151"/>
                    <a:pt x="105" y="156"/>
                    <a:pt x="105" y="162"/>
                  </a:cubicBezTo>
                  <a:cubicBezTo>
                    <a:pt x="105" y="169"/>
                    <a:pt x="110" y="174"/>
                    <a:pt x="117" y="174"/>
                  </a:cubicBezTo>
                  <a:cubicBezTo>
                    <a:pt x="489" y="174"/>
                    <a:pt x="489" y="174"/>
                    <a:pt x="489" y="174"/>
                  </a:cubicBezTo>
                  <a:cubicBezTo>
                    <a:pt x="495" y="174"/>
                    <a:pt x="500" y="169"/>
                    <a:pt x="500" y="162"/>
                  </a:cubicBezTo>
                  <a:cubicBezTo>
                    <a:pt x="500" y="156"/>
                    <a:pt x="495" y="151"/>
                    <a:pt x="489" y="151"/>
                  </a:cubicBezTo>
                  <a:close/>
                  <a:moveTo>
                    <a:pt x="489" y="230"/>
                  </a:moveTo>
                  <a:cubicBezTo>
                    <a:pt x="117" y="230"/>
                    <a:pt x="117" y="230"/>
                    <a:pt x="117" y="230"/>
                  </a:cubicBezTo>
                  <a:cubicBezTo>
                    <a:pt x="110" y="230"/>
                    <a:pt x="105" y="235"/>
                    <a:pt x="105" y="242"/>
                  </a:cubicBezTo>
                  <a:cubicBezTo>
                    <a:pt x="105" y="248"/>
                    <a:pt x="110" y="253"/>
                    <a:pt x="117" y="253"/>
                  </a:cubicBezTo>
                  <a:cubicBezTo>
                    <a:pt x="489" y="253"/>
                    <a:pt x="489" y="253"/>
                    <a:pt x="489" y="253"/>
                  </a:cubicBezTo>
                  <a:cubicBezTo>
                    <a:pt x="495" y="253"/>
                    <a:pt x="500" y="248"/>
                    <a:pt x="500" y="242"/>
                  </a:cubicBezTo>
                  <a:cubicBezTo>
                    <a:pt x="500" y="235"/>
                    <a:pt x="495" y="230"/>
                    <a:pt x="489" y="230"/>
                  </a:cubicBezTo>
                  <a:close/>
                  <a:moveTo>
                    <a:pt x="489" y="1625"/>
                  </a:moveTo>
                  <a:cubicBezTo>
                    <a:pt x="117" y="1625"/>
                    <a:pt x="117" y="1625"/>
                    <a:pt x="117" y="1625"/>
                  </a:cubicBezTo>
                  <a:cubicBezTo>
                    <a:pt x="110" y="1625"/>
                    <a:pt x="105" y="1630"/>
                    <a:pt x="105" y="1637"/>
                  </a:cubicBezTo>
                  <a:cubicBezTo>
                    <a:pt x="105" y="1643"/>
                    <a:pt x="110" y="1648"/>
                    <a:pt x="117" y="1648"/>
                  </a:cubicBezTo>
                  <a:cubicBezTo>
                    <a:pt x="489" y="1648"/>
                    <a:pt x="489" y="1648"/>
                    <a:pt x="489" y="1648"/>
                  </a:cubicBezTo>
                  <a:cubicBezTo>
                    <a:pt x="495" y="1648"/>
                    <a:pt x="500" y="1643"/>
                    <a:pt x="500" y="1637"/>
                  </a:cubicBezTo>
                  <a:cubicBezTo>
                    <a:pt x="500" y="1630"/>
                    <a:pt x="495" y="1625"/>
                    <a:pt x="489" y="1625"/>
                  </a:cubicBezTo>
                  <a:close/>
                  <a:moveTo>
                    <a:pt x="489" y="1705"/>
                  </a:moveTo>
                  <a:cubicBezTo>
                    <a:pt x="117" y="1705"/>
                    <a:pt x="117" y="1705"/>
                    <a:pt x="117" y="1705"/>
                  </a:cubicBezTo>
                  <a:cubicBezTo>
                    <a:pt x="110" y="1705"/>
                    <a:pt x="105" y="1710"/>
                    <a:pt x="105" y="1716"/>
                  </a:cubicBezTo>
                  <a:cubicBezTo>
                    <a:pt x="105" y="1722"/>
                    <a:pt x="110" y="1727"/>
                    <a:pt x="117" y="1727"/>
                  </a:cubicBezTo>
                  <a:cubicBezTo>
                    <a:pt x="489" y="1727"/>
                    <a:pt x="489" y="1727"/>
                    <a:pt x="489" y="1727"/>
                  </a:cubicBezTo>
                  <a:cubicBezTo>
                    <a:pt x="495" y="1727"/>
                    <a:pt x="500" y="1722"/>
                    <a:pt x="500" y="1716"/>
                  </a:cubicBezTo>
                  <a:cubicBezTo>
                    <a:pt x="500" y="1710"/>
                    <a:pt x="495" y="1705"/>
                    <a:pt x="489" y="1705"/>
                  </a:cubicBezTo>
                  <a:close/>
                  <a:moveTo>
                    <a:pt x="489" y="1705"/>
                  </a:moveTo>
                  <a:cubicBezTo>
                    <a:pt x="489" y="1705"/>
                    <a:pt x="489" y="1705"/>
                    <a:pt x="489" y="1705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202"/>
            <p:cNvSpPr>
              <a:spLocks noEditPoints="1"/>
            </p:cNvSpPr>
            <p:nvPr userDrawn="1"/>
          </p:nvSpPr>
          <p:spPr bwMode="auto">
            <a:xfrm>
              <a:off x="10383838" y="2078037"/>
              <a:ext cx="1019175" cy="2339975"/>
            </a:xfrm>
            <a:custGeom>
              <a:avLst/>
              <a:gdLst>
                <a:gd name="T0" fmla="*/ 253 w 642"/>
                <a:gd name="T1" fmla="*/ 110 h 1474"/>
                <a:gd name="T2" fmla="*/ 264 w 642"/>
                <a:gd name="T3" fmla="*/ 149 h 1474"/>
                <a:gd name="T4" fmla="*/ 642 w 642"/>
                <a:gd name="T5" fmla="*/ 1474 h 1474"/>
                <a:gd name="T6" fmla="*/ 222 w 642"/>
                <a:gd name="T7" fmla="*/ 0 h 1474"/>
                <a:gd name="T8" fmla="*/ 221 w 642"/>
                <a:gd name="T9" fmla="*/ 0 h 1474"/>
                <a:gd name="T10" fmla="*/ 253 w 642"/>
                <a:gd name="T11" fmla="*/ 110 h 1474"/>
                <a:gd name="T12" fmla="*/ 2 w 642"/>
                <a:gd name="T13" fmla="*/ 356 h 1474"/>
                <a:gd name="T14" fmla="*/ 17 w 642"/>
                <a:gd name="T15" fmla="*/ 366 h 1474"/>
                <a:gd name="T16" fmla="*/ 10 w 642"/>
                <a:gd name="T17" fmla="*/ 342 h 1474"/>
                <a:gd name="T18" fmla="*/ 2 w 642"/>
                <a:gd name="T19" fmla="*/ 356 h 1474"/>
                <a:gd name="T20" fmla="*/ 2 w 642"/>
                <a:gd name="T21" fmla="*/ 356 h 1474"/>
                <a:gd name="T22" fmla="*/ 2 w 642"/>
                <a:gd name="T23" fmla="*/ 356 h 1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2" h="1474">
                  <a:moveTo>
                    <a:pt x="253" y="110"/>
                  </a:moveTo>
                  <a:cubicBezTo>
                    <a:pt x="264" y="149"/>
                    <a:pt x="264" y="149"/>
                    <a:pt x="264" y="149"/>
                  </a:cubicBezTo>
                  <a:cubicBezTo>
                    <a:pt x="642" y="1474"/>
                    <a:pt x="642" y="1474"/>
                    <a:pt x="642" y="1474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53" y="110"/>
                    <a:pt x="253" y="110"/>
                    <a:pt x="253" y="110"/>
                  </a:cubicBezTo>
                  <a:close/>
                  <a:moveTo>
                    <a:pt x="2" y="356"/>
                  </a:moveTo>
                  <a:cubicBezTo>
                    <a:pt x="3" y="362"/>
                    <a:pt x="9" y="364"/>
                    <a:pt x="17" y="366"/>
                  </a:cubicBezTo>
                  <a:cubicBezTo>
                    <a:pt x="10" y="342"/>
                    <a:pt x="10" y="342"/>
                    <a:pt x="10" y="342"/>
                  </a:cubicBezTo>
                  <a:cubicBezTo>
                    <a:pt x="3" y="345"/>
                    <a:pt x="0" y="350"/>
                    <a:pt x="2" y="356"/>
                  </a:cubicBezTo>
                  <a:close/>
                  <a:moveTo>
                    <a:pt x="2" y="356"/>
                  </a:moveTo>
                  <a:cubicBezTo>
                    <a:pt x="2" y="356"/>
                    <a:pt x="2" y="356"/>
                    <a:pt x="2" y="356"/>
                  </a:cubicBezTo>
                </a:path>
              </a:pathLst>
            </a:custGeom>
            <a:solidFill>
              <a:srgbClr val="FF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203"/>
            <p:cNvSpPr>
              <a:spLocks noEditPoints="1"/>
            </p:cNvSpPr>
            <p:nvPr userDrawn="1"/>
          </p:nvSpPr>
          <p:spPr bwMode="auto">
            <a:xfrm>
              <a:off x="10469563" y="2936875"/>
              <a:ext cx="6350" cy="152400"/>
            </a:xfrm>
            <a:custGeom>
              <a:avLst/>
              <a:gdLst>
                <a:gd name="T0" fmla="*/ 0 w 4"/>
                <a:gd name="T1" fmla="*/ 0 h 96"/>
                <a:gd name="T2" fmla="*/ 3 w 4"/>
                <a:gd name="T3" fmla="*/ 0 h 96"/>
                <a:gd name="T4" fmla="*/ 3 w 4"/>
                <a:gd name="T5" fmla="*/ 96 h 96"/>
                <a:gd name="T6" fmla="*/ 0 w 4"/>
                <a:gd name="T7" fmla="*/ 96 h 96"/>
                <a:gd name="T8" fmla="*/ 0 w 4"/>
                <a:gd name="T9" fmla="*/ 0 h 96"/>
                <a:gd name="T10" fmla="*/ 3 w 4"/>
                <a:gd name="T11" fmla="*/ 0 h 96"/>
                <a:gd name="T12" fmla="*/ 4 w 4"/>
                <a:gd name="T13" fmla="*/ 0 h 96"/>
                <a:gd name="T14" fmla="*/ 4 w 4"/>
                <a:gd name="T15" fmla="*/ 96 h 96"/>
                <a:gd name="T16" fmla="*/ 3 w 4"/>
                <a:gd name="T17" fmla="*/ 96 h 96"/>
                <a:gd name="T18" fmla="*/ 3 w 4"/>
                <a:gd name="T19" fmla="*/ 0 h 96"/>
                <a:gd name="T20" fmla="*/ 3 w 4"/>
                <a:gd name="T21" fmla="*/ 0 h 96"/>
                <a:gd name="T22" fmla="*/ 3 w 4"/>
                <a:gd name="T2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96">
                  <a:moveTo>
                    <a:pt x="0" y="0"/>
                  </a:moveTo>
                  <a:lnTo>
                    <a:pt x="3" y="0"/>
                  </a:lnTo>
                  <a:lnTo>
                    <a:pt x="3" y="96"/>
                  </a:lnTo>
                  <a:lnTo>
                    <a:pt x="0" y="96"/>
                  </a:lnTo>
                  <a:lnTo>
                    <a:pt x="0" y="0"/>
                  </a:lnTo>
                  <a:close/>
                  <a:moveTo>
                    <a:pt x="3" y="0"/>
                  </a:moveTo>
                  <a:lnTo>
                    <a:pt x="4" y="0"/>
                  </a:lnTo>
                  <a:lnTo>
                    <a:pt x="4" y="96"/>
                  </a:lnTo>
                  <a:lnTo>
                    <a:pt x="3" y="96"/>
                  </a:lnTo>
                  <a:lnTo>
                    <a:pt x="3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close/>
                </a:path>
              </a:pathLst>
            </a:cu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204"/>
            <p:cNvSpPr>
              <a:spLocks noEditPoints="1"/>
            </p:cNvSpPr>
            <p:nvPr userDrawn="1"/>
          </p:nvSpPr>
          <p:spPr bwMode="auto">
            <a:xfrm>
              <a:off x="10469563" y="2936875"/>
              <a:ext cx="6350" cy="152400"/>
            </a:xfrm>
            <a:custGeom>
              <a:avLst/>
              <a:gdLst>
                <a:gd name="T0" fmla="*/ 0 w 4"/>
                <a:gd name="T1" fmla="*/ 0 h 96"/>
                <a:gd name="T2" fmla="*/ 3 w 4"/>
                <a:gd name="T3" fmla="*/ 0 h 96"/>
                <a:gd name="T4" fmla="*/ 3 w 4"/>
                <a:gd name="T5" fmla="*/ 96 h 96"/>
                <a:gd name="T6" fmla="*/ 0 w 4"/>
                <a:gd name="T7" fmla="*/ 96 h 96"/>
                <a:gd name="T8" fmla="*/ 0 w 4"/>
                <a:gd name="T9" fmla="*/ 0 h 96"/>
                <a:gd name="T10" fmla="*/ 3 w 4"/>
                <a:gd name="T11" fmla="*/ 0 h 96"/>
                <a:gd name="T12" fmla="*/ 4 w 4"/>
                <a:gd name="T13" fmla="*/ 0 h 96"/>
                <a:gd name="T14" fmla="*/ 4 w 4"/>
                <a:gd name="T15" fmla="*/ 96 h 96"/>
                <a:gd name="T16" fmla="*/ 3 w 4"/>
                <a:gd name="T17" fmla="*/ 96 h 96"/>
                <a:gd name="T18" fmla="*/ 3 w 4"/>
                <a:gd name="T19" fmla="*/ 0 h 96"/>
                <a:gd name="T20" fmla="*/ 3 w 4"/>
                <a:gd name="T21" fmla="*/ 0 h 96"/>
                <a:gd name="T22" fmla="*/ 3 w 4"/>
                <a:gd name="T2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96">
                  <a:moveTo>
                    <a:pt x="0" y="0"/>
                  </a:moveTo>
                  <a:lnTo>
                    <a:pt x="3" y="0"/>
                  </a:lnTo>
                  <a:lnTo>
                    <a:pt x="3" y="96"/>
                  </a:lnTo>
                  <a:lnTo>
                    <a:pt x="0" y="96"/>
                  </a:lnTo>
                  <a:lnTo>
                    <a:pt x="0" y="0"/>
                  </a:lnTo>
                  <a:moveTo>
                    <a:pt x="3" y="0"/>
                  </a:moveTo>
                  <a:lnTo>
                    <a:pt x="4" y="0"/>
                  </a:lnTo>
                  <a:lnTo>
                    <a:pt x="4" y="96"/>
                  </a:lnTo>
                  <a:lnTo>
                    <a:pt x="3" y="96"/>
                  </a:lnTo>
                  <a:lnTo>
                    <a:pt x="3" y="0"/>
                  </a:lnTo>
                  <a:moveTo>
                    <a:pt x="3" y="0"/>
                  </a:move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Rectangle 205"/>
            <p:cNvSpPr>
              <a:spLocks noChangeArrowheads="1"/>
            </p:cNvSpPr>
            <p:nvPr userDrawn="1"/>
          </p:nvSpPr>
          <p:spPr bwMode="auto">
            <a:xfrm>
              <a:off x="10475913" y="2936875"/>
              <a:ext cx="1588" cy="152400"/>
            </a:xfrm>
            <a:prstGeom prst="rect">
              <a:avLst/>
            </a:prstGeom>
            <a:solidFill>
              <a:srgbClr val="3E3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Rectangle 206"/>
            <p:cNvSpPr>
              <a:spLocks noChangeArrowheads="1"/>
            </p:cNvSpPr>
            <p:nvPr userDrawn="1"/>
          </p:nvSpPr>
          <p:spPr bwMode="auto">
            <a:xfrm>
              <a:off x="10477501" y="2936875"/>
              <a:ext cx="1588" cy="152400"/>
            </a:xfrm>
            <a:prstGeom prst="rect">
              <a:avLst/>
            </a:prstGeom>
            <a:solidFill>
              <a:srgbClr val="3E3E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Rectangle 207"/>
            <p:cNvSpPr>
              <a:spLocks noChangeArrowheads="1"/>
            </p:cNvSpPr>
            <p:nvPr userDrawn="1"/>
          </p:nvSpPr>
          <p:spPr bwMode="auto">
            <a:xfrm>
              <a:off x="10477501" y="2936875"/>
              <a:ext cx="1588" cy="152400"/>
            </a:xfrm>
            <a:prstGeom prst="rect">
              <a:avLst/>
            </a:prstGeom>
            <a:solidFill>
              <a:srgbClr val="3D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Rectangle 208"/>
            <p:cNvSpPr>
              <a:spLocks noChangeArrowheads="1"/>
            </p:cNvSpPr>
            <p:nvPr userDrawn="1"/>
          </p:nvSpPr>
          <p:spPr bwMode="auto">
            <a:xfrm>
              <a:off x="10479088" y="2936875"/>
              <a:ext cx="1588" cy="152400"/>
            </a:xfrm>
            <a:prstGeom prst="rect">
              <a:avLst/>
            </a:prstGeom>
            <a:solidFill>
              <a:srgbClr val="3C3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Rectangle 209"/>
            <p:cNvSpPr>
              <a:spLocks noChangeArrowheads="1"/>
            </p:cNvSpPr>
            <p:nvPr userDrawn="1"/>
          </p:nvSpPr>
          <p:spPr bwMode="auto">
            <a:xfrm>
              <a:off x="10480676" y="2936875"/>
              <a:ext cx="1588" cy="152400"/>
            </a:xfrm>
            <a:prstGeom prst="rect">
              <a:avLst/>
            </a:prstGeom>
            <a:solidFill>
              <a:srgbClr val="3B3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Rectangle 210"/>
            <p:cNvSpPr>
              <a:spLocks noChangeArrowheads="1"/>
            </p:cNvSpPr>
            <p:nvPr userDrawn="1"/>
          </p:nvSpPr>
          <p:spPr bwMode="auto">
            <a:xfrm>
              <a:off x="10482263" y="2936875"/>
              <a:ext cx="1588" cy="152400"/>
            </a:xfrm>
            <a:prstGeom prst="rect">
              <a:avLst/>
            </a:prstGeom>
            <a:solidFill>
              <a:srgbClr val="3B3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Rectangle 211"/>
            <p:cNvSpPr>
              <a:spLocks noChangeArrowheads="1"/>
            </p:cNvSpPr>
            <p:nvPr userDrawn="1"/>
          </p:nvSpPr>
          <p:spPr bwMode="auto">
            <a:xfrm>
              <a:off x="10482263" y="2936875"/>
              <a:ext cx="1588" cy="152400"/>
            </a:xfrm>
            <a:prstGeom prst="rect">
              <a:avLst/>
            </a:prstGeom>
            <a:solidFill>
              <a:srgbClr val="3A3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Rectangle 212"/>
            <p:cNvSpPr>
              <a:spLocks noChangeArrowheads="1"/>
            </p:cNvSpPr>
            <p:nvPr userDrawn="1"/>
          </p:nvSpPr>
          <p:spPr bwMode="auto">
            <a:xfrm>
              <a:off x="10483851" y="2936875"/>
              <a:ext cx="1588" cy="152400"/>
            </a:xfrm>
            <a:prstGeom prst="rect">
              <a:avLst/>
            </a:prstGeom>
            <a:solidFill>
              <a:srgbClr val="393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Rectangle 213"/>
            <p:cNvSpPr>
              <a:spLocks noChangeArrowheads="1"/>
            </p:cNvSpPr>
            <p:nvPr userDrawn="1"/>
          </p:nvSpPr>
          <p:spPr bwMode="auto">
            <a:xfrm>
              <a:off x="10485438" y="2936875"/>
              <a:ext cx="1588" cy="152400"/>
            </a:xfrm>
            <a:prstGeom prst="rect">
              <a:avLst/>
            </a:prstGeom>
            <a:solidFill>
              <a:srgbClr val="3838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Rectangle 214"/>
            <p:cNvSpPr>
              <a:spLocks noChangeArrowheads="1"/>
            </p:cNvSpPr>
            <p:nvPr userDrawn="1"/>
          </p:nvSpPr>
          <p:spPr bwMode="auto">
            <a:xfrm>
              <a:off x="10487026" y="2936875"/>
              <a:ext cx="1588" cy="152400"/>
            </a:xfrm>
            <a:prstGeom prst="rect">
              <a:avLst/>
            </a:prstGeom>
            <a:solidFill>
              <a:srgbClr val="38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Rectangle 215"/>
            <p:cNvSpPr>
              <a:spLocks noChangeArrowheads="1"/>
            </p:cNvSpPr>
            <p:nvPr userDrawn="1"/>
          </p:nvSpPr>
          <p:spPr bwMode="auto">
            <a:xfrm>
              <a:off x="10487026" y="2936875"/>
              <a:ext cx="1588" cy="152400"/>
            </a:xfrm>
            <a:prstGeom prst="rect">
              <a:avLst/>
            </a:prstGeom>
            <a:solidFill>
              <a:srgbClr val="373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Rectangle 216"/>
            <p:cNvSpPr>
              <a:spLocks noChangeArrowheads="1"/>
            </p:cNvSpPr>
            <p:nvPr userDrawn="1"/>
          </p:nvSpPr>
          <p:spPr bwMode="auto">
            <a:xfrm>
              <a:off x="10488613" y="2936875"/>
              <a:ext cx="1588" cy="152400"/>
            </a:xfrm>
            <a:prstGeom prst="rect">
              <a:avLst/>
            </a:prstGeom>
            <a:solidFill>
              <a:srgbClr val="363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Rectangle 217"/>
            <p:cNvSpPr>
              <a:spLocks noChangeArrowheads="1"/>
            </p:cNvSpPr>
            <p:nvPr userDrawn="1"/>
          </p:nvSpPr>
          <p:spPr bwMode="auto">
            <a:xfrm>
              <a:off x="10490201" y="2936875"/>
              <a:ext cx="1588" cy="152400"/>
            </a:xfrm>
            <a:prstGeom prst="rect">
              <a:avLst/>
            </a:prstGeom>
            <a:solidFill>
              <a:srgbClr val="36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Rectangle 218"/>
            <p:cNvSpPr>
              <a:spLocks noChangeArrowheads="1"/>
            </p:cNvSpPr>
            <p:nvPr userDrawn="1"/>
          </p:nvSpPr>
          <p:spPr bwMode="auto">
            <a:xfrm>
              <a:off x="10490201" y="2936875"/>
              <a:ext cx="1588" cy="152400"/>
            </a:xfrm>
            <a:prstGeom prst="rect">
              <a:avLst/>
            </a:prstGeom>
            <a:solidFill>
              <a:srgbClr val="353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Rectangle 219"/>
            <p:cNvSpPr>
              <a:spLocks noChangeArrowheads="1"/>
            </p:cNvSpPr>
            <p:nvPr userDrawn="1"/>
          </p:nvSpPr>
          <p:spPr bwMode="auto">
            <a:xfrm>
              <a:off x="10491788" y="2936875"/>
              <a:ext cx="1588" cy="152400"/>
            </a:xfrm>
            <a:prstGeom prst="rect">
              <a:avLst/>
            </a:prstGeom>
            <a:solidFill>
              <a:srgbClr val="343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Rectangle 220"/>
            <p:cNvSpPr>
              <a:spLocks noChangeArrowheads="1"/>
            </p:cNvSpPr>
            <p:nvPr userDrawn="1"/>
          </p:nvSpPr>
          <p:spPr bwMode="auto">
            <a:xfrm>
              <a:off x="10493376" y="2936875"/>
              <a:ext cx="1588" cy="152400"/>
            </a:xfrm>
            <a:prstGeom prst="rect">
              <a:avLst/>
            </a:prstGeom>
            <a:solidFill>
              <a:srgbClr val="333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Rectangle 221"/>
            <p:cNvSpPr>
              <a:spLocks noChangeArrowheads="1"/>
            </p:cNvSpPr>
            <p:nvPr userDrawn="1"/>
          </p:nvSpPr>
          <p:spPr bwMode="auto">
            <a:xfrm>
              <a:off x="10494963" y="2936875"/>
              <a:ext cx="1588" cy="152400"/>
            </a:xfrm>
            <a:prstGeom prst="rect">
              <a:avLst/>
            </a:prstGeom>
            <a:solidFill>
              <a:srgbClr val="33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Rectangle 222"/>
            <p:cNvSpPr>
              <a:spLocks noChangeArrowheads="1"/>
            </p:cNvSpPr>
            <p:nvPr userDrawn="1"/>
          </p:nvSpPr>
          <p:spPr bwMode="auto">
            <a:xfrm>
              <a:off x="10496551" y="2936875"/>
              <a:ext cx="1588" cy="152400"/>
            </a:xfrm>
            <a:prstGeom prst="rect">
              <a:avLst/>
            </a:prstGeom>
            <a:solidFill>
              <a:srgbClr val="323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Rectangle 223"/>
            <p:cNvSpPr>
              <a:spLocks noChangeArrowheads="1"/>
            </p:cNvSpPr>
            <p:nvPr userDrawn="1"/>
          </p:nvSpPr>
          <p:spPr bwMode="auto">
            <a:xfrm>
              <a:off x="10496551" y="2936875"/>
              <a:ext cx="1588" cy="152400"/>
            </a:xfrm>
            <a:prstGeom prst="rect">
              <a:avLst/>
            </a:prstGeom>
            <a:solidFill>
              <a:srgbClr val="313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Rectangle 224"/>
            <p:cNvSpPr>
              <a:spLocks noChangeArrowheads="1"/>
            </p:cNvSpPr>
            <p:nvPr userDrawn="1"/>
          </p:nvSpPr>
          <p:spPr bwMode="auto">
            <a:xfrm>
              <a:off x="10498138" y="2936875"/>
              <a:ext cx="1588" cy="152400"/>
            </a:xfrm>
            <a:prstGeom prst="rect">
              <a:avLst/>
            </a:prstGeom>
            <a:solidFill>
              <a:srgbClr val="303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Rectangle 225"/>
            <p:cNvSpPr>
              <a:spLocks noChangeArrowheads="1"/>
            </p:cNvSpPr>
            <p:nvPr userDrawn="1"/>
          </p:nvSpPr>
          <p:spPr bwMode="auto">
            <a:xfrm>
              <a:off x="10499726" y="2936875"/>
              <a:ext cx="1588" cy="152400"/>
            </a:xfrm>
            <a:prstGeom prst="rect">
              <a:avLst/>
            </a:prstGeom>
            <a:solidFill>
              <a:srgbClr val="303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Rectangle 226"/>
            <p:cNvSpPr>
              <a:spLocks noChangeArrowheads="1"/>
            </p:cNvSpPr>
            <p:nvPr userDrawn="1"/>
          </p:nvSpPr>
          <p:spPr bwMode="auto">
            <a:xfrm>
              <a:off x="10499726" y="2936875"/>
              <a:ext cx="1588" cy="152400"/>
            </a:xfrm>
            <a:prstGeom prst="rect">
              <a:avLst/>
            </a:prstGeom>
            <a:solidFill>
              <a:srgbClr val="2F2F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Rectangle 227"/>
            <p:cNvSpPr>
              <a:spLocks noChangeArrowheads="1"/>
            </p:cNvSpPr>
            <p:nvPr userDrawn="1"/>
          </p:nvSpPr>
          <p:spPr bwMode="auto">
            <a:xfrm>
              <a:off x="10501313" y="2936875"/>
              <a:ext cx="1588" cy="152400"/>
            </a:xfrm>
            <a:prstGeom prst="rect">
              <a:avLst/>
            </a:prstGeom>
            <a:solidFill>
              <a:srgbClr val="2E2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Rectangle 228"/>
            <p:cNvSpPr>
              <a:spLocks noChangeArrowheads="1"/>
            </p:cNvSpPr>
            <p:nvPr userDrawn="1"/>
          </p:nvSpPr>
          <p:spPr bwMode="auto">
            <a:xfrm>
              <a:off x="10502901" y="2936875"/>
              <a:ext cx="1588" cy="152400"/>
            </a:xfrm>
            <a:prstGeom prst="rect">
              <a:avLst/>
            </a:prstGeom>
            <a:solidFill>
              <a:srgbClr val="2E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Rectangle 229"/>
            <p:cNvSpPr>
              <a:spLocks noChangeArrowheads="1"/>
            </p:cNvSpPr>
            <p:nvPr userDrawn="1"/>
          </p:nvSpPr>
          <p:spPr bwMode="auto">
            <a:xfrm>
              <a:off x="10504488" y="2936875"/>
              <a:ext cx="1588" cy="152400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Rectangle 230"/>
            <p:cNvSpPr>
              <a:spLocks noChangeArrowheads="1"/>
            </p:cNvSpPr>
            <p:nvPr userDrawn="1"/>
          </p:nvSpPr>
          <p:spPr bwMode="auto">
            <a:xfrm>
              <a:off x="10506076" y="2936875"/>
              <a:ext cx="1588" cy="152400"/>
            </a:xfrm>
            <a:prstGeom prst="rect">
              <a:avLst/>
            </a:prstGeom>
            <a:solidFill>
              <a:srgbClr val="2C2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Rectangle 231"/>
            <p:cNvSpPr>
              <a:spLocks noChangeArrowheads="1"/>
            </p:cNvSpPr>
            <p:nvPr userDrawn="1"/>
          </p:nvSpPr>
          <p:spPr bwMode="auto">
            <a:xfrm>
              <a:off x="10507663" y="2936875"/>
              <a:ext cx="1588" cy="152400"/>
            </a:xfrm>
            <a:prstGeom prst="rect">
              <a:avLst/>
            </a:prstGeom>
            <a:solidFill>
              <a:srgbClr val="2B2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Rectangle 232"/>
            <p:cNvSpPr>
              <a:spLocks noChangeArrowheads="1"/>
            </p:cNvSpPr>
            <p:nvPr userDrawn="1"/>
          </p:nvSpPr>
          <p:spPr bwMode="auto">
            <a:xfrm>
              <a:off x="10507663" y="2936875"/>
              <a:ext cx="1588" cy="152400"/>
            </a:xfrm>
            <a:prstGeom prst="rect">
              <a:avLst/>
            </a:prstGeom>
            <a:solidFill>
              <a:srgbClr val="2B2B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Rectangle 233"/>
            <p:cNvSpPr>
              <a:spLocks noChangeArrowheads="1"/>
            </p:cNvSpPr>
            <p:nvPr userDrawn="1"/>
          </p:nvSpPr>
          <p:spPr bwMode="auto">
            <a:xfrm>
              <a:off x="10509251" y="2936875"/>
              <a:ext cx="1588" cy="152400"/>
            </a:xfrm>
            <a:prstGeom prst="rect">
              <a:avLst/>
            </a:prstGeom>
            <a:solidFill>
              <a:srgbClr val="2A2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Rectangle 234"/>
            <p:cNvSpPr>
              <a:spLocks noChangeArrowheads="1"/>
            </p:cNvSpPr>
            <p:nvPr userDrawn="1"/>
          </p:nvSpPr>
          <p:spPr bwMode="auto">
            <a:xfrm>
              <a:off x="10509251" y="2936875"/>
              <a:ext cx="1588" cy="152400"/>
            </a:xfrm>
            <a:prstGeom prst="rect">
              <a:avLst/>
            </a:prstGeom>
            <a:solidFill>
              <a:srgbClr val="29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Rectangle 235"/>
            <p:cNvSpPr>
              <a:spLocks noChangeArrowheads="1"/>
            </p:cNvSpPr>
            <p:nvPr userDrawn="1"/>
          </p:nvSpPr>
          <p:spPr bwMode="auto">
            <a:xfrm>
              <a:off x="10510838" y="2936875"/>
              <a:ext cx="1588" cy="152400"/>
            </a:xfrm>
            <a:prstGeom prst="rect">
              <a:avLst/>
            </a:prstGeom>
            <a:solidFill>
              <a:srgbClr val="282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Rectangle 236"/>
            <p:cNvSpPr>
              <a:spLocks noChangeArrowheads="1"/>
            </p:cNvSpPr>
            <p:nvPr userDrawn="1"/>
          </p:nvSpPr>
          <p:spPr bwMode="auto">
            <a:xfrm>
              <a:off x="10512426" y="2936875"/>
              <a:ext cx="1588" cy="152400"/>
            </a:xfrm>
            <a:prstGeom prst="rect">
              <a:avLst/>
            </a:prstGeom>
            <a:solidFill>
              <a:srgbClr val="282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Rectangle 237"/>
            <p:cNvSpPr>
              <a:spLocks noChangeArrowheads="1"/>
            </p:cNvSpPr>
            <p:nvPr userDrawn="1"/>
          </p:nvSpPr>
          <p:spPr bwMode="auto">
            <a:xfrm>
              <a:off x="10514013" y="2936875"/>
              <a:ext cx="1588" cy="152400"/>
            </a:xfrm>
            <a:prstGeom prst="rect">
              <a:avLst/>
            </a:prstGeom>
            <a:solidFill>
              <a:srgbClr val="272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Rectangle 238"/>
            <p:cNvSpPr>
              <a:spLocks noChangeArrowheads="1"/>
            </p:cNvSpPr>
            <p:nvPr userDrawn="1"/>
          </p:nvSpPr>
          <p:spPr bwMode="auto">
            <a:xfrm>
              <a:off x="10515601" y="2936875"/>
              <a:ext cx="1588" cy="152400"/>
            </a:xfrm>
            <a:prstGeom prst="rect">
              <a:avLst/>
            </a:prstGeom>
            <a:solidFill>
              <a:srgbClr val="262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Rectangle 239"/>
            <p:cNvSpPr>
              <a:spLocks noChangeArrowheads="1"/>
            </p:cNvSpPr>
            <p:nvPr userDrawn="1"/>
          </p:nvSpPr>
          <p:spPr bwMode="auto">
            <a:xfrm>
              <a:off x="10517188" y="2936875"/>
              <a:ext cx="1588" cy="152400"/>
            </a:xfrm>
            <a:prstGeom prst="rect">
              <a:avLst/>
            </a:prstGeom>
            <a:solidFill>
              <a:srgbClr val="25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Rectangle 240"/>
            <p:cNvSpPr>
              <a:spLocks noChangeArrowheads="1"/>
            </p:cNvSpPr>
            <p:nvPr userDrawn="1"/>
          </p:nvSpPr>
          <p:spPr bwMode="auto">
            <a:xfrm>
              <a:off x="10517188" y="2936875"/>
              <a:ext cx="1588" cy="152400"/>
            </a:xfrm>
            <a:prstGeom prst="rect">
              <a:avLst/>
            </a:prstGeom>
            <a:solidFill>
              <a:srgbClr val="2525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Rectangle 241"/>
            <p:cNvSpPr>
              <a:spLocks noChangeArrowheads="1"/>
            </p:cNvSpPr>
            <p:nvPr userDrawn="1"/>
          </p:nvSpPr>
          <p:spPr bwMode="auto">
            <a:xfrm>
              <a:off x="10518776" y="2936875"/>
              <a:ext cx="1588" cy="152400"/>
            </a:xfrm>
            <a:prstGeom prst="rect">
              <a:avLst/>
            </a:prstGeom>
            <a:solidFill>
              <a:srgbClr val="24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Rectangle 242"/>
            <p:cNvSpPr>
              <a:spLocks noChangeArrowheads="1"/>
            </p:cNvSpPr>
            <p:nvPr userDrawn="1"/>
          </p:nvSpPr>
          <p:spPr bwMode="auto">
            <a:xfrm>
              <a:off x="10520363" y="2936875"/>
              <a:ext cx="1588" cy="152400"/>
            </a:xfrm>
            <a:prstGeom prst="rect">
              <a:avLst/>
            </a:prstGeom>
            <a:solidFill>
              <a:srgbClr val="232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Rectangle 243"/>
            <p:cNvSpPr>
              <a:spLocks noChangeArrowheads="1"/>
            </p:cNvSpPr>
            <p:nvPr userDrawn="1"/>
          </p:nvSpPr>
          <p:spPr bwMode="auto">
            <a:xfrm>
              <a:off x="10520363" y="2936875"/>
              <a:ext cx="1588" cy="152400"/>
            </a:xfrm>
            <a:prstGeom prst="rect">
              <a:avLst/>
            </a:prstGeom>
            <a:solidFill>
              <a:srgbClr val="2323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Rectangle 244"/>
            <p:cNvSpPr>
              <a:spLocks noChangeArrowheads="1"/>
            </p:cNvSpPr>
            <p:nvPr userDrawn="1"/>
          </p:nvSpPr>
          <p:spPr bwMode="auto">
            <a:xfrm>
              <a:off x="10521951" y="2936875"/>
              <a:ext cx="1588" cy="152400"/>
            </a:xfrm>
            <a:prstGeom prst="rect">
              <a:avLst/>
            </a:prstGeom>
            <a:solidFill>
              <a:srgbClr val="222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Rectangle 245"/>
            <p:cNvSpPr>
              <a:spLocks noChangeArrowheads="1"/>
            </p:cNvSpPr>
            <p:nvPr userDrawn="1"/>
          </p:nvSpPr>
          <p:spPr bwMode="auto">
            <a:xfrm>
              <a:off x="10523538" y="2936875"/>
              <a:ext cx="1588" cy="152400"/>
            </a:xfrm>
            <a:prstGeom prst="rect">
              <a:avLst/>
            </a:prstGeom>
            <a:solidFill>
              <a:srgbClr val="212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Rectangle 246"/>
            <p:cNvSpPr>
              <a:spLocks noChangeArrowheads="1"/>
            </p:cNvSpPr>
            <p:nvPr userDrawn="1"/>
          </p:nvSpPr>
          <p:spPr bwMode="auto">
            <a:xfrm>
              <a:off x="10525126" y="2936875"/>
              <a:ext cx="1588" cy="152400"/>
            </a:xfrm>
            <a:prstGeom prst="rect">
              <a:avLst/>
            </a:prstGeom>
            <a:solidFill>
              <a:srgbClr val="202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Rectangle 247"/>
            <p:cNvSpPr>
              <a:spLocks noChangeArrowheads="1"/>
            </p:cNvSpPr>
            <p:nvPr userDrawn="1"/>
          </p:nvSpPr>
          <p:spPr bwMode="auto">
            <a:xfrm>
              <a:off x="10525126" y="2936875"/>
              <a:ext cx="1588" cy="152400"/>
            </a:xfrm>
            <a:prstGeom prst="rect">
              <a:avLst/>
            </a:prstGeom>
            <a:solidFill>
              <a:srgbClr val="202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Rectangle 248"/>
            <p:cNvSpPr>
              <a:spLocks noChangeArrowheads="1"/>
            </p:cNvSpPr>
            <p:nvPr userDrawn="1"/>
          </p:nvSpPr>
          <p:spPr bwMode="auto">
            <a:xfrm>
              <a:off x="10526713" y="2936875"/>
              <a:ext cx="1588" cy="152400"/>
            </a:xfrm>
            <a:prstGeom prst="rect">
              <a:avLst/>
            </a:prstGeom>
            <a:solidFill>
              <a:srgbClr val="1F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Rectangle 249"/>
            <p:cNvSpPr>
              <a:spLocks noChangeArrowheads="1"/>
            </p:cNvSpPr>
            <p:nvPr userDrawn="1"/>
          </p:nvSpPr>
          <p:spPr bwMode="auto">
            <a:xfrm>
              <a:off x="10528301" y="2936875"/>
              <a:ext cx="1588" cy="152400"/>
            </a:xfrm>
            <a:prstGeom prst="rect">
              <a:avLst/>
            </a:prstGeom>
            <a:solidFill>
              <a:srgbClr val="1E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Rectangle 250"/>
            <p:cNvSpPr>
              <a:spLocks noChangeArrowheads="1"/>
            </p:cNvSpPr>
            <p:nvPr userDrawn="1"/>
          </p:nvSpPr>
          <p:spPr bwMode="auto">
            <a:xfrm>
              <a:off x="10529888" y="2936875"/>
              <a:ext cx="1588" cy="152400"/>
            </a:xfrm>
            <a:prstGeom prst="rect">
              <a:avLst/>
            </a:prstGeom>
            <a:solidFill>
              <a:srgbClr val="1D1D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Rectangle 251"/>
            <p:cNvSpPr>
              <a:spLocks noChangeArrowheads="1"/>
            </p:cNvSpPr>
            <p:nvPr userDrawn="1"/>
          </p:nvSpPr>
          <p:spPr bwMode="auto">
            <a:xfrm>
              <a:off x="10529888" y="2936875"/>
              <a:ext cx="1588" cy="152400"/>
            </a:xfrm>
            <a:prstGeom prst="rect">
              <a:avLst/>
            </a:prstGeom>
            <a:solidFill>
              <a:srgbClr val="1D1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Rectangle 252"/>
            <p:cNvSpPr>
              <a:spLocks noChangeArrowheads="1"/>
            </p:cNvSpPr>
            <p:nvPr userDrawn="1"/>
          </p:nvSpPr>
          <p:spPr bwMode="auto">
            <a:xfrm>
              <a:off x="10531476" y="2936875"/>
              <a:ext cx="1588" cy="1524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253"/>
            <p:cNvSpPr>
              <a:spLocks noEditPoints="1"/>
            </p:cNvSpPr>
            <p:nvPr userDrawn="1"/>
          </p:nvSpPr>
          <p:spPr bwMode="auto">
            <a:xfrm>
              <a:off x="10877551" y="4295775"/>
              <a:ext cx="581025" cy="314325"/>
            </a:xfrm>
            <a:custGeom>
              <a:avLst/>
              <a:gdLst>
                <a:gd name="T0" fmla="*/ 9 w 366"/>
                <a:gd name="T1" fmla="*/ 33 h 198"/>
                <a:gd name="T2" fmla="*/ 0 w 366"/>
                <a:gd name="T3" fmla="*/ 0 h 198"/>
                <a:gd name="T4" fmla="*/ 8 w 366"/>
                <a:gd name="T5" fmla="*/ 30 h 198"/>
                <a:gd name="T6" fmla="*/ 9 w 366"/>
                <a:gd name="T7" fmla="*/ 33 h 198"/>
                <a:gd name="T8" fmla="*/ 366 w 366"/>
                <a:gd name="T9" fmla="*/ 198 h 198"/>
                <a:gd name="T10" fmla="*/ 342 w 366"/>
                <a:gd name="T11" fmla="*/ 116 h 198"/>
                <a:gd name="T12" fmla="*/ 366 w 366"/>
                <a:gd name="T13" fmla="*/ 198 h 198"/>
                <a:gd name="T14" fmla="*/ 366 w 366"/>
                <a:gd name="T15" fmla="*/ 198 h 198"/>
                <a:gd name="T16" fmla="*/ 366 w 366"/>
                <a:gd name="T17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6" h="198">
                  <a:moveTo>
                    <a:pt x="9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9"/>
                    <a:pt x="5" y="19"/>
                    <a:pt x="8" y="30"/>
                  </a:cubicBezTo>
                  <a:cubicBezTo>
                    <a:pt x="8" y="31"/>
                    <a:pt x="9" y="32"/>
                    <a:pt x="9" y="33"/>
                  </a:cubicBezTo>
                  <a:close/>
                  <a:moveTo>
                    <a:pt x="366" y="198"/>
                  </a:moveTo>
                  <a:cubicBezTo>
                    <a:pt x="342" y="116"/>
                    <a:pt x="342" y="116"/>
                    <a:pt x="342" y="116"/>
                  </a:cubicBezTo>
                  <a:lnTo>
                    <a:pt x="366" y="198"/>
                  </a:lnTo>
                  <a:close/>
                  <a:moveTo>
                    <a:pt x="366" y="198"/>
                  </a:moveTo>
                  <a:cubicBezTo>
                    <a:pt x="366" y="198"/>
                    <a:pt x="366" y="198"/>
                    <a:pt x="366" y="198"/>
                  </a:cubicBezTo>
                </a:path>
              </a:pathLst>
            </a:custGeom>
            <a:solidFill>
              <a:srgbClr val="FF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Freeform 254"/>
            <p:cNvSpPr>
              <a:spLocks noEditPoints="1"/>
            </p:cNvSpPr>
            <p:nvPr userDrawn="1"/>
          </p:nvSpPr>
          <p:spPr bwMode="auto">
            <a:xfrm>
              <a:off x="10301288" y="2252662"/>
              <a:ext cx="1119188" cy="2227263"/>
            </a:xfrm>
            <a:custGeom>
              <a:avLst/>
              <a:gdLst>
                <a:gd name="T0" fmla="*/ 316 w 705"/>
                <a:gd name="T1" fmla="*/ 39 h 1403"/>
                <a:gd name="T2" fmla="*/ 305 w 705"/>
                <a:gd name="T3" fmla="*/ 0 h 1403"/>
                <a:gd name="T4" fmla="*/ 305 w 705"/>
                <a:gd name="T5" fmla="*/ 0 h 1403"/>
                <a:gd name="T6" fmla="*/ 316 w 705"/>
                <a:gd name="T7" fmla="*/ 39 h 1403"/>
                <a:gd name="T8" fmla="*/ 705 w 705"/>
                <a:gd name="T9" fmla="*/ 1403 h 1403"/>
                <a:gd name="T10" fmla="*/ 694 w 705"/>
                <a:gd name="T11" fmla="*/ 1364 h 1403"/>
                <a:gd name="T12" fmla="*/ 705 w 705"/>
                <a:gd name="T13" fmla="*/ 1403 h 1403"/>
                <a:gd name="T14" fmla="*/ 694 w 705"/>
                <a:gd name="T15" fmla="*/ 1364 h 1403"/>
                <a:gd name="T16" fmla="*/ 705 w 705"/>
                <a:gd name="T17" fmla="*/ 1403 h 1403"/>
                <a:gd name="T18" fmla="*/ 694 w 705"/>
                <a:gd name="T19" fmla="*/ 1364 h 1403"/>
                <a:gd name="T20" fmla="*/ 43 w 705"/>
                <a:gd name="T21" fmla="*/ 876 h 1403"/>
                <a:gd name="T22" fmla="*/ 64 w 705"/>
                <a:gd name="T23" fmla="*/ 838 h 1403"/>
                <a:gd name="T24" fmla="*/ 26 w 705"/>
                <a:gd name="T25" fmla="*/ 817 h 1403"/>
                <a:gd name="T26" fmla="*/ 5 w 705"/>
                <a:gd name="T27" fmla="*/ 855 h 1403"/>
                <a:gd name="T28" fmla="*/ 43 w 705"/>
                <a:gd name="T29" fmla="*/ 876 h 1403"/>
                <a:gd name="T30" fmla="*/ 43 w 705"/>
                <a:gd name="T31" fmla="*/ 876 h 1403"/>
                <a:gd name="T32" fmla="*/ 43 w 705"/>
                <a:gd name="T33" fmla="*/ 876 h 1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5" h="1403">
                  <a:moveTo>
                    <a:pt x="316" y="39"/>
                  </a:move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lnTo>
                    <a:pt x="316" y="39"/>
                  </a:lnTo>
                  <a:close/>
                  <a:moveTo>
                    <a:pt x="705" y="1403"/>
                  </a:moveTo>
                  <a:cubicBezTo>
                    <a:pt x="694" y="1364"/>
                    <a:pt x="694" y="1364"/>
                    <a:pt x="694" y="1364"/>
                  </a:cubicBezTo>
                  <a:lnTo>
                    <a:pt x="705" y="1403"/>
                  </a:lnTo>
                  <a:close/>
                  <a:moveTo>
                    <a:pt x="694" y="1364"/>
                  </a:moveTo>
                  <a:cubicBezTo>
                    <a:pt x="705" y="1403"/>
                    <a:pt x="705" y="1403"/>
                    <a:pt x="705" y="1403"/>
                  </a:cubicBezTo>
                  <a:lnTo>
                    <a:pt x="694" y="1364"/>
                  </a:lnTo>
                  <a:close/>
                  <a:moveTo>
                    <a:pt x="43" y="876"/>
                  </a:moveTo>
                  <a:cubicBezTo>
                    <a:pt x="59" y="872"/>
                    <a:pt x="69" y="855"/>
                    <a:pt x="64" y="838"/>
                  </a:cubicBezTo>
                  <a:cubicBezTo>
                    <a:pt x="59" y="822"/>
                    <a:pt x="43" y="813"/>
                    <a:pt x="26" y="817"/>
                  </a:cubicBezTo>
                  <a:cubicBezTo>
                    <a:pt x="10" y="822"/>
                    <a:pt x="0" y="839"/>
                    <a:pt x="5" y="855"/>
                  </a:cubicBezTo>
                  <a:cubicBezTo>
                    <a:pt x="10" y="872"/>
                    <a:pt x="27" y="881"/>
                    <a:pt x="43" y="876"/>
                  </a:cubicBezTo>
                  <a:close/>
                  <a:moveTo>
                    <a:pt x="43" y="876"/>
                  </a:moveTo>
                  <a:cubicBezTo>
                    <a:pt x="43" y="876"/>
                    <a:pt x="43" y="876"/>
                    <a:pt x="43" y="8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255"/>
            <p:cNvSpPr>
              <a:spLocks noEditPoints="1"/>
            </p:cNvSpPr>
            <p:nvPr userDrawn="1"/>
          </p:nvSpPr>
          <p:spPr bwMode="auto">
            <a:xfrm>
              <a:off x="10077451" y="2673350"/>
              <a:ext cx="557213" cy="1847850"/>
            </a:xfrm>
            <a:custGeom>
              <a:avLst/>
              <a:gdLst>
                <a:gd name="T0" fmla="*/ 152 w 351"/>
                <a:gd name="T1" fmla="*/ 502 h 1164"/>
                <a:gd name="T2" fmla="*/ 160 w 351"/>
                <a:gd name="T3" fmla="*/ 488 h 1164"/>
                <a:gd name="T4" fmla="*/ 24 w 351"/>
                <a:gd name="T5" fmla="*/ 10 h 1164"/>
                <a:gd name="T6" fmla="*/ 9 w 351"/>
                <a:gd name="T7" fmla="*/ 2 h 1164"/>
                <a:gd name="T8" fmla="*/ 2 w 351"/>
                <a:gd name="T9" fmla="*/ 16 h 1164"/>
                <a:gd name="T10" fmla="*/ 138 w 351"/>
                <a:gd name="T11" fmla="*/ 494 h 1164"/>
                <a:gd name="T12" fmla="*/ 152 w 351"/>
                <a:gd name="T13" fmla="*/ 502 h 1164"/>
                <a:gd name="T14" fmla="*/ 198 w 351"/>
                <a:gd name="T15" fmla="*/ 662 h 1164"/>
                <a:gd name="T16" fmla="*/ 190 w 351"/>
                <a:gd name="T17" fmla="*/ 676 h 1164"/>
                <a:gd name="T18" fmla="*/ 327 w 351"/>
                <a:gd name="T19" fmla="*/ 1154 h 1164"/>
                <a:gd name="T20" fmla="*/ 341 w 351"/>
                <a:gd name="T21" fmla="*/ 1162 h 1164"/>
                <a:gd name="T22" fmla="*/ 349 w 351"/>
                <a:gd name="T23" fmla="*/ 1148 h 1164"/>
                <a:gd name="T24" fmla="*/ 212 w 351"/>
                <a:gd name="T25" fmla="*/ 669 h 1164"/>
                <a:gd name="T26" fmla="*/ 198 w 351"/>
                <a:gd name="T27" fmla="*/ 662 h 1164"/>
                <a:gd name="T28" fmla="*/ 198 w 351"/>
                <a:gd name="T29" fmla="*/ 662 h 1164"/>
                <a:gd name="T30" fmla="*/ 198 w 351"/>
                <a:gd name="T31" fmla="*/ 662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1" h="1164">
                  <a:moveTo>
                    <a:pt x="152" y="502"/>
                  </a:moveTo>
                  <a:cubicBezTo>
                    <a:pt x="158" y="500"/>
                    <a:pt x="162" y="494"/>
                    <a:pt x="160" y="488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2" y="4"/>
                    <a:pt x="15" y="0"/>
                    <a:pt x="9" y="2"/>
                  </a:cubicBezTo>
                  <a:cubicBezTo>
                    <a:pt x="4" y="4"/>
                    <a:pt x="0" y="10"/>
                    <a:pt x="2" y="16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140" y="500"/>
                    <a:pt x="146" y="504"/>
                    <a:pt x="152" y="502"/>
                  </a:cubicBezTo>
                  <a:close/>
                  <a:moveTo>
                    <a:pt x="198" y="662"/>
                  </a:moveTo>
                  <a:cubicBezTo>
                    <a:pt x="192" y="663"/>
                    <a:pt x="189" y="670"/>
                    <a:pt x="190" y="676"/>
                  </a:cubicBezTo>
                  <a:cubicBezTo>
                    <a:pt x="327" y="1154"/>
                    <a:pt x="327" y="1154"/>
                    <a:pt x="327" y="1154"/>
                  </a:cubicBezTo>
                  <a:cubicBezTo>
                    <a:pt x="329" y="1160"/>
                    <a:pt x="335" y="1164"/>
                    <a:pt x="341" y="1162"/>
                  </a:cubicBezTo>
                  <a:cubicBezTo>
                    <a:pt x="347" y="1160"/>
                    <a:pt x="351" y="1153"/>
                    <a:pt x="349" y="1148"/>
                  </a:cubicBezTo>
                  <a:cubicBezTo>
                    <a:pt x="212" y="669"/>
                    <a:pt x="212" y="669"/>
                    <a:pt x="212" y="669"/>
                  </a:cubicBezTo>
                  <a:cubicBezTo>
                    <a:pt x="211" y="663"/>
                    <a:pt x="204" y="660"/>
                    <a:pt x="198" y="662"/>
                  </a:cubicBezTo>
                  <a:close/>
                  <a:moveTo>
                    <a:pt x="198" y="662"/>
                  </a:moveTo>
                  <a:cubicBezTo>
                    <a:pt x="198" y="662"/>
                    <a:pt x="198" y="662"/>
                    <a:pt x="198" y="662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256"/>
            <p:cNvSpPr>
              <a:spLocks noEditPoints="1"/>
            </p:cNvSpPr>
            <p:nvPr userDrawn="1"/>
          </p:nvSpPr>
          <p:spPr bwMode="auto">
            <a:xfrm>
              <a:off x="10282238" y="2078037"/>
              <a:ext cx="1176338" cy="2660650"/>
            </a:xfrm>
            <a:custGeom>
              <a:avLst/>
              <a:gdLst>
                <a:gd name="T0" fmla="*/ 285 w 741"/>
                <a:gd name="T1" fmla="*/ 0 h 1676"/>
                <a:gd name="T2" fmla="*/ 0 w 741"/>
                <a:gd name="T3" fmla="*/ 82 h 1676"/>
                <a:gd name="T4" fmla="*/ 285 w 741"/>
                <a:gd name="T5" fmla="*/ 0 h 1676"/>
                <a:gd name="T6" fmla="*/ 455 w 741"/>
                <a:gd name="T7" fmla="*/ 1676 h 1676"/>
                <a:gd name="T8" fmla="*/ 741 w 741"/>
                <a:gd name="T9" fmla="*/ 1595 h 1676"/>
                <a:gd name="T10" fmla="*/ 455 w 741"/>
                <a:gd name="T11" fmla="*/ 1676 h 1676"/>
                <a:gd name="T12" fmla="*/ 107 w 741"/>
                <a:gd name="T13" fmla="*/ 429 h 1676"/>
                <a:gd name="T14" fmla="*/ 96 w 741"/>
                <a:gd name="T15" fmla="*/ 420 h 1676"/>
                <a:gd name="T16" fmla="*/ 102 w 741"/>
                <a:gd name="T17" fmla="*/ 440 h 1676"/>
                <a:gd name="T18" fmla="*/ 107 w 741"/>
                <a:gd name="T19" fmla="*/ 429 h 1676"/>
                <a:gd name="T20" fmla="*/ 107 w 741"/>
                <a:gd name="T21" fmla="*/ 429 h 1676"/>
                <a:gd name="T22" fmla="*/ 107 w 741"/>
                <a:gd name="T23" fmla="*/ 429 h 1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1" h="1676">
                  <a:moveTo>
                    <a:pt x="285" y="0"/>
                  </a:moveTo>
                  <a:cubicBezTo>
                    <a:pt x="0" y="82"/>
                    <a:pt x="0" y="82"/>
                    <a:pt x="0" y="82"/>
                  </a:cubicBezTo>
                  <a:lnTo>
                    <a:pt x="285" y="0"/>
                  </a:lnTo>
                  <a:close/>
                  <a:moveTo>
                    <a:pt x="455" y="1676"/>
                  </a:moveTo>
                  <a:cubicBezTo>
                    <a:pt x="741" y="1595"/>
                    <a:pt x="741" y="1595"/>
                    <a:pt x="741" y="1595"/>
                  </a:cubicBezTo>
                  <a:lnTo>
                    <a:pt x="455" y="1676"/>
                  </a:lnTo>
                  <a:close/>
                  <a:moveTo>
                    <a:pt x="107" y="429"/>
                  </a:moveTo>
                  <a:cubicBezTo>
                    <a:pt x="106" y="425"/>
                    <a:pt x="102" y="422"/>
                    <a:pt x="96" y="420"/>
                  </a:cubicBezTo>
                  <a:cubicBezTo>
                    <a:pt x="102" y="440"/>
                    <a:pt x="102" y="440"/>
                    <a:pt x="102" y="440"/>
                  </a:cubicBezTo>
                  <a:cubicBezTo>
                    <a:pt x="106" y="438"/>
                    <a:pt x="109" y="433"/>
                    <a:pt x="107" y="429"/>
                  </a:cubicBezTo>
                  <a:close/>
                  <a:moveTo>
                    <a:pt x="107" y="429"/>
                  </a:moveTo>
                  <a:cubicBezTo>
                    <a:pt x="107" y="429"/>
                    <a:pt x="107" y="429"/>
                    <a:pt x="107" y="429"/>
                  </a:cubicBezTo>
                </a:path>
              </a:pathLst>
            </a:custGeom>
            <a:solidFill>
              <a:srgbClr val="E086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Rectangle 257"/>
            <p:cNvSpPr>
              <a:spLocks noChangeArrowheads="1"/>
            </p:cNvSpPr>
            <p:nvPr userDrawn="1"/>
          </p:nvSpPr>
          <p:spPr bwMode="auto">
            <a:xfrm>
              <a:off x="10728326" y="3879850"/>
              <a:ext cx="6350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Rectangle 258"/>
            <p:cNvSpPr>
              <a:spLocks noChangeArrowheads="1"/>
            </p:cNvSpPr>
            <p:nvPr userDrawn="1"/>
          </p:nvSpPr>
          <p:spPr bwMode="auto">
            <a:xfrm>
              <a:off x="10733088" y="3879850"/>
              <a:ext cx="3175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Rectangle 259"/>
            <p:cNvSpPr>
              <a:spLocks noChangeArrowheads="1"/>
            </p:cNvSpPr>
            <p:nvPr userDrawn="1"/>
          </p:nvSpPr>
          <p:spPr bwMode="auto">
            <a:xfrm>
              <a:off x="10736263" y="3879850"/>
              <a:ext cx="1588" cy="173038"/>
            </a:xfrm>
            <a:prstGeom prst="rect">
              <a:avLst/>
            </a:prstGeom>
            <a:solidFill>
              <a:srgbClr val="3E3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Rectangle 260"/>
            <p:cNvSpPr>
              <a:spLocks noChangeArrowheads="1"/>
            </p:cNvSpPr>
            <p:nvPr userDrawn="1"/>
          </p:nvSpPr>
          <p:spPr bwMode="auto">
            <a:xfrm>
              <a:off x="10737851" y="3879850"/>
              <a:ext cx="1588" cy="173038"/>
            </a:xfrm>
            <a:prstGeom prst="rect">
              <a:avLst/>
            </a:prstGeom>
            <a:solidFill>
              <a:srgbClr val="3E3E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Rectangle 261"/>
            <p:cNvSpPr>
              <a:spLocks noChangeArrowheads="1"/>
            </p:cNvSpPr>
            <p:nvPr userDrawn="1"/>
          </p:nvSpPr>
          <p:spPr bwMode="auto">
            <a:xfrm>
              <a:off x="10739438" y="3879850"/>
              <a:ext cx="1588" cy="173038"/>
            </a:xfrm>
            <a:prstGeom prst="rect">
              <a:avLst/>
            </a:prstGeom>
            <a:solidFill>
              <a:srgbClr val="3D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Rectangle 262"/>
            <p:cNvSpPr>
              <a:spLocks noChangeArrowheads="1"/>
            </p:cNvSpPr>
            <p:nvPr userDrawn="1"/>
          </p:nvSpPr>
          <p:spPr bwMode="auto">
            <a:xfrm>
              <a:off x="10741026" y="3879850"/>
              <a:ext cx="3175" cy="173038"/>
            </a:xfrm>
            <a:prstGeom prst="rect">
              <a:avLst/>
            </a:prstGeom>
            <a:solidFill>
              <a:srgbClr val="3C3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Rectangle 263"/>
            <p:cNvSpPr>
              <a:spLocks noChangeArrowheads="1"/>
            </p:cNvSpPr>
            <p:nvPr userDrawn="1"/>
          </p:nvSpPr>
          <p:spPr bwMode="auto">
            <a:xfrm>
              <a:off x="10742613" y="3879850"/>
              <a:ext cx="3175" cy="173038"/>
            </a:xfrm>
            <a:prstGeom prst="rect">
              <a:avLst/>
            </a:prstGeom>
            <a:solidFill>
              <a:srgbClr val="3B3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Rectangle 264"/>
            <p:cNvSpPr>
              <a:spLocks noChangeArrowheads="1"/>
            </p:cNvSpPr>
            <p:nvPr userDrawn="1"/>
          </p:nvSpPr>
          <p:spPr bwMode="auto">
            <a:xfrm>
              <a:off x="10745788" y="3879850"/>
              <a:ext cx="1588" cy="173038"/>
            </a:xfrm>
            <a:prstGeom prst="rect">
              <a:avLst/>
            </a:prstGeom>
            <a:solidFill>
              <a:srgbClr val="3B3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Rectangle 265"/>
            <p:cNvSpPr>
              <a:spLocks noChangeArrowheads="1"/>
            </p:cNvSpPr>
            <p:nvPr userDrawn="1"/>
          </p:nvSpPr>
          <p:spPr bwMode="auto">
            <a:xfrm>
              <a:off x="10747376" y="3879850"/>
              <a:ext cx="1588" cy="173038"/>
            </a:xfrm>
            <a:prstGeom prst="rect">
              <a:avLst/>
            </a:prstGeom>
            <a:solidFill>
              <a:srgbClr val="3A3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Rectangle 266"/>
            <p:cNvSpPr>
              <a:spLocks noChangeArrowheads="1"/>
            </p:cNvSpPr>
            <p:nvPr userDrawn="1"/>
          </p:nvSpPr>
          <p:spPr bwMode="auto">
            <a:xfrm>
              <a:off x="10748963" y="3879850"/>
              <a:ext cx="1588" cy="173038"/>
            </a:xfrm>
            <a:prstGeom prst="rect">
              <a:avLst/>
            </a:prstGeom>
            <a:solidFill>
              <a:srgbClr val="393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Rectangle 267"/>
            <p:cNvSpPr>
              <a:spLocks noChangeArrowheads="1"/>
            </p:cNvSpPr>
            <p:nvPr userDrawn="1"/>
          </p:nvSpPr>
          <p:spPr bwMode="auto">
            <a:xfrm>
              <a:off x="10750551" y="3879850"/>
              <a:ext cx="1588" cy="173038"/>
            </a:xfrm>
            <a:prstGeom prst="rect">
              <a:avLst/>
            </a:prstGeom>
            <a:solidFill>
              <a:srgbClr val="3838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Rectangle 268"/>
            <p:cNvSpPr>
              <a:spLocks noChangeArrowheads="1"/>
            </p:cNvSpPr>
            <p:nvPr userDrawn="1"/>
          </p:nvSpPr>
          <p:spPr bwMode="auto">
            <a:xfrm>
              <a:off x="10752138" y="3879850"/>
              <a:ext cx="3175" cy="173038"/>
            </a:xfrm>
            <a:prstGeom prst="rect">
              <a:avLst/>
            </a:prstGeom>
            <a:solidFill>
              <a:srgbClr val="38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Rectangle 269"/>
            <p:cNvSpPr>
              <a:spLocks noChangeArrowheads="1"/>
            </p:cNvSpPr>
            <p:nvPr userDrawn="1"/>
          </p:nvSpPr>
          <p:spPr bwMode="auto">
            <a:xfrm>
              <a:off x="10755313" y="3879850"/>
              <a:ext cx="1588" cy="173038"/>
            </a:xfrm>
            <a:prstGeom prst="rect">
              <a:avLst/>
            </a:prstGeom>
            <a:solidFill>
              <a:srgbClr val="373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Rectangle 270"/>
            <p:cNvSpPr>
              <a:spLocks noChangeArrowheads="1"/>
            </p:cNvSpPr>
            <p:nvPr userDrawn="1"/>
          </p:nvSpPr>
          <p:spPr bwMode="auto">
            <a:xfrm>
              <a:off x="10756901" y="3879850"/>
              <a:ext cx="1588" cy="173038"/>
            </a:xfrm>
            <a:prstGeom prst="rect">
              <a:avLst/>
            </a:prstGeom>
            <a:solidFill>
              <a:srgbClr val="363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Rectangle 271"/>
            <p:cNvSpPr>
              <a:spLocks noChangeArrowheads="1"/>
            </p:cNvSpPr>
            <p:nvPr userDrawn="1"/>
          </p:nvSpPr>
          <p:spPr bwMode="auto">
            <a:xfrm>
              <a:off x="10758488" y="3879850"/>
              <a:ext cx="1588" cy="173038"/>
            </a:xfrm>
            <a:prstGeom prst="rect">
              <a:avLst/>
            </a:prstGeom>
            <a:solidFill>
              <a:srgbClr val="36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Rectangle 272"/>
            <p:cNvSpPr>
              <a:spLocks noChangeArrowheads="1"/>
            </p:cNvSpPr>
            <p:nvPr userDrawn="1"/>
          </p:nvSpPr>
          <p:spPr bwMode="auto">
            <a:xfrm>
              <a:off x="10760076" y="3879850"/>
              <a:ext cx="1588" cy="173038"/>
            </a:xfrm>
            <a:prstGeom prst="rect">
              <a:avLst/>
            </a:prstGeom>
            <a:solidFill>
              <a:srgbClr val="353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Rectangle 273"/>
            <p:cNvSpPr>
              <a:spLocks noChangeArrowheads="1"/>
            </p:cNvSpPr>
            <p:nvPr userDrawn="1"/>
          </p:nvSpPr>
          <p:spPr bwMode="auto">
            <a:xfrm>
              <a:off x="10761663" y="3879850"/>
              <a:ext cx="3175" cy="173038"/>
            </a:xfrm>
            <a:prstGeom prst="rect">
              <a:avLst/>
            </a:prstGeom>
            <a:solidFill>
              <a:srgbClr val="343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Rectangle 274"/>
            <p:cNvSpPr>
              <a:spLocks noChangeArrowheads="1"/>
            </p:cNvSpPr>
            <p:nvPr userDrawn="1"/>
          </p:nvSpPr>
          <p:spPr bwMode="auto">
            <a:xfrm>
              <a:off x="10763251" y="3879850"/>
              <a:ext cx="3175" cy="173038"/>
            </a:xfrm>
            <a:prstGeom prst="rect">
              <a:avLst/>
            </a:prstGeom>
            <a:solidFill>
              <a:srgbClr val="333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Rectangle 275"/>
            <p:cNvSpPr>
              <a:spLocks noChangeArrowheads="1"/>
            </p:cNvSpPr>
            <p:nvPr userDrawn="1"/>
          </p:nvSpPr>
          <p:spPr bwMode="auto">
            <a:xfrm>
              <a:off x="10766426" y="3879850"/>
              <a:ext cx="1588" cy="173038"/>
            </a:xfrm>
            <a:prstGeom prst="rect">
              <a:avLst/>
            </a:prstGeom>
            <a:solidFill>
              <a:srgbClr val="33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Rectangle 276"/>
            <p:cNvSpPr>
              <a:spLocks noChangeArrowheads="1"/>
            </p:cNvSpPr>
            <p:nvPr userDrawn="1"/>
          </p:nvSpPr>
          <p:spPr bwMode="auto">
            <a:xfrm>
              <a:off x="10768013" y="3879850"/>
              <a:ext cx="1588" cy="173038"/>
            </a:xfrm>
            <a:prstGeom prst="rect">
              <a:avLst/>
            </a:prstGeom>
            <a:solidFill>
              <a:srgbClr val="323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Rectangle 277"/>
            <p:cNvSpPr>
              <a:spLocks noChangeArrowheads="1"/>
            </p:cNvSpPr>
            <p:nvPr userDrawn="1"/>
          </p:nvSpPr>
          <p:spPr bwMode="auto">
            <a:xfrm>
              <a:off x="10769601" y="3879850"/>
              <a:ext cx="1588" cy="173038"/>
            </a:xfrm>
            <a:prstGeom prst="rect">
              <a:avLst/>
            </a:prstGeom>
            <a:solidFill>
              <a:srgbClr val="313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Rectangle 278"/>
            <p:cNvSpPr>
              <a:spLocks noChangeArrowheads="1"/>
            </p:cNvSpPr>
            <p:nvPr userDrawn="1"/>
          </p:nvSpPr>
          <p:spPr bwMode="auto">
            <a:xfrm>
              <a:off x="10771188" y="3879850"/>
              <a:ext cx="3175" cy="173038"/>
            </a:xfrm>
            <a:prstGeom prst="rect">
              <a:avLst/>
            </a:prstGeom>
            <a:solidFill>
              <a:srgbClr val="303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Rectangle 279"/>
            <p:cNvSpPr>
              <a:spLocks noChangeArrowheads="1"/>
            </p:cNvSpPr>
            <p:nvPr userDrawn="1"/>
          </p:nvSpPr>
          <p:spPr bwMode="auto">
            <a:xfrm>
              <a:off x="10772776" y="3879850"/>
              <a:ext cx="3175" cy="173038"/>
            </a:xfrm>
            <a:prstGeom prst="rect">
              <a:avLst/>
            </a:prstGeom>
            <a:solidFill>
              <a:srgbClr val="303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Rectangle 280"/>
            <p:cNvSpPr>
              <a:spLocks noChangeArrowheads="1"/>
            </p:cNvSpPr>
            <p:nvPr userDrawn="1"/>
          </p:nvSpPr>
          <p:spPr bwMode="auto">
            <a:xfrm>
              <a:off x="10775951" y="3879850"/>
              <a:ext cx="1588" cy="173038"/>
            </a:xfrm>
            <a:prstGeom prst="rect">
              <a:avLst/>
            </a:prstGeom>
            <a:solidFill>
              <a:srgbClr val="2F2F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Rectangle 281"/>
            <p:cNvSpPr>
              <a:spLocks noChangeArrowheads="1"/>
            </p:cNvSpPr>
            <p:nvPr userDrawn="1"/>
          </p:nvSpPr>
          <p:spPr bwMode="auto">
            <a:xfrm>
              <a:off x="10775951" y="3879850"/>
              <a:ext cx="3175" cy="173038"/>
            </a:xfrm>
            <a:prstGeom prst="rect">
              <a:avLst/>
            </a:prstGeom>
            <a:solidFill>
              <a:srgbClr val="2E2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Rectangle 282"/>
            <p:cNvSpPr>
              <a:spLocks noChangeArrowheads="1"/>
            </p:cNvSpPr>
            <p:nvPr userDrawn="1"/>
          </p:nvSpPr>
          <p:spPr bwMode="auto">
            <a:xfrm>
              <a:off x="10779126" y="3879850"/>
              <a:ext cx="1588" cy="173038"/>
            </a:xfrm>
            <a:prstGeom prst="rect">
              <a:avLst/>
            </a:prstGeom>
            <a:solidFill>
              <a:srgbClr val="2E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Rectangle 283"/>
            <p:cNvSpPr>
              <a:spLocks noChangeArrowheads="1"/>
            </p:cNvSpPr>
            <p:nvPr userDrawn="1"/>
          </p:nvSpPr>
          <p:spPr bwMode="auto">
            <a:xfrm>
              <a:off x="10780713" y="3879850"/>
              <a:ext cx="3175" cy="173038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Rectangle 284"/>
            <p:cNvSpPr>
              <a:spLocks noChangeArrowheads="1"/>
            </p:cNvSpPr>
            <p:nvPr userDrawn="1"/>
          </p:nvSpPr>
          <p:spPr bwMode="auto">
            <a:xfrm>
              <a:off x="10782301" y="3879850"/>
              <a:ext cx="3175" cy="173038"/>
            </a:xfrm>
            <a:prstGeom prst="rect">
              <a:avLst/>
            </a:prstGeom>
            <a:solidFill>
              <a:srgbClr val="2C2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Rectangle 285"/>
            <p:cNvSpPr>
              <a:spLocks noChangeArrowheads="1"/>
            </p:cNvSpPr>
            <p:nvPr userDrawn="1"/>
          </p:nvSpPr>
          <p:spPr bwMode="auto">
            <a:xfrm>
              <a:off x="10785476" y="3879850"/>
              <a:ext cx="1588" cy="173038"/>
            </a:xfrm>
            <a:prstGeom prst="rect">
              <a:avLst/>
            </a:prstGeom>
            <a:solidFill>
              <a:srgbClr val="2B2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0" name="Rectangle 286"/>
            <p:cNvSpPr>
              <a:spLocks noChangeArrowheads="1"/>
            </p:cNvSpPr>
            <p:nvPr userDrawn="1"/>
          </p:nvSpPr>
          <p:spPr bwMode="auto">
            <a:xfrm>
              <a:off x="10785476" y="3879850"/>
              <a:ext cx="3175" cy="173038"/>
            </a:xfrm>
            <a:prstGeom prst="rect">
              <a:avLst/>
            </a:prstGeom>
            <a:solidFill>
              <a:srgbClr val="2B2B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Rectangle 287"/>
            <p:cNvSpPr>
              <a:spLocks noChangeArrowheads="1"/>
            </p:cNvSpPr>
            <p:nvPr userDrawn="1"/>
          </p:nvSpPr>
          <p:spPr bwMode="auto">
            <a:xfrm>
              <a:off x="10788651" y="3879850"/>
              <a:ext cx="1588" cy="173038"/>
            </a:xfrm>
            <a:prstGeom prst="rect">
              <a:avLst/>
            </a:prstGeom>
            <a:solidFill>
              <a:srgbClr val="2A2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Rectangle 288"/>
            <p:cNvSpPr>
              <a:spLocks noChangeArrowheads="1"/>
            </p:cNvSpPr>
            <p:nvPr userDrawn="1"/>
          </p:nvSpPr>
          <p:spPr bwMode="auto">
            <a:xfrm>
              <a:off x="10790238" y="3879850"/>
              <a:ext cx="1588" cy="173038"/>
            </a:xfrm>
            <a:prstGeom prst="rect">
              <a:avLst/>
            </a:prstGeom>
            <a:solidFill>
              <a:srgbClr val="29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Rectangle 289"/>
            <p:cNvSpPr>
              <a:spLocks noChangeArrowheads="1"/>
            </p:cNvSpPr>
            <p:nvPr userDrawn="1"/>
          </p:nvSpPr>
          <p:spPr bwMode="auto">
            <a:xfrm>
              <a:off x="10791826" y="3879850"/>
              <a:ext cx="1588" cy="173038"/>
            </a:xfrm>
            <a:prstGeom prst="rect">
              <a:avLst/>
            </a:prstGeom>
            <a:solidFill>
              <a:srgbClr val="282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Rectangle 290"/>
            <p:cNvSpPr>
              <a:spLocks noChangeArrowheads="1"/>
            </p:cNvSpPr>
            <p:nvPr userDrawn="1"/>
          </p:nvSpPr>
          <p:spPr bwMode="auto">
            <a:xfrm>
              <a:off x="10793413" y="3879850"/>
              <a:ext cx="3175" cy="173038"/>
            </a:xfrm>
            <a:prstGeom prst="rect">
              <a:avLst/>
            </a:prstGeom>
            <a:solidFill>
              <a:srgbClr val="282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Rectangle 291"/>
            <p:cNvSpPr>
              <a:spLocks noChangeArrowheads="1"/>
            </p:cNvSpPr>
            <p:nvPr userDrawn="1"/>
          </p:nvSpPr>
          <p:spPr bwMode="auto">
            <a:xfrm>
              <a:off x="10795001" y="3879850"/>
              <a:ext cx="3175" cy="173038"/>
            </a:xfrm>
            <a:prstGeom prst="rect">
              <a:avLst/>
            </a:prstGeom>
            <a:solidFill>
              <a:srgbClr val="272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Rectangle 292"/>
            <p:cNvSpPr>
              <a:spLocks noChangeArrowheads="1"/>
            </p:cNvSpPr>
            <p:nvPr userDrawn="1"/>
          </p:nvSpPr>
          <p:spPr bwMode="auto">
            <a:xfrm>
              <a:off x="10798176" y="3879850"/>
              <a:ext cx="1588" cy="173038"/>
            </a:xfrm>
            <a:prstGeom prst="rect">
              <a:avLst/>
            </a:prstGeom>
            <a:solidFill>
              <a:srgbClr val="262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Rectangle 293"/>
            <p:cNvSpPr>
              <a:spLocks noChangeArrowheads="1"/>
            </p:cNvSpPr>
            <p:nvPr userDrawn="1"/>
          </p:nvSpPr>
          <p:spPr bwMode="auto">
            <a:xfrm>
              <a:off x="10799763" y="3879850"/>
              <a:ext cx="1588" cy="173038"/>
            </a:xfrm>
            <a:prstGeom prst="rect">
              <a:avLst/>
            </a:prstGeom>
            <a:solidFill>
              <a:srgbClr val="25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8" name="Rectangle 294"/>
            <p:cNvSpPr>
              <a:spLocks noChangeArrowheads="1"/>
            </p:cNvSpPr>
            <p:nvPr userDrawn="1"/>
          </p:nvSpPr>
          <p:spPr bwMode="auto">
            <a:xfrm>
              <a:off x="10801351" y="3879850"/>
              <a:ext cx="1588" cy="173038"/>
            </a:xfrm>
            <a:prstGeom prst="rect">
              <a:avLst/>
            </a:prstGeom>
            <a:solidFill>
              <a:srgbClr val="2525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Rectangle 295"/>
            <p:cNvSpPr>
              <a:spLocks noChangeArrowheads="1"/>
            </p:cNvSpPr>
            <p:nvPr userDrawn="1"/>
          </p:nvSpPr>
          <p:spPr bwMode="auto">
            <a:xfrm>
              <a:off x="10802938" y="3879850"/>
              <a:ext cx="1588" cy="173038"/>
            </a:xfrm>
            <a:prstGeom prst="rect">
              <a:avLst/>
            </a:prstGeom>
            <a:solidFill>
              <a:srgbClr val="24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Rectangle 296"/>
            <p:cNvSpPr>
              <a:spLocks noChangeArrowheads="1"/>
            </p:cNvSpPr>
            <p:nvPr userDrawn="1"/>
          </p:nvSpPr>
          <p:spPr bwMode="auto">
            <a:xfrm>
              <a:off x="10804526" y="3879850"/>
              <a:ext cx="3175" cy="173038"/>
            </a:xfrm>
            <a:prstGeom prst="rect">
              <a:avLst/>
            </a:prstGeom>
            <a:solidFill>
              <a:srgbClr val="232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Rectangle 297"/>
            <p:cNvSpPr>
              <a:spLocks noChangeArrowheads="1"/>
            </p:cNvSpPr>
            <p:nvPr userDrawn="1"/>
          </p:nvSpPr>
          <p:spPr bwMode="auto">
            <a:xfrm>
              <a:off x="10807701" y="3879850"/>
              <a:ext cx="1588" cy="173038"/>
            </a:xfrm>
            <a:prstGeom prst="rect">
              <a:avLst/>
            </a:prstGeom>
            <a:solidFill>
              <a:srgbClr val="2323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Rectangle 298"/>
            <p:cNvSpPr>
              <a:spLocks noChangeArrowheads="1"/>
            </p:cNvSpPr>
            <p:nvPr userDrawn="1"/>
          </p:nvSpPr>
          <p:spPr bwMode="auto">
            <a:xfrm>
              <a:off x="10809288" y="3879850"/>
              <a:ext cx="1588" cy="173038"/>
            </a:xfrm>
            <a:prstGeom prst="rect">
              <a:avLst/>
            </a:prstGeom>
            <a:solidFill>
              <a:srgbClr val="222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Rectangle 299"/>
            <p:cNvSpPr>
              <a:spLocks noChangeArrowheads="1"/>
            </p:cNvSpPr>
            <p:nvPr userDrawn="1"/>
          </p:nvSpPr>
          <p:spPr bwMode="auto">
            <a:xfrm>
              <a:off x="10810876" y="3879850"/>
              <a:ext cx="1588" cy="173038"/>
            </a:xfrm>
            <a:prstGeom prst="rect">
              <a:avLst/>
            </a:prstGeom>
            <a:solidFill>
              <a:srgbClr val="212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Rectangle 300"/>
            <p:cNvSpPr>
              <a:spLocks noChangeArrowheads="1"/>
            </p:cNvSpPr>
            <p:nvPr userDrawn="1"/>
          </p:nvSpPr>
          <p:spPr bwMode="auto">
            <a:xfrm>
              <a:off x="10812463" y="3879850"/>
              <a:ext cx="1588" cy="173038"/>
            </a:xfrm>
            <a:prstGeom prst="rect">
              <a:avLst/>
            </a:prstGeom>
            <a:solidFill>
              <a:srgbClr val="202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Rectangle 301"/>
            <p:cNvSpPr>
              <a:spLocks noChangeArrowheads="1"/>
            </p:cNvSpPr>
            <p:nvPr userDrawn="1"/>
          </p:nvSpPr>
          <p:spPr bwMode="auto">
            <a:xfrm>
              <a:off x="10814051" y="3879850"/>
              <a:ext cx="3175" cy="173038"/>
            </a:xfrm>
            <a:prstGeom prst="rect">
              <a:avLst/>
            </a:prstGeom>
            <a:solidFill>
              <a:srgbClr val="202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Rectangle 302"/>
            <p:cNvSpPr>
              <a:spLocks noChangeArrowheads="1"/>
            </p:cNvSpPr>
            <p:nvPr userDrawn="1"/>
          </p:nvSpPr>
          <p:spPr bwMode="auto">
            <a:xfrm>
              <a:off x="10815638" y="3879850"/>
              <a:ext cx="3175" cy="173038"/>
            </a:xfrm>
            <a:prstGeom prst="rect">
              <a:avLst/>
            </a:prstGeom>
            <a:solidFill>
              <a:srgbClr val="1F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Rectangle 303"/>
            <p:cNvSpPr>
              <a:spLocks noChangeArrowheads="1"/>
            </p:cNvSpPr>
            <p:nvPr userDrawn="1"/>
          </p:nvSpPr>
          <p:spPr bwMode="auto">
            <a:xfrm>
              <a:off x="10818813" y="3879850"/>
              <a:ext cx="1588" cy="173038"/>
            </a:xfrm>
            <a:prstGeom prst="rect">
              <a:avLst/>
            </a:prstGeom>
            <a:solidFill>
              <a:srgbClr val="1E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8" name="Rectangle 304"/>
            <p:cNvSpPr>
              <a:spLocks noChangeArrowheads="1"/>
            </p:cNvSpPr>
            <p:nvPr userDrawn="1"/>
          </p:nvSpPr>
          <p:spPr bwMode="auto">
            <a:xfrm>
              <a:off x="10820401" y="3879850"/>
              <a:ext cx="1588" cy="173038"/>
            </a:xfrm>
            <a:prstGeom prst="rect">
              <a:avLst/>
            </a:prstGeom>
            <a:solidFill>
              <a:srgbClr val="1D1D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Rectangle 305"/>
            <p:cNvSpPr>
              <a:spLocks noChangeArrowheads="1"/>
            </p:cNvSpPr>
            <p:nvPr userDrawn="1"/>
          </p:nvSpPr>
          <p:spPr bwMode="auto">
            <a:xfrm>
              <a:off x="10821988" y="3879850"/>
              <a:ext cx="1588" cy="173038"/>
            </a:xfrm>
            <a:prstGeom prst="rect">
              <a:avLst/>
            </a:prstGeom>
            <a:solidFill>
              <a:srgbClr val="1D1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Rectangle 306"/>
            <p:cNvSpPr>
              <a:spLocks noChangeArrowheads="1"/>
            </p:cNvSpPr>
            <p:nvPr userDrawn="1"/>
          </p:nvSpPr>
          <p:spPr bwMode="auto">
            <a:xfrm>
              <a:off x="10823576" y="3879850"/>
              <a:ext cx="3175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Rectangle 307"/>
            <p:cNvSpPr>
              <a:spLocks noChangeArrowheads="1"/>
            </p:cNvSpPr>
            <p:nvPr userDrawn="1"/>
          </p:nvSpPr>
          <p:spPr bwMode="auto">
            <a:xfrm>
              <a:off x="10825163" y="3879850"/>
              <a:ext cx="6350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Freeform 308"/>
            <p:cNvSpPr>
              <a:spLocks noEditPoints="1"/>
            </p:cNvSpPr>
            <p:nvPr userDrawn="1"/>
          </p:nvSpPr>
          <p:spPr bwMode="auto">
            <a:xfrm>
              <a:off x="9825038" y="2078037"/>
              <a:ext cx="960438" cy="434975"/>
            </a:xfrm>
            <a:custGeom>
              <a:avLst/>
              <a:gdLst>
                <a:gd name="T0" fmla="*/ 573 w 605"/>
                <a:gd name="T1" fmla="*/ 0 h 274"/>
                <a:gd name="T2" fmla="*/ 288 w 605"/>
                <a:gd name="T3" fmla="*/ 82 h 274"/>
                <a:gd name="T4" fmla="*/ 0 w 605"/>
                <a:gd name="T5" fmla="*/ 164 h 274"/>
                <a:gd name="T6" fmla="*/ 31 w 605"/>
                <a:gd name="T7" fmla="*/ 274 h 274"/>
                <a:gd name="T8" fmla="*/ 319 w 605"/>
                <a:gd name="T9" fmla="*/ 191 h 274"/>
                <a:gd name="T10" fmla="*/ 605 w 605"/>
                <a:gd name="T11" fmla="*/ 110 h 274"/>
                <a:gd name="T12" fmla="*/ 573 w 605"/>
                <a:gd name="T13" fmla="*/ 0 h 274"/>
                <a:gd name="T14" fmla="*/ 573 w 605"/>
                <a:gd name="T15" fmla="*/ 0 h 274"/>
                <a:gd name="T16" fmla="*/ 573 w 605"/>
                <a:gd name="T17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5" h="274">
                  <a:moveTo>
                    <a:pt x="573" y="0"/>
                  </a:moveTo>
                  <a:lnTo>
                    <a:pt x="288" y="82"/>
                  </a:lnTo>
                  <a:lnTo>
                    <a:pt x="0" y="164"/>
                  </a:lnTo>
                  <a:lnTo>
                    <a:pt x="31" y="274"/>
                  </a:lnTo>
                  <a:lnTo>
                    <a:pt x="319" y="191"/>
                  </a:lnTo>
                  <a:lnTo>
                    <a:pt x="605" y="110"/>
                  </a:lnTo>
                  <a:lnTo>
                    <a:pt x="573" y="0"/>
                  </a:lnTo>
                  <a:close/>
                  <a:moveTo>
                    <a:pt x="573" y="0"/>
                  </a:moveTo>
                  <a:lnTo>
                    <a:pt x="573" y="0"/>
                  </a:lnTo>
                  <a:close/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Freeform 309"/>
            <p:cNvSpPr>
              <a:spLocks noEditPoints="1"/>
            </p:cNvSpPr>
            <p:nvPr userDrawn="1"/>
          </p:nvSpPr>
          <p:spPr bwMode="auto">
            <a:xfrm>
              <a:off x="9825038" y="2078037"/>
              <a:ext cx="960438" cy="434975"/>
            </a:xfrm>
            <a:custGeom>
              <a:avLst/>
              <a:gdLst>
                <a:gd name="T0" fmla="*/ 573 w 605"/>
                <a:gd name="T1" fmla="*/ 0 h 274"/>
                <a:gd name="T2" fmla="*/ 288 w 605"/>
                <a:gd name="T3" fmla="*/ 82 h 274"/>
                <a:gd name="T4" fmla="*/ 0 w 605"/>
                <a:gd name="T5" fmla="*/ 164 h 274"/>
                <a:gd name="T6" fmla="*/ 31 w 605"/>
                <a:gd name="T7" fmla="*/ 274 h 274"/>
                <a:gd name="T8" fmla="*/ 319 w 605"/>
                <a:gd name="T9" fmla="*/ 191 h 274"/>
                <a:gd name="T10" fmla="*/ 605 w 605"/>
                <a:gd name="T11" fmla="*/ 110 h 274"/>
                <a:gd name="T12" fmla="*/ 573 w 605"/>
                <a:gd name="T13" fmla="*/ 0 h 274"/>
                <a:gd name="T14" fmla="*/ 573 w 605"/>
                <a:gd name="T15" fmla="*/ 0 h 274"/>
                <a:gd name="T16" fmla="*/ 573 w 605"/>
                <a:gd name="T17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5" h="274">
                  <a:moveTo>
                    <a:pt x="573" y="0"/>
                  </a:moveTo>
                  <a:lnTo>
                    <a:pt x="288" y="82"/>
                  </a:lnTo>
                  <a:lnTo>
                    <a:pt x="0" y="164"/>
                  </a:lnTo>
                  <a:lnTo>
                    <a:pt x="31" y="274"/>
                  </a:lnTo>
                  <a:lnTo>
                    <a:pt x="319" y="191"/>
                  </a:lnTo>
                  <a:lnTo>
                    <a:pt x="605" y="110"/>
                  </a:lnTo>
                  <a:lnTo>
                    <a:pt x="573" y="0"/>
                  </a:lnTo>
                  <a:moveTo>
                    <a:pt x="573" y="0"/>
                  </a:moveTo>
                  <a:lnTo>
                    <a:pt x="5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Rectangle 310"/>
            <p:cNvSpPr>
              <a:spLocks noChangeArrowheads="1"/>
            </p:cNvSpPr>
            <p:nvPr userDrawn="1"/>
          </p:nvSpPr>
          <p:spPr bwMode="auto">
            <a:xfrm>
              <a:off x="10637838" y="3563938"/>
              <a:ext cx="6350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311"/>
            <p:cNvSpPr>
              <a:spLocks noChangeArrowheads="1"/>
            </p:cNvSpPr>
            <p:nvPr userDrawn="1"/>
          </p:nvSpPr>
          <p:spPr bwMode="auto">
            <a:xfrm>
              <a:off x="10644188" y="3563938"/>
              <a:ext cx="1588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Rectangle 312"/>
            <p:cNvSpPr>
              <a:spLocks noChangeArrowheads="1"/>
            </p:cNvSpPr>
            <p:nvPr userDrawn="1"/>
          </p:nvSpPr>
          <p:spPr bwMode="auto">
            <a:xfrm>
              <a:off x="10645776" y="3563938"/>
              <a:ext cx="1588" cy="173038"/>
            </a:xfrm>
            <a:prstGeom prst="rect">
              <a:avLst/>
            </a:prstGeom>
            <a:solidFill>
              <a:srgbClr val="3E3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313"/>
            <p:cNvSpPr>
              <a:spLocks noChangeArrowheads="1"/>
            </p:cNvSpPr>
            <p:nvPr userDrawn="1"/>
          </p:nvSpPr>
          <p:spPr bwMode="auto">
            <a:xfrm>
              <a:off x="10647363" y="3563938"/>
              <a:ext cx="1588" cy="173038"/>
            </a:xfrm>
            <a:prstGeom prst="rect">
              <a:avLst/>
            </a:prstGeom>
            <a:solidFill>
              <a:srgbClr val="3E3E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Rectangle 314"/>
            <p:cNvSpPr>
              <a:spLocks noChangeArrowheads="1"/>
            </p:cNvSpPr>
            <p:nvPr userDrawn="1"/>
          </p:nvSpPr>
          <p:spPr bwMode="auto">
            <a:xfrm>
              <a:off x="10648951" y="3563938"/>
              <a:ext cx="3175" cy="173038"/>
            </a:xfrm>
            <a:prstGeom prst="rect">
              <a:avLst/>
            </a:prstGeom>
            <a:solidFill>
              <a:srgbClr val="3D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315"/>
            <p:cNvSpPr>
              <a:spLocks noChangeArrowheads="1"/>
            </p:cNvSpPr>
            <p:nvPr userDrawn="1"/>
          </p:nvSpPr>
          <p:spPr bwMode="auto">
            <a:xfrm>
              <a:off x="10652126" y="3563938"/>
              <a:ext cx="1588" cy="173038"/>
            </a:xfrm>
            <a:prstGeom prst="rect">
              <a:avLst/>
            </a:prstGeom>
            <a:solidFill>
              <a:srgbClr val="3C3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Rectangle 316"/>
            <p:cNvSpPr>
              <a:spLocks noChangeArrowheads="1"/>
            </p:cNvSpPr>
            <p:nvPr userDrawn="1"/>
          </p:nvSpPr>
          <p:spPr bwMode="auto">
            <a:xfrm>
              <a:off x="10653713" y="3563938"/>
              <a:ext cx="1588" cy="173038"/>
            </a:xfrm>
            <a:prstGeom prst="rect">
              <a:avLst/>
            </a:prstGeom>
            <a:solidFill>
              <a:srgbClr val="3B3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Rectangle 317"/>
            <p:cNvSpPr>
              <a:spLocks noChangeArrowheads="1"/>
            </p:cNvSpPr>
            <p:nvPr userDrawn="1"/>
          </p:nvSpPr>
          <p:spPr bwMode="auto">
            <a:xfrm>
              <a:off x="10655301" y="3563938"/>
              <a:ext cx="1588" cy="173038"/>
            </a:xfrm>
            <a:prstGeom prst="rect">
              <a:avLst/>
            </a:prstGeom>
            <a:solidFill>
              <a:srgbClr val="3B3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Rectangle 318"/>
            <p:cNvSpPr>
              <a:spLocks noChangeArrowheads="1"/>
            </p:cNvSpPr>
            <p:nvPr userDrawn="1"/>
          </p:nvSpPr>
          <p:spPr bwMode="auto">
            <a:xfrm>
              <a:off x="10656888" y="3563938"/>
              <a:ext cx="1588" cy="173038"/>
            </a:xfrm>
            <a:prstGeom prst="rect">
              <a:avLst/>
            </a:prstGeom>
            <a:solidFill>
              <a:srgbClr val="3A3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Rectangle 319"/>
            <p:cNvSpPr>
              <a:spLocks noChangeArrowheads="1"/>
            </p:cNvSpPr>
            <p:nvPr userDrawn="1"/>
          </p:nvSpPr>
          <p:spPr bwMode="auto">
            <a:xfrm>
              <a:off x="10658476" y="3563938"/>
              <a:ext cx="3175" cy="173038"/>
            </a:xfrm>
            <a:prstGeom prst="rect">
              <a:avLst/>
            </a:prstGeom>
            <a:solidFill>
              <a:srgbClr val="393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Rectangle 320"/>
            <p:cNvSpPr>
              <a:spLocks noChangeArrowheads="1"/>
            </p:cNvSpPr>
            <p:nvPr userDrawn="1"/>
          </p:nvSpPr>
          <p:spPr bwMode="auto">
            <a:xfrm>
              <a:off x="10660063" y="3563938"/>
              <a:ext cx="3175" cy="173038"/>
            </a:xfrm>
            <a:prstGeom prst="rect">
              <a:avLst/>
            </a:prstGeom>
            <a:solidFill>
              <a:srgbClr val="3838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Rectangle 321"/>
            <p:cNvSpPr>
              <a:spLocks noChangeArrowheads="1"/>
            </p:cNvSpPr>
            <p:nvPr userDrawn="1"/>
          </p:nvSpPr>
          <p:spPr bwMode="auto">
            <a:xfrm>
              <a:off x="10663238" y="3563938"/>
              <a:ext cx="1588" cy="173038"/>
            </a:xfrm>
            <a:prstGeom prst="rect">
              <a:avLst/>
            </a:prstGeom>
            <a:solidFill>
              <a:srgbClr val="38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Rectangle 322"/>
            <p:cNvSpPr>
              <a:spLocks noChangeArrowheads="1"/>
            </p:cNvSpPr>
            <p:nvPr userDrawn="1"/>
          </p:nvSpPr>
          <p:spPr bwMode="auto">
            <a:xfrm>
              <a:off x="10664826" y="3563938"/>
              <a:ext cx="1588" cy="173038"/>
            </a:xfrm>
            <a:prstGeom prst="rect">
              <a:avLst/>
            </a:prstGeom>
            <a:solidFill>
              <a:srgbClr val="373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Rectangle 323"/>
            <p:cNvSpPr>
              <a:spLocks noChangeArrowheads="1"/>
            </p:cNvSpPr>
            <p:nvPr userDrawn="1"/>
          </p:nvSpPr>
          <p:spPr bwMode="auto">
            <a:xfrm>
              <a:off x="10666413" y="3563938"/>
              <a:ext cx="1588" cy="173038"/>
            </a:xfrm>
            <a:prstGeom prst="rect">
              <a:avLst/>
            </a:prstGeom>
            <a:solidFill>
              <a:srgbClr val="363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Rectangle 324"/>
            <p:cNvSpPr>
              <a:spLocks noChangeArrowheads="1"/>
            </p:cNvSpPr>
            <p:nvPr userDrawn="1"/>
          </p:nvSpPr>
          <p:spPr bwMode="auto">
            <a:xfrm>
              <a:off x="10668001" y="3563938"/>
              <a:ext cx="3175" cy="173038"/>
            </a:xfrm>
            <a:prstGeom prst="rect">
              <a:avLst/>
            </a:prstGeom>
            <a:solidFill>
              <a:srgbClr val="36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Rectangle 325"/>
            <p:cNvSpPr>
              <a:spLocks noChangeArrowheads="1"/>
            </p:cNvSpPr>
            <p:nvPr userDrawn="1"/>
          </p:nvSpPr>
          <p:spPr bwMode="auto">
            <a:xfrm>
              <a:off x="10669588" y="3563938"/>
              <a:ext cx="3175" cy="173038"/>
            </a:xfrm>
            <a:prstGeom prst="rect">
              <a:avLst/>
            </a:prstGeom>
            <a:solidFill>
              <a:srgbClr val="353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Rectangle 326"/>
            <p:cNvSpPr>
              <a:spLocks noChangeArrowheads="1"/>
            </p:cNvSpPr>
            <p:nvPr userDrawn="1"/>
          </p:nvSpPr>
          <p:spPr bwMode="auto">
            <a:xfrm>
              <a:off x="10672763" y="3563938"/>
              <a:ext cx="1588" cy="173038"/>
            </a:xfrm>
            <a:prstGeom prst="rect">
              <a:avLst/>
            </a:prstGeom>
            <a:solidFill>
              <a:srgbClr val="343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Rectangle 327"/>
            <p:cNvSpPr>
              <a:spLocks noChangeArrowheads="1"/>
            </p:cNvSpPr>
            <p:nvPr userDrawn="1"/>
          </p:nvSpPr>
          <p:spPr bwMode="auto">
            <a:xfrm>
              <a:off x="10672763" y="3563938"/>
              <a:ext cx="3175" cy="173038"/>
            </a:xfrm>
            <a:prstGeom prst="rect">
              <a:avLst/>
            </a:prstGeom>
            <a:solidFill>
              <a:srgbClr val="333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Rectangle 328"/>
            <p:cNvSpPr>
              <a:spLocks noChangeArrowheads="1"/>
            </p:cNvSpPr>
            <p:nvPr userDrawn="1"/>
          </p:nvSpPr>
          <p:spPr bwMode="auto">
            <a:xfrm>
              <a:off x="10675938" y="3563938"/>
              <a:ext cx="1588" cy="173038"/>
            </a:xfrm>
            <a:prstGeom prst="rect">
              <a:avLst/>
            </a:prstGeom>
            <a:solidFill>
              <a:srgbClr val="33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Rectangle 329"/>
            <p:cNvSpPr>
              <a:spLocks noChangeArrowheads="1"/>
            </p:cNvSpPr>
            <p:nvPr userDrawn="1"/>
          </p:nvSpPr>
          <p:spPr bwMode="auto">
            <a:xfrm>
              <a:off x="10677526" y="3563938"/>
              <a:ext cx="3175" cy="173038"/>
            </a:xfrm>
            <a:prstGeom prst="rect">
              <a:avLst/>
            </a:prstGeom>
            <a:solidFill>
              <a:srgbClr val="323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Rectangle 330"/>
            <p:cNvSpPr>
              <a:spLocks noChangeArrowheads="1"/>
            </p:cNvSpPr>
            <p:nvPr userDrawn="1"/>
          </p:nvSpPr>
          <p:spPr bwMode="auto">
            <a:xfrm>
              <a:off x="10679113" y="3563938"/>
              <a:ext cx="1588" cy="173038"/>
            </a:xfrm>
            <a:prstGeom prst="rect">
              <a:avLst/>
            </a:prstGeom>
            <a:solidFill>
              <a:srgbClr val="313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Rectangle 331"/>
            <p:cNvSpPr>
              <a:spLocks noChangeArrowheads="1"/>
            </p:cNvSpPr>
            <p:nvPr userDrawn="1"/>
          </p:nvSpPr>
          <p:spPr bwMode="auto">
            <a:xfrm>
              <a:off x="10680701" y="3563938"/>
              <a:ext cx="3175" cy="173038"/>
            </a:xfrm>
            <a:prstGeom prst="rect">
              <a:avLst/>
            </a:prstGeom>
            <a:solidFill>
              <a:srgbClr val="303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Rectangle 332"/>
            <p:cNvSpPr>
              <a:spLocks noChangeArrowheads="1"/>
            </p:cNvSpPr>
            <p:nvPr userDrawn="1"/>
          </p:nvSpPr>
          <p:spPr bwMode="auto">
            <a:xfrm>
              <a:off x="10682288" y="3563938"/>
              <a:ext cx="3175" cy="173038"/>
            </a:xfrm>
            <a:prstGeom prst="rect">
              <a:avLst/>
            </a:prstGeom>
            <a:solidFill>
              <a:srgbClr val="303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Rectangle 333"/>
            <p:cNvSpPr>
              <a:spLocks noChangeArrowheads="1"/>
            </p:cNvSpPr>
            <p:nvPr userDrawn="1"/>
          </p:nvSpPr>
          <p:spPr bwMode="auto">
            <a:xfrm>
              <a:off x="10685463" y="3563938"/>
              <a:ext cx="1588" cy="173038"/>
            </a:xfrm>
            <a:prstGeom prst="rect">
              <a:avLst/>
            </a:prstGeom>
            <a:solidFill>
              <a:srgbClr val="2F2F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Rectangle 334"/>
            <p:cNvSpPr>
              <a:spLocks noChangeArrowheads="1"/>
            </p:cNvSpPr>
            <p:nvPr userDrawn="1"/>
          </p:nvSpPr>
          <p:spPr bwMode="auto">
            <a:xfrm>
              <a:off x="10687051" y="3563938"/>
              <a:ext cx="1588" cy="173038"/>
            </a:xfrm>
            <a:prstGeom prst="rect">
              <a:avLst/>
            </a:prstGeom>
            <a:solidFill>
              <a:srgbClr val="2E2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Rectangle 335"/>
            <p:cNvSpPr>
              <a:spLocks noChangeArrowheads="1"/>
            </p:cNvSpPr>
            <p:nvPr userDrawn="1"/>
          </p:nvSpPr>
          <p:spPr bwMode="auto">
            <a:xfrm>
              <a:off x="10688638" y="3563938"/>
              <a:ext cx="1588" cy="173038"/>
            </a:xfrm>
            <a:prstGeom prst="rect">
              <a:avLst/>
            </a:prstGeom>
            <a:solidFill>
              <a:srgbClr val="2E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0" name="Rectangle 336"/>
            <p:cNvSpPr>
              <a:spLocks noChangeArrowheads="1"/>
            </p:cNvSpPr>
            <p:nvPr userDrawn="1"/>
          </p:nvSpPr>
          <p:spPr bwMode="auto">
            <a:xfrm>
              <a:off x="10690226" y="3563938"/>
              <a:ext cx="3175" cy="173038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1" name="Rectangle 337"/>
            <p:cNvSpPr>
              <a:spLocks noChangeArrowheads="1"/>
            </p:cNvSpPr>
            <p:nvPr userDrawn="1"/>
          </p:nvSpPr>
          <p:spPr bwMode="auto">
            <a:xfrm>
              <a:off x="10691813" y="3563938"/>
              <a:ext cx="3175" cy="173038"/>
            </a:xfrm>
            <a:prstGeom prst="rect">
              <a:avLst/>
            </a:prstGeom>
            <a:solidFill>
              <a:srgbClr val="2C2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2" name="Rectangle 338"/>
            <p:cNvSpPr>
              <a:spLocks noChangeArrowheads="1"/>
            </p:cNvSpPr>
            <p:nvPr userDrawn="1"/>
          </p:nvSpPr>
          <p:spPr bwMode="auto">
            <a:xfrm>
              <a:off x="10694988" y="3563938"/>
              <a:ext cx="1588" cy="173038"/>
            </a:xfrm>
            <a:prstGeom prst="rect">
              <a:avLst/>
            </a:prstGeom>
            <a:solidFill>
              <a:srgbClr val="2B2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3" name="Rectangle 339"/>
            <p:cNvSpPr>
              <a:spLocks noChangeArrowheads="1"/>
            </p:cNvSpPr>
            <p:nvPr userDrawn="1"/>
          </p:nvSpPr>
          <p:spPr bwMode="auto">
            <a:xfrm>
              <a:off x="10696576" y="3563938"/>
              <a:ext cx="1588" cy="173038"/>
            </a:xfrm>
            <a:prstGeom prst="rect">
              <a:avLst/>
            </a:prstGeom>
            <a:solidFill>
              <a:srgbClr val="2B2B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Rectangle 340"/>
            <p:cNvSpPr>
              <a:spLocks noChangeArrowheads="1"/>
            </p:cNvSpPr>
            <p:nvPr userDrawn="1"/>
          </p:nvSpPr>
          <p:spPr bwMode="auto">
            <a:xfrm>
              <a:off x="10698163" y="3563938"/>
              <a:ext cx="1588" cy="173038"/>
            </a:xfrm>
            <a:prstGeom prst="rect">
              <a:avLst/>
            </a:prstGeom>
            <a:solidFill>
              <a:srgbClr val="2A2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5" name="Rectangle 341"/>
            <p:cNvSpPr>
              <a:spLocks noChangeArrowheads="1"/>
            </p:cNvSpPr>
            <p:nvPr userDrawn="1"/>
          </p:nvSpPr>
          <p:spPr bwMode="auto">
            <a:xfrm>
              <a:off x="10699751" y="3563938"/>
              <a:ext cx="3175" cy="173038"/>
            </a:xfrm>
            <a:prstGeom prst="rect">
              <a:avLst/>
            </a:prstGeom>
            <a:solidFill>
              <a:srgbClr val="29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6" name="Rectangle 342"/>
            <p:cNvSpPr>
              <a:spLocks noChangeArrowheads="1"/>
            </p:cNvSpPr>
            <p:nvPr userDrawn="1"/>
          </p:nvSpPr>
          <p:spPr bwMode="auto">
            <a:xfrm>
              <a:off x="10701338" y="3563938"/>
              <a:ext cx="3175" cy="173038"/>
            </a:xfrm>
            <a:prstGeom prst="rect">
              <a:avLst/>
            </a:prstGeom>
            <a:solidFill>
              <a:srgbClr val="282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Rectangle 343"/>
            <p:cNvSpPr>
              <a:spLocks noChangeArrowheads="1"/>
            </p:cNvSpPr>
            <p:nvPr userDrawn="1"/>
          </p:nvSpPr>
          <p:spPr bwMode="auto">
            <a:xfrm>
              <a:off x="10704513" y="3563938"/>
              <a:ext cx="1588" cy="173038"/>
            </a:xfrm>
            <a:prstGeom prst="rect">
              <a:avLst/>
            </a:prstGeom>
            <a:solidFill>
              <a:srgbClr val="282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Rectangle 344"/>
            <p:cNvSpPr>
              <a:spLocks noChangeArrowheads="1"/>
            </p:cNvSpPr>
            <p:nvPr userDrawn="1"/>
          </p:nvSpPr>
          <p:spPr bwMode="auto">
            <a:xfrm>
              <a:off x="10706101" y="3563938"/>
              <a:ext cx="1588" cy="173038"/>
            </a:xfrm>
            <a:prstGeom prst="rect">
              <a:avLst/>
            </a:prstGeom>
            <a:solidFill>
              <a:srgbClr val="272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Rectangle 345"/>
            <p:cNvSpPr>
              <a:spLocks noChangeArrowheads="1"/>
            </p:cNvSpPr>
            <p:nvPr userDrawn="1"/>
          </p:nvSpPr>
          <p:spPr bwMode="auto">
            <a:xfrm>
              <a:off x="10707688" y="3563938"/>
              <a:ext cx="1588" cy="173038"/>
            </a:xfrm>
            <a:prstGeom prst="rect">
              <a:avLst/>
            </a:prstGeom>
            <a:solidFill>
              <a:srgbClr val="262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Rectangle 346"/>
            <p:cNvSpPr>
              <a:spLocks noChangeArrowheads="1"/>
            </p:cNvSpPr>
            <p:nvPr userDrawn="1"/>
          </p:nvSpPr>
          <p:spPr bwMode="auto">
            <a:xfrm>
              <a:off x="10709276" y="3563938"/>
              <a:ext cx="1588" cy="173038"/>
            </a:xfrm>
            <a:prstGeom prst="rect">
              <a:avLst/>
            </a:prstGeom>
            <a:solidFill>
              <a:srgbClr val="25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Rectangle 347"/>
            <p:cNvSpPr>
              <a:spLocks noChangeArrowheads="1"/>
            </p:cNvSpPr>
            <p:nvPr userDrawn="1"/>
          </p:nvSpPr>
          <p:spPr bwMode="auto">
            <a:xfrm>
              <a:off x="10710863" y="3563938"/>
              <a:ext cx="3175" cy="173038"/>
            </a:xfrm>
            <a:prstGeom prst="rect">
              <a:avLst/>
            </a:prstGeom>
            <a:solidFill>
              <a:srgbClr val="2525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Rectangle 348"/>
            <p:cNvSpPr>
              <a:spLocks noChangeArrowheads="1"/>
            </p:cNvSpPr>
            <p:nvPr userDrawn="1"/>
          </p:nvSpPr>
          <p:spPr bwMode="auto">
            <a:xfrm>
              <a:off x="10714038" y="3563938"/>
              <a:ext cx="1588" cy="173038"/>
            </a:xfrm>
            <a:prstGeom prst="rect">
              <a:avLst/>
            </a:prstGeom>
            <a:solidFill>
              <a:srgbClr val="24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3" name="Rectangle 349"/>
            <p:cNvSpPr>
              <a:spLocks noChangeArrowheads="1"/>
            </p:cNvSpPr>
            <p:nvPr userDrawn="1"/>
          </p:nvSpPr>
          <p:spPr bwMode="auto">
            <a:xfrm>
              <a:off x="10715626" y="3563938"/>
              <a:ext cx="1588" cy="173038"/>
            </a:xfrm>
            <a:prstGeom prst="rect">
              <a:avLst/>
            </a:prstGeom>
            <a:solidFill>
              <a:srgbClr val="232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4" name="Rectangle 350"/>
            <p:cNvSpPr>
              <a:spLocks noChangeArrowheads="1"/>
            </p:cNvSpPr>
            <p:nvPr userDrawn="1"/>
          </p:nvSpPr>
          <p:spPr bwMode="auto">
            <a:xfrm>
              <a:off x="10717213" y="3563938"/>
              <a:ext cx="1588" cy="173038"/>
            </a:xfrm>
            <a:prstGeom prst="rect">
              <a:avLst/>
            </a:prstGeom>
            <a:solidFill>
              <a:srgbClr val="2323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Rectangle 351"/>
            <p:cNvSpPr>
              <a:spLocks noChangeArrowheads="1"/>
            </p:cNvSpPr>
            <p:nvPr userDrawn="1"/>
          </p:nvSpPr>
          <p:spPr bwMode="auto">
            <a:xfrm>
              <a:off x="10718801" y="3563938"/>
              <a:ext cx="1588" cy="173038"/>
            </a:xfrm>
            <a:prstGeom prst="rect">
              <a:avLst/>
            </a:prstGeom>
            <a:solidFill>
              <a:srgbClr val="222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Rectangle 352"/>
            <p:cNvSpPr>
              <a:spLocks noChangeArrowheads="1"/>
            </p:cNvSpPr>
            <p:nvPr userDrawn="1"/>
          </p:nvSpPr>
          <p:spPr bwMode="auto">
            <a:xfrm>
              <a:off x="10720388" y="3563938"/>
              <a:ext cx="3175" cy="173038"/>
            </a:xfrm>
            <a:prstGeom prst="rect">
              <a:avLst/>
            </a:prstGeom>
            <a:solidFill>
              <a:srgbClr val="212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Rectangle 353"/>
            <p:cNvSpPr>
              <a:spLocks noChangeArrowheads="1"/>
            </p:cNvSpPr>
            <p:nvPr userDrawn="1"/>
          </p:nvSpPr>
          <p:spPr bwMode="auto">
            <a:xfrm>
              <a:off x="10721976" y="3563938"/>
              <a:ext cx="1588" cy="173038"/>
            </a:xfrm>
            <a:prstGeom prst="rect">
              <a:avLst/>
            </a:prstGeom>
            <a:solidFill>
              <a:srgbClr val="202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Rectangle 354"/>
            <p:cNvSpPr>
              <a:spLocks noChangeArrowheads="1"/>
            </p:cNvSpPr>
            <p:nvPr userDrawn="1"/>
          </p:nvSpPr>
          <p:spPr bwMode="auto">
            <a:xfrm>
              <a:off x="10723563" y="3563938"/>
              <a:ext cx="3175" cy="173038"/>
            </a:xfrm>
            <a:prstGeom prst="rect">
              <a:avLst/>
            </a:prstGeom>
            <a:solidFill>
              <a:srgbClr val="202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Rectangle 355"/>
            <p:cNvSpPr>
              <a:spLocks noChangeArrowheads="1"/>
            </p:cNvSpPr>
            <p:nvPr userDrawn="1"/>
          </p:nvSpPr>
          <p:spPr bwMode="auto">
            <a:xfrm>
              <a:off x="10726738" y="3563938"/>
              <a:ext cx="1588" cy="173038"/>
            </a:xfrm>
            <a:prstGeom prst="rect">
              <a:avLst/>
            </a:prstGeom>
            <a:solidFill>
              <a:srgbClr val="1F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Rectangle 356"/>
            <p:cNvSpPr>
              <a:spLocks noChangeArrowheads="1"/>
            </p:cNvSpPr>
            <p:nvPr userDrawn="1"/>
          </p:nvSpPr>
          <p:spPr bwMode="auto">
            <a:xfrm>
              <a:off x="10728326" y="3563938"/>
              <a:ext cx="1588" cy="173038"/>
            </a:xfrm>
            <a:prstGeom prst="rect">
              <a:avLst/>
            </a:prstGeom>
            <a:solidFill>
              <a:srgbClr val="1E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Rectangle 357"/>
            <p:cNvSpPr>
              <a:spLocks noChangeArrowheads="1"/>
            </p:cNvSpPr>
            <p:nvPr userDrawn="1"/>
          </p:nvSpPr>
          <p:spPr bwMode="auto">
            <a:xfrm>
              <a:off x="10729913" y="3563938"/>
              <a:ext cx="3175" cy="173038"/>
            </a:xfrm>
            <a:prstGeom prst="rect">
              <a:avLst/>
            </a:prstGeom>
            <a:solidFill>
              <a:srgbClr val="1D1D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Rectangle 358"/>
            <p:cNvSpPr>
              <a:spLocks noChangeArrowheads="1"/>
            </p:cNvSpPr>
            <p:nvPr userDrawn="1"/>
          </p:nvSpPr>
          <p:spPr bwMode="auto">
            <a:xfrm>
              <a:off x="10731501" y="3563938"/>
              <a:ext cx="1588" cy="173038"/>
            </a:xfrm>
            <a:prstGeom prst="rect">
              <a:avLst/>
            </a:prstGeom>
            <a:solidFill>
              <a:srgbClr val="1D1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Rectangle 359"/>
            <p:cNvSpPr>
              <a:spLocks noChangeArrowheads="1"/>
            </p:cNvSpPr>
            <p:nvPr userDrawn="1"/>
          </p:nvSpPr>
          <p:spPr bwMode="auto">
            <a:xfrm>
              <a:off x="10733088" y="3563938"/>
              <a:ext cx="3175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Rectangle 360"/>
            <p:cNvSpPr>
              <a:spLocks noChangeArrowheads="1"/>
            </p:cNvSpPr>
            <p:nvPr userDrawn="1"/>
          </p:nvSpPr>
          <p:spPr bwMode="auto">
            <a:xfrm>
              <a:off x="10734676" y="3563938"/>
              <a:ext cx="6350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Freeform 361"/>
            <p:cNvSpPr>
              <a:spLocks noEditPoints="1"/>
            </p:cNvSpPr>
            <p:nvPr userDrawn="1"/>
          </p:nvSpPr>
          <p:spPr bwMode="auto">
            <a:xfrm>
              <a:off x="9891713" y="2314575"/>
              <a:ext cx="1565275" cy="2554288"/>
            </a:xfrm>
            <a:custGeom>
              <a:avLst/>
              <a:gdLst>
                <a:gd name="T0" fmla="*/ 390 w 986"/>
                <a:gd name="T1" fmla="*/ 1528 h 1609"/>
                <a:gd name="T2" fmla="*/ 952 w 986"/>
                <a:gd name="T3" fmla="*/ 1325 h 1609"/>
                <a:gd name="T4" fmla="*/ 0 w 986"/>
                <a:gd name="T5" fmla="*/ 163 h 1609"/>
                <a:gd name="T6" fmla="*/ 986 w 986"/>
                <a:gd name="T7" fmla="*/ 1446 h 1609"/>
                <a:gd name="T8" fmla="*/ 537 w 986"/>
                <a:gd name="T9" fmla="*/ 953 h 1609"/>
                <a:gd name="T10" fmla="*/ 584 w 986"/>
                <a:gd name="T11" fmla="*/ 1121 h 1609"/>
                <a:gd name="T12" fmla="*/ 387 w 986"/>
                <a:gd name="T13" fmla="*/ 701 h 1609"/>
                <a:gd name="T14" fmla="*/ 343 w 986"/>
                <a:gd name="T15" fmla="*/ 606 h 1609"/>
                <a:gd name="T16" fmla="*/ 369 w 986"/>
                <a:gd name="T17" fmla="*/ 575 h 1609"/>
                <a:gd name="T18" fmla="*/ 414 w 986"/>
                <a:gd name="T19" fmla="*/ 599 h 1609"/>
                <a:gd name="T20" fmla="*/ 443 w 986"/>
                <a:gd name="T21" fmla="*/ 624 h 1609"/>
                <a:gd name="T22" fmla="*/ 443 w 986"/>
                <a:gd name="T23" fmla="*/ 578 h 1609"/>
                <a:gd name="T24" fmla="*/ 429 w 986"/>
                <a:gd name="T25" fmla="*/ 558 h 1609"/>
                <a:gd name="T26" fmla="*/ 518 w 986"/>
                <a:gd name="T27" fmla="*/ 556 h 1609"/>
                <a:gd name="T28" fmla="*/ 545 w 986"/>
                <a:gd name="T29" fmla="*/ 677 h 1609"/>
                <a:gd name="T30" fmla="*/ 558 w 986"/>
                <a:gd name="T31" fmla="*/ 698 h 1609"/>
                <a:gd name="T32" fmla="*/ 469 w 986"/>
                <a:gd name="T33" fmla="*/ 700 h 1609"/>
                <a:gd name="T34" fmla="*/ 458 w 986"/>
                <a:gd name="T35" fmla="*/ 655 h 1609"/>
                <a:gd name="T36" fmla="*/ 437 w 986"/>
                <a:gd name="T37" fmla="*/ 691 h 1609"/>
                <a:gd name="T38" fmla="*/ 459 w 986"/>
                <a:gd name="T39" fmla="*/ 705 h 1609"/>
                <a:gd name="T40" fmla="*/ 381 w 986"/>
                <a:gd name="T41" fmla="*/ 750 h 1609"/>
                <a:gd name="T42" fmla="*/ 480 w 986"/>
                <a:gd name="T43" fmla="*/ 754 h 1609"/>
                <a:gd name="T44" fmla="*/ 528 w 986"/>
                <a:gd name="T45" fmla="*/ 922 h 1609"/>
                <a:gd name="T46" fmla="*/ 480 w 986"/>
                <a:gd name="T47" fmla="*/ 754 h 1609"/>
                <a:gd name="T48" fmla="*/ 626 w 986"/>
                <a:gd name="T49" fmla="*/ 1322 h 1609"/>
                <a:gd name="T50" fmla="*/ 579 w 986"/>
                <a:gd name="T51" fmla="*/ 1289 h 1609"/>
                <a:gd name="T52" fmla="*/ 536 w 986"/>
                <a:gd name="T53" fmla="*/ 1196 h 1609"/>
                <a:gd name="T54" fmla="*/ 570 w 986"/>
                <a:gd name="T55" fmla="*/ 1163 h 1609"/>
                <a:gd name="T56" fmla="*/ 626 w 986"/>
                <a:gd name="T57" fmla="*/ 1172 h 1609"/>
                <a:gd name="T58" fmla="*/ 631 w 986"/>
                <a:gd name="T59" fmla="*/ 1281 h 1609"/>
                <a:gd name="T60" fmla="*/ 686 w 986"/>
                <a:gd name="T61" fmla="*/ 1226 h 1609"/>
                <a:gd name="T62" fmla="*/ 700 w 986"/>
                <a:gd name="T63" fmla="*/ 1303 h 1609"/>
                <a:gd name="T64" fmla="*/ 832 w 986"/>
                <a:gd name="T65" fmla="*/ 1281 h 1609"/>
                <a:gd name="T66" fmla="*/ 689 w 986"/>
                <a:gd name="T67" fmla="*/ 781 h 1609"/>
                <a:gd name="T68" fmla="*/ 675 w 986"/>
                <a:gd name="T69" fmla="*/ 731 h 1609"/>
                <a:gd name="T70" fmla="*/ 696 w 986"/>
                <a:gd name="T71" fmla="*/ 693 h 1609"/>
                <a:gd name="T72" fmla="*/ 651 w 986"/>
                <a:gd name="T73" fmla="*/ 607 h 1609"/>
                <a:gd name="T74" fmla="*/ 493 w 986"/>
                <a:gd name="T75" fmla="*/ 136 h 1609"/>
                <a:gd name="T76" fmla="*/ 447 w 986"/>
                <a:gd name="T77" fmla="*/ 404 h 1609"/>
                <a:gd name="T78" fmla="*/ 383 w 986"/>
                <a:gd name="T79" fmla="*/ 389 h 1609"/>
                <a:gd name="T80" fmla="*/ 413 w 986"/>
                <a:gd name="T81" fmla="*/ 487 h 1609"/>
                <a:gd name="T82" fmla="*/ 474 w 986"/>
                <a:gd name="T83" fmla="*/ 494 h 1609"/>
                <a:gd name="T84" fmla="*/ 415 w 986"/>
                <a:gd name="T85" fmla="*/ 525 h 1609"/>
                <a:gd name="T86" fmla="*/ 381 w 986"/>
                <a:gd name="T87" fmla="*/ 353 h 1609"/>
                <a:gd name="T88" fmla="*/ 310 w 986"/>
                <a:gd name="T89" fmla="*/ 158 h 1609"/>
                <a:gd name="T90" fmla="*/ 375 w 986"/>
                <a:gd name="T91" fmla="*/ 153 h 1609"/>
                <a:gd name="T92" fmla="*/ 349 w 986"/>
                <a:gd name="T93" fmla="*/ 208 h 1609"/>
                <a:gd name="T94" fmla="*/ 319 w 986"/>
                <a:gd name="T95" fmla="*/ 193 h 1609"/>
                <a:gd name="T96" fmla="*/ 406 w 986"/>
                <a:gd name="T97" fmla="*/ 256 h 1609"/>
                <a:gd name="T98" fmla="*/ 290 w 986"/>
                <a:gd name="T99" fmla="*/ 334 h 1609"/>
                <a:gd name="T100" fmla="*/ 311 w 986"/>
                <a:gd name="T101" fmla="*/ 276 h 1609"/>
                <a:gd name="T102" fmla="*/ 342 w 986"/>
                <a:gd name="T103" fmla="*/ 271 h 1609"/>
                <a:gd name="T104" fmla="*/ 310 w 986"/>
                <a:gd name="T105" fmla="*/ 158 h 1609"/>
                <a:gd name="T106" fmla="*/ 126 w 986"/>
                <a:gd name="T107" fmla="*/ 228 h 1609"/>
                <a:gd name="T108" fmla="*/ 269 w 986"/>
                <a:gd name="T109" fmla="*/ 728 h 1609"/>
                <a:gd name="T110" fmla="*/ 284 w 986"/>
                <a:gd name="T111" fmla="*/ 778 h 1609"/>
                <a:gd name="T112" fmla="*/ 278 w 986"/>
                <a:gd name="T113" fmla="*/ 835 h 1609"/>
                <a:gd name="T114" fmla="*/ 329 w 986"/>
                <a:gd name="T115" fmla="*/ 895 h 1609"/>
                <a:gd name="T116" fmla="*/ 444 w 986"/>
                <a:gd name="T117" fmla="*/ 1380 h 1609"/>
                <a:gd name="T118" fmla="*/ 315 w 986"/>
                <a:gd name="T119" fmla="*/ 888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86" h="1609">
                  <a:moveTo>
                    <a:pt x="963" y="1364"/>
                  </a:moveTo>
                  <a:cubicBezTo>
                    <a:pt x="677" y="1446"/>
                    <a:pt x="677" y="1446"/>
                    <a:pt x="677" y="1446"/>
                  </a:cubicBezTo>
                  <a:cubicBezTo>
                    <a:pt x="390" y="1528"/>
                    <a:pt x="390" y="1528"/>
                    <a:pt x="390" y="1528"/>
                  </a:cubicBezTo>
                  <a:cubicBezTo>
                    <a:pt x="379" y="1489"/>
                    <a:pt x="379" y="1489"/>
                    <a:pt x="379" y="1489"/>
                  </a:cubicBezTo>
                  <a:cubicBezTo>
                    <a:pt x="666" y="1407"/>
                    <a:pt x="666" y="1407"/>
                    <a:pt x="666" y="1407"/>
                  </a:cubicBezTo>
                  <a:cubicBezTo>
                    <a:pt x="952" y="1325"/>
                    <a:pt x="952" y="1325"/>
                    <a:pt x="952" y="1325"/>
                  </a:cubicBezTo>
                  <a:cubicBezTo>
                    <a:pt x="574" y="0"/>
                    <a:pt x="574" y="0"/>
                    <a:pt x="574" y="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413" y="1609"/>
                    <a:pt x="413" y="1609"/>
                    <a:pt x="413" y="1609"/>
                  </a:cubicBezTo>
                  <a:cubicBezTo>
                    <a:pt x="700" y="1527"/>
                    <a:pt x="700" y="1527"/>
                    <a:pt x="700" y="1527"/>
                  </a:cubicBezTo>
                  <a:cubicBezTo>
                    <a:pt x="986" y="1446"/>
                    <a:pt x="986" y="1446"/>
                    <a:pt x="986" y="1446"/>
                  </a:cubicBezTo>
                  <a:lnTo>
                    <a:pt x="963" y="1364"/>
                  </a:lnTo>
                  <a:close/>
                  <a:moveTo>
                    <a:pt x="481" y="1063"/>
                  </a:moveTo>
                  <a:cubicBezTo>
                    <a:pt x="465" y="1008"/>
                    <a:pt x="485" y="969"/>
                    <a:pt x="537" y="953"/>
                  </a:cubicBezTo>
                  <a:cubicBezTo>
                    <a:pt x="537" y="953"/>
                    <a:pt x="538" y="953"/>
                    <a:pt x="539" y="953"/>
                  </a:cubicBezTo>
                  <a:cubicBezTo>
                    <a:pt x="589" y="938"/>
                    <a:pt x="621" y="959"/>
                    <a:pt x="636" y="1011"/>
                  </a:cubicBezTo>
                  <a:cubicBezTo>
                    <a:pt x="652" y="1066"/>
                    <a:pt x="633" y="1105"/>
                    <a:pt x="584" y="1121"/>
                  </a:cubicBezTo>
                  <a:cubicBezTo>
                    <a:pt x="583" y="1122"/>
                    <a:pt x="581" y="1123"/>
                    <a:pt x="579" y="1123"/>
                  </a:cubicBezTo>
                  <a:cubicBezTo>
                    <a:pt x="531" y="1137"/>
                    <a:pt x="497" y="1116"/>
                    <a:pt x="481" y="1063"/>
                  </a:cubicBezTo>
                  <a:close/>
                  <a:moveTo>
                    <a:pt x="387" y="701"/>
                  </a:moveTo>
                  <a:cubicBezTo>
                    <a:pt x="362" y="614"/>
                    <a:pt x="362" y="614"/>
                    <a:pt x="362" y="614"/>
                  </a:cubicBezTo>
                  <a:cubicBezTo>
                    <a:pt x="359" y="604"/>
                    <a:pt x="356" y="601"/>
                    <a:pt x="350" y="604"/>
                  </a:cubicBezTo>
                  <a:cubicBezTo>
                    <a:pt x="347" y="605"/>
                    <a:pt x="343" y="606"/>
                    <a:pt x="343" y="606"/>
                  </a:cubicBezTo>
                  <a:cubicBezTo>
                    <a:pt x="340" y="603"/>
                    <a:pt x="340" y="603"/>
                    <a:pt x="340" y="603"/>
                  </a:cubicBezTo>
                  <a:cubicBezTo>
                    <a:pt x="337" y="584"/>
                    <a:pt x="337" y="584"/>
                    <a:pt x="337" y="584"/>
                  </a:cubicBezTo>
                  <a:cubicBezTo>
                    <a:pt x="369" y="575"/>
                    <a:pt x="369" y="575"/>
                    <a:pt x="369" y="575"/>
                  </a:cubicBezTo>
                  <a:cubicBezTo>
                    <a:pt x="384" y="571"/>
                    <a:pt x="419" y="559"/>
                    <a:pt x="419" y="559"/>
                  </a:cubicBezTo>
                  <a:cubicBezTo>
                    <a:pt x="423" y="582"/>
                    <a:pt x="423" y="582"/>
                    <a:pt x="423" y="582"/>
                  </a:cubicBezTo>
                  <a:cubicBezTo>
                    <a:pt x="413" y="587"/>
                    <a:pt x="412" y="590"/>
                    <a:pt x="414" y="599"/>
                  </a:cubicBezTo>
                  <a:cubicBezTo>
                    <a:pt x="421" y="630"/>
                    <a:pt x="421" y="630"/>
                    <a:pt x="421" y="630"/>
                  </a:cubicBezTo>
                  <a:cubicBezTo>
                    <a:pt x="443" y="624"/>
                    <a:pt x="443" y="624"/>
                    <a:pt x="443" y="624"/>
                  </a:cubicBezTo>
                  <a:cubicBezTo>
                    <a:pt x="443" y="624"/>
                    <a:pt x="443" y="624"/>
                    <a:pt x="443" y="624"/>
                  </a:cubicBezTo>
                  <a:cubicBezTo>
                    <a:pt x="454" y="621"/>
                    <a:pt x="459" y="620"/>
                    <a:pt x="464" y="618"/>
                  </a:cubicBezTo>
                  <a:cubicBezTo>
                    <a:pt x="455" y="588"/>
                    <a:pt x="455" y="588"/>
                    <a:pt x="455" y="588"/>
                  </a:cubicBezTo>
                  <a:cubicBezTo>
                    <a:pt x="452" y="578"/>
                    <a:pt x="449" y="576"/>
                    <a:pt x="443" y="578"/>
                  </a:cubicBezTo>
                  <a:cubicBezTo>
                    <a:pt x="436" y="580"/>
                    <a:pt x="436" y="580"/>
                    <a:pt x="436" y="580"/>
                  </a:cubicBezTo>
                  <a:cubicBezTo>
                    <a:pt x="432" y="578"/>
                    <a:pt x="432" y="578"/>
                    <a:pt x="432" y="578"/>
                  </a:cubicBezTo>
                  <a:cubicBezTo>
                    <a:pt x="429" y="558"/>
                    <a:pt x="429" y="558"/>
                    <a:pt x="429" y="558"/>
                  </a:cubicBezTo>
                  <a:cubicBezTo>
                    <a:pt x="470" y="547"/>
                    <a:pt x="470" y="547"/>
                    <a:pt x="470" y="547"/>
                  </a:cubicBezTo>
                  <a:cubicBezTo>
                    <a:pt x="481" y="544"/>
                    <a:pt x="514" y="533"/>
                    <a:pt x="514" y="533"/>
                  </a:cubicBezTo>
                  <a:cubicBezTo>
                    <a:pt x="518" y="556"/>
                    <a:pt x="518" y="556"/>
                    <a:pt x="518" y="556"/>
                  </a:cubicBezTo>
                  <a:cubicBezTo>
                    <a:pt x="507" y="561"/>
                    <a:pt x="505" y="564"/>
                    <a:pt x="507" y="573"/>
                  </a:cubicBezTo>
                  <a:cubicBezTo>
                    <a:pt x="511" y="594"/>
                    <a:pt x="521" y="631"/>
                    <a:pt x="530" y="663"/>
                  </a:cubicBezTo>
                  <a:cubicBezTo>
                    <a:pt x="534" y="676"/>
                    <a:pt x="537" y="679"/>
                    <a:pt x="545" y="677"/>
                  </a:cubicBezTo>
                  <a:cubicBezTo>
                    <a:pt x="548" y="676"/>
                    <a:pt x="551" y="675"/>
                    <a:pt x="551" y="675"/>
                  </a:cubicBezTo>
                  <a:cubicBezTo>
                    <a:pt x="554" y="677"/>
                    <a:pt x="554" y="677"/>
                    <a:pt x="554" y="677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35" y="704"/>
                    <a:pt x="515" y="710"/>
                  </a:cubicBezTo>
                  <a:cubicBezTo>
                    <a:pt x="503" y="714"/>
                    <a:pt x="473" y="723"/>
                    <a:pt x="473" y="723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81" y="697"/>
                    <a:pt x="484" y="690"/>
                    <a:pt x="480" y="676"/>
                  </a:cubicBezTo>
                  <a:cubicBezTo>
                    <a:pt x="473" y="651"/>
                    <a:pt x="473" y="651"/>
                    <a:pt x="473" y="651"/>
                  </a:cubicBezTo>
                  <a:cubicBezTo>
                    <a:pt x="473" y="651"/>
                    <a:pt x="464" y="653"/>
                    <a:pt x="458" y="655"/>
                  </a:cubicBezTo>
                  <a:cubicBezTo>
                    <a:pt x="457" y="655"/>
                    <a:pt x="455" y="656"/>
                    <a:pt x="453" y="657"/>
                  </a:cubicBezTo>
                  <a:cubicBezTo>
                    <a:pt x="444" y="660"/>
                    <a:pt x="430" y="665"/>
                    <a:pt x="430" y="665"/>
                  </a:cubicBezTo>
                  <a:cubicBezTo>
                    <a:pt x="437" y="691"/>
                    <a:pt x="437" y="691"/>
                    <a:pt x="437" y="691"/>
                  </a:cubicBezTo>
                  <a:cubicBezTo>
                    <a:pt x="442" y="705"/>
                    <a:pt x="444" y="708"/>
                    <a:pt x="450" y="706"/>
                  </a:cubicBezTo>
                  <a:cubicBezTo>
                    <a:pt x="455" y="704"/>
                    <a:pt x="457" y="703"/>
                    <a:pt x="457" y="703"/>
                  </a:cubicBezTo>
                  <a:cubicBezTo>
                    <a:pt x="459" y="705"/>
                    <a:pt x="459" y="705"/>
                    <a:pt x="459" y="705"/>
                  </a:cubicBezTo>
                  <a:cubicBezTo>
                    <a:pt x="463" y="726"/>
                    <a:pt x="463" y="726"/>
                    <a:pt x="463" y="726"/>
                  </a:cubicBezTo>
                  <a:cubicBezTo>
                    <a:pt x="463" y="726"/>
                    <a:pt x="432" y="734"/>
                    <a:pt x="422" y="737"/>
                  </a:cubicBezTo>
                  <a:cubicBezTo>
                    <a:pt x="407" y="741"/>
                    <a:pt x="381" y="750"/>
                    <a:pt x="381" y="750"/>
                  </a:cubicBezTo>
                  <a:cubicBezTo>
                    <a:pt x="377" y="728"/>
                    <a:pt x="377" y="728"/>
                    <a:pt x="377" y="728"/>
                  </a:cubicBezTo>
                  <a:cubicBezTo>
                    <a:pt x="388" y="719"/>
                    <a:pt x="390" y="715"/>
                    <a:pt x="387" y="701"/>
                  </a:cubicBezTo>
                  <a:close/>
                  <a:moveTo>
                    <a:pt x="480" y="754"/>
                  </a:moveTo>
                  <a:cubicBezTo>
                    <a:pt x="481" y="754"/>
                    <a:pt x="481" y="754"/>
                    <a:pt x="482" y="754"/>
                  </a:cubicBezTo>
                  <a:cubicBezTo>
                    <a:pt x="532" y="740"/>
                    <a:pt x="564" y="760"/>
                    <a:pt x="579" y="812"/>
                  </a:cubicBezTo>
                  <a:cubicBezTo>
                    <a:pt x="595" y="867"/>
                    <a:pt x="576" y="906"/>
                    <a:pt x="528" y="922"/>
                  </a:cubicBezTo>
                  <a:cubicBezTo>
                    <a:pt x="526" y="923"/>
                    <a:pt x="524" y="924"/>
                    <a:pt x="523" y="924"/>
                  </a:cubicBezTo>
                  <a:cubicBezTo>
                    <a:pt x="474" y="938"/>
                    <a:pt x="440" y="917"/>
                    <a:pt x="425" y="864"/>
                  </a:cubicBezTo>
                  <a:cubicBezTo>
                    <a:pt x="409" y="809"/>
                    <a:pt x="428" y="770"/>
                    <a:pt x="480" y="754"/>
                  </a:cubicBezTo>
                  <a:close/>
                  <a:moveTo>
                    <a:pt x="700" y="1303"/>
                  </a:moveTo>
                  <a:cubicBezTo>
                    <a:pt x="700" y="1303"/>
                    <a:pt x="671" y="1309"/>
                    <a:pt x="641" y="1318"/>
                  </a:cubicBezTo>
                  <a:cubicBezTo>
                    <a:pt x="626" y="1322"/>
                    <a:pt x="626" y="1322"/>
                    <a:pt x="626" y="1322"/>
                  </a:cubicBezTo>
                  <a:cubicBezTo>
                    <a:pt x="600" y="1329"/>
                    <a:pt x="573" y="1339"/>
                    <a:pt x="573" y="1339"/>
                  </a:cubicBezTo>
                  <a:cubicBezTo>
                    <a:pt x="569" y="1315"/>
                    <a:pt x="569" y="1315"/>
                    <a:pt x="569" y="1315"/>
                  </a:cubicBezTo>
                  <a:cubicBezTo>
                    <a:pt x="581" y="1310"/>
                    <a:pt x="584" y="1304"/>
                    <a:pt x="579" y="1289"/>
                  </a:cubicBezTo>
                  <a:cubicBezTo>
                    <a:pt x="555" y="1204"/>
                    <a:pt x="555" y="1204"/>
                    <a:pt x="555" y="1204"/>
                  </a:cubicBezTo>
                  <a:cubicBezTo>
                    <a:pt x="552" y="1194"/>
                    <a:pt x="550" y="1192"/>
                    <a:pt x="543" y="1194"/>
                  </a:cubicBezTo>
                  <a:cubicBezTo>
                    <a:pt x="540" y="1195"/>
                    <a:pt x="536" y="1196"/>
                    <a:pt x="536" y="1196"/>
                  </a:cubicBezTo>
                  <a:cubicBezTo>
                    <a:pt x="533" y="1194"/>
                    <a:pt x="533" y="1194"/>
                    <a:pt x="533" y="1194"/>
                  </a:cubicBezTo>
                  <a:cubicBezTo>
                    <a:pt x="530" y="1174"/>
                    <a:pt x="530" y="1174"/>
                    <a:pt x="530" y="1174"/>
                  </a:cubicBezTo>
                  <a:cubicBezTo>
                    <a:pt x="570" y="1163"/>
                    <a:pt x="570" y="1163"/>
                    <a:pt x="570" y="1163"/>
                  </a:cubicBezTo>
                  <a:cubicBezTo>
                    <a:pt x="575" y="1161"/>
                    <a:pt x="585" y="1158"/>
                    <a:pt x="595" y="1155"/>
                  </a:cubicBezTo>
                  <a:cubicBezTo>
                    <a:pt x="609" y="1151"/>
                    <a:pt x="622" y="1146"/>
                    <a:pt x="622" y="1146"/>
                  </a:cubicBezTo>
                  <a:cubicBezTo>
                    <a:pt x="626" y="1172"/>
                    <a:pt x="626" y="1172"/>
                    <a:pt x="626" y="1172"/>
                  </a:cubicBezTo>
                  <a:cubicBezTo>
                    <a:pt x="609" y="1178"/>
                    <a:pt x="606" y="1182"/>
                    <a:pt x="608" y="1191"/>
                  </a:cubicBezTo>
                  <a:cubicBezTo>
                    <a:pt x="612" y="1207"/>
                    <a:pt x="616" y="1225"/>
                    <a:pt x="622" y="1248"/>
                  </a:cubicBezTo>
                  <a:cubicBezTo>
                    <a:pt x="631" y="1281"/>
                    <a:pt x="631" y="1281"/>
                    <a:pt x="631" y="1281"/>
                  </a:cubicBezTo>
                  <a:cubicBezTo>
                    <a:pt x="633" y="1287"/>
                    <a:pt x="637" y="1288"/>
                    <a:pt x="642" y="1286"/>
                  </a:cubicBezTo>
                  <a:cubicBezTo>
                    <a:pt x="660" y="1281"/>
                    <a:pt x="662" y="1272"/>
                    <a:pt x="655" y="1238"/>
                  </a:cubicBezTo>
                  <a:cubicBezTo>
                    <a:pt x="686" y="1226"/>
                    <a:pt x="686" y="1226"/>
                    <a:pt x="686" y="1226"/>
                  </a:cubicBezTo>
                  <a:cubicBezTo>
                    <a:pt x="690" y="1229"/>
                    <a:pt x="690" y="1229"/>
                    <a:pt x="690" y="1229"/>
                  </a:cubicBezTo>
                  <a:cubicBezTo>
                    <a:pt x="690" y="1229"/>
                    <a:pt x="695" y="1262"/>
                    <a:pt x="703" y="1297"/>
                  </a:cubicBezTo>
                  <a:lnTo>
                    <a:pt x="700" y="1303"/>
                  </a:lnTo>
                  <a:close/>
                  <a:moveTo>
                    <a:pt x="703" y="789"/>
                  </a:moveTo>
                  <a:cubicBezTo>
                    <a:pt x="840" y="1267"/>
                    <a:pt x="840" y="1267"/>
                    <a:pt x="840" y="1267"/>
                  </a:cubicBezTo>
                  <a:cubicBezTo>
                    <a:pt x="841" y="1273"/>
                    <a:pt x="838" y="1280"/>
                    <a:pt x="832" y="1281"/>
                  </a:cubicBezTo>
                  <a:cubicBezTo>
                    <a:pt x="826" y="1283"/>
                    <a:pt x="819" y="1280"/>
                    <a:pt x="818" y="1274"/>
                  </a:cubicBezTo>
                  <a:cubicBezTo>
                    <a:pt x="681" y="796"/>
                    <a:pt x="681" y="796"/>
                    <a:pt x="681" y="796"/>
                  </a:cubicBezTo>
                  <a:cubicBezTo>
                    <a:pt x="679" y="790"/>
                    <a:pt x="683" y="783"/>
                    <a:pt x="689" y="781"/>
                  </a:cubicBezTo>
                  <a:cubicBezTo>
                    <a:pt x="695" y="779"/>
                    <a:pt x="701" y="783"/>
                    <a:pt x="703" y="789"/>
                  </a:cubicBezTo>
                  <a:close/>
                  <a:moveTo>
                    <a:pt x="696" y="693"/>
                  </a:moveTo>
                  <a:cubicBezTo>
                    <a:pt x="700" y="709"/>
                    <a:pt x="691" y="726"/>
                    <a:pt x="675" y="731"/>
                  </a:cubicBezTo>
                  <a:cubicBezTo>
                    <a:pt x="658" y="736"/>
                    <a:pt x="641" y="726"/>
                    <a:pt x="637" y="710"/>
                  </a:cubicBezTo>
                  <a:cubicBezTo>
                    <a:pt x="632" y="693"/>
                    <a:pt x="641" y="676"/>
                    <a:pt x="658" y="672"/>
                  </a:cubicBezTo>
                  <a:cubicBezTo>
                    <a:pt x="674" y="667"/>
                    <a:pt x="691" y="676"/>
                    <a:pt x="696" y="693"/>
                  </a:cubicBezTo>
                  <a:close/>
                  <a:moveTo>
                    <a:pt x="501" y="121"/>
                  </a:moveTo>
                  <a:cubicBezTo>
                    <a:pt x="507" y="120"/>
                    <a:pt x="513" y="123"/>
                    <a:pt x="515" y="129"/>
                  </a:cubicBezTo>
                  <a:cubicBezTo>
                    <a:pt x="651" y="607"/>
                    <a:pt x="651" y="607"/>
                    <a:pt x="651" y="607"/>
                  </a:cubicBezTo>
                  <a:cubicBezTo>
                    <a:pt x="653" y="613"/>
                    <a:pt x="650" y="620"/>
                    <a:pt x="644" y="622"/>
                  </a:cubicBezTo>
                  <a:cubicBezTo>
                    <a:pt x="638" y="623"/>
                    <a:pt x="631" y="620"/>
                    <a:pt x="629" y="614"/>
                  </a:cubicBezTo>
                  <a:cubicBezTo>
                    <a:pt x="493" y="136"/>
                    <a:pt x="493" y="136"/>
                    <a:pt x="493" y="136"/>
                  </a:cubicBezTo>
                  <a:cubicBezTo>
                    <a:pt x="491" y="130"/>
                    <a:pt x="494" y="123"/>
                    <a:pt x="501" y="121"/>
                  </a:cubicBezTo>
                  <a:close/>
                  <a:moveTo>
                    <a:pt x="439" y="349"/>
                  </a:moveTo>
                  <a:cubicBezTo>
                    <a:pt x="439" y="349"/>
                    <a:pt x="440" y="373"/>
                    <a:pt x="447" y="404"/>
                  </a:cubicBezTo>
                  <a:cubicBezTo>
                    <a:pt x="409" y="418"/>
                    <a:pt x="409" y="418"/>
                    <a:pt x="409" y="418"/>
                  </a:cubicBezTo>
                  <a:cubicBezTo>
                    <a:pt x="409" y="418"/>
                    <a:pt x="408" y="411"/>
                    <a:pt x="405" y="403"/>
                  </a:cubicBezTo>
                  <a:cubicBezTo>
                    <a:pt x="402" y="389"/>
                    <a:pt x="395" y="386"/>
                    <a:pt x="383" y="389"/>
                  </a:cubicBezTo>
                  <a:cubicBezTo>
                    <a:pt x="381" y="390"/>
                    <a:pt x="378" y="391"/>
                    <a:pt x="377" y="392"/>
                  </a:cubicBezTo>
                  <a:cubicBezTo>
                    <a:pt x="404" y="488"/>
                    <a:pt x="404" y="488"/>
                    <a:pt x="404" y="488"/>
                  </a:cubicBezTo>
                  <a:cubicBezTo>
                    <a:pt x="407" y="488"/>
                    <a:pt x="410" y="488"/>
                    <a:pt x="413" y="487"/>
                  </a:cubicBezTo>
                  <a:cubicBezTo>
                    <a:pt x="426" y="484"/>
                    <a:pt x="429" y="474"/>
                    <a:pt x="424" y="452"/>
                  </a:cubicBezTo>
                  <a:cubicBezTo>
                    <a:pt x="462" y="439"/>
                    <a:pt x="462" y="439"/>
                    <a:pt x="462" y="439"/>
                  </a:cubicBezTo>
                  <a:cubicBezTo>
                    <a:pt x="462" y="439"/>
                    <a:pt x="467" y="469"/>
                    <a:pt x="474" y="494"/>
                  </a:cubicBezTo>
                  <a:cubicBezTo>
                    <a:pt x="472" y="499"/>
                    <a:pt x="472" y="499"/>
                    <a:pt x="472" y="499"/>
                  </a:cubicBezTo>
                  <a:cubicBezTo>
                    <a:pt x="472" y="499"/>
                    <a:pt x="448" y="516"/>
                    <a:pt x="415" y="525"/>
                  </a:cubicBezTo>
                  <a:cubicBezTo>
                    <a:pt x="415" y="525"/>
                    <a:pt x="415" y="525"/>
                    <a:pt x="415" y="525"/>
                  </a:cubicBezTo>
                  <a:cubicBezTo>
                    <a:pt x="368" y="538"/>
                    <a:pt x="333" y="516"/>
                    <a:pt x="318" y="465"/>
                  </a:cubicBezTo>
                  <a:cubicBezTo>
                    <a:pt x="303" y="414"/>
                    <a:pt x="321" y="376"/>
                    <a:pt x="367" y="358"/>
                  </a:cubicBezTo>
                  <a:cubicBezTo>
                    <a:pt x="372" y="356"/>
                    <a:pt x="376" y="354"/>
                    <a:pt x="381" y="353"/>
                  </a:cubicBezTo>
                  <a:cubicBezTo>
                    <a:pt x="403" y="347"/>
                    <a:pt x="436" y="344"/>
                    <a:pt x="436" y="344"/>
                  </a:cubicBezTo>
                  <a:lnTo>
                    <a:pt x="439" y="349"/>
                  </a:lnTo>
                  <a:close/>
                  <a:moveTo>
                    <a:pt x="310" y="158"/>
                  </a:moveTo>
                  <a:cubicBezTo>
                    <a:pt x="313" y="157"/>
                    <a:pt x="317" y="156"/>
                    <a:pt x="321" y="155"/>
                  </a:cubicBezTo>
                  <a:cubicBezTo>
                    <a:pt x="348" y="147"/>
                    <a:pt x="371" y="148"/>
                    <a:pt x="371" y="148"/>
                  </a:cubicBezTo>
                  <a:cubicBezTo>
                    <a:pt x="375" y="153"/>
                    <a:pt x="375" y="153"/>
                    <a:pt x="375" y="153"/>
                  </a:cubicBezTo>
                  <a:cubicBezTo>
                    <a:pt x="375" y="153"/>
                    <a:pt x="377" y="175"/>
                    <a:pt x="381" y="198"/>
                  </a:cubicBezTo>
                  <a:cubicBezTo>
                    <a:pt x="352" y="209"/>
                    <a:pt x="352" y="209"/>
                    <a:pt x="352" y="209"/>
                  </a:cubicBezTo>
                  <a:cubicBezTo>
                    <a:pt x="349" y="208"/>
                    <a:pt x="349" y="208"/>
                    <a:pt x="349" y="208"/>
                  </a:cubicBezTo>
                  <a:cubicBezTo>
                    <a:pt x="347" y="204"/>
                    <a:pt x="347" y="204"/>
                    <a:pt x="347" y="204"/>
                  </a:cubicBezTo>
                  <a:cubicBezTo>
                    <a:pt x="344" y="192"/>
                    <a:pt x="336" y="188"/>
                    <a:pt x="324" y="191"/>
                  </a:cubicBezTo>
                  <a:cubicBezTo>
                    <a:pt x="322" y="192"/>
                    <a:pt x="321" y="192"/>
                    <a:pt x="319" y="193"/>
                  </a:cubicBezTo>
                  <a:cubicBezTo>
                    <a:pt x="326" y="217"/>
                    <a:pt x="326" y="217"/>
                    <a:pt x="326" y="217"/>
                  </a:cubicBezTo>
                  <a:cubicBezTo>
                    <a:pt x="333" y="218"/>
                    <a:pt x="341" y="219"/>
                    <a:pt x="350" y="220"/>
                  </a:cubicBezTo>
                  <a:cubicBezTo>
                    <a:pt x="372" y="223"/>
                    <a:pt x="398" y="228"/>
                    <a:pt x="406" y="256"/>
                  </a:cubicBezTo>
                  <a:cubicBezTo>
                    <a:pt x="414" y="285"/>
                    <a:pt x="396" y="311"/>
                    <a:pt x="357" y="326"/>
                  </a:cubicBezTo>
                  <a:cubicBezTo>
                    <a:pt x="353" y="327"/>
                    <a:pt x="348" y="329"/>
                    <a:pt x="343" y="331"/>
                  </a:cubicBezTo>
                  <a:cubicBezTo>
                    <a:pt x="313" y="339"/>
                    <a:pt x="290" y="334"/>
                    <a:pt x="290" y="334"/>
                  </a:cubicBezTo>
                  <a:cubicBezTo>
                    <a:pt x="286" y="330"/>
                    <a:pt x="286" y="330"/>
                    <a:pt x="286" y="330"/>
                  </a:cubicBezTo>
                  <a:cubicBezTo>
                    <a:pt x="286" y="330"/>
                    <a:pt x="283" y="304"/>
                    <a:pt x="279" y="287"/>
                  </a:cubicBezTo>
                  <a:cubicBezTo>
                    <a:pt x="311" y="276"/>
                    <a:pt x="311" y="276"/>
                    <a:pt x="311" y="276"/>
                  </a:cubicBezTo>
                  <a:cubicBezTo>
                    <a:pt x="316" y="294"/>
                    <a:pt x="326" y="299"/>
                    <a:pt x="340" y="295"/>
                  </a:cubicBezTo>
                  <a:cubicBezTo>
                    <a:pt x="343" y="294"/>
                    <a:pt x="346" y="293"/>
                    <a:pt x="348" y="291"/>
                  </a:cubicBezTo>
                  <a:cubicBezTo>
                    <a:pt x="342" y="271"/>
                    <a:pt x="342" y="271"/>
                    <a:pt x="342" y="271"/>
                  </a:cubicBezTo>
                  <a:cubicBezTo>
                    <a:pt x="334" y="268"/>
                    <a:pt x="323" y="268"/>
                    <a:pt x="311" y="266"/>
                  </a:cubicBezTo>
                  <a:cubicBezTo>
                    <a:pt x="289" y="263"/>
                    <a:pt x="266" y="256"/>
                    <a:pt x="259" y="230"/>
                  </a:cubicBezTo>
                  <a:cubicBezTo>
                    <a:pt x="250" y="201"/>
                    <a:pt x="271" y="173"/>
                    <a:pt x="310" y="158"/>
                  </a:cubicBezTo>
                  <a:close/>
                  <a:moveTo>
                    <a:pt x="255" y="720"/>
                  </a:moveTo>
                  <a:cubicBezTo>
                    <a:pt x="119" y="242"/>
                    <a:pt x="119" y="242"/>
                    <a:pt x="119" y="242"/>
                  </a:cubicBezTo>
                  <a:cubicBezTo>
                    <a:pt x="117" y="236"/>
                    <a:pt x="121" y="230"/>
                    <a:pt x="126" y="228"/>
                  </a:cubicBezTo>
                  <a:cubicBezTo>
                    <a:pt x="132" y="226"/>
                    <a:pt x="139" y="230"/>
                    <a:pt x="141" y="236"/>
                  </a:cubicBezTo>
                  <a:cubicBezTo>
                    <a:pt x="277" y="714"/>
                    <a:pt x="277" y="714"/>
                    <a:pt x="277" y="714"/>
                  </a:cubicBezTo>
                  <a:cubicBezTo>
                    <a:pt x="279" y="720"/>
                    <a:pt x="275" y="726"/>
                    <a:pt x="269" y="728"/>
                  </a:cubicBezTo>
                  <a:cubicBezTo>
                    <a:pt x="263" y="730"/>
                    <a:pt x="257" y="726"/>
                    <a:pt x="255" y="720"/>
                  </a:cubicBezTo>
                  <a:close/>
                  <a:moveTo>
                    <a:pt x="263" y="816"/>
                  </a:moveTo>
                  <a:cubicBezTo>
                    <a:pt x="258" y="800"/>
                    <a:pt x="268" y="783"/>
                    <a:pt x="284" y="778"/>
                  </a:cubicBezTo>
                  <a:cubicBezTo>
                    <a:pt x="301" y="774"/>
                    <a:pt x="317" y="783"/>
                    <a:pt x="322" y="799"/>
                  </a:cubicBezTo>
                  <a:cubicBezTo>
                    <a:pt x="327" y="816"/>
                    <a:pt x="317" y="833"/>
                    <a:pt x="301" y="837"/>
                  </a:cubicBezTo>
                  <a:cubicBezTo>
                    <a:pt x="293" y="840"/>
                    <a:pt x="285" y="839"/>
                    <a:pt x="278" y="835"/>
                  </a:cubicBezTo>
                  <a:cubicBezTo>
                    <a:pt x="270" y="831"/>
                    <a:pt x="265" y="824"/>
                    <a:pt x="263" y="816"/>
                  </a:cubicBezTo>
                  <a:close/>
                  <a:moveTo>
                    <a:pt x="315" y="888"/>
                  </a:moveTo>
                  <a:cubicBezTo>
                    <a:pt x="321" y="886"/>
                    <a:pt x="328" y="889"/>
                    <a:pt x="329" y="895"/>
                  </a:cubicBezTo>
                  <a:cubicBezTo>
                    <a:pt x="466" y="1374"/>
                    <a:pt x="466" y="1374"/>
                    <a:pt x="466" y="1374"/>
                  </a:cubicBezTo>
                  <a:cubicBezTo>
                    <a:pt x="468" y="1379"/>
                    <a:pt x="464" y="1386"/>
                    <a:pt x="458" y="1388"/>
                  </a:cubicBezTo>
                  <a:cubicBezTo>
                    <a:pt x="452" y="1390"/>
                    <a:pt x="446" y="1386"/>
                    <a:pt x="444" y="1380"/>
                  </a:cubicBezTo>
                  <a:cubicBezTo>
                    <a:pt x="307" y="902"/>
                    <a:pt x="307" y="902"/>
                    <a:pt x="307" y="902"/>
                  </a:cubicBezTo>
                  <a:cubicBezTo>
                    <a:pt x="306" y="896"/>
                    <a:pt x="309" y="889"/>
                    <a:pt x="315" y="888"/>
                  </a:cubicBezTo>
                  <a:close/>
                  <a:moveTo>
                    <a:pt x="315" y="888"/>
                  </a:moveTo>
                  <a:cubicBezTo>
                    <a:pt x="315" y="888"/>
                    <a:pt x="315" y="888"/>
                    <a:pt x="315" y="888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>
              <a:off x="6094413" y="882650"/>
              <a:ext cx="5621338" cy="5291138"/>
              <a:chOff x="6094413" y="882650"/>
              <a:chExt cx="5621338" cy="5291138"/>
            </a:xfrm>
          </p:grpSpPr>
          <p:sp>
            <p:nvSpPr>
              <p:cNvPr id="36" name="Freeform 363"/>
              <p:cNvSpPr>
                <a:spLocks noEditPoints="1"/>
              </p:cNvSpPr>
              <p:nvPr userDrawn="1"/>
            </p:nvSpPr>
            <p:spPr bwMode="auto">
              <a:xfrm>
                <a:off x="9875838" y="2300288"/>
                <a:ext cx="928688" cy="320675"/>
              </a:xfrm>
              <a:custGeom>
                <a:avLst/>
                <a:gdLst>
                  <a:gd name="T0" fmla="*/ 574 w 585"/>
                  <a:gd name="T1" fmla="*/ 0 h 202"/>
                  <a:gd name="T2" fmla="*/ 288 w 585"/>
                  <a:gd name="T3" fmla="*/ 81 h 202"/>
                  <a:gd name="T4" fmla="*/ 0 w 585"/>
                  <a:gd name="T5" fmla="*/ 164 h 202"/>
                  <a:gd name="T6" fmla="*/ 12 w 585"/>
                  <a:gd name="T7" fmla="*/ 202 h 202"/>
                  <a:gd name="T8" fmla="*/ 299 w 585"/>
                  <a:gd name="T9" fmla="*/ 120 h 202"/>
                  <a:gd name="T10" fmla="*/ 585 w 585"/>
                  <a:gd name="T11" fmla="*/ 39 h 202"/>
                  <a:gd name="T12" fmla="*/ 574 w 585"/>
                  <a:gd name="T13" fmla="*/ 0 h 202"/>
                  <a:gd name="T14" fmla="*/ 574 w 585"/>
                  <a:gd name="T15" fmla="*/ 0 h 202"/>
                  <a:gd name="T16" fmla="*/ 574 w 585"/>
                  <a:gd name="T17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5" h="202">
                    <a:moveTo>
                      <a:pt x="574" y="0"/>
                    </a:moveTo>
                    <a:lnTo>
                      <a:pt x="288" y="81"/>
                    </a:lnTo>
                    <a:lnTo>
                      <a:pt x="0" y="164"/>
                    </a:lnTo>
                    <a:lnTo>
                      <a:pt x="12" y="202"/>
                    </a:lnTo>
                    <a:lnTo>
                      <a:pt x="299" y="120"/>
                    </a:lnTo>
                    <a:lnTo>
                      <a:pt x="585" y="39"/>
                    </a:lnTo>
                    <a:lnTo>
                      <a:pt x="574" y="0"/>
                    </a:lnTo>
                    <a:close/>
                    <a:moveTo>
                      <a:pt x="574" y="0"/>
                    </a:moveTo>
                    <a:lnTo>
                      <a:pt x="5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364"/>
              <p:cNvSpPr>
                <a:spLocks noEditPoints="1"/>
              </p:cNvSpPr>
              <p:nvPr userDrawn="1"/>
            </p:nvSpPr>
            <p:spPr bwMode="auto">
              <a:xfrm>
                <a:off x="9875838" y="2300288"/>
                <a:ext cx="928688" cy="320675"/>
              </a:xfrm>
              <a:custGeom>
                <a:avLst/>
                <a:gdLst>
                  <a:gd name="T0" fmla="*/ 574 w 585"/>
                  <a:gd name="T1" fmla="*/ 0 h 202"/>
                  <a:gd name="T2" fmla="*/ 288 w 585"/>
                  <a:gd name="T3" fmla="*/ 81 h 202"/>
                  <a:gd name="T4" fmla="*/ 0 w 585"/>
                  <a:gd name="T5" fmla="*/ 164 h 202"/>
                  <a:gd name="T6" fmla="*/ 12 w 585"/>
                  <a:gd name="T7" fmla="*/ 202 h 202"/>
                  <a:gd name="T8" fmla="*/ 299 w 585"/>
                  <a:gd name="T9" fmla="*/ 120 h 202"/>
                  <a:gd name="T10" fmla="*/ 585 w 585"/>
                  <a:gd name="T11" fmla="*/ 39 h 202"/>
                  <a:gd name="T12" fmla="*/ 574 w 585"/>
                  <a:gd name="T13" fmla="*/ 0 h 202"/>
                  <a:gd name="T14" fmla="*/ 574 w 585"/>
                  <a:gd name="T15" fmla="*/ 0 h 202"/>
                  <a:gd name="T16" fmla="*/ 574 w 585"/>
                  <a:gd name="T17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5" h="202">
                    <a:moveTo>
                      <a:pt x="574" y="0"/>
                    </a:moveTo>
                    <a:lnTo>
                      <a:pt x="288" y="81"/>
                    </a:lnTo>
                    <a:lnTo>
                      <a:pt x="0" y="164"/>
                    </a:lnTo>
                    <a:lnTo>
                      <a:pt x="12" y="202"/>
                    </a:lnTo>
                    <a:lnTo>
                      <a:pt x="299" y="120"/>
                    </a:lnTo>
                    <a:lnTo>
                      <a:pt x="585" y="39"/>
                    </a:lnTo>
                    <a:lnTo>
                      <a:pt x="574" y="0"/>
                    </a:lnTo>
                    <a:moveTo>
                      <a:pt x="574" y="0"/>
                    </a:moveTo>
                    <a:lnTo>
                      <a:pt x="5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365"/>
              <p:cNvSpPr>
                <a:spLocks noEditPoints="1"/>
              </p:cNvSpPr>
              <p:nvPr userDrawn="1"/>
            </p:nvSpPr>
            <p:spPr bwMode="auto">
              <a:xfrm>
                <a:off x="10494963" y="4465638"/>
                <a:ext cx="927100" cy="322263"/>
              </a:xfrm>
              <a:custGeom>
                <a:avLst/>
                <a:gdLst>
                  <a:gd name="T0" fmla="*/ 573 w 584"/>
                  <a:gd name="T1" fmla="*/ 0 h 203"/>
                  <a:gd name="T2" fmla="*/ 287 w 584"/>
                  <a:gd name="T3" fmla="*/ 82 h 203"/>
                  <a:gd name="T4" fmla="*/ 0 w 584"/>
                  <a:gd name="T5" fmla="*/ 164 h 203"/>
                  <a:gd name="T6" fmla="*/ 11 w 584"/>
                  <a:gd name="T7" fmla="*/ 203 h 203"/>
                  <a:gd name="T8" fmla="*/ 298 w 584"/>
                  <a:gd name="T9" fmla="*/ 121 h 203"/>
                  <a:gd name="T10" fmla="*/ 584 w 584"/>
                  <a:gd name="T11" fmla="*/ 39 h 203"/>
                  <a:gd name="T12" fmla="*/ 573 w 584"/>
                  <a:gd name="T13" fmla="*/ 0 h 203"/>
                  <a:gd name="T14" fmla="*/ 573 w 584"/>
                  <a:gd name="T15" fmla="*/ 0 h 203"/>
                  <a:gd name="T16" fmla="*/ 573 w 584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4" h="203">
                    <a:moveTo>
                      <a:pt x="573" y="0"/>
                    </a:moveTo>
                    <a:lnTo>
                      <a:pt x="287" y="82"/>
                    </a:lnTo>
                    <a:lnTo>
                      <a:pt x="0" y="164"/>
                    </a:lnTo>
                    <a:lnTo>
                      <a:pt x="11" y="203"/>
                    </a:lnTo>
                    <a:lnTo>
                      <a:pt x="298" y="121"/>
                    </a:lnTo>
                    <a:lnTo>
                      <a:pt x="584" y="39"/>
                    </a:lnTo>
                    <a:lnTo>
                      <a:pt x="573" y="0"/>
                    </a:lnTo>
                    <a:close/>
                    <a:moveTo>
                      <a:pt x="573" y="0"/>
                    </a:moveTo>
                    <a:lnTo>
                      <a:pt x="5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366"/>
              <p:cNvSpPr>
                <a:spLocks noEditPoints="1"/>
              </p:cNvSpPr>
              <p:nvPr userDrawn="1"/>
            </p:nvSpPr>
            <p:spPr bwMode="auto">
              <a:xfrm>
                <a:off x="10494963" y="4465638"/>
                <a:ext cx="927100" cy="322263"/>
              </a:xfrm>
              <a:custGeom>
                <a:avLst/>
                <a:gdLst>
                  <a:gd name="T0" fmla="*/ 573 w 584"/>
                  <a:gd name="T1" fmla="*/ 0 h 203"/>
                  <a:gd name="T2" fmla="*/ 287 w 584"/>
                  <a:gd name="T3" fmla="*/ 82 h 203"/>
                  <a:gd name="T4" fmla="*/ 0 w 584"/>
                  <a:gd name="T5" fmla="*/ 164 h 203"/>
                  <a:gd name="T6" fmla="*/ 11 w 584"/>
                  <a:gd name="T7" fmla="*/ 203 h 203"/>
                  <a:gd name="T8" fmla="*/ 298 w 584"/>
                  <a:gd name="T9" fmla="*/ 121 h 203"/>
                  <a:gd name="T10" fmla="*/ 584 w 584"/>
                  <a:gd name="T11" fmla="*/ 39 h 203"/>
                  <a:gd name="T12" fmla="*/ 573 w 584"/>
                  <a:gd name="T13" fmla="*/ 0 h 203"/>
                  <a:gd name="T14" fmla="*/ 573 w 584"/>
                  <a:gd name="T15" fmla="*/ 0 h 203"/>
                  <a:gd name="T16" fmla="*/ 573 w 584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4" h="203">
                    <a:moveTo>
                      <a:pt x="573" y="0"/>
                    </a:moveTo>
                    <a:lnTo>
                      <a:pt x="287" y="82"/>
                    </a:lnTo>
                    <a:lnTo>
                      <a:pt x="0" y="164"/>
                    </a:lnTo>
                    <a:lnTo>
                      <a:pt x="11" y="203"/>
                    </a:lnTo>
                    <a:lnTo>
                      <a:pt x="298" y="121"/>
                    </a:lnTo>
                    <a:lnTo>
                      <a:pt x="584" y="39"/>
                    </a:lnTo>
                    <a:lnTo>
                      <a:pt x="573" y="0"/>
                    </a:lnTo>
                    <a:moveTo>
                      <a:pt x="573" y="0"/>
                    </a:moveTo>
                    <a:lnTo>
                      <a:pt x="5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367"/>
              <p:cNvSpPr>
                <a:spLocks noEditPoints="1"/>
              </p:cNvSpPr>
              <p:nvPr userDrawn="1"/>
            </p:nvSpPr>
            <p:spPr bwMode="auto">
              <a:xfrm>
                <a:off x="10291763" y="2595563"/>
                <a:ext cx="260350" cy="306388"/>
              </a:xfrm>
              <a:custGeom>
                <a:avLst/>
                <a:gdLst>
                  <a:gd name="T0" fmla="*/ 155 w 164"/>
                  <a:gd name="T1" fmla="*/ 109 h 193"/>
                  <a:gd name="T2" fmla="*/ 99 w 164"/>
                  <a:gd name="T3" fmla="*/ 73 h 193"/>
                  <a:gd name="T4" fmla="*/ 76 w 164"/>
                  <a:gd name="T5" fmla="*/ 70 h 193"/>
                  <a:gd name="T6" fmla="*/ 61 w 164"/>
                  <a:gd name="T7" fmla="*/ 60 h 193"/>
                  <a:gd name="T8" fmla="*/ 69 w 164"/>
                  <a:gd name="T9" fmla="*/ 46 h 193"/>
                  <a:gd name="T10" fmla="*/ 73 w 164"/>
                  <a:gd name="T11" fmla="*/ 44 h 193"/>
                  <a:gd name="T12" fmla="*/ 97 w 164"/>
                  <a:gd name="T13" fmla="*/ 57 h 193"/>
                  <a:gd name="T14" fmla="*/ 98 w 164"/>
                  <a:gd name="T15" fmla="*/ 61 h 193"/>
                  <a:gd name="T16" fmla="*/ 102 w 164"/>
                  <a:gd name="T17" fmla="*/ 62 h 193"/>
                  <a:gd name="T18" fmla="*/ 130 w 164"/>
                  <a:gd name="T19" fmla="*/ 51 h 193"/>
                  <a:gd name="T20" fmla="*/ 125 w 164"/>
                  <a:gd name="T21" fmla="*/ 6 h 193"/>
                  <a:gd name="T22" fmla="*/ 120 w 164"/>
                  <a:gd name="T23" fmla="*/ 1 h 193"/>
                  <a:gd name="T24" fmla="*/ 70 w 164"/>
                  <a:gd name="T25" fmla="*/ 8 h 193"/>
                  <a:gd name="T26" fmla="*/ 59 w 164"/>
                  <a:gd name="T27" fmla="*/ 11 h 193"/>
                  <a:gd name="T28" fmla="*/ 8 w 164"/>
                  <a:gd name="T29" fmla="*/ 84 h 193"/>
                  <a:gd name="T30" fmla="*/ 60 w 164"/>
                  <a:gd name="T31" fmla="*/ 120 h 193"/>
                  <a:gd name="T32" fmla="*/ 91 w 164"/>
                  <a:gd name="T33" fmla="*/ 125 h 193"/>
                  <a:gd name="T34" fmla="*/ 103 w 164"/>
                  <a:gd name="T35" fmla="*/ 134 h 193"/>
                  <a:gd name="T36" fmla="*/ 97 w 164"/>
                  <a:gd name="T37" fmla="*/ 145 h 193"/>
                  <a:gd name="T38" fmla="*/ 89 w 164"/>
                  <a:gd name="T39" fmla="*/ 149 h 193"/>
                  <a:gd name="T40" fmla="*/ 60 w 164"/>
                  <a:gd name="T41" fmla="*/ 130 h 193"/>
                  <a:gd name="T42" fmla="*/ 28 w 164"/>
                  <a:gd name="T43" fmla="*/ 141 h 193"/>
                  <a:gd name="T44" fmla="*/ 35 w 164"/>
                  <a:gd name="T45" fmla="*/ 184 h 193"/>
                  <a:gd name="T46" fmla="*/ 39 w 164"/>
                  <a:gd name="T47" fmla="*/ 188 h 193"/>
                  <a:gd name="T48" fmla="*/ 92 w 164"/>
                  <a:gd name="T49" fmla="*/ 185 h 193"/>
                  <a:gd name="T50" fmla="*/ 106 w 164"/>
                  <a:gd name="T51" fmla="*/ 180 h 193"/>
                  <a:gd name="T52" fmla="*/ 155 w 164"/>
                  <a:gd name="T53" fmla="*/ 109 h 193"/>
                  <a:gd name="T54" fmla="*/ 155 w 164"/>
                  <a:gd name="T55" fmla="*/ 109 h 193"/>
                  <a:gd name="T56" fmla="*/ 155 w 164"/>
                  <a:gd name="T57" fmla="*/ 109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4" h="193">
                    <a:moveTo>
                      <a:pt x="155" y="109"/>
                    </a:moveTo>
                    <a:cubicBezTo>
                      <a:pt x="148" y="81"/>
                      <a:pt x="121" y="76"/>
                      <a:pt x="99" y="73"/>
                    </a:cubicBezTo>
                    <a:cubicBezTo>
                      <a:pt x="90" y="72"/>
                      <a:pt x="83" y="71"/>
                      <a:pt x="76" y="70"/>
                    </a:cubicBezTo>
                    <a:cubicBezTo>
                      <a:pt x="68" y="68"/>
                      <a:pt x="62" y="66"/>
                      <a:pt x="61" y="60"/>
                    </a:cubicBezTo>
                    <a:cubicBezTo>
                      <a:pt x="60" y="54"/>
                      <a:pt x="63" y="49"/>
                      <a:pt x="69" y="46"/>
                    </a:cubicBezTo>
                    <a:cubicBezTo>
                      <a:pt x="70" y="45"/>
                      <a:pt x="72" y="45"/>
                      <a:pt x="73" y="44"/>
                    </a:cubicBezTo>
                    <a:cubicBezTo>
                      <a:pt x="85" y="41"/>
                      <a:pt x="93" y="45"/>
                      <a:pt x="97" y="57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102" y="62"/>
                      <a:pt x="102" y="62"/>
                      <a:pt x="102" y="62"/>
                    </a:cubicBezTo>
                    <a:cubicBezTo>
                      <a:pt x="130" y="51"/>
                      <a:pt x="130" y="51"/>
                      <a:pt x="130" y="51"/>
                    </a:cubicBezTo>
                    <a:cubicBezTo>
                      <a:pt x="126" y="28"/>
                      <a:pt x="125" y="6"/>
                      <a:pt x="125" y="6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0" y="1"/>
                      <a:pt x="98" y="0"/>
                      <a:pt x="70" y="8"/>
                    </a:cubicBezTo>
                    <a:cubicBezTo>
                      <a:pt x="66" y="9"/>
                      <a:pt x="63" y="10"/>
                      <a:pt x="59" y="11"/>
                    </a:cubicBezTo>
                    <a:cubicBezTo>
                      <a:pt x="20" y="26"/>
                      <a:pt x="0" y="54"/>
                      <a:pt x="8" y="84"/>
                    </a:cubicBezTo>
                    <a:cubicBezTo>
                      <a:pt x="15" y="110"/>
                      <a:pt x="38" y="116"/>
                      <a:pt x="60" y="120"/>
                    </a:cubicBezTo>
                    <a:cubicBezTo>
                      <a:pt x="72" y="121"/>
                      <a:pt x="83" y="122"/>
                      <a:pt x="91" y="125"/>
                    </a:cubicBezTo>
                    <a:cubicBezTo>
                      <a:pt x="97" y="126"/>
                      <a:pt x="101" y="129"/>
                      <a:pt x="103" y="134"/>
                    </a:cubicBezTo>
                    <a:cubicBezTo>
                      <a:pt x="104" y="138"/>
                      <a:pt x="102" y="142"/>
                      <a:pt x="97" y="145"/>
                    </a:cubicBezTo>
                    <a:cubicBezTo>
                      <a:pt x="95" y="147"/>
                      <a:pt x="92" y="148"/>
                      <a:pt x="89" y="149"/>
                    </a:cubicBezTo>
                    <a:cubicBezTo>
                      <a:pt x="75" y="153"/>
                      <a:pt x="65" y="147"/>
                      <a:pt x="60" y="130"/>
                    </a:cubicBezTo>
                    <a:cubicBezTo>
                      <a:pt x="28" y="141"/>
                      <a:pt x="28" y="141"/>
                      <a:pt x="28" y="141"/>
                    </a:cubicBezTo>
                    <a:cubicBezTo>
                      <a:pt x="33" y="158"/>
                      <a:pt x="35" y="184"/>
                      <a:pt x="35" y="184"/>
                    </a:cubicBezTo>
                    <a:cubicBezTo>
                      <a:pt x="39" y="188"/>
                      <a:pt x="39" y="188"/>
                      <a:pt x="39" y="188"/>
                    </a:cubicBezTo>
                    <a:cubicBezTo>
                      <a:pt x="39" y="188"/>
                      <a:pt x="62" y="193"/>
                      <a:pt x="92" y="185"/>
                    </a:cubicBezTo>
                    <a:cubicBezTo>
                      <a:pt x="97" y="183"/>
                      <a:pt x="102" y="181"/>
                      <a:pt x="106" y="180"/>
                    </a:cubicBezTo>
                    <a:cubicBezTo>
                      <a:pt x="145" y="164"/>
                      <a:pt x="164" y="138"/>
                      <a:pt x="155" y="109"/>
                    </a:cubicBezTo>
                    <a:close/>
                    <a:moveTo>
                      <a:pt x="155" y="109"/>
                    </a:moveTo>
                    <a:cubicBezTo>
                      <a:pt x="155" y="109"/>
                      <a:pt x="155" y="109"/>
                      <a:pt x="155" y="10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368"/>
              <p:cNvSpPr>
                <a:spLocks noEditPoints="1"/>
              </p:cNvSpPr>
              <p:nvPr userDrawn="1"/>
            </p:nvSpPr>
            <p:spPr bwMode="auto">
              <a:xfrm>
                <a:off x="10374313" y="2906713"/>
                <a:ext cx="271463" cy="309563"/>
              </a:xfrm>
              <a:custGeom>
                <a:avLst/>
                <a:gdLst>
                  <a:gd name="T0" fmla="*/ 159 w 171"/>
                  <a:gd name="T1" fmla="*/ 96 h 195"/>
                  <a:gd name="T2" fmla="*/ 121 w 171"/>
                  <a:gd name="T3" fmla="*/ 109 h 195"/>
                  <a:gd name="T4" fmla="*/ 110 w 171"/>
                  <a:gd name="T5" fmla="*/ 144 h 195"/>
                  <a:gd name="T6" fmla="*/ 101 w 171"/>
                  <a:gd name="T7" fmla="*/ 144 h 195"/>
                  <a:gd name="T8" fmla="*/ 69 w 171"/>
                  <a:gd name="T9" fmla="*/ 96 h 195"/>
                  <a:gd name="T10" fmla="*/ 74 w 171"/>
                  <a:gd name="T11" fmla="*/ 49 h 195"/>
                  <a:gd name="T12" fmla="*/ 80 w 171"/>
                  <a:gd name="T13" fmla="*/ 46 h 195"/>
                  <a:gd name="T14" fmla="*/ 102 w 171"/>
                  <a:gd name="T15" fmla="*/ 60 h 195"/>
                  <a:gd name="T16" fmla="*/ 106 w 171"/>
                  <a:gd name="T17" fmla="*/ 74 h 195"/>
                  <a:gd name="T18" fmla="*/ 144 w 171"/>
                  <a:gd name="T19" fmla="*/ 61 h 195"/>
                  <a:gd name="T20" fmla="*/ 136 w 171"/>
                  <a:gd name="T21" fmla="*/ 5 h 195"/>
                  <a:gd name="T22" fmla="*/ 132 w 171"/>
                  <a:gd name="T23" fmla="*/ 0 h 195"/>
                  <a:gd name="T24" fmla="*/ 78 w 171"/>
                  <a:gd name="T25" fmla="*/ 9 h 195"/>
                  <a:gd name="T26" fmla="*/ 63 w 171"/>
                  <a:gd name="T27" fmla="*/ 14 h 195"/>
                  <a:gd name="T28" fmla="*/ 14 w 171"/>
                  <a:gd name="T29" fmla="*/ 122 h 195"/>
                  <a:gd name="T30" fmla="*/ 111 w 171"/>
                  <a:gd name="T31" fmla="*/ 182 h 195"/>
                  <a:gd name="T32" fmla="*/ 112 w 171"/>
                  <a:gd name="T33" fmla="*/ 182 h 195"/>
                  <a:gd name="T34" fmla="*/ 168 w 171"/>
                  <a:gd name="T35" fmla="*/ 155 h 195"/>
                  <a:gd name="T36" fmla="*/ 171 w 171"/>
                  <a:gd name="T37" fmla="*/ 150 h 195"/>
                  <a:gd name="T38" fmla="*/ 159 w 171"/>
                  <a:gd name="T39" fmla="*/ 96 h 195"/>
                  <a:gd name="T40" fmla="*/ 159 w 171"/>
                  <a:gd name="T41" fmla="*/ 96 h 195"/>
                  <a:gd name="T42" fmla="*/ 159 w 171"/>
                  <a:gd name="T43" fmla="*/ 9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71" h="195">
                    <a:moveTo>
                      <a:pt x="159" y="96"/>
                    </a:moveTo>
                    <a:cubicBezTo>
                      <a:pt x="121" y="109"/>
                      <a:pt x="121" y="109"/>
                      <a:pt x="121" y="109"/>
                    </a:cubicBezTo>
                    <a:cubicBezTo>
                      <a:pt x="125" y="131"/>
                      <a:pt x="123" y="140"/>
                      <a:pt x="110" y="144"/>
                    </a:cubicBezTo>
                    <a:cubicBezTo>
                      <a:pt x="107" y="145"/>
                      <a:pt x="104" y="145"/>
                      <a:pt x="101" y="144"/>
                    </a:cubicBezTo>
                    <a:cubicBezTo>
                      <a:pt x="88" y="142"/>
                      <a:pt x="79" y="127"/>
                      <a:pt x="69" y="96"/>
                    </a:cubicBezTo>
                    <a:cubicBezTo>
                      <a:pt x="61" y="68"/>
                      <a:pt x="62" y="55"/>
                      <a:pt x="74" y="49"/>
                    </a:cubicBezTo>
                    <a:cubicBezTo>
                      <a:pt x="75" y="48"/>
                      <a:pt x="78" y="47"/>
                      <a:pt x="80" y="46"/>
                    </a:cubicBezTo>
                    <a:cubicBezTo>
                      <a:pt x="92" y="42"/>
                      <a:pt x="99" y="46"/>
                      <a:pt x="102" y="60"/>
                    </a:cubicBezTo>
                    <a:cubicBezTo>
                      <a:pt x="105" y="67"/>
                      <a:pt x="106" y="74"/>
                      <a:pt x="106" y="74"/>
                    </a:cubicBezTo>
                    <a:cubicBezTo>
                      <a:pt x="144" y="61"/>
                      <a:pt x="144" y="61"/>
                      <a:pt x="144" y="61"/>
                    </a:cubicBezTo>
                    <a:cubicBezTo>
                      <a:pt x="137" y="30"/>
                      <a:pt x="136" y="5"/>
                      <a:pt x="136" y="5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132" y="0"/>
                      <a:pt x="99" y="3"/>
                      <a:pt x="78" y="9"/>
                    </a:cubicBezTo>
                    <a:cubicBezTo>
                      <a:pt x="73" y="11"/>
                      <a:pt x="68" y="12"/>
                      <a:pt x="63" y="14"/>
                    </a:cubicBezTo>
                    <a:cubicBezTo>
                      <a:pt x="17" y="33"/>
                      <a:pt x="0" y="71"/>
                      <a:pt x="14" y="122"/>
                    </a:cubicBezTo>
                    <a:cubicBezTo>
                      <a:pt x="29" y="173"/>
                      <a:pt x="65" y="195"/>
                      <a:pt x="111" y="182"/>
                    </a:cubicBezTo>
                    <a:cubicBezTo>
                      <a:pt x="112" y="182"/>
                      <a:pt x="112" y="182"/>
                      <a:pt x="112" y="182"/>
                    </a:cubicBezTo>
                    <a:cubicBezTo>
                      <a:pt x="144" y="173"/>
                      <a:pt x="168" y="155"/>
                      <a:pt x="168" y="155"/>
                    </a:cubicBezTo>
                    <a:cubicBezTo>
                      <a:pt x="171" y="150"/>
                      <a:pt x="171" y="150"/>
                      <a:pt x="171" y="150"/>
                    </a:cubicBezTo>
                    <a:cubicBezTo>
                      <a:pt x="164" y="126"/>
                      <a:pt x="159" y="96"/>
                      <a:pt x="159" y="96"/>
                    </a:cubicBezTo>
                    <a:close/>
                    <a:moveTo>
                      <a:pt x="159" y="96"/>
                    </a:moveTo>
                    <a:cubicBezTo>
                      <a:pt x="159" y="96"/>
                      <a:pt x="159" y="96"/>
                      <a:pt x="159" y="9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369"/>
              <p:cNvSpPr>
                <a:spLocks noEditPoints="1"/>
              </p:cNvSpPr>
              <p:nvPr userDrawn="1"/>
            </p:nvSpPr>
            <p:spPr bwMode="auto">
              <a:xfrm>
                <a:off x="10426701" y="3205163"/>
                <a:ext cx="350838" cy="342900"/>
              </a:xfrm>
              <a:custGeom>
                <a:avLst/>
                <a:gdLst>
                  <a:gd name="T0" fmla="*/ 217 w 221"/>
                  <a:gd name="T1" fmla="*/ 144 h 216"/>
                  <a:gd name="T2" fmla="*/ 215 w 221"/>
                  <a:gd name="T3" fmla="*/ 142 h 216"/>
                  <a:gd name="T4" fmla="*/ 208 w 221"/>
                  <a:gd name="T5" fmla="*/ 145 h 216"/>
                  <a:gd name="T6" fmla="*/ 193 w 221"/>
                  <a:gd name="T7" fmla="*/ 130 h 216"/>
                  <a:gd name="T8" fmla="*/ 170 w 221"/>
                  <a:gd name="T9" fmla="*/ 41 h 216"/>
                  <a:gd name="T10" fmla="*/ 181 w 221"/>
                  <a:gd name="T11" fmla="*/ 23 h 216"/>
                  <a:gd name="T12" fmla="*/ 177 w 221"/>
                  <a:gd name="T13" fmla="*/ 0 h 216"/>
                  <a:gd name="T14" fmla="*/ 133 w 221"/>
                  <a:gd name="T15" fmla="*/ 14 h 216"/>
                  <a:gd name="T16" fmla="*/ 92 w 221"/>
                  <a:gd name="T17" fmla="*/ 25 h 216"/>
                  <a:gd name="T18" fmla="*/ 96 w 221"/>
                  <a:gd name="T19" fmla="*/ 45 h 216"/>
                  <a:gd name="T20" fmla="*/ 99 w 221"/>
                  <a:gd name="T21" fmla="*/ 47 h 216"/>
                  <a:gd name="T22" fmla="*/ 106 w 221"/>
                  <a:gd name="T23" fmla="*/ 45 h 216"/>
                  <a:gd name="T24" fmla="*/ 118 w 221"/>
                  <a:gd name="T25" fmla="*/ 55 h 216"/>
                  <a:gd name="T26" fmla="*/ 127 w 221"/>
                  <a:gd name="T27" fmla="*/ 85 h 216"/>
                  <a:gd name="T28" fmla="*/ 107 w 221"/>
                  <a:gd name="T29" fmla="*/ 91 h 216"/>
                  <a:gd name="T30" fmla="*/ 106 w 221"/>
                  <a:gd name="T31" fmla="*/ 91 h 216"/>
                  <a:gd name="T32" fmla="*/ 84 w 221"/>
                  <a:gd name="T33" fmla="*/ 97 h 216"/>
                  <a:gd name="T34" fmla="*/ 77 w 221"/>
                  <a:gd name="T35" fmla="*/ 68 h 216"/>
                  <a:gd name="T36" fmla="*/ 87 w 221"/>
                  <a:gd name="T37" fmla="*/ 51 h 216"/>
                  <a:gd name="T38" fmla="*/ 82 w 221"/>
                  <a:gd name="T39" fmla="*/ 28 h 216"/>
                  <a:gd name="T40" fmla="*/ 33 w 221"/>
                  <a:gd name="T41" fmla="*/ 43 h 216"/>
                  <a:gd name="T42" fmla="*/ 0 w 221"/>
                  <a:gd name="T43" fmla="*/ 52 h 216"/>
                  <a:gd name="T44" fmla="*/ 3 w 221"/>
                  <a:gd name="T45" fmla="*/ 72 h 216"/>
                  <a:gd name="T46" fmla="*/ 7 w 221"/>
                  <a:gd name="T47" fmla="*/ 74 h 216"/>
                  <a:gd name="T48" fmla="*/ 13 w 221"/>
                  <a:gd name="T49" fmla="*/ 72 h 216"/>
                  <a:gd name="T50" fmla="*/ 25 w 221"/>
                  <a:gd name="T51" fmla="*/ 82 h 216"/>
                  <a:gd name="T52" fmla="*/ 50 w 221"/>
                  <a:gd name="T53" fmla="*/ 169 h 216"/>
                  <a:gd name="T54" fmla="*/ 40 w 221"/>
                  <a:gd name="T55" fmla="*/ 194 h 216"/>
                  <a:gd name="T56" fmla="*/ 44 w 221"/>
                  <a:gd name="T57" fmla="*/ 216 h 216"/>
                  <a:gd name="T58" fmla="*/ 85 w 221"/>
                  <a:gd name="T59" fmla="*/ 203 h 216"/>
                  <a:gd name="T60" fmla="*/ 126 w 221"/>
                  <a:gd name="T61" fmla="*/ 193 h 216"/>
                  <a:gd name="T62" fmla="*/ 122 w 221"/>
                  <a:gd name="T63" fmla="*/ 171 h 216"/>
                  <a:gd name="T64" fmla="*/ 119 w 221"/>
                  <a:gd name="T65" fmla="*/ 169 h 216"/>
                  <a:gd name="T66" fmla="*/ 113 w 221"/>
                  <a:gd name="T67" fmla="*/ 172 h 216"/>
                  <a:gd name="T68" fmla="*/ 100 w 221"/>
                  <a:gd name="T69" fmla="*/ 157 h 216"/>
                  <a:gd name="T70" fmla="*/ 93 w 221"/>
                  <a:gd name="T71" fmla="*/ 132 h 216"/>
                  <a:gd name="T72" fmla="*/ 115 w 221"/>
                  <a:gd name="T73" fmla="*/ 123 h 216"/>
                  <a:gd name="T74" fmla="*/ 121 w 221"/>
                  <a:gd name="T75" fmla="*/ 121 h 216"/>
                  <a:gd name="T76" fmla="*/ 135 w 221"/>
                  <a:gd name="T77" fmla="*/ 117 h 216"/>
                  <a:gd name="T78" fmla="*/ 143 w 221"/>
                  <a:gd name="T79" fmla="*/ 143 h 216"/>
                  <a:gd name="T80" fmla="*/ 132 w 221"/>
                  <a:gd name="T81" fmla="*/ 167 h 216"/>
                  <a:gd name="T82" fmla="*/ 136 w 221"/>
                  <a:gd name="T83" fmla="*/ 189 h 216"/>
                  <a:gd name="T84" fmla="*/ 178 w 221"/>
                  <a:gd name="T85" fmla="*/ 177 h 216"/>
                  <a:gd name="T86" fmla="*/ 221 w 221"/>
                  <a:gd name="T87" fmla="*/ 165 h 216"/>
                  <a:gd name="T88" fmla="*/ 217 w 221"/>
                  <a:gd name="T89" fmla="*/ 144 h 216"/>
                  <a:gd name="T90" fmla="*/ 217 w 221"/>
                  <a:gd name="T91" fmla="*/ 144 h 216"/>
                  <a:gd name="T92" fmla="*/ 217 w 221"/>
                  <a:gd name="T93" fmla="*/ 14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1" h="216">
                    <a:moveTo>
                      <a:pt x="217" y="144"/>
                    </a:moveTo>
                    <a:cubicBezTo>
                      <a:pt x="215" y="142"/>
                      <a:pt x="215" y="142"/>
                      <a:pt x="215" y="142"/>
                    </a:cubicBezTo>
                    <a:cubicBezTo>
                      <a:pt x="215" y="142"/>
                      <a:pt x="211" y="144"/>
                      <a:pt x="208" y="145"/>
                    </a:cubicBezTo>
                    <a:cubicBezTo>
                      <a:pt x="200" y="147"/>
                      <a:pt x="197" y="143"/>
                      <a:pt x="193" y="130"/>
                    </a:cubicBezTo>
                    <a:cubicBezTo>
                      <a:pt x="184" y="98"/>
                      <a:pt x="174" y="62"/>
                      <a:pt x="170" y="41"/>
                    </a:cubicBezTo>
                    <a:cubicBezTo>
                      <a:pt x="168" y="31"/>
                      <a:pt x="170" y="28"/>
                      <a:pt x="181" y="23"/>
                    </a:cubicBezTo>
                    <a:cubicBezTo>
                      <a:pt x="177" y="0"/>
                      <a:pt x="177" y="0"/>
                      <a:pt x="177" y="0"/>
                    </a:cubicBezTo>
                    <a:cubicBezTo>
                      <a:pt x="177" y="0"/>
                      <a:pt x="144" y="11"/>
                      <a:pt x="133" y="14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6" y="45"/>
                      <a:pt x="96" y="45"/>
                      <a:pt x="96" y="45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112" y="43"/>
                      <a:pt x="115" y="46"/>
                      <a:pt x="118" y="55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2" y="87"/>
                      <a:pt x="118" y="89"/>
                      <a:pt x="107" y="91"/>
                    </a:cubicBezTo>
                    <a:cubicBezTo>
                      <a:pt x="106" y="91"/>
                      <a:pt x="106" y="91"/>
                      <a:pt x="106" y="91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5" y="58"/>
                      <a:pt x="77" y="56"/>
                      <a:pt x="87" y="51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82" y="28"/>
                      <a:pt x="47" y="39"/>
                      <a:pt x="33" y="43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3" y="72"/>
                      <a:pt x="3" y="72"/>
                      <a:pt x="3" y="72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4"/>
                      <a:pt x="10" y="73"/>
                      <a:pt x="13" y="72"/>
                    </a:cubicBezTo>
                    <a:cubicBezTo>
                      <a:pt x="20" y="70"/>
                      <a:pt x="23" y="72"/>
                      <a:pt x="25" y="82"/>
                    </a:cubicBezTo>
                    <a:cubicBezTo>
                      <a:pt x="50" y="169"/>
                      <a:pt x="50" y="169"/>
                      <a:pt x="50" y="169"/>
                    </a:cubicBezTo>
                    <a:cubicBezTo>
                      <a:pt x="54" y="183"/>
                      <a:pt x="52" y="188"/>
                      <a:pt x="40" y="194"/>
                    </a:cubicBezTo>
                    <a:cubicBezTo>
                      <a:pt x="44" y="216"/>
                      <a:pt x="44" y="216"/>
                      <a:pt x="44" y="216"/>
                    </a:cubicBezTo>
                    <a:cubicBezTo>
                      <a:pt x="44" y="216"/>
                      <a:pt x="69" y="208"/>
                      <a:pt x="85" y="203"/>
                    </a:cubicBezTo>
                    <a:cubicBezTo>
                      <a:pt x="95" y="200"/>
                      <a:pt x="126" y="193"/>
                      <a:pt x="126" y="193"/>
                    </a:cubicBezTo>
                    <a:cubicBezTo>
                      <a:pt x="122" y="171"/>
                      <a:pt x="122" y="171"/>
                      <a:pt x="122" y="171"/>
                    </a:cubicBezTo>
                    <a:cubicBezTo>
                      <a:pt x="119" y="169"/>
                      <a:pt x="119" y="169"/>
                      <a:pt x="119" y="169"/>
                    </a:cubicBezTo>
                    <a:cubicBezTo>
                      <a:pt x="119" y="169"/>
                      <a:pt x="118" y="171"/>
                      <a:pt x="113" y="172"/>
                    </a:cubicBezTo>
                    <a:cubicBezTo>
                      <a:pt x="107" y="174"/>
                      <a:pt x="104" y="171"/>
                      <a:pt x="100" y="157"/>
                    </a:cubicBezTo>
                    <a:cubicBezTo>
                      <a:pt x="93" y="132"/>
                      <a:pt x="93" y="132"/>
                      <a:pt x="93" y="132"/>
                    </a:cubicBezTo>
                    <a:cubicBezTo>
                      <a:pt x="93" y="132"/>
                      <a:pt x="107" y="126"/>
                      <a:pt x="115" y="123"/>
                    </a:cubicBezTo>
                    <a:cubicBezTo>
                      <a:pt x="118" y="122"/>
                      <a:pt x="119" y="122"/>
                      <a:pt x="121" y="121"/>
                    </a:cubicBezTo>
                    <a:cubicBezTo>
                      <a:pt x="135" y="117"/>
                      <a:pt x="135" y="117"/>
                      <a:pt x="135" y="117"/>
                    </a:cubicBezTo>
                    <a:cubicBezTo>
                      <a:pt x="143" y="143"/>
                      <a:pt x="143" y="143"/>
                      <a:pt x="143" y="143"/>
                    </a:cubicBezTo>
                    <a:cubicBezTo>
                      <a:pt x="146" y="156"/>
                      <a:pt x="144" y="163"/>
                      <a:pt x="132" y="167"/>
                    </a:cubicBezTo>
                    <a:cubicBezTo>
                      <a:pt x="136" y="189"/>
                      <a:pt x="136" y="189"/>
                      <a:pt x="136" y="189"/>
                    </a:cubicBezTo>
                    <a:cubicBezTo>
                      <a:pt x="136" y="189"/>
                      <a:pt x="166" y="180"/>
                      <a:pt x="178" y="177"/>
                    </a:cubicBezTo>
                    <a:cubicBezTo>
                      <a:pt x="198" y="171"/>
                      <a:pt x="221" y="165"/>
                      <a:pt x="221" y="165"/>
                    </a:cubicBezTo>
                    <a:lnTo>
                      <a:pt x="217" y="144"/>
                    </a:lnTo>
                    <a:close/>
                    <a:moveTo>
                      <a:pt x="217" y="144"/>
                    </a:moveTo>
                    <a:cubicBezTo>
                      <a:pt x="217" y="144"/>
                      <a:pt x="217" y="144"/>
                      <a:pt x="217" y="14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370"/>
              <p:cNvSpPr>
                <a:spLocks noEditPoints="1"/>
              </p:cNvSpPr>
              <p:nvPr userDrawn="1"/>
            </p:nvSpPr>
            <p:spPr bwMode="auto">
              <a:xfrm>
                <a:off x="10542588" y="3536950"/>
                <a:ext cx="295275" cy="314325"/>
              </a:xfrm>
              <a:custGeom>
                <a:avLst/>
                <a:gdLst>
                  <a:gd name="T0" fmla="*/ 170 w 186"/>
                  <a:gd name="T1" fmla="*/ 72 h 198"/>
                  <a:gd name="T2" fmla="*/ 73 w 186"/>
                  <a:gd name="T3" fmla="*/ 14 h 198"/>
                  <a:gd name="T4" fmla="*/ 71 w 186"/>
                  <a:gd name="T5" fmla="*/ 14 h 198"/>
                  <a:gd name="T6" fmla="*/ 16 w 186"/>
                  <a:gd name="T7" fmla="*/ 124 h 198"/>
                  <a:gd name="T8" fmla="*/ 114 w 186"/>
                  <a:gd name="T9" fmla="*/ 184 h 198"/>
                  <a:gd name="T10" fmla="*/ 119 w 186"/>
                  <a:gd name="T11" fmla="*/ 182 h 198"/>
                  <a:gd name="T12" fmla="*/ 170 w 186"/>
                  <a:gd name="T13" fmla="*/ 72 h 198"/>
                  <a:gd name="T14" fmla="*/ 110 w 186"/>
                  <a:gd name="T15" fmla="*/ 151 h 198"/>
                  <a:gd name="T16" fmla="*/ 110 w 186"/>
                  <a:gd name="T17" fmla="*/ 151 h 198"/>
                  <a:gd name="T18" fmla="*/ 70 w 186"/>
                  <a:gd name="T19" fmla="*/ 95 h 198"/>
                  <a:gd name="T20" fmla="*/ 77 w 186"/>
                  <a:gd name="T21" fmla="*/ 50 h 198"/>
                  <a:gd name="T22" fmla="*/ 81 w 186"/>
                  <a:gd name="T23" fmla="*/ 49 h 198"/>
                  <a:gd name="T24" fmla="*/ 117 w 186"/>
                  <a:gd name="T25" fmla="*/ 105 h 198"/>
                  <a:gd name="T26" fmla="*/ 110 w 186"/>
                  <a:gd name="T27" fmla="*/ 151 h 198"/>
                  <a:gd name="T28" fmla="*/ 110 w 186"/>
                  <a:gd name="T29" fmla="*/ 151 h 198"/>
                  <a:gd name="T30" fmla="*/ 110 w 186"/>
                  <a:gd name="T31" fmla="*/ 151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198">
                    <a:moveTo>
                      <a:pt x="170" y="72"/>
                    </a:moveTo>
                    <a:cubicBezTo>
                      <a:pt x="155" y="19"/>
                      <a:pt x="122" y="0"/>
                      <a:pt x="73" y="14"/>
                    </a:cubicBezTo>
                    <a:cubicBezTo>
                      <a:pt x="72" y="14"/>
                      <a:pt x="72" y="14"/>
                      <a:pt x="71" y="14"/>
                    </a:cubicBezTo>
                    <a:cubicBezTo>
                      <a:pt x="19" y="30"/>
                      <a:pt x="0" y="69"/>
                      <a:pt x="16" y="124"/>
                    </a:cubicBezTo>
                    <a:cubicBezTo>
                      <a:pt x="31" y="177"/>
                      <a:pt x="65" y="198"/>
                      <a:pt x="114" y="184"/>
                    </a:cubicBezTo>
                    <a:cubicBezTo>
                      <a:pt x="115" y="184"/>
                      <a:pt x="117" y="183"/>
                      <a:pt x="119" y="182"/>
                    </a:cubicBezTo>
                    <a:cubicBezTo>
                      <a:pt x="168" y="166"/>
                      <a:pt x="186" y="127"/>
                      <a:pt x="170" y="72"/>
                    </a:cubicBezTo>
                    <a:close/>
                    <a:moveTo>
                      <a:pt x="110" y="151"/>
                    </a:moveTo>
                    <a:cubicBezTo>
                      <a:pt x="110" y="151"/>
                      <a:pt x="110" y="151"/>
                      <a:pt x="110" y="151"/>
                    </a:cubicBezTo>
                    <a:cubicBezTo>
                      <a:pt x="93" y="156"/>
                      <a:pt x="83" y="141"/>
                      <a:pt x="70" y="95"/>
                    </a:cubicBezTo>
                    <a:cubicBezTo>
                      <a:pt x="61" y="66"/>
                      <a:pt x="63" y="53"/>
                      <a:pt x="77" y="50"/>
                    </a:cubicBezTo>
                    <a:cubicBezTo>
                      <a:pt x="78" y="49"/>
                      <a:pt x="80" y="49"/>
                      <a:pt x="81" y="49"/>
                    </a:cubicBezTo>
                    <a:cubicBezTo>
                      <a:pt x="95" y="47"/>
                      <a:pt x="105" y="62"/>
                      <a:pt x="117" y="105"/>
                    </a:cubicBezTo>
                    <a:cubicBezTo>
                      <a:pt x="126" y="134"/>
                      <a:pt x="124" y="147"/>
                      <a:pt x="110" y="151"/>
                    </a:cubicBezTo>
                    <a:close/>
                    <a:moveTo>
                      <a:pt x="110" y="151"/>
                    </a:moveTo>
                    <a:cubicBezTo>
                      <a:pt x="110" y="151"/>
                      <a:pt x="110" y="151"/>
                      <a:pt x="110" y="15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371"/>
              <p:cNvSpPr>
                <a:spLocks noEditPoints="1"/>
              </p:cNvSpPr>
              <p:nvPr userDrawn="1"/>
            </p:nvSpPr>
            <p:spPr bwMode="auto">
              <a:xfrm>
                <a:off x="10633076" y="3851275"/>
                <a:ext cx="295275" cy="315913"/>
              </a:xfrm>
              <a:custGeom>
                <a:avLst/>
                <a:gdLst>
                  <a:gd name="T0" fmla="*/ 170 w 186"/>
                  <a:gd name="T1" fmla="*/ 73 h 199"/>
                  <a:gd name="T2" fmla="*/ 73 w 186"/>
                  <a:gd name="T3" fmla="*/ 15 h 199"/>
                  <a:gd name="T4" fmla="*/ 71 w 186"/>
                  <a:gd name="T5" fmla="*/ 15 h 199"/>
                  <a:gd name="T6" fmla="*/ 15 w 186"/>
                  <a:gd name="T7" fmla="*/ 125 h 199"/>
                  <a:gd name="T8" fmla="*/ 113 w 186"/>
                  <a:gd name="T9" fmla="*/ 185 h 199"/>
                  <a:gd name="T10" fmla="*/ 118 w 186"/>
                  <a:gd name="T11" fmla="*/ 183 h 199"/>
                  <a:gd name="T12" fmla="*/ 170 w 186"/>
                  <a:gd name="T13" fmla="*/ 73 h 199"/>
                  <a:gd name="T14" fmla="*/ 110 w 186"/>
                  <a:gd name="T15" fmla="*/ 152 h 199"/>
                  <a:gd name="T16" fmla="*/ 109 w 186"/>
                  <a:gd name="T17" fmla="*/ 152 h 199"/>
                  <a:gd name="T18" fmla="*/ 69 w 186"/>
                  <a:gd name="T19" fmla="*/ 96 h 199"/>
                  <a:gd name="T20" fmla="*/ 77 w 186"/>
                  <a:gd name="T21" fmla="*/ 50 h 199"/>
                  <a:gd name="T22" fmla="*/ 80 w 186"/>
                  <a:gd name="T23" fmla="*/ 49 h 199"/>
                  <a:gd name="T24" fmla="*/ 117 w 186"/>
                  <a:gd name="T25" fmla="*/ 105 h 199"/>
                  <a:gd name="T26" fmla="*/ 110 w 186"/>
                  <a:gd name="T27" fmla="*/ 152 h 199"/>
                  <a:gd name="T28" fmla="*/ 110 w 186"/>
                  <a:gd name="T29" fmla="*/ 152 h 199"/>
                  <a:gd name="T30" fmla="*/ 110 w 186"/>
                  <a:gd name="T31" fmla="*/ 15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199">
                    <a:moveTo>
                      <a:pt x="170" y="73"/>
                    </a:moveTo>
                    <a:cubicBezTo>
                      <a:pt x="155" y="20"/>
                      <a:pt x="122" y="0"/>
                      <a:pt x="73" y="15"/>
                    </a:cubicBezTo>
                    <a:cubicBezTo>
                      <a:pt x="72" y="15"/>
                      <a:pt x="71" y="15"/>
                      <a:pt x="71" y="15"/>
                    </a:cubicBezTo>
                    <a:cubicBezTo>
                      <a:pt x="19" y="31"/>
                      <a:pt x="0" y="70"/>
                      <a:pt x="15" y="125"/>
                    </a:cubicBezTo>
                    <a:cubicBezTo>
                      <a:pt x="31" y="178"/>
                      <a:pt x="65" y="199"/>
                      <a:pt x="113" y="185"/>
                    </a:cubicBezTo>
                    <a:cubicBezTo>
                      <a:pt x="115" y="185"/>
                      <a:pt x="117" y="184"/>
                      <a:pt x="118" y="183"/>
                    </a:cubicBezTo>
                    <a:cubicBezTo>
                      <a:pt x="167" y="167"/>
                      <a:pt x="186" y="128"/>
                      <a:pt x="170" y="73"/>
                    </a:cubicBezTo>
                    <a:close/>
                    <a:moveTo>
                      <a:pt x="110" y="152"/>
                    </a:moveTo>
                    <a:cubicBezTo>
                      <a:pt x="109" y="152"/>
                      <a:pt x="109" y="152"/>
                      <a:pt x="109" y="152"/>
                    </a:cubicBezTo>
                    <a:cubicBezTo>
                      <a:pt x="93" y="157"/>
                      <a:pt x="83" y="142"/>
                      <a:pt x="69" y="96"/>
                    </a:cubicBezTo>
                    <a:cubicBezTo>
                      <a:pt x="61" y="67"/>
                      <a:pt x="63" y="54"/>
                      <a:pt x="77" y="50"/>
                    </a:cubicBezTo>
                    <a:cubicBezTo>
                      <a:pt x="78" y="50"/>
                      <a:pt x="80" y="50"/>
                      <a:pt x="80" y="49"/>
                    </a:cubicBezTo>
                    <a:cubicBezTo>
                      <a:pt x="96" y="48"/>
                      <a:pt x="105" y="63"/>
                      <a:pt x="117" y="105"/>
                    </a:cubicBezTo>
                    <a:cubicBezTo>
                      <a:pt x="126" y="135"/>
                      <a:pt x="124" y="148"/>
                      <a:pt x="110" y="152"/>
                    </a:cubicBezTo>
                    <a:close/>
                    <a:moveTo>
                      <a:pt x="110" y="152"/>
                    </a:moveTo>
                    <a:cubicBezTo>
                      <a:pt x="110" y="152"/>
                      <a:pt x="110" y="152"/>
                      <a:pt x="110" y="15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372"/>
              <p:cNvSpPr>
                <a:spLocks noEditPoints="1"/>
              </p:cNvSpPr>
              <p:nvPr userDrawn="1"/>
            </p:nvSpPr>
            <p:spPr bwMode="auto">
              <a:xfrm>
                <a:off x="10733088" y="4183063"/>
                <a:ext cx="176213" cy="306388"/>
              </a:xfrm>
              <a:custGeom>
                <a:avLst/>
                <a:gdLst>
                  <a:gd name="T0" fmla="*/ 101 w 111"/>
                  <a:gd name="T1" fmla="*/ 134 h 193"/>
                  <a:gd name="T2" fmla="*/ 100 w 111"/>
                  <a:gd name="T3" fmla="*/ 131 h 193"/>
                  <a:gd name="T4" fmla="*/ 92 w 111"/>
                  <a:gd name="T5" fmla="*/ 101 h 193"/>
                  <a:gd name="T6" fmla="*/ 78 w 111"/>
                  <a:gd name="T7" fmla="*/ 44 h 193"/>
                  <a:gd name="T8" fmla="*/ 96 w 111"/>
                  <a:gd name="T9" fmla="*/ 25 h 193"/>
                  <a:gd name="T10" fmla="*/ 92 w 111"/>
                  <a:gd name="T11" fmla="*/ 0 h 193"/>
                  <a:gd name="T12" fmla="*/ 65 w 111"/>
                  <a:gd name="T13" fmla="*/ 9 h 193"/>
                  <a:gd name="T14" fmla="*/ 40 w 111"/>
                  <a:gd name="T15" fmla="*/ 16 h 193"/>
                  <a:gd name="T16" fmla="*/ 0 w 111"/>
                  <a:gd name="T17" fmla="*/ 28 h 193"/>
                  <a:gd name="T18" fmla="*/ 3 w 111"/>
                  <a:gd name="T19" fmla="*/ 47 h 193"/>
                  <a:gd name="T20" fmla="*/ 6 w 111"/>
                  <a:gd name="T21" fmla="*/ 50 h 193"/>
                  <a:gd name="T22" fmla="*/ 13 w 111"/>
                  <a:gd name="T23" fmla="*/ 47 h 193"/>
                  <a:gd name="T24" fmla="*/ 25 w 111"/>
                  <a:gd name="T25" fmla="*/ 58 h 193"/>
                  <a:gd name="T26" fmla="*/ 50 w 111"/>
                  <a:gd name="T27" fmla="*/ 142 h 193"/>
                  <a:gd name="T28" fmla="*/ 39 w 111"/>
                  <a:gd name="T29" fmla="*/ 169 h 193"/>
                  <a:gd name="T30" fmla="*/ 44 w 111"/>
                  <a:gd name="T31" fmla="*/ 193 h 193"/>
                  <a:gd name="T32" fmla="*/ 96 w 111"/>
                  <a:gd name="T33" fmla="*/ 175 h 193"/>
                  <a:gd name="T34" fmla="*/ 111 w 111"/>
                  <a:gd name="T35" fmla="*/ 171 h 193"/>
                  <a:gd name="T36" fmla="*/ 101 w 111"/>
                  <a:gd name="T37" fmla="*/ 134 h 193"/>
                  <a:gd name="T38" fmla="*/ 101 w 111"/>
                  <a:gd name="T39" fmla="*/ 134 h 193"/>
                  <a:gd name="T40" fmla="*/ 101 w 111"/>
                  <a:gd name="T41" fmla="*/ 134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1" h="193">
                    <a:moveTo>
                      <a:pt x="101" y="134"/>
                    </a:moveTo>
                    <a:cubicBezTo>
                      <a:pt x="101" y="134"/>
                      <a:pt x="100" y="132"/>
                      <a:pt x="100" y="131"/>
                    </a:cubicBezTo>
                    <a:cubicBezTo>
                      <a:pt x="97" y="120"/>
                      <a:pt x="94" y="110"/>
                      <a:pt x="92" y="101"/>
                    </a:cubicBezTo>
                    <a:cubicBezTo>
                      <a:pt x="86" y="79"/>
                      <a:pt x="82" y="61"/>
                      <a:pt x="78" y="44"/>
                    </a:cubicBezTo>
                    <a:cubicBezTo>
                      <a:pt x="76" y="36"/>
                      <a:pt x="79" y="31"/>
                      <a:pt x="96" y="2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2" y="0"/>
                      <a:pt x="79" y="4"/>
                      <a:pt x="65" y="9"/>
                    </a:cubicBezTo>
                    <a:cubicBezTo>
                      <a:pt x="55" y="12"/>
                      <a:pt x="45" y="14"/>
                      <a:pt x="40" y="1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6" y="50"/>
                      <a:pt x="6" y="50"/>
                      <a:pt x="6" y="50"/>
                    </a:cubicBezTo>
                    <a:cubicBezTo>
                      <a:pt x="6" y="50"/>
                      <a:pt x="10" y="48"/>
                      <a:pt x="13" y="47"/>
                    </a:cubicBezTo>
                    <a:cubicBezTo>
                      <a:pt x="20" y="46"/>
                      <a:pt x="22" y="47"/>
                      <a:pt x="25" y="58"/>
                    </a:cubicBezTo>
                    <a:cubicBezTo>
                      <a:pt x="50" y="142"/>
                      <a:pt x="50" y="142"/>
                      <a:pt x="50" y="142"/>
                    </a:cubicBezTo>
                    <a:cubicBezTo>
                      <a:pt x="54" y="157"/>
                      <a:pt x="51" y="163"/>
                      <a:pt x="39" y="169"/>
                    </a:cubicBezTo>
                    <a:cubicBezTo>
                      <a:pt x="44" y="193"/>
                      <a:pt x="44" y="193"/>
                      <a:pt x="44" y="193"/>
                    </a:cubicBezTo>
                    <a:cubicBezTo>
                      <a:pt x="44" y="193"/>
                      <a:pt x="70" y="183"/>
                      <a:pt x="96" y="175"/>
                    </a:cubicBezTo>
                    <a:cubicBezTo>
                      <a:pt x="111" y="171"/>
                      <a:pt x="111" y="171"/>
                      <a:pt x="111" y="171"/>
                    </a:cubicBezTo>
                    <a:lnTo>
                      <a:pt x="101" y="134"/>
                    </a:lnTo>
                    <a:close/>
                    <a:moveTo>
                      <a:pt x="101" y="134"/>
                    </a:moveTo>
                    <a:cubicBezTo>
                      <a:pt x="101" y="134"/>
                      <a:pt x="101" y="134"/>
                      <a:pt x="101" y="13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373"/>
              <p:cNvSpPr>
                <a:spLocks noEditPoints="1"/>
              </p:cNvSpPr>
              <p:nvPr userDrawn="1"/>
            </p:nvSpPr>
            <p:spPr bwMode="auto">
              <a:xfrm>
                <a:off x="10893426" y="4308475"/>
                <a:ext cx="114300" cy="146050"/>
              </a:xfrm>
              <a:custGeom>
                <a:avLst/>
                <a:gdLst>
                  <a:gd name="T0" fmla="*/ 72 w 72"/>
                  <a:gd name="T1" fmla="*/ 71 h 92"/>
                  <a:gd name="T2" fmla="*/ 59 w 72"/>
                  <a:gd name="T3" fmla="*/ 3 h 92"/>
                  <a:gd name="T4" fmla="*/ 55 w 72"/>
                  <a:gd name="T5" fmla="*/ 0 h 92"/>
                  <a:gd name="T6" fmla="*/ 24 w 72"/>
                  <a:gd name="T7" fmla="*/ 12 h 92"/>
                  <a:gd name="T8" fmla="*/ 11 w 72"/>
                  <a:gd name="T9" fmla="*/ 60 h 92"/>
                  <a:gd name="T10" fmla="*/ 0 w 72"/>
                  <a:gd name="T11" fmla="*/ 55 h 92"/>
                  <a:gd name="T12" fmla="*/ 11 w 72"/>
                  <a:gd name="T13" fmla="*/ 92 h 92"/>
                  <a:gd name="T14" fmla="*/ 70 w 72"/>
                  <a:gd name="T15" fmla="*/ 77 h 92"/>
                  <a:gd name="T16" fmla="*/ 72 w 72"/>
                  <a:gd name="T17" fmla="*/ 71 h 92"/>
                  <a:gd name="T18" fmla="*/ 72 w 72"/>
                  <a:gd name="T19" fmla="*/ 71 h 92"/>
                  <a:gd name="T20" fmla="*/ 72 w 72"/>
                  <a:gd name="T21" fmla="*/ 71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92">
                    <a:moveTo>
                      <a:pt x="72" y="71"/>
                    </a:moveTo>
                    <a:cubicBezTo>
                      <a:pt x="64" y="36"/>
                      <a:pt x="59" y="3"/>
                      <a:pt x="59" y="3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31" y="47"/>
                      <a:pt x="29" y="55"/>
                      <a:pt x="11" y="60"/>
                    </a:cubicBezTo>
                    <a:cubicBezTo>
                      <a:pt x="6" y="62"/>
                      <a:pt x="3" y="61"/>
                      <a:pt x="0" y="55"/>
                    </a:cubicBezTo>
                    <a:cubicBezTo>
                      <a:pt x="11" y="92"/>
                      <a:pt x="11" y="92"/>
                      <a:pt x="11" y="92"/>
                    </a:cubicBezTo>
                    <a:cubicBezTo>
                      <a:pt x="41" y="83"/>
                      <a:pt x="70" y="77"/>
                      <a:pt x="70" y="77"/>
                    </a:cubicBezTo>
                    <a:lnTo>
                      <a:pt x="72" y="71"/>
                    </a:lnTo>
                    <a:close/>
                    <a:moveTo>
                      <a:pt x="72" y="71"/>
                    </a:moveTo>
                    <a:cubicBezTo>
                      <a:pt x="72" y="71"/>
                      <a:pt x="72" y="71"/>
                      <a:pt x="72" y="7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374"/>
              <p:cNvSpPr>
                <a:spLocks noEditPoints="1"/>
              </p:cNvSpPr>
              <p:nvPr userDrawn="1"/>
            </p:nvSpPr>
            <p:spPr bwMode="auto">
              <a:xfrm>
                <a:off x="10896601" y="3421063"/>
                <a:ext cx="107950" cy="109538"/>
              </a:xfrm>
              <a:custGeom>
                <a:avLst/>
                <a:gdLst>
                  <a:gd name="T0" fmla="*/ 26 w 68"/>
                  <a:gd name="T1" fmla="*/ 5 h 69"/>
                  <a:gd name="T2" fmla="*/ 5 w 68"/>
                  <a:gd name="T3" fmla="*/ 43 h 69"/>
                  <a:gd name="T4" fmla="*/ 43 w 68"/>
                  <a:gd name="T5" fmla="*/ 64 h 69"/>
                  <a:gd name="T6" fmla="*/ 64 w 68"/>
                  <a:gd name="T7" fmla="*/ 26 h 69"/>
                  <a:gd name="T8" fmla="*/ 26 w 68"/>
                  <a:gd name="T9" fmla="*/ 5 h 69"/>
                  <a:gd name="T10" fmla="*/ 26 w 68"/>
                  <a:gd name="T11" fmla="*/ 5 h 69"/>
                  <a:gd name="T12" fmla="*/ 26 w 68"/>
                  <a:gd name="T13" fmla="*/ 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69">
                    <a:moveTo>
                      <a:pt x="26" y="5"/>
                    </a:moveTo>
                    <a:cubicBezTo>
                      <a:pt x="9" y="9"/>
                      <a:pt x="0" y="26"/>
                      <a:pt x="5" y="43"/>
                    </a:cubicBezTo>
                    <a:cubicBezTo>
                      <a:pt x="9" y="59"/>
                      <a:pt x="26" y="69"/>
                      <a:pt x="43" y="64"/>
                    </a:cubicBezTo>
                    <a:cubicBezTo>
                      <a:pt x="59" y="59"/>
                      <a:pt x="68" y="42"/>
                      <a:pt x="64" y="26"/>
                    </a:cubicBezTo>
                    <a:cubicBezTo>
                      <a:pt x="59" y="9"/>
                      <a:pt x="42" y="0"/>
                      <a:pt x="26" y="5"/>
                    </a:cubicBezTo>
                    <a:close/>
                    <a:moveTo>
                      <a:pt x="26" y="5"/>
                    </a:moveTo>
                    <a:cubicBezTo>
                      <a:pt x="26" y="5"/>
                      <a:pt x="26" y="5"/>
                      <a:pt x="2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375"/>
              <p:cNvSpPr>
                <a:spLocks noEditPoints="1"/>
              </p:cNvSpPr>
              <p:nvPr userDrawn="1"/>
            </p:nvSpPr>
            <p:spPr bwMode="auto">
              <a:xfrm>
                <a:off x="10672763" y="2552700"/>
                <a:ext cx="257175" cy="798513"/>
              </a:xfrm>
              <a:custGeom>
                <a:avLst/>
                <a:gdLst>
                  <a:gd name="T0" fmla="*/ 152 w 162"/>
                  <a:gd name="T1" fmla="*/ 502 h 503"/>
                  <a:gd name="T2" fmla="*/ 160 w 162"/>
                  <a:gd name="T3" fmla="*/ 487 h 503"/>
                  <a:gd name="T4" fmla="*/ 23 w 162"/>
                  <a:gd name="T5" fmla="*/ 9 h 503"/>
                  <a:gd name="T6" fmla="*/ 9 w 162"/>
                  <a:gd name="T7" fmla="*/ 1 h 503"/>
                  <a:gd name="T8" fmla="*/ 1 w 162"/>
                  <a:gd name="T9" fmla="*/ 16 h 503"/>
                  <a:gd name="T10" fmla="*/ 138 w 162"/>
                  <a:gd name="T11" fmla="*/ 494 h 503"/>
                  <a:gd name="T12" fmla="*/ 152 w 162"/>
                  <a:gd name="T13" fmla="*/ 502 h 503"/>
                  <a:gd name="T14" fmla="*/ 152 w 162"/>
                  <a:gd name="T15" fmla="*/ 502 h 503"/>
                  <a:gd name="T16" fmla="*/ 152 w 162"/>
                  <a:gd name="T17" fmla="*/ 502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503">
                    <a:moveTo>
                      <a:pt x="152" y="502"/>
                    </a:moveTo>
                    <a:cubicBezTo>
                      <a:pt x="158" y="500"/>
                      <a:pt x="162" y="493"/>
                      <a:pt x="160" y="487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2" y="3"/>
                      <a:pt x="15" y="0"/>
                      <a:pt x="9" y="1"/>
                    </a:cubicBezTo>
                    <a:cubicBezTo>
                      <a:pt x="3" y="3"/>
                      <a:pt x="0" y="10"/>
                      <a:pt x="1" y="16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140" y="500"/>
                      <a:pt x="146" y="503"/>
                      <a:pt x="152" y="502"/>
                    </a:cubicBezTo>
                    <a:close/>
                    <a:moveTo>
                      <a:pt x="152" y="502"/>
                    </a:moveTo>
                    <a:cubicBezTo>
                      <a:pt x="152" y="502"/>
                      <a:pt x="152" y="502"/>
                      <a:pt x="152" y="50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376"/>
              <p:cNvSpPr>
                <a:spLocks noEditPoints="1"/>
              </p:cNvSpPr>
              <p:nvPr userDrawn="1"/>
            </p:nvSpPr>
            <p:spPr bwMode="auto">
              <a:xfrm>
                <a:off x="10971213" y="3598863"/>
                <a:ext cx="257175" cy="800100"/>
              </a:xfrm>
              <a:custGeom>
                <a:avLst/>
                <a:gdLst>
                  <a:gd name="T0" fmla="*/ 10 w 162"/>
                  <a:gd name="T1" fmla="*/ 2 h 504"/>
                  <a:gd name="T2" fmla="*/ 2 w 162"/>
                  <a:gd name="T3" fmla="*/ 17 h 504"/>
                  <a:gd name="T4" fmla="*/ 139 w 162"/>
                  <a:gd name="T5" fmla="*/ 495 h 504"/>
                  <a:gd name="T6" fmla="*/ 153 w 162"/>
                  <a:gd name="T7" fmla="*/ 502 h 504"/>
                  <a:gd name="T8" fmla="*/ 161 w 162"/>
                  <a:gd name="T9" fmla="*/ 488 h 504"/>
                  <a:gd name="T10" fmla="*/ 24 w 162"/>
                  <a:gd name="T11" fmla="*/ 10 h 504"/>
                  <a:gd name="T12" fmla="*/ 10 w 162"/>
                  <a:gd name="T13" fmla="*/ 2 h 504"/>
                  <a:gd name="T14" fmla="*/ 10 w 162"/>
                  <a:gd name="T15" fmla="*/ 2 h 504"/>
                  <a:gd name="T16" fmla="*/ 10 w 162"/>
                  <a:gd name="T17" fmla="*/ 2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504">
                    <a:moveTo>
                      <a:pt x="10" y="2"/>
                    </a:moveTo>
                    <a:cubicBezTo>
                      <a:pt x="4" y="4"/>
                      <a:pt x="0" y="11"/>
                      <a:pt x="2" y="17"/>
                    </a:cubicBezTo>
                    <a:cubicBezTo>
                      <a:pt x="139" y="495"/>
                      <a:pt x="139" y="495"/>
                      <a:pt x="139" y="495"/>
                    </a:cubicBezTo>
                    <a:cubicBezTo>
                      <a:pt x="140" y="501"/>
                      <a:pt x="147" y="504"/>
                      <a:pt x="153" y="502"/>
                    </a:cubicBezTo>
                    <a:cubicBezTo>
                      <a:pt x="159" y="501"/>
                      <a:pt x="162" y="494"/>
                      <a:pt x="161" y="488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2" y="4"/>
                      <a:pt x="16" y="0"/>
                      <a:pt x="10" y="2"/>
                    </a:cubicBezTo>
                    <a:close/>
                    <a:moveTo>
                      <a:pt x="10" y="2"/>
                    </a:moveTo>
                    <a:cubicBezTo>
                      <a:pt x="10" y="2"/>
                      <a:pt x="10" y="2"/>
                      <a:pt x="10" y="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377"/>
              <p:cNvSpPr>
                <a:spLocks noEditPoints="1"/>
              </p:cNvSpPr>
              <p:nvPr userDrawn="1"/>
            </p:nvSpPr>
            <p:spPr bwMode="auto">
              <a:xfrm>
                <a:off x="8035926" y="1141413"/>
                <a:ext cx="657225" cy="687388"/>
              </a:xfrm>
              <a:custGeom>
                <a:avLst/>
                <a:gdLst>
                  <a:gd name="T0" fmla="*/ 0 w 414"/>
                  <a:gd name="T1" fmla="*/ 217 h 433"/>
                  <a:gd name="T2" fmla="*/ 103 w 414"/>
                  <a:gd name="T3" fmla="*/ 396 h 433"/>
                  <a:gd name="T4" fmla="*/ 310 w 414"/>
                  <a:gd name="T5" fmla="*/ 396 h 433"/>
                  <a:gd name="T6" fmla="*/ 414 w 414"/>
                  <a:gd name="T7" fmla="*/ 217 h 433"/>
                  <a:gd name="T8" fmla="*/ 310 w 414"/>
                  <a:gd name="T9" fmla="*/ 37 h 433"/>
                  <a:gd name="T10" fmla="*/ 103 w 414"/>
                  <a:gd name="T11" fmla="*/ 37 h 433"/>
                  <a:gd name="T12" fmla="*/ 0 w 414"/>
                  <a:gd name="T13" fmla="*/ 217 h 433"/>
                  <a:gd name="T14" fmla="*/ 0 w 414"/>
                  <a:gd name="T15" fmla="*/ 217 h 433"/>
                  <a:gd name="T16" fmla="*/ 0 w 414"/>
                  <a:gd name="T17" fmla="*/ 217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4" h="433">
                    <a:moveTo>
                      <a:pt x="0" y="217"/>
                    </a:moveTo>
                    <a:cubicBezTo>
                      <a:pt x="0" y="291"/>
                      <a:pt x="39" y="359"/>
                      <a:pt x="103" y="396"/>
                    </a:cubicBezTo>
                    <a:cubicBezTo>
                      <a:pt x="167" y="433"/>
                      <a:pt x="246" y="433"/>
                      <a:pt x="310" y="396"/>
                    </a:cubicBezTo>
                    <a:cubicBezTo>
                      <a:pt x="374" y="359"/>
                      <a:pt x="414" y="291"/>
                      <a:pt x="414" y="217"/>
                    </a:cubicBezTo>
                    <a:cubicBezTo>
                      <a:pt x="414" y="143"/>
                      <a:pt x="374" y="74"/>
                      <a:pt x="310" y="37"/>
                    </a:cubicBezTo>
                    <a:cubicBezTo>
                      <a:pt x="246" y="0"/>
                      <a:pt x="167" y="0"/>
                      <a:pt x="103" y="37"/>
                    </a:cubicBezTo>
                    <a:cubicBezTo>
                      <a:pt x="39" y="74"/>
                      <a:pt x="0" y="143"/>
                      <a:pt x="0" y="217"/>
                    </a:cubicBezTo>
                    <a:close/>
                    <a:moveTo>
                      <a:pt x="0" y="217"/>
                    </a:moveTo>
                    <a:cubicBezTo>
                      <a:pt x="0" y="217"/>
                      <a:pt x="0" y="217"/>
                      <a:pt x="0" y="217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378"/>
              <p:cNvSpPr>
                <a:spLocks noEditPoints="1"/>
              </p:cNvSpPr>
              <p:nvPr userDrawn="1"/>
            </p:nvSpPr>
            <p:spPr bwMode="auto">
              <a:xfrm>
                <a:off x="8991601" y="922338"/>
                <a:ext cx="655638" cy="685800"/>
              </a:xfrm>
              <a:custGeom>
                <a:avLst/>
                <a:gdLst>
                  <a:gd name="T0" fmla="*/ 0 w 414"/>
                  <a:gd name="T1" fmla="*/ 216 h 432"/>
                  <a:gd name="T2" fmla="*/ 103 w 414"/>
                  <a:gd name="T3" fmla="*/ 395 h 432"/>
                  <a:gd name="T4" fmla="*/ 310 w 414"/>
                  <a:gd name="T5" fmla="*/ 395 h 432"/>
                  <a:gd name="T6" fmla="*/ 414 w 414"/>
                  <a:gd name="T7" fmla="*/ 216 h 432"/>
                  <a:gd name="T8" fmla="*/ 310 w 414"/>
                  <a:gd name="T9" fmla="*/ 37 h 432"/>
                  <a:gd name="T10" fmla="*/ 103 w 414"/>
                  <a:gd name="T11" fmla="*/ 37 h 432"/>
                  <a:gd name="T12" fmla="*/ 0 w 414"/>
                  <a:gd name="T13" fmla="*/ 216 h 432"/>
                  <a:gd name="T14" fmla="*/ 0 w 414"/>
                  <a:gd name="T15" fmla="*/ 216 h 432"/>
                  <a:gd name="T16" fmla="*/ 0 w 414"/>
                  <a:gd name="T17" fmla="*/ 216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4" h="432">
                    <a:moveTo>
                      <a:pt x="0" y="216"/>
                    </a:moveTo>
                    <a:cubicBezTo>
                      <a:pt x="0" y="290"/>
                      <a:pt x="39" y="358"/>
                      <a:pt x="103" y="395"/>
                    </a:cubicBezTo>
                    <a:cubicBezTo>
                      <a:pt x="167" y="432"/>
                      <a:pt x="246" y="432"/>
                      <a:pt x="310" y="395"/>
                    </a:cubicBezTo>
                    <a:cubicBezTo>
                      <a:pt x="374" y="358"/>
                      <a:pt x="414" y="290"/>
                      <a:pt x="414" y="216"/>
                    </a:cubicBezTo>
                    <a:cubicBezTo>
                      <a:pt x="414" y="142"/>
                      <a:pt x="374" y="74"/>
                      <a:pt x="310" y="37"/>
                    </a:cubicBezTo>
                    <a:cubicBezTo>
                      <a:pt x="246" y="0"/>
                      <a:pt x="167" y="0"/>
                      <a:pt x="103" y="37"/>
                    </a:cubicBezTo>
                    <a:cubicBezTo>
                      <a:pt x="39" y="74"/>
                      <a:pt x="0" y="142"/>
                      <a:pt x="0" y="216"/>
                    </a:cubicBezTo>
                    <a:close/>
                    <a:moveTo>
                      <a:pt x="0" y="216"/>
                    </a:moveTo>
                    <a:cubicBezTo>
                      <a:pt x="0" y="216"/>
                      <a:pt x="0" y="216"/>
                      <a:pt x="0" y="216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379"/>
              <p:cNvSpPr>
                <a:spLocks noEditPoints="1"/>
              </p:cNvSpPr>
              <p:nvPr userDrawn="1"/>
            </p:nvSpPr>
            <p:spPr bwMode="auto">
              <a:xfrm>
                <a:off x="7877176" y="882650"/>
                <a:ext cx="1890713" cy="984250"/>
              </a:xfrm>
              <a:custGeom>
                <a:avLst/>
                <a:gdLst>
                  <a:gd name="T0" fmla="*/ 2 w 1192"/>
                  <a:gd name="T1" fmla="*/ 391 h 620"/>
                  <a:gd name="T2" fmla="*/ 24 w 1192"/>
                  <a:gd name="T3" fmla="*/ 392 h 620"/>
                  <a:gd name="T4" fmla="*/ 31 w 1192"/>
                  <a:gd name="T5" fmla="*/ 419 h 620"/>
                  <a:gd name="T6" fmla="*/ 1190 w 1192"/>
                  <a:gd name="T7" fmla="*/ 143 h 620"/>
                  <a:gd name="T8" fmla="*/ 1162 w 1192"/>
                  <a:gd name="T9" fmla="*/ 112 h 620"/>
                  <a:gd name="T10" fmla="*/ 1185 w 1192"/>
                  <a:gd name="T11" fmla="*/ 128 h 620"/>
                  <a:gd name="T12" fmla="*/ 1190 w 1192"/>
                  <a:gd name="T13" fmla="*/ 143 h 620"/>
                  <a:gd name="T14" fmla="*/ 1142 w 1192"/>
                  <a:gd name="T15" fmla="*/ 161 h 620"/>
                  <a:gd name="T16" fmla="*/ 950 w 1192"/>
                  <a:gd name="T17" fmla="*/ 456 h 620"/>
                  <a:gd name="T18" fmla="*/ 671 w 1192"/>
                  <a:gd name="T19" fmla="*/ 242 h 620"/>
                  <a:gd name="T20" fmla="*/ 531 w 1192"/>
                  <a:gd name="T21" fmla="*/ 244 h 620"/>
                  <a:gd name="T22" fmla="*/ 527 w 1192"/>
                  <a:gd name="T23" fmla="*/ 357 h 620"/>
                  <a:gd name="T24" fmla="*/ 105 w 1192"/>
                  <a:gd name="T25" fmla="*/ 443 h 620"/>
                  <a:gd name="T26" fmla="*/ 57 w 1192"/>
                  <a:gd name="T27" fmla="*/ 414 h 620"/>
                  <a:gd name="T28" fmla="*/ 49 w 1192"/>
                  <a:gd name="T29" fmla="*/ 372 h 620"/>
                  <a:gd name="T30" fmla="*/ 81 w 1192"/>
                  <a:gd name="T31" fmla="*/ 346 h 620"/>
                  <a:gd name="T32" fmla="*/ 277 w 1192"/>
                  <a:gd name="T33" fmla="*/ 159 h 620"/>
                  <a:gd name="T34" fmla="*/ 505 w 1192"/>
                  <a:gd name="T35" fmla="*/ 212 h 620"/>
                  <a:gd name="T36" fmla="*/ 653 w 1192"/>
                  <a:gd name="T37" fmla="*/ 178 h 620"/>
                  <a:gd name="T38" fmla="*/ 834 w 1192"/>
                  <a:gd name="T39" fmla="*/ 30 h 620"/>
                  <a:gd name="T40" fmla="*/ 1093 w 1192"/>
                  <a:gd name="T41" fmla="*/ 111 h 620"/>
                  <a:gd name="T42" fmla="*/ 1133 w 1192"/>
                  <a:gd name="T43" fmla="*/ 120 h 620"/>
                  <a:gd name="T44" fmla="*/ 1144 w 1192"/>
                  <a:gd name="T45" fmla="*/ 160 h 620"/>
                  <a:gd name="T46" fmla="*/ 369 w 1192"/>
                  <a:gd name="T47" fmla="*/ 189 h 620"/>
                  <a:gd name="T48" fmla="*/ 129 w 1192"/>
                  <a:gd name="T49" fmla="*/ 451 h 620"/>
                  <a:gd name="T50" fmla="*/ 476 w 1192"/>
                  <a:gd name="T51" fmla="*/ 489 h 620"/>
                  <a:gd name="T52" fmla="*/ 496 w 1192"/>
                  <a:gd name="T53" fmla="*/ 377 h 620"/>
                  <a:gd name="T54" fmla="*/ 495 w 1192"/>
                  <a:gd name="T55" fmla="*/ 398 h 620"/>
                  <a:gd name="T56" fmla="*/ 487 w 1192"/>
                  <a:gd name="T57" fmla="*/ 333 h 620"/>
                  <a:gd name="T58" fmla="*/ 496 w 1192"/>
                  <a:gd name="T59" fmla="*/ 356 h 620"/>
                  <a:gd name="T60" fmla="*/ 470 w 1192"/>
                  <a:gd name="T61" fmla="*/ 262 h 620"/>
                  <a:gd name="T62" fmla="*/ 765 w 1192"/>
                  <a:gd name="T63" fmla="*/ 97 h 620"/>
                  <a:gd name="T64" fmla="*/ 719 w 1192"/>
                  <a:gd name="T65" fmla="*/ 304 h 620"/>
                  <a:gd name="T66" fmla="*/ 719 w 1192"/>
                  <a:gd name="T67" fmla="*/ 280 h 620"/>
                  <a:gd name="T68" fmla="*/ 751 w 1192"/>
                  <a:gd name="T69" fmla="*/ 338 h 620"/>
                  <a:gd name="T70" fmla="*/ 742 w 1192"/>
                  <a:gd name="T71" fmla="*/ 335 h 620"/>
                  <a:gd name="T72" fmla="*/ 726 w 1192"/>
                  <a:gd name="T73" fmla="*/ 319 h 620"/>
                  <a:gd name="T74" fmla="*/ 1005 w 1192"/>
                  <a:gd name="T75" fmla="*/ 413 h 620"/>
                  <a:gd name="T76" fmla="*/ 942 w 1192"/>
                  <a:gd name="T77" fmla="*/ 41 h 620"/>
                  <a:gd name="T78" fmla="*/ 942 w 1192"/>
                  <a:gd name="T79" fmla="*/ 41 h 6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192" h="620">
                    <a:moveTo>
                      <a:pt x="9" y="418"/>
                    </a:moveTo>
                    <a:cubicBezTo>
                      <a:pt x="3" y="410"/>
                      <a:pt x="0" y="400"/>
                      <a:pt x="2" y="391"/>
                    </a:cubicBezTo>
                    <a:cubicBezTo>
                      <a:pt x="2" y="386"/>
                      <a:pt x="13" y="382"/>
                      <a:pt x="21" y="378"/>
                    </a:cubicBezTo>
                    <a:cubicBezTo>
                      <a:pt x="23" y="385"/>
                      <a:pt x="24" y="389"/>
                      <a:pt x="24" y="392"/>
                    </a:cubicBezTo>
                    <a:cubicBezTo>
                      <a:pt x="18" y="396"/>
                      <a:pt x="13" y="399"/>
                      <a:pt x="7" y="403"/>
                    </a:cubicBezTo>
                    <a:cubicBezTo>
                      <a:pt x="16" y="409"/>
                      <a:pt x="30" y="397"/>
                      <a:pt x="31" y="419"/>
                    </a:cubicBezTo>
                    <a:cubicBezTo>
                      <a:pt x="23" y="419"/>
                      <a:pt x="12" y="422"/>
                      <a:pt x="9" y="418"/>
                    </a:cubicBezTo>
                    <a:close/>
                    <a:moveTo>
                      <a:pt x="1190" y="143"/>
                    </a:moveTo>
                    <a:cubicBezTo>
                      <a:pt x="1192" y="135"/>
                      <a:pt x="1190" y="122"/>
                      <a:pt x="1185" y="115"/>
                    </a:cubicBezTo>
                    <a:cubicBezTo>
                      <a:pt x="1181" y="111"/>
                      <a:pt x="1170" y="113"/>
                      <a:pt x="1162" y="112"/>
                    </a:cubicBezTo>
                    <a:cubicBezTo>
                      <a:pt x="1163" y="119"/>
                      <a:pt x="1164" y="123"/>
                      <a:pt x="1165" y="126"/>
                    </a:cubicBezTo>
                    <a:cubicBezTo>
                      <a:pt x="1172" y="127"/>
                      <a:pt x="1178" y="127"/>
                      <a:pt x="1185" y="128"/>
                    </a:cubicBezTo>
                    <a:cubicBezTo>
                      <a:pt x="1180" y="137"/>
                      <a:pt x="1163" y="132"/>
                      <a:pt x="1171" y="153"/>
                    </a:cubicBezTo>
                    <a:cubicBezTo>
                      <a:pt x="1178" y="150"/>
                      <a:pt x="1189" y="148"/>
                      <a:pt x="1190" y="143"/>
                    </a:cubicBezTo>
                    <a:close/>
                    <a:moveTo>
                      <a:pt x="1144" y="160"/>
                    </a:moveTo>
                    <a:cubicBezTo>
                      <a:pt x="1143" y="160"/>
                      <a:pt x="1143" y="161"/>
                      <a:pt x="1142" y="161"/>
                    </a:cubicBezTo>
                    <a:cubicBezTo>
                      <a:pt x="1111" y="171"/>
                      <a:pt x="1111" y="171"/>
                      <a:pt x="1114" y="207"/>
                    </a:cubicBezTo>
                    <a:cubicBezTo>
                      <a:pt x="1126" y="332"/>
                      <a:pt x="1061" y="430"/>
                      <a:pt x="950" y="456"/>
                    </a:cubicBezTo>
                    <a:cubicBezTo>
                      <a:pt x="846" y="480"/>
                      <a:pt x="750" y="428"/>
                      <a:pt x="698" y="316"/>
                    </a:cubicBezTo>
                    <a:cubicBezTo>
                      <a:pt x="686" y="293"/>
                      <a:pt x="679" y="267"/>
                      <a:pt x="671" y="242"/>
                    </a:cubicBezTo>
                    <a:cubicBezTo>
                      <a:pt x="665" y="223"/>
                      <a:pt x="662" y="218"/>
                      <a:pt x="644" y="218"/>
                    </a:cubicBezTo>
                    <a:cubicBezTo>
                      <a:pt x="605" y="216"/>
                      <a:pt x="565" y="225"/>
                      <a:pt x="531" y="244"/>
                    </a:cubicBezTo>
                    <a:cubicBezTo>
                      <a:pt x="516" y="253"/>
                      <a:pt x="514" y="259"/>
                      <a:pt x="518" y="278"/>
                    </a:cubicBezTo>
                    <a:cubicBezTo>
                      <a:pt x="522" y="304"/>
                      <a:pt x="526" y="331"/>
                      <a:pt x="527" y="357"/>
                    </a:cubicBezTo>
                    <a:cubicBezTo>
                      <a:pt x="529" y="480"/>
                      <a:pt x="466" y="569"/>
                      <a:pt x="362" y="594"/>
                    </a:cubicBezTo>
                    <a:cubicBezTo>
                      <a:pt x="251" y="620"/>
                      <a:pt x="149" y="560"/>
                      <a:pt x="105" y="443"/>
                    </a:cubicBezTo>
                    <a:cubicBezTo>
                      <a:pt x="92" y="409"/>
                      <a:pt x="92" y="409"/>
                      <a:pt x="59" y="414"/>
                    </a:cubicBezTo>
                    <a:cubicBezTo>
                      <a:pt x="57" y="414"/>
                      <a:pt x="57" y="414"/>
                      <a:pt x="57" y="414"/>
                    </a:cubicBezTo>
                    <a:cubicBezTo>
                      <a:pt x="42" y="415"/>
                      <a:pt x="35" y="410"/>
                      <a:pt x="32" y="391"/>
                    </a:cubicBezTo>
                    <a:cubicBezTo>
                      <a:pt x="29" y="375"/>
                      <a:pt x="40" y="374"/>
                      <a:pt x="49" y="372"/>
                    </a:cubicBezTo>
                    <a:cubicBezTo>
                      <a:pt x="51" y="371"/>
                      <a:pt x="53" y="371"/>
                      <a:pt x="55" y="370"/>
                    </a:cubicBezTo>
                    <a:cubicBezTo>
                      <a:pt x="69" y="369"/>
                      <a:pt x="77" y="360"/>
                      <a:pt x="81" y="346"/>
                    </a:cubicBezTo>
                    <a:cubicBezTo>
                      <a:pt x="83" y="339"/>
                      <a:pt x="85" y="332"/>
                      <a:pt x="87" y="325"/>
                    </a:cubicBezTo>
                    <a:cubicBezTo>
                      <a:pt x="115" y="220"/>
                      <a:pt x="190" y="170"/>
                      <a:pt x="277" y="159"/>
                    </a:cubicBezTo>
                    <a:cubicBezTo>
                      <a:pt x="343" y="152"/>
                      <a:pt x="405" y="170"/>
                      <a:pt x="462" y="210"/>
                    </a:cubicBezTo>
                    <a:cubicBezTo>
                      <a:pt x="477" y="221"/>
                      <a:pt x="491" y="222"/>
                      <a:pt x="505" y="212"/>
                    </a:cubicBezTo>
                    <a:cubicBezTo>
                      <a:pt x="529" y="196"/>
                      <a:pt x="554" y="186"/>
                      <a:pt x="580" y="181"/>
                    </a:cubicBezTo>
                    <a:cubicBezTo>
                      <a:pt x="603" y="175"/>
                      <a:pt x="628" y="174"/>
                      <a:pt x="653" y="178"/>
                    </a:cubicBezTo>
                    <a:cubicBezTo>
                      <a:pt x="670" y="180"/>
                      <a:pt x="682" y="173"/>
                      <a:pt x="691" y="157"/>
                    </a:cubicBezTo>
                    <a:cubicBezTo>
                      <a:pt x="724" y="96"/>
                      <a:pt x="771" y="52"/>
                      <a:pt x="834" y="30"/>
                    </a:cubicBezTo>
                    <a:cubicBezTo>
                      <a:pt x="918" y="0"/>
                      <a:pt x="1007" y="12"/>
                      <a:pt x="1078" y="94"/>
                    </a:cubicBezTo>
                    <a:cubicBezTo>
                      <a:pt x="1083" y="100"/>
                      <a:pt x="1088" y="105"/>
                      <a:pt x="1093" y="111"/>
                    </a:cubicBezTo>
                    <a:cubicBezTo>
                      <a:pt x="1103" y="122"/>
                      <a:pt x="1114" y="125"/>
                      <a:pt x="1127" y="121"/>
                    </a:cubicBezTo>
                    <a:cubicBezTo>
                      <a:pt x="1133" y="120"/>
                      <a:pt x="1133" y="120"/>
                      <a:pt x="1133" y="120"/>
                    </a:cubicBezTo>
                    <a:cubicBezTo>
                      <a:pt x="1142" y="117"/>
                      <a:pt x="1152" y="114"/>
                      <a:pt x="1157" y="129"/>
                    </a:cubicBezTo>
                    <a:cubicBezTo>
                      <a:pt x="1162" y="147"/>
                      <a:pt x="1159" y="155"/>
                      <a:pt x="1144" y="160"/>
                    </a:cubicBezTo>
                    <a:close/>
                    <a:moveTo>
                      <a:pt x="470" y="262"/>
                    </a:moveTo>
                    <a:cubicBezTo>
                      <a:pt x="444" y="224"/>
                      <a:pt x="410" y="200"/>
                      <a:pt x="369" y="189"/>
                    </a:cubicBezTo>
                    <a:cubicBezTo>
                      <a:pt x="304" y="172"/>
                      <a:pt x="242" y="178"/>
                      <a:pt x="186" y="217"/>
                    </a:cubicBezTo>
                    <a:cubicBezTo>
                      <a:pt x="110" y="269"/>
                      <a:pt x="88" y="360"/>
                      <a:pt x="129" y="451"/>
                    </a:cubicBezTo>
                    <a:cubicBezTo>
                      <a:pt x="163" y="527"/>
                      <a:pt x="217" y="570"/>
                      <a:pt x="293" y="578"/>
                    </a:cubicBezTo>
                    <a:cubicBezTo>
                      <a:pt x="370" y="586"/>
                      <a:pt x="432" y="556"/>
                      <a:pt x="476" y="489"/>
                    </a:cubicBezTo>
                    <a:cubicBezTo>
                      <a:pt x="497" y="456"/>
                      <a:pt x="507" y="408"/>
                      <a:pt x="503" y="370"/>
                    </a:cubicBezTo>
                    <a:cubicBezTo>
                      <a:pt x="500" y="372"/>
                      <a:pt x="499" y="374"/>
                      <a:pt x="496" y="377"/>
                    </a:cubicBezTo>
                    <a:cubicBezTo>
                      <a:pt x="496" y="382"/>
                      <a:pt x="496" y="387"/>
                      <a:pt x="495" y="392"/>
                    </a:cubicBezTo>
                    <a:cubicBezTo>
                      <a:pt x="495" y="394"/>
                      <a:pt x="495" y="396"/>
                      <a:pt x="495" y="398"/>
                    </a:cubicBezTo>
                    <a:cubicBezTo>
                      <a:pt x="494" y="402"/>
                      <a:pt x="489" y="402"/>
                      <a:pt x="489" y="398"/>
                    </a:cubicBezTo>
                    <a:cubicBezTo>
                      <a:pt x="488" y="376"/>
                      <a:pt x="490" y="355"/>
                      <a:pt x="487" y="333"/>
                    </a:cubicBezTo>
                    <a:cubicBezTo>
                      <a:pt x="487" y="330"/>
                      <a:pt x="491" y="329"/>
                      <a:pt x="492" y="332"/>
                    </a:cubicBezTo>
                    <a:cubicBezTo>
                      <a:pt x="494" y="340"/>
                      <a:pt x="495" y="348"/>
                      <a:pt x="496" y="356"/>
                    </a:cubicBezTo>
                    <a:cubicBezTo>
                      <a:pt x="498" y="355"/>
                      <a:pt x="500" y="354"/>
                      <a:pt x="502" y="354"/>
                    </a:cubicBezTo>
                    <a:cubicBezTo>
                      <a:pt x="501" y="321"/>
                      <a:pt x="488" y="290"/>
                      <a:pt x="470" y="262"/>
                    </a:cubicBezTo>
                    <a:close/>
                    <a:moveTo>
                      <a:pt x="942" y="41"/>
                    </a:moveTo>
                    <a:cubicBezTo>
                      <a:pt x="874" y="31"/>
                      <a:pt x="816" y="53"/>
                      <a:pt x="765" y="97"/>
                    </a:cubicBezTo>
                    <a:cubicBezTo>
                      <a:pt x="733" y="125"/>
                      <a:pt x="714" y="162"/>
                      <a:pt x="708" y="207"/>
                    </a:cubicBezTo>
                    <a:cubicBezTo>
                      <a:pt x="703" y="241"/>
                      <a:pt x="705" y="274"/>
                      <a:pt x="719" y="304"/>
                    </a:cubicBezTo>
                    <a:cubicBezTo>
                      <a:pt x="721" y="304"/>
                      <a:pt x="724" y="304"/>
                      <a:pt x="726" y="303"/>
                    </a:cubicBezTo>
                    <a:cubicBezTo>
                      <a:pt x="723" y="296"/>
                      <a:pt x="721" y="288"/>
                      <a:pt x="719" y="280"/>
                    </a:cubicBezTo>
                    <a:cubicBezTo>
                      <a:pt x="719" y="278"/>
                      <a:pt x="723" y="277"/>
                      <a:pt x="724" y="279"/>
                    </a:cubicBezTo>
                    <a:cubicBezTo>
                      <a:pt x="731" y="300"/>
                      <a:pt x="742" y="319"/>
                      <a:pt x="751" y="338"/>
                    </a:cubicBezTo>
                    <a:cubicBezTo>
                      <a:pt x="752" y="342"/>
                      <a:pt x="748" y="344"/>
                      <a:pt x="746" y="341"/>
                    </a:cubicBezTo>
                    <a:cubicBezTo>
                      <a:pt x="744" y="339"/>
                      <a:pt x="743" y="337"/>
                      <a:pt x="742" y="335"/>
                    </a:cubicBezTo>
                    <a:cubicBezTo>
                      <a:pt x="739" y="331"/>
                      <a:pt x="737" y="327"/>
                      <a:pt x="735" y="322"/>
                    </a:cubicBezTo>
                    <a:cubicBezTo>
                      <a:pt x="731" y="321"/>
                      <a:pt x="729" y="320"/>
                      <a:pt x="726" y="319"/>
                    </a:cubicBezTo>
                    <a:cubicBezTo>
                      <a:pt x="738" y="355"/>
                      <a:pt x="769" y="393"/>
                      <a:pt x="803" y="414"/>
                    </a:cubicBezTo>
                    <a:cubicBezTo>
                      <a:pt x="872" y="455"/>
                      <a:pt x="940" y="454"/>
                      <a:pt x="1005" y="413"/>
                    </a:cubicBezTo>
                    <a:cubicBezTo>
                      <a:pt x="1070" y="373"/>
                      <a:pt x="1100" y="310"/>
                      <a:pt x="1097" y="227"/>
                    </a:cubicBezTo>
                    <a:cubicBezTo>
                      <a:pt x="1092" y="126"/>
                      <a:pt x="1033" y="54"/>
                      <a:pt x="942" y="41"/>
                    </a:cubicBezTo>
                    <a:close/>
                    <a:moveTo>
                      <a:pt x="942" y="41"/>
                    </a:moveTo>
                    <a:cubicBezTo>
                      <a:pt x="942" y="41"/>
                      <a:pt x="942" y="41"/>
                      <a:pt x="942" y="4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380"/>
              <p:cNvSpPr>
                <a:spLocks noEditPoints="1"/>
              </p:cNvSpPr>
              <p:nvPr userDrawn="1"/>
            </p:nvSpPr>
            <p:spPr bwMode="auto">
              <a:xfrm>
                <a:off x="8251826" y="1314450"/>
                <a:ext cx="182563" cy="180975"/>
              </a:xfrm>
              <a:custGeom>
                <a:avLst/>
                <a:gdLst>
                  <a:gd name="T0" fmla="*/ 7 w 115"/>
                  <a:gd name="T1" fmla="*/ 114 h 114"/>
                  <a:gd name="T2" fmla="*/ 2 w 115"/>
                  <a:gd name="T3" fmla="*/ 112 h 114"/>
                  <a:gd name="T4" fmla="*/ 2 w 115"/>
                  <a:gd name="T5" fmla="*/ 103 h 114"/>
                  <a:gd name="T6" fmla="*/ 103 w 115"/>
                  <a:gd name="T7" fmla="*/ 2 h 114"/>
                  <a:gd name="T8" fmla="*/ 112 w 115"/>
                  <a:gd name="T9" fmla="*/ 2 h 114"/>
                  <a:gd name="T10" fmla="*/ 112 w 115"/>
                  <a:gd name="T11" fmla="*/ 11 h 114"/>
                  <a:gd name="T12" fmla="*/ 11 w 115"/>
                  <a:gd name="T13" fmla="*/ 112 h 114"/>
                  <a:gd name="T14" fmla="*/ 7 w 115"/>
                  <a:gd name="T15" fmla="*/ 114 h 114"/>
                  <a:gd name="T16" fmla="*/ 7 w 115"/>
                  <a:gd name="T17" fmla="*/ 114 h 114"/>
                  <a:gd name="T18" fmla="*/ 7 w 115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114">
                    <a:moveTo>
                      <a:pt x="7" y="114"/>
                    </a:moveTo>
                    <a:cubicBezTo>
                      <a:pt x="5" y="114"/>
                      <a:pt x="4" y="114"/>
                      <a:pt x="2" y="112"/>
                    </a:cubicBezTo>
                    <a:cubicBezTo>
                      <a:pt x="0" y="110"/>
                      <a:pt x="0" y="106"/>
                      <a:pt x="2" y="103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5" y="0"/>
                      <a:pt x="109" y="0"/>
                      <a:pt x="112" y="2"/>
                    </a:cubicBezTo>
                    <a:cubicBezTo>
                      <a:pt x="115" y="5"/>
                      <a:pt x="115" y="9"/>
                      <a:pt x="112" y="11"/>
                    </a:cubicBezTo>
                    <a:cubicBezTo>
                      <a:pt x="11" y="112"/>
                      <a:pt x="11" y="112"/>
                      <a:pt x="11" y="112"/>
                    </a:cubicBezTo>
                    <a:cubicBezTo>
                      <a:pt x="10" y="114"/>
                      <a:pt x="8" y="114"/>
                      <a:pt x="7" y="114"/>
                    </a:cubicBezTo>
                    <a:close/>
                    <a:moveTo>
                      <a:pt x="7" y="114"/>
                    </a:moveTo>
                    <a:cubicBezTo>
                      <a:pt x="7" y="114"/>
                      <a:pt x="7" y="114"/>
                      <a:pt x="7" y="114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381"/>
              <p:cNvSpPr>
                <a:spLocks noEditPoints="1"/>
              </p:cNvSpPr>
              <p:nvPr userDrawn="1"/>
            </p:nvSpPr>
            <p:spPr bwMode="auto">
              <a:xfrm>
                <a:off x="8234363" y="1430338"/>
                <a:ext cx="239713" cy="238125"/>
              </a:xfrm>
              <a:custGeom>
                <a:avLst/>
                <a:gdLst>
                  <a:gd name="T0" fmla="*/ 7 w 151"/>
                  <a:gd name="T1" fmla="*/ 150 h 150"/>
                  <a:gd name="T2" fmla="*/ 3 w 151"/>
                  <a:gd name="T3" fmla="*/ 148 h 150"/>
                  <a:gd name="T4" fmla="*/ 3 w 151"/>
                  <a:gd name="T5" fmla="*/ 139 h 150"/>
                  <a:gd name="T6" fmla="*/ 140 w 151"/>
                  <a:gd name="T7" fmla="*/ 2 h 150"/>
                  <a:gd name="T8" fmla="*/ 149 w 151"/>
                  <a:gd name="T9" fmla="*/ 2 h 150"/>
                  <a:gd name="T10" fmla="*/ 149 w 151"/>
                  <a:gd name="T11" fmla="*/ 11 h 150"/>
                  <a:gd name="T12" fmla="*/ 12 w 151"/>
                  <a:gd name="T13" fmla="*/ 148 h 150"/>
                  <a:gd name="T14" fmla="*/ 7 w 151"/>
                  <a:gd name="T15" fmla="*/ 150 h 150"/>
                  <a:gd name="T16" fmla="*/ 7 w 151"/>
                  <a:gd name="T17" fmla="*/ 150 h 150"/>
                  <a:gd name="T18" fmla="*/ 7 w 151"/>
                  <a:gd name="T1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1" h="150">
                    <a:moveTo>
                      <a:pt x="7" y="150"/>
                    </a:moveTo>
                    <a:cubicBezTo>
                      <a:pt x="6" y="150"/>
                      <a:pt x="4" y="150"/>
                      <a:pt x="3" y="148"/>
                    </a:cubicBezTo>
                    <a:cubicBezTo>
                      <a:pt x="0" y="146"/>
                      <a:pt x="0" y="142"/>
                      <a:pt x="3" y="139"/>
                    </a:cubicBezTo>
                    <a:cubicBezTo>
                      <a:pt x="140" y="2"/>
                      <a:pt x="140" y="2"/>
                      <a:pt x="140" y="2"/>
                    </a:cubicBezTo>
                    <a:cubicBezTo>
                      <a:pt x="142" y="0"/>
                      <a:pt x="146" y="0"/>
                      <a:pt x="149" y="2"/>
                    </a:cubicBezTo>
                    <a:cubicBezTo>
                      <a:pt x="151" y="4"/>
                      <a:pt x="151" y="9"/>
                      <a:pt x="149" y="11"/>
                    </a:cubicBezTo>
                    <a:cubicBezTo>
                      <a:pt x="12" y="148"/>
                      <a:pt x="12" y="148"/>
                      <a:pt x="12" y="148"/>
                    </a:cubicBezTo>
                    <a:cubicBezTo>
                      <a:pt x="11" y="150"/>
                      <a:pt x="9" y="150"/>
                      <a:pt x="7" y="150"/>
                    </a:cubicBezTo>
                    <a:close/>
                    <a:moveTo>
                      <a:pt x="7" y="150"/>
                    </a:moveTo>
                    <a:cubicBezTo>
                      <a:pt x="7" y="150"/>
                      <a:pt x="7" y="150"/>
                      <a:pt x="7" y="15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382"/>
              <p:cNvSpPr>
                <a:spLocks noEditPoints="1"/>
              </p:cNvSpPr>
              <p:nvPr userDrawn="1"/>
            </p:nvSpPr>
            <p:spPr bwMode="auto">
              <a:xfrm>
                <a:off x="9204326" y="1087438"/>
                <a:ext cx="180975" cy="180975"/>
              </a:xfrm>
              <a:custGeom>
                <a:avLst/>
                <a:gdLst>
                  <a:gd name="T0" fmla="*/ 7 w 114"/>
                  <a:gd name="T1" fmla="*/ 114 h 114"/>
                  <a:gd name="T2" fmla="*/ 2 w 114"/>
                  <a:gd name="T3" fmla="*/ 112 h 114"/>
                  <a:gd name="T4" fmla="*/ 2 w 114"/>
                  <a:gd name="T5" fmla="*/ 103 h 114"/>
                  <a:gd name="T6" fmla="*/ 103 w 114"/>
                  <a:gd name="T7" fmla="*/ 2 h 114"/>
                  <a:gd name="T8" fmla="*/ 112 w 114"/>
                  <a:gd name="T9" fmla="*/ 2 h 114"/>
                  <a:gd name="T10" fmla="*/ 112 w 114"/>
                  <a:gd name="T11" fmla="*/ 12 h 114"/>
                  <a:gd name="T12" fmla="*/ 11 w 114"/>
                  <a:gd name="T13" fmla="*/ 112 h 114"/>
                  <a:gd name="T14" fmla="*/ 7 w 114"/>
                  <a:gd name="T15" fmla="*/ 114 h 114"/>
                  <a:gd name="T16" fmla="*/ 7 w 114"/>
                  <a:gd name="T17" fmla="*/ 114 h 114"/>
                  <a:gd name="T18" fmla="*/ 7 w 114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" h="114">
                    <a:moveTo>
                      <a:pt x="7" y="114"/>
                    </a:moveTo>
                    <a:cubicBezTo>
                      <a:pt x="5" y="114"/>
                      <a:pt x="4" y="114"/>
                      <a:pt x="2" y="112"/>
                    </a:cubicBezTo>
                    <a:cubicBezTo>
                      <a:pt x="0" y="110"/>
                      <a:pt x="0" y="106"/>
                      <a:pt x="2" y="103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5" y="0"/>
                      <a:pt x="109" y="0"/>
                      <a:pt x="112" y="2"/>
                    </a:cubicBezTo>
                    <a:cubicBezTo>
                      <a:pt x="114" y="5"/>
                      <a:pt x="114" y="9"/>
                      <a:pt x="112" y="12"/>
                    </a:cubicBezTo>
                    <a:cubicBezTo>
                      <a:pt x="11" y="112"/>
                      <a:pt x="11" y="112"/>
                      <a:pt x="11" y="112"/>
                    </a:cubicBezTo>
                    <a:cubicBezTo>
                      <a:pt x="10" y="113"/>
                      <a:pt x="8" y="114"/>
                      <a:pt x="7" y="114"/>
                    </a:cubicBezTo>
                    <a:close/>
                    <a:moveTo>
                      <a:pt x="7" y="114"/>
                    </a:moveTo>
                    <a:cubicBezTo>
                      <a:pt x="7" y="114"/>
                      <a:pt x="7" y="114"/>
                      <a:pt x="7" y="114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383"/>
              <p:cNvSpPr>
                <a:spLocks noEditPoints="1"/>
              </p:cNvSpPr>
              <p:nvPr userDrawn="1"/>
            </p:nvSpPr>
            <p:spPr bwMode="auto">
              <a:xfrm>
                <a:off x="9186863" y="1203325"/>
                <a:ext cx="239713" cy="238125"/>
              </a:xfrm>
              <a:custGeom>
                <a:avLst/>
                <a:gdLst>
                  <a:gd name="T0" fmla="*/ 7 w 151"/>
                  <a:gd name="T1" fmla="*/ 150 h 150"/>
                  <a:gd name="T2" fmla="*/ 3 w 151"/>
                  <a:gd name="T3" fmla="*/ 148 h 150"/>
                  <a:gd name="T4" fmla="*/ 3 w 151"/>
                  <a:gd name="T5" fmla="*/ 139 h 150"/>
                  <a:gd name="T6" fmla="*/ 140 w 151"/>
                  <a:gd name="T7" fmla="*/ 2 h 150"/>
                  <a:gd name="T8" fmla="*/ 149 w 151"/>
                  <a:gd name="T9" fmla="*/ 2 h 150"/>
                  <a:gd name="T10" fmla="*/ 149 w 151"/>
                  <a:gd name="T11" fmla="*/ 11 h 150"/>
                  <a:gd name="T12" fmla="*/ 12 w 151"/>
                  <a:gd name="T13" fmla="*/ 148 h 150"/>
                  <a:gd name="T14" fmla="*/ 7 w 151"/>
                  <a:gd name="T15" fmla="*/ 150 h 150"/>
                  <a:gd name="T16" fmla="*/ 7 w 151"/>
                  <a:gd name="T17" fmla="*/ 150 h 150"/>
                  <a:gd name="T18" fmla="*/ 7 w 151"/>
                  <a:gd name="T1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1" h="150">
                    <a:moveTo>
                      <a:pt x="7" y="150"/>
                    </a:moveTo>
                    <a:cubicBezTo>
                      <a:pt x="5" y="150"/>
                      <a:pt x="4" y="150"/>
                      <a:pt x="3" y="148"/>
                    </a:cubicBezTo>
                    <a:cubicBezTo>
                      <a:pt x="0" y="146"/>
                      <a:pt x="0" y="142"/>
                      <a:pt x="3" y="139"/>
                    </a:cubicBezTo>
                    <a:cubicBezTo>
                      <a:pt x="140" y="2"/>
                      <a:pt x="140" y="2"/>
                      <a:pt x="140" y="2"/>
                    </a:cubicBezTo>
                    <a:cubicBezTo>
                      <a:pt x="142" y="0"/>
                      <a:pt x="146" y="0"/>
                      <a:pt x="149" y="2"/>
                    </a:cubicBezTo>
                    <a:cubicBezTo>
                      <a:pt x="151" y="5"/>
                      <a:pt x="151" y="9"/>
                      <a:pt x="149" y="11"/>
                    </a:cubicBezTo>
                    <a:cubicBezTo>
                      <a:pt x="12" y="148"/>
                      <a:pt x="12" y="148"/>
                      <a:pt x="12" y="148"/>
                    </a:cubicBezTo>
                    <a:cubicBezTo>
                      <a:pt x="11" y="149"/>
                      <a:pt x="9" y="150"/>
                      <a:pt x="7" y="150"/>
                    </a:cubicBezTo>
                    <a:close/>
                    <a:moveTo>
                      <a:pt x="7" y="150"/>
                    </a:moveTo>
                    <a:cubicBezTo>
                      <a:pt x="7" y="150"/>
                      <a:pt x="7" y="150"/>
                      <a:pt x="7" y="15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384"/>
              <p:cNvSpPr>
                <a:spLocks noEditPoints="1"/>
              </p:cNvSpPr>
              <p:nvPr userDrawn="1"/>
            </p:nvSpPr>
            <p:spPr bwMode="auto">
              <a:xfrm>
                <a:off x="11460163" y="3690938"/>
                <a:ext cx="254000" cy="242888"/>
              </a:xfrm>
              <a:custGeom>
                <a:avLst/>
                <a:gdLst>
                  <a:gd name="T0" fmla="*/ 134 w 160"/>
                  <a:gd name="T1" fmla="*/ 25 h 153"/>
                  <a:gd name="T2" fmla="*/ 127 w 160"/>
                  <a:gd name="T3" fmla="*/ 127 h 153"/>
                  <a:gd name="T4" fmla="*/ 26 w 160"/>
                  <a:gd name="T5" fmla="*/ 121 h 153"/>
                  <a:gd name="T6" fmla="*/ 32 w 160"/>
                  <a:gd name="T7" fmla="*/ 19 h 153"/>
                  <a:gd name="T8" fmla="*/ 84 w 160"/>
                  <a:gd name="T9" fmla="*/ 1 h 153"/>
                  <a:gd name="T10" fmla="*/ 134 w 160"/>
                  <a:gd name="T11" fmla="*/ 25 h 153"/>
                  <a:gd name="T12" fmla="*/ 55 w 160"/>
                  <a:gd name="T13" fmla="*/ 95 h 153"/>
                  <a:gd name="T14" fmla="*/ 101 w 160"/>
                  <a:gd name="T15" fmla="*/ 98 h 153"/>
                  <a:gd name="T16" fmla="*/ 104 w 160"/>
                  <a:gd name="T17" fmla="*/ 51 h 153"/>
                  <a:gd name="T18" fmla="*/ 58 w 160"/>
                  <a:gd name="T19" fmla="*/ 48 h 153"/>
                  <a:gd name="T20" fmla="*/ 55 w 160"/>
                  <a:gd name="T21" fmla="*/ 95 h 153"/>
                  <a:gd name="T22" fmla="*/ 55 w 160"/>
                  <a:gd name="T23" fmla="*/ 95 h 153"/>
                  <a:gd name="T24" fmla="*/ 55 w 160"/>
                  <a:gd name="T25" fmla="*/ 95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153">
                    <a:moveTo>
                      <a:pt x="134" y="25"/>
                    </a:moveTo>
                    <a:cubicBezTo>
                      <a:pt x="160" y="55"/>
                      <a:pt x="157" y="101"/>
                      <a:pt x="127" y="127"/>
                    </a:cubicBezTo>
                    <a:cubicBezTo>
                      <a:pt x="98" y="153"/>
                      <a:pt x="52" y="150"/>
                      <a:pt x="26" y="121"/>
                    </a:cubicBezTo>
                    <a:cubicBezTo>
                      <a:pt x="0" y="91"/>
                      <a:pt x="2" y="46"/>
                      <a:pt x="32" y="19"/>
                    </a:cubicBezTo>
                    <a:cubicBezTo>
                      <a:pt x="46" y="6"/>
                      <a:pt x="65" y="0"/>
                      <a:pt x="84" y="1"/>
                    </a:cubicBezTo>
                    <a:cubicBezTo>
                      <a:pt x="103" y="2"/>
                      <a:pt x="121" y="11"/>
                      <a:pt x="134" y="25"/>
                    </a:cubicBezTo>
                    <a:close/>
                    <a:moveTo>
                      <a:pt x="55" y="95"/>
                    </a:moveTo>
                    <a:cubicBezTo>
                      <a:pt x="67" y="108"/>
                      <a:pt x="88" y="110"/>
                      <a:pt x="101" y="98"/>
                    </a:cubicBezTo>
                    <a:cubicBezTo>
                      <a:pt x="115" y="86"/>
                      <a:pt x="116" y="65"/>
                      <a:pt x="104" y="51"/>
                    </a:cubicBezTo>
                    <a:cubicBezTo>
                      <a:pt x="93" y="38"/>
                      <a:pt x="72" y="36"/>
                      <a:pt x="58" y="48"/>
                    </a:cubicBezTo>
                    <a:cubicBezTo>
                      <a:pt x="44" y="60"/>
                      <a:pt x="43" y="81"/>
                      <a:pt x="55" y="95"/>
                    </a:cubicBezTo>
                    <a:close/>
                    <a:moveTo>
                      <a:pt x="55" y="95"/>
                    </a:moveTo>
                    <a:cubicBezTo>
                      <a:pt x="55" y="95"/>
                      <a:pt x="55" y="95"/>
                      <a:pt x="55" y="9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385"/>
              <p:cNvSpPr>
                <a:spLocks noEditPoints="1"/>
              </p:cNvSpPr>
              <p:nvPr userDrawn="1"/>
            </p:nvSpPr>
            <p:spPr bwMode="auto">
              <a:xfrm>
                <a:off x="8226426" y="5929313"/>
                <a:ext cx="254000" cy="244475"/>
              </a:xfrm>
              <a:custGeom>
                <a:avLst/>
                <a:gdLst>
                  <a:gd name="T0" fmla="*/ 134 w 160"/>
                  <a:gd name="T1" fmla="*/ 26 h 154"/>
                  <a:gd name="T2" fmla="*/ 127 w 160"/>
                  <a:gd name="T3" fmla="*/ 128 h 154"/>
                  <a:gd name="T4" fmla="*/ 26 w 160"/>
                  <a:gd name="T5" fmla="*/ 121 h 154"/>
                  <a:gd name="T6" fmla="*/ 32 w 160"/>
                  <a:gd name="T7" fmla="*/ 20 h 154"/>
                  <a:gd name="T8" fmla="*/ 84 w 160"/>
                  <a:gd name="T9" fmla="*/ 2 h 154"/>
                  <a:gd name="T10" fmla="*/ 134 w 160"/>
                  <a:gd name="T11" fmla="*/ 26 h 154"/>
                  <a:gd name="T12" fmla="*/ 55 w 160"/>
                  <a:gd name="T13" fmla="*/ 95 h 154"/>
                  <a:gd name="T14" fmla="*/ 101 w 160"/>
                  <a:gd name="T15" fmla="*/ 98 h 154"/>
                  <a:gd name="T16" fmla="*/ 104 w 160"/>
                  <a:gd name="T17" fmla="*/ 52 h 154"/>
                  <a:gd name="T18" fmla="*/ 58 w 160"/>
                  <a:gd name="T19" fmla="*/ 49 h 154"/>
                  <a:gd name="T20" fmla="*/ 55 w 160"/>
                  <a:gd name="T21" fmla="*/ 95 h 154"/>
                  <a:gd name="T22" fmla="*/ 55 w 160"/>
                  <a:gd name="T23" fmla="*/ 95 h 154"/>
                  <a:gd name="T24" fmla="*/ 55 w 160"/>
                  <a:gd name="T25" fmla="*/ 95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154">
                    <a:moveTo>
                      <a:pt x="134" y="26"/>
                    </a:moveTo>
                    <a:cubicBezTo>
                      <a:pt x="160" y="56"/>
                      <a:pt x="157" y="101"/>
                      <a:pt x="127" y="128"/>
                    </a:cubicBezTo>
                    <a:cubicBezTo>
                      <a:pt x="98" y="154"/>
                      <a:pt x="52" y="151"/>
                      <a:pt x="26" y="121"/>
                    </a:cubicBezTo>
                    <a:cubicBezTo>
                      <a:pt x="0" y="92"/>
                      <a:pt x="2" y="46"/>
                      <a:pt x="32" y="20"/>
                    </a:cubicBezTo>
                    <a:cubicBezTo>
                      <a:pt x="46" y="7"/>
                      <a:pt x="65" y="0"/>
                      <a:pt x="84" y="2"/>
                    </a:cubicBezTo>
                    <a:cubicBezTo>
                      <a:pt x="103" y="3"/>
                      <a:pt x="121" y="12"/>
                      <a:pt x="134" y="26"/>
                    </a:cubicBezTo>
                    <a:close/>
                    <a:moveTo>
                      <a:pt x="55" y="95"/>
                    </a:moveTo>
                    <a:cubicBezTo>
                      <a:pt x="67" y="109"/>
                      <a:pt x="87" y="110"/>
                      <a:pt x="101" y="98"/>
                    </a:cubicBezTo>
                    <a:cubicBezTo>
                      <a:pt x="115" y="86"/>
                      <a:pt x="116" y="66"/>
                      <a:pt x="104" y="52"/>
                    </a:cubicBezTo>
                    <a:cubicBezTo>
                      <a:pt x="93" y="38"/>
                      <a:pt x="72" y="37"/>
                      <a:pt x="58" y="49"/>
                    </a:cubicBezTo>
                    <a:cubicBezTo>
                      <a:pt x="44" y="61"/>
                      <a:pt x="43" y="81"/>
                      <a:pt x="55" y="95"/>
                    </a:cubicBezTo>
                    <a:close/>
                    <a:moveTo>
                      <a:pt x="55" y="95"/>
                    </a:moveTo>
                    <a:cubicBezTo>
                      <a:pt x="55" y="95"/>
                      <a:pt x="55" y="95"/>
                      <a:pt x="55" y="9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386"/>
              <p:cNvSpPr>
                <a:spLocks noEditPoints="1"/>
              </p:cNvSpPr>
              <p:nvPr userDrawn="1"/>
            </p:nvSpPr>
            <p:spPr bwMode="auto">
              <a:xfrm>
                <a:off x="6094413" y="3382963"/>
                <a:ext cx="393700" cy="393700"/>
              </a:xfrm>
              <a:custGeom>
                <a:avLst/>
                <a:gdLst>
                  <a:gd name="T0" fmla="*/ 220 w 248"/>
                  <a:gd name="T1" fmla="*/ 175 h 248"/>
                  <a:gd name="T2" fmla="*/ 73 w 248"/>
                  <a:gd name="T3" fmla="*/ 220 h 248"/>
                  <a:gd name="T4" fmla="*/ 28 w 248"/>
                  <a:gd name="T5" fmla="*/ 73 h 248"/>
                  <a:gd name="T6" fmla="*/ 175 w 248"/>
                  <a:gd name="T7" fmla="*/ 28 h 248"/>
                  <a:gd name="T8" fmla="*/ 220 w 248"/>
                  <a:gd name="T9" fmla="*/ 175 h 248"/>
                  <a:gd name="T10" fmla="*/ 63 w 248"/>
                  <a:gd name="T11" fmla="*/ 92 h 248"/>
                  <a:gd name="T12" fmla="*/ 92 w 248"/>
                  <a:gd name="T13" fmla="*/ 186 h 248"/>
                  <a:gd name="T14" fmla="*/ 186 w 248"/>
                  <a:gd name="T15" fmla="*/ 157 h 248"/>
                  <a:gd name="T16" fmla="*/ 157 w 248"/>
                  <a:gd name="T17" fmla="*/ 63 h 248"/>
                  <a:gd name="T18" fmla="*/ 63 w 248"/>
                  <a:gd name="T19" fmla="*/ 92 h 248"/>
                  <a:gd name="T20" fmla="*/ 63 w 248"/>
                  <a:gd name="T21" fmla="*/ 92 h 248"/>
                  <a:gd name="T22" fmla="*/ 63 w 248"/>
                  <a:gd name="T23" fmla="*/ 92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8" h="248">
                    <a:moveTo>
                      <a:pt x="220" y="175"/>
                    </a:moveTo>
                    <a:cubicBezTo>
                      <a:pt x="192" y="228"/>
                      <a:pt x="127" y="248"/>
                      <a:pt x="73" y="220"/>
                    </a:cubicBezTo>
                    <a:cubicBezTo>
                      <a:pt x="20" y="192"/>
                      <a:pt x="0" y="126"/>
                      <a:pt x="28" y="73"/>
                    </a:cubicBezTo>
                    <a:cubicBezTo>
                      <a:pt x="56" y="20"/>
                      <a:pt x="122" y="0"/>
                      <a:pt x="175" y="28"/>
                    </a:cubicBezTo>
                    <a:cubicBezTo>
                      <a:pt x="228" y="56"/>
                      <a:pt x="248" y="122"/>
                      <a:pt x="220" y="175"/>
                    </a:cubicBezTo>
                    <a:close/>
                    <a:moveTo>
                      <a:pt x="63" y="92"/>
                    </a:moveTo>
                    <a:cubicBezTo>
                      <a:pt x="45" y="126"/>
                      <a:pt x="58" y="168"/>
                      <a:pt x="92" y="186"/>
                    </a:cubicBezTo>
                    <a:cubicBezTo>
                      <a:pt x="126" y="204"/>
                      <a:pt x="168" y="191"/>
                      <a:pt x="186" y="157"/>
                    </a:cubicBezTo>
                    <a:cubicBezTo>
                      <a:pt x="204" y="123"/>
                      <a:pt x="191" y="81"/>
                      <a:pt x="157" y="63"/>
                    </a:cubicBezTo>
                    <a:cubicBezTo>
                      <a:pt x="123" y="45"/>
                      <a:pt x="81" y="58"/>
                      <a:pt x="63" y="92"/>
                    </a:cubicBezTo>
                    <a:close/>
                    <a:moveTo>
                      <a:pt x="63" y="92"/>
                    </a:moveTo>
                    <a:cubicBezTo>
                      <a:pt x="63" y="92"/>
                      <a:pt x="63" y="92"/>
                      <a:pt x="63" y="9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387"/>
              <p:cNvSpPr>
                <a:spLocks noEditPoints="1"/>
              </p:cNvSpPr>
              <p:nvPr userDrawn="1"/>
            </p:nvSpPr>
            <p:spPr bwMode="auto">
              <a:xfrm>
                <a:off x="11385551" y="2838450"/>
                <a:ext cx="330200" cy="293688"/>
              </a:xfrm>
              <a:custGeom>
                <a:avLst/>
                <a:gdLst>
                  <a:gd name="T0" fmla="*/ 72 w 208"/>
                  <a:gd name="T1" fmla="*/ 120 h 185"/>
                  <a:gd name="T2" fmla="*/ 71 w 208"/>
                  <a:gd name="T3" fmla="*/ 135 h 185"/>
                  <a:gd name="T4" fmla="*/ 20 w 208"/>
                  <a:gd name="T5" fmla="*/ 180 h 185"/>
                  <a:gd name="T6" fmla="*/ 4 w 208"/>
                  <a:gd name="T7" fmla="*/ 180 h 185"/>
                  <a:gd name="T8" fmla="*/ 5 w 208"/>
                  <a:gd name="T9" fmla="*/ 164 h 185"/>
                  <a:gd name="T10" fmla="*/ 57 w 208"/>
                  <a:gd name="T11" fmla="*/ 119 h 185"/>
                  <a:gd name="T12" fmla="*/ 72 w 208"/>
                  <a:gd name="T13" fmla="*/ 120 h 185"/>
                  <a:gd name="T14" fmla="*/ 204 w 208"/>
                  <a:gd name="T15" fmla="*/ 5 h 185"/>
                  <a:gd name="T16" fmla="*/ 203 w 208"/>
                  <a:gd name="T17" fmla="*/ 20 h 185"/>
                  <a:gd name="T18" fmla="*/ 151 w 208"/>
                  <a:gd name="T19" fmla="*/ 65 h 185"/>
                  <a:gd name="T20" fmla="*/ 136 w 208"/>
                  <a:gd name="T21" fmla="*/ 64 h 185"/>
                  <a:gd name="T22" fmla="*/ 137 w 208"/>
                  <a:gd name="T23" fmla="*/ 49 h 185"/>
                  <a:gd name="T24" fmla="*/ 189 w 208"/>
                  <a:gd name="T25" fmla="*/ 4 h 185"/>
                  <a:gd name="T26" fmla="*/ 204 w 208"/>
                  <a:gd name="T27" fmla="*/ 5 h 185"/>
                  <a:gd name="T28" fmla="*/ 204 w 208"/>
                  <a:gd name="T29" fmla="*/ 5 h 185"/>
                  <a:gd name="T30" fmla="*/ 204 w 208"/>
                  <a:gd name="T31" fmla="*/ 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8" h="185">
                    <a:moveTo>
                      <a:pt x="72" y="120"/>
                    </a:moveTo>
                    <a:cubicBezTo>
                      <a:pt x="76" y="125"/>
                      <a:pt x="76" y="131"/>
                      <a:pt x="71" y="135"/>
                    </a:cubicBezTo>
                    <a:cubicBezTo>
                      <a:pt x="20" y="180"/>
                      <a:pt x="20" y="180"/>
                      <a:pt x="20" y="180"/>
                    </a:cubicBezTo>
                    <a:cubicBezTo>
                      <a:pt x="15" y="185"/>
                      <a:pt x="8" y="184"/>
                      <a:pt x="4" y="180"/>
                    </a:cubicBezTo>
                    <a:cubicBezTo>
                      <a:pt x="0" y="175"/>
                      <a:pt x="1" y="168"/>
                      <a:pt x="5" y="164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1" y="115"/>
                      <a:pt x="68" y="115"/>
                      <a:pt x="72" y="120"/>
                    </a:cubicBezTo>
                    <a:close/>
                    <a:moveTo>
                      <a:pt x="204" y="5"/>
                    </a:moveTo>
                    <a:cubicBezTo>
                      <a:pt x="208" y="9"/>
                      <a:pt x="207" y="16"/>
                      <a:pt x="203" y="20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46" y="69"/>
                      <a:pt x="140" y="69"/>
                      <a:pt x="136" y="64"/>
                    </a:cubicBezTo>
                    <a:cubicBezTo>
                      <a:pt x="132" y="60"/>
                      <a:pt x="132" y="53"/>
                      <a:pt x="137" y="49"/>
                    </a:cubicBezTo>
                    <a:cubicBezTo>
                      <a:pt x="189" y="4"/>
                      <a:pt x="189" y="4"/>
                      <a:pt x="189" y="4"/>
                    </a:cubicBezTo>
                    <a:cubicBezTo>
                      <a:pt x="193" y="0"/>
                      <a:pt x="200" y="0"/>
                      <a:pt x="204" y="5"/>
                    </a:cubicBezTo>
                    <a:close/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388"/>
              <p:cNvSpPr>
                <a:spLocks noEditPoints="1"/>
              </p:cNvSpPr>
              <p:nvPr userDrawn="1"/>
            </p:nvSpPr>
            <p:spPr bwMode="auto">
              <a:xfrm>
                <a:off x="11403013" y="2820988"/>
                <a:ext cx="293688" cy="327025"/>
              </a:xfrm>
              <a:custGeom>
                <a:avLst/>
                <a:gdLst>
                  <a:gd name="T0" fmla="*/ 21 w 185"/>
                  <a:gd name="T1" fmla="*/ 5 h 206"/>
                  <a:gd name="T2" fmla="*/ 66 w 185"/>
                  <a:gd name="T3" fmla="*/ 56 h 206"/>
                  <a:gd name="T4" fmla="*/ 65 w 185"/>
                  <a:gd name="T5" fmla="*/ 71 h 206"/>
                  <a:gd name="T6" fmla="*/ 50 w 185"/>
                  <a:gd name="T7" fmla="*/ 71 h 206"/>
                  <a:gd name="T8" fmla="*/ 4 w 185"/>
                  <a:gd name="T9" fmla="*/ 19 h 206"/>
                  <a:gd name="T10" fmla="*/ 5 w 185"/>
                  <a:gd name="T11" fmla="*/ 4 h 206"/>
                  <a:gd name="T12" fmla="*/ 21 w 185"/>
                  <a:gd name="T13" fmla="*/ 5 h 206"/>
                  <a:gd name="T14" fmla="*/ 136 w 185"/>
                  <a:gd name="T15" fmla="*/ 136 h 206"/>
                  <a:gd name="T16" fmla="*/ 181 w 185"/>
                  <a:gd name="T17" fmla="*/ 187 h 206"/>
                  <a:gd name="T18" fmla="*/ 180 w 185"/>
                  <a:gd name="T19" fmla="*/ 202 h 206"/>
                  <a:gd name="T20" fmla="*/ 165 w 185"/>
                  <a:gd name="T21" fmla="*/ 201 h 206"/>
                  <a:gd name="T22" fmla="*/ 120 w 185"/>
                  <a:gd name="T23" fmla="*/ 150 h 206"/>
                  <a:gd name="T24" fmla="*/ 121 w 185"/>
                  <a:gd name="T25" fmla="*/ 135 h 206"/>
                  <a:gd name="T26" fmla="*/ 136 w 185"/>
                  <a:gd name="T27" fmla="*/ 136 h 206"/>
                  <a:gd name="T28" fmla="*/ 136 w 185"/>
                  <a:gd name="T29" fmla="*/ 136 h 206"/>
                  <a:gd name="T30" fmla="*/ 136 w 185"/>
                  <a:gd name="T31" fmla="*/ 136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5" h="206">
                    <a:moveTo>
                      <a:pt x="21" y="5"/>
                    </a:moveTo>
                    <a:cubicBezTo>
                      <a:pt x="66" y="56"/>
                      <a:pt x="66" y="56"/>
                      <a:pt x="66" y="56"/>
                    </a:cubicBezTo>
                    <a:cubicBezTo>
                      <a:pt x="70" y="61"/>
                      <a:pt x="69" y="68"/>
                      <a:pt x="65" y="71"/>
                    </a:cubicBezTo>
                    <a:cubicBezTo>
                      <a:pt x="60" y="76"/>
                      <a:pt x="53" y="75"/>
                      <a:pt x="50" y="71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1" y="7"/>
                      <a:pt x="5" y="4"/>
                    </a:cubicBezTo>
                    <a:cubicBezTo>
                      <a:pt x="10" y="0"/>
                      <a:pt x="17" y="0"/>
                      <a:pt x="21" y="5"/>
                    </a:cubicBezTo>
                    <a:close/>
                    <a:moveTo>
                      <a:pt x="136" y="136"/>
                    </a:moveTo>
                    <a:cubicBezTo>
                      <a:pt x="181" y="187"/>
                      <a:pt x="181" y="187"/>
                      <a:pt x="181" y="187"/>
                    </a:cubicBezTo>
                    <a:cubicBezTo>
                      <a:pt x="185" y="192"/>
                      <a:pt x="185" y="199"/>
                      <a:pt x="180" y="202"/>
                    </a:cubicBezTo>
                    <a:cubicBezTo>
                      <a:pt x="176" y="206"/>
                      <a:pt x="169" y="206"/>
                      <a:pt x="165" y="201"/>
                    </a:cubicBezTo>
                    <a:cubicBezTo>
                      <a:pt x="120" y="150"/>
                      <a:pt x="120" y="150"/>
                      <a:pt x="120" y="150"/>
                    </a:cubicBezTo>
                    <a:cubicBezTo>
                      <a:pt x="116" y="145"/>
                      <a:pt x="116" y="138"/>
                      <a:pt x="121" y="135"/>
                    </a:cubicBezTo>
                    <a:cubicBezTo>
                      <a:pt x="125" y="131"/>
                      <a:pt x="132" y="131"/>
                      <a:pt x="136" y="136"/>
                    </a:cubicBezTo>
                    <a:close/>
                    <a:moveTo>
                      <a:pt x="136" y="136"/>
                    </a:moveTo>
                    <a:cubicBezTo>
                      <a:pt x="136" y="136"/>
                      <a:pt x="136" y="136"/>
                      <a:pt x="136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389"/>
              <p:cNvSpPr>
                <a:spLocks noEditPoints="1"/>
              </p:cNvSpPr>
              <p:nvPr userDrawn="1"/>
            </p:nvSpPr>
            <p:spPr bwMode="auto">
              <a:xfrm>
                <a:off x="7083426" y="1628775"/>
                <a:ext cx="330200" cy="293688"/>
              </a:xfrm>
              <a:custGeom>
                <a:avLst/>
                <a:gdLst>
                  <a:gd name="T0" fmla="*/ 72 w 208"/>
                  <a:gd name="T1" fmla="*/ 120 h 185"/>
                  <a:gd name="T2" fmla="*/ 71 w 208"/>
                  <a:gd name="T3" fmla="*/ 135 h 185"/>
                  <a:gd name="T4" fmla="*/ 20 w 208"/>
                  <a:gd name="T5" fmla="*/ 181 h 185"/>
                  <a:gd name="T6" fmla="*/ 5 w 208"/>
                  <a:gd name="T7" fmla="*/ 180 h 185"/>
                  <a:gd name="T8" fmla="*/ 6 w 208"/>
                  <a:gd name="T9" fmla="*/ 165 h 185"/>
                  <a:gd name="T10" fmla="*/ 57 w 208"/>
                  <a:gd name="T11" fmla="*/ 119 h 185"/>
                  <a:gd name="T12" fmla="*/ 72 w 208"/>
                  <a:gd name="T13" fmla="*/ 120 h 185"/>
                  <a:gd name="T14" fmla="*/ 204 w 208"/>
                  <a:gd name="T15" fmla="*/ 5 h 185"/>
                  <a:gd name="T16" fmla="*/ 203 w 208"/>
                  <a:gd name="T17" fmla="*/ 20 h 185"/>
                  <a:gd name="T18" fmla="*/ 151 w 208"/>
                  <a:gd name="T19" fmla="*/ 65 h 185"/>
                  <a:gd name="T20" fmla="*/ 136 w 208"/>
                  <a:gd name="T21" fmla="*/ 64 h 185"/>
                  <a:gd name="T22" fmla="*/ 137 w 208"/>
                  <a:gd name="T23" fmla="*/ 49 h 185"/>
                  <a:gd name="T24" fmla="*/ 189 w 208"/>
                  <a:gd name="T25" fmla="*/ 4 h 185"/>
                  <a:gd name="T26" fmla="*/ 204 w 208"/>
                  <a:gd name="T27" fmla="*/ 5 h 185"/>
                  <a:gd name="T28" fmla="*/ 204 w 208"/>
                  <a:gd name="T29" fmla="*/ 5 h 185"/>
                  <a:gd name="T30" fmla="*/ 204 w 208"/>
                  <a:gd name="T31" fmla="*/ 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8" h="185">
                    <a:moveTo>
                      <a:pt x="72" y="120"/>
                    </a:moveTo>
                    <a:cubicBezTo>
                      <a:pt x="76" y="125"/>
                      <a:pt x="76" y="132"/>
                      <a:pt x="71" y="135"/>
                    </a:cubicBezTo>
                    <a:cubicBezTo>
                      <a:pt x="20" y="181"/>
                      <a:pt x="20" y="181"/>
                      <a:pt x="20" y="181"/>
                    </a:cubicBezTo>
                    <a:cubicBezTo>
                      <a:pt x="15" y="185"/>
                      <a:pt x="8" y="184"/>
                      <a:pt x="5" y="180"/>
                    </a:cubicBezTo>
                    <a:cubicBezTo>
                      <a:pt x="0" y="175"/>
                      <a:pt x="1" y="168"/>
                      <a:pt x="6" y="165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2" y="115"/>
                      <a:pt x="69" y="116"/>
                      <a:pt x="72" y="120"/>
                    </a:cubicBezTo>
                    <a:close/>
                    <a:moveTo>
                      <a:pt x="204" y="5"/>
                    </a:moveTo>
                    <a:cubicBezTo>
                      <a:pt x="208" y="9"/>
                      <a:pt x="207" y="16"/>
                      <a:pt x="203" y="20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47" y="69"/>
                      <a:pt x="140" y="69"/>
                      <a:pt x="136" y="64"/>
                    </a:cubicBezTo>
                    <a:cubicBezTo>
                      <a:pt x="132" y="60"/>
                      <a:pt x="132" y="53"/>
                      <a:pt x="137" y="49"/>
                    </a:cubicBezTo>
                    <a:cubicBezTo>
                      <a:pt x="189" y="4"/>
                      <a:pt x="189" y="4"/>
                      <a:pt x="189" y="4"/>
                    </a:cubicBezTo>
                    <a:cubicBezTo>
                      <a:pt x="193" y="0"/>
                      <a:pt x="200" y="1"/>
                      <a:pt x="204" y="5"/>
                    </a:cubicBezTo>
                    <a:close/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390"/>
              <p:cNvSpPr>
                <a:spLocks noEditPoints="1"/>
              </p:cNvSpPr>
              <p:nvPr userDrawn="1"/>
            </p:nvSpPr>
            <p:spPr bwMode="auto">
              <a:xfrm>
                <a:off x="7102476" y="1611313"/>
                <a:ext cx="293688" cy="328613"/>
              </a:xfrm>
              <a:custGeom>
                <a:avLst/>
                <a:gdLst>
                  <a:gd name="T0" fmla="*/ 20 w 185"/>
                  <a:gd name="T1" fmla="*/ 5 h 207"/>
                  <a:gd name="T2" fmla="*/ 65 w 185"/>
                  <a:gd name="T3" fmla="*/ 57 h 207"/>
                  <a:gd name="T4" fmla="*/ 64 w 185"/>
                  <a:gd name="T5" fmla="*/ 72 h 207"/>
                  <a:gd name="T6" fmla="*/ 49 w 185"/>
                  <a:gd name="T7" fmla="*/ 71 h 207"/>
                  <a:gd name="T8" fmla="*/ 4 w 185"/>
                  <a:gd name="T9" fmla="*/ 19 h 207"/>
                  <a:gd name="T10" fmla="*/ 5 w 185"/>
                  <a:gd name="T11" fmla="*/ 4 h 207"/>
                  <a:gd name="T12" fmla="*/ 20 w 185"/>
                  <a:gd name="T13" fmla="*/ 5 h 207"/>
                  <a:gd name="T14" fmla="*/ 135 w 185"/>
                  <a:gd name="T15" fmla="*/ 136 h 207"/>
                  <a:gd name="T16" fmla="*/ 181 w 185"/>
                  <a:gd name="T17" fmla="*/ 188 h 207"/>
                  <a:gd name="T18" fmla="*/ 180 w 185"/>
                  <a:gd name="T19" fmla="*/ 203 h 207"/>
                  <a:gd name="T20" fmla="*/ 165 w 185"/>
                  <a:gd name="T21" fmla="*/ 202 h 207"/>
                  <a:gd name="T22" fmla="*/ 119 w 185"/>
                  <a:gd name="T23" fmla="*/ 151 h 207"/>
                  <a:gd name="T24" fmla="*/ 120 w 185"/>
                  <a:gd name="T25" fmla="*/ 135 h 207"/>
                  <a:gd name="T26" fmla="*/ 135 w 185"/>
                  <a:gd name="T27" fmla="*/ 136 h 207"/>
                  <a:gd name="T28" fmla="*/ 135 w 185"/>
                  <a:gd name="T29" fmla="*/ 136 h 207"/>
                  <a:gd name="T30" fmla="*/ 135 w 185"/>
                  <a:gd name="T31" fmla="*/ 136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5" h="207">
                    <a:moveTo>
                      <a:pt x="20" y="5"/>
                    </a:moveTo>
                    <a:cubicBezTo>
                      <a:pt x="65" y="57"/>
                      <a:pt x="65" y="57"/>
                      <a:pt x="65" y="57"/>
                    </a:cubicBezTo>
                    <a:cubicBezTo>
                      <a:pt x="70" y="61"/>
                      <a:pt x="69" y="68"/>
                      <a:pt x="64" y="72"/>
                    </a:cubicBezTo>
                    <a:cubicBezTo>
                      <a:pt x="60" y="76"/>
                      <a:pt x="53" y="75"/>
                      <a:pt x="49" y="71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6" y="0"/>
                      <a:pt x="20" y="5"/>
                    </a:cubicBezTo>
                    <a:close/>
                    <a:moveTo>
                      <a:pt x="135" y="136"/>
                    </a:moveTo>
                    <a:cubicBezTo>
                      <a:pt x="181" y="188"/>
                      <a:pt x="181" y="188"/>
                      <a:pt x="181" y="188"/>
                    </a:cubicBezTo>
                    <a:cubicBezTo>
                      <a:pt x="185" y="193"/>
                      <a:pt x="184" y="200"/>
                      <a:pt x="180" y="203"/>
                    </a:cubicBezTo>
                    <a:cubicBezTo>
                      <a:pt x="175" y="207"/>
                      <a:pt x="168" y="207"/>
                      <a:pt x="165" y="202"/>
                    </a:cubicBezTo>
                    <a:cubicBezTo>
                      <a:pt x="119" y="151"/>
                      <a:pt x="119" y="151"/>
                      <a:pt x="119" y="151"/>
                    </a:cubicBezTo>
                    <a:cubicBezTo>
                      <a:pt x="115" y="146"/>
                      <a:pt x="116" y="139"/>
                      <a:pt x="120" y="135"/>
                    </a:cubicBezTo>
                    <a:cubicBezTo>
                      <a:pt x="124" y="131"/>
                      <a:pt x="131" y="132"/>
                      <a:pt x="135" y="13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35" y="136"/>
                      <a:pt x="13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391"/>
              <p:cNvSpPr>
                <a:spLocks noEditPoints="1"/>
              </p:cNvSpPr>
              <p:nvPr userDrawn="1"/>
            </p:nvSpPr>
            <p:spPr bwMode="auto">
              <a:xfrm>
                <a:off x="9039226" y="5816600"/>
                <a:ext cx="330200" cy="293688"/>
              </a:xfrm>
              <a:custGeom>
                <a:avLst/>
                <a:gdLst>
                  <a:gd name="T0" fmla="*/ 72 w 208"/>
                  <a:gd name="T1" fmla="*/ 120 h 185"/>
                  <a:gd name="T2" fmla="*/ 71 w 208"/>
                  <a:gd name="T3" fmla="*/ 135 h 185"/>
                  <a:gd name="T4" fmla="*/ 20 w 208"/>
                  <a:gd name="T5" fmla="*/ 181 h 185"/>
                  <a:gd name="T6" fmla="*/ 5 w 208"/>
                  <a:gd name="T7" fmla="*/ 180 h 185"/>
                  <a:gd name="T8" fmla="*/ 6 w 208"/>
                  <a:gd name="T9" fmla="*/ 165 h 185"/>
                  <a:gd name="T10" fmla="*/ 57 w 208"/>
                  <a:gd name="T11" fmla="*/ 119 h 185"/>
                  <a:gd name="T12" fmla="*/ 72 w 208"/>
                  <a:gd name="T13" fmla="*/ 120 h 185"/>
                  <a:gd name="T14" fmla="*/ 204 w 208"/>
                  <a:gd name="T15" fmla="*/ 5 h 185"/>
                  <a:gd name="T16" fmla="*/ 203 w 208"/>
                  <a:gd name="T17" fmla="*/ 20 h 185"/>
                  <a:gd name="T18" fmla="*/ 151 w 208"/>
                  <a:gd name="T19" fmla="*/ 65 h 185"/>
                  <a:gd name="T20" fmla="*/ 136 w 208"/>
                  <a:gd name="T21" fmla="*/ 64 h 185"/>
                  <a:gd name="T22" fmla="*/ 137 w 208"/>
                  <a:gd name="T23" fmla="*/ 49 h 185"/>
                  <a:gd name="T24" fmla="*/ 189 w 208"/>
                  <a:gd name="T25" fmla="*/ 4 h 185"/>
                  <a:gd name="T26" fmla="*/ 204 w 208"/>
                  <a:gd name="T27" fmla="*/ 5 h 185"/>
                  <a:gd name="T28" fmla="*/ 204 w 208"/>
                  <a:gd name="T29" fmla="*/ 5 h 185"/>
                  <a:gd name="T30" fmla="*/ 204 w 208"/>
                  <a:gd name="T31" fmla="*/ 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8" h="185">
                    <a:moveTo>
                      <a:pt x="72" y="120"/>
                    </a:moveTo>
                    <a:cubicBezTo>
                      <a:pt x="77" y="125"/>
                      <a:pt x="76" y="132"/>
                      <a:pt x="71" y="135"/>
                    </a:cubicBezTo>
                    <a:cubicBezTo>
                      <a:pt x="20" y="181"/>
                      <a:pt x="20" y="181"/>
                      <a:pt x="20" y="181"/>
                    </a:cubicBezTo>
                    <a:cubicBezTo>
                      <a:pt x="15" y="185"/>
                      <a:pt x="8" y="184"/>
                      <a:pt x="5" y="180"/>
                    </a:cubicBezTo>
                    <a:cubicBezTo>
                      <a:pt x="0" y="175"/>
                      <a:pt x="1" y="168"/>
                      <a:pt x="6" y="165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2" y="115"/>
                      <a:pt x="69" y="116"/>
                      <a:pt x="72" y="120"/>
                    </a:cubicBezTo>
                    <a:close/>
                    <a:moveTo>
                      <a:pt x="204" y="5"/>
                    </a:moveTo>
                    <a:cubicBezTo>
                      <a:pt x="208" y="10"/>
                      <a:pt x="207" y="16"/>
                      <a:pt x="203" y="20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47" y="70"/>
                      <a:pt x="140" y="69"/>
                      <a:pt x="136" y="64"/>
                    </a:cubicBezTo>
                    <a:cubicBezTo>
                      <a:pt x="132" y="60"/>
                      <a:pt x="132" y="53"/>
                      <a:pt x="137" y="49"/>
                    </a:cubicBezTo>
                    <a:cubicBezTo>
                      <a:pt x="189" y="4"/>
                      <a:pt x="189" y="4"/>
                      <a:pt x="189" y="4"/>
                    </a:cubicBezTo>
                    <a:cubicBezTo>
                      <a:pt x="193" y="0"/>
                      <a:pt x="200" y="1"/>
                      <a:pt x="204" y="5"/>
                    </a:cubicBezTo>
                    <a:close/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392"/>
              <p:cNvSpPr>
                <a:spLocks noEditPoints="1"/>
              </p:cNvSpPr>
              <p:nvPr userDrawn="1"/>
            </p:nvSpPr>
            <p:spPr bwMode="auto">
              <a:xfrm>
                <a:off x="9058276" y="5799138"/>
                <a:ext cx="293688" cy="328613"/>
              </a:xfrm>
              <a:custGeom>
                <a:avLst/>
                <a:gdLst>
                  <a:gd name="T0" fmla="*/ 20 w 185"/>
                  <a:gd name="T1" fmla="*/ 5 h 207"/>
                  <a:gd name="T2" fmla="*/ 65 w 185"/>
                  <a:gd name="T3" fmla="*/ 57 h 207"/>
                  <a:gd name="T4" fmla="*/ 65 w 185"/>
                  <a:gd name="T5" fmla="*/ 72 h 207"/>
                  <a:gd name="T6" fmla="*/ 49 w 185"/>
                  <a:gd name="T7" fmla="*/ 71 h 207"/>
                  <a:gd name="T8" fmla="*/ 4 w 185"/>
                  <a:gd name="T9" fmla="*/ 19 h 207"/>
                  <a:gd name="T10" fmla="*/ 5 w 185"/>
                  <a:gd name="T11" fmla="*/ 4 h 207"/>
                  <a:gd name="T12" fmla="*/ 20 w 185"/>
                  <a:gd name="T13" fmla="*/ 5 h 207"/>
                  <a:gd name="T14" fmla="*/ 135 w 185"/>
                  <a:gd name="T15" fmla="*/ 136 h 207"/>
                  <a:gd name="T16" fmla="*/ 181 w 185"/>
                  <a:gd name="T17" fmla="*/ 188 h 207"/>
                  <a:gd name="T18" fmla="*/ 180 w 185"/>
                  <a:gd name="T19" fmla="*/ 203 h 207"/>
                  <a:gd name="T20" fmla="*/ 165 w 185"/>
                  <a:gd name="T21" fmla="*/ 202 h 207"/>
                  <a:gd name="T22" fmla="*/ 119 w 185"/>
                  <a:gd name="T23" fmla="*/ 151 h 207"/>
                  <a:gd name="T24" fmla="*/ 120 w 185"/>
                  <a:gd name="T25" fmla="*/ 135 h 207"/>
                  <a:gd name="T26" fmla="*/ 135 w 185"/>
                  <a:gd name="T27" fmla="*/ 136 h 207"/>
                  <a:gd name="T28" fmla="*/ 135 w 185"/>
                  <a:gd name="T29" fmla="*/ 136 h 207"/>
                  <a:gd name="T30" fmla="*/ 135 w 185"/>
                  <a:gd name="T31" fmla="*/ 136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5" h="207">
                    <a:moveTo>
                      <a:pt x="20" y="5"/>
                    </a:moveTo>
                    <a:cubicBezTo>
                      <a:pt x="65" y="57"/>
                      <a:pt x="65" y="57"/>
                      <a:pt x="65" y="57"/>
                    </a:cubicBezTo>
                    <a:cubicBezTo>
                      <a:pt x="70" y="61"/>
                      <a:pt x="69" y="68"/>
                      <a:pt x="65" y="72"/>
                    </a:cubicBezTo>
                    <a:cubicBezTo>
                      <a:pt x="60" y="76"/>
                      <a:pt x="53" y="75"/>
                      <a:pt x="49" y="71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6" y="0"/>
                      <a:pt x="20" y="5"/>
                    </a:cubicBezTo>
                    <a:close/>
                    <a:moveTo>
                      <a:pt x="135" y="136"/>
                    </a:moveTo>
                    <a:cubicBezTo>
                      <a:pt x="181" y="188"/>
                      <a:pt x="181" y="188"/>
                      <a:pt x="181" y="188"/>
                    </a:cubicBezTo>
                    <a:cubicBezTo>
                      <a:pt x="185" y="193"/>
                      <a:pt x="184" y="200"/>
                      <a:pt x="180" y="203"/>
                    </a:cubicBezTo>
                    <a:cubicBezTo>
                      <a:pt x="175" y="207"/>
                      <a:pt x="168" y="207"/>
                      <a:pt x="165" y="202"/>
                    </a:cubicBezTo>
                    <a:cubicBezTo>
                      <a:pt x="119" y="151"/>
                      <a:pt x="119" y="151"/>
                      <a:pt x="119" y="151"/>
                    </a:cubicBezTo>
                    <a:cubicBezTo>
                      <a:pt x="115" y="146"/>
                      <a:pt x="116" y="139"/>
                      <a:pt x="120" y="135"/>
                    </a:cubicBezTo>
                    <a:cubicBezTo>
                      <a:pt x="125" y="131"/>
                      <a:pt x="131" y="132"/>
                      <a:pt x="135" y="13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35" y="136"/>
                      <a:pt x="13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69" name="组合 268">
            <a:extLst>
              <a:ext uri="{FF2B5EF4-FFF2-40B4-BE49-F238E27FC236}">
                <a16:creationId xmlns:a16="http://schemas.microsoft.com/office/drawing/2014/main" xmlns="" id="{00E30DE7-ED1F-4F0E-854B-D9C7735AFFF1}"/>
              </a:ext>
            </a:extLst>
          </p:cNvPr>
          <p:cNvGrpSpPr/>
          <p:nvPr/>
        </p:nvGrpSpPr>
        <p:grpSpPr>
          <a:xfrm>
            <a:off x="668735" y="311517"/>
            <a:ext cx="442056" cy="435342"/>
            <a:chOff x="2480387" y="1419102"/>
            <a:chExt cx="442056" cy="435342"/>
          </a:xfrm>
        </p:grpSpPr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xmlns="" id="{C4B69370-A182-44CB-A622-321D4D119612}"/>
                </a:ext>
              </a:extLst>
            </p:cNvPr>
            <p:cNvSpPr/>
            <p:nvPr/>
          </p:nvSpPr>
          <p:spPr>
            <a:xfrm>
              <a:off x="2596092" y="1419102"/>
              <a:ext cx="326351" cy="326351"/>
            </a:xfrm>
            <a:prstGeom prst="rect">
              <a:avLst/>
            </a:prstGeom>
            <a:noFill/>
            <a:ln>
              <a:solidFill>
                <a:srgbClr val="1C50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xmlns="" id="{154D8CD6-4EEB-4713-B3DA-CCC93A3BE7F8}"/>
                </a:ext>
              </a:extLst>
            </p:cNvPr>
            <p:cNvSpPr/>
            <p:nvPr/>
          </p:nvSpPr>
          <p:spPr>
            <a:xfrm>
              <a:off x="2480387" y="1528093"/>
              <a:ext cx="326351" cy="326351"/>
            </a:xfrm>
            <a:prstGeom prst="rect">
              <a:avLst/>
            </a:prstGeom>
            <a:solidFill>
              <a:srgbClr val="1C50A2"/>
            </a:solidFill>
            <a:ln>
              <a:solidFill>
                <a:srgbClr val="1C50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pic>
        <p:nvPicPr>
          <p:cNvPr id="272" name="图片 27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33" y="867177"/>
            <a:ext cx="2665482" cy="789940"/>
          </a:xfrm>
          <a:prstGeom prst="rect">
            <a:avLst/>
          </a:prstGeom>
        </p:spPr>
      </p:pic>
      <p:sp>
        <p:nvSpPr>
          <p:cNvPr id="273" name="TextBox 1"/>
          <p:cNvSpPr txBox="1"/>
          <p:nvPr/>
        </p:nvSpPr>
        <p:spPr>
          <a:xfrm>
            <a:off x="531133" y="2686411"/>
            <a:ext cx="6793239" cy="830968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800" b="1" dirty="0" smtClean="0">
                <a:solidFill>
                  <a:srgbClr val="1C50A2"/>
                </a:solidFill>
                <a:latin typeface="微软雅黑" panose="020B0503020204020204" charset="-122"/>
                <a:ea typeface="微软雅黑" panose="020B0503020204020204" charset="-122"/>
              </a:rPr>
              <a:t>毕业论文答辩</a:t>
            </a:r>
            <a:r>
              <a:rPr lang="en-US" altLang="zh-CN" sz="4800" b="1" dirty="0" smtClean="0">
                <a:solidFill>
                  <a:srgbClr val="1C50A2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4800" b="1" dirty="0" smtClean="0">
                <a:solidFill>
                  <a:srgbClr val="1C50A2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endParaRPr lang="zh-CN" altLang="en-US" sz="4800" b="1" dirty="0">
              <a:solidFill>
                <a:srgbClr val="1C50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692811" y="3597012"/>
            <a:ext cx="2227581" cy="425450"/>
            <a:chOff x="4654427" y="4718860"/>
            <a:chExt cx="1663809" cy="317821"/>
          </a:xfrm>
        </p:grpSpPr>
        <p:grpSp>
          <p:nvGrpSpPr>
            <p:cNvPr id="275" name="组合 274"/>
            <p:cNvGrpSpPr/>
            <p:nvPr/>
          </p:nvGrpSpPr>
          <p:grpSpPr>
            <a:xfrm>
              <a:off x="4654427" y="4718860"/>
              <a:ext cx="276971" cy="276971"/>
              <a:chOff x="3725237" y="4930504"/>
              <a:chExt cx="531780" cy="531780"/>
            </a:xfrm>
          </p:grpSpPr>
          <p:sp>
            <p:nvSpPr>
              <p:cNvPr id="277" name="圆角矩形 2"/>
              <p:cNvSpPr/>
              <p:nvPr/>
            </p:nvSpPr>
            <p:spPr>
              <a:xfrm>
                <a:off x="3725237" y="4930504"/>
                <a:ext cx="531780" cy="53178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8" name="student-graduation-cap-shape_52041"/>
              <p:cNvSpPr>
                <a:spLocks noChangeAspect="1"/>
              </p:cNvSpPr>
              <p:nvPr/>
            </p:nvSpPr>
            <p:spPr bwMode="auto">
              <a:xfrm>
                <a:off x="3875605" y="5054575"/>
                <a:ext cx="219840" cy="264806"/>
              </a:xfrm>
              <a:custGeom>
                <a:avLst/>
                <a:gdLst>
                  <a:gd name="connsiteX0" fmla="*/ 56671 w 279400"/>
                  <a:gd name="connsiteY0" fmla="*/ 192087 h 336550"/>
                  <a:gd name="connsiteX1" fmla="*/ 224047 w 279400"/>
                  <a:gd name="connsiteY1" fmla="*/ 192087 h 336550"/>
                  <a:gd name="connsiteX2" fmla="*/ 279400 w 279400"/>
                  <a:gd name="connsiteY2" fmla="*/ 247752 h 336550"/>
                  <a:gd name="connsiteX3" fmla="*/ 279400 w 279400"/>
                  <a:gd name="connsiteY3" fmla="*/ 336550 h 336550"/>
                  <a:gd name="connsiteX4" fmla="*/ 176602 w 279400"/>
                  <a:gd name="connsiteY4" fmla="*/ 336550 h 336550"/>
                  <a:gd name="connsiteX5" fmla="*/ 158151 w 279400"/>
                  <a:gd name="connsiteY5" fmla="*/ 245101 h 336550"/>
                  <a:gd name="connsiteX6" fmla="*/ 151562 w 279400"/>
                  <a:gd name="connsiteY6" fmla="*/ 239800 h 336550"/>
                  <a:gd name="connsiteX7" fmla="*/ 167377 w 279400"/>
                  <a:gd name="connsiteY7" fmla="*/ 213293 h 336550"/>
                  <a:gd name="connsiteX8" fmla="*/ 167377 w 279400"/>
                  <a:gd name="connsiteY8" fmla="*/ 209317 h 336550"/>
                  <a:gd name="connsiteX9" fmla="*/ 163423 w 279400"/>
                  <a:gd name="connsiteY9" fmla="*/ 207991 h 336550"/>
                  <a:gd name="connsiteX10" fmla="*/ 121249 w 279400"/>
                  <a:gd name="connsiteY10" fmla="*/ 207991 h 336550"/>
                  <a:gd name="connsiteX11" fmla="*/ 118613 w 279400"/>
                  <a:gd name="connsiteY11" fmla="*/ 209317 h 336550"/>
                  <a:gd name="connsiteX12" fmla="*/ 118613 w 279400"/>
                  <a:gd name="connsiteY12" fmla="*/ 213293 h 336550"/>
                  <a:gd name="connsiteX13" fmla="*/ 134429 w 279400"/>
                  <a:gd name="connsiteY13" fmla="*/ 239800 h 336550"/>
                  <a:gd name="connsiteX14" fmla="*/ 126521 w 279400"/>
                  <a:gd name="connsiteY14" fmla="*/ 245101 h 336550"/>
                  <a:gd name="connsiteX15" fmla="*/ 110706 w 279400"/>
                  <a:gd name="connsiteY15" fmla="*/ 336550 h 336550"/>
                  <a:gd name="connsiteX16" fmla="*/ 0 w 279400"/>
                  <a:gd name="connsiteY16" fmla="*/ 336550 h 336550"/>
                  <a:gd name="connsiteX17" fmla="*/ 0 w 279400"/>
                  <a:gd name="connsiteY17" fmla="*/ 247752 h 336550"/>
                  <a:gd name="connsiteX18" fmla="*/ 56671 w 279400"/>
                  <a:gd name="connsiteY18" fmla="*/ 192087 h 336550"/>
                  <a:gd name="connsiteX19" fmla="*/ 138907 w 279400"/>
                  <a:gd name="connsiteY19" fmla="*/ 0 h 336550"/>
                  <a:gd name="connsiteX20" fmla="*/ 219076 w 279400"/>
                  <a:gd name="connsiteY20" fmla="*/ 80169 h 336550"/>
                  <a:gd name="connsiteX21" fmla="*/ 138907 w 279400"/>
                  <a:gd name="connsiteY21" fmla="*/ 160338 h 336550"/>
                  <a:gd name="connsiteX22" fmla="*/ 58738 w 279400"/>
                  <a:gd name="connsiteY22" fmla="*/ 80169 h 336550"/>
                  <a:gd name="connsiteX23" fmla="*/ 138907 w 279400"/>
                  <a:gd name="connsiteY23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9400" h="336550">
                    <a:moveTo>
                      <a:pt x="56671" y="192087"/>
                    </a:moveTo>
                    <a:cubicBezTo>
                      <a:pt x="56671" y="192087"/>
                      <a:pt x="56671" y="192087"/>
                      <a:pt x="224047" y="192087"/>
                    </a:cubicBezTo>
                    <a:cubicBezTo>
                      <a:pt x="254360" y="192087"/>
                      <a:pt x="279400" y="217269"/>
                      <a:pt x="279400" y="247752"/>
                    </a:cubicBezTo>
                    <a:cubicBezTo>
                      <a:pt x="279400" y="247752"/>
                      <a:pt x="279400" y="247752"/>
                      <a:pt x="279400" y="336550"/>
                    </a:cubicBezTo>
                    <a:cubicBezTo>
                      <a:pt x="279400" y="336550"/>
                      <a:pt x="279400" y="336550"/>
                      <a:pt x="176602" y="336550"/>
                    </a:cubicBezTo>
                    <a:cubicBezTo>
                      <a:pt x="176602" y="336550"/>
                      <a:pt x="176602" y="336550"/>
                      <a:pt x="158151" y="245101"/>
                    </a:cubicBezTo>
                    <a:cubicBezTo>
                      <a:pt x="158151" y="242450"/>
                      <a:pt x="154197" y="239800"/>
                      <a:pt x="151562" y="239800"/>
                    </a:cubicBezTo>
                    <a:cubicBezTo>
                      <a:pt x="151562" y="239800"/>
                      <a:pt x="151562" y="239800"/>
                      <a:pt x="167377" y="213293"/>
                    </a:cubicBezTo>
                    <a:cubicBezTo>
                      <a:pt x="167377" y="211967"/>
                      <a:pt x="167377" y="210642"/>
                      <a:pt x="167377" y="209317"/>
                    </a:cubicBezTo>
                    <a:cubicBezTo>
                      <a:pt x="166059" y="207991"/>
                      <a:pt x="164741" y="207991"/>
                      <a:pt x="163423" y="207991"/>
                    </a:cubicBezTo>
                    <a:cubicBezTo>
                      <a:pt x="163423" y="207991"/>
                      <a:pt x="163423" y="207991"/>
                      <a:pt x="121249" y="207991"/>
                    </a:cubicBezTo>
                    <a:cubicBezTo>
                      <a:pt x="119931" y="207991"/>
                      <a:pt x="118613" y="207991"/>
                      <a:pt x="118613" y="209317"/>
                    </a:cubicBezTo>
                    <a:cubicBezTo>
                      <a:pt x="117296" y="210642"/>
                      <a:pt x="117296" y="211967"/>
                      <a:pt x="118613" y="213293"/>
                    </a:cubicBezTo>
                    <a:cubicBezTo>
                      <a:pt x="118613" y="213293"/>
                      <a:pt x="118613" y="213293"/>
                      <a:pt x="134429" y="239800"/>
                    </a:cubicBezTo>
                    <a:cubicBezTo>
                      <a:pt x="130475" y="239800"/>
                      <a:pt x="127839" y="242450"/>
                      <a:pt x="126521" y="245101"/>
                    </a:cubicBezTo>
                    <a:cubicBezTo>
                      <a:pt x="126521" y="245101"/>
                      <a:pt x="126521" y="245101"/>
                      <a:pt x="110706" y="336550"/>
                    </a:cubicBezTo>
                    <a:cubicBezTo>
                      <a:pt x="110706" y="336550"/>
                      <a:pt x="110706" y="336550"/>
                      <a:pt x="0" y="336550"/>
                    </a:cubicBezTo>
                    <a:cubicBezTo>
                      <a:pt x="0" y="336550"/>
                      <a:pt x="0" y="336550"/>
                      <a:pt x="0" y="247752"/>
                    </a:cubicBezTo>
                    <a:cubicBezTo>
                      <a:pt x="0" y="217269"/>
                      <a:pt x="25040" y="192087"/>
                      <a:pt x="56671" y="192087"/>
                    </a:cubicBezTo>
                    <a:close/>
                    <a:moveTo>
                      <a:pt x="138907" y="0"/>
                    </a:moveTo>
                    <a:cubicBezTo>
                      <a:pt x="183183" y="0"/>
                      <a:pt x="219076" y="35893"/>
                      <a:pt x="219076" y="80169"/>
                    </a:cubicBezTo>
                    <a:cubicBezTo>
                      <a:pt x="219076" y="124445"/>
                      <a:pt x="183183" y="160338"/>
                      <a:pt x="138907" y="160338"/>
                    </a:cubicBezTo>
                    <a:cubicBezTo>
                      <a:pt x="94631" y="160338"/>
                      <a:pt x="58738" y="124445"/>
                      <a:pt x="58738" y="80169"/>
                    </a:cubicBezTo>
                    <a:cubicBezTo>
                      <a:pt x="58738" y="35893"/>
                      <a:pt x="94631" y="0"/>
                      <a:pt x="138907" y="0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76" name="文本框 22"/>
            <p:cNvSpPr txBox="1"/>
            <p:nvPr/>
          </p:nvSpPr>
          <p:spPr>
            <a:xfrm>
              <a:off x="4925563" y="4806871"/>
              <a:ext cx="1392673" cy="229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汇报人：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9" name="组合 278"/>
          <p:cNvGrpSpPr/>
          <p:nvPr/>
        </p:nvGrpSpPr>
        <p:grpSpPr>
          <a:xfrm>
            <a:off x="2662983" y="3602895"/>
            <a:ext cx="2699384" cy="388620"/>
            <a:chOff x="6395842" y="4718860"/>
            <a:chExt cx="2016134" cy="290158"/>
          </a:xfrm>
        </p:grpSpPr>
        <p:grpSp>
          <p:nvGrpSpPr>
            <p:cNvPr id="280" name="组合 279"/>
            <p:cNvGrpSpPr/>
            <p:nvPr/>
          </p:nvGrpSpPr>
          <p:grpSpPr>
            <a:xfrm>
              <a:off x="6395842" y="4718860"/>
              <a:ext cx="276971" cy="276971"/>
              <a:chOff x="6392770" y="4930504"/>
              <a:chExt cx="531780" cy="531780"/>
            </a:xfrm>
          </p:grpSpPr>
          <p:sp>
            <p:nvSpPr>
              <p:cNvPr id="282" name="圆角矩形 2"/>
              <p:cNvSpPr/>
              <p:nvPr/>
            </p:nvSpPr>
            <p:spPr>
              <a:xfrm>
                <a:off x="6392770" y="4930504"/>
                <a:ext cx="531780" cy="53178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3" name="student-graduation-cap-shape_52041"/>
              <p:cNvSpPr>
                <a:spLocks noChangeAspect="1"/>
              </p:cNvSpPr>
              <p:nvPr/>
            </p:nvSpPr>
            <p:spPr bwMode="auto">
              <a:xfrm>
                <a:off x="6527005" y="5064598"/>
                <a:ext cx="256066" cy="264808"/>
              </a:xfrm>
              <a:custGeom>
                <a:avLst/>
                <a:gdLst>
                  <a:gd name="connsiteX0" fmla="*/ 233363 w 325438"/>
                  <a:gd name="connsiteY0" fmla="*/ 249238 h 336550"/>
                  <a:gd name="connsiteX1" fmla="*/ 279401 w 325438"/>
                  <a:gd name="connsiteY1" fmla="*/ 249238 h 336550"/>
                  <a:gd name="connsiteX2" fmla="*/ 279401 w 325438"/>
                  <a:gd name="connsiteY2" fmla="*/ 290513 h 336550"/>
                  <a:gd name="connsiteX3" fmla="*/ 233363 w 325438"/>
                  <a:gd name="connsiteY3" fmla="*/ 290513 h 336550"/>
                  <a:gd name="connsiteX4" fmla="*/ 171450 w 325438"/>
                  <a:gd name="connsiteY4" fmla="*/ 249238 h 336550"/>
                  <a:gd name="connsiteX5" fmla="*/ 217488 w 325438"/>
                  <a:gd name="connsiteY5" fmla="*/ 249238 h 336550"/>
                  <a:gd name="connsiteX6" fmla="*/ 217488 w 325438"/>
                  <a:gd name="connsiteY6" fmla="*/ 290513 h 336550"/>
                  <a:gd name="connsiteX7" fmla="*/ 171450 w 325438"/>
                  <a:gd name="connsiteY7" fmla="*/ 290513 h 336550"/>
                  <a:gd name="connsiteX8" fmla="*/ 107950 w 325438"/>
                  <a:gd name="connsiteY8" fmla="*/ 249238 h 336550"/>
                  <a:gd name="connsiteX9" fmla="*/ 155575 w 325438"/>
                  <a:gd name="connsiteY9" fmla="*/ 249238 h 336550"/>
                  <a:gd name="connsiteX10" fmla="*/ 155575 w 325438"/>
                  <a:gd name="connsiteY10" fmla="*/ 290513 h 336550"/>
                  <a:gd name="connsiteX11" fmla="*/ 107950 w 325438"/>
                  <a:gd name="connsiteY11" fmla="*/ 290513 h 336550"/>
                  <a:gd name="connsiteX12" fmla="*/ 46038 w 325438"/>
                  <a:gd name="connsiteY12" fmla="*/ 249238 h 336550"/>
                  <a:gd name="connsiteX13" fmla="*/ 93663 w 325438"/>
                  <a:gd name="connsiteY13" fmla="*/ 249238 h 336550"/>
                  <a:gd name="connsiteX14" fmla="*/ 93663 w 325438"/>
                  <a:gd name="connsiteY14" fmla="*/ 290513 h 336550"/>
                  <a:gd name="connsiteX15" fmla="*/ 46038 w 325438"/>
                  <a:gd name="connsiteY15" fmla="*/ 290513 h 336550"/>
                  <a:gd name="connsiteX16" fmla="*/ 233363 w 325438"/>
                  <a:gd name="connsiteY16" fmla="*/ 195263 h 336550"/>
                  <a:gd name="connsiteX17" fmla="*/ 279401 w 325438"/>
                  <a:gd name="connsiteY17" fmla="*/ 195263 h 336550"/>
                  <a:gd name="connsiteX18" fmla="*/ 279401 w 325438"/>
                  <a:gd name="connsiteY18" fmla="*/ 234951 h 336550"/>
                  <a:gd name="connsiteX19" fmla="*/ 233363 w 325438"/>
                  <a:gd name="connsiteY19" fmla="*/ 234951 h 336550"/>
                  <a:gd name="connsiteX20" fmla="*/ 171450 w 325438"/>
                  <a:gd name="connsiteY20" fmla="*/ 195263 h 336550"/>
                  <a:gd name="connsiteX21" fmla="*/ 217488 w 325438"/>
                  <a:gd name="connsiteY21" fmla="*/ 195263 h 336550"/>
                  <a:gd name="connsiteX22" fmla="*/ 217488 w 325438"/>
                  <a:gd name="connsiteY22" fmla="*/ 234951 h 336550"/>
                  <a:gd name="connsiteX23" fmla="*/ 171450 w 325438"/>
                  <a:gd name="connsiteY23" fmla="*/ 234951 h 336550"/>
                  <a:gd name="connsiteX24" fmla="*/ 107950 w 325438"/>
                  <a:gd name="connsiteY24" fmla="*/ 195263 h 336550"/>
                  <a:gd name="connsiteX25" fmla="*/ 155575 w 325438"/>
                  <a:gd name="connsiteY25" fmla="*/ 195263 h 336550"/>
                  <a:gd name="connsiteX26" fmla="*/ 155575 w 325438"/>
                  <a:gd name="connsiteY26" fmla="*/ 234951 h 336550"/>
                  <a:gd name="connsiteX27" fmla="*/ 107950 w 325438"/>
                  <a:gd name="connsiteY27" fmla="*/ 234951 h 336550"/>
                  <a:gd name="connsiteX28" fmla="*/ 46038 w 325438"/>
                  <a:gd name="connsiteY28" fmla="*/ 195263 h 336550"/>
                  <a:gd name="connsiteX29" fmla="*/ 93663 w 325438"/>
                  <a:gd name="connsiteY29" fmla="*/ 195263 h 336550"/>
                  <a:gd name="connsiteX30" fmla="*/ 93663 w 325438"/>
                  <a:gd name="connsiteY30" fmla="*/ 234951 h 336550"/>
                  <a:gd name="connsiteX31" fmla="*/ 46038 w 325438"/>
                  <a:gd name="connsiteY31" fmla="*/ 234951 h 336550"/>
                  <a:gd name="connsiteX32" fmla="*/ 233363 w 325438"/>
                  <a:gd name="connsiteY32" fmla="*/ 139700 h 336550"/>
                  <a:gd name="connsiteX33" fmla="*/ 279401 w 325438"/>
                  <a:gd name="connsiteY33" fmla="*/ 139700 h 336550"/>
                  <a:gd name="connsiteX34" fmla="*/ 279401 w 325438"/>
                  <a:gd name="connsiteY34" fmla="*/ 180975 h 336550"/>
                  <a:gd name="connsiteX35" fmla="*/ 233363 w 325438"/>
                  <a:gd name="connsiteY35" fmla="*/ 180975 h 336550"/>
                  <a:gd name="connsiteX36" fmla="*/ 171450 w 325438"/>
                  <a:gd name="connsiteY36" fmla="*/ 139700 h 336550"/>
                  <a:gd name="connsiteX37" fmla="*/ 217488 w 325438"/>
                  <a:gd name="connsiteY37" fmla="*/ 139700 h 336550"/>
                  <a:gd name="connsiteX38" fmla="*/ 217488 w 325438"/>
                  <a:gd name="connsiteY38" fmla="*/ 180975 h 336550"/>
                  <a:gd name="connsiteX39" fmla="*/ 171450 w 325438"/>
                  <a:gd name="connsiteY39" fmla="*/ 180975 h 336550"/>
                  <a:gd name="connsiteX40" fmla="*/ 107950 w 325438"/>
                  <a:gd name="connsiteY40" fmla="*/ 139700 h 336550"/>
                  <a:gd name="connsiteX41" fmla="*/ 155575 w 325438"/>
                  <a:gd name="connsiteY41" fmla="*/ 139700 h 336550"/>
                  <a:gd name="connsiteX42" fmla="*/ 155575 w 325438"/>
                  <a:gd name="connsiteY42" fmla="*/ 180975 h 336550"/>
                  <a:gd name="connsiteX43" fmla="*/ 107950 w 325438"/>
                  <a:gd name="connsiteY43" fmla="*/ 180975 h 336550"/>
                  <a:gd name="connsiteX44" fmla="*/ 49167 w 325438"/>
                  <a:gd name="connsiteY44" fmla="*/ 38100 h 336550"/>
                  <a:gd name="connsiteX45" fmla="*/ 25400 w 325438"/>
                  <a:gd name="connsiteY45" fmla="*/ 61753 h 336550"/>
                  <a:gd name="connsiteX46" fmla="*/ 25400 w 325438"/>
                  <a:gd name="connsiteY46" fmla="*/ 289085 h 336550"/>
                  <a:gd name="connsiteX47" fmla="*/ 49167 w 325438"/>
                  <a:gd name="connsiteY47" fmla="*/ 312738 h 336550"/>
                  <a:gd name="connsiteX48" fmla="*/ 276271 w 325438"/>
                  <a:gd name="connsiteY48" fmla="*/ 312738 h 336550"/>
                  <a:gd name="connsiteX49" fmla="*/ 300038 w 325438"/>
                  <a:gd name="connsiteY49" fmla="*/ 289085 h 336550"/>
                  <a:gd name="connsiteX50" fmla="*/ 300038 w 325438"/>
                  <a:gd name="connsiteY50" fmla="*/ 61753 h 336550"/>
                  <a:gd name="connsiteX51" fmla="*/ 276271 w 325438"/>
                  <a:gd name="connsiteY51" fmla="*/ 38100 h 336550"/>
                  <a:gd name="connsiteX52" fmla="*/ 269669 w 325438"/>
                  <a:gd name="connsiteY52" fmla="*/ 38100 h 336550"/>
                  <a:gd name="connsiteX53" fmla="*/ 269669 w 325438"/>
                  <a:gd name="connsiteY53" fmla="*/ 63067 h 336550"/>
                  <a:gd name="connsiteX54" fmla="*/ 276271 w 325438"/>
                  <a:gd name="connsiteY54" fmla="*/ 74894 h 336550"/>
                  <a:gd name="connsiteX55" fmla="*/ 260427 w 325438"/>
                  <a:gd name="connsiteY55" fmla="*/ 90662 h 336550"/>
                  <a:gd name="connsiteX56" fmla="*/ 244582 w 325438"/>
                  <a:gd name="connsiteY56" fmla="*/ 74894 h 336550"/>
                  <a:gd name="connsiteX57" fmla="*/ 249864 w 325438"/>
                  <a:gd name="connsiteY57" fmla="*/ 63067 h 336550"/>
                  <a:gd name="connsiteX58" fmla="*/ 249864 w 325438"/>
                  <a:gd name="connsiteY58" fmla="*/ 38100 h 336550"/>
                  <a:gd name="connsiteX59" fmla="*/ 231379 w 325438"/>
                  <a:gd name="connsiteY59" fmla="*/ 38100 h 336550"/>
                  <a:gd name="connsiteX60" fmla="*/ 231379 w 325438"/>
                  <a:gd name="connsiteY60" fmla="*/ 63067 h 336550"/>
                  <a:gd name="connsiteX61" fmla="*/ 236660 w 325438"/>
                  <a:gd name="connsiteY61" fmla="*/ 74894 h 336550"/>
                  <a:gd name="connsiteX62" fmla="*/ 220816 w 325438"/>
                  <a:gd name="connsiteY62" fmla="*/ 90662 h 336550"/>
                  <a:gd name="connsiteX63" fmla="*/ 204971 w 325438"/>
                  <a:gd name="connsiteY63" fmla="*/ 74894 h 336550"/>
                  <a:gd name="connsiteX64" fmla="*/ 210253 w 325438"/>
                  <a:gd name="connsiteY64" fmla="*/ 63067 h 336550"/>
                  <a:gd name="connsiteX65" fmla="*/ 210253 w 325438"/>
                  <a:gd name="connsiteY65" fmla="*/ 38100 h 336550"/>
                  <a:gd name="connsiteX66" fmla="*/ 191767 w 325438"/>
                  <a:gd name="connsiteY66" fmla="*/ 38100 h 336550"/>
                  <a:gd name="connsiteX67" fmla="*/ 191767 w 325438"/>
                  <a:gd name="connsiteY67" fmla="*/ 63067 h 336550"/>
                  <a:gd name="connsiteX68" fmla="*/ 198369 w 325438"/>
                  <a:gd name="connsiteY68" fmla="*/ 74894 h 336550"/>
                  <a:gd name="connsiteX69" fmla="*/ 182525 w 325438"/>
                  <a:gd name="connsiteY69" fmla="*/ 90662 h 336550"/>
                  <a:gd name="connsiteX70" fmla="*/ 166680 w 325438"/>
                  <a:gd name="connsiteY70" fmla="*/ 74894 h 336550"/>
                  <a:gd name="connsiteX71" fmla="*/ 171962 w 325438"/>
                  <a:gd name="connsiteY71" fmla="*/ 63067 h 336550"/>
                  <a:gd name="connsiteX72" fmla="*/ 171962 w 325438"/>
                  <a:gd name="connsiteY72" fmla="*/ 38100 h 336550"/>
                  <a:gd name="connsiteX73" fmla="*/ 153476 w 325438"/>
                  <a:gd name="connsiteY73" fmla="*/ 38100 h 336550"/>
                  <a:gd name="connsiteX74" fmla="*/ 153476 w 325438"/>
                  <a:gd name="connsiteY74" fmla="*/ 63067 h 336550"/>
                  <a:gd name="connsiteX75" fmla="*/ 158758 w 325438"/>
                  <a:gd name="connsiteY75" fmla="*/ 74894 h 336550"/>
                  <a:gd name="connsiteX76" fmla="*/ 142913 w 325438"/>
                  <a:gd name="connsiteY76" fmla="*/ 90662 h 336550"/>
                  <a:gd name="connsiteX77" fmla="*/ 127069 w 325438"/>
                  <a:gd name="connsiteY77" fmla="*/ 74894 h 336550"/>
                  <a:gd name="connsiteX78" fmla="*/ 133671 w 325438"/>
                  <a:gd name="connsiteY78" fmla="*/ 63067 h 336550"/>
                  <a:gd name="connsiteX79" fmla="*/ 133671 w 325438"/>
                  <a:gd name="connsiteY79" fmla="*/ 38100 h 336550"/>
                  <a:gd name="connsiteX80" fmla="*/ 115186 w 325438"/>
                  <a:gd name="connsiteY80" fmla="*/ 38100 h 336550"/>
                  <a:gd name="connsiteX81" fmla="*/ 115186 w 325438"/>
                  <a:gd name="connsiteY81" fmla="*/ 63067 h 336550"/>
                  <a:gd name="connsiteX82" fmla="*/ 120467 w 325438"/>
                  <a:gd name="connsiteY82" fmla="*/ 74894 h 336550"/>
                  <a:gd name="connsiteX83" fmla="*/ 104623 w 325438"/>
                  <a:gd name="connsiteY83" fmla="*/ 90662 h 336550"/>
                  <a:gd name="connsiteX84" fmla="*/ 88778 w 325438"/>
                  <a:gd name="connsiteY84" fmla="*/ 74894 h 336550"/>
                  <a:gd name="connsiteX85" fmla="*/ 94060 w 325438"/>
                  <a:gd name="connsiteY85" fmla="*/ 63067 h 336550"/>
                  <a:gd name="connsiteX86" fmla="*/ 94060 w 325438"/>
                  <a:gd name="connsiteY86" fmla="*/ 38100 h 336550"/>
                  <a:gd name="connsiteX87" fmla="*/ 75574 w 325438"/>
                  <a:gd name="connsiteY87" fmla="*/ 38100 h 336550"/>
                  <a:gd name="connsiteX88" fmla="*/ 75574 w 325438"/>
                  <a:gd name="connsiteY88" fmla="*/ 63067 h 336550"/>
                  <a:gd name="connsiteX89" fmla="*/ 80856 w 325438"/>
                  <a:gd name="connsiteY89" fmla="*/ 74894 h 336550"/>
                  <a:gd name="connsiteX90" fmla="*/ 65011 w 325438"/>
                  <a:gd name="connsiteY90" fmla="*/ 90662 h 336550"/>
                  <a:gd name="connsiteX91" fmla="*/ 49167 w 325438"/>
                  <a:gd name="connsiteY91" fmla="*/ 74894 h 336550"/>
                  <a:gd name="connsiteX92" fmla="*/ 55769 w 325438"/>
                  <a:gd name="connsiteY92" fmla="*/ 63067 h 336550"/>
                  <a:gd name="connsiteX93" fmla="*/ 55769 w 325438"/>
                  <a:gd name="connsiteY93" fmla="*/ 38100 h 336550"/>
                  <a:gd name="connsiteX94" fmla="*/ 49167 w 325438"/>
                  <a:gd name="connsiteY94" fmla="*/ 38100 h 336550"/>
                  <a:gd name="connsiteX95" fmla="*/ 65315 w 325438"/>
                  <a:gd name="connsiteY95" fmla="*/ 4763 h 336550"/>
                  <a:gd name="connsiteX96" fmla="*/ 61913 w 325438"/>
                  <a:gd name="connsiteY96" fmla="*/ 10110 h 336550"/>
                  <a:gd name="connsiteX97" fmla="*/ 61913 w 325438"/>
                  <a:gd name="connsiteY97" fmla="*/ 75616 h 336550"/>
                  <a:gd name="connsiteX98" fmla="*/ 65315 w 325438"/>
                  <a:gd name="connsiteY98" fmla="*/ 80963 h 336550"/>
                  <a:gd name="connsiteX99" fmla="*/ 69851 w 325438"/>
                  <a:gd name="connsiteY99" fmla="*/ 75616 h 336550"/>
                  <a:gd name="connsiteX100" fmla="*/ 69851 w 325438"/>
                  <a:gd name="connsiteY100" fmla="*/ 10110 h 336550"/>
                  <a:gd name="connsiteX101" fmla="*/ 65315 w 325438"/>
                  <a:gd name="connsiteY101" fmla="*/ 4763 h 336550"/>
                  <a:gd name="connsiteX102" fmla="*/ 104776 w 325438"/>
                  <a:gd name="connsiteY102" fmla="*/ 4763 h 336550"/>
                  <a:gd name="connsiteX103" fmla="*/ 100013 w 325438"/>
                  <a:gd name="connsiteY103" fmla="*/ 10110 h 336550"/>
                  <a:gd name="connsiteX104" fmla="*/ 100013 w 325438"/>
                  <a:gd name="connsiteY104" fmla="*/ 75616 h 336550"/>
                  <a:gd name="connsiteX105" fmla="*/ 104776 w 325438"/>
                  <a:gd name="connsiteY105" fmla="*/ 80963 h 336550"/>
                  <a:gd name="connsiteX106" fmla="*/ 109538 w 325438"/>
                  <a:gd name="connsiteY106" fmla="*/ 75616 h 336550"/>
                  <a:gd name="connsiteX107" fmla="*/ 109538 w 325438"/>
                  <a:gd name="connsiteY107" fmla="*/ 10110 h 336550"/>
                  <a:gd name="connsiteX108" fmla="*/ 104776 w 325438"/>
                  <a:gd name="connsiteY108" fmla="*/ 4763 h 336550"/>
                  <a:gd name="connsiteX109" fmla="*/ 142876 w 325438"/>
                  <a:gd name="connsiteY109" fmla="*/ 4763 h 336550"/>
                  <a:gd name="connsiteX110" fmla="*/ 138113 w 325438"/>
                  <a:gd name="connsiteY110" fmla="*/ 10110 h 336550"/>
                  <a:gd name="connsiteX111" fmla="*/ 138113 w 325438"/>
                  <a:gd name="connsiteY111" fmla="*/ 75616 h 336550"/>
                  <a:gd name="connsiteX112" fmla="*/ 142876 w 325438"/>
                  <a:gd name="connsiteY112" fmla="*/ 80963 h 336550"/>
                  <a:gd name="connsiteX113" fmla="*/ 147638 w 325438"/>
                  <a:gd name="connsiteY113" fmla="*/ 75616 h 336550"/>
                  <a:gd name="connsiteX114" fmla="*/ 147638 w 325438"/>
                  <a:gd name="connsiteY114" fmla="*/ 10110 h 336550"/>
                  <a:gd name="connsiteX115" fmla="*/ 142876 w 325438"/>
                  <a:gd name="connsiteY115" fmla="*/ 4763 h 336550"/>
                  <a:gd name="connsiteX116" fmla="*/ 182563 w 325438"/>
                  <a:gd name="connsiteY116" fmla="*/ 4763 h 336550"/>
                  <a:gd name="connsiteX117" fmla="*/ 177800 w 325438"/>
                  <a:gd name="connsiteY117" fmla="*/ 10110 h 336550"/>
                  <a:gd name="connsiteX118" fmla="*/ 177800 w 325438"/>
                  <a:gd name="connsiteY118" fmla="*/ 75616 h 336550"/>
                  <a:gd name="connsiteX119" fmla="*/ 182563 w 325438"/>
                  <a:gd name="connsiteY119" fmla="*/ 80963 h 336550"/>
                  <a:gd name="connsiteX120" fmla="*/ 187325 w 325438"/>
                  <a:gd name="connsiteY120" fmla="*/ 75616 h 336550"/>
                  <a:gd name="connsiteX121" fmla="*/ 187325 w 325438"/>
                  <a:gd name="connsiteY121" fmla="*/ 10110 h 336550"/>
                  <a:gd name="connsiteX122" fmla="*/ 182563 w 325438"/>
                  <a:gd name="connsiteY122" fmla="*/ 4763 h 336550"/>
                  <a:gd name="connsiteX123" fmla="*/ 220663 w 325438"/>
                  <a:gd name="connsiteY123" fmla="*/ 4763 h 336550"/>
                  <a:gd name="connsiteX124" fmla="*/ 215900 w 325438"/>
                  <a:gd name="connsiteY124" fmla="*/ 10110 h 336550"/>
                  <a:gd name="connsiteX125" fmla="*/ 215900 w 325438"/>
                  <a:gd name="connsiteY125" fmla="*/ 75616 h 336550"/>
                  <a:gd name="connsiteX126" fmla="*/ 220663 w 325438"/>
                  <a:gd name="connsiteY126" fmla="*/ 80963 h 336550"/>
                  <a:gd name="connsiteX127" fmla="*/ 225425 w 325438"/>
                  <a:gd name="connsiteY127" fmla="*/ 75616 h 336550"/>
                  <a:gd name="connsiteX128" fmla="*/ 225425 w 325438"/>
                  <a:gd name="connsiteY128" fmla="*/ 10110 h 336550"/>
                  <a:gd name="connsiteX129" fmla="*/ 220663 w 325438"/>
                  <a:gd name="connsiteY129" fmla="*/ 4763 h 336550"/>
                  <a:gd name="connsiteX130" fmla="*/ 260124 w 325438"/>
                  <a:gd name="connsiteY130" fmla="*/ 4763 h 336550"/>
                  <a:gd name="connsiteX131" fmla="*/ 255588 w 325438"/>
                  <a:gd name="connsiteY131" fmla="*/ 10110 h 336550"/>
                  <a:gd name="connsiteX132" fmla="*/ 255588 w 325438"/>
                  <a:gd name="connsiteY132" fmla="*/ 75616 h 336550"/>
                  <a:gd name="connsiteX133" fmla="*/ 260124 w 325438"/>
                  <a:gd name="connsiteY133" fmla="*/ 80963 h 336550"/>
                  <a:gd name="connsiteX134" fmla="*/ 263526 w 325438"/>
                  <a:gd name="connsiteY134" fmla="*/ 75616 h 336550"/>
                  <a:gd name="connsiteX135" fmla="*/ 263526 w 325438"/>
                  <a:gd name="connsiteY135" fmla="*/ 10110 h 336550"/>
                  <a:gd name="connsiteX136" fmla="*/ 260124 w 325438"/>
                  <a:gd name="connsiteY136" fmla="*/ 4763 h 336550"/>
                  <a:gd name="connsiteX137" fmla="*/ 64823 w 325438"/>
                  <a:gd name="connsiteY137" fmla="*/ 0 h 336550"/>
                  <a:gd name="connsiteX138" fmla="*/ 75406 w 325438"/>
                  <a:gd name="connsiteY138" fmla="*/ 10517 h 336550"/>
                  <a:gd name="connsiteX139" fmla="*/ 75406 w 325438"/>
                  <a:gd name="connsiteY139" fmla="*/ 14461 h 336550"/>
                  <a:gd name="connsiteX140" fmla="*/ 93927 w 325438"/>
                  <a:gd name="connsiteY140" fmla="*/ 14461 h 336550"/>
                  <a:gd name="connsiteX141" fmla="*/ 93927 w 325438"/>
                  <a:gd name="connsiteY141" fmla="*/ 10517 h 336550"/>
                  <a:gd name="connsiteX142" fmla="*/ 104511 w 325438"/>
                  <a:gd name="connsiteY142" fmla="*/ 0 h 336550"/>
                  <a:gd name="connsiteX143" fmla="*/ 115094 w 325438"/>
                  <a:gd name="connsiteY143" fmla="*/ 10517 h 336550"/>
                  <a:gd name="connsiteX144" fmla="*/ 115094 w 325438"/>
                  <a:gd name="connsiteY144" fmla="*/ 14461 h 336550"/>
                  <a:gd name="connsiteX145" fmla="*/ 133615 w 325438"/>
                  <a:gd name="connsiteY145" fmla="*/ 14461 h 336550"/>
                  <a:gd name="connsiteX146" fmla="*/ 133615 w 325438"/>
                  <a:gd name="connsiteY146" fmla="*/ 10517 h 336550"/>
                  <a:gd name="connsiteX147" fmla="*/ 142875 w 325438"/>
                  <a:gd name="connsiteY147" fmla="*/ 0 h 336550"/>
                  <a:gd name="connsiteX148" fmla="*/ 153459 w 325438"/>
                  <a:gd name="connsiteY148" fmla="*/ 10517 h 336550"/>
                  <a:gd name="connsiteX149" fmla="*/ 153459 w 325438"/>
                  <a:gd name="connsiteY149" fmla="*/ 14461 h 336550"/>
                  <a:gd name="connsiteX150" fmla="*/ 171980 w 325438"/>
                  <a:gd name="connsiteY150" fmla="*/ 14461 h 336550"/>
                  <a:gd name="connsiteX151" fmla="*/ 171980 w 325438"/>
                  <a:gd name="connsiteY151" fmla="*/ 10517 h 336550"/>
                  <a:gd name="connsiteX152" fmla="*/ 182563 w 325438"/>
                  <a:gd name="connsiteY152" fmla="*/ 0 h 336550"/>
                  <a:gd name="connsiteX153" fmla="*/ 191823 w 325438"/>
                  <a:gd name="connsiteY153" fmla="*/ 10517 h 336550"/>
                  <a:gd name="connsiteX154" fmla="*/ 191823 w 325438"/>
                  <a:gd name="connsiteY154" fmla="*/ 14461 h 336550"/>
                  <a:gd name="connsiteX155" fmla="*/ 210344 w 325438"/>
                  <a:gd name="connsiteY155" fmla="*/ 14461 h 336550"/>
                  <a:gd name="connsiteX156" fmla="*/ 210344 w 325438"/>
                  <a:gd name="connsiteY156" fmla="*/ 10517 h 336550"/>
                  <a:gd name="connsiteX157" fmla="*/ 220927 w 325438"/>
                  <a:gd name="connsiteY157" fmla="*/ 0 h 336550"/>
                  <a:gd name="connsiteX158" fmla="*/ 231511 w 325438"/>
                  <a:gd name="connsiteY158" fmla="*/ 10517 h 336550"/>
                  <a:gd name="connsiteX159" fmla="*/ 231511 w 325438"/>
                  <a:gd name="connsiteY159" fmla="*/ 14461 h 336550"/>
                  <a:gd name="connsiteX160" fmla="*/ 250032 w 325438"/>
                  <a:gd name="connsiteY160" fmla="*/ 14461 h 336550"/>
                  <a:gd name="connsiteX161" fmla="*/ 250032 w 325438"/>
                  <a:gd name="connsiteY161" fmla="*/ 10517 h 336550"/>
                  <a:gd name="connsiteX162" fmla="*/ 260615 w 325438"/>
                  <a:gd name="connsiteY162" fmla="*/ 0 h 336550"/>
                  <a:gd name="connsiteX163" fmla="*/ 269875 w 325438"/>
                  <a:gd name="connsiteY163" fmla="*/ 10517 h 336550"/>
                  <a:gd name="connsiteX164" fmla="*/ 269875 w 325438"/>
                  <a:gd name="connsiteY164" fmla="*/ 14461 h 336550"/>
                  <a:gd name="connsiteX165" fmla="*/ 276490 w 325438"/>
                  <a:gd name="connsiteY165" fmla="*/ 14461 h 336550"/>
                  <a:gd name="connsiteX166" fmla="*/ 325438 w 325438"/>
                  <a:gd name="connsiteY166" fmla="*/ 61789 h 336550"/>
                  <a:gd name="connsiteX167" fmla="*/ 325438 w 325438"/>
                  <a:gd name="connsiteY167" fmla="*/ 289223 h 336550"/>
                  <a:gd name="connsiteX168" fmla="*/ 276490 w 325438"/>
                  <a:gd name="connsiteY168" fmla="*/ 336550 h 336550"/>
                  <a:gd name="connsiteX169" fmla="*/ 48948 w 325438"/>
                  <a:gd name="connsiteY169" fmla="*/ 336550 h 336550"/>
                  <a:gd name="connsiteX170" fmla="*/ 0 w 325438"/>
                  <a:gd name="connsiteY170" fmla="*/ 289223 h 336550"/>
                  <a:gd name="connsiteX171" fmla="*/ 0 w 325438"/>
                  <a:gd name="connsiteY171" fmla="*/ 61789 h 336550"/>
                  <a:gd name="connsiteX172" fmla="*/ 48948 w 325438"/>
                  <a:gd name="connsiteY172" fmla="*/ 14461 h 336550"/>
                  <a:gd name="connsiteX173" fmla="*/ 55563 w 325438"/>
                  <a:gd name="connsiteY173" fmla="*/ 14461 h 336550"/>
                  <a:gd name="connsiteX174" fmla="*/ 55563 w 325438"/>
                  <a:gd name="connsiteY174" fmla="*/ 10517 h 336550"/>
                  <a:gd name="connsiteX175" fmla="*/ 64823 w 325438"/>
                  <a:gd name="connsiteY175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325438" h="336550">
                    <a:moveTo>
                      <a:pt x="233363" y="249238"/>
                    </a:moveTo>
                    <a:lnTo>
                      <a:pt x="279401" y="249238"/>
                    </a:lnTo>
                    <a:lnTo>
                      <a:pt x="279401" y="290513"/>
                    </a:lnTo>
                    <a:lnTo>
                      <a:pt x="233363" y="290513"/>
                    </a:lnTo>
                    <a:close/>
                    <a:moveTo>
                      <a:pt x="171450" y="249238"/>
                    </a:moveTo>
                    <a:lnTo>
                      <a:pt x="217488" y="249238"/>
                    </a:lnTo>
                    <a:lnTo>
                      <a:pt x="217488" y="290513"/>
                    </a:lnTo>
                    <a:lnTo>
                      <a:pt x="171450" y="290513"/>
                    </a:lnTo>
                    <a:close/>
                    <a:moveTo>
                      <a:pt x="107950" y="249238"/>
                    </a:moveTo>
                    <a:lnTo>
                      <a:pt x="155575" y="249238"/>
                    </a:lnTo>
                    <a:lnTo>
                      <a:pt x="155575" y="290513"/>
                    </a:lnTo>
                    <a:lnTo>
                      <a:pt x="107950" y="290513"/>
                    </a:lnTo>
                    <a:close/>
                    <a:moveTo>
                      <a:pt x="46038" y="249238"/>
                    </a:moveTo>
                    <a:lnTo>
                      <a:pt x="93663" y="249238"/>
                    </a:lnTo>
                    <a:lnTo>
                      <a:pt x="93663" y="290513"/>
                    </a:lnTo>
                    <a:lnTo>
                      <a:pt x="46038" y="290513"/>
                    </a:lnTo>
                    <a:close/>
                    <a:moveTo>
                      <a:pt x="233363" y="195263"/>
                    </a:moveTo>
                    <a:lnTo>
                      <a:pt x="279401" y="195263"/>
                    </a:lnTo>
                    <a:lnTo>
                      <a:pt x="279401" y="234951"/>
                    </a:lnTo>
                    <a:lnTo>
                      <a:pt x="233363" y="234951"/>
                    </a:lnTo>
                    <a:close/>
                    <a:moveTo>
                      <a:pt x="171450" y="195263"/>
                    </a:moveTo>
                    <a:lnTo>
                      <a:pt x="217488" y="195263"/>
                    </a:lnTo>
                    <a:lnTo>
                      <a:pt x="217488" y="234951"/>
                    </a:lnTo>
                    <a:lnTo>
                      <a:pt x="171450" y="234951"/>
                    </a:lnTo>
                    <a:close/>
                    <a:moveTo>
                      <a:pt x="107950" y="195263"/>
                    </a:moveTo>
                    <a:lnTo>
                      <a:pt x="155575" y="195263"/>
                    </a:lnTo>
                    <a:lnTo>
                      <a:pt x="155575" y="234951"/>
                    </a:lnTo>
                    <a:lnTo>
                      <a:pt x="107950" y="234951"/>
                    </a:lnTo>
                    <a:close/>
                    <a:moveTo>
                      <a:pt x="46038" y="195263"/>
                    </a:moveTo>
                    <a:lnTo>
                      <a:pt x="93663" y="195263"/>
                    </a:lnTo>
                    <a:lnTo>
                      <a:pt x="93663" y="234951"/>
                    </a:lnTo>
                    <a:lnTo>
                      <a:pt x="46038" y="234951"/>
                    </a:lnTo>
                    <a:close/>
                    <a:moveTo>
                      <a:pt x="233363" y="139700"/>
                    </a:moveTo>
                    <a:lnTo>
                      <a:pt x="279401" y="139700"/>
                    </a:lnTo>
                    <a:lnTo>
                      <a:pt x="279401" y="180975"/>
                    </a:lnTo>
                    <a:lnTo>
                      <a:pt x="233363" y="180975"/>
                    </a:lnTo>
                    <a:close/>
                    <a:moveTo>
                      <a:pt x="171450" y="139700"/>
                    </a:moveTo>
                    <a:lnTo>
                      <a:pt x="217488" y="139700"/>
                    </a:lnTo>
                    <a:lnTo>
                      <a:pt x="217488" y="180975"/>
                    </a:lnTo>
                    <a:lnTo>
                      <a:pt x="171450" y="180975"/>
                    </a:lnTo>
                    <a:close/>
                    <a:moveTo>
                      <a:pt x="107950" y="139700"/>
                    </a:moveTo>
                    <a:lnTo>
                      <a:pt x="155575" y="139700"/>
                    </a:lnTo>
                    <a:lnTo>
                      <a:pt x="155575" y="180975"/>
                    </a:lnTo>
                    <a:lnTo>
                      <a:pt x="107950" y="180975"/>
                    </a:lnTo>
                    <a:close/>
                    <a:moveTo>
                      <a:pt x="49167" y="38100"/>
                    </a:moveTo>
                    <a:cubicBezTo>
                      <a:pt x="35963" y="38100"/>
                      <a:pt x="25400" y="48613"/>
                      <a:pt x="25400" y="61753"/>
                    </a:cubicBezTo>
                    <a:cubicBezTo>
                      <a:pt x="25400" y="61753"/>
                      <a:pt x="25400" y="61753"/>
                      <a:pt x="25400" y="289085"/>
                    </a:cubicBezTo>
                    <a:cubicBezTo>
                      <a:pt x="25400" y="302226"/>
                      <a:pt x="35963" y="312738"/>
                      <a:pt x="49167" y="312738"/>
                    </a:cubicBezTo>
                    <a:cubicBezTo>
                      <a:pt x="49167" y="312738"/>
                      <a:pt x="49167" y="312738"/>
                      <a:pt x="276271" y="312738"/>
                    </a:cubicBezTo>
                    <a:cubicBezTo>
                      <a:pt x="289475" y="312738"/>
                      <a:pt x="300038" y="302226"/>
                      <a:pt x="300038" y="289085"/>
                    </a:cubicBezTo>
                    <a:cubicBezTo>
                      <a:pt x="300038" y="289085"/>
                      <a:pt x="300038" y="289085"/>
                      <a:pt x="300038" y="61753"/>
                    </a:cubicBezTo>
                    <a:cubicBezTo>
                      <a:pt x="300038" y="48613"/>
                      <a:pt x="289475" y="38100"/>
                      <a:pt x="276271" y="38100"/>
                    </a:cubicBezTo>
                    <a:cubicBezTo>
                      <a:pt x="276271" y="38100"/>
                      <a:pt x="276271" y="38100"/>
                      <a:pt x="269669" y="38100"/>
                    </a:cubicBezTo>
                    <a:cubicBezTo>
                      <a:pt x="269669" y="38100"/>
                      <a:pt x="269669" y="38100"/>
                      <a:pt x="269669" y="63067"/>
                    </a:cubicBezTo>
                    <a:cubicBezTo>
                      <a:pt x="273631" y="65695"/>
                      <a:pt x="276271" y="70951"/>
                      <a:pt x="276271" y="74894"/>
                    </a:cubicBezTo>
                    <a:cubicBezTo>
                      <a:pt x="276271" y="84092"/>
                      <a:pt x="268349" y="90662"/>
                      <a:pt x="260427" y="90662"/>
                    </a:cubicBezTo>
                    <a:cubicBezTo>
                      <a:pt x="251184" y="90662"/>
                      <a:pt x="244582" y="84092"/>
                      <a:pt x="244582" y="74894"/>
                    </a:cubicBezTo>
                    <a:cubicBezTo>
                      <a:pt x="244582" y="70951"/>
                      <a:pt x="245903" y="65695"/>
                      <a:pt x="249864" y="63067"/>
                    </a:cubicBezTo>
                    <a:cubicBezTo>
                      <a:pt x="249864" y="63067"/>
                      <a:pt x="249864" y="63067"/>
                      <a:pt x="249864" y="38100"/>
                    </a:cubicBezTo>
                    <a:cubicBezTo>
                      <a:pt x="249864" y="38100"/>
                      <a:pt x="249864" y="38100"/>
                      <a:pt x="231379" y="38100"/>
                    </a:cubicBezTo>
                    <a:cubicBezTo>
                      <a:pt x="231379" y="38100"/>
                      <a:pt x="231379" y="38100"/>
                      <a:pt x="231379" y="63067"/>
                    </a:cubicBezTo>
                    <a:cubicBezTo>
                      <a:pt x="234019" y="65695"/>
                      <a:pt x="236660" y="70951"/>
                      <a:pt x="236660" y="74894"/>
                    </a:cubicBezTo>
                    <a:cubicBezTo>
                      <a:pt x="236660" y="84092"/>
                      <a:pt x="230058" y="90662"/>
                      <a:pt x="220816" y="90662"/>
                    </a:cubicBezTo>
                    <a:cubicBezTo>
                      <a:pt x="212893" y="90662"/>
                      <a:pt x="204971" y="84092"/>
                      <a:pt x="204971" y="74894"/>
                    </a:cubicBezTo>
                    <a:cubicBezTo>
                      <a:pt x="204971" y="70951"/>
                      <a:pt x="207612" y="65695"/>
                      <a:pt x="210253" y="63067"/>
                    </a:cubicBezTo>
                    <a:cubicBezTo>
                      <a:pt x="210253" y="63067"/>
                      <a:pt x="210253" y="63067"/>
                      <a:pt x="210253" y="38100"/>
                    </a:cubicBezTo>
                    <a:cubicBezTo>
                      <a:pt x="210253" y="38100"/>
                      <a:pt x="210253" y="38100"/>
                      <a:pt x="191767" y="38100"/>
                    </a:cubicBezTo>
                    <a:cubicBezTo>
                      <a:pt x="191767" y="38100"/>
                      <a:pt x="191767" y="38100"/>
                      <a:pt x="191767" y="63067"/>
                    </a:cubicBezTo>
                    <a:cubicBezTo>
                      <a:pt x="195728" y="65695"/>
                      <a:pt x="198369" y="70951"/>
                      <a:pt x="198369" y="74894"/>
                    </a:cubicBezTo>
                    <a:cubicBezTo>
                      <a:pt x="198369" y="84092"/>
                      <a:pt x="190447" y="90662"/>
                      <a:pt x="182525" y="90662"/>
                    </a:cubicBezTo>
                    <a:cubicBezTo>
                      <a:pt x="173282" y="90662"/>
                      <a:pt x="166680" y="84092"/>
                      <a:pt x="166680" y="74894"/>
                    </a:cubicBezTo>
                    <a:cubicBezTo>
                      <a:pt x="166680" y="70951"/>
                      <a:pt x="168001" y="65695"/>
                      <a:pt x="171962" y="63067"/>
                    </a:cubicBezTo>
                    <a:cubicBezTo>
                      <a:pt x="171962" y="63067"/>
                      <a:pt x="171962" y="63067"/>
                      <a:pt x="171962" y="38100"/>
                    </a:cubicBezTo>
                    <a:cubicBezTo>
                      <a:pt x="171962" y="38100"/>
                      <a:pt x="171962" y="38100"/>
                      <a:pt x="153476" y="38100"/>
                    </a:cubicBezTo>
                    <a:cubicBezTo>
                      <a:pt x="153476" y="38100"/>
                      <a:pt x="153476" y="38100"/>
                      <a:pt x="153476" y="63067"/>
                    </a:cubicBezTo>
                    <a:cubicBezTo>
                      <a:pt x="157438" y="65695"/>
                      <a:pt x="158758" y="70951"/>
                      <a:pt x="158758" y="74894"/>
                    </a:cubicBezTo>
                    <a:cubicBezTo>
                      <a:pt x="158758" y="84092"/>
                      <a:pt x="152156" y="90662"/>
                      <a:pt x="142913" y="90662"/>
                    </a:cubicBezTo>
                    <a:cubicBezTo>
                      <a:pt x="134991" y="90662"/>
                      <a:pt x="127069" y="84092"/>
                      <a:pt x="127069" y="74894"/>
                    </a:cubicBezTo>
                    <a:cubicBezTo>
                      <a:pt x="127069" y="70951"/>
                      <a:pt x="129710" y="65695"/>
                      <a:pt x="133671" y="63067"/>
                    </a:cubicBezTo>
                    <a:cubicBezTo>
                      <a:pt x="133671" y="63067"/>
                      <a:pt x="133671" y="63067"/>
                      <a:pt x="133671" y="38100"/>
                    </a:cubicBezTo>
                    <a:cubicBezTo>
                      <a:pt x="133671" y="38100"/>
                      <a:pt x="133671" y="38100"/>
                      <a:pt x="115186" y="38100"/>
                    </a:cubicBezTo>
                    <a:cubicBezTo>
                      <a:pt x="115186" y="38100"/>
                      <a:pt x="115186" y="38100"/>
                      <a:pt x="115186" y="63067"/>
                    </a:cubicBezTo>
                    <a:cubicBezTo>
                      <a:pt x="117826" y="65695"/>
                      <a:pt x="120467" y="70951"/>
                      <a:pt x="120467" y="74894"/>
                    </a:cubicBezTo>
                    <a:cubicBezTo>
                      <a:pt x="120467" y="84092"/>
                      <a:pt x="112545" y="90662"/>
                      <a:pt x="104623" y="90662"/>
                    </a:cubicBezTo>
                    <a:cubicBezTo>
                      <a:pt x="95380" y="90662"/>
                      <a:pt x="88778" y="84092"/>
                      <a:pt x="88778" y="74894"/>
                    </a:cubicBezTo>
                    <a:cubicBezTo>
                      <a:pt x="88778" y="70951"/>
                      <a:pt x="91419" y="65695"/>
                      <a:pt x="94060" y="63067"/>
                    </a:cubicBezTo>
                    <a:cubicBezTo>
                      <a:pt x="94060" y="63067"/>
                      <a:pt x="94060" y="63067"/>
                      <a:pt x="94060" y="38100"/>
                    </a:cubicBezTo>
                    <a:cubicBezTo>
                      <a:pt x="94060" y="38100"/>
                      <a:pt x="94060" y="38100"/>
                      <a:pt x="75574" y="38100"/>
                    </a:cubicBezTo>
                    <a:cubicBezTo>
                      <a:pt x="75574" y="38100"/>
                      <a:pt x="75574" y="38100"/>
                      <a:pt x="75574" y="63067"/>
                    </a:cubicBezTo>
                    <a:cubicBezTo>
                      <a:pt x="79535" y="65695"/>
                      <a:pt x="80856" y="70951"/>
                      <a:pt x="80856" y="74894"/>
                    </a:cubicBezTo>
                    <a:cubicBezTo>
                      <a:pt x="80856" y="84092"/>
                      <a:pt x="74254" y="90662"/>
                      <a:pt x="65011" y="90662"/>
                    </a:cubicBezTo>
                    <a:cubicBezTo>
                      <a:pt x="57089" y="90662"/>
                      <a:pt x="49167" y="84092"/>
                      <a:pt x="49167" y="74894"/>
                    </a:cubicBezTo>
                    <a:cubicBezTo>
                      <a:pt x="49167" y="70951"/>
                      <a:pt x="51808" y="65695"/>
                      <a:pt x="55769" y="63067"/>
                    </a:cubicBezTo>
                    <a:cubicBezTo>
                      <a:pt x="55769" y="63067"/>
                      <a:pt x="55769" y="63067"/>
                      <a:pt x="55769" y="38100"/>
                    </a:cubicBezTo>
                    <a:cubicBezTo>
                      <a:pt x="55769" y="38100"/>
                      <a:pt x="55769" y="38100"/>
                      <a:pt x="49167" y="38100"/>
                    </a:cubicBezTo>
                    <a:close/>
                    <a:moveTo>
                      <a:pt x="65315" y="4763"/>
                    </a:moveTo>
                    <a:cubicBezTo>
                      <a:pt x="63047" y="4763"/>
                      <a:pt x="61913" y="7437"/>
                      <a:pt x="61913" y="10110"/>
                    </a:cubicBezTo>
                    <a:lnTo>
                      <a:pt x="61913" y="75616"/>
                    </a:lnTo>
                    <a:cubicBezTo>
                      <a:pt x="61913" y="79626"/>
                      <a:pt x="63047" y="80963"/>
                      <a:pt x="65315" y="80963"/>
                    </a:cubicBezTo>
                    <a:cubicBezTo>
                      <a:pt x="68717" y="80963"/>
                      <a:pt x="69851" y="79626"/>
                      <a:pt x="69851" y="75616"/>
                    </a:cubicBezTo>
                    <a:cubicBezTo>
                      <a:pt x="69851" y="75616"/>
                      <a:pt x="69851" y="75616"/>
                      <a:pt x="69851" y="10110"/>
                    </a:cubicBezTo>
                    <a:cubicBezTo>
                      <a:pt x="69851" y="7437"/>
                      <a:pt x="68717" y="4763"/>
                      <a:pt x="65315" y="4763"/>
                    </a:cubicBezTo>
                    <a:close/>
                    <a:moveTo>
                      <a:pt x="104776" y="4763"/>
                    </a:moveTo>
                    <a:cubicBezTo>
                      <a:pt x="102394" y="4763"/>
                      <a:pt x="100013" y="7437"/>
                      <a:pt x="100013" y="10110"/>
                    </a:cubicBezTo>
                    <a:lnTo>
                      <a:pt x="100013" y="75616"/>
                    </a:lnTo>
                    <a:cubicBezTo>
                      <a:pt x="100013" y="79626"/>
                      <a:pt x="102394" y="80963"/>
                      <a:pt x="104776" y="80963"/>
                    </a:cubicBezTo>
                    <a:cubicBezTo>
                      <a:pt x="107157" y="80963"/>
                      <a:pt x="109538" y="79626"/>
                      <a:pt x="109538" y="75616"/>
                    </a:cubicBezTo>
                    <a:cubicBezTo>
                      <a:pt x="109538" y="75616"/>
                      <a:pt x="109538" y="75616"/>
                      <a:pt x="109538" y="10110"/>
                    </a:cubicBezTo>
                    <a:cubicBezTo>
                      <a:pt x="109538" y="7437"/>
                      <a:pt x="107157" y="4763"/>
                      <a:pt x="104776" y="4763"/>
                    </a:cubicBezTo>
                    <a:close/>
                    <a:moveTo>
                      <a:pt x="142876" y="4763"/>
                    </a:moveTo>
                    <a:cubicBezTo>
                      <a:pt x="140494" y="4763"/>
                      <a:pt x="138113" y="7437"/>
                      <a:pt x="138113" y="10110"/>
                    </a:cubicBezTo>
                    <a:lnTo>
                      <a:pt x="138113" y="75616"/>
                    </a:lnTo>
                    <a:cubicBezTo>
                      <a:pt x="138113" y="79626"/>
                      <a:pt x="140494" y="80963"/>
                      <a:pt x="142876" y="80963"/>
                    </a:cubicBezTo>
                    <a:cubicBezTo>
                      <a:pt x="145257" y="80963"/>
                      <a:pt x="147638" y="79626"/>
                      <a:pt x="147638" y="75616"/>
                    </a:cubicBezTo>
                    <a:cubicBezTo>
                      <a:pt x="147638" y="75616"/>
                      <a:pt x="147638" y="75616"/>
                      <a:pt x="147638" y="10110"/>
                    </a:cubicBezTo>
                    <a:cubicBezTo>
                      <a:pt x="147638" y="7437"/>
                      <a:pt x="145257" y="4763"/>
                      <a:pt x="142876" y="4763"/>
                    </a:cubicBezTo>
                    <a:close/>
                    <a:moveTo>
                      <a:pt x="182563" y="4763"/>
                    </a:moveTo>
                    <a:cubicBezTo>
                      <a:pt x="180181" y="4763"/>
                      <a:pt x="177800" y="7437"/>
                      <a:pt x="177800" y="10110"/>
                    </a:cubicBezTo>
                    <a:lnTo>
                      <a:pt x="177800" y="75616"/>
                    </a:lnTo>
                    <a:cubicBezTo>
                      <a:pt x="177800" y="79626"/>
                      <a:pt x="180181" y="80963"/>
                      <a:pt x="182563" y="80963"/>
                    </a:cubicBezTo>
                    <a:cubicBezTo>
                      <a:pt x="184944" y="80963"/>
                      <a:pt x="187325" y="79626"/>
                      <a:pt x="187325" y="75616"/>
                    </a:cubicBezTo>
                    <a:cubicBezTo>
                      <a:pt x="187325" y="75616"/>
                      <a:pt x="187325" y="75616"/>
                      <a:pt x="187325" y="10110"/>
                    </a:cubicBezTo>
                    <a:cubicBezTo>
                      <a:pt x="187325" y="7437"/>
                      <a:pt x="184944" y="4763"/>
                      <a:pt x="182563" y="4763"/>
                    </a:cubicBezTo>
                    <a:close/>
                    <a:moveTo>
                      <a:pt x="220663" y="4763"/>
                    </a:moveTo>
                    <a:cubicBezTo>
                      <a:pt x="218281" y="4763"/>
                      <a:pt x="215900" y="7437"/>
                      <a:pt x="215900" y="10110"/>
                    </a:cubicBezTo>
                    <a:lnTo>
                      <a:pt x="215900" y="75616"/>
                    </a:lnTo>
                    <a:cubicBezTo>
                      <a:pt x="215900" y="79626"/>
                      <a:pt x="218281" y="80963"/>
                      <a:pt x="220663" y="80963"/>
                    </a:cubicBezTo>
                    <a:cubicBezTo>
                      <a:pt x="223044" y="80963"/>
                      <a:pt x="225425" y="79626"/>
                      <a:pt x="225425" y="75616"/>
                    </a:cubicBezTo>
                    <a:cubicBezTo>
                      <a:pt x="225425" y="75616"/>
                      <a:pt x="225425" y="75616"/>
                      <a:pt x="225425" y="10110"/>
                    </a:cubicBezTo>
                    <a:cubicBezTo>
                      <a:pt x="225425" y="7437"/>
                      <a:pt x="223044" y="4763"/>
                      <a:pt x="220663" y="4763"/>
                    </a:cubicBezTo>
                    <a:close/>
                    <a:moveTo>
                      <a:pt x="260124" y="4763"/>
                    </a:moveTo>
                    <a:cubicBezTo>
                      <a:pt x="256722" y="4763"/>
                      <a:pt x="255588" y="7437"/>
                      <a:pt x="255588" y="10110"/>
                    </a:cubicBezTo>
                    <a:lnTo>
                      <a:pt x="255588" y="75616"/>
                    </a:lnTo>
                    <a:cubicBezTo>
                      <a:pt x="255588" y="79626"/>
                      <a:pt x="256722" y="80963"/>
                      <a:pt x="260124" y="80963"/>
                    </a:cubicBezTo>
                    <a:cubicBezTo>
                      <a:pt x="262392" y="80963"/>
                      <a:pt x="263526" y="79626"/>
                      <a:pt x="263526" y="75616"/>
                    </a:cubicBezTo>
                    <a:cubicBezTo>
                      <a:pt x="263526" y="75616"/>
                      <a:pt x="263526" y="75616"/>
                      <a:pt x="263526" y="10110"/>
                    </a:cubicBezTo>
                    <a:cubicBezTo>
                      <a:pt x="263526" y="7437"/>
                      <a:pt x="262392" y="4763"/>
                      <a:pt x="260124" y="4763"/>
                    </a:cubicBezTo>
                    <a:close/>
                    <a:moveTo>
                      <a:pt x="64823" y="0"/>
                    </a:moveTo>
                    <a:cubicBezTo>
                      <a:pt x="71438" y="0"/>
                      <a:pt x="75406" y="3944"/>
                      <a:pt x="75406" y="10517"/>
                    </a:cubicBezTo>
                    <a:cubicBezTo>
                      <a:pt x="75406" y="10517"/>
                      <a:pt x="75406" y="10517"/>
                      <a:pt x="75406" y="14461"/>
                    </a:cubicBezTo>
                    <a:cubicBezTo>
                      <a:pt x="75406" y="14461"/>
                      <a:pt x="75406" y="14461"/>
                      <a:pt x="93927" y="14461"/>
                    </a:cubicBezTo>
                    <a:cubicBezTo>
                      <a:pt x="93927" y="14461"/>
                      <a:pt x="93927" y="14461"/>
                      <a:pt x="93927" y="10517"/>
                    </a:cubicBezTo>
                    <a:cubicBezTo>
                      <a:pt x="93927" y="3944"/>
                      <a:pt x="99219" y="0"/>
                      <a:pt x="104511" y="0"/>
                    </a:cubicBezTo>
                    <a:cubicBezTo>
                      <a:pt x="109802" y="0"/>
                      <a:pt x="115094" y="3944"/>
                      <a:pt x="115094" y="10517"/>
                    </a:cubicBezTo>
                    <a:cubicBezTo>
                      <a:pt x="115094" y="10517"/>
                      <a:pt x="115094" y="10517"/>
                      <a:pt x="115094" y="14461"/>
                    </a:cubicBezTo>
                    <a:cubicBezTo>
                      <a:pt x="115094" y="14461"/>
                      <a:pt x="115094" y="14461"/>
                      <a:pt x="133615" y="14461"/>
                    </a:cubicBezTo>
                    <a:cubicBezTo>
                      <a:pt x="133615" y="14461"/>
                      <a:pt x="133615" y="14461"/>
                      <a:pt x="133615" y="10517"/>
                    </a:cubicBezTo>
                    <a:cubicBezTo>
                      <a:pt x="133615" y="3944"/>
                      <a:pt x="137584" y="0"/>
                      <a:pt x="142875" y="0"/>
                    </a:cubicBezTo>
                    <a:cubicBezTo>
                      <a:pt x="149490" y="0"/>
                      <a:pt x="153459" y="3944"/>
                      <a:pt x="153459" y="10517"/>
                    </a:cubicBezTo>
                    <a:cubicBezTo>
                      <a:pt x="153459" y="10517"/>
                      <a:pt x="153459" y="10517"/>
                      <a:pt x="153459" y="14461"/>
                    </a:cubicBezTo>
                    <a:cubicBezTo>
                      <a:pt x="153459" y="14461"/>
                      <a:pt x="153459" y="14461"/>
                      <a:pt x="171980" y="14461"/>
                    </a:cubicBezTo>
                    <a:cubicBezTo>
                      <a:pt x="171980" y="14461"/>
                      <a:pt x="171980" y="14461"/>
                      <a:pt x="171980" y="10517"/>
                    </a:cubicBezTo>
                    <a:cubicBezTo>
                      <a:pt x="171980" y="3944"/>
                      <a:pt x="175948" y="0"/>
                      <a:pt x="182563" y="0"/>
                    </a:cubicBezTo>
                    <a:cubicBezTo>
                      <a:pt x="187855" y="0"/>
                      <a:pt x="191823" y="3944"/>
                      <a:pt x="191823" y="10517"/>
                    </a:cubicBezTo>
                    <a:cubicBezTo>
                      <a:pt x="191823" y="10517"/>
                      <a:pt x="191823" y="10517"/>
                      <a:pt x="191823" y="14461"/>
                    </a:cubicBezTo>
                    <a:cubicBezTo>
                      <a:pt x="191823" y="14461"/>
                      <a:pt x="191823" y="14461"/>
                      <a:pt x="210344" y="14461"/>
                    </a:cubicBezTo>
                    <a:cubicBezTo>
                      <a:pt x="210344" y="14461"/>
                      <a:pt x="210344" y="14461"/>
                      <a:pt x="210344" y="10517"/>
                    </a:cubicBezTo>
                    <a:cubicBezTo>
                      <a:pt x="210344" y="3944"/>
                      <a:pt x="215636" y="0"/>
                      <a:pt x="220927" y="0"/>
                    </a:cubicBezTo>
                    <a:cubicBezTo>
                      <a:pt x="226219" y="0"/>
                      <a:pt x="231511" y="3944"/>
                      <a:pt x="231511" y="10517"/>
                    </a:cubicBezTo>
                    <a:cubicBezTo>
                      <a:pt x="231511" y="10517"/>
                      <a:pt x="231511" y="10517"/>
                      <a:pt x="231511" y="14461"/>
                    </a:cubicBezTo>
                    <a:cubicBezTo>
                      <a:pt x="231511" y="14461"/>
                      <a:pt x="231511" y="14461"/>
                      <a:pt x="250032" y="14461"/>
                    </a:cubicBezTo>
                    <a:cubicBezTo>
                      <a:pt x="250032" y="14461"/>
                      <a:pt x="250032" y="14461"/>
                      <a:pt x="250032" y="10517"/>
                    </a:cubicBezTo>
                    <a:cubicBezTo>
                      <a:pt x="250032" y="3944"/>
                      <a:pt x="254000" y="0"/>
                      <a:pt x="260615" y="0"/>
                    </a:cubicBezTo>
                    <a:cubicBezTo>
                      <a:pt x="265907" y="0"/>
                      <a:pt x="269875" y="3944"/>
                      <a:pt x="269875" y="10517"/>
                    </a:cubicBezTo>
                    <a:cubicBezTo>
                      <a:pt x="269875" y="10517"/>
                      <a:pt x="269875" y="10517"/>
                      <a:pt x="269875" y="14461"/>
                    </a:cubicBezTo>
                    <a:cubicBezTo>
                      <a:pt x="269875" y="14461"/>
                      <a:pt x="269875" y="14461"/>
                      <a:pt x="276490" y="14461"/>
                    </a:cubicBezTo>
                    <a:cubicBezTo>
                      <a:pt x="302948" y="14461"/>
                      <a:pt x="325438" y="35496"/>
                      <a:pt x="325438" y="61789"/>
                    </a:cubicBezTo>
                    <a:cubicBezTo>
                      <a:pt x="325438" y="61789"/>
                      <a:pt x="325438" y="61789"/>
                      <a:pt x="325438" y="289223"/>
                    </a:cubicBezTo>
                    <a:cubicBezTo>
                      <a:pt x="325438" y="315516"/>
                      <a:pt x="302948" y="336550"/>
                      <a:pt x="276490" y="336550"/>
                    </a:cubicBezTo>
                    <a:cubicBezTo>
                      <a:pt x="276490" y="336550"/>
                      <a:pt x="276490" y="336550"/>
                      <a:pt x="48948" y="336550"/>
                    </a:cubicBezTo>
                    <a:cubicBezTo>
                      <a:pt x="22490" y="336550"/>
                      <a:pt x="0" y="315516"/>
                      <a:pt x="0" y="289223"/>
                    </a:cubicBezTo>
                    <a:cubicBezTo>
                      <a:pt x="0" y="289223"/>
                      <a:pt x="0" y="289223"/>
                      <a:pt x="0" y="61789"/>
                    </a:cubicBezTo>
                    <a:cubicBezTo>
                      <a:pt x="0" y="35496"/>
                      <a:pt x="22490" y="14461"/>
                      <a:pt x="48948" y="14461"/>
                    </a:cubicBezTo>
                    <a:cubicBezTo>
                      <a:pt x="48948" y="14461"/>
                      <a:pt x="48948" y="14461"/>
                      <a:pt x="55563" y="14461"/>
                    </a:cubicBezTo>
                    <a:cubicBezTo>
                      <a:pt x="55563" y="14461"/>
                      <a:pt x="55563" y="14461"/>
                      <a:pt x="55563" y="10517"/>
                    </a:cubicBezTo>
                    <a:cubicBezTo>
                      <a:pt x="55563" y="3944"/>
                      <a:pt x="59531" y="0"/>
                      <a:pt x="64823" y="0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81" name="文本框 27"/>
            <p:cNvSpPr txBox="1"/>
            <p:nvPr/>
          </p:nvSpPr>
          <p:spPr>
            <a:xfrm>
              <a:off x="6669040" y="4779208"/>
              <a:ext cx="1742936" cy="229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时间：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088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ṡľïḑè">
            <a:extLst>
              <a:ext uri="{FF2B5EF4-FFF2-40B4-BE49-F238E27FC236}">
                <a16:creationId xmlns:a16="http://schemas.microsoft.com/office/drawing/2014/main" xmlns="" id="{48F70259-7598-4270-874A-6F50772D10F6}"/>
              </a:ext>
            </a:extLst>
          </p:cNvPr>
          <p:cNvSpPr txBox="1"/>
          <p:nvPr/>
        </p:nvSpPr>
        <p:spPr bwMode="auto">
          <a:xfrm>
            <a:off x="6355583" y="1799696"/>
            <a:ext cx="3948351" cy="2192866"/>
          </a:xfrm>
          <a:prstGeom prst="rect">
            <a:avLst/>
          </a:prstGeom>
          <a:noFill/>
        </p:spPr>
        <p:txBody>
          <a:bodyPr wrap="square" tIns="0" anchor="t">
            <a:noAutofit/>
          </a:bodyPr>
          <a:lstStyle>
            <a:defPPr>
              <a:defRPr lang="zh-CN"/>
            </a:defPPr>
            <a:lvl1pPr>
              <a:defRPr sz="1600" b="1"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742950" indent="-28575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选题背景和研究意义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研究思路与研究方法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关键技术与实践难点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研究成果与应用前景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论文总结与展望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xmlns="" id="{DA1FB18E-FA01-4588-BEF9-FB96A98A84D4}"/>
              </a:ext>
            </a:extLst>
          </p:cNvPr>
          <p:cNvCxnSpPr>
            <a:cxnSpLocks/>
          </p:cNvCxnSpPr>
          <p:nvPr/>
        </p:nvCxnSpPr>
        <p:spPr>
          <a:xfrm>
            <a:off x="6089743" y="1952778"/>
            <a:ext cx="0" cy="2046662"/>
          </a:xfrm>
          <a:prstGeom prst="line">
            <a:avLst/>
          </a:prstGeom>
          <a:solidFill>
            <a:srgbClr val="FFCC00"/>
          </a:solidFill>
          <a:ln w="28575" cap="flat" cmpd="sng" algn="ctr">
            <a:solidFill>
              <a:srgbClr val="1C50A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išľïḋé">
            <a:extLst>
              <a:ext uri="{FF2B5EF4-FFF2-40B4-BE49-F238E27FC236}">
                <a16:creationId xmlns:a16="http://schemas.microsoft.com/office/drawing/2014/main" xmlns="" id="{0DB1D0A1-2667-455C-9387-D7ABF0A00B8C}"/>
              </a:ext>
            </a:extLst>
          </p:cNvPr>
          <p:cNvSpPr txBox="1"/>
          <p:nvPr/>
        </p:nvSpPr>
        <p:spPr>
          <a:xfrm>
            <a:off x="534484" y="1020513"/>
            <a:ext cx="262309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CONTENTS</a:t>
            </a:r>
          </a:p>
        </p:txBody>
      </p:sp>
      <p:sp>
        <p:nvSpPr>
          <p:cNvPr id="10" name="poetry_91022">
            <a:extLst>
              <a:ext uri="{FF2B5EF4-FFF2-40B4-BE49-F238E27FC236}">
                <a16:creationId xmlns:a16="http://schemas.microsoft.com/office/drawing/2014/main" xmlns="" id="{ADAD6BE3-DC11-4582-9F68-50D831ADD001}"/>
              </a:ext>
            </a:extLst>
          </p:cNvPr>
          <p:cNvSpPr>
            <a:spLocks noChangeAspect="1"/>
          </p:cNvSpPr>
          <p:nvPr/>
        </p:nvSpPr>
        <p:spPr bwMode="auto">
          <a:xfrm>
            <a:off x="4587184" y="2357509"/>
            <a:ext cx="1039269" cy="1093185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4484" y="367036"/>
            <a:ext cx="1920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1C50A2"/>
                </a:solidFill>
              </a:rPr>
              <a:t>目录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0" y="3649662"/>
            <a:ext cx="11401425" cy="2487613"/>
            <a:chOff x="0" y="2002523"/>
            <a:chExt cx="11401425" cy="2487613"/>
          </a:xfrm>
        </p:grpSpPr>
        <p:grpSp>
          <p:nvGrpSpPr>
            <p:cNvPr id="12" name="Group 221"/>
            <p:cNvGrpSpPr>
              <a:grpSpLocks/>
            </p:cNvGrpSpPr>
            <p:nvPr/>
          </p:nvGrpSpPr>
          <p:grpSpPr bwMode="auto">
            <a:xfrm>
              <a:off x="0" y="2002523"/>
              <a:ext cx="11401425" cy="2487613"/>
              <a:chOff x="249" y="676"/>
              <a:chExt cx="7182" cy="1567"/>
            </a:xfrm>
          </p:grpSpPr>
          <p:sp>
            <p:nvSpPr>
              <p:cNvPr id="15" name="Freeform 22"/>
              <p:cNvSpPr>
                <a:spLocks noEditPoints="1"/>
              </p:cNvSpPr>
              <p:nvPr userDrawn="1"/>
            </p:nvSpPr>
            <p:spPr bwMode="auto">
              <a:xfrm>
                <a:off x="375" y="1179"/>
                <a:ext cx="258" cy="811"/>
              </a:xfrm>
              <a:custGeom>
                <a:avLst/>
                <a:gdLst>
                  <a:gd name="T0" fmla="*/ 37 w 258"/>
                  <a:gd name="T1" fmla="*/ 2 h 811"/>
                  <a:gd name="T2" fmla="*/ 1 w 258"/>
                  <a:gd name="T3" fmla="*/ 12 h 811"/>
                  <a:gd name="T4" fmla="*/ 1 w 258"/>
                  <a:gd name="T5" fmla="*/ 0 h 811"/>
                  <a:gd name="T6" fmla="*/ 1 w 258"/>
                  <a:gd name="T7" fmla="*/ 12 h 811"/>
                  <a:gd name="T8" fmla="*/ 221 w 258"/>
                  <a:gd name="T9" fmla="*/ 811 h 811"/>
                  <a:gd name="T10" fmla="*/ 258 w 258"/>
                  <a:gd name="T11" fmla="*/ 801 h 811"/>
                  <a:gd name="T12" fmla="*/ 38 w 258"/>
                  <a:gd name="T13" fmla="*/ 7 h 811"/>
                  <a:gd name="T14" fmla="*/ 37 w 258"/>
                  <a:gd name="T15" fmla="*/ 2 h 811"/>
                  <a:gd name="T16" fmla="*/ 37 w 258"/>
                  <a:gd name="T17" fmla="*/ 2 h 811"/>
                  <a:gd name="T18" fmla="*/ 37 w 258"/>
                  <a:gd name="T19" fmla="*/ 2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8" h="811">
                    <a:moveTo>
                      <a:pt x="37" y="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0" y="8"/>
                      <a:pt x="1" y="12"/>
                    </a:cubicBezTo>
                    <a:cubicBezTo>
                      <a:pt x="221" y="811"/>
                      <a:pt x="221" y="811"/>
                      <a:pt x="221" y="811"/>
                    </a:cubicBezTo>
                    <a:cubicBezTo>
                      <a:pt x="258" y="801"/>
                      <a:pt x="258" y="801"/>
                      <a:pt x="258" y="80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7" y="2"/>
                    </a:cubicBezTo>
                    <a:close/>
                    <a:moveTo>
                      <a:pt x="37" y="2"/>
                    </a:moveTo>
                    <a:cubicBezTo>
                      <a:pt x="37" y="2"/>
                      <a:pt x="37" y="2"/>
                      <a:pt x="3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23"/>
              <p:cNvSpPr>
                <a:spLocks noEditPoints="1"/>
              </p:cNvSpPr>
              <p:nvPr userDrawn="1"/>
            </p:nvSpPr>
            <p:spPr bwMode="auto">
              <a:xfrm>
                <a:off x="376" y="1165"/>
                <a:ext cx="36" cy="26"/>
              </a:xfrm>
              <a:custGeom>
                <a:avLst/>
                <a:gdLst>
                  <a:gd name="T0" fmla="*/ 36 w 36"/>
                  <a:gd name="T1" fmla="*/ 16 h 26"/>
                  <a:gd name="T2" fmla="*/ 13 w 36"/>
                  <a:gd name="T3" fmla="*/ 3 h 26"/>
                  <a:gd name="T4" fmla="*/ 0 w 36"/>
                  <a:gd name="T5" fmla="*/ 14 h 26"/>
                  <a:gd name="T6" fmla="*/ 0 w 36"/>
                  <a:gd name="T7" fmla="*/ 26 h 26"/>
                  <a:gd name="T8" fmla="*/ 36 w 36"/>
                  <a:gd name="T9" fmla="*/ 16 h 26"/>
                  <a:gd name="T10" fmla="*/ 36 w 36"/>
                  <a:gd name="T11" fmla="*/ 16 h 26"/>
                  <a:gd name="T12" fmla="*/ 36 w 36"/>
                  <a:gd name="T13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6">
                    <a:moveTo>
                      <a:pt x="36" y="16"/>
                    </a:moveTo>
                    <a:cubicBezTo>
                      <a:pt x="33" y="6"/>
                      <a:pt x="23" y="0"/>
                      <a:pt x="13" y="3"/>
                    </a:cubicBezTo>
                    <a:cubicBezTo>
                      <a:pt x="7" y="5"/>
                      <a:pt x="2" y="9"/>
                      <a:pt x="0" y="14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36" y="16"/>
                    </a:lnTo>
                    <a:close/>
                    <a:moveTo>
                      <a:pt x="36" y="16"/>
                    </a:moveTo>
                    <a:cubicBezTo>
                      <a:pt x="36" y="16"/>
                      <a:pt x="36" y="16"/>
                      <a:pt x="36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24"/>
              <p:cNvSpPr>
                <a:spLocks noEditPoints="1"/>
              </p:cNvSpPr>
              <p:nvPr userDrawn="1"/>
            </p:nvSpPr>
            <p:spPr bwMode="auto">
              <a:xfrm>
                <a:off x="376" y="1058"/>
                <a:ext cx="101" cy="122"/>
              </a:xfrm>
              <a:custGeom>
                <a:avLst/>
                <a:gdLst>
                  <a:gd name="T0" fmla="*/ 40 w 101"/>
                  <a:gd name="T1" fmla="*/ 0 h 122"/>
                  <a:gd name="T2" fmla="*/ 22 w 101"/>
                  <a:gd name="T3" fmla="*/ 5 h 122"/>
                  <a:gd name="T4" fmla="*/ 4 w 101"/>
                  <a:gd name="T5" fmla="*/ 10 h 122"/>
                  <a:gd name="T6" fmla="*/ 0 w 101"/>
                  <a:gd name="T7" fmla="*/ 121 h 122"/>
                  <a:gd name="T8" fmla="*/ 13 w 101"/>
                  <a:gd name="T9" fmla="*/ 110 h 122"/>
                  <a:gd name="T10" fmla="*/ 36 w 101"/>
                  <a:gd name="T11" fmla="*/ 122 h 122"/>
                  <a:gd name="T12" fmla="*/ 48 w 101"/>
                  <a:gd name="T13" fmla="*/ 100 h 122"/>
                  <a:gd name="T14" fmla="*/ 71 w 101"/>
                  <a:gd name="T15" fmla="*/ 112 h 122"/>
                  <a:gd name="T16" fmla="*/ 79 w 101"/>
                  <a:gd name="T17" fmla="*/ 92 h 122"/>
                  <a:gd name="T18" fmla="*/ 101 w 101"/>
                  <a:gd name="T19" fmla="*/ 93 h 122"/>
                  <a:gd name="T20" fmla="*/ 40 w 101"/>
                  <a:gd name="T21" fmla="*/ 0 h 122"/>
                  <a:gd name="T22" fmla="*/ 40 w 101"/>
                  <a:gd name="T23" fmla="*/ 0 h 122"/>
                  <a:gd name="T24" fmla="*/ 40 w 101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22">
                    <a:moveTo>
                      <a:pt x="40" y="0"/>
                    </a:moveTo>
                    <a:cubicBezTo>
                      <a:pt x="22" y="5"/>
                      <a:pt x="22" y="5"/>
                      <a:pt x="22" y="5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6"/>
                      <a:pt x="7" y="111"/>
                      <a:pt x="13" y="110"/>
                    </a:cubicBezTo>
                    <a:cubicBezTo>
                      <a:pt x="23" y="107"/>
                      <a:pt x="33" y="112"/>
                      <a:pt x="36" y="122"/>
                    </a:cubicBezTo>
                    <a:cubicBezTo>
                      <a:pt x="33" y="112"/>
                      <a:pt x="39" y="102"/>
                      <a:pt x="48" y="100"/>
                    </a:cubicBezTo>
                    <a:cubicBezTo>
                      <a:pt x="58" y="97"/>
                      <a:pt x="69" y="103"/>
                      <a:pt x="71" y="112"/>
                    </a:cubicBezTo>
                    <a:cubicBezTo>
                      <a:pt x="69" y="105"/>
                      <a:pt x="72" y="96"/>
                      <a:pt x="79" y="92"/>
                    </a:cubicBezTo>
                    <a:cubicBezTo>
                      <a:pt x="86" y="88"/>
                      <a:pt x="95" y="88"/>
                      <a:pt x="101" y="93"/>
                    </a:cubicBezTo>
                    <a:lnTo>
                      <a:pt x="40" y="0"/>
                    </a:lnTo>
                    <a:close/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25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close/>
                    <a:moveTo>
                      <a:pt x="3" y="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26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moveTo>
                      <a:pt x="3" y="0"/>
                    </a:move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27"/>
              <p:cNvSpPr>
                <a:spLocks noEditPoints="1"/>
              </p:cNvSpPr>
              <p:nvPr userDrawn="1"/>
            </p:nvSpPr>
            <p:spPr bwMode="auto">
              <a:xfrm>
                <a:off x="447" y="1161"/>
                <a:ext cx="256" cy="810"/>
              </a:xfrm>
              <a:custGeom>
                <a:avLst/>
                <a:gdLst>
                  <a:gd name="T0" fmla="*/ 1 w 256"/>
                  <a:gd name="T1" fmla="*/ 15 h 810"/>
                  <a:gd name="T2" fmla="*/ 220 w 256"/>
                  <a:gd name="T3" fmla="*/ 810 h 810"/>
                  <a:gd name="T4" fmla="*/ 256 w 256"/>
                  <a:gd name="T5" fmla="*/ 800 h 810"/>
                  <a:gd name="T6" fmla="*/ 35 w 256"/>
                  <a:gd name="T7" fmla="*/ 0 h 810"/>
                  <a:gd name="T8" fmla="*/ 0 w 256"/>
                  <a:gd name="T9" fmla="*/ 10 h 810"/>
                  <a:gd name="T10" fmla="*/ 1 w 256"/>
                  <a:gd name="T11" fmla="*/ 15 h 810"/>
                  <a:gd name="T12" fmla="*/ 1 w 256"/>
                  <a:gd name="T13" fmla="*/ 15 h 810"/>
                  <a:gd name="T14" fmla="*/ 1 w 256"/>
                  <a:gd name="T15" fmla="*/ 15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" h="810">
                    <a:moveTo>
                      <a:pt x="1" y="15"/>
                    </a:moveTo>
                    <a:cubicBezTo>
                      <a:pt x="220" y="810"/>
                      <a:pt x="220" y="810"/>
                      <a:pt x="220" y="810"/>
                    </a:cubicBezTo>
                    <a:cubicBezTo>
                      <a:pt x="256" y="800"/>
                      <a:pt x="256" y="800"/>
                      <a:pt x="256" y="80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1" y="13"/>
                      <a:pt x="1" y="15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28"/>
              <p:cNvSpPr>
                <a:spLocks noEditPoints="1"/>
              </p:cNvSpPr>
              <p:nvPr userDrawn="1"/>
            </p:nvSpPr>
            <p:spPr bwMode="auto">
              <a:xfrm>
                <a:off x="477" y="1152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0 w 5"/>
                  <a:gd name="T3" fmla="*/ 0 h 9"/>
                  <a:gd name="T4" fmla="*/ 5 w 5"/>
                  <a:gd name="T5" fmla="*/ 9 h 9"/>
                  <a:gd name="T6" fmla="*/ 5 w 5"/>
                  <a:gd name="T7" fmla="*/ 9 h 9"/>
                  <a:gd name="T8" fmla="*/ 5 w 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cubicBezTo>
                      <a:pt x="5" y="6"/>
                      <a:pt x="2" y="2"/>
                      <a:pt x="0" y="0"/>
                    </a:cubicBezTo>
                    <a:lnTo>
                      <a:pt x="5" y="9"/>
                    </a:ln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29"/>
              <p:cNvSpPr>
                <a:spLocks noEditPoints="1"/>
              </p:cNvSpPr>
              <p:nvPr userDrawn="1"/>
            </p:nvSpPr>
            <p:spPr bwMode="auto">
              <a:xfrm>
                <a:off x="444" y="1147"/>
                <a:ext cx="38" cy="24"/>
              </a:xfrm>
              <a:custGeom>
                <a:avLst/>
                <a:gdLst>
                  <a:gd name="T0" fmla="*/ 16 w 38"/>
                  <a:gd name="T1" fmla="*/ 1 h 24"/>
                  <a:gd name="T2" fmla="*/ 3 w 38"/>
                  <a:gd name="T3" fmla="*/ 24 h 24"/>
                  <a:gd name="T4" fmla="*/ 38 w 38"/>
                  <a:gd name="T5" fmla="*/ 14 h 24"/>
                  <a:gd name="T6" fmla="*/ 33 w 38"/>
                  <a:gd name="T7" fmla="*/ 5 h 24"/>
                  <a:gd name="T8" fmla="*/ 16 w 38"/>
                  <a:gd name="T9" fmla="*/ 1 h 24"/>
                  <a:gd name="T10" fmla="*/ 16 w 38"/>
                  <a:gd name="T11" fmla="*/ 1 h 24"/>
                  <a:gd name="T12" fmla="*/ 16 w 38"/>
                  <a:gd name="T13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4">
                    <a:moveTo>
                      <a:pt x="16" y="1"/>
                    </a:moveTo>
                    <a:cubicBezTo>
                      <a:pt x="6" y="4"/>
                      <a:pt x="0" y="14"/>
                      <a:pt x="3" y="2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1"/>
                      <a:pt x="22" y="0"/>
                      <a:pt x="16" y="1"/>
                    </a:cubicBezTo>
                    <a:close/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30"/>
              <p:cNvSpPr>
                <a:spLocks noEditPoints="1"/>
              </p:cNvSpPr>
              <p:nvPr userDrawn="1"/>
            </p:nvSpPr>
            <p:spPr bwMode="auto">
              <a:xfrm>
                <a:off x="410" y="1155"/>
                <a:ext cx="257" cy="825"/>
              </a:xfrm>
              <a:custGeom>
                <a:avLst/>
                <a:gdLst>
                  <a:gd name="T0" fmla="*/ 38 w 257"/>
                  <a:gd name="T1" fmla="*/ 21 h 825"/>
                  <a:gd name="T2" fmla="*/ 37 w 257"/>
                  <a:gd name="T3" fmla="*/ 16 h 825"/>
                  <a:gd name="T4" fmla="*/ 14 w 257"/>
                  <a:gd name="T5" fmla="*/ 3 h 825"/>
                  <a:gd name="T6" fmla="*/ 2 w 257"/>
                  <a:gd name="T7" fmla="*/ 14 h 825"/>
                  <a:gd name="T8" fmla="*/ 3 w 257"/>
                  <a:gd name="T9" fmla="*/ 30 h 825"/>
                  <a:gd name="T10" fmla="*/ 223 w 257"/>
                  <a:gd name="T11" fmla="*/ 825 h 825"/>
                  <a:gd name="T12" fmla="*/ 240 w 257"/>
                  <a:gd name="T13" fmla="*/ 820 h 825"/>
                  <a:gd name="T14" fmla="*/ 257 w 257"/>
                  <a:gd name="T15" fmla="*/ 815 h 825"/>
                  <a:gd name="T16" fmla="*/ 38 w 257"/>
                  <a:gd name="T17" fmla="*/ 21 h 825"/>
                  <a:gd name="T18" fmla="*/ 38 w 257"/>
                  <a:gd name="T19" fmla="*/ 21 h 825"/>
                  <a:gd name="T20" fmla="*/ 38 w 257"/>
                  <a:gd name="T21" fmla="*/ 21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7" h="825">
                    <a:moveTo>
                      <a:pt x="38" y="21"/>
                    </a:moveTo>
                    <a:cubicBezTo>
                      <a:pt x="38" y="19"/>
                      <a:pt x="38" y="18"/>
                      <a:pt x="37" y="16"/>
                    </a:cubicBezTo>
                    <a:cubicBezTo>
                      <a:pt x="34" y="6"/>
                      <a:pt x="24" y="0"/>
                      <a:pt x="14" y="3"/>
                    </a:cubicBezTo>
                    <a:cubicBezTo>
                      <a:pt x="9" y="4"/>
                      <a:pt x="4" y="9"/>
                      <a:pt x="2" y="14"/>
                    </a:cubicBezTo>
                    <a:cubicBezTo>
                      <a:pt x="0" y="19"/>
                      <a:pt x="0" y="26"/>
                      <a:pt x="3" y="30"/>
                    </a:cubicBezTo>
                    <a:cubicBezTo>
                      <a:pt x="223" y="825"/>
                      <a:pt x="223" y="825"/>
                      <a:pt x="223" y="825"/>
                    </a:cubicBezTo>
                    <a:cubicBezTo>
                      <a:pt x="240" y="820"/>
                      <a:pt x="240" y="820"/>
                      <a:pt x="240" y="820"/>
                    </a:cubicBezTo>
                    <a:cubicBezTo>
                      <a:pt x="257" y="815"/>
                      <a:pt x="257" y="815"/>
                      <a:pt x="257" y="815"/>
                    </a:cubicBezTo>
                    <a:lnTo>
                      <a:pt x="38" y="21"/>
                    </a:lnTo>
                    <a:close/>
                    <a:moveTo>
                      <a:pt x="38" y="21"/>
                    </a:moveTo>
                    <a:cubicBezTo>
                      <a:pt x="38" y="21"/>
                      <a:pt x="38" y="21"/>
                      <a:pt x="38" y="21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31"/>
              <p:cNvSpPr>
                <a:spLocks noEditPoints="1"/>
              </p:cNvSpPr>
              <p:nvPr userDrawn="1"/>
            </p:nvSpPr>
            <p:spPr bwMode="auto">
              <a:xfrm>
                <a:off x="701" y="1093"/>
                <a:ext cx="72" cy="226"/>
              </a:xfrm>
              <a:custGeom>
                <a:avLst/>
                <a:gdLst>
                  <a:gd name="T0" fmla="*/ 72 w 72"/>
                  <a:gd name="T1" fmla="*/ 2 h 226"/>
                  <a:gd name="T2" fmla="*/ 0 w 72"/>
                  <a:gd name="T3" fmla="*/ 220 h 226"/>
                  <a:gd name="T4" fmla="*/ 41 w 72"/>
                  <a:gd name="T5" fmla="*/ 226 h 226"/>
                  <a:gd name="T6" fmla="*/ 72 w 72"/>
                  <a:gd name="T7" fmla="*/ 2 h 226"/>
                  <a:gd name="T8" fmla="*/ 72 w 72"/>
                  <a:gd name="T9" fmla="*/ 2 h 226"/>
                  <a:gd name="T10" fmla="*/ 72 w 72"/>
                  <a:gd name="T11" fmla="*/ 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226">
                    <a:moveTo>
                      <a:pt x="72" y="2"/>
                    </a:moveTo>
                    <a:cubicBezTo>
                      <a:pt x="54" y="0"/>
                      <a:pt x="27" y="87"/>
                      <a:pt x="0" y="220"/>
                    </a:cubicBezTo>
                    <a:cubicBezTo>
                      <a:pt x="41" y="226"/>
                      <a:pt x="41" y="226"/>
                      <a:pt x="41" y="226"/>
                    </a:cubicBezTo>
                    <a:lnTo>
                      <a:pt x="72" y="2"/>
                    </a:lnTo>
                    <a:close/>
                    <a:moveTo>
                      <a:pt x="72" y="2"/>
                    </a:moveTo>
                    <a:cubicBezTo>
                      <a:pt x="72" y="2"/>
                      <a:pt x="72" y="2"/>
                      <a:pt x="7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32"/>
              <p:cNvSpPr>
                <a:spLocks noEditPoints="1"/>
              </p:cNvSpPr>
              <p:nvPr userDrawn="1"/>
            </p:nvSpPr>
            <p:spPr bwMode="auto">
              <a:xfrm>
                <a:off x="803" y="837"/>
                <a:ext cx="5" cy="39"/>
              </a:xfrm>
              <a:custGeom>
                <a:avLst/>
                <a:gdLst>
                  <a:gd name="T0" fmla="*/ 5 w 5"/>
                  <a:gd name="T1" fmla="*/ 0 h 39"/>
                  <a:gd name="T2" fmla="*/ 0 w 5"/>
                  <a:gd name="T3" fmla="*/ 39 h 39"/>
                  <a:gd name="T4" fmla="*/ 5 w 5"/>
                  <a:gd name="T5" fmla="*/ 0 h 39"/>
                  <a:gd name="T6" fmla="*/ 5 w 5"/>
                  <a:gd name="T7" fmla="*/ 0 h 39"/>
                  <a:gd name="T8" fmla="*/ 5 w 5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9">
                    <a:moveTo>
                      <a:pt x="5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16"/>
                      <a:pt x="5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00BE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33"/>
              <p:cNvSpPr>
                <a:spLocks noEditPoints="1"/>
              </p:cNvSpPr>
              <p:nvPr userDrawn="1"/>
            </p:nvSpPr>
            <p:spPr bwMode="auto">
              <a:xfrm>
                <a:off x="717" y="837"/>
                <a:ext cx="128" cy="263"/>
              </a:xfrm>
              <a:custGeom>
                <a:avLst/>
                <a:gdLst>
                  <a:gd name="T0" fmla="*/ 91 w 128"/>
                  <a:gd name="T1" fmla="*/ 0 h 263"/>
                  <a:gd name="T2" fmla="*/ 86 w 128"/>
                  <a:gd name="T3" fmla="*/ 39 h 263"/>
                  <a:gd name="T4" fmla="*/ 67 w 128"/>
                  <a:gd name="T5" fmla="*/ 95 h 263"/>
                  <a:gd name="T6" fmla="*/ 4 w 128"/>
                  <a:gd name="T7" fmla="*/ 190 h 263"/>
                  <a:gd name="T8" fmla="*/ 56 w 128"/>
                  <a:gd name="T9" fmla="*/ 258 h 263"/>
                  <a:gd name="T10" fmla="*/ 124 w 128"/>
                  <a:gd name="T11" fmla="*/ 207 h 263"/>
                  <a:gd name="T12" fmla="*/ 91 w 128"/>
                  <a:gd name="T13" fmla="*/ 0 h 263"/>
                  <a:gd name="T14" fmla="*/ 91 w 128"/>
                  <a:gd name="T15" fmla="*/ 0 h 263"/>
                  <a:gd name="T16" fmla="*/ 91 w 128"/>
                  <a:gd name="T1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263">
                    <a:moveTo>
                      <a:pt x="91" y="0"/>
                    </a:moveTo>
                    <a:cubicBezTo>
                      <a:pt x="91" y="0"/>
                      <a:pt x="91" y="16"/>
                      <a:pt x="86" y="39"/>
                    </a:cubicBezTo>
                    <a:cubicBezTo>
                      <a:pt x="82" y="55"/>
                      <a:pt x="76" y="75"/>
                      <a:pt x="67" y="95"/>
                    </a:cubicBezTo>
                    <a:cubicBezTo>
                      <a:pt x="49" y="130"/>
                      <a:pt x="9" y="160"/>
                      <a:pt x="4" y="190"/>
                    </a:cubicBezTo>
                    <a:cubicBezTo>
                      <a:pt x="0" y="223"/>
                      <a:pt x="23" y="254"/>
                      <a:pt x="56" y="258"/>
                    </a:cubicBezTo>
                    <a:cubicBezTo>
                      <a:pt x="89" y="263"/>
                      <a:pt x="119" y="240"/>
                      <a:pt x="124" y="207"/>
                    </a:cubicBezTo>
                    <a:cubicBezTo>
                      <a:pt x="128" y="174"/>
                      <a:pt x="120" y="61"/>
                      <a:pt x="91" y="0"/>
                    </a:cubicBezTo>
                    <a:close/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34"/>
              <p:cNvSpPr>
                <a:spLocks noEditPoints="1"/>
              </p:cNvSpPr>
              <p:nvPr userDrawn="1"/>
            </p:nvSpPr>
            <p:spPr bwMode="auto">
              <a:xfrm>
                <a:off x="742" y="1095"/>
                <a:ext cx="51" cy="229"/>
              </a:xfrm>
              <a:custGeom>
                <a:avLst/>
                <a:gdLst>
                  <a:gd name="T0" fmla="*/ 41 w 51"/>
                  <a:gd name="T1" fmla="*/ 229 h 229"/>
                  <a:gd name="T2" fmla="*/ 31 w 51"/>
                  <a:gd name="T3" fmla="*/ 0 h 229"/>
                  <a:gd name="T4" fmla="*/ 0 w 51"/>
                  <a:gd name="T5" fmla="*/ 223 h 229"/>
                  <a:gd name="T6" fmla="*/ 41 w 51"/>
                  <a:gd name="T7" fmla="*/ 229 h 229"/>
                  <a:gd name="T8" fmla="*/ 41 w 51"/>
                  <a:gd name="T9" fmla="*/ 229 h 229"/>
                  <a:gd name="T10" fmla="*/ 41 w 51"/>
                  <a:gd name="T11" fmla="*/ 22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29">
                    <a:moveTo>
                      <a:pt x="41" y="229"/>
                    </a:moveTo>
                    <a:cubicBezTo>
                      <a:pt x="51" y="94"/>
                      <a:pt x="48" y="3"/>
                      <a:pt x="31" y="0"/>
                    </a:cubicBezTo>
                    <a:cubicBezTo>
                      <a:pt x="0" y="223"/>
                      <a:pt x="0" y="223"/>
                      <a:pt x="0" y="223"/>
                    </a:cubicBezTo>
                    <a:lnTo>
                      <a:pt x="41" y="229"/>
                    </a:lnTo>
                    <a:close/>
                    <a:moveTo>
                      <a:pt x="41" y="229"/>
                    </a:moveTo>
                    <a:cubicBezTo>
                      <a:pt x="41" y="229"/>
                      <a:pt x="41" y="229"/>
                      <a:pt x="41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35"/>
              <p:cNvSpPr>
                <a:spLocks noEditPoints="1"/>
              </p:cNvSpPr>
              <p:nvPr userDrawn="1"/>
            </p:nvSpPr>
            <p:spPr bwMode="auto">
              <a:xfrm>
                <a:off x="621" y="1313"/>
                <a:ext cx="162" cy="692"/>
              </a:xfrm>
              <a:custGeom>
                <a:avLst/>
                <a:gdLst>
                  <a:gd name="T0" fmla="*/ 121 w 162"/>
                  <a:gd name="T1" fmla="*/ 5 h 692"/>
                  <a:gd name="T2" fmla="*/ 80 w 162"/>
                  <a:gd name="T3" fmla="*/ 0 h 692"/>
                  <a:gd name="T4" fmla="*/ 42 w 162"/>
                  <a:gd name="T5" fmla="*/ 228 h 692"/>
                  <a:gd name="T6" fmla="*/ 27 w 162"/>
                  <a:gd name="T7" fmla="*/ 688 h 692"/>
                  <a:gd name="T8" fmla="*/ 136 w 162"/>
                  <a:gd name="T9" fmla="*/ 241 h 692"/>
                  <a:gd name="T10" fmla="*/ 162 w 162"/>
                  <a:gd name="T11" fmla="*/ 11 h 692"/>
                  <a:gd name="T12" fmla="*/ 121 w 162"/>
                  <a:gd name="T13" fmla="*/ 5 h 692"/>
                  <a:gd name="T14" fmla="*/ 121 w 162"/>
                  <a:gd name="T15" fmla="*/ 5 h 692"/>
                  <a:gd name="T16" fmla="*/ 121 w 162"/>
                  <a:gd name="T17" fmla="*/ 5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692">
                    <a:moveTo>
                      <a:pt x="121" y="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7" y="66"/>
                      <a:pt x="54" y="145"/>
                      <a:pt x="42" y="228"/>
                    </a:cubicBezTo>
                    <a:cubicBezTo>
                      <a:pt x="7" y="479"/>
                      <a:pt x="0" y="684"/>
                      <a:pt x="27" y="688"/>
                    </a:cubicBezTo>
                    <a:cubicBezTo>
                      <a:pt x="53" y="692"/>
                      <a:pt x="102" y="492"/>
                      <a:pt x="136" y="241"/>
                    </a:cubicBezTo>
                    <a:cubicBezTo>
                      <a:pt x="148" y="158"/>
                      <a:pt x="156" y="79"/>
                      <a:pt x="162" y="11"/>
                    </a:cubicBezTo>
                    <a:lnTo>
                      <a:pt x="121" y="5"/>
                    </a:lnTo>
                    <a:close/>
                    <a:moveTo>
                      <a:pt x="121" y="5"/>
                    </a:moveTo>
                    <a:cubicBezTo>
                      <a:pt x="121" y="5"/>
                      <a:pt x="121" y="5"/>
                      <a:pt x="121" y="5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36"/>
              <p:cNvSpPr>
                <a:spLocks noEditPoints="1"/>
              </p:cNvSpPr>
              <p:nvPr userDrawn="1"/>
            </p:nvSpPr>
            <p:spPr bwMode="auto">
              <a:xfrm>
                <a:off x="399" y="1468"/>
                <a:ext cx="452" cy="571"/>
              </a:xfrm>
              <a:custGeom>
                <a:avLst/>
                <a:gdLst>
                  <a:gd name="T0" fmla="*/ 414 w 452"/>
                  <a:gd name="T1" fmla="*/ 0 h 571"/>
                  <a:gd name="T2" fmla="*/ 38 w 452"/>
                  <a:gd name="T3" fmla="*/ 0 h 571"/>
                  <a:gd name="T4" fmla="*/ 2 w 452"/>
                  <a:gd name="T5" fmla="*/ 40 h 571"/>
                  <a:gd name="T6" fmla="*/ 12 w 452"/>
                  <a:gd name="T7" fmla="*/ 127 h 571"/>
                  <a:gd name="T8" fmla="*/ 63 w 452"/>
                  <a:gd name="T9" fmla="*/ 90 h 571"/>
                  <a:gd name="T10" fmla="*/ 117 w 452"/>
                  <a:gd name="T11" fmla="*/ 130 h 571"/>
                  <a:gd name="T12" fmla="*/ 171 w 452"/>
                  <a:gd name="T13" fmla="*/ 90 h 571"/>
                  <a:gd name="T14" fmla="*/ 226 w 452"/>
                  <a:gd name="T15" fmla="*/ 130 h 571"/>
                  <a:gd name="T16" fmla="*/ 280 w 452"/>
                  <a:gd name="T17" fmla="*/ 90 h 571"/>
                  <a:gd name="T18" fmla="*/ 335 w 452"/>
                  <a:gd name="T19" fmla="*/ 130 h 571"/>
                  <a:gd name="T20" fmla="*/ 389 w 452"/>
                  <a:gd name="T21" fmla="*/ 90 h 571"/>
                  <a:gd name="T22" fmla="*/ 440 w 452"/>
                  <a:gd name="T23" fmla="*/ 128 h 571"/>
                  <a:gd name="T24" fmla="*/ 450 w 452"/>
                  <a:gd name="T25" fmla="*/ 40 h 571"/>
                  <a:gd name="T26" fmla="*/ 414 w 452"/>
                  <a:gd name="T27" fmla="*/ 0 h 571"/>
                  <a:gd name="T28" fmla="*/ 389 w 452"/>
                  <a:gd name="T29" fmla="*/ 146 h 571"/>
                  <a:gd name="T30" fmla="*/ 334 w 452"/>
                  <a:gd name="T31" fmla="*/ 186 h 571"/>
                  <a:gd name="T32" fmla="*/ 280 w 452"/>
                  <a:gd name="T33" fmla="*/ 146 h 571"/>
                  <a:gd name="T34" fmla="*/ 225 w 452"/>
                  <a:gd name="T35" fmla="*/ 186 h 571"/>
                  <a:gd name="T36" fmla="*/ 171 w 452"/>
                  <a:gd name="T37" fmla="*/ 146 h 571"/>
                  <a:gd name="T38" fmla="*/ 117 w 452"/>
                  <a:gd name="T39" fmla="*/ 186 h 571"/>
                  <a:gd name="T40" fmla="*/ 62 w 452"/>
                  <a:gd name="T41" fmla="*/ 146 h 571"/>
                  <a:gd name="T42" fmla="*/ 18 w 452"/>
                  <a:gd name="T43" fmla="*/ 179 h 571"/>
                  <a:gd name="T44" fmla="*/ 58 w 452"/>
                  <a:gd name="T45" fmla="*/ 531 h 571"/>
                  <a:gd name="T46" fmla="*/ 103 w 452"/>
                  <a:gd name="T47" fmla="*/ 571 h 571"/>
                  <a:gd name="T48" fmla="*/ 353 w 452"/>
                  <a:gd name="T49" fmla="*/ 571 h 571"/>
                  <a:gd name="T50" fmla="*/ 398 w 452"/>
                  <a:gd name="T51" fmla="*/ 531 h 571"/>
                  <a:gd name="T52" fmla="*/ 435 w 452"/>
                  <a:gd name="T53" fmla="*/ 180 h 571"/>
                  <a:gd name="T54" fmla="*/ 389 w 452"/>
                  <a:gd name="T55" fmla="*/ 146 h 571"/>
                  <a:gd name="T56" fmla="*/ 389 w 452"/>
                  <a:gd name="T57" fmla="*/ 146 h 571"/>
                  <a:gd name="T58" fmla="*/ 389 w 452"/>
                  <a:gd name="T59" fmla="*/ 146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2" h="571">
                    <a:moveTo>
                      <a:pt x="414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6" y="0"/>
                      <a:pt x="0" y="18"/>
                      <a:pt x="2" y="40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71" y="90"/>
                      <a:pt x="171" y="90"/>
                      <a:pt x="171" y="90"/>
                    </a:cubicBezTo>
                    <a:cubicBezTo>
                      <a:pt x="226" y="130"/>
                      <a:pt x="226" y="130"/>
                      <a:pt x="226" y="130"/>
                    </a:cubicBezTo>
                    <a:cubicBezTo>
                      <a:pt x="280" y="90"/>
                      <a:pt x="280" y="90"/>
                      <a:pt x="280" y="90"/>
                    </a:cubicBezTo>
                    <a:cubicBezTo>
                      <a:pt x="335" y="130"/>
                      <a:pt x="335" y="130"/>
                      <a:pt x="335" y="130"/>
                    </a:cubicBezTo>
                    <a:cubicBezTo>
                      <a:pt x="389" y="90"/>
                      <a:pt x="389" y="90"/>
                      <a:pt x="389" y="90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50" y="40"/>
                      <a:pt x="450" y="40"/>
                      <a:pt x="450" y="40"/>
                    </a:cubicBezTo>
                    <a:cubicBezTo>
                      <a:pt x="452" y="18"/>
                      <a:pt x="436" y="0"/>
                      <a:pt x="414" y="0"/>
                    </a:cubicBezTo>
                    <a:close/>
                    <a:moveTo>
                      <a:pt x="389" y="146"/>
                    </a:moveTo>
                    <a:cubicBezTo>
                      <a:pt x="334" y="186"/>
                      <a:pt x="334" y="186"/>
                      <a:pt x="334" y="186"/>
                    </a:cubicBezTo>
                    <a:cubicBezTo>
                      <a:pt x="280" y="146"/>
                      <a:pt x="280" y="146"/>
                      <a:pt x="280" y="146"/>
                    </a:cubicBezTo>
                    <a:cubicBezTo>
                      <a:pt x="225" y="186"/>
                      <a:pt x="225" y="186"/>
                      <a:pt x="225" y="186"/>
                    </a:cubicBezTo>
                    <a:cubicBezTo>
                      <a:pt x="171" y="146"/>
                      <a:pt x="171" y="146"/>
                      <a:pt x="171" y="146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58" y="531"/>
                      <a:pt x="58" y="531"/>
                      <a:pt x="58" y="531"/>
                    </a:cubicBezTo>
                    <a:cubicBezTo>
                      <a:pt x="60" y="553"/>
                      <a:pt x="81" y="571"/>
                      <a:pt x="103" y="571"/>
                    </a:cubicBezTo>
                    <a:cubicBezTo>
                      <a:pt x="353" y="571"/>
                      <a:pt x="353" y="571"/>
                      <a:pt x="353" y="571"/>
                    </a:cubicBezTo>
                    <a:cubicBezTo>
                      <a:pt x="376" y="571"/>
                      <a:pt x="395" y="553"/>
                      <a:pt x="398" y="531"/>
                    </a:cubicBezTo>
                    <a:cubicBezTo>
                      <a:pt x="435" y="180"/>
                      <a:pt x="435" y="180"/>
                      <a:pt x="435" y="180"/>
                    </a:cubicBezTo>
                    <a:lnTo>
                      <a:pt x="389" y="146"/>
                    </a:lnTo>
                    <a:close/>
                    <a:moveTo>
                      <a:pt x="389" y="146"/>
                    </a:moveTo>
                    <a:cubicBezTo>
                      <a:pt x="389" y="146"/>
                      <a:pt x="389" y="146"/>
                      <a:pt x="389" y="146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37"/>
              <p:cNvSpPr>
                <a:spLocks noEditPoints="1"/>
              </p:cNvSpPr>
              <p:nvPr userDrawn="1"/>
            </p:nvSpPr>
            <p:spPr bwMode="auto">
              <a:xfrm>
                <a:off x="249" y="1558"/>
                <a:ext cx="7182" cy="685"/>
              </a:xfrm>
              <a:custGeom>
                <a:avLst/>
                <a:gdLst>
                  <a:gd name="T0" fmla="*/ 539 w 7184"/>
                  <a:gd name="T1" fmla="*/ 0 h 685"/>
                  <a:gd name="T2" fmla="*/ 484 w 7184"/>
                  <a:gd name="T3" fmla="*/ 40 h 685"/>
                  <a:gd name="T4" fmla="*/ 430 w 7184"/>
                  <a:gd name="T5" fmla="*/ 0 h 685"/>
                  <a:gd name="T6" fmla="*/ 376 w 7184"/>
                  <a:gd name="T7" fmla="*/ 40 h 685"/>
                  <a:gd name="T8" fmla="*/ 375 w 7184"/>
                  <a:gd name="T9" fmla="*/ 40 h 685"/>
                  <a:gd name="T10" fmla="*/ 321 w 7184"/>
                  <a:gd name="T11" fmla="*/ 0 h 685"/>
                  <a:gd name="T12" fmla="*/ 267 w 7184"/>
                  <a:gd name="T13" fmla="*/ 40 h 685"/>
                  <a:gd name="T14" fmla="*/ 213 w 7184"/>
                  <a:gd name="T15" fmla="*/ 0 h 685"/>
                  <a:gd name="T16" fmla="*/ 162 w 7184"/>
                  <a:gd name="T17" fmla="*/ 37 h 685"/>
                  <a:gd name="T18" fmla="*/ 168 w 7184"/>
                  <a:gd name="T19" fmla="*/ 88 h 685"/>
                  <a:gd name="T20" fmla="*/ 213 w 7184"/>
                  <a:gd name="T21" fmla="*/ 56 h 685"/>
                  <a:gd name="T22" fmla="*/ 267 w 7184"/>
                  <a:gd name="T23" fmla="*/ 96 h 685"/>
                  <a:gd name="T24" fmla="*/ 321 w 7184"/>
                  <a:gd name="T25" fmla="*/ 56 h 685"/>
                  <a:gd name="T26" fmla="*/ 375 w 7184"/>
                  <a:gd name="T27" fmla="*/ 96 h 685"/>
                  <a:gd name="T28" fmla="*/ 376 w 7184"/>
                  <a:gd name="T29" fmla="*/ 96 h 685"/>
                  <a:gd name="T30" fmla="*/ 430 w 7184"/>
                  <a:gd name="T31" fmla="*/ 56 h 685"/>
                  <a:gd name="T32" fmla="*/ 484 w 7184"/>
                  <a:gd name="T33" fmla="*/ 96 h 685"/>
                  <a:gd name="T34" fmla="*/ 539 w 7184"/>
                  <a:gd name="T35" fmla="*/ 56 h 685"/>
                  <a:gd name="T36" fmla="*/ 585 w 7184"/>
                  <a:gd name="T37" fmla="*/ 90 h 685"/>
                  <a:gd name="T38" fmla="*/ 590 w 7184"/>
                  <a:gd name="T39" fmla="*/ 38 h 685"/>
                  <a:gd name="T40" fmla="*/ 539 w 7184"/>
                  <a:gd name="T41" fmla="*/ 0 h 685"/>
                  <a:gd name="T42" fmla="*/ 0 w 7184"/>
                  <a:gd name="T43" fmla="*/ 583 h 685"/>
                  <a:gd name="T44" fmla="*/ 102 w 7184"/>
                  <a:gd name="T45" fmla="*/ 685 h 685"/>
                  <a:gd name="T46" fmla="*/ 7082 w 7184"/>
                  <a:gd name="T47" fmla="*/ 685 h 685"/>
                  <a:gd name="T48" fmla="*/ 7184 w 7184"/>
                  <a:gd name="T49" fmla="*/ 583 h 685"/>
                  <a:gd name="T50" fmla="*/ 7082 w 7184"/>
                  <a:gd name="T51" fmla="*/ 481 h 685"/>
                  <a:gd name="T52" fmla="*/ 102 w 7184"/>
                  <a:gd name="T53" fmla="*/ 481 h 685"/>
                  <a:gd name="T54" fmla="*/ 0 w 7184"/>
                  <a:gd name="T55" fmla="*/ 583 h 685"/>
                  <a:gd name="T56" fmla="*/ 0 w 7184"/>
                  <a:gd name="T57" fmla="*/ 583 h 685"/>
                  <a:gd name="T58" fmla="*/ 0 w 7184"/>
                  <a:gd name="T59" fmla="*/ 58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84" h="685">
                    <a:moveTo>
                      <a:pt x="539" y="0"/>
                    </a:moveTo>
                    <a:cubicBezTo>
                      <a:pt x="484" y="40"/>
                      <a:pt x="484" y="40"/>
                      <a:pt x="484" y="4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5" y="40"/>
                      <a:pt x="375" y="40"/>
                      <a:pt x="375" y="40"/>
                    </a:cubicBezTo>
                    <a:cubicBezTo>
                      <a:pt x="321" y="0"/>
                      <a:pt x="321" y="0"/>
                      <a:pt x="321" y="0"/>
                    </a:cubicBezTo>
                    <a:cubicBezTo>
                      <a:pt x="267" y="40"/>
                      <a:pt x="267" y="40"/>
                      <a:pt x="267" y="40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162" y="37"/>
                      <a:pt x="162" y="37"/>
                      <a:pt x="162" y="37"/>
                    </a:cubicBezTo>
                    <a:cubicBezTo>
                      <a:pt x="168" y="88"/>
                      <a:pt x="168" y="88"/>
                      <a:pt x="168" y="88"/>
                    </a:cubicBezTo>
                    <a:cubicBezTo>
                      <a:pt x="213" y="56"/>
                      <a:pt x="213" y="56"/>
                      <a:pt x="213" y="56"/>
                    </a:cubicBezTo>
                    <a:cubicBezTo>
                      <a:pt x="267" y="96"/>
                      <a:pt x="267" y="96"/>
                      <a:pt x="267" y="96"/>
                    </a:cubicBezTo>
                    <a:cubicBezTo>
                      <a:pt x="321" y="56"/>
                      <a:pt x="321" y="56"/>
                      <a:pt x="321" y="56"/>
                    </a:cubicBezTo>
                    <a:cubicBezTo>
                      <a:pt x="375" y="96"/>
                      <a:pt x="375" y="96"/>
                      <a:pt x="375" y="96"/>
                    </a:cubicBezTo>
                    <a:cubicBezTo>
                      <a:pt x="376" y="96"/>
                      <a:pt x="376" y="96"/>
                      <a:pt x="376" y="96"/>
                    </a:cubicBezTo>
                    <a:cubicBezTo>
                      <a:pt x="430" y="56"/>
                      <a:pt x="430" y="56"/>
                      <a:pt x="430" y="56"/>
                    </a:cubicBezTo>
                    <a:cubicBezTo>
                      <a:pt x="484" y="96"/>
                      <a:pt x="484" y="96"/>
                      <a:pt x="484" y="96"/>
                    </a:cubicBezTo>
                    <a:cubicBezTo>
                      <a:pt x="539" y="56"/>
                      <a:pt x="539" y="56"/>
                      <a:pt x="539" y="56"/>
                    </a:cubicBezTo>
                    <a:cubicBezTo>
                      <a:pt x="585" y="90"/>
                      <a:pt x="585" y="90"/>
                      <a:pt x="585" y="90"/>
                    </a:cubicBezTo>
                    <a:cubicBezTo>
                      <a:pt x="590" y="38"/>
                      <a:pt x="590" y="38"/>
                      <a:pt x="590" y="38"/>
                    </a:cubicBezTo>
                    <a:lnTo>
                      <a:pt x="539" y="0"/>
                    </a:lnTo>
                    <a:close/>
                    <a:moveTo>
                      <a:pt x="0" y="583"/>
                    </a:moveTo>
                    <a:cubicBezTo>
                      <a:pt x="0" y="639"/>
                      <a:pt x="46" y="685"/>
                      <a:pt x="102" y="685"/>
                    </a:cubicBezTo>
                    <a:cubicBezTo>
                      <a:pt x="7082" y="685"/>
                      <a:pt x="7082" y="685"/>
                      <a:pt x="7082" y="685"/>
                    </a:cubicBezTo>
                    <a:cubicBezTo>
                      <a:pt x="7138" y="685"/>
                      <a:pt x="7184" y="639"/>
                      <a:pt x="7184" y="583"/>
                    </a:cubicBezTo>
                    <a:cubicBezTo>
                      <a:pt x="7184" y="527"/>
                      <a:pt x="7138" y="481"/>
                      <a:pt x="7082" y="481"/>
                    </a:cubicBezTo>
                    <a:cubicBezTo>
                      <a:pt x="102" y="481"/>
                      <a:pt x="102" y="481"/>
                      <a:pt x="102" y="481"/>
                    </a:cubicBezTo>
                    <a:cubicBezTo>
                      <a:pt x="46" y="481"/>
                      <a:pt x="0" y="527"/>
                      <a:pt x="0" y="583"/>
                    </a:cubicBezTo>
                    <a:close/>
                    <a:moveTo>
                      <a:pt x="0" y="583"/>
                    </a:moveTo>
                    <a:cubicBezTo>
                      <a:pt x="0" y="583"/>
                      <a:pt x="0" y="583"/>
                      <a:pt x="0" y="583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38"/>
              <p:cNvSpPr>
                <a:spLocks noEditPoints="1"/>
              </p:cNvSpPr>
              <p:nvPr userDrawn="1"/>
            </p:nvSpPr>
            <p:spPr bwMode="auto">
              <a:xfrm>
                <a:off x="1117" y="1150"/>
                <a:ext cx="12" cy="495"/>
              </a:xfrm>
              <a:custGeom>
                <a:avLst/>
                <a:gdLst>
                  <a:gd name="T0" fmla="*/ 9 w 12"/>
                  <a:gd name="T1" fmla="*/ 0 h 495"/>
                  <a:gd name="T2" fmla="*/ 6 w 12"/>
                  <a:gd name="T3" fmla="*/ 2 h 495"/>
                  <a:gd name="T4" fmla="*/ 4 w 12"/>
                  <a:gd name="T5" fmla="*/ 23 h 495"/>
                  <a:gd name="T6" fmla="*/ 12 w 12"/>
                  <a:gd name="T7" fmla="*/ 25 h 495"/>
                  <a:gd name="T8" fmla="*/ 12 w 12"/>
                  <a:gd name="T9" fmla="*/ 0 h 495"/>
                  <a:gd name="T10" fmla="*/ 9 w 12"/>
                  <a:gd name="T11" fmla="*/ 0 h 495"/>
                  <a:gd name="T12" fmla="*/ 2 w 12"/>
                  <a:gd name="T13" fmla="*/ 424 h 495"/>
                  <a:gd name="T14" fmla="*/ 1 w 12"/>
                  <a:gd name="T15" fmla="*/ 483 h 495"/>
                  <a:gd name="T16" fmla="*/ 6 w 12"/>
                  <a:gd name="T17" fmla="*/ 495 h 495"/>
                  <a:gd name="T18" fmla="*/ 12 w 12"/>
                  <a:gd name="T19" fmla="*/ 494 h 495"/>
                  <a:gd name="T20" fmla="*/ 12 w 12"/>
                  <a:gd name="T21" fmla="*/ 475 h 495"/>
                  <a:gd name="T22" fmla="*/ 2 w 12"/>
                  <a:gd name="T23" fmla="*/ 456 h 495"/>
                  <a:gd name="T24" fmla="*/ 3 w 12"/>
                  <a:gd name="T25" fmla="*/ 451 h 495"/>
                  <a:gd name="T26" fmla="*/ 12 w 12"/>
                  <a:gd name="T27" fmla="*/ 441 h 495"/>
                  <a:gd name="T28" fmla="*/ 12 w 12"/>
                  <a:gd name="T29" fmla="*/ 415 h 495"/>
                  <a:gd name="T30" fmla="*/ 2 w 12"/>
                  <a:gd name="T31" fmla="*/ 424 h 495"/>
                  <a:gd name="T32" fmla="*/ 4 w 12"/>
                  <a:gd name="T33" fmla="*/ 46 h 495"/>
                  <a:gd name="T34" fmla="*/ 3 w 12"/>
                  <a:gd name="T35" fmla="*/ 63 h 495"/>
                  <a:gd name="T36" fmla="*/ 12 w 12"/>
                  <a:gd name="T37" fmla="*/ 70 h 495"/>
                  <a:gd name="T38" fmla="*/ 12 w 12"/>
                  <a:gd name="T39" fmla="*/ 46 h 495"/>
                  <a:gd name="T40" fmla="*/ 4 w 12"/>
                  <a:gd name="T41" fmla="*/ 46 h 495"/>
                  <a:gd name="T42" fmla="*/ 1 w 12"/>
                  <a:gd name="T43" fmla="*/ 311 h 495"/>
                  <a:gd name="T44" fmla="*/ 12 w 12"/>
                  <a:gd name="T45" fmla="*/ 346 h 495"/>
                  <a:gd name="T46" fmla="*/ 12 w 12"/>
                  <a:gd name="T47" fmla="*/ 282 h 495"/>
                  <a:gd name="T48" fmla="*/ 1 w 12"/>
                  <a:gd name="T49" fmla="*/ 311 h 495"/>
                  <a:gd name="T50" fmla="*/ 1 w 12"/>
                  <a:gd name="T51" fmla="*/ 311 h 495"/>
                  <a:gd name="T52" fmla="*/ 1 w 12"/>
                  <a:gd name="T53" fmla="*/ 311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95">
                    <a:moveTo>
                      <a:pt x="9" y="0"/>
                    </a:moveTo>
                    <a:cubicBezTo>
                      <a:pt x="6" y="0"/>
                      <a:pt x="6" y="0"/>
                      <a:pt x="6" y="2"/>
                    </a:cubicBezTo>
                    <a:cubicBezTo>
                      <a:pt x="5" y="10"/>
                      <a:pt x="4" y="23"/>
                      <a:pt x="4" y="23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9" y="0"/>
                    </a:lnTo>
                    <a:close/>
                    <a:moveTo>
                      <a:pt x="2" y="424"/>
                    </a:moveTo>
                    <a:cubicBezTo>
                      <a:pt x="1" y="483"/>
                      <a:pt x="1" y="483"/>
                      <a:pt x="1" y="483"/>
                    </a:cubicBezTo>
                    <a:cubicBezTo>
                      <a:pt x="0" y="493"/>
                      <a:pt x="2" y="495"/>
                      <a:pt x="6" y="495"/>
                    </a:cubicBezTo>
                    <a:cubicBezTo>
                      <a:pt x="10" y="495"/>
                      <a:pt x="12" y="494"/>
                      <a:pt x="12" y="494"/>
                    </a:cubicBezTo>
                    <a:cubicBezTo>
                      <a:pt x="12" y="475"/>
                      <a:pt x="12" y="475"/>
                      <a:pt x="12" y="475"/>
                    </a:cubicBezTo>
                    <a:cubicBezTo>
                      <a:pt x="2" y="456"/>
                      <a:pt x="2" y="456"/>
                      <a:pt x="2" y="456"/>
                    </a:cubicBezTo>
                    <a:cubicBezTo>
                      <a:pt x="3" y="451"/>
                      <a:pt x="3" y="451"/>
                      <a:pt x="3" y="451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12" y="415"/>
                      <a:pt x="12" y="415"/>
                      <a:pt x="12" y="415"/>
                    </a:cubicBezTo>
                    <a:cubicBezTo>
                      <a:pt x="4" y="416"/>
                      <a:pt x="2" y="418"/>
                      <a:pt x="2" y="424"/>
                    </a:cubicBezTo>
                    <a:close/>
                    <a:moveTo>
                      <a:pt x="4" y="46"/>
                    </a:moveTo>
                    <a:cubicBezTo>
                      <a:pt x="3" y="63"/>
                      <a:pt x="3" y="63"/>
                      <a:pt x="3" y="63"/>
                    </a:cubicBezTo>
                    <a:cubicBezTo>
                      <a:pt x="3" y="67"/>
                      <a:pt x="6" y="70"/>
                      <a:pt x="12" y="70"/>
                    </a:cubicBezTo>
                    <a:cubicBezTo>
                      <a:pt x="12" y="46"/>
                      <a:pt x="12" y="46"/>
                      <a:pt x="12" y="46"/>
                    </a:cubicBezTo>
                    <a:lnTo>
                      <a:pt x="4" y="46"/>
                    </a:lnTo>
                    <a:close/>
                    <a:moveTo>
                      <a:pt x="1" y="311"/>
                    </a:moveTo>
                    <a:cubicBezTo>
                      <a:pt x="1" y="331"/>
                      <a:pt x="5" y="342"/>
                      <a:pt x="12" y="346"/>
                    </a:cubicBezTo>
                    <a:cubicBezTo>
                      <a:pt x="12" y="282"/>
                      <a:pt x="12" y="282"/>
                      <a:pt x="12" y="282"/>
                    </a:cubicBezTo>
                    <a:cubicBezTo>
                      <a:pt x="4" y="284"/>
                      <a:pt x="1" y="292"/>
                      <a:pt x="1" y="311"/>
                    </a:cubicBezTo>
                    <a:close/>
                    <a:moveTo>
                      <a:pt x="1" y="311"/>
                    </a:moveTo>
                    <a:cubicBezTo>
                      <a:pt x="1" y="311"/>
                      <a:pt x="1" y="311"/>
                      <a:pt x="1" y="3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39"/>
              <p:cNvSpPr>
                <a:spLocks noEditPoints="1"/>
              </p:cNvSpPr>
              <p:nvPr userDrawn="1"/>
            </p:nvSpPr>
            <p:spPr bwMode="auto">
              <a:xfrm>
                <a:off x="960" y="771"/>
                <a:ext cx="169" cy="1268"/>
              </a:xfrm>
              <a:custGeom>
                <a:avLst/>
                <a:gdLst>
                  <a:gd name="T0" fmla="*/ 47 w 169"/>
                  <a:gd name="T1" fmla="*/ 968 h 1268"/>
                  <a:gd name="T2" fmla="*/ 169 w 169"/>
                  <a:gd name="T3" fmla="*/ 988 h 1268"/>
                  <a:gd name="T4" fmla="*/ 145 w 169"/>
                  <a:gd name="T5" fmla="*/ 968 h 1268"/>
                  <a:gd name="T6" fmla="*/ 169 w 169"/>
                  <a:gd name="T7" fmla="*/ 948 h 1268"/>
                  <a:gd name="T8" fmla="*/ 169 w 169"/>
                  <a:gd name="T9" fmla="*/ 890 h 1268"/>
                  <a:gd name="T10" fmla="*/ 112 w 169"/>
                  <a:gd name="T11" fmla="*/ 890 h 1268"/>
                  <a:gd name="T12" fmla="*/ 125 w 169"/>
                  <a:gd name="T13" fmla="*/ 862 h 1268"/>
                  <a:gd name="T14" fmla="*/ 119 w 169"/>
                  <a:gd name="T15" fmla="*/ 794 h 1268"/>
                  <a:gd name="T16" fmla="*/ 113 w 169"/>
                  <a:gd name="T17" fmla="*/ 792 h 1268"/>
                  <a:gd name="T18" fmla="*/ 141 w 169"/>
                  <a:gd name="T19" fmla="*/ 779 h 1268"/>
                  <a:gd name="T20" fmla="*/ 169 w 169"/>
                  <a:gd name="T21" fmla="*/ 751 h 1268"/>
                  <a:gd name="T22" fmla="*/ 169 w 169"/>
                  <a:gd name="T23" fmla="*/ 638 h 1268"/>
                  <a:gd name="T24" fmla="*/ 168 w 169"/>
                  <a:gd name="T25" fmla="*/ 609 h 1268"/>
                  <a:gd name="T26" fmla="*/ 169 w 169"/>
                  <a:gd name="T27" fmla="*/ 595 h 1268"/>
                  <a:gd name="T28" fmla="*/ 165 w 169"/>
                  <a:gd name="T29" fmla="*/ 579 h 1268"/>
                  <a:gd name="T30" fmla="*/ 149 w 169"/>
                  <a:gd name="T31" fmla="*/ 587 h 1268"/>
                  <a:gd name="T32" fmla="*/ 154 w 169"/>
                  <a:gd name="T33" fmla="*/ 594 h 1268"/>
                  <a:gd name="T34" fmla="*/ 160 w 169"/>
                  <a:gd name="T35" fmla="*/ 596 h 1268"/>
                  <a:gd name="T36" fmla="*/ 132 w 169"/>
                  <a:gd name="T37" fmla="*/ 610 h 1268"/>
                  <a:gd name="T38" fmla="*/ 111 w 169"/>
                  <a:gd name="T39" fmla="*/ 595 h 1268"/>
                  <a:gd name="T40" fmla="*/ 147 w 169"/>
                  <a:gd name="T41" fmla="*/ 500 h 1268"/>
                  <a:gd name="T42" fmla="*/ 169 w 169"/>
                  <a:gd name="T43" fmla="*/ 471 h 1268"/>
                  <a:gd name="T44" fmla="*/ 114 w 169"/>
                  <a:gd name="T45" fmla="*/ 471 h 1268"/>
                  <a:gd name="T46" fmla="*/ 127 w 169"/>
                  <a:gd name="T47" fmla="*/ 443 h 1268"/>
                  <a:gd name="T48" fmla="*/ 122 w 169"/>
                  <a:gd name="T49" fmla="*/ 375 h 1268"/>
                  <a:gd name="T50" fmla="*/ 115 w 169"/>
                  <a:gd name="T51" fmla="*/ 373 h 1268"/>
                  <a:gd name="T52" fmla="*/ 145 w 169"/>
                  <a:gd name="T53" fmla="*/ 359 h 1268"/>
                  <a:gd name="T54" fmla="*/ 169 w 169"/>
                  <a:gd name="T55" fmla="*/ 324 h 1268"/>
                  <a:gd name="T56" fmla="*/ 145 w 169"/>
                  <a:gd name="T57" fmla="*/ 304 h 1268"/>
                  <a:gd name="T58" fmla="*/ 169 w 169"/>
                  <a:gd name="T59" fmla="*/ 284 h 1268"/>
                  <a:gd name="T60" fmla="*/ 167 w 169"/>
                  <a:gd name="T61" fmla="*/ 249 h 1268"/>
                  <a:gd name="T62" fmla="*/ 47 w 169"/>
                  <a:gd name="T63" fmla="*/ 49 h 1268"/>
                  <a:gd name="T64" fmla="*/ 169 w 169"/>
                  <a:gd name="T65" fmla="*/ 0 h 1268"/>
                  <a:gd name="T66" fmla="*/ 0 w 169"/>
                  <a:gd name="T67" fmla="*/ 1268 h 1268"/>
                  <a:gd name="T68" fmla="*/ 169 w 169"/>
                  <a:gd name="T69" fmla="*/ 1222 h 1268"/>
                  <a:gd name="T70" fmla="*/ 47 w 169"/>
                  <a:gd name="T71" fmla="*/ 1222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9" h="1268">
                    <a:moveTo>
                      <a:pt x="47" y="1222"/>
                    </a:moveTo>
                    <a:cubicBezTo>
                      <a:pt x="47" y="968"/>
                      <a:pt x="47" y="968"/>
                      <a:pt x="47" y="968"/>
                    </a:cubicBezTo>
                    <a:cubicBezTo>
                      <a:pt x="169" y="1022"/>
                      <a:pt x="169" y="1022"/>
                      <a:pt x="169" y="1022"/>
                    </a:cubicBezTo>
                    <a:cubicBezTo>
                      <a:pt x="169" y="988"/>
                      <a:pt x="169" y="988"/>
                      <a:pt x="169" y="988"/>
                    </a:cubicBezTo>
                    <a:cubicBezTo>
                      <a:pt x="168" y="988"/>
                      <a:pt x="167" y="988"/>
                      <a:pt x="166" y="988"/>
                    </a:cubicBezTo>
                    <a:cubicBezTo>
                      <a:pt x="154" y="988"/>
                      <a:pt x="145" y="979"/>
                      <a:pt x="145" y="968"/>
                    </a:cubicBezTo>
                    <a:cubicBezTo>
                      <a:pt x="145" y="957"/>
                      <a:pt x="154" y="948"/>
                      <a:pt x="166" y="948"/>
                    </a:cubicBezTo>
                    <a:cubicBezTo>
                      <a:pt x="167" y="948"/>
                      <a:pt x="168" y="948"/>
                      <a:pt x="169" y="948"/>
                    </a:cubicBezTo>
                    <a:cubicBezTo>
                      <a:pt x="169" y="889"/>
                      <a:pt x="169" y="889"/>
                      <a:pt x="169" y="889"/>
                    </a:cubicBezTo>
                    <a:cubicBezTo>
                      <a:pt x="169" y="890"/>
                      <a:pt x="169" y="890"/>
                      <a:pt x="169" y="890"/>
                    </a:cubicBezTo>
                    <a:cubicBezTo>
                      <a:pt x="169" y="890"/>
                      <a:pt x="148" y="889"/>
                      <a:pt x="140" y="889"/>
                    </a:cubicBezTo>
                    <a:cubicBezTo>
                      <a:pt x="130" y="889"/>
                      <a:pt x="112" y="890"/>
                      <a:pt x="112" y="890"/>
                    </a:cubicBezTo>
                    <a:cubicBezTo>
                      <a:pt x="113" y="876"/>
                      <a:pt x="113" y="876"/>
                      <a:pt x="113" y="876"/>
                    </a:cubicBezTo>
                    <a:cubicBezTo>
                      <a:pt x="122" y="874"/>
                      <a:pt x="125" y="871"/>
                      <a:pt x="125" y="862"/>
                    </a:cubicBezTo>
                    <a:cubicBezTo>
                      <a:pt x="125" y="803"/>
                      <a:pt x="125" y="803"/>
                      <a:pt x="125" y="803"/>
                    </a:cubicBezTo>
                    <a:cubicBezTo>
                      <a:pt x="125" y="796"/>
                      <a:pt x="123" y="794"/>
                      <a:pt x="119" y="794"/>
                    </a:cubicBezTo>
                    <a:cubicBezTo>
                      <a:pt x="117" y="794"/>
                      <a:pt x="114" y="794"/>
                      <a:pt x="114" y="794"/>
                    </a:cubicBezTo>
                    <a:cubicBezTo>
                      <a:pt x="113" y="792"/>
                      <a:pt x="113" y="792"/>
                      <a:pt x="113" y="792"/>
                    </a:cubicBezTo>
                    <a:cubicBezTo>
                      <a:pt x="114" y="779"/>
                      <a:pt x="114" y="779"/>
                      <a:pt x="114" y="779"/>
                    </a:cubicBezTo>
                    <a:cubicBezTo>
                      <a:pt x="114" y="779"/>
                      <a:pt x="138" y="779"/>
                      <a:pt x="141" y="779"/>
                    </a:cubicBezTo>
                    <a:cubicBezTo>
                      <a:pt x="147" y="779"/>
                      <a:pt x="163" y="779"/>
                      <a:pt x="169" y="779"/>
                    </a:cubicBezTo>
                    <a:cubicBezTo>
                      <a:pt x="169" y="751"/>
                      <a:pt x="169" y="751"/>
                      <a:pt x="169" y="751"/>
                    </a:cubicBezTo>
                    <a:cubicBezTo>
                      <a:pt x="138" y="751"/>
                      <a:pt x="119" y="731"/>
                      <a:pt x="119" y="697"/>
                    </a:cubicBezTo>
                    <a:cubicBezTo>
                      <a:pt x="119" y="662"/>
                      <a:pt x="137" y="642"/>
                      <a:pt x="169" y="638"/>
                    </a:cubicBezTo>
                    <a:cubicBezTo>
                      <a:pt x="169" y="611"/>
                      <a:pt x="169" y="611"/>
                      <a:pt x="169" y="611"/>
                    </a:cubicBezTo>
                    <a:cubicBezTo>
                      <a:pt x="168" y="609"/>
                      <a:pt x="168" y="609"/>
                      <a:pt x="168" y="609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79"/>
                      <a:pt x="169" y="579"/>
                      <a:pt x="169" y="579"/>
                    </a:cubicBezTo>
                    <a:cubicBezTo>
                      <a:pt x="165" y="579"/>
                      <a:pt x="165" y="579"/>
                      <a:pt x="165" y="579"/>
                    </a:cubicBezTo>
                    <a:cubicBezTo>
                      <a:pt x="161" y="579"/>
                      <a:pt x="156" y="579"/>
                      <a:pt x="151" y="580"/>
                    </a:cubicBezTo>
                    <a:cubicBezTo>
                      <a:pt x="149" y="587"/>
                      <a:pt x="149" y="587"/>
                      <a:pt x="149" y="587"/>
                    </a:cubicBezTo>
                    <a:cubicBezTo>
                      <a:pt x="149" y="589"/>
                      <a:pt x="149" y="590"/>
                      <a:pt x="149" y="591"/>
                    </a:cubicBezTo>
                    <a:cubicBezTo>
                      <a:pt x="149" y="594"/>
                      <a:pt x="149" y="594"/>
                      <a:pt x="154" y="594"/>
                    </a:cubicBezTo>
                    <a:cubicBezTo>
                      <a:pt x="159" y="594"/>
                      <a:pt x="159" y="594"/>
                      <a:pt x="159" y="594"/>
                    </a:cubicBezTo>
                    <a:cubicBezTo>
                      <a:pt x="160" y="596"/>
                      <a:pt x="160" y="596"/>
                      <a:pt x="160" y="596"/>
                    </a:cubicBezTo>
                    <a:cubicBezTo>
                      <a:pt x="159" y="610"/>
                      <a:pt x="159" y="610"/>
                      <a:pt x="159" y="610"/>
                    </a:cubicBezTo>
                    <a:cubicBezTo>
                      <a:pt x="159" y="610"/>
                      <a:pt x="143" y="610"/>
                      <a:pt x="132" y="610"/>
                    </a:cubicBezTo>
                    <a:cubicBezTo>
                      <a:pt x="122" y="610"/>
                      <a:pt x="110" y="610"/>
                      <a:pt x="110" y="610"/>
                    </a:cubicBezTo>
                    <a:cubicBezTo>
                      <a:pt x="111" y="595"/>
                      <a:pt x="111" y="595"/>
                      <a:pt x="111" y="595"/>
                    </a:cubicBezTo>
                    <a:cubicBezTo>
                      <a:pt x="115" y="594"/>
                      <a:pt x="118" y="591"/>
                      <a:pt x="119" y="586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169" y="499"/>
                      <a:pt x="169" y="499"/>
                      <a:pt x="169" y="499"/>
                    </a:cubicBezTo>
                    <a:cubicBezTo>
                      <a:pt x="169" y="471"/>
                      <a:pt x="169" y="471"/>
                      <a:pt x="169" y="471"/>
                    </a:cubicBezTo>
                    <a:cubicBezTo>
                      <a:pt x="161" y="471"/>
                      <a:pt x="148" y="470"/>
                      <a:pt x="145" y="470"/>
                    </a:cubicBezTo>
                    <a:cubicBezTo>
                      <a:pt x="134" y="470"/>
                      <a:pt x="114" y="471"/>
                      <a:pt x="114" y="471"/>
                    </a:cubicBezTo>
                    <a:cubicBezTo>
                      <a:pt x="115" y="456"/>
                      <a:pt x="115" y="456"/>
                      <a:pt x="115" y="456"/>
                    </a:cubicBezTo>
                    <a:cubicBezTo>
                      <a:pt x="124" y="454"/>
                      <a:pt x="127" y="452"/>
                      <a:pt x="127" y="443"/>
                    </a:cubicBezTo>
                    <a:cubicBezTo>
                      <a:pt x="127" y="382"/>
                      <a:pt x="127" y="382"/>
                      <a:pt x="127" y="382"/>
                    </a:cubicBezTo>
                    <a:cubicBezTo>
                      <a:pt x="127" y="377"/>
                      <a:pt x="125" y="375"/>
                      <a:pt x="122" y="375"/>
                    </a:cubicBezTo>
                    <a:cubicBezTo>
                      <a:pt x="120" y="375"/>
                      <a:pt x="117" y="375"/>
                      <a:pt x="117" y="375"/>
                    </a:cubicBezTo>
                    <a:cubicBezTo>
                      <a:pt x="115" y="373"/>
                      <a:pt x="115" y="373"/>
                      <a:pt x="115" y="373"/>
                    </a:cubicBezTo>
                    <a:cubicBezTo>
                      <a:pt x="117" y="359"/>
                      <a:pt x="117" y="359"/>
                      <a:pt x="117" y="359"/>
                    </a:cubicBezTo>
                    <a:cubicBezTo>
                      <a:pt x="117" y="359"/>
                      <a:pt x="140" y="359"/>
                      <a:pt x="145" y="359"/>
                    </a:cubicBezTo>
                    <a:cubicBezTo>
                      <a:pt x="149" y="359"/>
                      <a:pt x="160" y="359"/>
                      <a:pt x="169" y="359"/>
                    </a:cubicBezTo>
                    <a:cubicBezTo>
                      <a:pt x="169" y="324"/>
                      <a:pt x="169" y="324"/>
                      <a:pt x="169" y="324"/>
                    </a:cubicBezTo>
                    <a:cubicBezTo>
                      <a:pt x="168" y="324"/>
                      <a:pt x="166" y="324"/>
                      <a:pt x="165" y="324"/>
                    </a:cubicBezTo>
                    <a:cubicBezTo>
                      <a:pt x="154" y="324"/>
                      <a:pt x="145" y="315"/>
                      <a:pt x="145" y="304"/>
                    </a:cubicBezTo>
                    <a:cubicBezTo>
                      <a:pt x="145" y="293"/>
                      <a:pt x="154" y="284"/>
                      <a:pt x="165" y="284"/>
                    </a:cubicBezTo>
                    <a:cubicBezTo>
                      <a:pt x="166" y="284"/>
                      <a:pt x="167" y="284"/>
                      <a:pt x="169" y="284"/>
                    </a:cubicBezTo>
                    <a:cubicBezTo>
                      <a:pt x="169" y="250"/>
                      <a:pt x="169" y="250"/>
                      <a:pt x="169" y="250"/>
                    </a:cubicBezTo>
                    <a:cubicBezTo>
                      <a:pt x="167" y="249"/>
                      <a:pt x="167" y="249"/>
                      <a:pt x="167" y="249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68"/>
                      <a:pt x="0" y="1268"/>
                      <a:pt x="0" y="1268"/>
                    </a:cubicBezTo>
                    <a:cubicBezTo>
                      <a:pt x="169" y="1268"/>
                      <a:pt x="169" y="1268"/>
                      <a:pt x="169" y="1268"/>
                    </a:cubicBezTo>
                    <a:cubicBezTo>
                      <a:pt x="169" y="1222"/>
                      <a:pt x="169" y="1222"/>
                      <a:pt x="169" y="1222"/>
                    </a:cubicBezTo>
                    <a:cubicBezTo>
                      <a:pt x="47" y="1222"/>
                      <a:pt x="47" y="1222"/>
                      <a:pt x="47" y="1222"/>
                    </a:cubicBezTo>
                    <a:close/>
                    <a:moveTo>
                      <a:pt x="47" y="1222"/>
                    </a:moveTo>
                    <a:cubicBezTo>
                      <a:pt x="47" y="1222"/>
                      <a:pt x="47" y="1222"/>
                      <a:pt x="47" y="12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40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41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moveTo>
                      <a:pt x="12" y="0"/>
                    </a:move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42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close/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C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43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4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24" cy="570"/>
              </a:xfrm>
              <a:custGeom>
                <a:avLst/>
                <a:gdLst>
                  <a:gd name="T0" fmla="*/ 15 w 24"/>
                  <a:gd name="T1" fmla="*/ 551 h 570"/>
                  <a:gd name="T2" fmla="*/ 24 w 24"/>
                  <a:gd name="T3" fmla="*/ 570 h 570"/>
                  <a:gd name="T4" fmla="*/ 24 w 24"/>
                  <a:gd name="T5" fmla="*/ 536 h 570"/>
                  <a:gd name="T6" fmla="*/ 15 w 24"/>
                  <a:gd name="T7" fmla="*/ 546 h 570"/>
                  <a:gd name="T8" fmla="*/ 15 w 24"/>
                  <a:gd name="T9" fmla="*/ 551 h 570"/>
                  <a:gd name="T10" fmla="*/ 0 w 24"/>
                  <a:gd name="T11" fmla="*/ 20 h 570"/>
                  <a:gd name="T12" fmla="*/ 21 w 24"/>
                  <a:gd name="T13" fmla="*/ 40 h 570"/>
                  <a:gd name="T14" fmla="*/ 24 w 24"/>
                  <a:gd name="T15" fmla="*/ 39 h 570"/>
                  <a:gd name="T16" fmla="*/ 24 w 24"/>
                  <a:gd name="T17" fmla="*/ 0 h 570"/>
                  <a:gd name="T18" fmla="*/ 21 w 24"/>
                  <a:gd name="T19" fmla="*/ 0 h 570"/>
                  <a:gd name="T20" fmla="*/ 0 w 24"/>
                  <a:gd name="T21" fmla="*/ 20 h 570"/>
                  <a:gd name="T22" fmla="*/ 0 w 24"/>
                  <a:gd name="T23" fmla="*/ 20 h 570"/>
                  <a:gd name="T24" fmla="*/ 0 w 24"/>
                  <a:gd name="T25" fmla="*/ 2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570">
                    <a:moveTo>
                      <a:pt x="15" y="551"/>
                    </a:moveTo>
                    <a:cubicBezTo>
                      <a:pt x="24" y="570"/>
                      <a:pt x="24" y="570"/>
                      <a:pt x="24" y="570"/>
                    </a:cubicBezTo>
                    <a:cubicBezTo>
                      <a:pt x="24" y="536"/>
                      <a:pt x="24" y="536"/>
                      <a:pt x="24" y="536"/>
                    </a:cubicBezTo>
                    <a:cubicBezTo>
                      <a:pt x="15" y="546"/>
                      <a:pt x="15" y="546"/>
                      <a:pt x="15" y="546"/>
                    </a:cubicBezTo>
                    <a:lnTo>
                      <a:pt x="15" y="551"/>
                    </a:lnTo>
                    <a:close/>
                    <a:moveTo>
                      <a:pt x="0" y="20"/>
                    </a:moveTo>
                    <a:cubicBezTo>
                      <a:pt x="0" y="31"/>
                      <a:pt x="9" y="40"/>
                      <a:pt x="21" y="40"/>
                    </a:cubicBezTo>
                    <a:cubicBezTo>
                      <a:pt x="22" y="40"/>
                      <a:pt x="23" y="39"/>
                      <a:pt x="24" y="39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9" y="0"/>
                      <a:pt x="0" y="8"/>
                      <a:pt x="0" y="20"/>
                    </a:cubicBezTo>
                    <a:close/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Rectangle 45"/>
              <p:cNvSpPr>
                <a:spLocks noChangeArrowheads="1"/>
              </p:cNvSpPr>
              <p:nvPr userDrawn="1"/>
            </p:nvSpPr>
            <p:spPr bwMode="auto">
              <a:xfrm>
                <a:off x="1297" y="771"/>
                <a:ext cx="1" cy="1268"/>
              </a:xfrm>
              <a:prstGeom prst="rect">
                <a:avLst/>
              </a:prstGeom>
              <a:solidFill>
                <a:srgbClr val="3F2B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46"/>
              <p:cNvSpPr>
                <a:spLocks noEditPoints="1"/>
              </p:cNvSpPr>
              <p:nvPr userDrawn="1"/>
            </p:nvSpPr>
            <p:spPr bwMode="auto">
              <a:xfrm>
                <a:off x="1129" y="1300"/>
                <a:ext cx="5" cy="29"/>
              </a:xfrm>
              <a:custGeom>
                <a:avLst/>
                <a:gdLst>
                  <a:gd name="T0" fmla="*/ 0 w 5"/>
                  <a:gd name="T1" fmla="*/ 0 h 29"/>
                  <a:gd name="T2" fmla="*/ 0 w 5"/>
                  <a:gd name="T3" fmla="*/ 29 h 29"/>
                  <a:gd name="T4" fmla="*/ 5 w 5"/>
                  <a:gd name="T5" fmla="*/ 28 h 29"/>
                  <a:gd name="T6" fmla="*/ 0 w 5"/>
                  <a:gd name="T7" fmla="*/ 0 h 29"/>
                  <a:gd name="T8" fmla="*/ 0 w 5"/>
                  <a:gd name="T9" fmla="*/ 0 h 29"/>
                  <a:gd name="T10" fmla="*/ 0 w 5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9">
                    <a:moveTo>
                      <a:pt x="0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" y="29"/>
                      <a:pt x="5" y="28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47"/>
              <p:cNvSpPr>
                <a:spLocks noEditPoints="1"/>
              </p:cNvSpPr>
              <p:nvPr userDrawn="1"/>
            </p:nvSpPr>
            <p:spPr bwMode="auto">
              <a:xfrm>
                <a:off x="1129" y="1196"/>
                <a:ext cx="16" cy="24"/>
              </a:xfrm>
              <a:custGeom>
                <a:avLst/>
                <a:gdLst>
                  <a:gd name="T0" fmla="*/ 16 w 16"/>
                  <a:gd name="T1" fmla="*/ 12 h 24"/>
                  <a:gd name="T2" fmla="*/ 5 w 16"/>
                  <a:gd name="T3" fmla="*/ 0 h 24"/>
                  <a:gd name="T4" fmla="*/ 0 w 16"/>
                  <a:gd name="T5" fmla="*/ 0 h 24"/>
                  <a:gd name="T6" fmla="*/ 0 w 16"/>
                  <a:gd name="T7" fmla="*/ 24 h 24"/>
                  <a:gd name="T8" fmla="*/ 4 w 16"/>
                  <a:gd name="T9" fmla="*/ 24 h 24"/>
                  <a:gd name="T10" fmla="*/ 16 w 16"/>
                  <a:gd name="T11" fmla="*/ 12 h 24"/>
                  <a:gd name="T12" fmla="*/ 16 w 16"/>
                  <a:gd name="T13" fmla="*/ 12 h 24"/>
                  <a:gd name="T14" fmla="*/ 16 w 16"/>
                  <a:gd name="T15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4">
                    <a:moveTo>
                      <a:pt x="16" y="12"/>
                    </a:moveTo>
                    <a:cubicBezTo>
                      <a:pt x="16" y="6"/>
                      <a:pt x="12" y="2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2" y="24"/>
                      <a:pt x="4" y="24"/>
                    </a:cubicBezTo>
                    <a:cubicBezTo>
                      <a:pt x="12" y="24"/>
                      <a:pt x="16" y="20"/>
                      <a:pt x="16" y="12"/>
                    </a:cubicBezTo>
                    <a:close/>
                    <a:moveTo>
                      <a:pt x="16" y="12"/>
                    </a:move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48"/>
              <p:cNvSpPr>
                <a:spLocks noEditPoints="1"/>
              </p:cNvSpPr>
              <p:nvPr userDrawn="1"/>
            </p:nvSpPr>
            <p:spPr bwMode="auto">
              <a:xfrm>
                <a:off x="1129" y="771"/>
                <a:ext cx="169" cy="1270"/>
              </a:xfrm>
              <a:custGeom>
                <a:avLst/>
                <a:gdLst>
                  <a:gd name="T0" fmla="*/ 0 w 169"/>
                  <a:gd name="T1" fmla="*/ 49 h 1270"/>
                  <a:gd name="T2" fmla="*/ 122 w 169"/>
                  <a:gd name="T3" fmla="*/ 304 h 1270"/>
                  <a:gd name="T4" fmla="*/ 0 w 169"/>
                  <a:gd name="T5" fmla="*/ 284 h 1270"/>
                  <a:gd name="T6" fmla="*/ 0 w 169"/>
                  <a:gd name="T7" fmla="*/ 323 h 1270"/>
                  <a:gd name="T8" fmla="*/ 9 w 169"/>
                  <a:gd name="T9" fmla="*/ 358 h 1270"/>
                  <a:gd name="T10" fmla="*/ 32 w 169"/>
                  <a:gd name="T11" fmla="*/ 411 h 1270"/>
                  <a:gd name="T12" fmla="*/ 4 w 169"/>
                  <a:gd name="T13" fmla="*/ 471 h 1270"/>
                  <a:gd name="T14" fmla="*/ 0 w 169"/>
                  <a:gd name="T15" fmla="*/ 498 h 1270"/>
                  <a:gd name="T16" fmla="*/ 26 w 169"/>
                  <a:gd name="T17" fmla="*/ 499 h 1270"/>
                  <a:gd name="T18" fmla="*/ 57 w 169"/>
                  <a:gd name="T19" fmla="*/ 594 h 1270"/>
                  <a:gd name="T20" fmla="*/ 57 w 169"/>
                  <a:gd name="T21" fmla="*/ 610 h 1270"/>
                  <a:gd name="T22" fmla="*/ 0 w 169"/>
                  <a:gd name="T23" fmla="*/ 610 h 1270"/>
                  <a:gd name="T24" fmla="*/ 11 w 169"/>
                  <a:gd name="T25" fmla="*/ 637 h 1270"/>
                  <a:gd name="T26" fmla="*/ 48 w 169"/>
                  <a:gd name="T27" fmla="*/ 645 h 1270"/>
                  <a:gd name="T28" fmla="*/ 17 w 169"/>
                  <a:gd name="T29" fmla="*/ 683 h 1270"/>
                  <a:gd name="T30" fmla="*/ 5 w 169"/>
                  <a:gd name="T31" fmla="*/ 661 h 1270"/>
                  <a:gd name="T32" fmla="*/ 0 w 169"/>
                  <a:gd name="T33" fmla="*/ 726 h 1270"/>
                  <a:gd name="T34" fmla="*/ 20 w 169"/>
                  <a:gd name="T35" fmla="*/ 708 h 1270"/>
                  <a:gd name="T36" fmla="*/ 44 w 169"/>
                  <a:gd name="T37" fmla="*/ 742 h 1270"/>
                  <a:gd name="T38" fmla="*/ 1 w 169"/>
                  <a:gd name="T39" fmla="*/ 751 h 1270"/>
                  <a:gd name="T40" fmla="*/ 0 w 169"/>
                  <a:gd name="T41" fmla="*/ 779 h 1270"/>
                  <a:gd name="T42" fmla="*/ 1 w 169"/>
                  <a:gd name="T43" fmla="*/ 794 h 1270"/>
                  <a:gd name="T44" fmla="*/ 0 w 169"/>
                  <a:gd name="T45" fmla="*/ 820 h 1270"/>
                  <a:gd name="T46" fmla="*/ 14 w 169"/>
                  <a:gd name="T47" fmla="*/ 800 h 1270"/>
                  <a:gd name="T48" fmla="*/ 6 w 169"/>
                  <a:gd name="T49" fmla="*/ 793 h 1270"/>
                  <a:gd name="T50" fmla="*/ 32 w 169"/>
                  <a:gd name="T51" fmla="*/ 779 h 1270"/>
                  <a:gd name="T52" fmla="*/ 58 w 169"/>
                  <a:gd name="T53" fmla="*/ 781 h 1270"/>
                  <a:gd name="T54" fmla="*/ 32 w 169"/>
                  <a:gd name="T55" fmla="*/ 819 h 1270"/>
                  <a:gd name="T56" fmla="*/ 41 w 169"/>
                  <a:gd name="T57" fmla="*/ 860 h 1270"/>
                  <a:gd name="T58" fmla="*/ 59 w 169"/>
                  <a:gd name="T59" fmla="*/ 878 h 1270"/>
                  <a:gd name="T60" fmla="*/ 31 w 169"/>
                  <a:gd name="T61" fmla="*/ 892 h 1270"/>
                  <a:gd name="T62" fmla="*/ 0 w 169"/>
                  <a:gd name="T63" fmla="*/ 854 h 1270"/>
                  <a:gd name="T64" fmla="*/ 2 w 169"/>
                  <a:gd name="T65" fmla="*/ 876 h 1270"/>
                  <a:gd name="T66" fmla="*/ 0 w 169"/>
                  <a:gd name="T67" fmla="*/ 949 h 1270"/>
                  <a:gd name="T68" fmla="*/ 0 w 169"/>
                  <a:gd name="T69" fmla="*/ 988 h 1270"/>
                  <a:gd name="T70" fmla="*/ 2 w 169"/>
                  <a:gd name="T71" fmla="*/ 1024 h 1270"/>
                  <a:gd name="T72" fmla="*/ 122 w 169"/>
                  <a:gd name="T73" fmla="*/ 1224 h 1270"/>
                  <a:gd name="T74" fmla="*/ 0 w 169"/>
                  <a:gd name="T75" fmla="*/ 1270 h 1270"/>
                  <a:gd name="T76" fmla="*/ 169 w 169"/>
                  <a:gd name="T77" fmla="*/ 0 h 1270"/>
                  <a:gd name="T78" fmla="*/ 0 w 169"/>
                  <a:gd name="T79" fmla="*/ 0 h 1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9" h="1270">
                    <a:moveTo>
                      <a:pt x="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304"/>
                      <a:pt x="122" y="304"/>
                      <a:pt x="122" y="304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9" y="285"/>
                      <a:pt x="17" y="294"/>
                      <a:pt x="17" y="304"/>
                    </a:cubicBezTo>
                    <a:cubicBezTo>
                      <a:pt x="17" y="313"/>
                      <a:pt x="9" y="322"/>
                      <a:pt x="0" y="323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5" y="358"/>
                      <a:pt x="9" y="358"/>
                      <a:pt x="9" y="358"/>
                    </a:cubicBezTo>
                    <a:cubicBezTo>
                      <a:pt x="35" y="358"/>
                      <a:pt x="48" y="367"/>
                      <a:pt x="48" y="385"/>
                    </a:cubicBezTo>
                    <a:cubicBezTo>
                      <a:pt x="48" y="397"/>
                      <a:pt x="40" y="405"/>
                      <a:pt x="32" y="411"/>
                    </a:cubicBezTo>
                    <a:cubicBezTo>
                      <a:pt x="42" y="414"/>
                      <a:pt x="53" y="420"/>
                      <a:pt x="53" y="435"/>
                    </a:cubicBezTo>
                    <a:cubicBezTo>
                      <a:pt x="53" y="459"/>
                      <a:pt x="37" y="471"/>
                      <a:pt x="4" y="471"/>
                    </a:cubicBezTo>
                    <a:cubicBezTo>
                      <a:pt x="3" y="471"/>
                      <a:pt x="2" y="471"/>
                      <a:pt x="0" y="471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23" y="497"/>
                      <a:pt x="23" y="497"/>
                      <a:pt x="23" y="497"/>
                    </a:cubicBezTo>
                    <a:cubicBezTo>
                      <a:pt x="26" y="499"/>
                      <a:pt x="26" y="499"/>
                      <a:pt x="26" y="499"/>
                    </a:cubicBezTo>
                    <a:cubicBezTo>
                      <a:pt x="26" y="499"/>
                      <a:pt x="42" y="565"/>
                      <a:pt x="47" y="583"/>
                    </a:cubicBezTo>
                    <a:cubicBezTo>
                      <a:pt x="49" y="591"/>
                      <a:pt x="52" y="594"/>
                      <a:pt x="57" y="594"/>
                    </a:cubicBezTo>
                    <a:cubicBezTo>
                      <a:pt x="58" y="596"/>
                      <a:pt x="58" y="596"/>
                      <a:pt x="58" y="596"/>
                    </a:cubicBezTo>
                    <a:cubicBezTo>
                      <a:pt x="57" y="610"/>
                      <a:pt x="57" y="610"/>
                      <a:pt x="57" y="610"/>
                    </a:cubicBezTo>
                    <a:cubicBezTo>
                      <a:pt x="57" y="610"/>
                      <a:pt x="42" y="609"/>
                      <a:pt x="33" y="609"/>
                    </a:cubicBezTo>
                    <a:cubicBezTo>
                      <a:pt x="17" y="609"/>
                      <a:pt x="0" y="610"/>
                      <a:pt x="0" y="610"/>
                    </a:cubicBezTo>
                    <a:cubicBezTo>
                      <a:pt x="0" y="638"/>
                      <a:pt x="0" y="638"/>
                      <a:pt x="0" y="638"/>
                    </a:cubicBezTo>
                    <a:cubicBezTo>
                      <a:pt x="3" y="637"/>
                      <a:pt x="7" y="637"/>
                      <a:pt x="11" y="637"/>
                    </a:cubicBezTo>
                    <a:cubicBezTo>
                      <a:pt x="25" y="637"/>
                      <a:pt x="46" y="642"/>
                      <a:pt x="46" y="642"/>
                    </a:cubicBezTo>
                    <a:cubicBezTo>
                      <a:pt x="48" y="645"/>
                      <a:pt x="48" y="645"/>
                      <a:pt x="48" y="645"/>
                    </a:cubicBezTo>
                    <a:cubicBezTo>
                      <a:pt x="48" y="645"/>
                      <a:pt x="44" y="660"/>
                      <a:pt x="43" y="681"/>
                    </a:cubicBezTo>
                    <a:cubicBezTo>
                      <a:pt x="17" y="683"/>
                      <a:pt x="17" y="683"/>
                      <a:pt x="17" y="683"/>
                    </a:cubicBezTo>
                    <a:cubicBezTo>
                      <a:pt x="17" y="683"/>
                      <a:pt x="17" y="678"/>
                      <a:pt x="17" y="673"/>
                    </a:cubicBezTo>
                    <a:cubicBezTo>
                      <a:pt x="17" y="664"/>
                      <a:pt x="14" y="661"/>
                      <a:pt x="5" y="661"/>
                    </a:cubicBezTo>
                    <a:cubicBezTo>
                      <a:pt x="3" y="661"/>
                      <a:pt x="2" y="661"/>
                      <a:pt x="0" y="661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2" y="727"/>
                      <a:pt x="4" y="727"/>
                      <a:pt x="6" y="727"/>
                    </a:cubicBezTo>
                    <a:cubicBezTo>
                      <a:pt x="15" y="727"/>
                      <a:pt x="19" y="722"/>
                      <a:pt x="20" y="708"/>
                    </a:cubicBezTo>
                    <a:cubicBezTo>
                      <a:pt x="46" y="706"/>
                      <a:pt x="46" y="706"/>
                      <a:pt x="46" y="706"/>
                    </a:cubicBezTo>
                    <a:cubicBezTo>
                      <a:pt x="46" y="706"/>
                      <a:pt x="44" y="726"/>
                      <a:pt x="44" y="742"/>
                    </a:cubicBezTo>
                    <a:cubicBezTo>
                      <a:pt x="42" y="745"/>
                      <a:pt x="42" y="745"/>
                      <a:pt x="42" y="745"/>
                    </a:cubicBezTo>
                    <a:cubicBezTo>
                      <a:pt x="42" y="745"/>
                      <a:pt x="23" y="751"/>
                      <a:pt x="1" y="751"/>
                    </a:cubicBezTo>
                    <a:cubicBezTo>
                      <a:pt x="0" y="751"/>
                      <a:pt x="0" y="751"/>
                      <a:pt x="0" y="751"/>
                    </a:cubicBezTo>
                    <a:cubicBezTo>
                      <a:pt x="0" y="779"/>
                      <a:pt x="0" y="779"/>
                      <a:pt x="0" y="779"/>
                    </a:cubicBezTo>
                    <a:cubicBezTo>
                      <a:pt x="2" y="779"/>
                      <a:pt x="2" y="779"/>
                      <a:pt x="2" y="779"/>
                    </a:cubicBezTo>
                    <a:cubicBezTo>
                      <a:pt x="1" y="794"/>
                      <a:pt x="1" y="794"/>
                      <a:pt x="1" y="794"/>
                    </a:cubicBezTo>
                    <a:cubicBezTo>
                      <a:pt x="0" y="794"/>
                      <a:pt x="0" y="794"/>
                      <a:pt x="0" y="794"/>
                    </a:cubicBezTo>
                    <a:cubicBezTo>
                      <a:pt x="0" y="820"/>
                      <a:pt x="0" y="820"/>
                      <a:pt x="0" y="820"/>
                    </a:cubicBezTo>
                    <a:cubicBezTo>
                      <a:pt x="11" y="808"/>
                      <a:pt x="11" y="808"/>
                      <a:pt x="11" y="808"/>
                    </a:cubicBezTo>
                    <a:cubicBezTo>
                      <a:pt x="13" y="805"/>
                      <a:pt x="14" y="802"/>
                      <a:pt x="14" y="800"/>
                    </a:cubicBezTo>
                    <a:cubicBezTo>
                      <a:pt x="14" y="796"/>
                      <a:pt x="12" y="795"/>
                      <a:pt x="7" y="794"/>
                    </a:cubicBezTo>
                    <a:cubicBezTo>
                      <a:pt x="6" y="793"/>
                      <a:pt x="6" y="793"/>
                      <a:pt x="6" y="793"/>
                    </a:cubicBezTo>
                    <a:cubicBezTo>
                      <a:pt x="8" y="779"/>
                      <a:pt x="8" y="779"/>
                      <a:pt x="8" y="779"/>
                    </a:cubicBezTo>
                    <a:cubicBezTo>
                      <a:pt x="8" y="779"/>
                      <a:pt x="24" y="779"/>
                      <a:pt x="32" y="779"/>
                    </a:cubicBezTo>
                    <a:cubicBezTo>
                      <a:pt x="39" y="779"/>
                      <a:pt x="57" y="778"/>
                      <a:pt x="57" y="778"/>
                    </a:cubicBezTo>
                    <a:cubicBezTo>
                      <a:pt x="58" y="781"/>
                      <a:pt x="58" y="781"/>
                      <a:pt x="58" y="781"/>
                    </a:cubicBezTo>
                    <a:cubicBezTo>
                      <a:pt x="57" y="794"/>
                      <a:pt x="57" y="794"/>
                      <a:pt x="57" y="794"/>
                    </a:cubicBezTo>
                    <a:cubicBezTo>
                      <a:pt x="49" y="799"/>
                      <a:pt x="41" y="806"/>
                      <a:pt x="32" y="819"/>
                    </a:cubicBezTo>
                    <a:cubicBezTo>
                      <a:pt x="25" y="829"/>
                      <a:pt x="25" y="829"/>
                      <a:pt x="25" y="829"/>
                    </a:cubicBezTo>
                    <a:cubicBezTo>
                      <a:pt x="41" y="860"/>
                      <a:pt x="41" y="860"/>
                      <a:pt x="41" y="860"/>
                    </a:cubicBezTo>
                    <a:cubicBezTo>
                      <a:pt x="46" y="870"/>
                      <a:pt x="50" y="875"/>
                      <a:pt x="58" y="875"/>
                    </a:cubicBezTo>
                    <a:cubicBezTo>
                      <a:pt x="59" y="878"/>
                      <a:pt x="59" y="878"/>
                      <a:pt x="59" y="878"/>
                    </a:cubicBezTo>
                    <a:cubicBezTo>
                      <a:pt x="58" y="891"/>
                      <a:pt x="58" y="891"/>
                      <a:pt x="58" y="891"/>
                    </a:cubicBezTo>
                    <a:cubicBezTo>
                      <a:pt x="58" y="891"/>
                      <a:pt x="36" y="892"/>
                      <a:pt x="31" y="892"/>
                    </a:cubicBezTo>
                    <a:cubicBezTo>
                      <a:pt x="23" y="892"/>
                      <a:pt x="18" y="889"/>
                      <a:pt x="13" y="879"/>
                    </a:cubicBezTo>
                    <a:cubicBezTo>
                      <a:pt x="0" y="854"/>
                      <a:pt x="0" y="854"/>
                      <a:pt x="0" y="854"/>
                    </a:cubicBezTo>
                    <a:cubicBezTo>
                      <a:pt x="0" y="875"/>
                      <a:pt x="0" y="875"/>
                      <a:pt x="0" y="875"/>
                    </a:cubicBezTo>
                    <a:cubicBezTo>
                      <a:pt x="2" y="876"/>
                      <a:pt x="2" y="876"/>
                      <a:pt x="2" y="876"/>
                    </a:cubicBezTo>
                    <a:cubicBezTo>
                      <a:pt x="0" y="889"/>
                      <a:pt x="0" y="889"/>
                      <a:pt x="0" y="889"/>
                    </a:cubicBezTo>
                    <a:cubicBezTo>
                      <a:pt x="0" y="949"/>
                      <a:pt x="0" y="949"/>
                      <a:pt x="0" y="949"/>
                    </a:cubicBezTo>
                    <a:cubicBezTo>
                      <a:pt x="10" y="950"/>
                      <a:pt x="17" y="959"/>
                      <a:pt x="17" y="969"/>
                    </a:cubicBezTo>
                    <a:cubicBezTo>
                      <a:pt x="17" y="979"/>
                      <a:pt x="10" y="987"/>
                      <a:pt x="0" y="988"/>
                    </a:cubicBezTo>
                    <a:cubicBezTo>
                      <a:pt x="0" y="1023"/>
                      <a:pt x="0" y="1023"/>
                      <a:pt x="0" y="1023"/>
                    </a:cubicBezTo>
                    <a:cubicBezTo>
                      <a:pt x="2" y="1024"/>
                      <a:pt x="2" y="1024"/>
                      <a:pt x="2" y="1024"/>
                    </a:cubicBezTo>
                    <a:cubicBezTo>
                      <a:pt x="122" y="969"/>
                      <a:pt x="122" y="969"/>
                      <a:pt x="122" y="969"/>
                    </a:cubicBezTo>
                    <a:cubicBezTo>
                      <a:pt x="122" y="1224"/>
                      <a:pt x="122" y="1224"/>
                      <a:pt x="122" y="1224"/>
                    </a:cubicBezTo>
                    <a:cubicBezTo>
                      <a:pt x="0" y="1224"/>
                      <a:pt x="0" y="1224"/>
                      <a:pt x="0" y="1224"/>
                    </a:cubicBezTo>
                    <a:cubicBezTo>
                      <a:pt x="0" y="1270"/>
                      <a:pt x="0" y="1270"/>
                      <a:pt x="0" y="1270"/>
                    </a:cubicBezTo>
                    <a:cubicBezTo>
                      <a:pt x="169" y="1270"/>
                      <a:pt x="169" y="1270"/>
                      <a:pt x="169" y="1270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49"/>
              <p:cNvSpPr>
                <a:spLocks noEditPoints="1"/>
              </p:cNvSpPr>
              <p:nvPr userDrawn="1"/>
            </p:nvSpPr>
            <p:spPr bwMode="auto">
              <a:xfrm>
                <a:off x="1129" y="1350"/>
                <a:ext cx="11" cy="15"/>
              </a:xfrm>
              <a:custGeom>
                <a:avLst/>
                <a:gdLst>
                  <a:gd name="T0" fmla="*/ 11 w 11"/>
                  <a:gd name="T1" fmla="*/ 9 h 15"/>
                  <a:gd name="T2" fmla="*/ 10 w 11"/>
                  <a:gd name="T3" fmla="*/ 6 h 15"/>
                  <a:gd name="T4" fmla="*/ 9 w 11"/>
                  <a:gd name="T5" fmla="*/ 0 h 15"/>
                  <a:gd name="T6" fmla="*/ 0 w 11"/>
                  <a:gd name="T7" fmla="*/ 0 h 15"/>
                  <a:gd name="T8" fmla="*/ 0 w 11"/>
                  <a:gd name="T9" fmla="*/ 15 h 15"/>
                  <a:gd name="T10" fmla="*/ 11 w 11"/>
                  <a:gd name="T11" fmla="*/ 9 h 15"/>
                  <a:gd name="T12" fmla="*/ 11 w 11"/>
                  <a:gd name="T13" fmla="*/ 9 h 15"/>
                  <a:gd name="T14" fmla="*/ 11 w 11"/>
                  <a:gd name="T15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5">
                    <a:moveTo>
                      <a:pt x="11" y="9"/>
                    </a:moveTo>
                    <a:cubicBezTo>
                      <a:pt x="11" y="9"/>
                      <a:pt x="10" y="8"/>
                      <a:pt x="10" y="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14"/>
                      <a:pt x="11" y="14"/>
                      <a:pt x="11" y="9"/>
                    </a:cubicBezTo>
                    <a:close/>
                    <a:moveTo>
                      <a:pt x="11" y="9"/>
                    </a:moveTo>
                    <a:cubicBezTo>
                      <a:pt x="11" y="9"/>
                      <a:pt x="11" y="9"/>
                      <a:pt x="11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50"/>
              <p:cNvSpPr>
                <a:spLocks noEditPoints="1"/>
              </p:cNvSpPr>
              <p:nvPr userDrawn="1"/>
            </p:nvSpPr>
            <p:spPr bwMode="auto">
              <a:xfrm>
                <a:off x="1129" y="1150"/>
                <a:ext cx="13" cy="26"/>
              </a:xfrm>
              <a:custGeom>
                <a:avLst/>
                <a:gdLst>
                  <a:gd name="T0" fmla="*/ 13 w 13"/>
                  <a:gd name="T1" fmla="*/ 12 h 26"/>
                  <a:gd name="T2" fmla="*/ 0 w 13"/>
                  <a:gd name="T3" fmla="*/ 0 h 26"/>
                  <a:gd name="T4" fmla="*/ 0 w 13"/>
                  <a:gd name="T5" fmla="*/ 25 h 26"/>
                  <a:gd name="T6" fmla="*/ 6 w 13"/>
                  <a:gd name="T7" fmla="*/ 26 h 26"/>
                  <a:gd name="T8" fmla="*/ 13 w 13"/>
                  <a:gd name="T9" fmla="*/ 12 h 26"/>
                  <a:gd name="T10" fmla="*/ 13 w 13"/>
                  <a:gd name="T11" fmla="*/ 12 h 26"/>
                  <a:gd name="T12" fmla="*/ 13 w 13"/>
                  <a:gd name="T1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6">
                    <a:moveTo>
                      <a:pt x="13" y="12"/>
                    </a:moveTo>
                    <a:cubicBezTo>
                      <a:pt x="13" y="4"/>
                      <a:pt x="9" y="1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" y="25"/>
                      <a:pt x="4" y="26"/>
                      <a:pt x="6" y="26"/>
                    </a:cubicBezTo>
                    <a:cubicBezTo>
                      <a:pt x="6" y="26"/>
                      <a:pt x="13" y="21"/>
                      <a:pt x="13" y="12"/>
                    </a:cubicBezTo>
                    <a:close/>
                    <a:moveTo>
                      <a:pt x="13" y="12"/>
                    </a:moveTo>
                    <a:cubicBezTo>
                      <a:pt x="13" y="12"/>
                      <a:pt x="13" y="12"/>
                      <a:pt x="13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51"/>
              <p:cNvSpPr>
                <a:spLocks noEditPoints="1"/>
              </p:cNvSpPr>
              <p:nvPr userDrawn="1"/>
            </p:nvSpPr>
            <p:spPr bwMode="auto">
              <a:xfrm>
                <a:off x="1070" y="1129"/>
                <a:ext cx="117" cy="534"/>
              </a:xfrm>
              <a:custGeom>
                <a:avLst/>
                <a:gdLst>
                  <a:gd name="T0" fmla="*/ 68 w 117"/>
                  <a:gd name="T1" fmla="*/ 0 h 534"/>
                  <a:gd name="T2" fmla="*/ 7 w 117"/>
                  <a:gd name="T3" fmla="*/ 1 h 534"/>
                  <a:gd name="T4" fmla="*/ 12 w 117"/>
                  <a:gd name="T5" fmla="*/ 16 h 534"/>
                  <a:gd name="T6" fmla="*/ 5 w 117"/>
                  <a:gd name="T7" fmla="*/ 97 h 534"/>
                  <a:gd name="T8" fmla="*/ 59 w 117"/>
                  <a:gd name="T9" fmla="*/ 113 h 534"/>
                  <a:gd name="T10" fmla="*/ 90 w 117"/>
                  <a:gd name="T11" fmla="*/ 53 h 534"/>
                  <a:gd name="T12" fmla="*/ 59 w 117"/>
                  <a:gd name="T13" fmla="*/ 21 h 534"/>
                  <a:gd name="T14" fmla="*/ 59 w 117"/>
                  <a:gd name="T15" fmla="*/ 46 h 534"/>
                  <a:gd name="T16" fmla="*/ 62 w 117"/>
                  <a:gd name="T17" fmla="*/ 91 h 534"/>
                  <a:gd name="T18" fmla="*/ 51 w 117"/>
                  <a:gd name="T19" fmla="*/ 67 h 534"/>
                  <a:gd name="T20" fmla="*/ 62 w 117"/>
                  <a:gd name="T21" fmla="*/ 91 h 534"/>
                  <a:gd name="T22" fmla="*/ 84 w 117"/>
                  <a:gd name="T23" fmla="*/ 141 h 534"/>
                  <a:gd name="T24" fmla="*/ 37 w 117"/>
                  <a:gd name="T25" fmla="*/ 141 h 534"/>
                  <a:gd name="T26" fmla="*/ 0 w 117"/>
                  <a:gd name="T27" fmla="*/ 251 h 534"/>
                  <a:gd name="T28" fmla="*/ 50 w 117"/>
                  <a:gd name="T29" fmla="*/ 237 h 534"/>
                  <a:gd name="T30" fmla="*/ 39 w 117"/>
                  <a:gd name="T31" fmla="*/ 232 h 534"/>
                  <a:gd name="T32" fmla="*/ 55 w 117"/>
                  <a:gd name="T33" fmla="*/ 220 h 534"/>
                  <a:gd name="T34" fmla="*/ 69 w 117"/>
                  <a:gd name="T35" fmla="*/ 227 h 534"/>
                  <a:gd name="T36" fmla="*/ 59 w 117"/>
                  <a:gd name="T37" fmla="*/ 251 h 534"/>
                  <a:gd name="T38" fmla="*/ 117 w 117"/>
                  <a:gd name="T39" fmla="*/ 237 h 534"/>
                  <a:gd name="T40" fmla="*/ 47 w 117"/>
                  <a:gd name="T41" fmla="*/ 200 h 534"/>
                  <a:gd name="T42" fmla="*/ 59 w 117"/>
                  <a:gd name="T43" fmla="*/ 171 h 534"/>
                  <a:gd name="T44" fmla="*/ 60 w 117"/>
                  <a:gd name="T45" fmla="*/ 517 h 534"/>
                  <a:gd name="T46" fmla="*/ 60 w 117"/>
                  <a:gd name="T47" fmla="*/ 517 h 534"/>
                  <a:gd name="T48" fmla="*/ 59 w 117"/>
                  <a:gd name="T49" fmla="*/ 420 h 534"/>
                  <a:gd name="T50" fmla="*/ 48 w 117"/>
                  <a:gd name="T51" fmla="*/ 504 h 534"/>
                  <a:gd name="T52" fmla="*/ 59 w 117"/>
                  <a:gd name="T53" fmla="*/ 420 h 534"/>
                  <a:gd name="T54" fmla="*/ 2 w 117"/>
                  <a:gd name="T55" fmla="*/ 433 h 534"/>
                  <a:gd name="T56" fmla="*/ 14 w 117"/>
                  <a:gd name="T57" fmla="*/ 444 h 534"/>
                  <a:gd name="T58" fmla="*/ 2 w 117"/>
                  <a:gd name="T59" fmla="*/ 531 h 534"/>
                  <a:gd name="T60" fmla="*/ 59 w 117"/>
                  <a:gd name="T61" fmla="*/ 515 h 534"/>
                  <a:gd name="T62" fmla="*/ 59 w 117"/>
                  <a:gd name="T63" fmla="*/ 393 h 534"/>
                  <a:gd name="T64" fmla="*/ 102 w 117"/>
                  <a:gd name="T65" fmla="*/ 383 h 534"/>
                  <a:gd name="T66" fmla="*/ 65 w 117"/>
                  <a:gd name="T67" fmla="*/ 369 h 534"/>
                  <a:gd name="T68" fmla="*/ 59 w 117"/>
                  <a:gd name="T69" fmla="*/ 303 h 534"/>
                  <a:gd name="T70" fmla="*/ 75 w 117"/>
                  <a:gd name="T71" fmla="*/ 324 h 534"/>
                  <a:gd name="T72" fmla="*/ 105 w 117"/>
                  <a:gd name="T73" fmla="*/ 283 h 534"/>
                  <a:gd name="T74" fmla="*/ 9 w 117"/>
                  <a:gd name="T75" fmla="*/ 338 h 534"/>
                  <a:gd name="T76" fmla="*/ 99 w 117"/>
                  <a:gd name="T77" fmla="*/ 501 h 534"/>
                  <a:gd name="T78" fmla="*/ 115 w 117"/>
                  <a:gd name="T79" fmla="*/ 435 h 534"/>
                  <a:gd name="T80" fmla="*/ 91 w 117"/>
                  <a:gd name="T81" fmla="*/ 420 h 534"/>
                  <a:gd name="T82" fmla="*/ 66 w 117"/>
                  <a:gd name="T83" fmla="*/ 436 h 534"/>
                  <a:gd name="T84" fmla="*/ 59 w 117"/>
                  <a:gd name="T85" fmla="*/ 461 h 534"/>
                  <a:gd name="T86" fmla="*/ 90 w 117"/>
                  <a:gd name="T87" fmla="*/ 534 h 534"/>
                  <a:gd name="T88" fmla="*/ 116 w 117"/>
                  <a:gd name="T89" fmla="*/ 51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534">
                    <a:moveTo>
                      <a:pt x="90" y="53"/>
                    </a:moveTo>
                    <a:cubicBezTo>
                      <a:pt x="99" y="47"/>
                      <a:pt x="107" y="39"/>
                      <a:pt x="107" y="27"/>
                    </a:cubicBezTo>
                    <a:cubicBezTo>
                      <a:pt x="107" y="9"/>
                      <a:pt x="93" y="0"/>
                      <a:pt x="68" y="0"/>
                    </a:cubicBezTo>
                    <a:cubicBezTo>
                      <a:pt x="68" y="0"/>
                      <a:pt x="64" y="0"/>
                      <a:pt x="59" y="0"/>
                    </a:cubicBezTo>
                    <a:cubicBezTo>
                      <a:pt x="50" y="0"/>
                      <a:pt x="39" y="1"/>
                      <a:pt x="35" y="1"/>
                    </a:cubicBezTo>
                    <a:cubicBezTo>
                      <a:pt x="30" y="1"/>
                      <a:pt x="7" y="1"/>
                      <a:pt x="7" y="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11" y="16"/>
                      <a:pt x="12" y="16"/>
                    </a:cubicBezTo>
                    <a:cubicBezTo>
                      <a:pt x="15" y="16"/>
                      <a:pt x="17" y="19"/>
                      <a:pt x="17" y="24"/>
                    </a:cubicBezTo>
                    <a:cubicBezTo>
                      <a:pt x="17" y="85"/>
                      <a:pt x="17" y="85"/>
                      <a:pt x="17" y="85"/>
                    </a:cubicBezTo>
                    <a:cubicBezTo>
                      <a:pt x="17" y="93"/>
                      <a:pt x="14" y="95"/>
                      <a:pt x="5" y="97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24" y="111"/>
                      <a:pt x="35" y="111"/>
                    </a:cubicBezTo>
                    <a:cubicBezTo>
                      <a:pt x="38" y="111"/>
                      <a:pt x="51" y="112"/>
                      <a:pt x="59" y="113"/>
                    </a:cubicBezTo>
                    <a:cubicBezTo>
                      <a:pt x="60" y="113"/>
                      <a:pt x="62" y="113"/>
                      <a:pt x="63" y="113"/>
                    </a:cubicBezTo>
                    <a:cubicBezTo>
                      <a:pt x="95" y="113"/>
                      <a:pt x="112" y="101"/>
                      <a:pt x="112" y="77"/>
                    </a:cubicBezTo>
                    <a:cubicBezTo>
                      <a:pt x="112" y="62"/>
                      <a:pt x="101" y="56"/>
                      <a:pt x="90" y="53"/>
                    </a:cubicBezTo>
                    <a:close/>
                    <a:moveTo>
                      <a:pt x="53" y="23"/>
                    </a:moveTo>
                    <a:cubicBezTo>
                      <a:pt x="53" y="21"/>
                      <a:pt x="53" y="21"/>
                      <a:pt x="56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8" y="21"/>
                      <a:pt x="72" y="25"/>
                      <a:pt x="72" y="32"/>
                    </a:cubicBezTo>
                    <a:cubicBezTo>
                      <a:pt x="72" y="41"/>
                      <a:pt x="65" y="46"/>
                      <a:pt x="65" y="46"/>
                    </a:cubicBezTo>
                    <a:cubicBezTo>
                      <a:pt x="64" y="46"/>
                      <a:pt x="61" y="46"/>
                      <a:pt x="59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1" y="44"/>
                      <a:pt x="52" y="31"/>
                      <a:pt x="53" y="23"/>
                    </a:cubicBezTo>
                    <a:close/>
                    <a:moveTo>
                      <a:pt x="62" y="91"/>
                    </a:moveTo>
                    <a:cubicBezTo>
                      <a:pt x="61" y="91"/>
                      <a:pt x="60" y="91"/>
                      <a:pt x="59" y="91"/>
                    </a:cubicBezTo>
                    <a:cubicBezTo>
                      <a:pt x="53" y="91"/>
                      <a:pt x="50" y="88"/>
                      <a:pt x="50" y="84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1" y="69"/>
                      <a:pt x="75" y="73"/>
                      <a:pt x="75" y="79"/>
                    </a:cubicBezTo>
                    <a:cubicBezTo>
                      <a:pt x="75" y="87"/>
                      <a:pt x="71" y="91"/>
                      <a:pt x="62" y="91"/>
                    </a:cubicBezTo>
                    <a:close/>
                    <a:moveTo>
                      <a:pt x="116" y="236"/>
                    </a:moveTo>
                    <a:cubicBezTo>
                      <a:pt x="110" y="236"/>
                      <a:pt x="108" y="232"/>
                      <a:pt x="105" y="225"/>
                    </a:cubicBezTo>
                    <a:cubicBezTo>
                      <a:pt x="100" y="206"/>
                      <a:pt x="84" y="141"/>
                      <a:pt x="84" y="141"/>
                    </a:cubicBezTo>
                    <a:cubicBezTo>
                      <a:pt x="82" y="139"/>
                      <a:pt x="82" y="139"/>
                      <a:pt x="82" y="139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9" y="227"/>
                      <a:pt x="9" y="227"/>
                      <a:pt x="9" y="227"/>
                    </a:cubicBezTo>
                    <a:cubicBezTo>
                      <a:pt x="8" y="232"/>
                      <a:pt x="5" y="235"/>
                      <a:pt x="1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251"/>
                      <a:pt x="12" y="251"/>
                      <a:pt x="22" y="251"/>
                    </a:cubicBezTo>
                    <a:cubicBezTo>
                      <a:pt x="33" y="251"/>
                      <a:pt x="49" y="251"/>
                      <a:pt x="49" y="251"/>
                    </a:cubicBezTo>
                    <a:cubicBezTo>
                      <a:pt x="50" y="237"/>
                      <a:pt x="50" y="237"/>
                      <a:pt x="50" y="237"/>
                    </a:cubicBezTo>
                    <a:cubicBezTo>
                      <a:pt x="49" y="236"/>
                      <a:pt x="49" y="236"/>
                      <a:pt x="49" y="236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40" y="236"/>
                      <a:pt x="39" y="235"/>
                      <a:pt x="39" y="232"/>
                    </a:cubicBezTo>
                    <a:cubicBezTo>
                      <a:pt x="39" y="232"/>
                      <a:pt x="39" y="230"/>
                      <a:pt x="39" y="228"/>
                    </a:cubicBezTo>
                    <a:cubicBezTo>
                      <a:pt x="41" y="221"/>
                      <a:pt x="41" y="221"/>
                      <a:pt x="41" y="221"/>
                    </a:cubicBezTo>
                    <a:cubicBezTo>
                      <a:pt x="46" y="221"/>
                      <a:pt x="51" y="220"/>
                      <a:pt x="55" y="220"/>
                    </a:cubicBezTo>
                    <a:cubicBezTo>
                      <a:pt x="59" y="220"/>
                      <a:pt x="59" y="220"/>
                      <a:pt x="59" y="220"/>
                    </a:cubicBezTo>
                    <a:cubicBezTo>
                      <a:pt x="62" y="220"/>
                      <a:pt x="65" y="220"/>
                      <a:pt x="68" y="220"/>
                    </a:cubicBezTo>
                    <a:cubicBezTo>
                      <a:pt x="69" y="227"/>
                      <a:pt x="69" y="227"/>
                      <a:pt x="69" y="227"/>
                    </a:cubicBezTo>
                    <a:cubicBezTo>
                      <a:pt x="69" y="228"/>
                      <a:pt x="69" y="229"/>
                      <a:pt x="69" y="230"/>
                    </a:cubicBezTo>
                    <a:cubicBezTo>
                      <a:pt x="69" y="234"/>
                      <a:pt x="69" y="234"/>
                      <a:pt x="59" y="236"/>
                    </a:cubicBezTo>
                    <a:cubicBezTo>
                      <a:pt x="59" y="251"/>
                      <a:pt x="59" y="251"/>
                      <a:pt x="59" y="251"/>
                    </a:cubicBezTo>
                    <a:cubicBezTo>
                      <a:pt x="59" y="251"/>
                      <a:pt x="75" y="250"/>
                      <a:pt x="91" y="250"/>
                    </a:cubicBezTo>
                    <a:cubicBezTo>
                      <a:pt x="100" y="250"/>
                      <a:pt x="115" y="251"/>
                      <a:pt x="115" y="251"/>
                    </a:cubicBezTo>
                    <a:cubicBezTo>
                      <a:pt x="117" y="237"/>
                      <a:pt x="117" y="237"/>
                      <a:pt x="117" y="237"/>
                    </a:cubicBezTo>
                    <a:lnTo>
                      <a:pt x="116" y="236"/>
                    </a:lnTo>
                    <a:close/>
                    <a:moveTo>
                      <a:pt x="59" y="200"/>
                    </a:moveTo>
                    <a:cubicBezTo>
                      <a:pt x="47" y="200"/>
                      <a:pt x="47" y="200"/>
                      <a:pt x="47" y="200"/>
                    </a:cubicBezTo>
                    <a:cubicBezTo>
                      <a:pt x="55" y="169"/>
                      <a:pt x="55" y="169"/>
                      <a:pt x="55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65" y="199"/>
                      <a:pt x="65" y="199"/>
                      <a:pt x="65" y="199"/>
                    </a:cubicBezTo>
                    <a:cubicBezTo>
                      <a:pt x="62" y="199"/>
                      <a:pt x="61" y="199"/>
                      <a:pt x="59" y="200"/>
                    </a:cubicBezTo>
                    <a:close/>
                    <a:moveTo>
                      <a:pt x="60" y="517"/>
                    </a:moveTo>
                    <a:cubicBezTo>
                      <a:pt x="59" y="516"/>
                      <a:pt x="59" y="516"/>
                      <a:pt x="59" y="516"/>
                    </a:cubicBezTo>
                    <a:cubicBezTo>
                      <a:pt x="59" y="530"/>
                      <a:pt x="59" y="530"/>
                      <a:pt x="59" y="530"/>
                    </a:cubicBezTo>
                    <a:lnTo>
                      <a:pt x="60" y="517"/>
                    </a:lnTo>
                    <a:close/>
                    <a:moveTo>
                      <a:pt x="59" y="435"/>
                    </a:moveTo>
                    <a:cubicBezTo>
                      <a:pt x="61" y="420"/>
                      <a:pt x="61" y="420"/>
                      <a:pt x="61" y="420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9" y="436"/>
                      <a:pt x="59" y="436"/>
                      <a:pt x="59" y="436"/>
                    </a:cubicBezTo>
                    <a:cubicBezTo>
                      <a:pt x="59" y="435"/>
                      <a:pt x="59" y="435"/>
                      <a:pt x="59" y="435"/>
                    </a:cubicBezTo>
                    <a:close/>
                    <a:moveTo>
                      <a:pt x="48" y="504"/>
                    </a:moveTo>
                    <a:cubicBezTo>
                      <a:pt x="49" y="445"/>
                      <a:pt x="49" y="445"/>
                      <a:pt x="49" y="445"/>
                    </a:cubicBezTo>
                    <a:cubicBezTo>
                      <a:pt x="49" y="439"/>
                      <a:pt x="51" y="437"/>
                      <a:pt x="59" y="436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3" y="420"/>
                      <a:pt x="37" y="421"/>
                      <a:pt x="31" y="421"/>
                    </a:cubicBezTo>
                    <a:cubicBezTo>
                      <a:pt x="28" y="421"/>
                      <a:pt x="4" y="421"/>
                      <a:pt x="4" y="421"/>
                    </a:cubicBezTo>
                    <a:cubicBezTo>
                      <a:pt x="2" y="433"/>
                      <a:pt x="2" y="433"/>
                      <a:pt x="2" y="433"/>
                    </a:cubicBezTo>
                    <a:cubicBezTo>
                      <a:pt x="4" y="436"/>
                      <a:pt x="4" y="436"/>
                      <a:pt x="4" y="436"/>
                    </a:cubicBezTo>
                    <a:cubicBezTo>
                      <a:pt x="4" y="436"/>
                      <a:pt x="6" y="436"/>
                      <a:pt x="8" y="436"/>
                    </a:cubicBezTo>
                    <a:cubicBezTo>
                      <a:pt x="13" y="436"/>
                      <a:pt x="14" y="437"/>
                      <a:pt x="14" y="444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14" y="513"/>
                      <a:pt x="12" y="515"/>
                      <a:pt x="3" y="517"/>
                    </a:cubicBezTo>
                    <a:cubicBezTo>
                      <a:pt x="2" y="531"/>
                      <a:pt x="2" y="531"/>
                      <a:pt x="2" y="531"/>
                    </a:cubicBezTo>
                    <a:cubicBezTo>
                      <a:pt x="2" y="531"/>
                      <a:pt x="19" y="531"/>
                      <a:pt x="30" y="531"/>
                    </a:cubicBezTo>
                    <a:cubicBezTo>
                      <a:pt x="37" y="531"/>
                      <a:pt x="59" y="531"/>
                      <a:pt x="59" y="531"/>
                    </a:cubicBezTo>
                    <a:cubicBezTo>
                      <a:pt x="59" y="515"/>
                      <a:pt x="59" y="515"/>
                      <a:pt x="59" y="515"/>
                    </a:cubicBezTo>
                    <a:cubicBezTo>
                      <a:pt x="59" y="515"/>
                      <a:pt x="56" y="516"/>
                      <a:pt x="53" y="516"/>
                    </a:cubicBezTo>
                    <a:cubicBezTo>
                      <a:pt x="49" y="516"/>
                      <a:pt x="48" y="514"/>
                      <a:pt x="48" y="504"/>
                    </a:cubicBezTo>
                    <a:close/>
                    <a:moveTo>
                      <a:pt x="59" y="393"/>
                    </a:moveTo>
                    <a:cubicBezTo>
                      <a:pt x="60" y="393"/>
                      <a:pt x="60" y="393"/>
                      <a:pt x="60" y="393"/>
                    </a:cubicBezTo>
                    <a:cubicBezTo>
                      <a:pt x="82" y="393"/>
                      <a:pt x="100" y="386"/>
                      <a:pt x="100" y="386"/>
                    </a:cubicBezTo>
                    <a:cubicBezTo>
                      <a:pt x="102" y="383"/>
                      <a:pt x="102" y="383"/>
                      <a:pt x="102" y="383"/>
                    </a:cubicBezTo>
                    <a:cubicBezTo>
                      <a:pt x="102" y="367"/>
                      <a:pt x="105" y="347"/>
                      <a:pt x="105" y="347"/>
                    </a:cubicBezTo>
                    <a:cubicBezTo>
                      <a:pt x="78" y="349"/>
                      <a:pt x="78" y="349"/>
                      <a:pt x="78" y="349"/>
                    </a:cubicBezTo>
                    <a:cubicBezTo>
                      <a:pt x="77" y="363"/>
                      <a:pt x="73" y="369"/>
                      <a:pt x="65" y="369"/>
                    </a:cubicBezTo>
                    <a:cubicBezTo>
                      <a:pt x="62" y="369"/>
                      <a:pt x="60" y="368"/>
                      <a:pt x="59" y="367"/>
                    </a:cubicBezTo>
                    <a:cubicBezTo>
                      <a:pt x="51" y="363"/>
                      <a:pt x="48" y="352"/>
                      <a:pt x="48" y="332"/>
                    </a:cubicBezTo>
                    <a:cubicBezTo>
                      <a:pt x="48" y="313"/>
                      <a:pt x="51" y="305"/>
                      <a:pt x="59" y="303"/>
                    </a:cubicBezTo>
                    <a:cubicBezTo>
                      <a:pt x="60" y="302"/>
                      <a:pt x="62" y="302"/>
                      <a:pt x="64" y="302"/>
                    </a:cubicBezTo>
                    <a:cubicBezTo>
                      <a:pt x="73" y="302"/>
                      <a:pt x="76" y="305"/>
                      <a:pt x="76" y="315"/>
                    </a:cubicBezTo>
                    <a:cubicBezTo>
                      <a:pt x="76" y="318"/>
                      <a:pt x="75" y="321"/>
                      <a:pt x="75" y="324"/>
                    </a:cubicBezTo>
                    <a:cubicBezTo>
                      <a:pt x="102" y="323"/>
                      <a:pt x="102" y="323"/>
                      <a:pt x="102" y="323"/>
                    </a:cubicBezTo>
                    <a:cubicBezTo>
                      <a:pt x="103" y="302"/>
                      <a:pt x="106" y="286"/>
                      <a:pt x="106" y="286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05" y="283"/>
                      <a:pt x="84" y="279"/>
                      <a:pt x="69" y="279"/>
                    </a:cubicBezTo>
                    <a:cubicBezTo>
                      <a:pt x="65" y="279"/>
                      <a:pt x="62" y="279"/>
                      <a:pt x="59" y="279"/>
                    </a:cubicBezTo>
                    <a:cubicBezTo>
                      <a:pt x="27" y="283"/>
                      <a:pt x="9" y="303"/>
                      <a:pt x="9" y="338"/>
                    </a:cubicBezTo>
                    <a:cubicBezTo>
                      <a:pt x="9" y="372"/>
                      <a:pt x="28" y="392"/>
                      <a:pt x="59" y="393"/>
                    </a:cubicBezTo>
                    <a:close/>
                    <a:moveTo>
                      <a:pt x="116" y="517"/>
                    </a:moveTo>
                    <a:cubicBezTo>
                      <a:pt x="109" y="516"/>
                      <a:pt x="104" y="511"/>
                      <a:pt x="99" y="501"/>
                    </a:cubicBezTo>
                    <a:cubicBezTo>
                      <a:pt x="83" y="470"/>
                      <a:pt x="83" y="470"/>
                      <a:pt x="83" y="470"/>
                    </a:cubicBezTo>
                    <a:cubicBezTo>
                      <a:pt x="90" y="460"/>
                      <a:pt x="90" y="460"/>
                      <a:pt x="90" y="460"/>
                    </a:cubicBezTo>
                    <a:cubicBezTo>
                      <a:pt x="99" y="447"/>
                      <a:pt x="107" y="440"/>
                      <a:pt x="115" y="435"/>
                    </a:cubicBezTo>
                    <a:cubicBezTo>
                      <a:pt x="117" y="422"/>
                      <a:pt x="117" y="422"/>
                      <a:pt x="117" y="422"/>
                    </a:cubicBezTo>
                    <a:cubicBezTo>
                      <a:pt x="115" y="419"/>
                      <a:pt x="115" y="419"/>
                      <a:pt x="115" y="419"/>
                    </a:cubicBezTo>
                    <a:cubicBezTo>
                      <a:pt x="115" y="419"/>
                      <a:pt x="97" y="420"/>
                      <a:pt x="91" y="420"/>
                    </a:cubicBezTo>
                    <a:cubicBezTo>
                      <a:pt x="83" y="420"/>
                      <a:pt x="66" y="420"/>
                      <a:pt x="66" y="420"/>
                    </a:cubicBezTo>
                    <a:cubicBezTo>
                      <a:pt x="65" y="434"/>
                      <a:pt x="65" y="434"/>
                      <a:pt x="65" y="434"/>
                    </a:cubicBezTo>
                    <a:cubicBezTo>
                      <a:pt x="66" y="436"/>
                      <a:pt x="66" y="436"/>
                      <a:pt x="66" y="436"/>
                    </a:cubicBezTo>
                    <a:cubicBezTo>
                      <a:pt x="71" y="436"/>
                      <a:pt x="73" y="437"/>
                      <a:pt x="73" y="441"/>
                    </a:cubicBezTo>
                    <a:cubicBezTo>
                      <a:pt x="73" y="444"/>
                      <a:pt x="71" y="447"/>
                      <a:pt x="69" y="449"/>
                    </a:cubicBezTo>
                    <a:cubicBezTo>
                      <a:pt x="59" y="461"/>
                      <a:pt x="59" y="461"/>
                      <a:pt x="59" y="461"/>
                    </a:cubicBezTo>
                    <a:cubicBezTo>
                      <a:pt x="59" y="496"/>
                      <a:pt x="59" y="496"/>
                      <a:pt x="59" y="496"/>
                    </a:cubicBezTo>
                    <a:cubicBezTo>
                      <a:pt x="71" y="520"/>
                      <a:pt x="71" y="520"/>
                      <a:pt x="71" y="520"/>
                    </a:cubicBezTo>
                    <a:cubicBezTo>
                      <a:pt x="76" y="530"/>
                      <a:pt x="81" y="534"/>
                      <a:pt x="90" y="534"/>
                    </a:cubicBezTo>
                    <a:cubicBezTo>
                      <a:pt x="94" y="534"/>
                      <a:pt x="116" y="532"/>
                      <a:pt x="116" y="532"/>
                    </a:cubicBezTo>
                    <a:cubicBezTo>
                      <a:pt x="117" y="519"/>
                      <a:pt x="117" y="519"/>
                      <a:pt x="117" y="519"/>
                    </a:cubicBezTo>
                    <a:lnTo>
                      <a:pt x="116" y="517"/>
                    </a:lnTo>
                    <a:close/>
                    <a:moveTo>
                      <a:pt x="116" y="517"/>
                    </a:moveTo>
                    <a:cubicBezTo>
                      <a:pt x="116" y="517"/>
                      <a:pt x="116" y="517"/>
                      <a:pt x="116" y="517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52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close/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close/>
                    <a:moveTo>
                      <a:pt x="124" y="974"/>
                    </a:moveTo>
                    <a:lnTo>
                      <a:pt x="124" y="974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53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moveTo>
                      <a:pt x="124" y="974"/>
                    </a:moveTo>
                    <a:lnTo>
                      <a:pt x="124" y="9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5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41" cy="704"/>
              </a:xfrm>
              <a:custGeom>
                <a:avLst/>
                <a:gdLst>
                  <a:gd name="T0" fmla="*/ 41 w 41"/>
                  <a:gd name="T1" fmla="*/ 20 h 704"/>
                  <a:gd name="T2" fmla="*/ 24 w 41"/>
                  <a:gd name="T3" fmla="*/ 0 h 704"/>
                  <a:gd name="T4" fmla="*/ 24 w 41"/>
                  <a:gd name="T5" fmla="*/ 39 h 704"/>
                  <a:gd name="T6" fmla="*/ 41 w 41"/>
                  <a:gd name="T7" fmla="*/ 20 h 704"/>
                  <a:gd name="T8" fmla="*/ 24 w 41"/>
                  <a:gd name="T9" fmla="*/ 664 h 704"/>
                  <a:gd name="T10" fmla="*/ 21 w 41"/>
                  <a:gd name="T11" fmla="*/ 663 h 704"/>
                  <a:gd name="T12" fmla="*/ 0 w 41"/>
                  <a:gd name="T13" fmla="*/ 683 h 704"/>
                  <a:gd name="T14" fmla="*/ 21 w 41"/>
                  <a:gd name="T15" fmla="*/ 704 h 704"/>
                  <a:gd name="T16" fmla="*/ 24 w 41"/>
                  <a:gd name="T17" fmla="*/ 703 h 704"/>
                  <a:gd name="T18" fmla="*/ 41 w 41"/>
                  <a:gd name="T19" fmla="*/ 683 h 704"/>
                  <a:gd name="T20" fmla="*/ 24 w 41"/>
                  <a:gd name="T21" fmla="*/ 664 h 704"/>
                  <a:gd name="T22" fmla="*/ 24 w 41"/>
                  <a:gd name="T23" fmla="*/ 664 h 704"/>
                  <a:gd name="T24" fmla="*/ 24 w 41"/>
                  <a:gd name="T25" fmla="*/ 66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704">
                    <a:moveTo>
                      <a:pt x="41" y="20"/>
                    </a:moveTo>
                    <a:cubicBezTo>
                      <a:pt x="41" y="10"/>
                      <a:pt x="33" y="1"/>
                      <a:pt x="24" y="0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3" y="38"/>
                      <a:pt x="41" y="29"/>
                      <a:pt x="41" y="20"/>
                    </a:cubicBezTo>
                    <a:close/>
                    <a:moveTo>
                      <a:pt x="24" y="664"/>
                    </a:moveTo>
                    <a:cubicBezTo>
                      <a:pt x="23" y="663"/>
                      <a:pt x="22" y="663"/>
                      <a:pt x="21" y="663"/>
                    </a:cubicBezTo>
                    <a:cubicBezTo>
                      <a:pt x="9" y="663"/>
                      <a:pt x="0" y="672"/>
                      <a:pt x="0" y="683"/>
                    </a:cubicBezTo>
                    <a:cubicBezTo>
                      <a:pt x="0" y="695"/>
                      <a:pt x="9" y="704"/>
                      <a:pt x="21" y="704"/>
                    </a:cubicBezTo>
                    <a:cubicBezTo>
                      <a:pt x="22" y="704"/>
                      <a:pt x="23" y="703"/>
                      <a:pt x="24" y="703"/>
                    </a:cubicBezTo>
                    <a:cubicBezTo>
                      <a:pt x="33" y="702"/>
                      <a:pt x="41" y="693"/>
                      <a:pt x="41" y="683"/>
                    </a:cubicBezTo>
                    <a:cubicBezTo>
                      <a:pt x="41" y="674"/>
                      <a:pt x="33" y="665"/>
                      <a:pt x="24" y="664"/>
                    </a:cubicBezTo>
                    <a:close/>
                    <a:moveTo>
                      <a:pt x="24" y="664"/>
                    </a:moveTo>
                    <a:cubicBezTo>
                      <a:pt x="24" y="664"/>
                      <a:pt x="24" y="664"/>
                      <a:pt x="24" y="664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55"/>
              <p:cNvSpPr>
                <a:spLocks noEditPoints="1"/>
              </p:cNvSpPr>
              <p:nvPr userDrawn="1"/>
            </p:nvSpPr>
            <p:spPr bwMode="auto">
              <a:xfrm>
                <a:off x="1298" y="676"/>
                <a:ext cx="389" cy="1363"/>
              </a:xfrm>
              <a:custGeom>
                <a:avLst/>
                <a:gdLst>
                  <a:gd name="T0" fmla="*/ 195 w 389"/>
                  <a:gd name="T1" fmla="*/ 1295 h 1363"/>
                  <a:gd name="T2" fmla="*/ 0 w 389"/>
                  <a:gd name="T3" fmla="*/ 1295 h 1363"/>
                  <a:gd name="T4" fmla="*/ 0 w 389"/>
                  <a:gd name="T5" fmla="*/ 1363 h 1363"/>
                  <a:gd name="T6" fmla="*/ 389 w 389"/>
                  <a:gd name="T7" fmla="*/ 1363 h 1363"/>
                  <a:gd name="T8" fmla="*/ 389 w 389"/>
                  <a:gd name="T9" fmla="*/ 1295 h 1363"/>
                  <a:gd name="T10" fmla="*/ 195 w 389"/>
                  <a:gd name="T11" fmla="*/ 1295 h 1363"/>
                  <a:gd name="T12" fmla="*/ 195 w 389"/>
                  <a:gd name="T13" fmla="*/ 0 h 1363"/>
                  <a:gd name="T14" fmla="*/ 0 w 389"/>
                  <a:gd name="T15" fmla="*/ 0 h 1363"/>
                  <a:gd name="T16" fmla="*/ 0 w 389"/>
                  <a:gd name="T17" fmla="*/ 72 h 1363"/>
                  <a:gd name="T18" fmla="*/ 389 w 389"/>
                  <a:gd name="T19" fmla="*/ 72 h 1363"/>
                  <a:gd name="T20" fmla="*/ 389 w 389"/>
                  <a:gd name="T21" fmla="*/ 0 h 1363"/>
                  <a:gd name="T22" fmla="*/ 195 w 389"/>
                  <a:gd name="T23" fmla="*/ 0 h 1363"/>
                  <a:gd name="T24" fmla="*/ 195 w 389"/>
                  <a:gd name="T25" fmla="*/ 119 h 1363"/>
                  <a:gd name="T26" fmla="*/ 0 w 389"/>
                  <a:gd name="T27" fmla="*/ 119 h 1363"/>
                  <a:gd name="T28" fmla="*/ 0 w 389"/>
                  <a:gd name="T29" fmla="*/ 1248 h 1363"/>
                  <a:gd name="T30" fmla="*/ 389 w 389"/>
                  <a:gd name="T31" fmla="*/ 1248 h 1363"/>
                  <a:gd name="T32" fmla="*/ 389 w 389"/>
                  <a:gd name="T33" fmla="*/ 119 h 1363"/>
                  <a:gd name="T34" fmla="*/ 195 w 389"/>
                  <a:gd name="T35" fmla="*/ 119 h 1363"/>
                  <a:gd name="T36" fmla="*/ 319 w 389"/>
                  <a:gd name="T37" fmla="*/ 1199 h 1363"/>
                  <a:gd name="T38" fmla="*/ 76 w 389"/>
                  <a:gd name="T39" fmla="*/ 1199 h 1363"/>
                  <a:gd name="T40" fmla="*/ 69 w 389"/>
                  <a:gd name="T41" fmla="*/ 1192 h 1363"/>
                  <a:gd name="T42" fmla="*/ 76 w 389"/>
                  <a:gd name="T43" fmla="*/ 1184 h 1363"/>
                  <a:gd name="T44" fmla="*/ 319 w 389"/>
                  <a:gd name="T45" fmla="*/ 1184 h 1363"/>
                  <a:gd name="T46" fmla="*/ 327 w 389"/>
                  <a:gd name="T47" fmla="*/ 1192 h 1363"/>
                  <a:gd name="T48" fmla="*/ 319 w 389"/>
                  <a:gd name="T49" fmla="*/ 1199 h 1363"/>
                  <a:gd name="T50" fmla="*/ 319 w 389"/>
                  <a:gd name="T51" fmla="*/ 1148 h 1363"/>
                  <a:gd name="T52" fmla="*/ 76 w 389"/>
                  <a:gd name="T53" fmla="*/ 1148 h 1363"/>
                  <a:gd name="T54" fmla="*/ 69 w 389"/>
                  <a:gd name="T55" fmla="*/ 1140 h 1363"/>
                  <a:gd name="T56" fmla="*/ 76 w 389"/>
                  <a:gd name="T57" fmla="*/ 1133 h 1363"/>
                  <a:gd name="T58" fmla="*/ 319 w 389"/>
                  <a:gd name="T59" fmla="*/ 1133 h 1363"/>
                  <a:gd name="T60" fmla="*/ 327 w 389"/>
                  <a:gd name="T61" fmla="*/ 1140 h 1363"/>
                  <a:gd name="T62" fmla="*/ 319 w 389"/>
                  <a:gd name="T63" fmla="*/ 1148 h 1363"/>
                  <a:gd name="T64" fmla="*/ 73 w 389"/>
                  <a:gd name="T65" fmla="*/ 1078 h 1363"/>
                  <a:gd name="T66" fmla="*/ 73 w 389"/>
                  <a:gd name="T67" fmla="*/ 281 h 1363"/>
                  <a:gd name="T68" fmla="*/ 316 w 389"/>
                  <a:gd name="T69" fmla="*/ 281 h 1363"/>
                  <a:gd name="T70" fmla="*/ 316 w 389"/>
                  <a:gd name="T71" fmla="*/ 1078 h 1363"/>
                  <a:gd name="T72" fmla="*/ 73 w 389"/>
                  <a:gd name="T73" fmla="*/ 1078 h 1363"/>
                  <a:gd name="T74" fmla="*/ 319 w 389"/>
                  <a:gd name="T75" fmla="*/ 237 h 1363"/>
                  <a:gd name="T76" fmla="*/ 76 w 389"/>
                  <a:gd name="T77" fmla="*/ 237 h 1363"/>
                  <a:gd name="T78" fmla="*/ 69 w 389"/>
                  <a:gd name="T79" fmla="*/ 230 h 1363"/>
                  <a:gd name="T80" fmla="*/ 76 w 389"/>
                  <a:gd name="T81" fmla="*/ 222 h 1363"/>
                  <a:gd name="T82" fmla="*/ 319 w 389"/>
                  <a:gd name="T83" fmla="*/ 222 h 1363"/>
                  <a:gd name="T84" fmla="*/ 327 w 389"/>
                  <a:gd name="T85" fmla="*/ 230 h 1363"/>
                  <a:gd name="T86" fmla="*/ 319 w 389"/>
                  <a:gd name="T87" fmla="*/ 237 h 1363"/>
                  <a:gd name="T88" fmla="*/ 319 w 389"/>
                  <a:gd name="T89" fmla="*/ 185 h 1363"/>
                  <a:gd name="T90" fmla="*/ 76 w 389"/>
                  <a:gd name="T91" fmla="*/ 185 h 1363"/>
                  <a:gd name="T92" fmla="*/ 69 w 389"/>
                  <a:gd name="T93" fmla="*/ 178 h 1363"/>
                  <a:gd name="T94" fmla="*/ 76 w 389"/>
                  <a:gd name="T95" fmla="*/ 170 h 1363"/>
                  <a:gd name="T96" fmla="*/ 319 w 389"/>
                  <a:gd name="T97" fmla="*/ 170 h 1363"/>
                  <a:gd name="T98" fmla="*/ 327 w 389"/>
                  <a:gd name="T99" fmla="*/ 178 h 1363"/>
                  <a:gd name="T100" fmla="*/ 319 w 389"/>
                  <a:gd name="T101" fmla="*/ 185 h 1363"/>
                  <a:gd name="T102" fmla="*/ 319 w 389"/>
                  <a:gd name="T103" fmla="*/ 185 h 1363"/>
                  <a:gd name="T104" fmla="*/ 319 w 389"/>
                  <a:gd name="T105" fmla="*/ 185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9" h="1363">
                    <a:moveTo>
                      <a:pt x="195" y="1295"/>
                    </a:moveTo>
                    <a:cubicBezTo>
                      <a:pt x="0" y="1295"/>
                      <a:pt x="0" y="1295"/>
                      <a:pt x="0" y="1295"/>
                    </a:cubicBezTo>
                    <a:cubicBezTo>
                      <a:pt x="0" y="1363"/>
                      <a:pt x="0" y="1363"/>
                      <a:pt x="0" y="1363"/>
                    </a:cubicBezTo>
                    <a:cubicBezTo>
                      <a:pt x="389" y="1363"/>
                      <a:pt x="389" y="1363"/>
                      <a:pt x="389" y="1363"/>
                    </a:cubicBezTo>
                    <a:cubicBezTo>
                      <a:pt x="389" y="1295"/>
                      <a:pt x="389" y="1295"/>
                      <a:pt x="389" y="1295"/>
                    </a:cubicBezTo>
                    <a:lnTo>
                      <a:pt x="195" y="1295"/>
                    </a:ln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89" y="72"/>
                      <a:pt x="389" y="72"/>
                      <a:pt x="389" y="72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9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48"/>
                      <a:pt x="0" y="1248"/>
                      <a:pt x="0" y="1248"/>
                    </a:cubicBezTo>
                    <a:cubicBezTo>
                      <a:pt x="389" y="1248"/>
                      <a:pt x="389" y="1248"/>
                      <a:pt x="389" y="1248"/>
                    </a:cubicBezTo>
                    <a:cubicBezTo>
                      <a:pt x="389" y="119"/>
                      <a:pt x="389" y="119"/>
                      <a:pt x="389" y="119"/>
                    </a:cubicBezTo>
                    <a:lnTo>
                      <a:pt x="195" y="119"/>
                    </a:lnTo>
                    <a:close/>
                    <a:moveTo>
                      <a:pt x="319" y="1199"/>
                    </a:moveTo>
                    <a:cubicBezTo>
                      <a:pt x="76" y="1199"/>
                      <a:pt x="76" y="1199"/>
                      <a:pt x="76" y="1199"/>
                    </a:cubicBezTo>
                    <a:cubicBezTo>
                      <a:pt x="72" y="1199"/>
                      <a:pt x="69" y="1196"/>
                      <a:pt x="69" y="1192"/>
                    </a:cubicBezTo>
                    <a:cubicBezTo>
                      <a:pt x="69" y="1188"/>
                      <a:pt x="72" y="1184"/>
                      <a:pt x="76" y="1184"/>
                    </a:cubicBezTo>
                    <a:cubicBezTo>
                      <a:pt x="319" y="1184"/>
                      <a:pt x="319" y="1184"/>
                      <a:pt x="319" y="1184"/>
                    </a:cubicBezTo>
                    <a:cubicBezTo>
                      <a:pt x="323" y="1184"/>
                      <a:pt x="327" y="1188"/>
                      <a:pt x="327" y="1192"/>
                    </a:cubicBezTo>
                    <a:cubicBezTo>
                      <a:pt x="327" y="1196"/>
                      <a:pt x="323" y="1199"/>
                      <a:pt x="319" y="1199"/>
                    </a:cubicBezTo>
                    <a:close/>
                    <a:moveTo>
                      <a:pt x="319" y="1148"/>
                    </a:moveTo>
                    <a:cubicBezTo>
                      <a:pt x="76" y="1148"/>
                      <a:pt x="76" y="1148"/>
                      <a:pt x="76" y="1148"/>
                    </a:cubicBezTo>
                    <a:cubicBezTo>
                      <a:pt x="72" y="1148"/>
                      <a:pt x="69" y="1144"/>
                      <a:pt x="69" y="1140"/>
                    </a:cubicBezTo>
                    <a:cubicBezTo>
                      <a:pt x="69" y="1136"/>
                      <a:pt x="72" y="1133"/>
                      <a:pt x="76" y="1133"/>
                    </a:cubicBezTo>
                    <a:cubicBezTo>
                      <a:pt x="319" y="1133"/>
                      <a:pt x="319" y="1133"/>
                      <a:pt x="319" y="1133"/>
                    </a:cubicBezTo>
                    <a:cubicBezTo>
                      <a:pt x="323" y="1133"/>
                      <a:pt x="327" y="1136"/>
                      <a:pt x="327" y="1140"/>
                    </a:cubicBezTo>
                    <a:cubicBezTo>
                      <a:pt x="327" y="1144"/>
                      <a:pt x="323" y="1148"/>
                      <a:pt x="319" y="1148"/>
                    </a:cubicBezTo>
                    <a:close/>
                    <a:moveTo>
                      <a:pt x="73" y="1078"/>
                    </a:moveTo>
                    <a:cubicBezTo>
                      <a:pt x="73" y="281"/>
                      <a:pt x="73" y="281"/>
                      <a:pt x="73" y="281"/>
                    </a:cubicBezTo>
                    <a:cubicBezTo>
                      <a:pt x="316" y="281"/>
                      <a:pt x="316" y="281"/>
                      <a:pt x="316" y="281"/>
                    </a:cubicBezTo>
                    <a:cubicBezTo>
                      <a:pt x="316" y="1078"/>
                      <a:pt x="316" y="1078"/>
                      <a:pt x="316" y="1078"/>
                    </a:cubicBezTo>
                    <a:lnTo>
                      <a:pt x="73" y="1078"/>
                    </a:lnTo>
                    <a:close/>
                    <a:moveTo>
                      <a:pt x="319" y="237"/>
                    </a:moveTo>
                    <a:cubicBezTo>
                      <a:pt x="76" y="237"/>
                      <a:pt x="76" y="237"/>
                      <a:pt x="76" y="237"/>
                    </a:cubicBezTo>
                    <a:cubicBezTo>
                      <a:pt x="72" y="237"/>
                      <a:pt x="69" y="234"/>
                      <a:pt x="69" y="230"/>
                    </a:cubicBezTo>
                    <a:cubicBezTo>
                      <a:pt x="69" y="226"/>
                      <a:pt x="72" y="222"/>
                      <a:pt x="76" y="222"/>
                    </a:cubicBezTo>
                    <a:cubicBezTo>
                      <a:pt x="319" y="222"/>
                      <a:pt x="319" y="222"/>
                      <a:pt x="319" y="222"/>
                    </a:cubicBezTo>
                    <a:cubicBezTo>
                      <a:pt x="323" y="222"/>
                      <a:pt x="327" y="226"/>
                      <a:pt x="327" y="230"/>
                    </a:cubicBezTo>
                    <a:cubicBezTo>
                      <a:pt x="327" y="234"/>
                      <a:pt x="323" y="237"/>
                      <a:pt x="319" y="237"/>
                    </a:cubicBezTo>
                    <a:close/>
                    <a:moveTo>
                      <a:pt x="319" y="185"/>
                    </a:moveTo>
                    <a:cubicBezTo>
                      <a:pt x="76" y="185"/>
                      <a:pt x="76" y="185"/>
                      <a:pt x="76" y="185"/>
                    </a:cubicBezTo>
                    <a:cubicBezTo>
                      <a:pt x="72" y="185"/>
                      <a:pt x="69" y="182"/>
                      <a:pt x="69" y="178"/>
                    </a:cubicBezTo>
                    <a:cubicBezTo>
                      <a:pt x="69" y="174"/>
                      <a:pt x="72" y="170"/>
                      <a:pt x="76" y="170"/>
                    </a:cubicBezTo>
                    <a:cubicBezTo>
                      <a:pt x="319" y="170"/>
                      <a:pt x="319" y="170"/>
                      <a:pt x="319" y="170"/>
                    </a:cubicBezTo>
                    <a:cubicBezTo>
                      <a:pt x="323" y="170"/>
                      <a:pt x="327" y="174"/>
                      <a:pt x="327" y="178"/>
                    </a:cubicBezTo>
                    <a:cubicBezTo>
                      <a:pt x="327" y="182"/>
                      <a:pt x="323" y="185"/>
                      <a:pt x="319" y="185"/>
                    </a:cubicBezTo>
                    <a:close/>
                    <a:moveTo>
                      <a:pt x="319" y="185"/>
                    </a:moveTo>
                    <a:cubicBezTo>
                      <a:pt x="319" y="185"/>
                      <a:pt x="319" y="185"/>
                      <a:pt x="319" y="185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56"/>
              <p:cNvSpPr>
                <a:spLocks noEditPoints="1"/>
              </p:cNvSpPr>
              <p:nvPr userDrawn="1"/>
            </p:nvSpPr>
            <p:spPr bwMode="auto">
              <a:xfrm>
                <a:off x="1523" y="1340"/>
                <a:ext cx="24" cy="71"/>
              </a:xfrm>
              <a:custGeom>
                <a:avLst/>
                <a:gdLst>
                  <a:gd name="T0" fmla="*/ 10 w 24"/>
                  <a:gd name="T1" fmla="*/ 71 h 71"/>
                  <a:gd name="T2" fmla="*/ 24 w 24"/>
                  <a:gd name="T3" fmla="*/ 26 h 71"/>
                  <a:gd name="T4" fmla="*/ 14 w 24"/>
                  <a:gd name="T5" fmla="*/ 0 h 71"/>
                  <a:gd name="T6" fmla="*/ 0 w 24"/>
                  <a:gd name="T7" fmla="*/ 45 h 71"/>
                  <a:gd name="T8" fmla="*/ 10 w 24"/>
                  <a:gd name="T9" fmla="*/ 71 h 71"/>
                  <a:gd name="T10" fmla="*/ 10 w 24"/>
                  <a:gd name="T11" fmla="*/ 71 h 71"/>
                  <a:gd name="T12" fmla="*/ 10 w 2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71">
                    <a:moveTo>
                      <a:pt x="10" y="71"/>
                    </a:moveTo>
                    <a:cubicBezTo>
                      <a:pt x="20" y="71"/>
                      <a:pt x="24" y="57"/>
                      <a:pt x="24" y="26"/>
                    </a:cubicBezTo>
                    <a:cubicBezTo>
                      <a:pt x="24" y="7"/>
                      <a:pt x="21" y="0"/>
                      <a:pt x="14" y="0"/>
                    </a:cubicBezTo>
                    <a:cubicBezTo>
                      <a:pt x="5" y="0"/>
                      <a:pt x="0" y="17"/>
                      <a:pt x="0" y="45"/>
                    </a:cubicBezTo>
                    <a:cubicBezTo>
                      <a:pt x="0" y="62"/>
                      <a:pt x="3" y="71"/>
                      <a:pt x="10" y="71"/>
                    </a:cubicBezTo>
                    <a:close/>
                    <a:moveTo>
                      <a:pt x="10" y="71"/>
                    </a:moveTo>
                    <a:cubicBezTo>
                      <a:pt x="10" y="71"/>
                      <a:pt x="10" y="71"/>
                      <a:pt x="10" y="7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57"/>
              <p:cNvSpPr>
                <a:spLocks noEditPoints="1"/>
              </p:cNvSpPr>
              <p:nvPr userDrawn="1"/>
            </p:nvSpPr>
            <p:spPr bwMode="auto">
              <a:xfrm>
                <a:off x="1371" y="957"/>
                <a:ext cx="243" cy="797"/>
              </a:xfrm>
              <a:custGeom>
                <a:avLst/>
                <a:gdLst>
                  <a:gd name="T0" fmla="*/ 122 w 243"/>
                  <a:gd name="T1" fmla="*/ 0 h 797"/>
                  <a:gd name="T2" fmla="*/ 0 w 243"/>
                  <a:gd name="T3" fmla="*/ 0 h 797"/>
                  <a:gd name="T4" fmla="*/ 0 w 243"/>
                  <a:gd name="T5" fmla="*/ 797 h 797"/>
                  <a:gd name="T6" fmla="*/ 243 w 243"/>
                  <a:gd name="T7" fmla="*/ 797 h 797"/>
                  <a:gd name="T8" fmla="*/ 243 w 243"/>
                  <a:gd name="T9" fmla="*/ 0 h 797"/>
                  <a:gd name="T10" fmla="*/ 122 w 243"/>
                  <a:gd name="T11" fmla="*/ 0 h 797"/>
                  <a:gd name="T12" fmla="*/ 61 w 243"/>
                  <a:gd name="T13" fmla="*/ 481 h 797"/>
                  <a:gd name="T14" fmla="*/ 26 w 243"/>
                  <a:gd name="T15" fmla="*/ 446 h 797"/>
                  <a:gd name="T16" fmla="*/ 38 w 243"/>
                  <a:gd name="T17" fmla="*/ 382 h 797"/>
                  <a:gd name="T18" fmla="*/ 35 w 243"/>
                  <a:gd name="T19" fmla="*/ 379 h 797"/>
                  <a:gd name="T20" fmla="*/ 21 w 243"/>
                  <a:gd name="T21" fmla="*/ 379 h 797"/>
                  <a:gd name="T22" fmla="*/ 20 w 243"/>
                  <a:gd name="T23" fmla="*/ 378 h 797"/>
                  <a:gd name="T24" fmla="*/ 22 w 243"/>
                  <a:gd name="T25" fmla="*/ 361 h 797"/>
                  <a:gd name="T26" fmla="*/ 41 w 243"/>
                  <a:gd name="T27" fmla="*/ 358 h 797"/>
                  <a:gd name="T28" fmla="*/ 45 w 243"/>
                  <a:gd name="T29" fmla="*/ 329 h 797"/>
                  <a:gd name="T30" fmla="*/ 89 w 243"/>
                  <a:gd name="T31" fmla="*/ 320 h 797"/>
                  <a:gd name="T32" fmla="*/ 92 w 243"/>
                  <a:gd name="T33" fmla="*/ 323 h 797"/>
                  <a:gd name="T34" fmla="*/ 84 w 243"/>
                  <a:gd name="T35" fmla="*/ 358 h 797"/>
                  <a:gd name="T36" fmla="*/ 109 w 243"/>
                  <a:gd name="T37" fmla="*/ 358 h 797"/>
                  <a:gd name="T38" fmla="*/ 111 w 243"/>
                  <a:gd name="T39" fmla="*/ 359 h 797"/>
                  <a:gd name="T40" fmla="*/ 108 w 243"/>
                  <a:gd name="T41" fmla="*/ 379 h 797"/>
                  <a:gd name="T42" fmla="*/ 83 w 243"/>
                  <a:gd name="T43" fmla="*/ 379 h 797"/>
                  <a:gd name="T44" fmla="*/ 80 w 243"/>
                  <a:gd name="T45" fmla="*/ 381 h 797"/>
                  <a:gd name="T46" fmla="*/ 71 w 243"/>
                  <a:gd name="T47" fmla="*/ 431 h 797"/>
                  <a:gd name="T48" fmla="*/ 76 w 243"/>
                  <a:gd name="T49" fmla="*/ 439 h 797"/>
                  <a:gd name="T50" fmla="*/ 91 w 243"/>
                  <a:gd name="T51" fmla="*/ 427 h 797"/>
                  <a:gd name="T52" fmla="*/ 97 w 243"/>
                  <a:gd name="T53" fmla="*/ 428 h 797"/>
                  <a:gd name="T54" fmla="*/ 102 w 243"/>
                  <a:gd name="T55" fmla="*/ 441 h 797"/>
                  <a:gd name="T56" fmla="*/ 61 w 243"/>
                  <a:gd name="T57" fmla="*/ 481 h 797"/>
                  <a:gd name="T58" fmla="*/ 152 w 243"/>
                  <a:gd name="T59" fmla="*/ 481 h 797"/>
                  <a:gd name="T60" fmla="*/ 122 w 243"/>
                  <a:gd name="T61" fmla="*/ 471 h 797"/>
                  <a:gd name="T62" fmla="*/ 105 w 243"/>
                  <a:gd name="T63" fmla="*/ 430 h 797"/>
                  <a:gd name="T64" fmla="*/ 122 w 243"/>
                  <a:gd name="T65" fmla="*/ 377 h 797"/>
                  <a:gd name="T66" fmla="*/ 176 w 243"/>
                  <a:gd name="T67" fmla="*/ 352 h 797"/>
                  <a:gd name="T68" fmla="*/ 223 w 243"/>
                  <a:gd name="T69" fmla="*/ 401 h 797"/>
                  <a:gd name="T70" fmla="*/ 152 w 243"/>
                  <a:gd name="T71" fmla="*/ 481 h 797"/>
                  <a:gd name="T72" fmla="*/ 152 w 243"/>
                  <a:gd name="T73" fmla="*/ 481 h 797"/>
                  <a:gd name="T74" fmla="*/ 152 w 243"/>
                  <a:gd name="T75" fmla="*/ 48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3" h="797">
                    <a:moveTo>
                      <a:pt x="1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243" y="797"/>
                      <a:pt x="243" y="797"/>
                      <a:pt x="243" y="797"/>
                    </a:cubicBezTo>
                    <a:cubicBezTo>
                      <a:pt x="243" y="0"/>
                      <a:pt x="243" y="0"/>
                      <a:pt x="243" y="0"/>
                    </a:cubicBezTo>
                    <a:lnTo>
                      <a:pt x="122" y="0"/>
                    </a:lnTo>
                    <a:close/>
                    <a:moveTo>
                      <a:pt x="61" y="481"/>
                    </a:moveTo>
                    <a:cubicBezTo>
                      <a:pt x="36" y="481"/>
                      <a:pt x="24" y="468"/>
                      <a:pt x="26" y="446"/>
                    </a:cubicBezTo>
                    <a:cubicBezTo>
                      <a:pt x="38" y="382"/>
                      <a:pt x="38" y="382"/>
                      <a:pt x="38" y="382"/>
                    </a:cubicBezTo>
                    <a:cubicBezTo>
                      <a:pt x="35" y="379"/>
                      <a:pt x="35" y="379"/>
                      <a:pt x="35" y="379"/>
                    </a:cubicBezTo>
                    <a:cubicBezTo>
                      <a:pt x="21" y="379"/>
                      <a:pt x="21" y="379"/>
                      <a:pt x="21" y="379"/>
                    </a:cubicBezTo>
                    <a:cubicBezTo>
                      <a:pt x="20" y="378"/>
                      <a:pt x="20" y="378"/>
                      <a:pt x="20" y="378"/>
                    </a:cubicBezTo>
                    <a:cubicBezTo>
                      <a:pt x="22" y="361"/>
                      <a:pt x="22" y="361"/>
                      <a:pt x="22" y="361"/>
                    </a:cubicBezTo>
                    <a:cubicBezTo>
                      <a:pt x="41" y="358"/>
                      <a:pt x="41" y="358"/>
                      <a:pt x="41" y="358"/>
                    </a:cubicBezTo>
                    <a:cubicBezTo>
                      <a:pt x="43" y="344"/>
                      <a:pt x="45" y="329"/>
                      <a:pt x="45" y="329"/>
                    </a:cubicBezTo>
                    <a:cubicBezTo>
                      <a:pt x="89" y="320"/>
                      <a:pt x="89" y="320"/>
                      <a:pt x="89" y="320"/>
                    </a:cubicBezTo>
                    <a:cubicBezTo>
                      <a:pt x="92" y="323"/>
                      <a:pt x="92" y="323"/>
                      <a:pt x="92" y="323"/>
                    </a:cubicBezTo>
                    <a:cubicBezTo>
                      <a:pt x="92" y="323"/>
                      <a:pt x="88" y="340"/>
                      <a:pt x="84" y="358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111" y="359"/>
                      <a:pt x="111" y="359"/>
                      <a:pt x="111" y="359"/>
                    </a:cubicBezTo>
                    <a:cubicBezTo>
                      <a:pt x="108" y="379"/>
                      <a:pt x="108" y="379"/>
                      <a:pt x="108" y="379"/>
                    </a:cubicBezTo>
                    <a:cubicBezTo>
                      <a:pt x="83" y="379"/>
                      <a:pt x="83" y="379"/>
                      <a:pt x="83" y="379"/>
                    </a:cubicBezTo>
                    <a:cubicBezTo>
                      <a:pt x="80" y="381"/>
                      <a:pt x="80" y="381"/>
                      <a:pt x="80" y="381"/>
                    </a:cubicBezTo>
                    <a:cubicBezTo>
                      <a:pt x="71" y="431"/>
                      <a:pt x="71" y="431"/>
                      <a:pt x="71" y="431"/>
                    </a:cubicBezTo>
                    <a:cubicBezTo>
                      <a:pt x="70" y="436"/>
                      <a:pt x="72" y="439"/>
                      <a:pt x="76" y="439"/>
                    </a:cubicBezTo>
                    <a:cubicBezTo>
                      <a:pt x="79" y="439"/>
                      <a:pt x="83" y="436"/>
                      <a:pt x="91" y="427"/>
                    </a:cubicBezTo>
                    <a:cubicBezTo>
                      <a:pt x="97" y="428"/>
                      <a:pt x="97" y="428"/>
                      <a:pt x="97" y="428"/>
                    </a:cubicBezTo>
                    <a:cubicBezTo>
                      <a:pt x="102" y="441"/>
                      <a:pt x="102" y="441"/>
                      <a:pt x="102" y="441"/>
                    </a:cubicBezTo>
                    <a:cubicBezTo>
                      <a:pt x="85" y="466"/>
                      <a:pt x="68" y="481"/>
                      <a:pt x="61" y="481"/>
                    </a:cubicBezTo>
                    <a:close/>
                    <a:moveTo>
                      <a:pt x="152" y="481"/>
                    </a:moveTo>
                    <a:cubicBezTo>
                      <a:pt x="140" y="481"/>
                      <a:pt x="129" y="478"/>
                      <a:pt x="122" y="471"/>
                    </a:cubicBezTo>
                    <a:cubicBezTo>
                      <a:pt x="111" y="463"/>
                      <a:pt x="105" y="449"/>
                      <a:pt x="105" y="430"/>
                    </a:cubicBezTo>
                    <a:cubicBezTo>
                      <a:pt x="105" y="409"/>
                      <a:pt x="111" y="391"/>
                      <a:pt x="122" y="377"/>
                    </a:cubicBezTo>
                    <a:cubicBezTo>
                      <a:pt x="134" y="361"/>
                      <a:pt x="153" y="352"/>
                      <a:pt x="176" y="352"/>
                    </a:cubicBezTo>
                    <a:cubicBezTo>
                      <a:pt x="206" y="352"/>
                      <a:pt x="223" y="369"/>
                      <a:pt x="223" y="401"/>
                    </a:cubicBezTo>
                    <a:cubicBezTo>
                      <a:pt x="223" y="450"/>
                      <a:pt x="195" y="481"/>
                      <a:pt x="152" y="481"/>
                    </a:cubicBezTo>
                    <a:close/>
                    <a:moveTo>
                      <a:pt x="152" y="481"/>
                    </a:moveTo>
                    <a:cubicBezTo>
                      <a:pt x="152" y="481"/>
                      <a:pt x="152" y="481"/>
                      <a:pt x="152" y="48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58"/>
              <p:cNvSpPr>
                <a:spLocks noEditPoints="1"/>
              </p:cNvSpPr>
              <p:nvPr userDrawn="1"/>
            </p:nvSpPr>
            <p:spPr bwMode="auto">
              <a:xfrm>
                <a:off x="1298" y="748"/>
                <a:ext cx="389" cy="1223"/>
              </a:xfrm>
              <a:custGeom>
                <a:avLst/>
                <a:gdLst>
                  <a:gd name="T0" fmla="*/ 149 w 389"/>
                  <a:gd name="T1" fmla="*/ 648 h 1223"/>
                  <a:gd name="T2" fmla="*/ 153 w 389"/>
                  <a:gd name="T3" fmla="*/ 590 h 1223"/>
                  <a:gd name="T4" fmla="*/ 181 w 389"/>
                  <a:gd name="T5" fmla="*/ 588 h 1223"/>
                  <a:gd name="T6" fmla="*/ 182 w 389"/>
                  <a:gd name="T7" fmla="*/ 567 h 1223"/>
                  <a:gd name="T8" fmla="*/ 165 w 389"/>
                  <a:gd name="T9" fmla="*/ 532 h 1223"/>
                  <a:gd name="T10" fmla="*/ 118 w 389"/>
                  <a:gd name="T11" fmla="*/ 538 h 1223"/>
                  <a:gd name="T12" fmla="*/ 95 w 389"/>
                  <a:gd name="T13" fmla="*/ 570 h 1223"/>
                  <a:gd name="T14" fmla="*/ 94 w 389"/>
                  <a:gd name="T15" fmla="*/ 589 h 1223"/>
                  <a:gd name="T16" fmla="*/ 111 w 389"/>
                  <a:gd name="T17" fmla="*/ 591 h 1223"/>
                  <a:gd name="T18" fmla="*/ 134 w 389"/>
                  <a:gd name="T19" fmla="*/ 691 h 1223"/>
                  <a:gd name="T20" fmla="*/ 170 w 389"/>
                  <a:gd name="T21" fmla="*/ 638 h 1223"/>
                  <a:gd name="T22" fmla="*/ 249 w 389"/>
                  <a:gd name="T23" fmla="*/ 561 h 1223"/>
                  <a:gd name="T24" fmla="*/ 178 w 389"/>
                  <a:gd name="T25" fmla="*/ 639 h 1223"/>
                  <a:gd name="T26" fmla="*/ 225 w 389"/>
                  <a:gd name="T27" fmla="*/ 690 h 1223"/>
                  <a:gd name="T28" fmla="*/ 249 w 389"/>
                  <a:gd name="T29" fmla="*/ 561 h 1223"/>
                  <a:gd name="T30" fmla="*/ 225 w 389"/>
                  <a:gd name="T31" fmla="*/ 637 h 1223"/>
                  <a:gd name="T32" fmla="*/ 248 w 389"/>
                  <a:gd name="T33" fmla="*/ 618 h 1223"/>
                  <a:gd name="T34" fmla="*/ 195 w 389"/>
                  <a:gd name="T35" fmla="*/ 0 h 1223"/>
                  <a:gd name="T36" fmla="*/ 0 w 389"/>
                  <a:gd name="T37" fmla="*/ 47 h 1223"/>
                  <a:gd name="T38" fmla="*/ 389 w 389"/>
                  <a:gd name="T39" fmla="*/ 0 h 1223"/>
                  <a:gd name="T40" fmla="*/ 195 w 389"/>
                  <a:gd name="T41" fmla="*/ 1176 h 1223"/>
                  <a:gd name="T42" fmla="*/ 0 w 389"/>
                  <a:gd name="T43" fmla="*/ 1223 h 1223"/>
                  <a:gd name="T44" fmla="*/ 389 w 389"/>
                  <a:gd name="T45" fmla="*/ 1176 h 1223"/>
                  <a:gd name="T46" fmla="*/ 319 w 389"/>
                  <a:gd name="T47" fmla="*/ 98 h 1223"/>
                  <a:gd name="T48" fmla="*/ 69 w 389"/>
                  <a:gd name="T49" fmla="*/ 106 h 1223"/>
                  <a:gd name="T50" fmla="*/ 319 w 389"/>
                  <a:gd name="T51" fmla="*/ 113 h 1223"/>
                  <a:gd name="T52" fmla="*/ 319 w 389"/>
                  <a:gd name="T53" fmla="*/ 98 h 1223"/>
                  <a:gd name="T54" fmla="*/ 76 w 389"/>
                  <a:gd name="T55" fmla="*/ 150 h 1223"/>
                  <a:gd name="T56" fmla="*/ 76 w 389"/>
                  <a:gd name="T57" fmla="*/ 165 h 1223"/>
                  <a:gd name="T58" fmla="*/ 327 w 389"/>
                  <a:gd name="T59" fmla="*/ 158 h 1223"/>
                  <a:gd name="T60" fmla="*/ 319 w 389"/>
                  <a:gd name="T61" fmla="*/ 1061 h 1223"/>
                  <a:gd name="T62" fmla="*/ 69 w 389"/>
                  <a:gd name="T63" fmla="*/ 1068 h 1223"/>
                  <a:gd name="T64" fmla="*/ 319 w 389"/>
                  <a:gd name="T65" fmla="*/ 1076 h 1223"/>
                  <a:gd name="T66" fmla="*/ 319 w 389"/>
                  <a:gd name="T67" fmla="*/ 1061 h 1223"/>
                  <a:gd name="T68" fmla="*/ 76 w 389"/>
                  <a:gd name="T69" fmla="*/ 1112 h 1223"/>
                  <a:gd name="T70" fmla="*/ 76 w 389"/>
                  <a:gd name="T71" fmla="*/ 1127 h 1223"/>
                  <a:gd name="T72" fmla="*/ 327 w 389"/>
                  <a:gd name="T73" fmla="*/ 1120 h 1223"/>
                  <a:gd name="T74" fmla="*/ 319 w 389"/>
                  <a:gd name="T75" fmla="*/ 111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9" h="1223">
                    <a:moveTo>
                      <a:pt x="164" y="637"/>
                    </a:moveTo>
                    <a:cubicBezTo>
                      <a:pt x="156" y="646"/>
                      <a:pt x="152" y="648"/>
                      <a:pt x="149" y="648"/>
                    </a:cubicBezTo>
                    <a:cubicBezTo>
                      <a:pt x="145" y="648"/>
                      <a:pt x="143" y="646"/>
                      <a:pt x="144" y="640"/>
                    </a:cubicBezTo>
                    <a:cubicBezTo>
                      <a:pt x="153" y="590"/>
                      <a:pt x="153" y="590"/>
                      <a:pt x="153" y="590"/>
                    </a:cubicBezTo>
                    <a:cubicBezTo>
                      <a:pt x="156" y="588"/>
                      <a:pt x="156" y="588"/>
                      <a:pt x="156" y="588"/>
                    </a:cubicBezTo>
                    <a:cubicBezTo>
                      <a:pt x="181" y="588"/>
                      <a:pt x="181" y="588"/>
                      <a:pt x="181" y="588"/>
                    </a:cubicBezTo>
                    <a:cubicBezTo>
                      <a:pt x="184" y="569"/>
                      <a:pt x="184" y="569"/>
                      <a:pt x="184" y="569"/>
                    </a:cubicBezTo>
                    <a:cubicBezTo>
                      <a:pt x="182" y="567"/>
                      <a:pt x="182" y="567"/>
                      <a:pt x="182" y="567"/>
                    </a:cubicBezTo>
                    <a:cubicBezTo>
                      <a:pt x="157" y="567"/>
                      <a:pt x="157" y="567"/>
                      <a:pt x="157" y="567"/>
                    </a:cubicBezTo>
                    <a:cubicBezTo>
                      <a:pt x="161" y="550"/>
                      <a:pt x="165" y="532"/>
                      <a:pt x="165" y="532"/>
                    </a:cubicBezTo>
                    <a:cubicBezTo>
                      <a:pt x="162" y="529"/>
                      <a:pt x="162" y="529"/>
                      <a:pt x="162" y="529"/>
                    </a:cubicBezTo>
                    <a:cubicBezTo>
                      <a:pt x="118" y="538"/>
                      <a:pt x="118" y="538"/>
                      <a:pt x="118" y="538"/>
                    </a:cubicBezTo>
                    <a:cubicBezTo>
                      <a:pt x="118" y="538"/>
                      <a:pt x="116" y="554"/>
                      <a:pt x="114" y="567"/>
                    </a:cubicBezTo>
                    <a:cubicBezTo>
                      <a:pt x="95" y="570"/>
                      <a:pt x="95" y="570"/>
                      <a:pt x="95" y="570"/>
                    </a:cubicBezTo>
                    <a:cubicBezTo>
                      <a:pt x="93" y="588"/>
                      <a:pt x="93" y="588"/>
                      <a:pt x="93" y="588"/>
                    </a:cubicBezTo>
                    <a:cubicBezTo>
                      <a:pt x="94" y="589"/>
                      <a:pt x="94" y="589"/>
                      <a:pt x="94" y="589"/>
                    </a:cubicBezTo>
                    <a:cubicBezTo>
                      <a:pt x="108" y="589"/>
                      <a:pt x="108" y="589"/>
                      <a:pt x="108" y="589"/>
                    </a:cubicBezTo>
                    <a:cubicBezTo>
                      <a:pt x="111" y="591"/>
                      <a:pt x="111" y="591"/>
                      <a:pt x="111" y="591"/>
                    </a:cubicBezTo>
                    <a:cubicBezTo>
                      <a:pt x="99" y="656"/>
                      <a:pt x="99" y="656"/>
                      <a:pt x="99" y="656"/>
                    </a:cubicBezTo>
                    <a:cubicBezTo>
                      <a:pt x="97" y="678"/>
                      <a:pt x="109" y="691"/>
                      <a:pt x="134" y="691"/>
                    </a:cubicBezTo>
                    <a:cubicBezTo>
                      <a:pt x="141" y="691"/>
                      <a:pt x="158" y="675"/>
                      <a:pt x="175" y="651"/>
                    </a:cubicBezTo>
                    <a:cubicBezTo>
                      <a:pt x="170" y="638"/>
                      <a:pt x="170" y="638"/>
                      <a:pt x="170" y="638"/>
                    </a:cubicBezTo>
                    <a:lnTo>
                      <a:pt x="164" y="637"/>
                    </a:lnTo>
                    <a:close/>
                    <a:moveTo>
                      <a:pt x="249" y="561"/>
                    </a:moveTo>
                    <a:cubicBezTo>
                      <a:pt x="226" y="561"/>
                      <a:pt x="207" y="570"/>
                      <a:pt x="195" y="586"/>
                    </a:cubicBezTo>
                    <a:cubicBezTo>
                      <a:pt x="184" y="600"/>
                      <a:pt x="178" y="618"/>
                      <a:pt x="178" y="639"/>
                    </a:cubicBezTo>
                    <a:cubicBezTo>
                      <a:pt x="178" y="658"/>
                      <a:pt x="184" y="672"/>
                      <a:pt x="195" y="680"/>
                    </a:cubicBezTo>
                    <a:cubicBezTo>
                      <a:pt x="202" y="687"/>
                      <a:pt x="213" y="690"/>
                      <a:pt x="225" y="690"/>
                    </a:cubicBezTo>
                    <a:cubicBezTo>
                      <a:pt x="268" y="690"/>
                      <a:pt x="296" y="659"/>
                      <a:pt x="296" y="610"/>
                    </a:cubicBezTo>
                    <a:cubicBezTo>
                      <a:pt x="296" y="579"/>
                      <a:pt x="279" y="561"/>
                      <a:pt x="249" y="561"/>
                    </a:cubicBezTo>
                    <a:close/>
                    <a:moveTo>
                      <a:pt x="235" y="663"/>
                    </a:moveTo>
                    <a:cubicBezTo>
                      <a:pt x="228" y="663"/>
                      <a:pt x="225" y="654"/>
                      <a:pt x="225" y="637"/>
                    </a:cubicBezTo>
                    <a:cubicBezTo>
                      <a:pt x="225" y="609"/>
                      <a:pt x="230" y="592"/>
                      <a:pt x="239" y="592"/>
                    </a:cubicBezTo>
                    <a:cubicBezTo>
                      <a:pt x="246" y="592"/>
                      <a:pt x="248" y="599"/>
                      <a:pt x="248" y="618"/>
                    </a:cubicBezTo>
                    <a:cubicBezTo>
                      <a:pt x="248" y="649"/>
                      <a:pt x="245" y="663"/>
                      <a:pt x="235" y="663"/>
                    </a:cubicBez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89" y="47"/>
                      <a:pt x="389" y="47"/>
                      <a:pt x="389" y="47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76"/>
                    </a:moveTo>
                    <a:cubicBezTo>
                      <a:pt x="0" y="1176"/>
                      <a:pt x="0" y="1176"/>
                      <a:pt x="0" y="1176"/>
                    </a:cubicBezTo>
                    <a:cubicBezTo>
                      <a:pt x="0" y="1223"/>
                      <a:pt x="0" y="1223"/>
                      <a:pt x="0" y="1223"/>
                    </a:cubicBezTo>
                    <a:cubicBezTo>
                      <a:pt x="389" y="1223"/>
                      <a:pt x="389" y="1223"/>
                      <a:pt x="389" y="1223"/>
                    </a:cubicBezTo>
                    <a:cubicBezTo>
                      <a:pt x="389" y="1176"/>
                      <a:pt x="389" y="1176"/>
                      <a:pt x="389" y="1176"/>
                    </a:cubicBezTo>
                    <a:lnTo>
                      <a:pt x="195" y="1176"/>
                    </a:lnTo>
                    <a:close/>
                    <a:moveTo>
                      <a:pt x="319" y="98"/>
                    </a:moveTo>
                    <a:cubicBezTo>
                      <a:pt x="76" y="98"/>
                      <a:pt x="76" y="98"/>
                      <a:pt x="76" y="98"/>
                    </a:cubicBezTo>
                    <a:cubicBezTo>
                      <a:pt x="72" y="98"/>
                      <a:pt x="69" y="102"/>
                      <a:pt x="69" y="106"/>
                    </a:cubicBezTo>
                    <a:cubicBezTo>
                      <a:pt x="69" y="110"/>
                      <a:pt x="72" y="113"/>
                      <a:pt x="76" y="113"/>
                    </a:cubicBezTo>
                    <a:cubicBezTo>
                      <a:pt x="319" y="113"/>
                      <a:pt x="319" y="113"/>
                      <a:pt x="319" y="113"/>
                    </a:cubicBezTo>
                    <a:cubicBezTo>
                      <a:pt x="323" y="113"/>
                      <a:pt x="327" y="110"/>
                      <a:pt x="327" y="106"/>
                    </a:cubicBezTo>
                    <a:cubicBezTo>
                      <a:pt x="327" y="102"/>
                      <a:pt x="323" y="98"/>
                      <a:pt x="319" y="98"/>
                    </a:cubicBezTo>
                    <a:close/>
                    <a:moveTo>
                      <a:pt x="319" y="150"/>
                    </a:moveTo>
                    <a:cubicBezTo>
                      <a:pt x="76" y="150"/>
                      <a:pt x="76" y="150"/>
                      <a:pt x="76" y="150"/>
                    </a:cubicBezTo>
                    <a:cubicBezTo>
                      <a:pt x="72" y="150"/>
                      <a:pt x="69" y="153"/>
                      <a:pt x="69" y="158"/>
                    </a:cubicBezTo>
                    <a:cubicBezTo>
                      <a:pt x="69" y="162"/>
                      <a:pt x="72" y="165"/>
                      <a:pt x="76" y="165"/>
                    </a:cubicBezTo>
                    <a:cubicBezTo>
                      <a:pt x="319" y="165"/>
                      <a:pt x="319" y="165"/>
                      <a:pt x="319" y="165"/>
                    </a:cubicBezTo>
                    <a:cubicBezTo>
                      <a:pt x="323" y="165"/>
                      <a:pt x="327" y="162"/>
                      <a:pt x="327" y="158"/>
                    </a:cubicBezTo>
                    <a:cubicBezTo>
                      <a:pt x="327" y="153"/>
                      <a:pt x="323" y="150"/>
                      <a:pt x="319" y="150"/>
                    </a:cubicBezTo>
                    <a:close/>
                    <a:moveTo>
                      <a:pt x="319" y="1061"/>
                    </a:moveTo>
                    <a:cubicBezTo>
                      <a:pt x="76" y="1061"/>
                      <a:pt x="76" y="1061"/>
                      <a:pt x="76" y="1061"/>
                    </a:cubicBezTo>
                    <a:cubicBezTo>
                      <a:pt x="72" y="1061"/>
                      <a:pt x="69" y="1064"/>
                      <a:pt x="69" y="1068"/>
                    </a:cubicBezTo>
                    <a:cubicBezTo>
                      <a:pt x="69" y="1072"/>
                      <a:pt x="72" y="1076"/>
                      <a:pt x="76" y="1076"/>
                    </a:cubicBezTo>
                    <a:cubicBezTo>
                      <a:pt x="319" y="1076"/>
                      <a:pt x="319" y="1076"/>
                      <a:pt x="319" y="1076"/>
                    </a:cubicBezTo>
                    <a:cubicBezTo>
                      <a:pt x="323" y="1076"/>
                      <a:pt x="327" y="1072"/>
                      <a:pt x="327" y="1068"/>
                    </a:cubicBezTo>
                    <a:cubicBezTo>
                      <a:pt x="327" y="1064"/>
                      <a:pt x="323" y="1061"/>
                      <a:pt x="319" y="1061"/>
                    </a:cubicBezTo>
                    <a:close/>
                    <a:moveTo>
                      <a:pt x="319" y="1112"/>
                    </a:moveTo>
                    <a:cubicBezTo>
                      <a:pt x="76" y="1112"/>
                      <a:pt x="76" y="1112"/>
                      <a:pt x="76" y="1112"/>
                    </a:cubicBezTo>
                    <a:cubicBezTo>
                      <a:pt x="72" y="1112"/>
                      <a:pt x="69" y="1116"/>
                      <a:pt x="69" y="1120"/>
                    </a:cubicBezTo>
                    <a:cubicBezTo>
                      <a:pt x="69" y="1124"/>
                      <a:pt x="72" y="1127"/>
                      <a:pt x="76" y="1127"/>
                    </a:cubicBezTo>
                    <a:cubicBezTo>
                      <a:pt x="319" y="1127"/>
                      <a:pt x="319" y="1127"/>
                      <a:pt x="319" y="1127"/>
                    </a:cubicBezTo>
                    <a:cubicBezTo>
                      <a:pt x="323" y="1127"/>
                      <a:pt x="327" y="1124"/>
                      <a:pt x="327" y="1120"/>
                    </a:cubicBezTo>
                    <a:cubicBezTo>
                      <a:pt x="327" y="1116"/>
                      <a:pt x="323" y="1112"/>
                      <a:pt x="319" y="1112"/>
                    </a:cubicBezTo>
                    <a:close/>
                    <a:moveTo>
                      <a:pt x="319" y="1112"/>
                    </a:moveTo>
                    <a:cubicBezTo>
                      <a:pt x="319" y="1112"/>
                      <a:pt x="319" y="1112"/>
                      <a:pt x="319" y="1112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59"/>
              <p:cNvSpPr>
                <a:spLocks noEditPoints="1"/>
              </p:cNvSpPr>
              <p:nvPr userDrawn="1"/>
            </p:nvSpPr>
            <p:spPr bwMode="auto">
              <a:xfrm>
                <a:off x="1915" y="892"/>
                <a:ext cx="418" cy="962"/>
              </a:xfrm>
              <a:custGeom>
                <a:avLst/>
                <a:gdLst>
                  <a:gd name="T0" fmla="*/ 165 w 419"/>
                  <a:gd name="T1" fmla="*/ 71 h 962"/>
                  <a:gd name="T2" fmla="*/ 172 w 419"/>
                  <a:gd name="T3" fmla="*/ 96 h 962"/>
                  <a:gd name="T4" fmla="*/ 419 w 419"/>
                  <a:gd name="T5" fmla="*/ 962 h 962"/>
                  <a:gd name="T6" fmla="*/ 145 w 419"/>
                  <a:gd name="T7" fmla="*/ 0 h 962"/>
                  <a:gd name="T8" fmla="*/ 144 w 419"/>
                  <a:gd name="T9" fmla="*/ 0 h 962"/>
                  <a:gd name="T10" fmla="*/ 165 w 419"/>
                  <a:gd name="T11" fmla="*/ 71 h 962"/>
                  <a:gd name="T12" fmla="*/ 1 w 419"/>
                  <a:gd name="T13" fmla="*/ 232 h 962"/>
                  <a:gd name="T14" fmla="*/ 11 w 419"/>
                  <a:gd name="T15" fmla="*/ 238 h 962"/>
                  <a:gd name="T16" fmla="*/ 6 w 419"/>
                  <a:gd name="T17" fmla="*/ 223 h 962"/>
                  <a:gd name="T18" fmla="*/ 1 w 419"/>
                  <a:gd name="T19" fmla="*/ 232 h 962"/>
                  <a:gd name="T20" fmla="*/ 1 w 419"/>
                  <a:gd name="T21" fmla="*/ 232 h 962"/>
                  <a:gd name="T22" fmla="*/ 1 w 419"/>
                  <a:gd name="T23" fmla="*/ 232 h 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9" h="962">
                    <a:moveTo>
                      <a:pt x="165" y="71"/>
                    </a:moveTo>
                    <a:cubicBezTo>
                      <a:pt x="172" y="96"/>
                      <a:pt x="172" y="96"/>
                      <a:pt x="172" y="96"/>
                    </a:cubicBezTo>
                    <a:cubicBezTo>
                      <a:pt x="419" y="962"/>
                      <a:pt x="419" y="962"/>
                      <a:pt x="419" y="96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65" y="71"/>
                      <a:pt x="165" y="71"/>
                      <a:pt x="165" y="71"/>
                    </a:cubicBezTo>
                    <a:close/>
                    <a:moveTo>
                      <a:pt x="1" y="232"/>
                    </a:moveTo>
                    <a:cubicBezTo>
                      <a:pt x="2" y="235"/>
                      <a:pt x="6" y="237"/>
                      <a:pt x="11" y="238"/>
                    </a:cubicBezTo>
                    <a:cubicBezTo>
                      <a:pt x="6" y="223"/>
                      <a:pt x="6" y="223"/>
                      <a:pt x="6" y="223"/>
                    </a:cubicBezTo>
                    <a:cubicBezTo>
                      <a:pt x="2" y="225"/>
                      <a:pt x="0" y="228"/>
                      <a:pt x="1" y="232"/>
                    </a:cubicBezTo>
                    <a:close/>
                    <a:moveTo>
                      <a:pt x="1" y="232"/>
                    </a:moveTo>
                    <a:cubicBezTo>
                      <a:pt x="1" y="232"/>
                      <a:pt x="1" y="232"/>
                      <a:pt x="1" y="232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60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61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moveTo>
                      <a:pt x="2" y="0"/>
                    </a:move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Rectangle 62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Rectangle 63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Rectangle 64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Rectangle 65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Rectangle 66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Rectangle 67"/>
              <p:cNvSpPr>
                <a:spLocks noChangeArrowheads="1"/>
              </p:cNvSpPr>
              <p:nvPr userDrawn="1"/>
            </p:nvSpPr>
            <p:spPr bwMode="auto">
              <a:xfrm>
                <a:off x="1955" y="1245"/>
                <a:ext cx="1" cy="62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Rectangle 68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Rectangle 69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Rectangle 70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Rectangle 71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Rectangle 72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Rectangle 73"/>
              <p:cNvSpPr>
                <a:spLocks noChangeArrowheads="1"/>
              </p:cNvSpPr>
              <p:nvPr userDrawn="1"/>
            </p:nvSpPr>
            <p:spPr bwMode="auto">
              <a:xfrm>
                <a:off x="1958" y="1245"/>
                <a:ext cx="1" cy="62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Rectangle 74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Rectangle 75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76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Rectangle 77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Rectangle 78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Rectangle 79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Rectangle 80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Rectangle 81"/>
              <p:cNvSpPr>
                <a:spLocks noChangeArrowheads="1"/>
              </p:cNvSpPr>
              <p:nvPr userDrawn="1"/>
            </p:nvSpPr>
            <p:spPr bwMode="auto">
              <a:xfrm>
                <a:off x="1962" y="1245"/>
                <a:ext cx="1" cy="62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Rectangle 82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Rectangle 83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Rectangle 84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Rectangle 85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Rectangle 86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Rectangle 87"/>
              <p:cNvSpPr>
                <a:spLocks noChangeArrowheads="1"/>
              </p:cNvSpPr>
              <p:nvPr userDrawn="1"/>
            </p:nvSpPr>
            <p:spPr bwMode="auto">
              <a:xfrm>
                <a:off x="1965" y="1245"/>
                <a:ext cx="1" cy="62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Rectangle 88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Rectangle 89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Rectangle 90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Rectangle 91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Rectangle 92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Rectangle 93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Rectangle 94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Rectangle 95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Rectangle 96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Rectangle 97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Rectangle 98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Rectangle 99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Rectangle 100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Rectangle 101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Rectangle 102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Rectangle 103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Rectangle 104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Rectangle 105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Rectangle 106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Rectangle 107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Rectangle 108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Rectangle 109"/>
              <p:cNvSpPr>
                <a:spLocks noChangeArrowheads="1"/>
              </p:cNvSpPr>
              <p:nvPr userDrawn="1"/>
            </p:nvSpPr>
            <p:spPr bwMode="auto">
              <a:xfrm>
                <a:off x="1976" y="1245"/>
                <a:ext cx="1" cy="62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110"/>
              <p:cNvSpPr>
                <a:spLocks noEditPoints="1"/>
              </p:cNvSpPr>
              <p:nvPr userDrawn="1"/>
            </p:nvSpPr>
            <p:spPr bwMode="auto">
              <a:xfrm>
                <a:off x="2118" y="1803"/>
                <a:ext cx="238" cy="130"/>
              </a:xfrm>
              <a:custGeom>
                <a:avLst/>
                <a:gdLst>
                  <a:gd name="T0" fmla="*/ 6 w 239"/>
                  <a:gd name="T1" fmla="*/ 22 h 130"/>
                  <a:gd name="T2" fmla="*/ 0 w 239"/>
                  <a:gd name="T3" fmla="*/ 0 h 130"/>
                  <a:gd name="T4" fmla="*/ 5 w 239"/>
                  <a:gd name="T5" fmla="*/ 20 h 130"/>
                  <a:gd name="T6" fmla="*/ 6 w 239"/>
                  <a:gd name="T7" fmla="*/ 22 h 130"/>
                  <a:gd name="T8" fmla="*/ 239 w 239"/>
                  <a:gd name="T9" fmla="*/ 130 h 130"/>
                  <a:gd name="T10" fmla="*/ 223 w 239"/>
                  <a:gd name="T11" fmla="*/ 76 h 130"/>
                  <a:gd name="T12" fmla="*/ 239 w 239"/>
                  <a:gd name="T13" fmla="*/ 130 h 130"/>
                  <a:gd name="T14" fmla="*/ 239 w 239"/>
                  <a:gd name="T15" fmla="*/ 130 h 130"/>
                  <a:gd name="T16" fmla="*/ 239 w 239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30">
                    <a:moveTo>
                      <a:pt x="6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3" y="13"/>
                      <a:pt x="5" y="20"/>
                    </a:cubicBezTo>
                    <a:cubicBezTo>
                      <a:pt x="5" y="21"/>
                      <a:pt x="6" y="21"/>
                      <a:pt x="6" y="22"/>
                    </a:cubicBezTo>
                    <a:close/>
                    <a:moveTo>
                      <a:pt x="239" y="130"/>
                    </a:moveTo>
                    <a:cubicBezTo>
                      <a:pt x="223" y="76"/>
                      <a:pt x="223" y="76"/>
                      <a:pt x="223" y="76"/>
                    </a:cubicBezTo>
                    <a:lnTo>
                      <a:pt x="239" y="130"/>
                    </a:lnTo>
                    <a:close/>
                    <a:moveTo>
                      <a:pt x="239" y="130"/>
                    </a:moveTo>
                    <a:cubicBezTo>
                      <a:pt x="239" y="130"/>
                      <a:pt x="239" y="130"/>
                      <a:pt x="239" y="130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111"/>
              <p:cNvSpPr>
                <a:spLocks noEditPoints="1"/>
              </p:cNvSpPr>
              <p:nvPr userDrawn="1"/>
            </p:nvSpPr>
            <p:spPr bwMode="auto">
              <a:xfrm>
                <a:off x="1881" y="963"/>
                <a:ext cx="459" cy="916"/>
              </a:xfrm>
              <a:custGeom>
                <a:avLst/>
                <a:gdLst>
                  <a:gd name="T0" fmla="*/ 206 w 460"/>
                  <a:gd name="T1" fmla="*/ 25 h 916"/>
                  <a:gd name="T2" fmla="*/ 199 w 460"/>
                  <a:gd name="T3" fmla="*/ 0 h 916"/>
                  <a:gd name="T4" fmla="*/ 199 w 460"/>
                  <a:gd name="T5" fmla="*/ 0 h 916"/>
                  <a:gd name="T6" fmla="*/ 206 w 460"/>
                  <a:gd name="T7" fmla="*/ 25 h 916"/>
                  <a:gd name="T8" fmla="*/ 460 w 460"/>
                  <a:gd name="T9" fmla="*/ 916 h 916"/>
                  <a:gd name="T10" fmla="*/ 453 w 460"/>
                  <a:gd name="T11" fmla="*/ 891 h 916"/>
                  <a:gd name="T12" fmla="*/ 460 w 460"/>
                  <a:gd name="T13" fmla="*/ 916 h 916"/>
                  <a:gd name="T14" fmla="*/ 453 w 460"/>
                  <a:gd name="T15" fmla="*/ 891 h 916"/>
                  <a:gd name="T16" fmla="*/ 460 w 460"/>
                  <a:gd name="T17" fmla="*/ 916 h 916"/>
                  <a:gd name="T18" fmla="*/ 453 w 460"/>
                  <a:gd name="T19" fmla="*/ 891 h 916"/>
                  <a:gd name="T20" fmla="*/ 28 w 460"/>
                  <a:gd name="T21" fmla="*/ 572 h 916"/>
                  <a:gd name="T22" fmla="*/ 42 w 460"/>
                  <a:gd name="T23" fmla="*/ 547 h 916"/>
                  <a:gd name="T24" fmla="*/ 17 w 460"/>
                  <a:gd name="T25" fmla="*/ 534 h 916"/>
                  <a:gd name="T26" fmla="*/ 3 w 460"/>
                  <a:gd name="T27" fmla="*/ 558 h 916"/>
                  <a:gd name="T28" fmla="*/ 28 w 460"/>
                  <a:gd name="T29" fmla="*/ 572 h 916"/>
                  <a:gd name="T30" fmla="*/ 28 w 460"/>
                  <a:gd name="T31" fmla="*/ 572 h 916"/>
                  <a:gd name="T32" fmla="*/ 28 w 460"/>
                  <a:gd name="T33" fmla="*/ 572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0" h="916">
                    <a:moveTo>
                      <a:pt x="206" y="25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206" y="25"/>
                    </a:lnTo>
                    <a:close/>
                    <a:moveTo>
                      <a:pt x="460" y="916"/>
                    </a:moveTo>
                    <a:cubicBezTo>
                      <a:pt x="453" y="891"/>
                      <a:pt x="453" y="891"/>
                      <a:pt x="453" y="891"/>
                    </a:cubicBezTo>
                    <a:lnTo>
                      <a:pt x="460" y="916"/>
                    </a:lnTo>
                    <a:close/>
                    <a:moveTo>
                      <a:pt x="453" y="891"/>
                    </a:moveTo>
                    <a:cubicBezTo>
                      <a:pt x="460" y="916"/>
                      <a:pt x="460" y="916"/>
                      <a:pt x="460" y="916"/>
                    </a:cubicBezTo>
                    <a:lnTo>
                      <a:pt x="453" y="891"/>
                    </a:lnTo>
                    <a:close/>
                    <a:moveTo>
                      <a:pt x="28" y="572"/>
                    </a:moveTo>
                    <a:cubicBezTo>
                      <a:pt x="39" y="569"/>
                      <a:pt x="45" y="558"/>
                      <a:pt x="42" y="547"/>
                    </a:cubicBezTo>
                    <a:cubicBezTo>
                      <a:pt x="39" y="537"/>
                      <a:pt x="28" y="531"/>
                      <a:pt x="17" y="534"/>
                    </a:cubicBezTo>
                    <a:cubicBezTo>
                      <a:pt x="6" y="537"/>
                      <a:pt x="0" y="548"/>
                      <a:pt x="3" y="558"/>
                    </a:cubicBezTo>
                    <a:cubicBezTo>
                      <a:pt x="6" y="569"/>
                      <a:pt x="17" y="575"/>
                      <a:pt x="28" y="572"/>
                    </a:cubicBezTo>
                    <a:close/>
                    <a:moveTo>
                      <a:pt x="28" y="572"/>
                    </a:moveTo>
                    <a:cubicBezTo>
                      <a:pt x="28" y="572"/>
                      <a:pt x="28" y="572"/>
                      <a:pt x="28" y="5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112"/>
              <p:cNvSpPr>
                <a:spLocks noEditPoints="1"/>
              </p:cNvSpPr>
              <p:nvPr userDrawn="1"/>
            </p:nvSpPr>
            <p:spPr bwMode="auto">
              <a:xfrm>
                <a:off x="1789" y="1136"/>
                <a:ext cx="229" cy="760"/>
              </a:xfrm>
              <a:custGeom>
                <a:avLst/>
                <a:gdLst>
                  <a:gd name="T0" fmla="*/ 99 w 229"/>
                  <a:gd name="T1" fmla="*/ 328 h 760"/>
                  <a:gd name="T2" fmla="*/ 104 w 229"/>
                  <a:gd name="T3" fmla="*/ 319 h 760"/>
                  <a:gd name="T4" fmla="*/ 15 w 229"/>
                  <a:gd name="T5" fmla="*/ 7 h 760"/>
                  <a:gd name="T6" fmla="*/ 6 w 229"/>
                  <a:gd name="T7" fmla="*/ 2 h 760"/>
                  <a:gd name="T8" fmla="*/ 1 w 229"/>
                  <a:gd name="T9" fmla="*/ 11 h 760"/>
                  <a:gd name="T10" fmla="*/ 90 w 229"/>
                  <a:gd name="T11" fmla="*/ 323 h 760"/>
                  <a:gd name="T12" fmla="*/ 99 w 229"/>
                  <a:gd name="T13" fmla="*/ 328 h 760"/>
                  <a:gd name="T14" fmla="*/ 129 w 229"/>
                  <a:gd name="T15" fmla="*/ 432 h 760"/>
                  <a:gd name="T16" fmla="*/ 124 w 229"/>
                  <a:gd name="T17" fmla="*/ 441 h 760"/>
                  <a:gd name="T18" fmla="*/ 213 w 229"/>
                  <a:gd name="T19" fmla="*/ 753 h 760"/>
                  <a:gd name="T20" fmla="*/ 223 w 229"/>
                  <a:gd name="T21" fmla="*/ 759 h 760"/>
                  <a:gd name="T22" fmla="*/ 228 w 229"/>
                  <a:gd name="T23" fmla="*/ 749 h 760"/>
                  <a:gd name="T24" fmla="*/ 139 w 229"/>
                  <a:gd name="T25" fmla="*/ 437 h 760"/>
                  <a:gd name="T26" fmla="*/ 129 w 229"/>
                  <a:gd name="T27" fmla="*/ 432 h 760"/>
                  <a:gd name="T28" fmla="*/ 129 w 229"/>
                  <a:gd name="T29" fmla="*/ 432 h 760"/>
                  <a:gd name="T30" fmla="*/ 129 w 229"/>
                  <a:gd name="T31" fmla="*/ 432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9" h="760">
                    <a:moveTo>
                      <a:pt x="99" y="328"/>
                    </a:moveTo>
                    <a:cubicBezTo>
                      <a:pt x="103" y="327"/>
                      <a:pt x="106" y="323"/>
                      <a:pt x="104" y="31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3"/>
                      <a:pt x="10" y="0"/>
                      <a:pt x="6" y="2"/>
                    </a:cubicBezTo>
                    <a:cubicBezTo>
                      <a:pt x="2" y="3"/>
                      <a:pt x="0" y="7"/>
                      <a:pt x="1" y="11"/>
                    </a:cubicBezTo>
                    <a:cubicBezTo>
                      <a:pt x="90" y="323"/>
                      <a:pt x="90" y="323"/>
                      <a:pt x="90" y="323"/>
                    </a:cubicBezTo>
                    <a:cubicBezTo>
                      <a:pt x="91" y="327"/>
                      <a:pt x="96" y="329"/>
                      <a:pt x="99" y="328"/>
                    </a:cubicBezTo>
                    <a:close/>
                    <a:moveTo>
                      <a:pt x="129" y="432"/>
                    </a:moveTo>
                    <a:cubicBezTo>
                      <a:pt x="125" y="433"/>
                      <a:pt x="123" y="437"/>
                      <a:pt x="124" y="441"/>
                    </a:cubicBezTo>
                    <a:cubicBezTo>
                      <a:pt x="213" y="753"/>
                      <a:pt x="213" y="753"/>
                      <a:pt x="213" y="753"/>
                    </a:cubicBezTo>
                    <a:cubicBezTo>
                      <a:pt x="215" y="757"/>
                      <a:pt x="219" y="760"/>
                      <a:pt x="223" y="759"/>
                    </a:cubicBezTo>
                    <a:cubicBezTo>
                      <a:pt x="226" y="757"/>
                      <a:pt x="229" y="753"/>
                      <a:pt x="228" y="749"/>
                    </a:cubicBezTo>
                    <a:cubicBezTo>
                      <a:pt x="139" y="437"/>
                      <a:pt x="139" y="437"/>
                      <a:pt x="139" y="437"/>
                    </a:cubicBezTo>
                    <a:cubicBezTo>
                      <a:pt x="137" y="433"/>
                      <a:pt x="133" y="431"/>
                      <a:pt x="129" y="432"/>
                    </a:cubicBezTo>
                    <a:close/>
                    <a:moveTo>
                      <a:pt x="129" y="432"/>
                    </a:moveTo>
                    <a:cubicBezTo>
                      <a:pt x="129" y="432"/>
                      <a:pt x="129" y="432"/>
                      <a:pt x="129" y="43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113"/>
              <p:cNvSpPr>
                <a:spLocks noEditPoints="1"/>
              </p:cNvSpPr>
              <p:nvPr userDrawn="1"/>
            </p:nvSpPr>
            <p:spPr bwMode="auto">
              <a:xfrm>
                <a:off x="1873" y="892"/>
                <a:ext cx="483" cy="1094"/>
              </a:xfrm>
              <a:custGeom>
                <a:avLst/>
                <a:gdLst>
                  <a:gd name="T0" fmla="*/ 186 w 484"/>
                  <a:gd name="T1" fmla="*/ 0 h 1094"/>
                  <a:gd name="T2" fmla="*/ 0 w 484"/>
                  <a:gd name="T3" fmla="*/ 53 h 1094"/>
                  <a:gd name="T4" fmla="*/ 186 w 484"/>
                  <a:gd name="T5" fmla="*/ 0 h 1094"/>
                  <a:gd name="T6" fmla="*/ 297 w 484"/>
                  <a:gd name="T7" fmla="*/ 1094 h 1094"/>
                  <a:gd name="T8" fmla="*/ 484 w 484"/>
                  <a:gd name="T9" fmla="*/ 1041 h 1094"/>
                  <a:gd name="T10" fmla="*/ 297 w 484"/>
                  <a:gd name="T11" fmla="*/ 1094 h 1094"/>
                  <a:gd name="T12" fmla="*/ 70 w 484"/>
                  <a:gd name="T13" fmla="*/ 280 h 1094"/>
                  <a:gd name="T14" fmla="*/ 63 w 484"/>
                  <a:gd name="T15" fmla="*/ 274 h 1094"/>
                  <a:gd name="T16" fmla="*/ 67 w 484"/>
                  <a:gd name="T17" fmla="*/ 287 h 1094"/>
                  <a:gd name="T18" fmla="*/ 70 w 484"/>
                  <a:gd name="T19" fmla="*/ 280 h 1094"/>
                  <a:gd name="T20" fmla="*/ 70 w 484"/>
                  <a:gd name="T21" fmla="*/ 280 h 1094"/>
                  <a:gd name="T22" fmla="*/ 70 w 484"/>
                  <a:gd name="T23" fmla="*/ 28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4" h="1094">
                    <a:moveTo>
                      <a:pt x="186" y="0"/>
                    </a:moveTo>
                    <a:cubicBezTo>
                      <a:pt x="0" y="53"/>
                      <a:pt x="0" y="53"/>
                      <a:pt x="0" y="53"/>
                    </a:cubicBezTo>
                    <a:lnTo>
                      <a:pt x="186" y="0"/>
                    </a:lnTo>
                    <a:close/>
                    <a:moveTo>
                      <a:pt x="297" y="1094"/>
                    </a:moveTo>
                    <a:cubicBezTo>
                      <a:pt x="484" y="1041"/>
                      <a:pt x="484" y="1041"/>
                      <a:pt x="484" y="1041"/>
                    </a:cubicBezTo>
                    <a:lnTo>
                      <a:pt x="297" y="1094"/>
                    </a:lnTo>
                    <a:close/>
                    <a:moveTo>
                      <a:pt x="70" y="280"/>
                    </a:moveTo>
                    <a:cubicBezTo>
                      <a:pt x="69" y="277"/>
                      <a:pt x="67" y="275"/>
                      <a:pt x="63" y="274"/>
                    </a:cubicBezTo>
                    <a:cubicBezTo>
                      <a:pt x="67" y="287"/>
                      <a:pt x="67" y="287"/>
                      <a:pt x="67" y="287"/>
                    </a:cubicBezTo>
                    <a:cubicBezTo>
                      <a:pt x="70" y="285"/>
                      <a:pt x="71" y="282"/>
                      <a:pt x="70" y="280"/>
                    </a:cubicBezTo>
                    <a:close/>
                    <a:moveTo>
                      <a:pt x="70" y="280"/>
                    </a:moveTo>
                    <a:cubicBezTo>
                      <a:pt x="70" y="280"/>
                      <a:pt x="70" y="280"/>
                      <a:pt x="70" y="280"/>
                    </a:cubicBezTo>
                  </a:path>
                </a:pathLst>
              </a:custGeom>
              <a:solidFill>
                <a:srgbClr val="E086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Rectangle 114"/>
              <p:cNvSpPr>
                <a:spLocks noChangeArrowheads="1"/>
              </p:cNvSpPr>
              <p:nvPr userDrawn="1"/>
            </p:nvSpPr>
            <p:spPr bwMode="auto">
              <a:xfrm>
                <a:off x="2057" y="163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Rectangle 115"/>
              <p:cNvSpPr>
                <a:spLocks noChangeArrowheads="1"/>
              </p:cNvSpPr>
              <p:nvPr userDrawn="1"/>
            </p:nvSpPr>
            <p:spPr bwMode="auto">
              <a:xfrm>
                <a:off x="2059" y="163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Rectangle 116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Rectangle 117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Rectangle 118"/>
              <p:cNvSpPr>
                <a:spLocks noChangeArrowheads="1"/>
              </p:cNvSpPr>
              <p:nvPr userDrawn="1"/>
            </p:nvSpPr>
            <p:spPr bwMode="auto">
              <a:xfrm>
                <a:off x="2061" y="163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Rectangle 119"/>
              <p:cNvSpPr>
                <a:spLocks noChangeArrowheads="1"/>
              </p:cNvSpPr>
              <p:nvPr userDrawn="1"/>
            </p:nvSpPr>
            <p:spPr bwMode="auto">
              <a:xfrm>
                <a:off x="2062" y="163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Rectangle 120"/>
              <p:cNvSpPr>
                <a:spLocks noChangeArrowheads="1"/>
              </p:cNvSpPr>
              <p:nvPr userDrawn="1"/>
            </p:nvSpPr>
            <p:spPr bwMode="auto">
              <a:xfrm>
                <a:off x="2063" y="163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Rectangle 121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Rectangle 122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Rectangle 123"/>
              <p:cNvSpPr>
                <a:spLocks noChangeArrowheads="1"/>
              </p:cNvSpPr>
              <p:nvPr userDrawn="1"/>
            </p:nvSpPr>
            <p:spPr bwMode="auto">
              <a:xfrm>
                <a:off x="2065" y="163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Rectangle 124"/>
              <p:cNvSpPr>
                <a:spLocks noChangeArrowheads="1"/>
              </p:cNvSpPr>
              <p:nvPr userDrawn="1"/>
            </p:nvSpPr>
            <p:spPr bwMode="auto">
              <a:xfrm>
                <a:off x="2066" y="163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Rectangle 125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Rectangle 126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Rectangle 127"/>
              <p:cNvSpPr>
                <a:spLocks noChangeArrowheads="1"/>
              </p:cNvSpPr>
              <p:nvPr userDrawn="1"/>
            </p:nvSpPr>
            <p:spPr bwMode="auto">
              <a:xfrm>
                <a:off x="2068" y="163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Rectangle 128"/>
              <p:cNvSpPr>
                <a:spLocks noChangeArrowheads="1"/>
              </p:cNvSpPr>
              <p:nvPr userDrawn="1"/>
            </p:nvSpPr>
            <p:spPr bwMode="auto">
              <a:xfrm>
                <a:off x="2069" y="163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Rectangle 129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Rectangle 130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Rectangle 131"/>
              <p:cNvSpPr>
                <a:spLocks noChangeArrowheads="1"/>
              </p:cNvSpPr>
              <p:nvPr userDrawn="1"/>
            </p:nvSpPr>
            <p:spPr bwMode="auto">
              <a:xfrm>
                <a:off x="2071" y="163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Rectangle 132"/>
              <p:cNvSpPr>
                <a:spLocks noChangeArrowheads="1"/>
              </p:cNvSpPr>
              <p:nvPr userDrawn="1"/>
            </p:nvSpPr>
            <p:spPr bwMode="auto">
              <a:xfrm>
                <a:off x="2072" y="163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Rectangle 133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Rectangle 134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Rectangle 135"/>
              <p:cNvSpPr>
                <a:spLocks noChangeArrowheads="1"/>
              </p:cNvSpPr>
              <p:nvPr userDrawn="1"/>
            </p:nvSpPr>
            <p:spPr bwMode="auto">
              <a:xfrm>
                <a:off x="2074" y="163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Rectangle 136"/>
              <p:cNvSpPr>
                <a:spLocks noChangeArrowheads="1"/>
              </p:cNvSpPr>
              <p:nvPr userDrawn="1"/>
            </p:nvSpPr>
            <p:spPr bwMode="auto">
              <a:xfrm>
                <a:off x="2075" y="163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Rectangle 137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Rectangle 138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Rectangle 139"/>
              <p:cNvSpPr>
                <a:spLocks noChangeArrowheads="1"/>
              </p:cNvSpPr>
              <p:nvPr userDrawn="1"/>
            </p:nvSpPr>
            <p:spPr bwMode="auto">
              <a:xfrm>
                <a:off x="2077" y="163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Rectangle 140"/>
              <p:cNvSpPr>
                <a:spLocks noChangeArrowheads="1"/>
              </p:cNvSpPr>
              <p:nvPr userDrawn="1"/>
            </p:nvSpPr>
            <p:spPr bwMode="auto">
              <a:xfrm>
                <a:off x="2078" y="163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Rectangle 141"/>
              <p:cNvSpPr>
                <a:spLocks noChangeArrowheads="1"/>
              </p:cNvSpPr>
              <p:nvPr userDrawn="1"/>
            </p:nvSpPr>
            <p:spPr bwMode="auto">
              <a:xfrm>
                <a:off x="2079" y="163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Rectangle 142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Rectangle 143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Rectangle 144"/>
              <p:cNvSpPr>
                <a:spLocks noChangeArrowheads="1"/>
              </p:cNvSpPr>
              <p:nvPr userDrawn="1"/>
            </p:nvSpPr>
            <p:spPr bwMode="auto">
              <a:xfrm>
                <a:off x="2081" y="163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Rectangle 145"/>
              <p:cNvSpPr>
                <a:spLocks noChangeArrowheads="1"/>
              </p:cNvSpPr>
              <p:nvPr userDrawn="1"/>
            </p:nvSpPr>
            <p:spPr bwMode="auto">
              <a:xfrm>
                <a:off x="2082" y="163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Rectangle 146"/>
              <p:cNvSpPr>
                <a:spLocks noChangeArrowheads="1"/>
              </p:cNvSpPr>
              <p:nvPr userDrawn="1"/>
            </p:nvSpPr>
            <p:spPr bwMode="auto">
              <a:xfrm>
                <a:off x="2083" y="163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Rectangle 147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Rectangle 148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Rectangle 149"/>
              <p:cNvSpPr>
                <a:spLocks noChangeArrowheads="1"/>
              </p:cNvSpPr>
              <p:nvPr userDrawn="1"/>
            </p:nvSpPr>
            <p:spPr bwMode="auto">
              <a:xfrm>
                <a:off x="2085" y="163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Rectangle 150"/>
              <p:cNvSpPr>
                <a:spLocks noChangeArrowheads="1"/>
              </p:cNvSpPr>
              <p:nvPr userDrawn="1"/>
            </p:nvSpPr>
            <p:spPr bwMode="auto">
              <a:xfrm>
                <a:off x="2086" y="163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Rectangle 151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Rectangle 152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Rectangle 153"/>
              <p:cNvSpPr>
                <a:spLocks noChangeArrowheads="1"/>
              </p:cNvSpPr>
              <p:nvPr userDrawn="1"/>
            </p:nvSpPr>
            <p:spPr bwMode="auto">
              <a:xfrm>
                <a:off x="2088" y="163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Rectangle 154"/>
              <p:cNvSpPr>
                <a:spLocks noChangeArrowheads="1"/>
              </p:cNvSpPr>
              <p:nvPr userDrawn="1"/>
            </p:nvSpPr>
            <p:spPr bwMode="auto">
              <a:xfrm>
                <a:off x="2089" y="163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Rectangle 155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Rectangle 156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Rectangle 157"/>
              <p:cNvSpPr>
                <a:spLocks noChangeArrowheads="1"/>
              </p:cNvSpPr>
              <p:nvPr userDrawn="1"/>
            </p:nvSpPr>
            <p:spPr bwMode="auto">
              <a:xfrm>
                <a:off x="2091" y="163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Rectangle 158"/>
              <p:cNvSpPr>
                <a:spLocks noChangeArrowheads="1"/>
              </p:cNvSpPr>
              <p:nvPr userDrawn="1"/>
            </p:nvSpPr>
            <p:spPr bwMode="auto">
              <a:xfrm>
                <a:off x="2092" y="163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Rectangle 159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Rectangle 160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Rectangle 161"/>
              <p:cNvSpPr>
                <a:spLocks noChangeArrowheads="1"/>
              </p:cNvSpPr>
              <p:nvPr userDrawn="1"/>
            </p:nvSpPr>
            <p:spPr bwMode="auto">
              <a:xfrm>
                <a:off x="2094" y="163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Rectangle 162"/>
              <p:cNvSpPr>
                <a:spLocks noChangeArrowheads="1"/>
              </p:cNvSpPr>
              <p:nvPr userDrawn="1"/>
            </p:nvSpPr>
            <p:spPr bwMode="auto">
              <a:xfrm>
                <a:off x="2095" y="163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Rectangle 163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Rectangle 164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8" name="Freeform 165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close/>
                    <a:moveTo>
                      <a:pt x="374" y="0"/>
                    </a:move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 166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moveTo>
                      <a:pt x="374" y="0"/>
                    </a:moveTo>
                    <a:lnTo>
                      <a:pt x="3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0" name="Rectangle 167"/>
              <p:cNvSpPr>
                <a:spLocks noChangeArrowheads="1"/>
              </p:cNvSpPr>
              <p:nvPr userDrawn="1"/>
            </p:nvSpPr>
            <p:spPr bwMode="auto">
              <a:xfrm>
                <a:off x="2020" y="150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1" name="Rectangle 168"/>
              <p:cNvSpPr>
                <a:spLocks noChangeArrowheads="1"/>
              </p:cNvSpPr>
              <p:nvPr userDrawn="1"/>
            </p:nvSpPr>
            <p:spPr bwMode="auto">
              <a:xfrm>
                <a:off x="2022" y="150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2" name="Rectangle 169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3" name="Rectangle 170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4" name="Rectangle 171"/>
              <p:cNvSpPr>
                <a:spLocks noChangeArrowheads="1"/>
              </p:cNvSpPr>
              <p:nvPr userDrawn="1"/>
            </p:nvSpPr>
            <p:spPr bwMode="auto">
              <a:xfrm>
                <a:off x="2024" y="150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5" name="Rectangle 172"/>
              <p:cNvSpPr>
                <a:spLocks noChangeArrowheads="1"/>
              </p:cNvSpPr>
              <p:nvPr userDrawn="1"/>
            </p:nvSpPr>
            <p:spPr bwMode="auto">
              <a:xfrm>
                <a:off x="2025" y="150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6" name="Rectangle 173"/>
              <p:cNvSpPr>
                <a:spLocks noChangeArrowheads="1"/>
              </p:cNvSpPr>
              <p:nvPr userDrawn="1"/>
            </p:nvSpPr>
            <p:spPr bwMode="auto">
              <a:xfrm>
                <a:off x="2026" y="150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7" name="Rectangle 174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8" name="Rectangle 175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9" name="Rectangle 176"/>
              <p:cNvSpPr>
                <a:spLocks noChangeArrowheads="1"/>
              </p:cNvSpPr>
              <p:nvPr userDrawn="1"/>
            </p:nvSpPr>
            <p:spPr bwMode="auto">
              <a:xfrm>
                <a:off x="2028" y="150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0" name="Rectangle 177"/>
              <p:cNvSpPr>
                <a:spLocks noChangeArrowheads="1"/>
              </p:cNvSpPr>
              <p:nvPr userDrawn="1"/>
            </p:nvSpPr>
            <p:spPr bwMode="auto">
              <a:xfrm>
                <a:off x="2029" y="150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1" name="Rectangle 178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2" name="Rectangle 179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3" name="Rectangle 180"/>
              <p:cNvSpPr>
                <a:spLocks noChangeArrowheads="1"/>
              </p:cNvSpPr>
              <p:nvPr userDrawn="1"/>
            </p:nvSpPr>
            <p:spPr bwMode="auto">
              <a:xfrm>
                <a:off x="2031" y="150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4" name="Rectangle 181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5" name="Rectangle 182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6" name="Rectangle 183"/>
              <p:cNvSpPr>
                <a:spLocks noChangeArrowheads="1"/>
              </p:cNvSpPr>
              <p:nvPr userDrawn="1"/>
            </p:nvSpPr>
            <p:spPr bwMode="auto">
              <a:xfrm>
                <a:off x="2033" y="150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7" name="Rectangle 184"/>
              <p:cNvSpPr>
                <a:spLocks noChangeArrowheads="1"/>
              </p:cNvSpPr>
              <p:nvPr userDrawn="1"/>
            </p:nvSpPr>
            <p:spPr bwMode="auto">
              <a:xfrm>
                <a:off x="2034" y="150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8" name="Rectangle 185"/>
              <p:cNvSpPr>
                <a:spLocks noChangeArrowheads="1"/>
              </p:cNvSpPr>
              <p:nvPr userDrawn="1"/>
            </p:nvSpPr>
            <p:spPr bwMode="auto">
              <a:xfrm>
                <a:off x="2035" y="150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9" name="Rectangle 186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0" name="Rectangle 187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1" name="Rectangle 188"/>
              <p:cNvSpPr>
                <a:spLocks noChangeArrowheads="1"/>
              </p:cNvSpPr>
              <p:nvPr userDrawn="1"/>
            </p:nvSpPr>
            <p:spPr bwMode="auto">
              <a:xfrm>
                <a:off x="2037" y="150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2" name="Rectangle 189"/>
              <p:cNvSpPr>
                <a:spLocks noChangeArrowheads="1"/>
              </p:cNvSpPr>
              <p:nvPr userDrawn="1"/>
            </p:nvSpPr>
            <p:spPr bwMode="auto">
              <a:xfrm>
                <a:off x="2038" y="150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3" name="Rectangle 190"/>
              <p:cNvSpPr>
                <a:spLocks noChangeArrowheads="1"/>
              </p:cNvSpPr>
              <p:nvPr userDrawn="1"/>
            </p:nvSpPr>
            <p:spPr bwMode="auto">
              <a:xfrm>
                <a:off x="2039" y="150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4" name="Rectangle 191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5" name="Rectangle 192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6" name="Rectangle 193"/>
              <p:cNvSpPr>
                <a:spLocks noChangeArrowheads="1"/>
              </p:cNvSpPr>
              <p:nvPr userDrawn="1"/>
            </p:nvSpPr>
            <p:spPr bwMode="auto">
              <a:xfrm>
                <a:off x="2041" y="150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7" name="Rectangle 194"/>
              <p:cNvSpPr>
                <a:spLocks noChangeArrowheads="1"/>
              </p:cNvSpPr>
              <p:nvPr userDrawn="1"/>
            </p:nvSpPr>
            <p:spPr bwMode="auto">
              <a:xfrm>
                <a:off x="2042" y="150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8" name="Rectangle 195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9" name="Rectangle 196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0" name="Rectangle 197"/>
              <p:cNvSpPr>
                <a:spLocks noChangeArrowheads="1"/>
              </p:cNvSpPr>
              <p:nvPr userDrawn="1"/>
            </p:nvSpPr>
            <p:spPr bwMode="auto">
              <a:xfrm>
                <a:off x="2044" y="150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1" name="Rectangle 198"/>
              <p:cNvSpPr>
                <a:spLocks noChangeArrowheads="1"/>
              </p:cNvSpPr>
              <p:nvPr userDrawn="1"/>
            </p:nvSpPr>
            <p:spPr bwMode="auto">
              <a:xfrm>
                <a:off x="2045" y="150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2" name="Rectangle 199"/>
              <p:cNvSpPr>
                <a:spLocks noChangeArrowheads="1"/>
              </p:cNvSpPr>
              <p:nvPr userDrawn="1"/>
            </p:nvSpPr>
            <p:spPr bwMode="auto">
              <a:xfrm>
                <a:off x="2046" y="150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3" name="Rectangle 200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4" name="Rectangle 201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5" name="Rectangle 202"/>
              <p:cNvSpPr>
                <a:spLocks noChangeArrowheads="1"/>
              </p:cNvSpPr>
              <p:nvPr userDrawn="1"/>
            </p:nvSpPr>
            <p:spPr bwMode="auto">
              <a:xfrm>
                <a:off x="2048" y="150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6" name="Rectangle 203"/>
              <p:cNvSpPr>
                <a:spLocks noChangeArrowheads="1"/>
              </p:cNvSpPr>
              <p:nvPr userDrawn="1"/>
            </p:nvSpPr>
            <p:spPr bwMode="auto">
              <a:xfrm>
                <a:off x="2049" y="150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7" name="Rectangle 204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8" name="Rectangle 205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9" name="Rectangle 206"/>
              <p:cNvSpPr>
                <a:spLocks noChangeArrowheads="1"/>
              </p:cNvSpPr>
              <p:nvPr userDrawn="1"/>
            </p:nvSpPr>
            <p:spPr bwMode="auto">
              <a:xfrm>
                <a:off x="2051" y="150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0" name="Rectangle 207"/>
              <p:cNvSpPr>
                <a:spLocks noChangeArrowheads="1"/>
              </p:cNvSpPr>
              <p:nvPr userDrawn="1"/>
            </p:nvSpPr>
            <p:spPr bwMode="auto">
              <a:xfrm>
                <a:off x="2052" y="150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1" name="Rectangle 208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2" name="Rectangle 209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3" name="Rectangle 210"/>
              <p:cNvSpPr>
                <a:spLocks noChangeArrowheads="1"/>
              </p:cNvSpPr>
              <p:nvPr userDrawn="1"/>
            </p:nvSpPr>
            <p:spPr bwMode="auto">
              <a:xfrm>
                <a:off x="2054" y="150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4" name="Rectangle 211"/>
              <p:cNvSpPr>
                <a:spLocks noChangeArrowheads="1"/>
              </p:cNvSpPr>
              <p:nvPr userDrawn="1"/>
            </p:nvSpPr>
            <p:spPr bwMode="auto">
              <a:xfrm>
                <a:off x="2055" y="150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5" name="Rectangle 212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6" name="Rectangle 213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7" name="Rectangle 214"/>
              <p:cNvSpPr>
                <a:spLocks noChangeArrowheads="1"/>
              </p:cNvSpPr>
              <p:nvPr userDrawn="1"/>
            </p:nvSpPr>
            <p:spPr bwMode="auto">
              <a:xfrm>
                <a:off x="2057" y="150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8" name="Rectangle 215"/>
              <p:cNvSpPr>
                <a:spLocks noChangeArrowheads="1"/>
              </p:cNvSpPr>
              <p:nvPr userDrawn="1"/>
            </p:nvSpPr>
            <p:spPr bwMode="auto">
              <a:xfrm>
                <a:off x="2058" y="150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9" name="Rectangle 216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0" name="Rectangle 217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1" name="Freeform 218"/>
              <p:cNvSpPr>
                <a:spLocks noEditPoints="1"/>
              </p:cNvSpPr>
              <p:nvPr userDrawn="1"/>
            </p:nvSpPr>
            <p:spPr bwMode="auto">
              <a:xfrm>
                <a:off x="1713" y="988"/>
                <a:ext cx="642" cy="1051"/>
              </a:xfrm>
              <a:custGeom>
                <a:avLst/>
                <a:gdLst>
                  <a:gd name="T0" fmla="*/ 254 w 643"/>
                  <a:gd name="T1" fmla="*/ 998 h 1051"/>
                  <a:gd name="T2" fmla="*/ 621 w 643"/>
                  <a:gd name="T3" fmla="*/ 866 h 1051"/>
                  <a:gd name="T4" fmla="*/ 0 w 643"/>
                  <a:gd name="T5" fmla="*/ 107 h 1051"/>
                  <a:gd name="T6" fmla="*/ 643 w 643"/>
                  <a:gd name="T7" fmla="*/ 945 h 1051"/>
                  <a:gd name="T8" fmla="*/ 350 w 643"/>
                  <a:gd name="T9" fmla="*/ 623 h 1051"/>
                  <a:gd name="T10" fmla="*/ 381 w 643"/>
                  <a:gd name="T11" fmla="*/ 733 h 1051"/>
                  <a:gd name="T12" fmla="*/ 252 w 643"/>
                  <a:gd name="T13" fmla="*/ 458 h 1051"/>
                  <a:gd name="T14" fmla="*/ 224 w 643"/>
                  <a:gd name="T15" fmla="*/ 396 h 1051"/>
                  <a:gd name="T16" fmla="*/ 241 w 643"/>
                  <a:gd name="T17" fmla="*/ 376 h 1051"/>
                  <a:gd name="T18" fmla="*/ 270 w 643"/>
                  <a:gd name="T19" fmla="*/ 392 h 1051"/>
                  <a:gd name="T20" fmla="*/ 289 w 643"/>
                  <a:gd name="T21" fmla="*/ 408 h 1051"/>
                  <a:gd name="T22" fmla="*/ 288 w 643"/>
                  <a:gd name="T23" fmla="*/ 378 h 1051"/>
                  <a:gd name="T24" fmla="*/ 280 w 643"/>
                  <a:gd name="T25" fmla="*/ 365 h 1051"/>
                  <a:gd name="T26" fmla="*/ 338 w 643"/>
                  <a:gd name="T27" fmla="*/ 363 h 1051"/>
                  <a:gd name="T28" fmla="*/ 355 w 643"/>
                  <a:gd name="T29" fmla="*/ 443 h 1051"/>
                  <a:gd name="T30" fmla="*/ 364 w 643"/>
                  <a:gd name="T31" fmla="*/ 457 h 1051"/>
                  <a:gd name="T32" fmla="*/ 306 w 643"/>
                  <a:gd name="T33" fmla="*/ 458 h 1051"/>
                  <a:gd name="T34" fmla="*/ 299 w 643"/>
                  <a:gd name="T35" fmla="*/ 428 h 1051"/>
                  <a:gd name="T36" fmla="*/ 285 w 643"/>
                  <a:gd name="T37" fmla="*/ 452 h 1051"/>
                  <a:gd name="T38" fmla="*/ 299 w 643"/>
                  <a:gd name="T39" fmla="*/ 461 h 1051"/>
                  <a:gd name="T40" fmla="*/ 248 w 643"/>
                  <a:gd name="T41" fmla="*/ 490 h 1051"/>
                  <a:gd name="T42" fmla="*/ 313 w 643"/>
                  <a:gd name="T43" fmla="*/ 493 h 1051"/>
                  <a:gd name="T44" fmla="*/ 344 w 643"/>
                  <a:gd name="T45" fmla="*/ 603 h 1051"/>
                  <a:gd name="T46" fmla="*/ 313 w 643"/>
                  <a:gd name="T47" fmla="*/ 493 h 1051"/>
                  <a:gd name="T48" fmla="*/ 408 w 643"/>
                  <a:gd name="T49" fmla="*/ 863 h 1051"/>
                  <a:gd name="T50" fmla="*/ 378 w 643"/>
                  <a:gd name="T51" fmla="*/ 842 h 1051"/>
                  <a:gd name="T52" fmla="*/ 350 w 643"/>
                  <a:gd name="T53" fmla="*/ 782 h 1051"/>
                  <a:gd name="T54" fmla="*/ 372 w 643"/>
                  <a:gd name="T55" fmla="*/ 760 h 1051"/>
                  <a:gd name="T56" fmla="*/ 408 w 643"/>
                  <a:gd name="T57" fmla="*/ 765 h 1051"/>
                  <a:gd name="T58" fmla="*/ 412 w 643"/>
                  <a:gd name="T59" fmla="*/ 837 h 1051"/>
                  <a:gd name="T60" fmla="*/ 447 w 643"/>
                  <a:gd name="T61" fmla="*/ 801 h 1051"/>
                  <a:gd name="T62" fmla="*/ 456 w 643"/>
                  <a:gd name="T63" fmla="*/ 851 h 1051"/>
                  <a:gd name="T64" fmla="*/ 543 w 643"/>
                  <a:gd name="T65" fmla="*/ 837 h 1051"/>
                  <a:gd name="T66" fmla="*/ 449 w 643"/>
                  <a:gd name="T67" fmla="*/ 511 h 1051"/>
                  <a:gd name="T68" fmla="*/ 440 w 643"/>
                  <a:gd name="T69" fmla="*/ 478 h 1051"/>
                  <a:gd name="T70" fmla="*/ 454 w 643"/>
                  <a:gd name="T71" fmla="*/ 453 h 1051"/>
                  <a:gd name="T72" fmla="*/ 425 w 643"/>
                  <a:gd name="T73" fmla="*/ 397 h 1051"/>
                  <a:gd name="T74" fmla="*/ 321 w 643"/>
                  <a:gd name="T75" fmla="*/ 89 h 1051"/>
                  <a:gd name="T76" fmla="*/ 291 w 643"/>
                  <a:gd name="T77" fmla="*/ 265 h 1051"/>
                  <a:gd name="T78" fmla="*/ 250 w 643"/>
                  <a:gd name="T79" fmla="*/ 255 h 1051"/>
                  <a:gd name="T80" fmla="*/ 269 w 643"/>
                  <a:gd name="T81" fmla="*/ 319 h 1051"/>
                  <a:gd name="T82" fmla="*/ 309 w 643"/>
                  <a:gd name="T83" fmla="*/ 323 h 1051"/>
                  <a:gd name="T84" fmla="*/ 270 w 643"/>
                  <a:gd name="T85" fmla="*/ 344 h 1051"/>
                  <a:gd name="T86" fmla="*/ 248 w 643"/>
                  <a:gd name="T87" fmla="*/ 231 h 1051"/>
                  <a:gd name="T88" fmla="*/ 202 w 643"/>
                  <a:gd name="T89" fmla="*/ 104 h 1051"/>
                  <a:gd name="T90" fmla="*/ 244 w 643"/>
                  <a:gd name="T91" fmla="*/ 100 h 1051"/>
                  <a:gd name="T92" fmla="*/ 227 w 643"/>
                  <a:gd name="T93" fmla="*/ 136 h 1051"/>
                  <a:gd name="T94" fmla="*/ 208 w 643"/>
                  <a:gd name="T95" fmla="*/ 127 h 1051"/>
                  <a:gd name="T96" fmla="*/ 264 w 643"/>
                  <a:gd name="T97" fmla="*/ 168 h 1051"/>
                  <a:gd name="T98" fmla="*/ 189 w 643"/>
                  <a:gd name="T99" fmla="*/ 219 h 1051"/>
                  <a:gd name="T100" fmla="*/ 202 w 643"/>
                  <a:gd name="T101" fmla="*/ 181 h 1051"/>
                  <a:gd name="T102" fmla="*/ 223 w 643"/>
                  <a:gd name="T103" fmla="*/ 178 h 1051"/>
                  <a:gd name="T104" fmla="*/ 202 w 643"/>
                  <a:gd name="T105" fmla="*/ 104 h 1051"/>
                  <a:gd name="T106" fmla="*/ 82 w 643"/>
                  <a:gd name="T107" fmla="*/ 150 h 1051"/>
                  <a:gd name="T108" fmla="*/ 175 w 643"/>
                  <a:gd name="T109" fmla="*/ 476 h 1051"/>
                  <a:gd name="T110" fmla="*/ 185 w 643"/>
                  <a:gd name="T111" fmla="*/ 509 h 1051"/>
                  <a:gd name="T112" fmla="*/ 181 w 643"/>
                  <a:gd name="T113" fmla="*/ 546 h 1051"/>
                  <a:gd name="T114" fmla="*/ 215 w 643"/>
                  <a:gd name="T115" fmla="*/ 585 h 1051"/>
                  <a:gd name="T116" fmla="*/ 289 w 643"/>
                  <a:gd name="T117" fmla="*/ 901 h 1051"/>
                  <a:gd name="T118" fmla="*/ 205 w 643"/>
                  <a:gd name="T119" fmla="*/ 580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3" h="1051">
                    <a:moveTo>
                      <a:pt x="628" y="891"/>
                    </a:moveTo>
                    <a:cubicBezTo>
                      <a:pt x="442" y="945"/>
                      <a:pt x="442" y="945"/>
                      <a:pt x="442" y="945"/>
                    </a:cubicBezTo>
                    <a:cubicBezTo>
                      <a:pt x="254" y="998"/>
                      <a:pt x="254" y="998"/>
                      <a:pt x="254" y="998"/>
                    </a:cubicBezTo>
                    <a:cubicBezTo>
                      <a:pt x="247" y="973"/>
                      <a:pt x="247" y="973"/>
                      <a:pt x="247" y="973"/>
                    </a:cubicBezTo>
                    <a:cubicBezTo>
                      <a:pt x="435" y="919"/>
                      <a:pt x="435" y="919"/>
                      <a:pt x="435" y="919"/>
                    </a:cubicBezTo>
                    <a:cubicBezTo>
                      <a:pt x="621" y="866"/>
                      <a:pt x="621" y="866"/>
                      <a:pt x="621" y="86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187" y="54"/>
                      <a:pt x="187" y="54"/>
                      <a:pt x="187" y="5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69" y="1051"/>
                      <a:pt x="269" y="1051"/>
                      <a:pt x="269" y="1051"/>
                    </a:cubicBezTo>
                    <a:cubicBezTo>
                      <a:pt x="457" y="998"/>
                      <a:pt x="457" y="998"/>
                      <a:pt x="457" y="998"/>
                    </a:cubicBezTo>
                    <a:cubicBezTo>
                      <a:pt x="643" y="945"/>
                      <a:pt x="643" y="945"/>
                      <a:pt x="643" y="945"/>
                    </a:cubicBezTo>
                    <a:lnTo>
                      <a:pt x="628" y="891"/>
                    </a:lnTo>
                    <a:close/>
                    <a:moveTo>
                      <a:pt x="314" y="695"/>
                    </a:moveTo>
                    <a:cubicBezTo>
                      <a:pt x="303" y="658"/>
                      <a:pt x="316" y="633"/>
                      <a:pt x="350" y="623"/>
                    </a:cubicBezTo>
                    <a:cubicBezTo>
                      <a:pt x="350" y="623"/>
                      <a:pt x="351" y="623"/>
                      <a:pt x="351" y="623"/>
                    </a:cubicBezTo>
                    <a:cubicBezTo>
                      <a:pt x="384" y="613"/>
                      <a:pt x="405" y="626"/>
                      <a:pt x="415" y="661"/>
                    </a:cubicBezTo>
                    <a:cubicBezTo>
                      <a:pt x="425" y="696"/>
                      <a:pt x="413" y="722"/>
                      <a:pt x="381" y="733"/>
                    </a:cubicBezTo>
                    <a:cubicBezTo>
                      <a:pt x="380" y="733"/>
                      <a:pt x="379" y="733"/>
                      <a:pt x="378" y="734"/>
                    </a:cubicBezTo>
                    <a:cubicBezTo>
                      <a:pt x="346" y="743"/>
                      <a:pt x="324" y="729"/>
                      <a:pt x="314" y="695"/>
                    </a:cubicBezTo>
                    <a:close/>
                    <a:moveTo>
                      <a:pt x="252" y="458"/>
                    </a:moveTo>
                    <a:cubicBezTo>
                      <a:pt x="236" y="401"/>
                      <a:pt x="236" y="401"/>
                      <a:pt x="236" y="401"/>
                    </a:cubicBezTo>
                    <a:cubicBezTo>
                      <a:pt x="234" y="395"/>
                      <a:pt x="232" y="393"/>
                      <a:pt x="228" y="395"/>
                    </a:cubicBezTo>
                    <a:cubicBezTo>
                      <a:pt x="226" y="395"/>
                      <a:pt x="224" y="396"/>
                      <a:pt x="224" y="396"/>
                    </a:cubicBezTo>
                    <a:cubicBezTo>
                      <a:pt x="221" y="394"/>
                      <a:pt x="221" y="394"/>
                      <a:pt x="221" y="394"/>
                    </a:cubicBezTo>
                    <a:cubicBezTo>
                      <a:pt x="219" y="382"/>
                      <a:pt x="219" y="382"/>
                      <a:pt x="219" y="382"/>
                    </a:cubicBezTo>
                    <a:cubicBezTo>
                      <a:pt x="241" y="376"/>
                      <a:pt x="241" y="376"/>
                      <a:pt x="241" y="376"/>
                    </a:cubicBezTo>
                    <a:cubicBezTo>
                      <a:pt x="250" y="373"/>
                      <a:pt x="273" y="366"/>
                      <a:pt x="273" y="366"/>
                    </a:cubicBezTo>
                    <a:cubicBezTo>
                      <a:pt x="276" y="381"/>
                      <a:pt x="276" y="381"/>
                      <a:pt x="276" y="381"/>
                    </a:cubicBezTo>
                    <a:cubicBezTo>
                      <a:pt x="269" y="384"/>
                      <a:pt x="268" y="386"/>
                      <a:pt x="270" y="392"/>
                    </a:cubicBezTo>
                    <a:cubicBezTo>
                      <a:pt x="274" y="412"/>
                      <a:pt x="274" y="412"/>
                      <a:pt x="274" y="412"/>
                    </a:cubicBezTo>
                    <a:cubicBezTo>
                      <a:pt x="288" y="408"/>
                      <a:pt x="288" y="408"/>
                      <a:pt x="288" y="408"/>
                    </a:cubicBezTo>
                    <a:cubicBezTo>
                      <a:pt x="289" y="408"/>
                      <a:pt x="289" y="408"/>
                      <a:pt x="289" y="408"/>
                    </a:cubicBezTo>
                    <a:cubicBezTo>
                      <a:pt x="296" y="406"/>
                      <a:pt x="299" y="405"/>
                      <a:pt x="302" y="404"/>
                    </a:cubicBezTo>
                    <a:cubicBezTo>
                      <a:pt x="296" y="385"/>
                      <a:pt x="296" y="385"/>
                      <a:pt x="296" y="385"/>
                    </a:cubicBezTo>
                    <a:cubicBezTo>
                      <a:pt x="295" y="378"/>
                      <a:pt x="293" y="377"/>
                      <a:pt x="288" y="378"/>
                    </a:cubicBezTo>
                    <a:cubicBezTo>
                      <a:pt x="284" y="379"/>
                      <a:pt x="284" y="379"/>
                      <a:pt x="284" y="379"/>
                    </a:cubicBezTo>
                    <a:cubicBezTo>
                      <a:pt x="282" y="378"/>
                      <a:pt x="282" y="378"/>
                      <a:pt x="282" y="378"/>
                    </a:cubicBezTo>
                    <a:cubicBezTo>
                      <a:pt x="280" y="365"/>
                      <a:pt x="280" y="365"/>
                      <a:pt x="280" y="365"/>
                    </a:cubicBezTo>
                    <a:cubicBezTo>
                      <a:pt x="306" y="358"/>
                      <a:pt x="306" y="358"/>
                      <a:pt x="306" y="358"/>
                    </a:cubicBezTo>
                    <a:cubicBezTo>
                      <a:pt x="313" y="356"/>
                      <a:pt x="335" y="349"/>
                      <a:pt x="335" y="349"/>
                    </a:cubicBezTo>
                    <a:cubicBezTo>
                      <a:pt x="338" y="363"/>
                      <a:pt x="338" y="363"/>
                      <a:pt x="338" y="363"/>
                    </a:cubicBezTo>
                    <a:cubicBezTo>
                      <a:pt x="330" y="367"/>
                      <a:pt x="329" y="369"/>
                      <a:pt x="331" y="375"/>
                    </a:cubicBezTo>
                    <a:cubicBezTo>
                      <a:pt x="333" y="388"/>
                      <a:pt x="340" y="412"/>
                      <a:pt x="346" y="434"/>
                    </a:cubicBezTo>
                    <a:cubicBezTo>
                      <a:pt x="348" y="442"/>
                      <a:pt x="350" y="444"/>
                      <a:pt x="355" y="443"/>
                    </a:cubicBezTo>
                    <a:cubicBezTo>
                      <a:pt x="357" y="442"/>
                      <a:pt x="360" y="441"/>
                      <a:pt x="360" y="441"/>
                    </a:cubicBezTo>
                    <a:cubicBezTo>
                      <a:pt x="361" y="443"/>
                      <a:pt x="361" y="443"/>
                      <a:pt x="361" y="443"/>
                    </a:cubicBezTo>
                    <a:cubicBezTo>
                      <a:pt x="364" y="457"/>
                      <a:pt x="364" y="457"/>
                      <a:pt x="364" y="457"/>
                    </a:cubicBezTo>
                    <a:cubicBezTo>
                      <a:pt x="364" y="457"/>
                      <a:pt x="349" y="461"/>
                      <a:pt x="336" y="464"/>
                    </a:cubicBezTo>
                    <a:cubicBezTo>
                      <a:pt x="328" y="466"/>
                      <a:pt x="308" y="472"/>
                      <a:pt x="308" y="472"/>
                    </a:cubicBezTo>
                    <a:cubicBezTo>
                      <a:pt x="306" y="458"/>
                      <a:pt x="306" y="458"/>
                      <a:pt x="306" y="458"/>
                    </a:cubicBezTo>
                    <a:cubicBezTo>
                      <a:pt x="314" y="455"/>
                      <a:pt x="316" y="451"/>
                      <a:pt x="313" y="442"/>
                    </a:cubicBezTo>
                    <a:cubicBezTo>
                      <a:pt x="308" y="426"/>
                      <a:pt x="308" y="426"/>
                      <a:pt x="308" y="426"/>
                    </a:cubicBezTo>
                    <a:cubicBezTo>
                      <a:pt x="308" y="426"/>
                      <a:pt x="302" y="427"/>
                      <a:pt x="299" y="428"/>
                    </a:cubicBezTo>
                    <a:cubicBezTo>
                      <a:pt x="298" y="429"/>
                      <a:pt x="296" y="429"/>
                      <a:pt x="295" y="429"/>
                    </a:cubicBezTo>
                    <a:cubicBezTo>
                      <a:pt x="289" y="432"/>
                      <a:pt x="280" y="435"/>
                      <a:pt x="280" y="435"/>
                    </a:cubicBezTo>
                    <a:cubicBezTo>
                      <a:pt x="285" y="452"/>
                      <a:pt x="285" y="452"/>
                      <a:pt x="285" y="452"/>
                    </a:cubicBezTo>
                    <a:cubicBezTo>
                      <a:pt x="288" y="461"/>
                      <a:pt x="289" y="463"/>
                      <a:pt x="293" y="461"/>
                    </a:cubicBezTo>
                    <a:cubicBezTo>
                      <a:pt x="296" y="461"/>
                      <a:pt x="298" y="460"/>
                      <a:pt x="298" y="460"/>
                    </a:cubicBezTo>
                    <a:cubicBezTo>
                      <a:pt x="299" y="461"/>
                      <a:pt x="299" y="461"/>
                      <a:pt x="299" y="461"/>
                    </a:cubicBezTo>
                    <a:cubicBezTo>
                      <a:pt x="302" y="475"/>
                      <a:pt x="302" y="475"/>
                      <a:pt x="302" y="475"/>
                    </a:cubicBezTo>
                    <a:cubicBezTo>
                      <a:pt x="302" y="475"/>
                      <a:pt x="282" y="480"/>
                      <a:pt x="275" y="482"/>
                    </a:cubicBezTo>
                    <a:cubicBezTo>
                      <a:pt x="265" y="485"/>
                      <a:pt x="248" y="490"/>
                      <a:pt x="248" y="490"/>
                    </a:cubicBezTo>
                    <a:cubicBezTo>
                      <a:pt x="246" y="476"/>
                      <a:pt x="246" y="476"/>
                      <a:pt x="246" y="476"/>
                    </a:cubicBezTo>
                    <a:cubicBezTo>
                      <a:pt x="253" y="470"/>
                      <a:pt x="254" y="467"/>
                      <a:pt x="252" y="458"/>
                    </a:cubicBezTo>
                    <a:close/>
                    <a:moveTo>
                      <a:pt x="313" y="493"/>
                    </a:moveTo>
                    <a:cubicBezTo>
                      <a:pt x="313" y="493"/>
                      <a:pt x="314" y="493"/>
                      <a:pt x="314" y="493"/>
                    </a:cubicBezTo>
                    <a:cubicBezTo>
                      <a:pt x="347" y="484"/>
                      <a:pt x="368" y="497"/>
                      <a:pt x="378" y="531"/>
                    </a:cubicBezTo>
                    <a:cubicBezTo>
                      <a:pt x="388" y="567"/>
                      <a:pt x="376" y="592"/>
                      <a:pt x="344" y="603"/>
                    </a:cubicBezTo>
                    <a:cubicBezTo>
                      <a:pt x="343" y="603"/>
                      <a:pt x="342" y="604"/>
                      <a:pt x="341" y="604"/>
                    </a:cubicBezTo>
                    <a:cubicBezTo>
                      <a:pt x="309" y="613"/>
                      <a:pt x="287" y="599"/>
                      <a:pt x="277" y="565"/>
                    </a:cubicBezTo>
                    <a:cubicBezTo>
                      <a:pt x="267" y="529"/>
                      <a:pt x="279" y="503"/>
                      <a:pt x="313" y="493"/>
                    </a:cubicBezTo>
                    <a:close/>
                    <a:moveTo>
                      <a:pt x="456" y="851"/>
                    </a:moveTo>
                    <a:cubicBezTo>
                      <a:pt x="456" y="851"/>
                      <a:pt x="438" y="855"/>
                      <a:pt x="418" y="861"/>
                    </a:cubicBezTo>
                    <a:cubicBezTo>
                      <a:pt x="408" y="863"/>
                      <a:pt x="408" y="863"/>
                      <a:pt x="408" y="863"/>
                    </a:cubicBezTo>
                    <a:cubicBezTo>
                      <a:pt x="391" y="868"/>
                      <a:pt x="374" y="875"/>
                      <a:pt x="374" y="875"/>
                    </a:cubicBezTo>
                    <a:cubicBezTo>
                      <a:pt x="371" y="859"/>
                      <a:pt x="371" y="859"/>
                      <a:pt x="371" y="859"/>
                    </a:cubicBezTo>
                    <a:cubicBezTo>
                      <a:pt x="379" y="856"/>
                      <a:pt x="380" y="852"/>
                      <a:pt x="378" y="842"/>
                    </a:cubicBezTo>
                    <a:cubicBezTo>
                      <a:pt x="362" y="787"/>
                      <a:pt x="362" y="787"/>
                      <a:pt x="362" y="787"/>
                    </a:cubicBezTo>
                    <a:cubicBezTo>
                      <a:pt x="360" y="780"/>
                      <a:pt x="358" y="779"/>
                      <a:pt x="354" y="780"/>
                    </a:cubicBezTo>
                    <a:cubicBezTo>
                      <a:pt x="352" y="781"/>
                      <a:pt x="350" y="782"/>
                      <a:pt x="350" y="782"/>
                    </a:cubicBezTo>
                    <a:cubicBezTo>
                      <a:pt x="348" y="780"/>
                      <a:pt x="348" y="780"/>
                      <a:pt x="348" y="780"/>
                    </a:cubicBezTo>
                    <a:cubicBezTo>
                      <a:pt x="346" y="767"/>
                      <a:pt x="346" y="767"/>
                      <a:pt x="346" y="767"/>
                    </a:cubicBezTo>
                    <a:cubicBezTo>
                      <a:pt x="372" y="760"/>
                      <a:pt x="372" y="760"/>
                      <a:pt x="372" y="760"/>
                    </a:cubicBezTo>
                    <a:cubicBezTo>
                      <a:pt x="375" y="759"/>
                      <a:pt x="382" y="757"/>
                      <a:pt x="388" y="755"/>
                    </a:cubicBezTo>
                    <a:cubicBezTo>
                      <a:pt x="397" y="752"/>
                      <a:pt x="406" y="749"/>
                      <a:pt x="406" y="749"/>
                    </a:cubicBezTo>
                    <a:cubicBezTo>
                      <a:pt x="408" y="765"/>
                      <a:pt x="408" y="765"/>
                      <a:pt x="408" y="765"/>
                    </a:cubicBezTo>
                    <a:cubicBezTo>
                      <a:pt x="397" y="770"/>
                      <a:pt x="395" y="772"/>
                      <a:pt x="396" y="778"/>
                    </a:cubicBezTo>
                    <a:cubicBezTo>
                      <a:pt x="399" y="789"/>
                      <a:pt x="401" y="800"/>
                      <a:pt x="405" y="815"/>
                    </a:cubicBezTo>
                    <a:cubicBezTo>
                      <a:pt x="412" y="837"/>
                      <a:pt x="412" y="837"/>
                      <a:pt x="412" y="837"/>
                    </a:cubicBezTo>
                    <a:cubicBezTo>
                      <a:pt x="413" y="840"/>
                      <a:pt x="415" y="841"/>
                      <a:pt x="419" y="840"/>
                    </a:cubicBezTo>
                    <a:cubicBezTo>
                      <a:pt x="430" y="837"/>
                      <a:pt x="432" y="831"/>
                      <a:pt x="427" y="809"/>
                    </a:cubicBezTo>
                    <a:cubicBezTo>
                      <a:pt x="447" y="801"/>
                      <a:pt x="447" y="801"/>
                      <a:pt x="447" y="801"/>
                    </a:cubicBezTo>
                    <a:cubicBezTo>
                      <a:pt x="450" y="803"/>
                      <a:pt x="450" y="803"/>
                      <a:pt x="450" y="803"/>
                    </a:cubicBezTo>
                    <a:cubicBezTo>
                      <a:pt x="450" y="803"/>
                      <a:pt x="453" y="825"/>
                      <a:pt x="459" y="848"/>
                    </a:cubicBezTo>
                    <a:lnTo>
                      <a:pt x="456" y="851"/>
                    </a:lnTo>
                    <a:close/>
                    <a:moveTo>
                      <a:pt x="459" y="516"/>
                    </a:moveTo>
                    <a:cubicBezTo>
                      <a:pt x="548" y="828"/>
                      <a:pt x="548" y="828"/>
                      <a:pt x="548" y="828"/>
                    </a:cubicBezTo>
                    <a:cubicBezTo>
                      <a:pt x="549" y="832"/>
                      <a:pt x="546" y="836"/>
                      <a:pt x="543" y="837"/>
                    </a:cubicBezTo>
                    <a:cubicBezTo>
                      <a:pt x="539" y="838"/>
                      <a:pt x="534" y="836"/>
                      <a:pt x="533" y="832"/>
                    </a:cubicBezTo>
                    <a:cubicBezTo>
                      <a:pt x="444" y="520"/>
                      <a:pt x="444" y="520"/>
                      <a:pt x="444" y="520"/>
                    </a:cubicBezTo>
                    <a:cubicBezTo>
                      <a:pt x="443" y="516"/>
                      <a:pt x="445" y="512"/>
                      <a:pt x="449" y="511"/>
                    </a:cubicBezTo>
                    <a:cubicBezTo>
                      <a:pt x="453" y="510"/>
                      <a:pt x="457" y="512"/>
                      <a:pt x="459" y="516"/>
                    </a:cubicBezTo>
                    <a:close/>
                    <a:moveTo>
                      <a:pt x="454" y="453"/>
                    </a:moveTo>
                    <a:cubicBezTo>
                      <a:pt x="457" y="464"/>
                      <a:pt x="451" y="475"/>
                      <a:pt x="440" y="478"/>
                    </a:cubicBezTo>
                    <a:cubicBezTo>
                      <a:pt x="429" y="481"/>
                      <a:pt x="418" y="475"/>
                      <a:pt x="415" y="464"/>
                    </a:cubicBezTo>
                    <a:cubicBezTo>
                      <a:pt x="412" y="453"/>
                      <a:pt x="418" y="442"/>
                      <a:pt x="429" y="439"/>
                    </a:cubicBezTo>
                    <a:cubicBezTo>
                      <a:pt x="439" y="436"/>
                      <a:pt x="450" y="442"/>
                      <a:pt x="454" y="453"/>
                    </a:cubicBezTo>
                    <a:close/>
                    <a:moveTo>
                      <a:pt x="326" y="80"/>
                    </a:moveTo>
                    <a:cubicBezTo>
                      <a:pt x="330" y="79"/>
                      <a:pt x="334" y="81"/>
                      <a:pt x="336" y="85"/>
                    </a:cubicBezTo>
                    <a:cubicBezTo>
                      <a:pt x="425" y="397"/>
                      <a:pt x="425" y="397"/>
                      <a:pt x="425" y="397"/>
                    </a:cubicBezTo>
                    <a:cubicBezTo>
                      <a:pt x="426" y="401"/>
                      <a:pt x="424" y="405"/>
                      <a:pt x="420" y="406"/>
                    </a:cubicBezTo>
                    <a:cubicBezTo>
                      <a:pt x="416" y="408"/>
                      <a:pt x="412" y="405"/>
                      <a:pt x="410" y="401"/>
                    </a:cubicBezTo>
                    <a:cubicBezTo>
                      <a:pt x="321" y="89"/>
                      <a:pt x="321" y="89"/>
                      <a:pt x="321" y="89"/>
                    </a:cubicBezTo>
                    <a:cubicBezTo>
                      <a:pt x="320" y="85"/>
                      <a:pt x="322" y="81"/>
                      <a:pt x="326" y="80"/>
                    </a:cubicBezTo>
                    <a:close/>
                    <a:moveTo>
                      <a:pt x="286" y="228"/>
                    </a:moveTo>
                    <a:cubicBezTo>
                      <a:pt x="286" y="228"/>
                      <a:pt x="287" y="244"/>
                      <a:pt x="291" y="265"/>
                    </a:cubicBezTo>
                    <a:cubicBezTo>
                      <a:pt x="267" y="273"/>
                      <a:pt x="267" y="273"/>
                      <a:pt x="267" y="273"/>
                    </a:cubicBezTo>
                    <a:cubicBezTo>
                      <a:pt x="267" y="273"/>
                      <a:pt x="266" y="269"/>
                      <a:pt x="264" y="264"/>
                    </a:cubicBezTo>
                    <a:cubicBezTo>
                      <a:pt x="262" y="255"/>
                      <a:pt x="258" y="252"/>
                      <a:pt x="250" y="255"/>
                    </a:cubicBezTo>
                    <a:cubicBezTo>
                      <a:pt x="248" y="255"/>
                      <a:pt x="247" y="256"/>
                      <a:pt x="245" y="257"/>
                    </a:cubicBezTo>
                    <a:cubicBezTo>
                      <a:pt x="263" y="319"/>
                      <a:pt x="263" y="319"/>
                      <a:pt x="263" y="319"/>
                    </a:cubicBezTo>
                    <a:cubicBezTo>
                      <a:pt x="265" y="319"/>
                      <a:pt x="267" y="319"/>
                      <a:pt x="269" y="319"/>
                    </a:cubicBezTo>
                    <a:cubicBezTo>
                      <a:pt x="277" y="316"/>
                      <a:pt x="279" y="310"/>
                      <a:pt x="276" y="296"/>
                    </a:cubicBezTo>
                    <a:cubicBezTo>
                      <a:pt x="301" y="287"/>
                      <a:pt x="301" y="287"/>
                      <a:pt x="301" y="287"/>
                    </a:cubicBezTo>
                    <a:cubicBezTo>
                      <a:pt x="301" y="287"/>
                      <a:pt x="305" y="307"/>
                      <a:pt x="309" y="323"/>
                    </a:cubicBezTo>
                    <a:cubicBezTo>
                      <a:pt x="308" y="326"/>
                      <a:pt x="308" y="326"/>
                      <a:pt x="308" y="326"/>
                    </a:cubicBezTo>
                    <a:cubicBezTo>
                      <a:pt x="308" y="326"/>
                      <a:pt x="292" y="338"/>
                      <a:pt x="270" y="344"/>
                    </a:cubicBezTo>
                    <a:cubicBezTo>
                      <a:pt x="270" y="344"/>
                      <a:pt x="270" y="344"/>
                      <a:pt x="270" y="344"/>
                    </a:cubicBezTo>
                    <a:cubicBezTo>
                      <a:pt x="240" y="352"/>
                      <a:pt x="217" y="338"/>
                      <a:pt x="207" y="304"/>
                    </a:cubicBezTo>
                    <a:cubicBezTo>
                      <a:pt x="198" y="271"/>
                      <a:pt x="209" y="246"/>
                      <a:pt x="239" y="234"/>
                    </a:cubicBezTo>
                    <a:cubicBezTo>
                      <a:pt x="242" y="233"/>
                      <a:pt x="245" y="232"/>
                      <a:pt x="248" y="231"/>
                    </a:cubicBezTo>
                    <a:cubicBezTo>
                      <a:pt x="262" y="227"/>
                      <a:pt x="284" y="225"/>
                      <a:pt x="284" y="225"/>
                    </a:cubicBezTo>
                    <a:lnTo>
                      <a:pt x="286" y="228"/>
                    </a:lnTo>
                    <a:close/>
                    <a:moveTo>
                      <a:pt x="202" y="104"/>
                    </a:moveTo>
                    <a:cubicBezTo>
                      <a:pt x="204" y="103"/>
                      <a:pt x="207" y="102"/>
                      <a:pt x="209" y="102"/>
                    </a:cubicBezTo>
                    <a:cubicBezTo>
                      <a:pt x="227" y="97"/>
                      <a:pt x="241" y="97"/>
                      <a:pt x="241" y="97"/>
                    </a:cubicBezTo>
                    <a:cubicBezTo>
                      <a:pt x="244" y="100"/>
                      <a:pt x="244" y="100"/>
                      <a:pt x="244" y="100"/>
                    </a:cubicBezTo>
                    <a:cubicBezTo>
                      <a:pt x="244" y="100"/>
                      <a:pt x="245" y="115"/>
                      <a:pt x="248" y="130"/>
                    </a:cubicBezTo>
                    <a:cubicBezTo>
                      <a:pt x="230" y="137"/>
                      <a:pt x="230" y="137"/>
                      <a:pt x="230" y="137"/>
                    </a:cubicBezTo>
                    <a:cubicBezTo>
                      <a:pt x="227" y="136"/>
                      <a:pt x="227" y="136"/>
                      <a:pt x="227" y="136"/>
                    </a:cubicBezTo>
                    <a:cubicBezTo>
                      <a:pt x="226" y="134"/>
                      <a:pt x="226" y="134"/>
                      <a:pt x="226" y="134"/>
                    </a:cubicBezTo>
                    <a:cubicBezTo>
                      <a:pt x="224" y="126"/>
                      <a:pt x="219" y="124"/>
                      <a:pt x="211" y="126"/>
                    </a:cubicBezTo>
                    <a:cubicBezTo>
                      <a:pt x="210" y="126"/>
                      <a:pt x="209" y="126"/>
                      <a:pt x="208" y="127"/>
                    </a:cubicBezTo>
                    <a:cubicBezTo>
                      <a:pt x="212" y="142"/>
                      <a:pt x="212" y="142"/>
                      <a:pt x="212" y="142"/>
                    </a:cubicBezTo>
                    <a:cubicBezTo>
                      <a:pt x="217" y="143"/>
                      <a:pt x="222" y="144"/>
                      <a:pt x="228" y="145"/>
                    </a:cubicBezTo>
                    <a:cubicBezTo>
                      <a:pt x="243" y="146"/>
                      <a:pt x="259" y="150"/>
                      <a:pt x="264" y="168"/>
                    </a:cubicBezTo>
                    <a:cubicBezTo>
                      <a:pt x="270" y="187"/>
                      <a:pt x="258" y="203"/>
                      <a:pt x="233" y="213"/>
                    </a:cubicBezTo>
                    <a:cubicBezTo>
                      <a:pt x="230" y="214"/>
                      <a:pt x="227" y="216"/>
                      <a:pt x="223" y="217"/>
                    </a:cubicBezTo>
                    <a:cubicBezTo>
                      <a:pt x="204" y="222"/>
                      <a:pt x="189" y="219"/>
                      <a:pt x="189" y="219"/>
                    </a:cubicBezTo>
                    <a:cubicBezTo>
                      <a:pt x="186" y="216"/>
                      <a:pt x="186" y="216"/>
                      <a:pt x="186" y="216"/>
                    </a:cubicBezTo>
                    <a:cubicBezTo>
                      <a:pt x="186" y="216"/>
                      <a:pt x="184" y="199"/>
                      <a:pt x="182" y="188"/>
                    </a:cubicBezTo>
                    <a:cubicBezTo>
                      <a:pt x="202" y="181"/>
                      <a:pt x="202" y="181"/>
                      <a:pt x="202" y="181"/>
                    </a:cubicBezTo>
                    <a:cubicBezTo>
                      <a:pt x="206" y="192"/>
                      <a:pt x="212" y="196"/>
                      <a:pt x="221" y="193"/>
                    </a:cubicBezTo>
                    <a:cubicBezTo>
                      <a:pt x="224" y="193"/>
                      <a:pt x="225" y="192"/>
                      <a:pt x="227" y="191"/>
                    </a:cubicBezTo>
                    <a:cubicBezTo>
                      <a:pt x="223" y="178"/>
                      <a:pt x="223" y="178"/>
                      <a:pt x="223" y="178"/>
                    </a:cubicBezTo>
                    <a:cubicBezTo>
                      <a:pt x="218" y="176"/>
                      <a:pt x="210" y="176"/>
                      <a:pt x="202" y="174"/>
                    </a:cubicBezTo>
                    <a:cubicBezTo>
                      <a:pt x="188" y="172"/>
                      <a:pt x="173" y="168"/>
                      <a:pt x="169" y="151"/>
                    </a:cubicBezTo>
                    <a:cubicBezTo>
                      <a:pt x="163" y="132"/>
                      <a:pt x="176" y="113"/>
                      <a:pt x="202" y="104"/>
                    </a:cubicBezTo>
                    <a:close/>
                    <a:moveTo>
                      <a:pt x="166" y="471"/>
                    </a:moveTo>
                    <a:cubicBezTo>
                      <a:pt x="77" y="159"/>
                      <a:pt x="77" y="159"/>
                      <a:pt x="77" y="159"/>
                    </a:cubicBezTo>
                    <a:cubicBezTo>
                      <a:pt x="76" y="155"/>
                      <a:pt x="78" y="151"/>
                      <a:pt x="82" y="150"/>
                    </a:cubicBezTo>
                    <a:cubicBezTo>
                      <a:pt x="86" y="148"/>
                      <a:pt x="90" y="151"/>
                      <a:pt x="91" y="155"/>
                    </a:cubicBezTo>
                    <a:cubicBezTo>
                      <a:pt x="180" y="467"/>
                      <a:pt x="180" y="467"/>
                      <a:pt x="180" y="467"/>
                    </a:cubicBezTo>
                    <a:cubicBezTo>
                      <a:pt x="182" y="471"/>
                      <a:pt x="179" y="475"/>
                      <a:pt x="175" y="476"/>
                    </a:cubicBezTo>
                    <a:cubicBezTo>
                      <a:pt x="172" y="477"/>
                      <a:pt x="167" y="475"/>
                      <a:pt x="166" y="471"/>
                    </a:cubicBezTo>
                    <a:close/>
                    <a:moveTo>
                      <a:pt x="171" y="533"/>
                    </a:moveTo>
                    <a:cubicBezTo>
                      <a:pt x="168" y="523"/>
                      <a:pt x="174" y="512"/>
                      <a:pt x="185" y="509"/>
                    </a:cubicBezTo>
                    <a:cubicBezTo>
                      <a:pt x="196" y="506"/>
                      <a:pt x="207" y="512"/>
                      <a:pt x="210" y="522"/>
                    </a:cubicBezTo>
                    <a:cubicBezTo>
                      <a:pt x="213" y="533"/>
                      <a:pt x="207" y="544"/>
                      <a:pt x="196" y="547"/>
                    </a:cubicBezTo>
                    <a:cubicBezTo>
                      <a:pt x="191" y="549"/>
                      <a:pt x="185" y="548"/>
                      <a:pt x="181" y="546"/>
                    </a:cubicBezTo>
                    <a:cubicBezTo>
                      <a:pt x="176" y="543"/>
                      <a:pt x="173" y="539"/>
                      <a:pt x="171" y="533"/>
                    </a:cubicBezTo>
                    <a:close/>
                    <a:moveTo>
                      <a:pt x="205" y="580"/>
                    </a:moveTo>
                    <a:cubicBezTo>
                      <a:pt x="209" y="579"/>
                      <a:pt x="213" y="581"/>
                      <a:pt x="215" y="585"/>
                    </a:cubicBezTo>
                    <a:cubicBezTo>
                      <a:pt x="304" y="897"/>
                      <a:pt x="304" y="897"/>
                      <a:pt x="304" y="897"/>
                    </a:cubicBezTo>
                    <a:cubicBezTo>
                      <a:pt x="305" y="901"/>
                      <a:pt x="302" y="905"/>
                      <a:pt x="299" y="907"/>
                    </a:cubicBezTo>
                    <a:cubicBezTo>
                      <a:pt x="295" y="908"/>
                      <a:pt x="291" y="905"/>
                      <a:pt x="289" y="901"/>
                    </a:cubicBezTo>
                    <a:cubicBezTo>
                      <a:pt x="200" y="589"/>
                      <a:pt x="200" y="589"/>
                      <a:pt x="200" y="589"/>
                    </a:cubicBezTo>
                    <a:cubicBezTo>
                      <a:pt x="199" y="585"/>
                      <a:pt x="201" y="581"/>
                      <a:pt x="205" y="580"/>
                    </a:cubicBezTo>
                    <a:close/>
                    <a:moveTo>
                      <a:pt x="205" y="580"/>
                    </a:moveTo>
                    <a:cubicBezTo>
                      <a:pt x="205" y="580"/>
                      <a:pt x="205" y="580"/>
                      <a:pt x="205" y="580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2" name="Freeform 219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close/>
                    <a:moveTo>
                      <a:pt x="375" y="0"/>
                    </a:move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3" name="Freeform 220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moveTo>
                      <a:pt x="375" y="0"/>
                    </a:moveTo>
                    <a:lnTo>
                      <a:pt x="3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" name="Freeform 232"/>
            <p:cNvSpPr>
              <a:spLocks noEditPoints="1"/>
            </p:cNvSpPr>
            <p:nvPr/>
          </p:nvSpPr>
          <p:spPr bwMode="auto">
            <a:xfrm>
              <a:off x="2828926" y="2614955"/>
              <a:ext cx="168275" cy="522288"/>
            </a:xfrm>
            <a:custGeom>
              <a:avLst/>
              <a:gdLst>
                <a:gd name="T0" fmla="*/ 99 w 106"/>
                <a:gd name="T1" fmla="*/ 327 h 329"/>
                <a:gd name="T2" fmla="*/ 104 w 106"/>
                <a:gd name="T3" fmla="*/ 318 h 329"/>
                <a:gd name="T4" fmla="*/ 15 w 106"/>
                <a:gd name="T5" fmla="*/ 6 h 329"/>
                <a:gd name="T6" fmla="*/ 6 w 106"/>
                <a:gd name="T7" fmla="*/ 1 h 329"/>
                <a:gd name="T8" fmla="*/ 1 w 106"/>
                <a:gd name="T9" fmla="*/ 10 h 329"/>
                <a:gd name="T10" fmla="*/ 90 w 106"/>
                <a:gd name="T11" fmla="*/ 322 h 329"/>
                <a:gd name="T12" fmla="*/ 99 w 106"/>
                <a:gd name="T13" fmla="*/ 327 h 329"/>
                <a:gd name="T14" fmla="*/ 99 w 106"/>
                <a:gd name="T15" fmla="*/ 327 h 329"/>
                <a:gd name="T16" fmla="*/ 99 w 106"/>
                <a:gd name="T17" fmla="*/ 32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9">
                  <a:moveTo>
                    <a:pt x="99" y="327"/>
                  </a:moveTo>
                  <a:cubicBezTo>
                    <a:pt x="103" y="326"/>
                    <a:pt x="106" y="322"/>
                    <a:pt x="104" y="31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2"/>
                    <a:pt x="10" y="0"/>
                    <a:pt x="6" y="1"/>
                  </a:cubicBez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5" y="329"/>
                    <a:pt x="99" y="327"/>
                  </a:cubicBezTo>
                  <a:close/>
                  <a:moveTo>
                    <a:pt x="99" y="327"/>
                  </a:moveTo>
                  <a:cubicBezTo>
                    <a:pt x="99" y="327"/>
                    <a:pt x="99" y="327"/>
                    <a:pt x="99" y="32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233"/>
            <p:cNvSpPr>
              <a:spLocks noEditPoints="1"/>
            </p:cNvSpPr>
            <p:nvPr/>
          </p:nvSpPr>
          <p:spPr bwMode="auto">
            <a:xfrm>
              <a:off x="3025247" y="3293161"/>
              <a:ext cx="166688" cy="520700"/>
            </a:xfrm>
            <a:custGeom>
              <a:avLst/>
              <a:gdLst>
                <a:gd name="T0" fmla="*/ 6 w 106"/>
                <a:gd name="T1" fmla="*/ 1 h 328"/>
                <a:gd name="T2" fmla="*/ 1 w 106"/>
                <a:gd name="T3" fmla="*/ 10 h 328"/>
                <a:gd name="T4" fmla="*/ 90 w 106"/>
                <a:gd name="T5" fmla="*/ 322 h 328"/>
                <a:gd name="T6" fmla="*/ 100 w 106"/>
                <a:gd name="T7" fmla="*/ 327 h 328"/>
                <a:gd name="T8" fmla="*/ 105 w 106"/>
                <a:gd name="T9" fmla="*/ 318 h 328"/>
                <a:gd name="T10" fmla="*/ 16 w 106"/>
                <a:gd name="T11" fmla="*/ 6 h 328"/>
                <a:gd name="T12" fmla="*/ 6 w 106"/>
                <a:gd name="T13" fmla="*/ 1 h 328"/>
                <a:gd name="T14" fmla="*/ 6 w 106"/>
                <a:gd name="T15" fmla="*/ 1 h 328"/>
                <a:gd name="T16" fmla="*/ 6 w 106"/>
                <a:gd name="T17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8">
                  <a:moveTo>
                    <a:pt x="6" y="1"/>
                  </a:move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6" y="328"/>
                    <a:pt x="100" y="327"/>
                  </a:cubicBezTo>
                  <a:cubicBezTo>
                    <a:pt x="103" y="326"/>
                    <a:pt x="106" y="322"/>
                    <a:pt x="105" y="31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2"/>
                    <a:pt x="10" y="0"/>
                    <a:pt x="6" y="1"/>
                  </a:cubicBezTo>
                  <a:close/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250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266822" y="3007220"/>
            <a:ext cx="5419185" cy="47148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accent6"/>
                </a:solidFill>
              </a:rPr>
              <a:t>选题背景和研究意义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04F69230-F3A6-4586-9371-A858F4763E9F}"/>
              </a:ext>
            </a:extLst>
          </p:cNvPr>
          <p:cNvSpPr txBox="1"/>
          <p:nvPr/>
        </p:nvSpPr>
        <p:spPr>
          <a:xfrm>
            <a:off x="5362601" y="1982374"/>
            <a:ext cx="89176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Freeform 222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close/>
                <a:moveTo>
                  <a:pt x="373" y="0"/>
                </a:move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Freeform 223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moveTo>
                  <a:pt x="373" y="0"/>
                </a:moveTo>
                <a:lnTo>
                  <a:pt x="3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Freeform 224"/>
          <p:cNvSpPr>
            <a:spLocks noEditPoints="1"/>
          </p:cNvSpPr>
          <p:nvPr/>
        </p:nvSpPr>
        <p:spPr bwMode="auto">
          <a:xfrm>
            <a:off x="2978151" y="1720850"/>
            <a:ext cx="169863" cy="201613"/>
          </a:xfrm>
          <a:custGeom>
            <a:avLst/>
            <a:gdLst>
              <a:gd name="T0" fmla="*/ 102 w 107"/>
              <a:gd name="T1" fmla="*/ 72 h 127"/>
              <a:gd name="T2" fmla="*/ 65 w 107"/>
              <a:gd name="T3" fmla="*/ 49 h 127"/>
              <a:gd name="T4" fmla="*/ 50 w 107"/>
              <a:gd name="T5" fmla="*/ 46 h 127"/>
              <a:gd name="T6" fmla="*/ 40 w 107"/>
              <a:gd name="T7" fmla="*/ 40 h 127"/>
              <a:gd name="T8" fmla="*/ 45 w 107"/>
              <a:gd name="T9" fmla="*/ 31 h 127"/>
              <a:gd name="T10" fmla="*/ 48 w 107"/>
              <a:gd name="T11" fmla="*/ 30 h 127"/>
              <a:gd name="T12" fmla="*/ 64 w 107"/>
              <a:gd name="T13" fmla="*/ 38 h 127"/>
              <a:gd name="T14" fmla="*/ 64 w 107"/>
              <a:gd name="T15" fmla="*/ 40 h 127"/>
              <a:gd name="T16" fmla="*/ 67 w 107"/>
              <a:gd name="T17" fmla="*/ 41 h 127"/>
              <a:gd name="T18" fmla="*/ 85 w 107"/>
              <a:gd name="T19" fmla="*/ 34 h 127"/>
              <a:gd name="T20" fmla="*/ 82 w 107"/>
              <a:gd name="T21" fmla="*/ 4 h 127"/>
              <a:gd name="T22" fmla="*/ 79 w 107"/>
              <a:gd name="T23" fmla="*/ 1 h 127"/>
              <a:gd name="T24" fmla="*/ 46 w 107"/>
              <a:gd name="T25" fmla="*/ 6 h 127"/>
              <a:gd name="T26" fmla="*/ 39 w 107"/>
              <a:gd name="T27" fmla="*/ 8 h 127"/>
              <a:gd name="T28" fmla="*/ 6 w 107"/>
              <a:gd name="T29" fmla="*/ 55 h 127"/>
              <a:gd name="T30" fmla="*/ 39 w 107"/>
              <a:gd name="T31" fmla="*/ 79 h 127"/>
              <a:gd name="T32" fmla="*/ 60 w 107"/>
              <a:gd name="T33" fmla="*/ 82 h 127"/>
              <a:gd name="T34" fmla="*/ 67 w 107"/>
              <a:gd name="T35" fmla="*/ 88 h 127"/>
              <a:gd name="T36" fmla="*/ 64 w 107"/>
              <a:gd name="T37" fmla="*/ 95 h 127"/>
              <a:gd name="T38" fmla="*/ 58 w 107"/>
              <a:gd name="T39" fmla="*/ 98 h 127"/>
              <a:gd name="T40" fmla="*/ 39 w 107"/>
              <a:gd name="T41" fmla="*/ 85 h 127"/>
              <a:gd name="T42" fmla="*/ 19 w 107"/>
              <a:gd name="T43" fmla="*/ 93 h 127"/>
              <a:gd name="T44" fmla="*/ 23 w 107"/>
              <a:gd name="T45" fmla="*/ 121 h 127"/>
              <a:gd name="T46" fmla="*/ 26 w 107"/>
              <a:gd name="T47" fmla="*/ 123 h 127"/>
              <a:gd name="T48" fmla="*/ 60 w 107"/>
              <a:gd name="T49" fmla="*/ 121 h 127"/>
              <a:gd name="T50" fmla="*/ 70 w 107"/>
              <a:gd name="T51" fmla="*/ 118 h 127"/>
              <a:gd name="T52" fmla="*/ 102 w 107"/>
              <a:gd name="T53" fmla="*/ 72 h 127"/>
              <a:gd name="T54" fmla="*/ 102 w 107"/>
              <a:gd name="T55" fmla="*/ 72 h 127"/>
              <a:gd name="T56" fmla="*/ 102 w 107"/>
              <a:gd name="T57" fmla="*/ 7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7" h="127">
                <a:moveTo>
                  <a:pt x="102" y="72"/>
                </a:moveTo>
                <a:cubicBezTo>
                  <a:pt x="97" y="53"/>
                  <a:pt x="80" y="50"/>
                  <a:pt x="65" y="49"/>
                </a:cubicBezTo>
                <a:cubicBezTo>
                  <a:pt x="59" y="48"/>
                  <a:pt x="54" y="47"/>
                  <a:pt x="50" y="46"/>
                </a:cubicBezTo>
                <a:cubicBezTo>
                  <a:pt x="45" y="45"/>
                  <a:pt x="41" y="43"/>
                  <a:pt x="40" y="40"/>
                </a:cubicBezTo>
                <a:cubicBezTo>
                  <a:pt x="39" y="36"/>
                  <a:pt x="41" y="33"/>
                  <a:pt x="45" y="31"/>
                </a:cubicBezTo>
                <a:cubicBezTo>
                  <a:pt x="46" y="30"/>
                  <a:pt x="47" y="30"/>
                  <a:pt x="48" y="30"/>
                </a:cubicBezTo>
                <a:cubicBezTo>
                  <a:pt x="56" y="28"/>
                  <a:pt x="61" y="30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67" y="41"/>
                  <a:pt x="67" y="41"/>
                  <a:pt x="67" y="41"/>
                </a:cubicBezTo>
                <a:cubicBezTo>
                  <a:pt x="85" y="34"/>
                  <a:pt x="85" y="34"/>
                  <a:pt x="85" y="34"/>
                </a:cubicBezTo>
                <a:cubicBezTo>
                  <a:pt x="82" y="19"/>
                  <a:pt x="82" y="4"/>
                  <a:pt x="82" y="4"/>
                </a:cubicBezTo>
                <a:cubicBezTo>
                  <a:pt x="79" y="1"/>
                  <a:pt x="79" y="1"/>
                  <a:pt x="79" y="1"/>
                </a:cubicBezTo>
                <a:cubicBezTo>
                  <a:pt x="79" y="1"/>
                  <a:pt x="64" y="0"/>
                  <a:pt x="46" y="6"/>
                </a:cubicBezTo>
                <a:cubicBezTo>
                  <a:pt x="44" y="6"/>
                  <a:pt x="41" y="7"/>
                  <a:pt x="39" y="8"/>
                </a:cubicBezTo>
                <a:cubicBezTo>
                  <a:pt x="13" y="18"/>
                  <a:pt x="0" y="36"/>
                  <a:pt x="6" y="55"/>
                </a:cubicBezTo>
                <a:cubicBezTo>
                  <a:pt x="10" y="72"/>
                  <a:pt x="25" y="77"/>
                  <a:pt x="39" y="79"/>
                </a:cubicBezTo>
                <a:cubicBezTo>
                  <a:pt x="47" y="80"/>
                  <a:pt x="55" y="81"/>
                  <a:pt x="60" y="82"/>
                </a:cubicBezTo>
                <a:cubicBezTo>
                  <a:pt x="64" y="83"/>
                  <a:pt x="67" y="85"/>
                  <a:pt x="67" y="88"/>
                </a:cubicBezTo>
                <a:cubicBezTo>
                  <a:pt x="68" y="91"/>
                  <a:pt x="67" y="93"/>
                  <a:pt x="64" y="95"/>
                </a:cubicBezTo>
                <a:cubicBezTo>
                  <a:pt x="62" y="96"/>
                  <a:pt x="61" y="97"/>
                  <a:pt x="58" y="98"/>
                </a:cubicBezTo>
                <a:cubicBezTo>
                  <a:pt x="49" y="101"/>
                  <a:pt x="43" y="97"/>
                  <a:pt x="39" y="85"/>
                </a:cubicBezTo>
                <a:cubicBezTo>
                  <a:pt x="19" y="93"/>
                  <a:pt x="19" y="93"/>
                  <a:pt x="19" y="93"/>
                </a:cubicBezTo>
                <a:cubicBezTo>
                  <a:pt x="22" y="104"/>
                  <a:pt x="23" y="121"/>
                  <a:pt x="23" y="121"/>
                </a:cubicBezTo>
                <a:cubicBezTo>
                  <a:pt x="26" y="123"/>
                  <a:pt x="26" y="123"/>
                  <a:pt x="26" y="123"/>
                </a:cubicBezTo>
                <a:cubicBezTo>
                  <a:pt x="26" y="123"/>
                  <a:pt x="41" y="127"/>
                  <a:pt x="60" y="121"/>
                </a:cubicBezTo>
                <a:cubicBezTo>
                  <a:pt x="64" y="120"/>
                  <a:pt x="67" y="119"/>
                  <a:pt x="70" y="118"/>
                </a:cubicBezTo>
                <a:cubicBezTo>
                  <a:pt x="95" y="107"/>
                  <a:pt x="107" y="91"/>
                  <a:pt x="102" y="72"/>
                </a:cubicBezTo>
                <a:close/>
                <a:moveTo>
                  <a:pt x="102" y="72"/>
                </a:moveTo>
                <a:cubicBezTo>
                  <a:pt x="102" y="72"/>
                  <a:pt x="102" y="72"/>
                  <a:pt x="102" y="7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Freeform 225"/>
          <p:cNvSpPr>
            <a:spLocks noEditPoints="1"/>
          </p:cNvSpPr>
          <p:nvPr/>
        </p:nvSpPr>
        <p:spPr bwMode="auto">
          <a:xfrm>
            <a:off x="3032126" y="1925638"/>
            <a:ext cx="177800" cy="201613"/>
          </a:xfrm>
          <a:custGeom>
            <a:avLst/>
            <a:gdLst>
              <a:gd name="T0" fmla="*/ 104 w 112"/>
              <a:gd name="T1" fmla="*/ 62 h 127"/>
              <a:gd name="T2" fmla="*/ 79 w 112"/>
              <a:gd name="T3" fmla="*/ 71 h 127"/>
              <a:gd name="T4" fmla="*/ 72 w 112"/>
              <a:gd name="T5" fmla="*/ 94 h 127"/>
              <a:gd name="T6" fmla="*/ 66 w 112"/>
              <a:gd name="T7" fmla="*/ 94 h 127"/>
              <a:gd name="T8" fmla="*/ 46 w 112"/>
              <a:gd name="T9" fmla="*/ 62 h 127"/>
              <a:gd name="T10" fmla="*/ 48 w 112"/>
              <a:gd name="T11" fmla="*/ 31 h 127"/>
              <a:gd name="T12" fmla="*/ 53 w 112"/>
              <a:gd name="T13" fmla="*/ 30 h 127"/>
              <a:gd name="T14" fmla="*/ 67 w 112"/>
              <a:gd name="T15" fmla="*/ 39 h 127"/>
              <a:gd name="T16" fmla="*/ 70 w 112"/>
              <a:gd name="T17" fmla="*/ 48 h 127"/>
              <a:gd name="T18" fmla="*/ 94 w 112"/>
              <a:gd name="T19" fmla="*/ 39 h 127"/>
              <a:gd name="T20" fmla="*/ 89 w 112"/>
              <a:gd name="T21" fmla="*/ 3 h 127"/>
              <a:gd name="T22" fmla="*/ 87 w 112"/>
              <a:gd name="T23" fmla="*/ 0 h 127"/>
              <a:gd name="T24" fmla="*/ 51 w 112"/>
              <a:gd name="T25" fmla="*/ 6 h 127"/>
              <a:gd name="T26" fmla="*/ 42 w 112"/>
              <a:gd name="T27" fmla="*/ 9 h 127"/>
              <a:gd name="T28" fmla="*/ 10 w 112"/>
              <a:gd name="T29" fmla="*/ 79 h 127"/>
              <a:gd name="T30" fmla="*/ 73 w 112"/>
              <a:gd name="T31" fmla="*/ 118 h 127"/>
              <a:gd name="T32" fmla="*/ 73 w 112"/>
              <a:gd name="T33" fmla="*/ 118 h 127"/>
              <a:gd name="T34" fmla="*/ 110 w 112"/>
              <a:gd name="T35" fmla="*/ 101 h 127"/>
              <a:gd name="T36" fmla="*/ 112 w 112"/>
              <a:gd name="T37" fmla="*/ 98 h 127"/>
              <a:gd name="T38" fmla="*/ 104 w 112"/>
              <a:gd name="T39" fmla="*/ 62 h 127"/>
              <a:gd name="T40" fmla="*/ 104 w 112"/>
              <a:gd name="T41" fmla="*/ 62 h 127"/>
              <a:gd name="T42" fmla="*/ 104 w 112"/>
              <a:gd name="T43" fmla="*/ 6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2" h="127">
                <a:moveTo>
                  <a:pt x="104" y="62"/>
                </a:moveTo>
                <a:cubicBezTo>
                  <a:pt x="79" y="71"/>
                  <a:pt x="79" y="71"/>
                  <a:pt x="79" y="71"/>
                </a:cubicBezTo>
                <a:cubicBezTo>
                  <a:pt x="82" y="85"/>
                  <a:pt x="80" y="91"/>
                  <a:pt x="72" y="94"/>
                </a:cubicBezTo>
                <a:cubicBezTo>
                  <a:pt x="70" y="94"/>
                  <a:pt x="68" y="94"/>
                  <a:pt x="66" y="94"/>
                </a:cubicBezTo>
                <a:cubicBezTo>
                  <a:pt x="58" y="93"/>
                  <a:pt x="52" y="82"/>
                  <a:pt x="46" y="62"/>
                </a:cubicBezTo>
                <a:cubicBezTo>
                  <a:pt x="40" y="44"/>
                  <a:pt x="41" y="36"/>
                  <a:pt x="48" y="31"/>
                </a:cubicBezTo>
                <a:cubicBezTo>
                  <a:pt x="50" y="31"/>
                  <a:pt x="51" y="30"/>
                  <a:pt x="53" y="30"/>
                </a:cubicBezTo>
                <a:cubicBezTo>
                  <a:pt x="61" y="27"/>
                  <a:pt x="65" y="30"/>
                  <a:pt x="67" y="39"/>
                </a:cubicBezTo>
                <a:cubicBezTo>
                  <a:pt x="69" y="44"/>
                  <a:pt x="70" y="48"/>
                  <a:pt x="70" y="48"/>
                </a:cubicBezTo>
                <a:cubicBezTo>
                  <a:pt x="94" y="39"/>
                  <a:pt x="94" y="39"/>
                  <a:pt x="94" y="39"/>
                </a:cubicBezTo>
                <a:cubicBezTo>
                  <a:pt x="90" y="19"/>
                  <a:pt x="89" y="3"/>
                  <a:pt x="89" y="3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0"/>
                  <a:pt x="65" y="1"/>
                  <a:pt x="51" y="6"/>
                </a:cubicBezTo>
                <a:cubicBezTo>
                  <a:pt x="48" y="7"/>
                  <a:pt x="45" y="8"/>
                  <a:pt x="42" y="9"/>
                </a:cubicBezTo>
                <a:cubicBezTo>
                  <a:pt x="12" y="21"/>
                  <a:pt x="0" y="46"/>
                  <a:pt x="10" y="79"/>
                </a:cubicBezTo>
                <a:cubicBezTo>
                  <a:pt x="19" y="112"/>
                  <a:pt x="43" y="127"/>
                  <a:pt x="73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94" y="112"/>
                  <a:pt x="110" y="101"/>
                  <a:pt x="110" y="101"/>
                </a:cubicBezTo>
                <a:cubicBezTo>
                  <a:pt x="112" y="98"/>
                  <a:pt x="112" y="98"/>
                  <a:pt x="112" y="98"/>
                </a:cubicBezTo>
                <a:cubicBezTo>
                  <a:pt x="107" y="82"/>
                  <a:pt x="104" y="62"/>
                  <a:pt x="104" y="62"/>
                </a:cubicBezTo>
                <a:close/>
                <a:moveTo>
                  <a:pt x="104" y="62"/>
                </a:moveTo>
                <a:cubicBezTo>
                  <a:pt x="104" y="62"/>
                  <a:pt x="104" y="62"/>
                  <a:pt x="104" y="6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Freeform 226"/>
          <p:cNvSpPr>
            <a:spLocks noEditPoints="1"/>
          </p:cNvSpPr>
          <p:nvPr/>
        </p:nvSpPr>
        <p:spPr bwMode="auto">
          <a:xfrm>
            <a:off x="3067051" y="2120900"/>
            <a:ext cx="228600" cy="223838"/>
          </a:xfrm>
          <a:custGeom>
            <a:avLst/>
            <a:gdLst>
              <a:gd name="T0" fmla="*/ 142 w 144"/>
              <a:gd name="T1" fmla="*/ 93 h 141"/>
              <a:gd name="T2" fmla="*/ 140 w 144"/>
              <a:gd name="T3" fmla="*/ 92 h 141"/>
              <a:gd name="T4" fmla="*/ 135 w 144"/>
              <a:gd name="T5" fmla="*/ 94 h 141"/>
              <a:gd name="T6" fmla="*/ 126 w 144"/>
              <a:gd name="T7" fmla="*/ 84 h 141"/>
              <a:gd name="T8" fmla="*/ 111 w 144"/>
              <a:gd name="T9" fmla="*/ 26 h 141"/>
              <a:gd name="T10" fmla="*/ 118 w 144"/>
              <a:gd name="T11" fmla="*/ 14 h 141"/>
              <a:gd name="T12" fmla="*/ 115 w 144"/>
              <a:gd name="T13" fmla="*/ 0 h 141"/>
              <a:gd name="T14" fmla="*/ 86 w 144"/>
              <a:gd name="T15" fmla="*/ 8 h 141"/>
              <a:gd name="T16" fmla="*/ 60 w 144"/>
              <a:gd name="T17" fmla="*/ 16 h 141"/>
              <a:gd name="T18" fmla="*/ 62 w 144"/>
              <a:gd name="T19" fmla="*/ 29 h 141"/>
              <a:gd name="T20" fmla="*/ 64 w 144"/>
              <a:gd name="T21" fmla="*/ 30 h 141"/>
              <a:gd name="T22" fmla="*/ 69 w 144"/>
              <a:gd name="T23" fmla="*/ 29 h 141"/>
              <a:gd name="T24" fmla="*/ 77 w 144"/>
              <a:gd name="T25" fmla="*/ 35 h 141"/>
              <a:gd name="T26" fmla="*/ 83 w 144"/>
              <a:gd name="T27" fmla="*/ 55 h 141"/>
              <a:gd name="T28" fmla="*/ 69 w 144"/>
              <a:gd name="T29" fmla="*/ 59 h 141"/>
              <a:gd name="T30" fmla="*/ 69 w 144"/>
              <a:gd name="T31" fmla="*/ 59 h 141"/>
              <a:gd name="T32" fmla="*/ 55 w 144"/>
              <a:gd name="T33" fmla="*/ 63 h 141"/>
              <a:gd name="T34" fmla="*/ 50 w 144"/>
              <a:gd name="T35" fmla="*/ 43 h 141"/>
              <a:gd name="T36" fmla="*/ 57 w 144"/>
              <a:gd name="T37" fmla="*/ 32 h 141"/>
              <a:gd name="T38" fmla="*/ 54 w 144"/>
              <a:gd name="T39" fmla="*/ 17 h 141"/>
              <a:gd name="T40" fmla="*/ 21 w 144"/>
              <a:gd name="T41" fmla="*/ 28 h 141"/>
              <a:gd name="T42" fmla="*/ 0 w 144"/>
              <a:gd name="T43" fmla="*/ 34 h 141"/>
              <a:gd name="T44" fmla="*/ 2 w 144"/>
              <a:gd name="T45" fmla="*/ 46 h 141"/>
              <a:gd name="T46" fmla="*/ 4 w 144"/>
              <a:gd name="T47" fmla="*/ 48 h 141"/>
              <a:gd name="T48" fmla="*/ 8 w 144"/>
              <a:gd name="T49" fmla="*/ 46 h 141"/>
              <a:gd name="T50" fmla="*/ 16 w 144"/>
              <a:gd name="T51" fmla="*/ 53 h 141"/>
              <a:gd name="T52" fmla="*/ 33 w 144"/>
              <a:gd name="T53" fmla="*/ 110 h 141"/>
              <a:gd name="T54" fmla="*/ 26 w 144"/>
              <a:gd name="T55" fmla="*/ 126 h 141"/>
              <a:gd name="T56" fmla="*/ 28 w 144"/>
              <a:gd name="T57" fmla="*/ 141 h 141"/>
              <a:gd name="T58" fmla="*/ 55 w 144"/>
              <a:gd name="T59" fmla="*/ 132 h 141"/>
              <a:gd name="T60" fmla="*/ 82 w 144"/>
              <a:gd name="T61" fmla="*/ 125 h 141"/>
              <a:gd name="T62" fmla="*/ 80 w 144"/>
              <a:gd name="T63" fmla="*/ 111 h 141"/>
              <a:gd name="T64" fmla="*/ 78 w 144"/>
              <a:gd name="T65" fmla="*/ 110 h 141"/>
              <a:gd name="T66" fmla="*/ 74 w 144"/>
              <a:gd name="T67" fmla="*/ 112 h 141"/>
              <a:gd name="T68" fmla="*/ 65 w 144"/>
              <a:gd name="T69" fmla="*/ 102 h 141"/>
              <a:gd name="T70" fmla="*/ 60 w 144"/>
              <a:gd name="T71" fmla="*/ 85 h 141"/>
              <a:gd name="T72" fmla="*/ 75 w 144"/>
              <a:gd name="T73" fmla="*/ 80 h 141"/>
              <a:gd name="T74" fmla="*/ 79 w 144"/>
              <a:gd name="T75" fmla="*/ 78 h 141"/>
              <a:gd name="T76" fmla="*/ 88 w 144"/>
              <a:gd name="T77" fmla="*/ 76 h 141"/>
              <a:gd name="T78" fmla="*/ 93 w 144"/>
              <a:gd name="T79" fmla="*/ 92 h 141"/>
              <a:gd name="T80" fmla="*/ 86 w 144"/>
              <a:gd name="T81" fmla="*/ 108 h 141"/>
              <a:gd name="T82" fmla="*/ 89 w 144"/>
              <a:gd name="T83" fmla="*/ 123 h 141"/>
              <a:gd name="T84" fmla="*/ 116 w 144"/>
              <a:gd name="T85" fmla="*/ 115 h 141"/>
              <a:gd name="T86" fmla="*/ 144 w 144"/>
              <a:gd name="T87" fmla="*/ 107 h 141"/>
              <a:gd name="T88" fmla="*/ 142 w 144"/>
              <a:gd name="T89" fmla="*/ 93 h 141"/>
              <a:gd name="T90" fmla="*/ 142 w 144"/>
              <a:gd name="T91" fmla="*/ 93 h 141"/>
              <a:gd name="T92" fmla="*/ 142 w 144"/>
              <a:gd name="T93" fmla="*/ 93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4" h="141">
                <a:moveTo>
                  <a:pt x="142" y="93"/>
                </a:moveTo>
                <a:cubicBezTo>
                  <a:pt x="140" y="92"/>
                  <a:pt x="140" y="92"/>
                  <a:pt x="140" y="92"/>
                </a:cubicBezTo>
                <a:cubicBezTo>
                  <a:pt x="140" y="92"/>
                  <a:pt x="138" y="93"/>
                  <a:pt x="135" y="94"/>
                </a:cubicBezTo>
                <a:cubicBezTo>
                  <a:pt x="131" y="95"/>
                  <a:pt x="128" y="93"/>
                  <a:pt x="126" y="84"/>
                </a:cubicBezTo>
                <a:cubicBezTo>
                  <a:pt x="120" y="63"/>
                  <a:pt x="114" y="40"/>
                  <a:pt x="111" y="26"/>
                </a:cubicBezTo>
                <a:cubicBezTo>
                  <a:pt x="109" y="20"/>
                  <a:pt x="111" y="18"/>
                  <a:pt x="118" y="14"/>
                </a:cubicBezTo>
                <a:cubicBezTo>
                  <a:pt x="115" y="0"/>
                  <a:pt x="115" y="0"/>
                  <a:pt x="115" y="0"/>
                </a:cubicBezTo>
                <a:cubicBezTo>
                  <a:pt x="115" y="0"/>
                  <a:pt x="94" y="7"/>
                  <a:pt x="86" y="8"/>
                </a:cubicBezTo>
                <a:cubicBezTo>
                  <a:pt x="60" y="16"/>
                  <a:pt x="60" y="16"/>
                  <a:pt x="60" y="16"/>
                </a:cubicBezTo>
                <a:cubicBezTo>
                  <a:pt x="62" y="29"/>
                  <a:pt x="62" y="29"/>
                  <a:pt x="62" y="29"/>
                </a:cubicBezTo>
                <a:cubicBezTo>
                  <a:pt x="64" y="30"/>
                  <a:pt x="64" y="30"/>
                  <a:pt x="64" y="30"/>
                </a:cubicBezTo>
                <a:cubicBezTo>
                  <a:pt x="69" y="29"/>
                  <a:pt x="69" y="29"/>
                  <a:pt x="69" y="29"/>
                </a:cubicBezTo>
                <a:cubicBezTo>
                  <a:pt x="73" y="28"/>
                  <a:pt x="75" y="29"/>
                  <a:pt x="77" y="35"/>
                </a:cubicBezTo>
                <a:cubicBezTo>
                  <a:pt x="83" y="55"/>
                  <a:pt x="83" y="55"/>
                  <a:pt x="83" y="55"/>
                </a:cubicBezTo>
                <a:cubicBezTo>
                  <a:pt x="80" y="56"/>
                  <a:pt x="77" y="57"/>
                  <a:pt x="69" y="59"/>
                </a:cubicBezTo>
                <a:cubicBezTo>
                  <a:pt x="69" y="59"/>
                  <a:pt x="69" y="59"/>
                  <a:pt x="69" y="59"/>
                </a:cubicBezTo>
                <a:cubicBezTo>
                  <a:pt x="55" y="63"/>
                  <a:pt x="55" y="63"/>
                  <a:pt x="55" y="63"/>
                </a:cubicBezTo>
                <a:cubicBezTo>
                  <a:pt x="50" y="43"/>
                  <a:pt x="50" y="43"/>
                  <a:pt x="50" y="43"/>
                </a:cubicBezTo>
                <a:cubicBezTo>
                  <a:pt x="49" y="37"/>
                  <a:pt x="50" y="36"/>
                  <a:pt x="57" y="32"/>
                </a:cubicBezTo>
                <a:cubicBezTo>
                  <a:pt x="54" y="17"/>
                  <a:pt x="54" y="17"/>
                  <a:pt x="54" y="17"/>
                </a:cubicBezTo>
                <a:cubicBezTo>
                  <a:pt x="54" y="17"/>
                  <a:pt x="31" y="25"/>
                  <a:pt x="21" y="28"/>
                </a:cubicBezTo>
                <a:cubicBezTo>
                  <a:pt x="0" y="34"/>
                  <a:pt x="0" y="34"/>
                  <a:pt x="0" y="34"/>
                </a:cubicBezTo>
                <a:cubicBezTo>
                  <a:pt x="2" y="46"/>
                  <a:pt x="2" y="46"/>
                  <a:pt x="2" y="46"/>
                </a:cubicBezTo>
                <a:cubicBezTo>
                  <a:pt x="4" y="48"/>
                  <a:pt x="4" y="48"/>
                  <a:pt x="4" y="48"/>
                </a:cubicBezTo>
                <a:cubicBezTo>
                  <a:pt x="4" y="48"/>
                  <a:pt x="7" y="47"/>
                  <a:pt x="8" y="46"/>
                </a:cubicBezTo>
                <a:cubicBezTo>
                  <a:pt x="13" y="45"/>
                  <a:pt x="15" y="46"/>
                  <a:pt x="16" y="53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5" y="119"/>
                  <a:pt x="34" y="122"/>
                  <a:pt x="26" y="126"/>
                </a:cubicBezTo>
                <a:cubicBezTo>
                  <a:pt x="28" y="141"/>
                  <a:pt x="28" y="141"/>
                  <a:pt x="28" y="141"/>
                </a:cubicBezTo>
                <a:cubicBezTo>
                  <a:pt x="28" y="141"/>
                  <a:pt x="45" y="135"/>
                  <a:pt x="55" y="132"/>
                </a:cubicBezTo>
                <a:cubicBezTo>
                  <a:pt x="62" y="130"/>
                  <a:pt x="82" y="125"/>
                  <a:pt x="82" y="125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110"/>
                  <a:pt x="77" y="111"/>
                  <a:pt x="74" y="112"/>
                </a:cubicBezTo>
                <a:cubicBezTo>
                  <a:pt x="69" y="113"/>
                  <a:pt x="68" y="111"/>
                  <a:pt x="65" y="102"/>
                </a:cubicBezTo>
                <a:cubicBezTo>
                  <a:pt x="60" y="85"/>
                  <a:pt x="60" y="85"/>
                  <a:pt x="60" y="85"/>
                </a:cubicBezTo>
                <a:cubicBezTo>
                  <a:pt x="60" y="85"/>
                  <a:pt x="69" y="82"/>
                  <a:pt x="75" y="80"/>
                </a:cubicBezTo>
                <a:cubicBezTo>
                  <a:pt x="77" y="79"/>
                  <a:pt x="78" y="79"/>
                  <a:pt x="79" y="78"/>
                </a:cubicBezTo>
                <a:cubicBezTo>
                  <a:pt x="88" y="76"/>
                  <a:pt x="88" y="76"/>
                  <a:pt x="88" y="76"/>
                </a:cubicBezTo>
                <a:cubicBezTo>
                  <a:pt x="93" y="92"/>
                  <a:pt x="93" y="92"/>
                  <a:pt x="93" y="92"/>
                </a:cubicBezTo>
                <a:cubicBezTo>
                  <a:pt x="95" y="101"/>
                  <a:pt x="94" y="106"/>
                  <a:pt x="86" y="108"/>
                </a:cubicBezTo>
                <a:cubicBezTo>
                  <a:pt x="89" y="123"/>
                  <a:pt x="89" y="123"/>
                  <a:pt x="89" y="123"/>
                </a:cubicBezTo>
                <a:cubicBezTo>
                  <a:pt x="89" y="123"/>
                  <a:pt x="108" y="117"/>
                  <a:pt x="116" y="115"/>
                </a:cubicBezTo>
                <a:cubicBezTo>
                  <a:pt x="129" y="111"/>
                  <a:pt x="144" y="107"/>
                  <a:pt x="144" y="107"/>
                </a:cubicBezTo>
                <a:lnTo>
                  <a:pt x="142" y="93"/>
                </a:lnTo>
                <a:close/>
                <a:moveTo>
                  <a:pt x="142" y="93"/>
                </a:moveTo>
                <a:cubicBezTo>
                  <a:pt x="142" y="93"/>
                  <a:pt x="142" y="93"/>
                  <a:pt x="142" y="9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Freeform 227"/>
          <p:cNvSpPr>
            <a:spLocks noEditPoints="1"/>
          </p:cNvSpPr>
          <p:nvPr/>
        </p:nvSpPr>
        <p:spPr bwMode="auto">
          <a:xfrm>
            <a:off x="3143251" y="2336800"/>
            <a:ext cx="192088" cy="204788"/>
          </a:xfrm>
          <a:custGeom>
            <a:avLst/>
            <a:gdLst>
              <a:gd name="T0" fmla="*/ 111 w 121"/>
              <a:gd name="T1" fmla="*/ 47 h 129"/>
              <a:gd name="T2" fmla="*/ 47 w 121"/>
              <a:gd name="T3" fmla="*/ 9 h 129"/>
              <a:gd name="T4" fmla="*/ 46 w 121"/>
              <a:gd name="T5" fmla="*/ 9 h 129"/>
              <a:gd name="T6" fmla="*/ 10 w 121"/>
              <a:gd name="T7" fmla="*/ 81 h 129"/>
              <a:gd name="T8" fmla="*/ 74 w 121"/>
              <a:gd name="T9" fmla="*/ 120 h 129"/>
              <a:gd name="T10" fmla="*/ 77 w 121"/>
              <a:gd name="T11" fmla="*/ 119 h 129"/>
              <a:gd name="T12" fmla="*/ 111 w 121"/>
              <a:gd name="T13" fmla="*/ 47 h 129"/>
              <a:gd name="T14" fmla="*/ 71 w 121"/>
              <a:gd name="T15" fmla="*/ 98 h 129"/>
              <a:gd name="T16" fmla="*/ 71 w 121"/>
              <a:gd name="T17" fmla="*/ 98 h 129"/>
              <a:gd name="T18" fmla="*/ 45 w 121"/>
              <a:gd name="T19" fmla="*/ 62 h 129"/>
              <a:gd name="T20" fmla="*/ 50 w 121"/>
              <a:gd name="T21" fmla="*/ 32 h 129"/>
              <a:gd name="T22" fmla="*/ 52 w 121"/>
              <a:gd name="T23" fmla="*/ 32 h 129"/>
              <a:gd name="T24" fmla="*/ 76 w 121"/>
              <a:gd name="T25" fmla="*/ 68 h 129"/>
              <a:gd name="T26" fmla="*/ 71 w 121"/>
              <a:gd name="T27" fmla="*/ 98 h 129"/>
              <a:gd name="T28" fmla="*/ 71 w 121"/>
              <a:gd name="T29" fmla="*/ 98 h 129"/>
              <a:gd name="T30" fmla="*/ 71 w 121"/>
              <a:gd name="T31" fmla="*/ 98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29">
                <a:moveTo>
                  <a:pt x="111" y="47"/>
                </a:moveTo>
                <a:cubicBezTo>
                  <a:pt x="101" y="12"/>
                  <a:pt x="79" y="0"/>
                  <a:pt x="47" y="9"/>
                </a:cubicBezTo>
                <a:cubicBezTo>
                  <a:pt x="47" y="9"/>
                  <a:pt x="46" y="9"/>
                  <a:pt x="46" y="9"/>
                </a:cubicBezTo>
                <a:cubicBezTo>
                  <a:pt x="12" y="19"/>
                  <a:pt x="0" y="45"/>
                  <a:pt x="10" y="81"/>
                </a:cubicBezTo>
                <a:cubicBezTo>
                  <a:pt x="20" y="115"/>
                  <a:pt x="42" y="129"/>
                  <a:pt x="74" y="120"/>
                </a:cubicBezTo>
                <a:cubicBezTo>
                  <a:pt x="75" y="120"/>
                  <a:pt x="76" y="119"/>
                  <a:pt x="77" y="119"/>
                </a:cubicBezTo>
                <a:cubicBezTo>
                  <a:pt x="109" y="108"/>
                  <a:pt x="121" y="83"/>
                  <a:pt x="111" y="47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  <a:cubicBezTo>
                  <a:pt x="60" y="101"/>
                  <a:pt x="54" y="92"/>
                  <a:pt x="45" y="62"/>
                </a:cubicBezTo>
                <a:cubicBezTo>
                  <a:pt x="40" y="43"/>
                  <a:pt x="41" y="35"/>
                  <a:pt x="50" y="32"/>
                </a:cubicBezTo>
                <a:cubicBezTo>
                  <a:pt x="51" y="32"/>
                  <a:pt x="52" y="32"/>
                  <a:pt x="52" y="32"/>
                </a:cubicBezTo>
                <a:cubicBezTo>
                  <a:pt x="62" y="30"/>
                  <a:pt x="68" y="40"/>
                  <a:pt x="76" y="68"/>
                </a:cubicBezTo>
                <a:cubicBezTo>
                  <a:pt x="82" y="87"/>
                  <a:pt x="80" y="95"/>
                  <a:pt x="71" y="98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Freeform 228"/>
          <p:cNvSpPr>
            <a:spLocks noEditPoints="1"/>
          </p:cNvSpPr>
          <p:nvPr/>
        </p:nvSpPr>
        <p:spPr bwMode="auto">
          <a:xfrm>
            <a:off x="3201988" y="2541588"/>
            <a:ext cx="192088" cy="206375"/>
          </a:xfrm>
          <a:custGeom>
            <a:avLst/>
            <a:gdLst>
              <a:gd name="T0" fmla="*/ 111 w 121"/>
              <a:gd name="T1" fmla="*/ 48 h 130"/>
              <a:gd name="T2" fmla="*/ 47 w 121"/>
              <a:gd name="T3" fmla="*/ 10 h 130"/>
              <a:gd name="T4" fmla="*/ 46 w 121"/>
              <a:gd name="T5" fmla="*/ 10 h 130"/>
              <a:gd name="T6" fmla="*/ 10 w 121"/>
              <a:gd name="T7" fmla="*/ 82 h 130"/>
              <a:gd name="T8" fmla="*/ 74 w 121"/>
              <a:gd name="T9" fmla="*/ 121 h 130"/>
              <a:gd name="T10" fmla="*/ 77 w 121"/>
              <a:gd name="T11" fmla="*/ 120 h 130"/>
              <a:gd name="T12" fmla="*/ 111 w 121"/>
              <a:gd name="T13" fmla="*/ 48 h 130"/>
              <a:gd name="T14" fmla="*/ 71 w 121"/>
              <a:gd name="T15" fmla="*/ 99 h 130"/>
              <a:gd name="T16" fmla="*/ 71 w 121"/>
              <a:gd name="T17" fmla="*/ 99 h 130"/>
              <a:gd name="T18" fmla="*/ 45 w 121"/>
              <a:gd name="T19" fmla="*/ 63 h 130"/>
              <a:gd name="T20" fmla="*/ 50 w 121"/>
              <a:gd name="T21" fmla="*/ 33 h 130"/>
              <a:gd name="T22" fmla="*/ 52 w 121"/>
              <a:gd name="T23" fmla="*/ 32 h 130"/>
              <a:gd name="T24" fmla="*/ 76 w 121"/>
              <a:gd name="T25" fmla="*/ 69 h 130"/>
              <a:gd name="T26" fmla="*/ 71 w 121"/>
              <a:gd name="T27" fmla="*/ 99 h 130"/>
              <a:gd name="T28" fmla="*/ 71 w 121"/>
              <a:gd name="T29" fmla="*/ 99 h 130"/>
              <a:gd name="T30" fmla="*/ 71 w 121"/>
              <a:gd name="T31" fmla="*/ 99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0">
                <a:moveTo>
                  <a:pt x="111" y="48"/>
                </a:moveTo>
                <a:cubicBezTo>
                  <a:pt x="101" y="13"/>
                  <a:pt x="79" y="0"/>
                  <a:pt x="47" y="10"/>
                </a:cubicBezTo>
                <a:cubicBezTo>
                  <a:pt x="47" y="10"/>
                  <a:pt x="46" y="10"/>
                  <a:pt x="46" y="10"/>
                </a:cubicBezTo>
                <a:cubicBezTo>
                  <a:pt x="12" y="20"/>
                  <a:pt x="0" y="45"/>
                  <a:pt x="10" y="82"/>
                </a:cubicBezTo>
                <a:cubicBezTo>
                  <a:pt x="20" y="116"/>
                  <a:pt x="42" y="130"/>
                  <a:pt x="74" y="121"/>
                </a:cubicBezTo>
                <a:cubicBezTo>
                  <a:pt x="75" y="120"/>
                  <a:pt x="76" y="120"/>
                  <a:pt x="77" y="120"/>
                </a:cubicBezTo>
                <a:cubicBezTo>
                  <a:pt x="109" y="109"/>
                  <a:pt x="121" y="83"/>
                  <a:pt x="111" y="48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  <a:cubicBezTo>
                  <a:pt x="60" y="102"/>
                  <a:pt x="54" y="93"/>
                  <a:pt x="45" y="63"/>
                </a:cubicBezTo>
                <a:cubicBezTo>
                  <a:pt x="40" y="44"/>
                  <a:pt x="41" y="35"/>
                  <a:pt x="50" y="33"/>
                </a:cubicBezTo>
                <a:cubicBezTo>
                  <a:pt x="51" y="33"/>
                  <a:pt x="52" y="33"/>
                  <a:pt x="52" y="32"/>
                </a:cubicBezTo>
                <a:cubicBezTo>
                  <a:pt x="62" y="31"/>
                  <a:pt x="68" y="41"/>
                  <a:pt x="76" y="69"/>
                </a:cubicBezTo>
                <a:cubicBezTo>
                  <a:pt x="82" y="88"/>
                  <a:pt x="80" y="97"/>
                  <a:pt x="71" y="99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Freeform 229"/>
          <p:cNvSpPr>
            <a:spLocks noEditPoints="1"/>
          </p:cNvSpPr>
          <p:nvPr/>
        </p:nvSpPr>
        <p:spPr bwMode="auto">
          <a:xfrm>
            <a:off x="3267076" y="2757488"/>
            <a:ext cx="114300" cy="200025"/>
          </a:xfrm>
          <a:custGeom>
            <a:avLst/>
            <a:gdLst>
              <a:gd name="T0" fmla="*/ 66 w 72"/>
              <a:gd name="T1" fmla="*/ 88 h 126"/>
              <a:gd name="T2" fmla="*/ 65 w 72"/>
              <a:gd name="T3" fmla="*/ 86 h 126"/>
              <a:gd name="T4" fmla="*/ 60 w 72"/>
              <a:gd name="T5" fmla="*/ 66 h 126"/>
              <a:gd name="T6" fmla="*/ 51 w 72"/>
              <a:gd name="T7" fmla="*/ 29 h 126"/>
              <a:gd name="T8" fmla="*/ 63 w 72"/>
              <a:gd name="T9" fmla="*/ 17 h 126"/>
              <a:gd name="T10" fmla="*/ 60 w 72"/>
              <a:gd name="T11" fmla="*/ 0 h 126"/>
              <a:gd name="T12" fmla="*/ 42 w 72"/>
              <a:gd name="T13" fmla="*/ 6 h 126"/>
              <a:gd name="T14" fmla="*/ 26 w 72"/>
              <a:gd name="T15" fmla="*/ 11 h 126"/>
              <a:gd name="T16" fmla="*/ 0 w 72"/>
              <a:gd name="T17" fmla="*/ 19 h 126"/>
              <a:gd name="T18" fmla="*/ 2 w 72"/>
              <a:gd name="T19" fmla="*/ 31 h 126"/>
              <a:gd name="T20" fmla="*/ 4 w 72"/>
              <a:gd name="T21" fmla="*/ 33 h 126"/>
              <a:gd name="T22" fmla="*/ 8 w 72"/>
              <a:gd name="T23" fmla="*/ 31 h 126"/>
              <a:gd name="T24" fmla="*/ 16 w 72"/>
              <a:gd name="T25" fmla="*/ 38 h 126"/>
              <a:gd name="T26" fmla="*/ 32 w 72"/>
              <a:gd name="T27" fmla="*/ 93 h 126"/>
              <a:gd name="T28" fmla="*/ 26 w 72"/>
              <a:gd name="T29" fmla="*/ 111 h 126"/>
              <a:gd name="T30" fmla="*/ 28 w 72"/>
              <a:gd name="T31" fmla="*/ 126 h 126"/>
              <a:gd name="T32" fmla="*/ 62 w 72"/>
              <a:gd name="T33" fmla="*/ 115 h 126"/>
              <a:gd name="T34" fmla="*/ 72 w 72"/>
              <a:gd name="T35" fmla="*/ 112 h 126"/>
              <a:gd name="T36" fmla="*/ 66 w 72"/>
              <a:gd name="T37" fmla="*/ 88 h 126"/>
              <a:gd name="T38" fmla="*/ 66 w 72"/>
              <a:gd name="T39" fmla="*/ 88 h 126"/>
              <a:gd name="T40" fmla="*/ 66 w 72"/>
              <a:gd name="T41" fmla="*/ 88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2" h="126">
                <a:moveTo>
                  <a:pt x="66" y="88"/>
                </a:moveTo>
                <a:cubicBezTo>
                  <a:pt x="66" y="88"/>
                  <a:pt x="65" y="87"/>
                  <a:pt x="65" y="86"/>
                </a:cubicBezTo>
                <a:cubicBezTo>
                  <a:pt x="63" y="79"/>
                  <a:pt x="61" y="72"/>
                  <a:pt x="60" y="66"/>
                </a:cubicBezTo>
                <a:cubicBezTo>
                  <a:pt x="56" y="52"/>
                  <a:pt x="53" y="40"/>
                  <a:pt x="51" y="29"/>
                </a:cubicBezTo>
                <a:cubicBezTo>
                  <a:pt x="50" y="24"/>
                  <a:pt x="52" y="21"/>
                  <a:pt x="63" y="17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0"/>
                  <a:pt x="51" y="3"/>
                  <a:pt x="42" y="6"/>
                </a:cubicBezTo>
                <a:cubicBezTo>
                  <a:pt x="36" y="8"/>
                  <a:pt x="29" y="10"/>
                  <a:pt x="26" y="11"/>
                </a:cubicBezTo>
                <a:cubicBezTo>
                  <a:pt x="0" y="19"/>
                  <a:pt x="0" y="19"/>
                  <a:pt x="0" y="19"/>
                </a:cubicBezTo>
                <a:cubicBezTo>
                  <a:pt x="2" y="31"/>
                  <a:pt x="2" y="31"/>
                  <a:pt x="2" y="31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6" y="32"/>
                  <a:pt x="8" y="31"/>
                </a:cubicBezTo>
                <a:cubicBezTo>
                  <a:pt x="13" y="30"/>
                  <a:pt x="15" y="31"/>
                  <a:pt x="16" y="38"/>
                </a:cubicBezTo>
                <a:cubicBezTo>
                  <a:pt x="32" y="93"/>
                  <a:pt x="32" y="93"/>
                  <a:pt x="32" y="93"/>
                </a:cubicBezTo>
                <a:cubicBezTo>
                  <a:pt x="35" y="103"/>
                  <a:pt x="33" y="107"/>
                  <a:pt x="26" y="111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8" y="126"/>
                  <a:pt x="46" y="120"/>
                  <a:pt x="62" y="115"/>
                </a:cubicBezTo>
                <a:cubicBezTo>
                  <a:pt x="72" y="112"/>
                  <a:pt x="72" y="112"/>
                  <a:pt x="72" y="112"/>
                </a:cubicBezTo>
                <a:lnTo>
                  <a:pt x="66" y="88"/>
                </a:lnTo>
                <a:close/>
                <a:moveTo>
                  <a:pt x="66" y="88"/>
                </a:moveTo>
                <a:cubicBezTo>
                  <a:pt x="66" y="88"/>
                  <a:pt x="66" y="88"/>
                  <a:pt x="66" y="8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Freeform 230"/>
          <p:cNvSpPr>
            <a:spLocks noEditPoints="1"/>
          </p:cNvSpPr>
          <p:nvPr/>
        </p:nvSpPr>
        <p:spPr bwMode="auto">
          <a:xfrm>
            <a:off x="3371851" y="2840038"/>
            <a:ext cx="74613" cy="95250"/>
          </a:xfrm>
          <a:custGeom>
            <a:avLst/>
            <a:gdLst>
              <a:gd name="T0" fmla="*/ 47 w 47"/>
              <a:gd name="T1" fmla="*/ 47 h 60"/>
              <a:gd name="T2" fmla="*/ 38 w 47"/>
              <a:gd name="T3" fmla="*/ 2 h 60"/>
              <a:gd name="T4" fmla="*/ 36 w 47"/>
              <a:gd name="T5" fmla="*/ 0 h 60"/>
              <a:gd name="T6" fmla="*/ 15 w 47"/>
              <a:gd name="T7" fmla="*/ 8 h 60"/>
              <a:gd name="T8" fmla="*/ 7 w 47"/>
              <a:gd name="T9" fmla="*/ 39 h 60"/>
              <a:gd name="T10" fmla="*/ 0 w 47"/>
              <a:gd name="T11" fmla="*/ 36 h 60"/>
              <a:gd name="T12" fmla="*/ 7 w 47"/>
              <a:gd name="T13" fmla="*/ 60 h 60"/>
              <a:gd name="T14" fmla="*/ 45 w 47"/>
              <a:gd name="T15" fmla="*/ 50 h 60"/>
              <a:gd name="T16" fmla="*/ 47 w 47"/>
              <a:gd name="T17" fmla="*/ 47 h 60"/>
              <a:gd name="T18" fmla="*/ 47 w 47"/>
              <a:gd name="T19" fmla="*/ 47 h 60"/>
              <a:gd name="T20" fmla="*/ 47 w 47"/>
              <a:gd name="T21" fmla="*/ 4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" h="60">
                <a:moveTo>
                  <a:pt x="47" y="47"/>
                </a:moveTo>
                <a:cubicBezTo>
                  <a:pt x="42" y="23"/>
                  <a:pt x="38" y="2"/>
                  <a:pt x="38" y="2"/>
                </a:cubicBezTo>
                <a:cubicBezTo>
                  <a:pt x="36" y="0"/>
                  <a:pt x="36" y="0"/>
                  <a:pt x="36" y="0"/>
                </a:cubicBezTo>
                <a:cubicBezTo>
                  <a:pt x="15" y="8"/>
                  <a:pt x="15" y="8"/>
                  <a:pt x="15" y="8"/>
                </a:cubicBezTo>
                <a:cubicBezTo>
                  <a:pt x="20" y="30"/>
                  <a:pt x="19" y="36"/>
                  <a:pt x="7" y="39"/>
                </a:cubicBezTo>
                <a:cubicBezTo>
                  <a:pt x="4" y="40"/>
                  <a:pt x="1" y="39"/>
                  <a:pt x="0" y="36"/>
                </a:cubicBezTo>
                <a:cubicBezTo>
                  <a:pt x="7" y="60"/>
                  <a:pt x="7" y="60"/>
                  <a:pt x="7" y="60"/>
                </a:cubicBezTo>
                <a:cubicBezTo>
                  <a:pt x="27" y="54"/>
                  <a:pt x="45" y="50"/>
                  <a:pt x="45" y="50"/>
                </a:cubicBezTo>
                <a:lnTo>
                  <a:pt x="47" y="47"/>
                </a:lnTo>
                <a:close/>
                <a:moveTo>
                  <a:pt x="47" y="47"/>
                </a:moveTo>
                <a:cubicBezTo>
                  <a:pt x="47" y="47"/>
                  <a:pt x="47" y="47"/>
                  <a:pt x="47" y="47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Freeform 231"/>
          <p:cNvSpPr>
            <a:spLocks noEditPoints="1"/>
          </p:cNvSpPr>
          <p:nvPr/>
        </p:nvSpPr>
        <p:spPr bwMode="auto">
          <a:xfrm>
            <a:off x="3373438" y="2260600"/>
            <a:ext cx="71438" cy="71438"/>
          </a:xfrm>
          <a:custGeom>
            <a:avLst/>
            <a:gdLst>
              <a:gd name="T0" fmla="*/ 17 w 45"/>
              <a:gd name="T1" fmla="*/ 3 h 45"/>
              <a:gd name="T2" fmla="*/ 3 w 45"/>
              <a:gd name="T3" fmla="*/ 28 h 45"/>
              <a:gd name="T4" fmla="*/ 28 w 45"/>
              <a:gd name="T5" fmla="*/ 42 h 45"/>
              <a:gd name="T6" fmla="*/ 42 w 45"/>
              <a:gd name="T7" fmla="*/ 17 h 45"/>
              <a:gd name="T8" fmla="*/ 17 w 45"/>
              <a:gd name="T9" fmla="*/ 3 h 45"/>
              <a:gd name="T10" fmla="*/ 17 w 45"/>
              <a:gd name="T11" fmla="*/ 3 h 45"/>
              <a:gd name="T12" fmla="*/ 17 w 45"/>
              <a:gd name="T13" fmla="*/ 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45">
                <a:moveTo>
                  <a:pt x="17" y="3"/>
                </a:moveTo>
                <a:cubicBezTo>
                  <a:pt x="6" y="6"/>
                  <a:pt x="0" y="17"/>
                  <a:pt x="3" y="28"/>
                </a:cubicBezTo>
                <a:cubicBezTo>
                  <a:pt x="6" y="39"/>
                  <a:pt x="17" y="45"/>
                  <a:pt x="28" y="42"/>
                </a:cubicBezTo>
                <a:cubicBezTo>
                  <a:pt x="39" y="39"/>
                  <a:pt x="45" y="28"/>
                  <a:pt x="42" y="17"/>
                </a:cubicBezTo>
                <a:cubicBezTo>
                  <a:pt x="38" y="6"/>
                  <a:pt x="27" y="0"/>
                  <a:pt x="17" y="3"/>
                </a:cubicBezTo>
                <a:close/>
                <a:moveTo>
                  <a:pt x="17" y="3"/>
                </a:moveTo>
                <a:cubicBezTo>
                  <a:pt x="17" y="3"/>
                  <a:pt x="17" y="3"/>
                  <a:pt x="17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0" y="2002523"/>
            <a:ext cx="11401425" cy="2487613"/>
            <a:chOff x="0" y="2002523"/>
            <a:chExt cx="11401425" cy="2487613"/>
          </a:xfrm>
        </p:grpSpPr>
        <p:grpSp>
          <p:nvGrpSpPr>
            <p:cNvPr id="7" name="Group 221"/>
            <p:cNvGrpSpPr>
              <a:grpSpLocks/>
            </p:cNvGrpSpPr>
            <p:nvPr/>
          </p:nvGrpSpPr>
          <p:grpSpPr bwMode="auto">
            <a:xfrm>
              <a:off x="0" y="2002523"/>
              <a:ext cx="11401425" cy="2487613"/>
              <a:chOff x="249" y="676"/>
              <a:chExt cx="7182" cy="1567"/>
            </a:xfrm>
          </p:grpSpPr>
          <p:sp>
            <p:nvSpPr>
              <p:cNvPr id="8" name="Freeform 22"/>
              <p:cNvSpPr>
                <a:spLocks noEditPoints="1"/>
              </p:cNvSpPr>
              <p:nvPr userDrawn="1"/>
            </p:nvSpPr>
            <p:spPr bwMode="auto">
              <a:xfrm>
                <a:off x="375" y="1179"/>
                <a:ext cx="258" cy="811"/>
              </a:xfrm>
              <a:custGeom>
                <a:avLst/>
                <a:gdLst>
                  <a:gd name="T0" fmla="*/ 37 w 258"/>
                  <a:gd name="T1" fmla="*/ 2 h 811"/>
                  <a:gd name="T2" fmla="*/ 1 w 258"/>
                  <a:gd name="T3" fmla="*/ 12 h 811"/>
                  <a:gd name="T4" fmla="*/ 1 w 258"/>
                  <a:gd name="T5" fmla="*/ 0 h 811"/>
                  <a:gd name="T6" fmla="*/ 1 w 258"/>
                  <a:gd name="T7" fmla="*/ 12 h 811"/>
                  <a:gd name="T8" fmla="*/ 221 w 258"/>
                  <a:gd name="T9" fmla="*/ 811 h 811"/>
                  <a:gd name="T10" fmla="*/ 258 w 258"/>
                  <a:gd name="T11" fmla="*/ 801 h 811"/>
                  <a:gd name="T12" fmla="*/ 38 w 258"/>
                  <a:gd name="T13" fmla="*/ 7 h 811"/>
                  <a:gd name="T14" fmla="*/ 37 w 258"/>
                  <a:gd name="T15" fmla="*/ 2 h 811"/>
                  <a:gd name="T16" fmla="*/ 37 w 258"/>
                  <a:gd name="T17" fmla="*/ 2 h 811"/>
                  <a:gd name="T18" fmla="*/ 37 w 258"/>
                  <a:gd name="T19" fmla="*/ 2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8" h="811">
                    <a:moveTo>
                      <a:pt x="37" y="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0" y="8"/>
                      <a:pt x="1" y="12"/>
                    </a:cubicBezTo>
                    <a:cubicBezTo>
                      <a:pt x="221" y="811"/>
                      <a:pt x="221" y="811"/>
                      <a:pt x="221" y="811"/>
                    </a:cubicBezTo>
                    <a:cubicBezTo>
                      <a:pt x="258" y="801"/>
                      <a:pt x="258" y="801"/>
                      <a:pt x="258" y="80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7" y="2"/>
                    </a:cubicBezTo>
                    <a:close/>
                    <a:moveTo>
                      <a:pt x="37" y="2"/>
                    </a:moveTo>
                    <a:cubicBezTo>
                      <a:pt x="37" y="2"/>
                      <a:pt x="37" y="2"/>
                      <a:pt x="3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23"/>
              <p:cNvSpPr>
                <a:spLocks noEditPoints="1"/>
              </p:cNvSpPr>
              <p:nvPr userDrawn="1"/>
            </p:nvSpPr>
            <p:spPr bwMode="auto">
              <a:xfrm>
                <a:off x="376" y="1165"/>
                <a:ext cx="36" cy="26"/>
              </a:xfrm>
              <a:custGeom>
                <a:avLst/>
                <a:gdLst>
                  <a:gd name="T0" fmla="*/ 36 w 36"/>
                  <a:gd name="T1" fmla="*/ 16 h 26"/>
                  <a:gd name="T2" fmla="*/ 13 w 36"/>
                  <a:gd name="T3" fmla="*/ 3 h 26"/>
                  <a:gd name="T4" fmla="*/ 0 w 36"/>
                  <a:gd name="T5" fmla="*/ 14 h 26"/>
                  <a:gd name="T6" fmla="*/ 0 w 36"/>
                  <a:gd name="T7" fmla="*/ 26 h 26"/>
                  <a:gd name="T8" fmla="*/ 36 w 36"/>
                  <a:gd name="T9" fmla="*/ 16 h 26"/>
                  <a:gd name="T10" fmla="*/ 36 w 36"/>
                  <a:gd name="T11" fmla="*/ 16 h 26"/>
                  <a:gd name="T12" fmla="*/ 36 w 36"/>
                  <a:gd name="T13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6">
                    <a:moveTo>
                      <a:pt x="36" y="16"/>
                    </a:moveTo>
                    <a:cubicBezTo>
                      <a:pt x="33" y="6"/>
                      <a:pt x="23" y="0"/>
                      <a:pt x="13" y="3"/>
                    </a:cubicBezTo>
                    <a:cubicBezTo>
                      <a:pt x="7" y="5"/>
                      <a:pt x="2" y="9"/>
                      <a:pt x="0" y="14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36" y="16"/>
                    </a:lnTo>
                    <a:close/>
                    <a:moveTo>
                      <a:pt x="36" y="16"/>
                    </a:moveTo>
                    <a:cubicBezTo>
                      <a:pt x="36" y="16"/>
                      <a:pt x="36" y="16"/>
                      <a:pt x="36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24"/>
              <p:cNvSpPr>
                <a:spLocks noEditPoints="1"/>
              </p:cNvSpPr>
              <p:nvPr userDrawn="1"/>
            </p:nvSpPr>
            <p:spPr bwMode="auto">
              <a:xfrm>
                <a:off x="376" y="1058"/>
                <a:ext cx="101" cy="122"/>
              </a:xfrm>
              <a:custGeom>
                <a:avLst/>
                <a:gdLst>
                  <a:gd name="T0" fmla="*/ 40 w 101"/>
                  <a:gd name="T1" fmla="*/ 0 h 122"/>
                  <a:gd name="T2" fmla="*/ 22 w 101"/>
                  <a:gd name="T3" fmla="*/ 5 h 122"/>
                  <a:gd name="T4" fmla="*/ 4 w 101"/>
                  <a:gd name="T5" fmla="*/ 10 h 122"/>
                  <a:gd name="T6" fmla="*/ 0 w 101"/>
                  <a:gd name="T7" fmla="*/ 121 h 122"/>
                  <a:gd name="T8" fmla="*/ 13 w 101"/>
                  <a:gd name="T9" fmla="*/ 110 h 122"/>
                  <a:gd name="T10" fmla="*/ 36 w 101"/>
                  <a:gd name="T11" fmla="*/ 122 h 122"/>
                  <a:gd name="T12" fmla="*/ 48 w 101"/>
                  <a:gd name="T13" fmla="*/ 100 h 122"/>
                  <a:gd name="T14" fmla="*/ 71 w 101"/>
                  <a:gd name="T15" fmla="*/ 112 h 122"/>
                  <a:gd name="T16" fmla="*/ 79 w 101"/>
                  <a:gd name="T17" fmla="*/ 92 h 122"/>
                  <a:gd name="T18" fmla="*/ 101 w 101"/>
                  <a:gd name="T19" fmla="*/ 93 h 122"/>
                  <a:gd name="T20" fmla="*/ 40 w 101"/>
                  <a:gd name="T21" fmla="*/ 0 h 122"/>
                  <a:gd name="T22" fmla="*/ 40 w 101"/>
                  <a:gd name="T23" fmla="*/ 0 h 122"/>
                  <a:gd name="T24" fmla="*/ 40 w 101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22">
                    <a:moveTo>
                      <a:pt x="40" y="0"/>
                    </a:moveTo>
                    <a:cubicBezTo>
                      <a:pt x="22" y="5"/>
                      <a:pt x="22" y="5"/>
                      <a:pt x="22" y="5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6"/>
                      <a:pt x="7" y="111"/>
                      <a:pt x="13" y="110"/>
                    </a:cubicBezTo>
                    <a:cubicBezTo>
                      <a:pt x="23" y="107"/>
                      <a:pt x="33" y="112"/>
                      <a:pt x="36" y="122"/>
                    </a:cubicBezTo>
                    <a:cubicBezTo>
                      <a:pt x="33" y="112"/>
                      <a:pt x="39" y="102"/>
                      <a:pt x="48" y="100"/>
                    </a:cubicBezTo>
                    <a:cubicBezTo>
                      <a:pt x="58" y="97"/>
                      <a:pt x="69" y="103"/>
                      <a:pt x="71" y="112"/>
                    </a:cubicBezTo>
                    <a:cubicBezTo>
                      <a:pt x="69" y="105"/>
                      <a:pt x="72" y="96"/>
                      <a:pt x="79" y="92"/>
                    </a:cubicBezTo>
                    <a:cubicBezTo>
                      <a:pt x="86" y="88"/>
                      <a:pt x="95" y="88"/>
                      <a:pt x="101" y="93"/>
                    </a:cubicBezTo>
                    <a:lnTo>
                      <a:pt x="40" y="0"/>
                    </a:lnTo>
                    <a:close/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25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close/>
                    <a:moveTo>
                      <a:pt x="3" y="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26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moveTo>
                      <a:pt x="3" y="0"/>
                    </a:move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27"/>
              <p:cNvSpPr>
                <a:spLocks noEditPoints="1"/>
              </p:cNvSpPr>
              <p:nvPr userDrawn="1"/>
            </p:nvSpPr>
            <p:spPr bwMode="auto">
              <a:xfrm>
                <a:off x="447" y="1161"/>
                <a:ext cx="256" cy="810"/>
              </a:xfrm>
              <a:custGeom>
                <a:avLst/>
                <a:gdLst>
                  <a:gd name="T0" fmla="*/ 1 w 256"/>
                  <a:gd name="T1" fmla="*/ 15 h 810"/>
                  <a:gd name="T2" fmla="*/ 220 w 256"/>
                  <a:gd name="T3" fmla="*/ 810 h 810"/>
                  <a:gd name="T4" fmla="*/ 256 w 256"/>
                  <a:gd name="T5" fmla="*/ 800 h 810"/>
                  <a:gd name="T6" fmla="*/ 35 w 256"/>
                  <a:gd name="T7" fmla="*/ 0 h 810"/>
                  <a:gd name="T8" fmla="*/ 0 w 256"/>
                  <a:gd name="T9" fmla="*/ 10 h 810"/>
                  <a:gd name="T10" fmla="*/ 1 w 256"/>
                  <a:gd name="T11" fmla="*/ 15 h 810"/>
                  <a:gd name="T12" fmla="*/ 1 w 256"/>
                  <a:gd name="T13" fmla="*/ 15 h 810"/>
                  <a:gd name="T14" fmla="*/ 1 w 256"/>
                  <a:gd name="T15" fmla="*/ 15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" h="810">
                    <a:moveTo>
                      <a:pt x="1" y="15"/>
                    </a:moveTo>
                    <a:cubicBezTo>
                      <a:pt x="220" y="810"/>
                      <a:pt x="220" y="810"/>
                      <a:pt x="220" y="810"/>
                    </a:cubicBezTo>
                    <a:cubicBezTo>
                      <a:pt x="256" y="800"/>
                      <a:pt x="256" y="800"/>
                      <a:pt x="256" y="80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1" y="13"/>
                      <a:pt x="1" y="15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28"/>
              <p:cNvSpPr>
                <a:spLocks noEditPoints="1"/>
              </p:cNvSpPr>
              <p:nvPr userDrawn="1"/>
            </p:nvSpPr>
            <p:spPr bwMode="auto">
              <a:xfrm>
                <a:off x="477" y="1152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0 w 5"/>
                  <a:gd name="T3" fmla="*/ 0 h 9"/>
                  <a:gd name="T4" fmla="*/ 5 w 5"/>
                  <a:gd name="T5" fmla="*/ 9 h 9"/>
                  <a:gd name="T6" fmla="*/ 5 w 5"/>
                  <a:gd name="T7" fmla="*/ 9 h 9"/>
                  <a:gd name="T8" fmla="*/ 5 w 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cubicBezTo>
                      <a:pt x="5" y="6"/>
                      <a:pt x="2" y="2"/>
                      <a:pt x="0" y="0"/>
                    </a:cubicBezTo>
                    <a:lnTo>
                      <a:pt x="5" y="9"/>
                    </a:ln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29"/>
              <p:cNvSpPr>
                <a:spLocks noEditPoints="1"/>
              </p:cNvSpPr>
              <p:nvPr userDrawn="1"/>
            </p:nvSpPr>
            <p:spPr bwMode="auto">
              <a:xfrm>
                <a:off x="444" y="1147"/>
                <a:ext cx="38" cy="24"/>
              </a:xfrm>
              <a:custGeom>
                <a:avLst/>
                <a:gdLst>
                  <a:gd name="T0" fmla="*/ 16 w 38"/>
                  <a:gd name="T1" fmla="*/ 1 h 24"/>
                  <a:gd name="T2" fmla="*/ 3 w 38"/>
                  <a:gd name="T3" fmla="*/ 24 h 24"/>
                  <a:gd name="T4" fmla="*/ 38 w 38"/>
                  <a:gd name="T5" fmla="*/ 14 h 24"/>
                  <a:gd name="T6" fmla="*/ 33 w 38"/>
                  <a:gd name="T7" fmla="*/ 5 h 24"/>
                  <a:gd name="T8" fmla="*/ 16 w 38"/>
                  <a:gd name="T9" fmla="*/ 1 h 24"/>
                  <a:gd name="T10" fmla="*/ 16 w 38"/>
                  <a:gd name="T11" fmla="*/ 1 h 24"/>
                  <a:gd name="T12" fmla="*/ 16 w 38"/>
                  <a:gd name="T13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4">
                    <a:moveTo>
                      <a:pt x="16" y="1"/>
                    </a:moveTo>
                    <a:cubicBezTo>
                      <a:pt x="6" y="4"/>
                      <a:pt x="0" y="14"/>
                      <a:pt x="3" y="2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1"/>
                      <a:pt x="22" y="0"/>
                      <a:pt x="16" y="1"/>
                    </a:cubicBezTo>
                    <a:close/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30"/>
              <p:cNvSpPr>
                <a:spLocks noEditPoints="1"/>
              </p:cNvSpPr>
              <p:nvPr userDrawn="1"/>
            </p:nvSpPr>
            <p:spPr bwMode="auto">
              <a:xfrm>
                <a:off x="410" y="1155"/>
                <a:ext cx="257" cy="825"/>
              </a:xfrm>
              <a:custGeom>
                <a:avLst/>
                <a:gdLst>
                  <a:gd name="T0" fmla="*/ 38 w 257"/>
                  <a:gd name="T1" fmla="*/ 21 h 825"/>
                  <a:gd name="T2" fmla="*/ 37 w 257"/>
                  <a:gd name="T3" fmla="*/ 16 h 825"/>
                  <a:gd name="T4" fmla="*/ 14 w 257"/>
                  <a:gd name="T5" fmla="*/ 3 h 825"/>
                  <a:gd name="T6" fmla="*/ 2 w 257"/>
                  <a:gd name="T7" fmla="*/ 14 h 825"/>
                  <a:gd name="T8" fmla="*/ 3 w 257"/>
                  <a:gd name="T9" fmla="*/ 30 h 825"/>
                  <a:gd name="T10" fmla="*/ 223 w 257"/>
                  <a:gd name="T11" fmla="*/ 825 h 825"/>
                  <a:gd name="T12" fmla="*/ 240 w 257"/>
                  <a:gd name="T13" fmla="*/ 820 h 825"/>
                  <a:gd name="T14" fmla="*/ 257 w 257"/>
                  <a:gd name="T15" fmla="*/ 815 h 825"/>
                  <a:gd name="T16" fmla="*/ 38 w 257"/>
                  <a:gd name="T17" fmla="*/ 21 h 825"/>
                  <a:gd name="T18" fmla="*/ 38 w 257"/>
                  <a:gd name="T19" fmla="*/ 21 h 825"/>
                  <a:gd name="T20" fmla="*/ 38 w 257"/>
                  <a:gd name="T21" fmla="*/ 21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7" h="825">
                    <a:moveTo>
                      <a:pt x="38" y="21"/>
                    </a:moveTo>
                    <a:cubicBezTo>
                      <a:pt x="38" y="19"/>
                      <a:pt x="38" y="18"/>
                      <a:pt x="37" y="16"/>
                    </a:cubicBezTo>
                    <a:cubicBezTo>
                      <a:pt x="34" y="6"/>
                      <a:pt x="24" y="0"/>
                      <a:pt x="14" y="3"/>
                    </a:cubicBezTo>
                    <a:cubicBezTo>
                      <a:pt x="9" y="4"/>
                      <a:pt x="4" y="9"/>
                      <a:pt x="2" y="14"/>
                    </a:cubicBezTo>
                    <a:cubicBezTo>
                      <a:pt x="0" y="19"/>
                      <a:pt x="0" y="26"/>
                      <a:pt x="3" y="30"/>
                    </a:cubicBezTo>
                    <a:cubicBezTo>
                      <a:pt x="223" y="825"/>
                      <a:pt x="223" y="825"/>
                      <a:pt x="223" y="825"/>
                    </a:cubicBezTo>
                    <a:cubicBezTo>
                      <a:pt x="240" y="820"/>
                      <a:pt x="240" y="820"/>
                      <a:pt x="240" y="820"/>
                    </a:cubicBezTo>
                    <a:cubicBezTo>
                      <a:pt x="257" y="815"/>
                      <a:pt x="257" y="815"/>
                      <a:pt x="257" y="815"/>
                    </a:cubicBezTo>
                    <a:lnTo>
                      <a:pt x="38" y="21"/>
                    </a:lnTo>
                    <a:close/>
                    <a:moveTo>
                      <a:pt x="38" y="21"/>
                    </a:moveTo>
                    <a:cubicBezTo>
                      <a:pt x="38" y="21"/>
                      <a:pt x="38" y="21"/>
                      <a:pt x="38" y="21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31"/>
              <p:cNvSpPr>
                <a:spLocks noEditPoints="1"/>
              </p:cNvSpPr>
              <p:nvPr userDrawn="1"/>
            </p:nvSpPr>
            <p:spPr bwMode="auto">
              <a:xfrm>
                <a:off x="701" y="1093"/>
                <a:ext cx="72" cy="226"/>
              </a:xfrm>
              <a:custGeom>
                <a:avLst/>
                <a:gdLst>
                  <a:gd name="T0" fmla="*/ 72 w 72"/>
                  <a:gd name="T1" fmla="*/ 2 h 226"/>
                  <a:gd name="T2" fmla="*/ 0 w 72"/>
                  <a:gd name="T3" fmla="*/ 220 h 226"/>
                  <a:gd name="T4" fmla="*/ 41 w 72"/>
                  <a:gd name="T5" fmla="*/ 226 h 226"/>
                  <a:gd name="T6" fmla="*/ 72 w 72"/>
                  <a:gd name="T7" fmla="*/ 2 h 226"/>
                  <a:gd name="T8" fmla="*/ 72 w 72"/>
                  <a:gd name="T9" fmla="*/ 2 h 226"/>
                  <a:gd name="T10" fmla="*/ 72 w 72"/>
                  <a:gd name="T11" fmla="*/ 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226">
                    <a:moveTo>
                      <a:pt x="72" y="2"/>
                    </a:moveTo>
                    <a:cubicBezTo>
                      <a:pt x="54" y="0"/>
                      <a:pt x="27" y="87"/>
                      <a:pt x="0" y="220"/>
                    </a:cubicBezTo>
                    <a:cubicBezTo>
                      <a:pt x="41" y="226"/>
                      <a:pt x="41" y="226"/>
                      <a:pt x="41" y="226"/>
                    </a:cubicBezTo>
                    <a:lnTo>
                      <a:pt x="72" y="2"/>
                    </a:lnTo>
                    <a:close/>
                    <a:moveTo>
                      <a:pt x="72" y="2"/>
                    </a:moveTo>
                    <a:cubicBezTo>
                      <a:pt x="72" y="2"/>
                      <a:pt x="72" y="2"/>
                      <a:pt x="7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32"/>
              <p:cNvSpPr>
                <a:spLocks noEditPoints="1"/>
              </p:cNvSpPr>
              <p:nvPr userDrawn="1"/>
            </p:nvSpPr>
            <p:spPr bwMode="auto">
              <a:xfrm>
                <a:off x="803" y="837"/>
                <a:ext cx="5" cy="39"/>
              </a:xfrm>
              <a:custGeom>
                <a:avLst/>
                <a:gdLst>
                  <a:gd name="T0" fmla="*/ 5 w 5"/>
                  <a:gd name="T1" fmla="*/ 0 h 39"/>
                  <a:gd name="T2" fmla="*/ 0 w 5"/>
                  <a:gd name="T3" fmla="*/ 39 h 39"/>
                  <a:gd name="T4" fmla="*/ 5 w 5"/>
                  <a:gd name="T5" fmla="*/ 0 h 39"/>
                  <a:gd name="T6" fmla="*/ 5 w 5"/>
                  <a:gd name="T7" fmla="*/ 0 h 39"/>
                  <a:gd name="T8" fmla="*/ 5 w 5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9">
                    <a:moveTo>
                      <a:pt x="5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16"/>
                      <a:pt x="5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00BE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33"/>
              <p:cNvSpPr>
                <a:spLocks noEditPoints="1"/>
              </p:cNvSpPr>
              <p:nvPr userDrawn="1"/>
            </p:nvSpPr>
            <p:spPr bwMode="auto">
              <a:xfrm>
                <a:off x="717" y="837"/>
                <a:ext cx="128" cy="263"/>
              </a:xfrm>
              <a:custGeom>
                <a:avLst/>
                <a:gdLst>
                  <a:gd name="T0" fmla="*/ 91 w 128"/>
                  <a:gd name="T1" fmla="*/ 0 h 263"/>
                  <a:gd name="T2" fmla="*/ 86 w 128"/>
                  <a:gd name="T3" fmla="*/ 39 h 263"/>
                  <a:gd name="T4" fmla="*/ 67 w 128"/>
                  <a:gd name="T5" fmla="*/ 95 h 263"/>
                  <a:gd name="T6" fmla="*/ 4 w 128"/>
                  <a:gd name="T7" fmla="*/ 190 h 263"/>
                  <a:gd name="T8" fmla="*/ 56 w 128"/>
                  <a:gd name="T9" fmla="*/ 258 h 263"/>
                  <a:gd name="T10" fmla="*/ 124 w 128"/>
                  <a:gd name="T11" fmla="*/ 207 h 263"/>
                  <a:gd name="T12" fmla="*/ 91 w 128"/>
                  <a:gd name="T13" fmla="*/ 0 h 263"/>
                  <a:gd name="T14" fmla="*/ 91 w 128"/>
                  <a:gd name="T15" fmla="*/ 0 h 263"/>
                  <a:gd name="T16" fmla="*/ 91 w 128"/>
                  <a:gd name="T1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263">
                    <a:moveTo>
                      <a:pt x="91" y="0"/>
                    </a:moveTo>
                    <a:cubicBezTo>
                      <a:pt x="91" y="0"/>
                      <a:pt x="91" y="16"/>
                      <a:pt x="86" y="39"/>
                    </a:cubicBezTo>
                    <a:cubicBezTo>
                      <a:pt x="82" y="55"/>
                      <a:pt x="76" y="75"/>
                      <a:pt x="67" y="95"/>
                    </a:cubicBezTo>
                    <a:cubicBezTo>
                      <a:pt x="49" y="130"/>
                      <a:pt x="9" y="160"/>
                      <a:pt x="4" y="190"/>
                    </a:cubicBezTo>
                    <a:cubicBezTo>
                      <a:pt x="0" y="223"/>
                      <a:pt x="23" y="254"/>
                      <a:pt x="56" y="258"/>
                    </a:cubicBezTo>
                    <a:cubicBezTo>
                      <a:pt x="89" y="263"/>
                      <a:pt x="119" y="240"/>
                      <a:pt x="124" y="207"/>
                    </a:cubicBezTo>
                    <a:cubicBezTo>
                      <a:pt x="128" y="174"/>
                      <a:pt x="120" y="61"/>
                      <a:pt x="91" y="0"/>
                    </a:cubicBezTo>
                    <a:close/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34"/>
              <p:cNvSpPr>
                <a:spLocks noEditPoints="1"/>
              </p:cNvSpPr>
              <p:nvPr userDrawn="1"/>
            </p:nvSpPr>
            <p:spPr bwMode="auto">
              <a:xfrm>
                <a:off x="742" y="1095"/>
                <a:ext cx="51" cy="229"/>
              </a:xfrm>
              <a:custGeom>
                <a:avLst/>
                <a:gdLst>
                  <a:gd name="T0" fmla="*/ 41 w 51"/>
                  <a:gd name="T1" fmla="*/ 229 h 229"/>
                  <a:gd name="T2" fmla="*/ 31 w 51"/>
                  <a:gd name="T3" fmla="*/ 0 h 229"/>
                  <a:gd name="T4" fmla="*/ 0 w 51"/>
                  <a:gd name="T5" fmla="*/ 223 h 229"/>
                  <a:gd name="T6" fmla="*/ 41 w 51"/>
                  <a:gd name="T7" fmla="*/ 229 h 229"/>
                  <a:gd name="T8" fmla="*/ 41 w 51"/>
                  <a:gd name="T9" fmla="*/ 229 h 229"/>
                  <a:gd name="T10" fmla="*/ 41 w 51"/>
                  <a:gd name="T11" fmla="*/ 22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29">
                    <a:moveTo>
                      <a:pt x="41" y="229"/>
                    </a:moveTo>
                    <a:cubicBezTo>
                      <a:pt x="51" y="94"/>
                      <a:pt x="48" y="3"/>
                      <a:pt x="31" y="0"/>
                    </a:cubicBezTo>
                    <a:cubicBezTo>
                      <a:pt x="0" y="223"/>
                      <a:pt x="0" y="223"/>
                      <a:pt x="0" y="223"/>
                    </a:cubicBezTo>
                    <a:lnTo>
                      <a:pt x="41" y="229"/>
                    </a:lnTo>
                    <a:close/>
                    <a:moveTo>
                      <a:pt x="41" y="229"/>
                    </a:moveTo>
                    <a:cubicBezTo>
                      <a:pt x="41" y="229"/>
                      <a:pt x="41" y="229"/>
                      <a:pt x="41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35"/>
              <p:cNvSpPr>
                <a:spLocks noEditPoints="1"/>
              </p:cNvSpPr>
              <p:nvPr userDrawn="1"/>
            </p:nvSpPr>
            <p:spPr bwMode="auto">
              <a:xfrm>
                <a:off x="621" y="1313"/>
                <a:ext cx="162" cy="692"/>
              </a:xfrm>
              <a:custGeom>
                <a:avLst/>
                <a:gdLst>
                  <a:gd name="T0" fmla="*/ 121 w 162"/>
                  <a:gd name="T1" fmla="*/ 5 h 692"/>
                  <a:gd name="T2" fmla="*/ 80 w 162"/>
                  <a:gd name="T3" fmla="*/ 0 h 692"/>
                  <a:gd name="T4" fmla="*/ 42 w 162"/>
                  <a:gd name="T5" fmla="*/ 228 h 692"/>
                  <a:gd name="T6" fmla="*/ 27 w 162"/>
                  <a:gd name="T7" fmla="*/ 688 h 692"/>
                  <a:gd name="T8" fmla="*/ 136 w 162"/>
                  <a:gd name="T9" fmla="*/ 241 h 692"/>
                  <a:gd name="T10" fmla="*/ 162 w 162"/>
                  <a:gd name="T11" fmla="*/ 11 h 692"/>
                  <a:gd name="T12" fmla="*/ 121 w 162"/>
                  <a:gd name="T13" fmla="*/ 5 h 692"/>
                  <a:gd name="T14" fmla="*/ 121 w 162"/>
                  <a:gd name="T15" fmla="*/ 5 h 692"/>
                  <a:gd name="T16" fmla="*/ 121 w 162"/>
                  <a:gd name="T17" fmla="*/ 5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692">
                    <a:moveTo>
                      <a:pt x="121" y="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7" y="66"/>
                      <a:pt x="54" y="145"/>
                      <a:pt x="42" y="228"/>
                    </a:cubicBezTo>
                    <a:cubicBezTo>
                      <a:pt x="7" y="479"/>
                      <a:pt x="0" y="684"/>
                      <a:pt x="27" y="688"/>
                    </a:cubicBezTo>
                    <a:cubicBezTo>
                      <a:pt x="53" y="692"/>
                      <a:pt x="102" y="492"/>
                      <a:pt x="136" y="241"/>
                    </a:cubicBezTo>
                    <a:cubicBezTo>
                      <a:pt x="148" y="158"/>
                      <a:pt x="156" y="79"/>
                      <a:pt x="162" y="11"/>
                    </a:cubicBezTo>
                    <a:lnTo>
                      <a:pt x="121" y="5"/>
                    </a:lnTo>
                    <a:close/>
                    <a:moveTo>
                      <a:pt x="121" y="5"/>
                    </a:moveTo>
                    <a:cubicBezTo>
                      <a:pt x="121" y="5"/>
                      <a:pt x="121" y="5"/>
                      <a:pt x="121" y="5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36"/>
              <p:cNvSpPr>
                <a:spLocks noEditPoints="1"/>
              </p:cNvSpPr>
              <p:nvPr userDrawn="1"/>
            </p:nvSpPr>
            <p:spPr bwMode="auto">
              <a:xfrm>
                <a:off x="399" y="1468"/>
                <a:ext cx="452" cy="571"/>
              </a:xfrm>
              <a:custGeom>
                <a:avLst/>
                <a:gdLst>
                  <a:gd name="T0" fmla="*/ 414 w 452"/>
                  <a:gd name="T1" fmla="*/ 0 h 571"/>
                  <a:gd name="T2" fmla="*/ 38 w 452"/>
                  <a:gd name="T3" fmla="*/ 0 h 571"/>
                  <a:gd name="T4" fmla="*/ 2 w 452"/>
                  <a:gd name="T5" fmla="*/ 40 h 571"/>
                  <a:gd name="T6" fmla="*/ 12 w 452"/>
                  <a:gd name="T7" fmla="*/ 127 h 571"/>
                  <a:gd name="T8" fmla="*/ 63 w 452"/>
                  <a:gd name="T9" fmla="*/ 90 h 571"/>
                  <a:gd name="T10" fmla="*/ 117 w 452"/>
                  <a:gd name="T11" fmla="*/ 130 h 571"/>
                  <a:gd name="T12" fmla="*/ 171 w 452"/>
                  <a:gd name="T13" fmla="*/ 90 h 571"/>
                  <a:gd name="T14" fmla="*/ 226 w 452"/>
                  <a:gd name="T15" fmla="*/ 130 h 571"/>
                  <a:gd name="T16" fmla="*/ 280 w 452"/>
                  <a:gd name="T17" fmla="*/ 90 h 571"/>
                  <a:gd name="T18" fmla="*/ 335 w 452"/>
                  <a:gd name="T19" fmla="*/ 130 h 571"/>
                  <a:gd name="T20" fmla="*/ 389 w 452"/>
                  <a:gd name="T21" fmla="*/ 90 h 571"/>
                  <a:gd name="T22" fmla="*/ 440 w 452"/>
                  <a:gd name="T23" fmla="*/ 128 h 571"/>
                  <a:gd name="T24" fmla="*/ 450 w 452"/>
                  <a:gd name="T25" fmla="*/ 40 h 571"/>
                  <a:gd name="T26" fmla="*/ 414 w 452"/>
                  <a:gd name="T27" fmla="*/ 0 h 571"/>
                  <a:gd name="T28" fmla="*/ 389 w 452"/>
                  <a:gd name="T29" fmla="*/ 146 h 571"/>
                  <a:gd name="T30" fmla="*/ 334 w 452"/>
                  <a:gd name="T31" fmla="*/ 186 h 571"/>
                  <a:gd name="T32" fmla="*/ 280 w 452"/>
                  <a:gd name="T33" fmla="*/ 146 h 571"/>
                  <a:gd name="T34" fmla="*/ 225 w 452"/>
                  <a:gd name="T35" fmla="*/ 186 h 571"/>
                  <a:gd name="T36" fmla="*/ 171 w 452"/>
                  <a:gd name="T37" fmla="*/ 146 h 571"/>
                  <a:gd name="T38" fmla="*/ 117 w 452"/>
                  <a:gd name="T39" fmla="*/ 186 h 571"/>
                  <a:gd name="T40" fmla="*/ 62 w 452"/>
                  <a:gd name="T41" fmla="*/ 146 h 571"/>
                  <a:gd name="T42" fmla="*/ 18 w 452"/>
                  <a:gd name="T43" fmla="*/ 179 h 571"/>
                  <a:gd name="T44" fmla="*/ 58 w 452"/>
                  <a:gd name="T45" fmla="*/ 531 h 571"/>
                  <a:gd name="T46" fmla="*/ 103 w 452"/>
                  <a:gd name="T47" fmla="*/ 571 h 571"/>
                  <a:gd name="T48" fmla="*/ 353 w 452"/>
                  <a:gd name="T49" fmla="*/ 571 h 571"/>
                  <a:gd name="T50" fmla="*/ 398 w 452"/>
                  <a:gd name="T51" fmla="*/ 531 h 571"/>
                  <a:gd name="T52" fmla="*/ 435 w 452"/>
                  <a:gd name="T53" fmla="*/ 180 h 571"/>
                  <a:gd name="T54" fmla="*/ 389 w 452"/>
                  <a:gd name="T55" fmla="*/ 146 h 571"/>
                  <a:gd name="T56" fmla="*/ 389 w 452"/>
                  <a:gd name="T57" fmla="*/ 146 h 571"/>
                  <a:gd name="T58" fmla="*/ 389 w 452"/>
                  <a:gd name="T59" fmla="*/ 146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2" h="571">
                    <a:moveTo>
                      <a:pt x="414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6" y="0"/>
                      <a:pt x="0" y="18"/>
                      <a:pt x="2" y="40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71" y="90"/>
                      <a:pt x="171" y="90"/>
                      <a:pt x="171" y="90"/>
                    </a:cubicBezTo>
                    <a:cubicBezTo>
                      <a:pt x="226" y="130"/>
                      <a:pt x="226" y="130"/>
                      <a:pt x="226" y="130"/>
                    </a:cubicBezTo>
                    <a:cubicBezTo>
                      <a:pt x="280" y="90"/>
                      <a:pt x="280" y="90"/>
                      <a:pt x="280" y="90"/>
                    </a:cubicBezTo>
                    <a:cubicBezTo>
                      <a:pt x="335" y="130"/>
                      <a:pt x="335" y="130"/>
                      <a:pt x="335" y="130"/>
                    </a:cubicBezTo>
                    <a:cubicBezTo>
                      <a:pt x="389" y="90"/>
                      <a:pt x="389" y="90"/>
                      <a:pt x="389" y="90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50" y="40"/>
                      <a:pt x="450" y="40"/>
                      <a:pt x="450" y="40"/>
                    </a:cubicBezTo>
                    <a:cubicBezTo>
                      <a:pt x="452" y="18"/>
                      <a:pt x="436" y="0"/>
                      <a:pt x="414" y="0"/>
                    </a:cubicBezTo>
                    <a:close/>
                    <a:moveTo>
                      <a:pt x="389" y="146"/>
                    </a:moveTo>
                    <a:cubicBezTo>
                      <a:pt x="334" y="186"/>
                      <a:pt x="334" y="186"/>
                      <a:pt x="334" y="186"/>
                    </a:cubicBezTo>
                    <a:cubicBezTo>
                      <a:pt x="280" y="146"/>
                      <a:pt x="280" y="146"/>
                      <a:pt x="280" y="146"/>
                    </a:cubicBezTo>
                    <a:cubicBezTo>
                      <a:pt x="225" y="186"/>
                      <a:pt x="225" y="186"/>
                      <a:pt x="225" y="186"/>
                    </a:cubicBezTo>
                    <a:cubicBezTo>
                      <a:pt x="171" y="146"/>
                      <a:pt x="171" y="146"/>
                      <a:pt x="171" y="146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58" y="531"/>
                      <a:pt x="58" y="531"/>
                      <a:pt x="58" y="531"/>
                    </a:cubicBezTo>
                    <a:cubicBezTo>
                      <a:pt x="60" y="553"/>
                      <a:pt x="81" y="571"/>
                      <a:pt x="103" y="571"/>
                    </a:cubicBezTo>
                    <a:cubicBezTo>
                      <a:pt x="353" y="571"/>
                      <a:pt x="353" y="571"/>
                      <a:pt x="353" y="571"/>
                    </a:cubicBezTo>
                    <a:cubicBezTo>
                      <a:pt x="376" y="571"/>
                      <a:pt x="395" y="553"/>
                      <a:pt x="398" y="531"/>
                    </a:cubicBezTo>
                    <a:cubicBezTo>
                      <a:pt x="435" y="180"/>
                      <a:pt x="435" y="180"/>
                      <a:pt x="435" y="180"/>
                    </a:cubicBezTo>
                    <a:lnTo>
                      <a:pt x="389" y="146"/>
                    </a:lnTo>
                    <a:close/>
                    <a:moveTo>
                      <a:pt x="389" y="146"/>
                    </a:moveTo>
                    <a:cubicBezTo>
                      <a:pt x="389" y="146"/>
                      <a:pt x="389" y="146"/>
                      <a:pt x="389" y="146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37"/>
              <p:cNvSpPr>
                <a:spLocks noEditPoints="1"/>
              </p:cNvSpPr>
              <p:nvPr userDrawn="1"/>
            </p:nvSpPr>
            <p:spPr bwMode="auto">
              <a:xfrm>
                <a:off x="249" y="1558"/>
                <a:ext cx="7182" cy="685"/>
              </a:xfrm>
              <a:custGeom>
                <a:avLst/>
                <a:gdLst>
                  <a:gd name="T0" fmla="*/ 539 w 7184"/>
                  <a:gd name="T1" fmla="*/ 0 h 685"/>
                  <a:gd name="T2" fmla="*/ 484 w 7184"/>
                  <a:gd name="T3" fmla="*/ 40 h 685"/>
                  <a:gd name="T4" fmla="*/ 430 w 7184"/>
                  <a:gd name="T5" fmla="*/ 0 h 685"/>
                  <a:gd name="T6" fmla="*/ 376 w 7184"/>
                  <a:gd name="T7" fmla="*/ 40 h 685"/>
                  <a:gd name="T8" fmla="*/ 375 w 7184"/>
                  <a:gd name="T9" fmla="*/ 40 h 685"/>
                  <a:gd name="T10" fmla="*/ 321 w 7184"/>
                  <a:gd name="T11" fmla="*/ 0 h 685"/>
                  <a:gd name="T12" fmla="*/ 267 w 7184"/>
                  <a:gd name="T13" fmla="*/ 40 h 685"/>
                  <a:gd name="T14" fmla="*/ 213 w 7184"/>
                  <a:gd name="T15" fmla="*/ 0 h 685"/>
                  <a:gd name="T16" fmla="*/ 162 w 7184"/>
                  <a:gd name="T17" fmla="*/ 37 h 685"/>
                  <a:gd name="T18" fmla="*/ 168 w 7184"/>
                  <a:gd name="T19" fmla="*/ 88 h 685"/>
                  <a:gd name="T20" fmla="*/ 213 w 7184"/>
                  <a:gd name="T21" fmla="*/ 56 h 685"/>
                  <a:gd name="T22" fmla="*/ 267 w 7184"/>
                  <a:gd name="T23" fmla="*/ 96 h 685"/>
                  <a:gd name="T24" fmla="*/ 321 w 7184"/>
                  <a:gd name="T25" fmla="*/ 56 h 685"/>
                  <a:gd name="T26" fmla="*/ 375 w 7184"/>
                  <a:gd name="T27" fmla="*/ 96 h 685"/>
                  <a:gd name="T28" fmla="*/ 376 w 7184"/>
                  <a:gd name="T29" fmla="*/ 96 h 685"/>
                  <a:gd name="T30" fmla="*/ 430 w 7184"/>
                  <a:gd name="T31" fmla="*/ 56 h 685"/>
                  <a:gd name="T32" fmla="*/ 484 w 7184"/>
                  <a:gd name="T33" fmla="*/ 96 h 685"/>
                  <a:gd name="T34" fmla="*/ 539 w 7184"/>
                  <a:gd name="T35" fmla="*/ 56 h 685"/>
                  <a:gd name="T36" fmla="*/ 585 w 7184"/>
                  <a:gd name="T37" fmla="*/ 90 h 685"/>
                  <a:gd name="T38" fmla="*/ 590 w 7184"/>
                  <a:gd name="T39" fmla="*/ 38 h 685"/>
                  <a:gd name="T40" fmla="*/ 539 w 7184"/>
                  <a:gd name="T41" fmla="*/ 0 h 685"/>
                  <a:gd name="T42" fmla="*/ 0 w 7184"/>
                  <a:gd name="T43" fmla="*/ 583 h 685"/>
                  <a:gd name="T44" fmla="*/ 102 w 7184"/>
                  <a:gd name="T45" fmla="*/ 685 h 685"/>
                  <a:gd name="T46" fmla="*/ 7082 w 7184"/>
                  <a:gd name="T47" fmla="*/ 685 h 685"/>
                  <a:gd name="T48" fmla="*/ 7184 w 7184"/>
                  <a:gd name="T49" fmla="*/ 583 h 685"/>
                  <a:gd name="T50" fmla="*/ 7082 w 7184"/>
                  <a:gd name="T51" fmla="*/ 481 h 685"/>
                  <a:gd name="T52" fmla="*/ 102 w 7184"/>
                  <a:gd name="T53" fmla="*/ 481 h 685"/>
                  <a:gd name="T54" fmla="*/ 0 w 7184"/>
                  <a:gd name="T55" fmla="*/ 583 h 685"/>
                  <a:gd name="T56" fmla="*/ 0 w 7184"/>
                  <a:gd name="T57" fmla="*/ 583 h 685"/>
                  <a:gd name="T58" fmla="*/ 0 w 7184"/>
                  <a:gd name="T59" fmla="*/ 58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84" h="685">
                    <a:moveTo>
                      <a:pt x="539" y="0"/>
                    </a:moveTo>
                    <a:cubicBezTo>
                      <a:pt x="484" y="40"/>
                      <a:pt x="484" y="40"/>
                      <a:pt x="484" y="4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5" y="40"/>
                      <a:pt x="375" y="40"/>
                      <a:pt x="375" y="40"/>
                    </a:cubicBezTo>
                    <a:cubicBezTo>
                      <a:pt x="321" y="0"/>
                      <a:pt x="321" y="0"/>
                      <a:pt x="321" y="0"/>
                    </a:cubicBezTo>
                    <a:cubicBezTo>
                      <a:pt x="267" y="40"/>
                      <a:pt x="267" y="40"/>
                      <a:pt x="267" y="40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162" y="37"/>
                      <a:pt x="162" y="37"/>
                      <a:pt x="162" y="37"/>
                    </a:cubicBezTo>
                    <a:cubicBezTo>
                      <a:pt x="168" y="88"/>
                      <a:pt x="168" y="88"/>
                      <a:pt x="168" y="88"/>
                    </a:cubicBezTo>
                    <a:cubicBezTo>
                      <a:pt x="213" y="56"/>
                      <a:pt x="213" y="56"/>
                      <a:pt x="213" y="56"/>
                    </a:cubicBezTo>
                    <a:cubicBezTo>
                      <a:pt x="267" y="96"/>
                      <a:pt x="267" y="96"/>
                      <a:pt x="267" y="96"/>
                    </a:cubicBezTo>
                    <a:cubicBezTo>
                      <a:pt x="321" y="56"/>
                      <a:pt x="321" y="56"/>
                      <a:pt x="321" y="56"/>
                    </a:cubicBezTo>
                    <a:cubicBezTo>
                      <a:pt x="375" y="96"/>
                      <a:pt x="375" y="96"/>
                      <a:pt x="375" y="96"/>
                    </a:cubicBezTo>
                    <a:cubicBezTo>
                      <a:pt x="376" y="96"/>
                      <a:pt x="376" y="96"/>
                      <a:pt x="376" y="96"/>
                    </a:cubicBezTo>
                    <a:cubicBezTo>
                      <a:pt x="430" y="56"/>
                      <a:pt x="430" y="56"/>
                      <a:pt x="430" y="56"/>
                    </a:cubicBezTo>
                    <a:cubicBezTo>
                      <a:pt x="484" y="96"/>
                      <a:pt x="484" y="96"/>
                      <a:pt x="484" y="96"/>
                    </a:cubicBezTo>
                    <a:cubicBezTo>
                      <a:pt x="539" y="56"/>
                      <a:pt x="539" y="56"/>
                      <a:pt x="539" y="56"/>
                    </a:cubicBezTo>
                    <a:cubicBezTo>
                      <a:pt x="585" y="90"/>
                      <a:pt x="585" y="90"/>
                      <a:pt x="585" y="90"/>
                    </a:cubicBezTo>
                    <a:cubicBezTo>
                      <a:pt x="590" y="38"/>
                      <a:pt x="590" y="38"/>
                      <a:pt x="590" y="38"/>
                    </a:cubicBezTo>
                    <a:lnTo>
                      <a:pt x="539" y="0"/>
                    </a:lnTo>
                    <a:close/>
                    <a:moveTo>
                      <a:pt x="0" y="583"/>
                    </a:moveTo>
                    <a:cubicBezTo>
                      <a:pt x="0" y="639"/>
                      <a:pt x="46" y="685"/>
                      <a:pt x="102" y="685"/>
                    </a:cubicBezTo>
                    <a:cubicBezTo>
                      <a:pt x="7082" y="685"/>
                      <a:pt x="7082" y="685"/>
                      <a:pt x="7082" y="685"/>
                    </a:cubicBezTo>
                    <a:cubicBezTo>
                      <a:pt x="7138" y="685"/>
                      <a:pt x="7184" y="639"/>
                      <a:pt x="7184" y="583"/>
                    </a:cubicBezTo>
                    <a:cubicBezTo>
                      <a:pt x="7184" y="527"/>
                      <a:pt x="7138" y="481"/>
                      <a:pt x="7082" y="481"/>
                    </a:cubicBezTo>
                    <a:cubicBezTo>
                      <a:pt x="102" y="481"/>
                      <a:pt x="102" y="481"/>
                      <a:pt x="102" y="481"/>
                    </a:cubicBezTo>
                    <a:cubicBezTo>
                      <a:pt x="46" y="481"/>
                      <a:pt x="0" y="527"/>
                      <a:pt x="0" y="583"/>
                    </a:cubicBezTo>
                    <a:close/>
                    <a:moveTo>
                      <a:pt x="0" y="583"/>
                    </a:moveTo>
                    <a:cubicBezTo>
                      <a:pt x="0" y="583"/>
                      <a:pt x="0" y="583"/>
                      <a:pt x="0" y="583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38"/>
              <p:cNvSpPr>
                <a:spLocks noEditPoints="1"/>
              </p:cNvSpPr>
              <p:nvPr userDrawn="1"/>
            </p:nvSpPr>
            <p:spPr bwMode="auto">
              <a:xfrm>
                <a:off x="1117" y="1150"/>
                <a:ext cx="12" cy="495"/>
              </a:xfrm>
              <a:custGeom>
                <a:avLst/>
                <a:gdLst>
                  <a:gd name="T0" fmla="*/ 9 w 12"/>
                  <a:gd name="T1" fmla="*/ 0 h 495"/>
                  <a:gd name="T2" fmla="*/ 6 w 12"/>
                  <a:gd name="T3" fmla="*/ 2 h 495"/>
                  <a:gd name="T4" fmla="*/ 4 w 12"/>
                  <a:gd name="T5" fmla="*/ 23 h 495"/>
                  <a:gd name="T6" fmla="*/ 12 w 12"/>
                  <a:gd name="T7" fmla="*/ 25 h 495"/>
                  <a:gd name="T8" fmla="*/ 12 w 12"/>
                  <a:gd name="T9" fmla="*/ 0 h 495"/>
                  <a:gd name="T10" fmla="*/ 9 w 12"/>
                  <a:gd name="T11" fmla="*/ 0 h 495"/>
                  <a:gd name="T12" fmla="*/ 2 w 12"/>
                  <a:gd name="T13" fmla="*/ 424 h 495"/>
                  <a:gd name="T14" fmla="*/ 1 w 12"/>
                  <a:gd name="T15" fmla="*/ 483 h 495"/>
                  <a:gd name="T16" fmla="*/ 6 w 12"/>
                  <a:gd name="T17" fmla="*/ 495 h 495"/>
                  <a:gd name="T18" fmla="*/ 12 w 12"/>
                  <a:gd name="T19" fmla="*/ 494 h 495"/>
                  <a:gd name="T20" fmla="*/ 12 w 12"/>
                  <a:gd name="T21" fmla="*/ 475 h 495"/>
                  <a:gd name="T22" fmla="*/ 2 w 12"/>
                  <a:gd name="T23" fmla="*/ 456 h 495"/>
                  <a:gd name="T24" fmla="*/ 3 w 12"/>
                  <a:gd name="T25" fmla="*/ 451 h 495"/>
                  <a:gd name="T26" fmla="*/ 12 w 12"/>
                  <a:gd name="T27" fmla="*/ 441 h 495"/>
                  <a:gd name="T28" fmla="*/ 12 w 12"/>
                  <a:gd name="T29" fmla="*/ 415 h 495"/>
                  <a:gd name="T30" fmla="*/ 2 w 12"/>
                  <a:gd name="T31" fmla="*/ 424 h 495"/>
                  <a:gd name="T32" fmla="*/ 4 w 12"/>
                  <a:gd name="T33" fmla="*/ 46 h 495"/>
                  <a:gd name="T34" fmla="*/ 3 w 12"/>
                  <a:gd name="T35" fmla="*/ 63 h 495"/>
                  <a:gd name="T36" fmla="*/ 12 w 12"/>
                  <a:gd name="T37" fmla="*/ 70 h 495"/>
                  <a:gd name="T38" fmla="*/ 12 w 12"/>
                  <a:gd name="T39" fmla="*/ 46 h 495"/>
                  <a:gd name="T40" fmla="*/ 4 w 12"/>
                  <a:gd name="T41" fmla="*/ 46 h 495"/>
                  <a:gd name="T42" fmla="*/ 1 w 12"/>
                  <a:gd name="T43" fmla="*/ 311 h 495"/>
                  <a:gd name="T44" fmla="*/ 12 w 12"/>
                  <a:gd name="T45" fmla="*/ 346 h 495"/>
                  <a:gd name="T46" fmla="*/ 12 w 12"/>
                  <a:gd name="T47" fmla="*/ 282 h 495"/>
                  <a:gd name="T48" fmla="*/ 1 w 12"/>
                  <a:gd name="T49" fmla="*/ 311 h 495"/>
                  <a:gd name="T50" fmla="*/ 1 w 12"/>
                  <a:gd name="T51" fmla="*/ 311 h 495"/>
                  <a:gd name="T52" fmla="*/ 1 w 12"/>
                  <a:gd name="T53" fmla="*/ 311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95">
                    <a:moveTo>
                      <a:pt x="9" y="0"/>
                    </a:moveTo>
                    <a:cubicBezTo>
                      <a:pt x="6" y="0"/>
                      <a:pt x="6" y="0"/>
                      <a:pt x="6" y="2"/>
                    </a:cubicBezTo>
                    <a:cubicBezTo>
                      <a:pt x="5" y="10"/>
                      <a:pt x="4" y="23"/>
                      <a:pt x="4" y="23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9" y="0"/>
                    </a:lnTo>
                    <a:close/>
                    <a:moveTo>
                      <a:pt x="2" y="424"/>
                    </a:moveTo>
                    <a:cubicBezTo>
                      <a:pt x="1" y="483"/>
                      <a:pt x="1" y="483"/>
                      <a:pt x="1" y="483"/>
                    </a:cubicBezTo>
                    <a:cubicBezTo>
                      <a:pt x="0" y="493"/>
                      <a:pt x="2" y="495"/>
                      <a:pt x="6" y="495"/>
                    </a:cubicBezTo>
                    <a:cubicBezTo>
                      <a:pt x="10" y="495"/>
                      <a:pt x="12" y="494"/>
                      <a:pt x="12" y="494"/>
                    </a:cubicBezTo>
                    <a:cubicBezTo>
                      <a:pt x="12" y="475"/>
                      <a:pt x="12" y="475"/>
                      <a:pt x="12" y="475"/>
                    </a:cubicBezTo>
                    <a:cubicBezTo>
                      <a:pt x="2" y="456"/>
                      <a:pt x="2" y="456"/>
                      <a:pt x="2" y="456"/>
                    </a:cubicBezTo>
                    <a:cubicBezTo>
                      <a:pt x="3" y="451"/>
                      <a:pt x="3" y="451"/>
                      <a:pt x="3" y="451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12" y="415"/>
                      <a:pt x="12" y="415"/>
                      <a:pt x="12" y="415"/>
                    </a:cubicBezTo>
                    <a:cubicBezTo>
                      <a:pt x="4" y="416"/>
                      <a:pt x="2" y="418"/>
                      <a:pt x="2" y="424"/>
                    </a:cubicBezTo>
                    <a:close/>
                    <a:moveTo>
                      <a:pt x="4" y="46"/>
                    </a:moveTo>
                    <a:cubicBezTo>
                      <a:pt x="3" y="63"/>
                      <a:pt x="3" y="63"/>
                      <a:pt x="3" y="63"/>
                    </a:cubicBezTo>
                    <a:cubicBezTo>
                      <a:pt x="3" y="67"/>
                      <a:pt x="6" y="70"/>
                      <a:pt x="12" y="70"/>
                    </a:cubicBezTo>
                    <a:cubicBezTo>
                      <a:pt x="12" y="46"/>
                      <a:pt x="12" y="46"/>
                      <a:pt x="12" y="46"/>
                    </a:cubicBezTo>
                    <a:lnTo>
                      <a:pt x="4" y="46"/>
                    </a:lnTo>
                    <a:close/>
                    <a:moveTo>
                      <a:pt x="1" y="311"/>
                    </a:moveTo>
                    <a:cubicBezTo>
                      <a:pt x="1" y="331"/>
                      <a:pt x="5" y="342"/>
                      <a:pt x="12" y="346"/>
                    </a:cubicBezTo>
                    <a:cubicBezTo>
                      <a:pt x="12" y="282"/>
                      <a:pt x="12" y="282"/>
                      <a:pt x="12" y="282"/>
                    </a:cubicBezTo>
                    <a:cubicBezTo>
                      <a:pt x="4" y="284"/>
                      <a:pt x="1" y="292"/>
                      <a:pt x="1" y="311"/>
                    </a:cubicBezTo>
                    <a:close/>
                    <a:moveTo>
                      <a:pt x="1" y="311"/>
                    </a:moveTo>
                    <a:cubicBezTo>
                      <a:pt x="1" y="311"/>
                      <a:pt x="1" y="311"/>
                      <a:pt x="1" y="3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39"/>
              <p:cNvSpPr>
                <a:spLocks noEditPoints="1"/>
              </p:cNvSpPr>
              <p:nvPr userDrawn="1"/>
            </p:nvSpPr>
            <p:spPr bwMode="auto">
              <a:xfrm>
                <a:off x="960" y="771"/>
                <a:ext cx="169" cy="1268"/>
              </a:xfrm>
              <a:custGeom>
                <a:avLst/>
                <a:gdLst>
                  <a:gd name="T0" fmla="*/ 47 w 169"/>
                  <a:gd name="T1" fmla="*/ 968 h 1268"/>
                  <a:gd name="T2" fmla="*/ 169 w 169"/>
                  <a:gd name="T3" fmla="*/ 988 h 1268"/>
                  <a:gd name="T4" fmla="*/ 145 w 169"/>
                  <a:gd name="T5" fmla="*/ 968 h 1268"/>
                  <a:gd name="T6" fmla="*/ 169 w 169"/>
                  <a:gd name="T7" fmla="*/ 948 h 1268"/>
                  <a:gd name="T8" fmla="*/ 169 w 169"/>
                  <a:gd name="T9" fmla="*/ 890 h 1268"/>
                  <a:gd name="T10" fmla="*/ 112 w 169"/>
                  <a:gd name="T11" fmla="*/ 890 h 1268"/>
                  <a:gd name="T12" fmla="*/ 125 w 169"/>
                  <a:gd name="T13" fmla="*/ 862 h 1268"/>
                  <a:gd name="T14" fmla="*/ 119 w 169"/>
                  <a:gd name="T15" fmla="*/ 794 h 1268"/>
                  <a:gd name="T16" fmla="*/ 113 w 169"/>
                  <a:gd name="T17" fmla="*/ 792 h 1268"/>
                  <a:gd name="T18" fmla="*/ 141 w 169"/>
                  <a:gd name="T19" fmla="*/ 779 h 1268"/>
                  <a:gd name="T20" fmla="*/ 169 w 169"/>
                  <a:gd name="T21" fmla="*/ 751 h 1268"/>
                  <a:gd name="T22" fmla="*/ 169 w 169"/>
                  <a:gd name="T23" fmla="*/ 638 h 1268"/>
                  <a:gd name="T24" fmla="*/ 168 w 169"/>
                  <a:gd name="T25" fmla="*/ 609 h 1268"/>
                  <a:gd name="T26" fmla="*/ 169 w 169"/>
                  <a:gd name="T27" fmla="*/ 595 h 1268"/>
                  <a:gd name="T28" fmla="*/ 165 w 169"/>
                  <a:gd name="T29" fmla="*/ 579 h 1268"/>
                  <a:gd name="T30" fmla="*/ 149 w 169"/>
                  <a:gd name="T31" fmla="*/ 587 h 1268"/>
                  <a:gd name="T32" fmla="*/ 154 w 169"/>
                  <a:gd name="T33" fmla="*/ 594 h 1268"/>
                  <a:gd name="T34" fmla="*/ 160 w 169"/>
                  <a:gd name="T35" fmla="*/ 596 h 1268"/>
                  <a:gd name="T36" fmla="*/ 132 w 169"/>
                  <a:gd name="T37" fmla="*/ 610 h 1268"/>
                  <a:gd name="T38" fmla="*/ 111 w 169"/>
                  <a:gd name="T39" fmla="*/ 595 h 1268"/>
                  <a:gd name="T40" fmla="*/ 147 w 169"/>
                  <a:gd name="T41" fmla="*/ 500 h 1268"/>
                  <a:gd name="T42" fmla="*/ 169 w 169"/>
                  <a:gd name="T43" fmla="*/ 471 h 1268"/>
                  <a:gd name="T44" fmla="*/ 114 w 169"/>
                  <a:gd name="T45" fmla="*/ 471 h 1268"/>
                  <a:gd name="T46" fmla="*/ 127 w 169"/>
                  <a:gd name="T47" fmla="*/ 443 h 1268"/>
                  <a:gd name="T48" fmla="*/ 122 w 169"/>
                  <a:gd name="T49" fmla="*/ 375 h 1268"/>
                  <a:gd name="T50" fmla="*/ 115 w 169"/>
                  <a:gd name="T51" fmla="*/ 373 h 1268"/>
                  <a:gd name="T52" fmla="*/ 145 w 169"/>
                  <a:gd name="T53" fmla="*/ 359 h 1268"/>
                  <a:gd name="T54" fmla="*/ 169 w 169"/>
                  <a:gd name="T55" fmla="*/ 324 h 1268"/>
                  <a:gd name="T56" fmla="*/ 145 w 169"/>
                  <a:gd name="T57" fmla="*/ 304 h 1268"/>
                  <a:gd name="T58" fmla="*/ 169 w 169"/>
                  <a:gd name="T59" fmla="*/ 284 h 1268"/>
                  <a:gd name="T60" fmla="*/ 167 w 169"/>
                  <a:gd name="T61" fmla="*/ 249 h 1268"/>
                  <a:gd name="T62" fmla="*/ 47 w 169"/>
                  <a:gd name="T63" fmla="*/ 49 h 1268"/>
                  <a:gd name="T64" fmla="*/ 169 w 169"/>
                  <a:gd name="T65" fmla="*/ 0 h 1268"/>
                  <a:gd name="T66" fmla="*/ 0 w 169"/>
                  <a:gd name="T67" fmla="*/ 1268 h 1268"/>
                  <a:gd name="T68" fmla="*/ 169 w 169"/>
                  <a:gd name="T69" fmla="*/ 1222 h 1268"/>
                  <a:gd name="T70" fmla="*/ 47 w 169"/>
                  <a:gd name="T71" fmla="*/ 1222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9" h="1268">
                    <a:moveTo>
                      <a:pt x="47" y="1222"/>
                    </a:moveTo>
                    <a:cubicBezTo>
                      <a:pt x="47" y="968"/>
                      <a:pt x="47" y="968"/>
                      <a:pt x="47" y="968"/>
                    </a:cubicBezTo>
                    <a:cubicBezTo>
                      <a:pt x="169" y="1022"/>
                      <a:pt x="169" y="1022"/>
                      <a:pt x="169" y="1022"/>
                    </a:cubicBezTo>
                    <a:cubicBezTo>
                      <a:pt x="169" y="988"/>
                      <a:pt x="169" y="988"/>
                      <a:pt x="169" y="988"/>
                    </a:cubicBezTo>
                    <a:cubicBezTo>
                      <a:pt x="168" y="988"/>
                      <a:pt x="167" y="988"/>
                      <a:pt x="166" y="988"/>
                    </a:cubicBezTo>
                    <a:cubicBezTo>
                      <a:pt x="154" y="988"/>
                      <a:pt x="145" y="979"/>
                      <a:pt x="145" y="968"/>
                    </a:cubicBezTo>
                    <a:cubicBezTo>
                      <a:pt x="145" y="957"/>
                      <a:pt x="154" y="948"/>
                      <a:pt x="166" y="948"/>
                    </a:cubicBezTo>
                    <a:cubicBezTo>
                      <a:pt x="167" y="948"/>
                      <a:pt x="168" y="948"/>
                      <a:pt x="169" y="948"/>
                    </a:cubicBezTo>
                    <a:cubicBezTo>
                      <a:pt x="169" y="889"/>
                      <a:pt x="169" y="889"/>
                      <a:pt x="169" y="889"/>
                    </a:cubicBezTo>
                    <a:cubicBezTo>
                      <a:pt x="169" y="890"/>
                      <a:pt x="169" y="890"/>
                      <a:pt x="169" y="890"/>
                    </a:cubicBezTo>
                    <a:cubicBezTo>
                      <a:pt x="169" y="890"/>
                      <a:pt x="148" y="889"/>
                      <a:pt x="140" y="889"/>
                    </a:cubicBezTo>
                    <a:cubicBezTo>
                      <a:pt x="130" y="889"/>
                      <a:pt x="112" y="890"/>
                      <a:pt x="112" y="890"/>
                    </a:cubicBezTo>
                    <a:cubicBezTo>
                      <a:pt x="113" y="876"/>
                      <a:pt x="113" y="876"/>
                      <a:pt x="113" y="876"/>
                    </a:cubicBezTo>
                    <a:cubicBezTo>
                      <a:pt x="122" y="874"/>
                      <a:pt x="125" y="871"/>
                      <a:pt x="125" y="862"/>
                    </a:cubicBezTo>
                    <a:cubicBezTo>
                      <a:pt x="125" y="803"/>
                      <a:pt x="125" y="803"/>
                      <a:pt x="125" y="803"/>
                    </a:cubicBezTo>
                    <a:cubicBezTo>
                      <a:pt x="125" y="796"/>
                      <a:pt x="123" y="794"/>
                      <a:pt x="119" y="794"/>
                    </a:cubicBezTo>
                    <a:cubicBezTo>
                      <a:pt x="117" y="794"/>
                      <a:pt x="114" y="794"/>
                      <a:pt x="114" y="794"/>
                    </a:cubicBezTo>
                    <a:cubicBezTo>
                      <a:pt x="113" y="792"/>
                      <a:pt x="113" y="792"/>
                      <a:pt x="113" y="792"/>
                    </a:cubicBezTo>
                    <a:cubicBezTo>
                      <a:pt x="114" y="779"/>
                      <a:pt x="114" y="779"/>
                      <a:pt x="114" y="779"/>
                    </a:cubicBezTo>
                    <a:cubicBezTo>
                      <a:pt x="114" y="779"/>
                      <a:pt x="138" y="779"/>
                      <a:pt x="141" y="779"/>
                    </a:cubicBezTo>
                    <a:cubicBezTo>
                      <a:pt x="147" y="779"/>
                      <a:pt x="163" y="779"/>
                      <a:pt x="169" y="779"/>
                    </a:cubicBezTo>
                    <a:cubicBezTo>
                      <a:pt x="169" y="751"/>
                      <a:pt x="169" y="751"/>
                      <a:pt x="169" y="751"/>
                    </a:cubicBezTo>
                    <a:cubicBezTo>
                      <a:pt x="138" y="751"/>
                      <a:pt x="119" y="731"/>
                      <a:pt x="119" y="697"/>
                    </a:cubicBezTo>
                    <a:cubicBezTo>
                      <a:pt x="119" y="662"/>
                      <a:pt x="137" y="642"/>
                      <a:pt x="169" y="638"/>
                    </a:cubicBezTo>
                    <a:cubicBezTo>
                      <a:pt x="169" y="611"/>
                      <a:pt x="169" y="611"/>
                      <a:pt x="169" y="611"/>
                    </a:cubicBezTo>
                    <a:cubicBezTo>
                      <a:pt x="168" y="609"/>
                      <a:pt x="168" y="609"/>
                      <a:pt x="168" y="609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79"/>
                      <a:pt x="169" y="579"/>
                      <a:pt x="169" y="579"/>
                    </a:cubicBezTo>
                    <a:cubicBezTo>
                      <a:pt x="165" y="579"/>
                      <a:pt x="165" y="579"/>
                      <a:pt x="165" y="579"/>
                    </a:cubicBezTo>
                    <a:cubicBezTo>
                      <a:pt x="161" y="579"/>
                      <a:pt x="156" y="579"/>
                      <a:pt x="151" y="580"/>
                    </a:cubicBezTo>
                    <a:cubicBezTo>
                      <a:pt x="149" y="587"/>
                      <a:pt x="149" y="587"/>
                      <a:pt x="149" y="587"/>
                    </a:cubicBezTo>
                    <a:cubicBezTo>
                      <a:pt x="149" y="589"/>
                      <a:pt x="149" y="590"/>
                      <a:pt x="149" y="591"/>
                    </a:cubicBezTo>
                    <a:cubicBezTo>
                      <a:pt x="149" y="594"/>
                      <a:pt x="149" y="594"/>
                      <a:pt x="154" y="594"/>
                    </a:cubicBezTo>
                    <a:cubicBezTo>
                      <a:pt x="159" y="594"/>
                      <a:pt x="159" y="594"/>
                      <a:pt x="159" y="594"/>
                    </a:cubicBezTo>
                    <a:cubicBezTo>
                      <a:pt x="160" y="596"/>
                      <a:pt x="160" y="596"/>
                      <a:pt x="160" y="596"/>
                    </a:cubicBezTo>
                    <a:cubicBezTo>
                      <a:pt x="159" y="610"/>
                      <a:pt x="159" y="610"/>
                      <a:pt x="159" y="610"/>
                    </a:cubicBezTo>
                    <a:cubicBezTo>
                      <a:pt x="159" y="610"/>
                      <a:pt x="143" y="610"/>
                      <a:pt x="132" y="610"/>
                    </a:cubicBezTo>
                    <a:cubicBezTo>
                      <a:pt x="122" y="610"/>
                      <a:pt x="110" y="610"/>
                      <a:pt x="110" y="610"/>
                    </a:cubicBezTo>
                    <a:cubicBezTo>
                      <a:pt x="111" y="595"/>
                      <a:pt x="111" y="595"/>
                      <a:pt x="111" y="595"/>
                    </a:cubicBezTo>
                    <a:cubicBezTo>
                      <a:pt x="115" y="594"/>
                      <a:pt x="118" y="591"/>
                      <a:pt x="119" y="586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169" y="499"/>
                      <a:pt x="169" y="499"/>
                      <a:pt x="169" y="499"/>
                    </a:cubicBezTo>
                    <a:cubicBezTo>
                      <a:pt x="169" y="471"/>
                      <a:pt x="169" y="471"/>
                      <a:pt x="169" y="471"/>
                    </a:cubicBezTo>
                    <a:cubicBezTo>
                      <a:pt x="161" y="471"/>
                      <a:pt x="148" y="470"/>
                      <a:pt x="145" y="470"/>
                    </a:cubicBezTo>
                    <a:cubicBezTo>
                      <a:pt x="134" y="470"/>
                      <a:pt x="114" y="471"/>
                      <a:pt x="114" y="471"/>
                    </a:cubicBezTo>
                    <a:cubicBezTo>
                      <a:pt x="115" y="456"/>
                      <a:pt x="115" y="456"/>
                      <a:pt x="115" y="456"/>
                    </a:cubicBezTo>
                    <a:cubicBezTo>
                      <a:pt x="124" y="454"/>
                      <a:pt x="127" y="452"/>
                      <a:pt x="127" y="443"/>
                    </a:cubicBezTo>
                    <a:cubicBezTo>
                      <a:pt x="127" y="382"/>
                      <a:pt x="127" y="382"/>
                      <a:pt x="127" y="382"/>
                    </a:cubicBezTo>
                    <a:cubicBezTo>
                      <a:pt x="127" y="377"/>
                      <a:pt x="125" y="375"/>
                      <a:pt x="122" y="375"/>
                    </a:cubicBezTo>
                    <a:cubicBezTo>
                      <a:pt x="120" y="375"/>
                      <a:pt x="117" y="375"/>
                      <a:pt x="117" y="375"/>
                    </a:cubicBezTo>
                    <a:cubicBezTo>
                      <a:pt x="115" y="373"/>
                      <a:pt x="115" y="373"/>
                      <a:pt x="115" y="373"/>
                    </a:cubicBezTo>
                    <a:cubicBezTo>
                      <a:pt x="117" y="359"/>
                      <a:pt x="117" y="359"/>
                      <a:pt x="117" y="359"/>
                    </a:cubicBezTo>
                    <a:cubicBezTo>
                      <a:pt x="117" y="359"/>
                      <a:pt x="140" y="359"/>
                      <a:pt x="145" y="359"/>
                    </a:cubicBezTo>
                    <a:cubicBezTo>
                      <a:pt x="149" y="359"/>
                      <a:pt x="160" y="359"/>
                      <a:pt x="169" y="359"/>
                    </a:cubicBezTo>
                    <a:cubicBezTo>
                      <a:pt x="169" y="324"/>
                      <a:pt x="169" y="324"/>
                      <a:pt x="169" y="324"/>
                    </a:cubicBezTo>
                    <a:cubicBezTo>
                      <a:pt x="168" y="324"/>
                      <a:pt x="166" y="324"/>
                      <a:pt x="165" y="324"/>
                    </a:cubicBezTo>
                    <a:cubicBezTo>
                      <a:pt x="154" y="324"/>
                      <a:pt x="145" y="315"/>
                      <a:pt x="145" y="304"/>
                    </a:cubicBezTo>
                    <a:cubicBezTo>
                      <a:pt x="145" y="293"/>
                      <a:pt x="154" y="284"/>
                      <a:pt x="165" y="284"/>
                    </a:cubicBezTo>
                    <a:cubicBezTo>
                      <a:pt x="166" y="284"/>
                      <a:pt x="167" y="284"/>
                      <a:pt x="169" y="284"/>
                    </a:cubicBezTo>
                    <a:cubicBezTo>
                      <a:pt x="169" y="250"/>
                      <a:pt x="169" y="250"/>
                      <a:pt x="169" y="250"/>
                    </a:cubicBezTo>
                    <a:cubicBezTo>
                      <a:pt x="167" y="249"/>
                      <a:pt x="167" y="249"/>
                      <a:pt x="167" y="249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68"/>
                      <a:pt x="0" y="1268"/>
                      <a:pt x="0" y="1268"/>
                    </a:cubicBezTo>
                    <a:cubicBezTo>
                      <a:pt x="169" y="1268"/>
                      <a:pt x="169" y="1268"/>
                      <a:pt x="169" y="1268"/>
                    </a:cubicBezTo>
                    <a:cubicBezTo>
                      <a:pt x="169" y="1222"/>
                      <a:pt x="169" y="1222"/>
                      <a:pt x="169" y="1222"/>
                    </a:cubicBezTo>
                    <a:cubicBezTo>
                      <a:pt x="47" y="1222"/>
                      <a:pt x="47" y="1222"/>
                      <a:pt x="47" y="1222"/>
                    </a:cubicBezTo>
                    <a:close/>
                    <a:moveTo>
                      <a:pt x="47" y="1222"/>
                    </a:moveTo>
                    <a:cubicBezTo>
                      <a:pt x="47" y="1222"/>
                      <a:pt x="47" y="1222"/>
                      <a:pt x="47" y="12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40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41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moveTo>
                      <a:pt x="12" y="0"/>
                    </a:move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42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close/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C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43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4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24" cy="570"/>
              </a:xfrm>
              <a:custGeom>
                <a:avLst/>
                <a:gdLst>
                  <a:gd name="T0" fmla="*/ 15 w 24"/>
                  <a:gd name="T1" fmla="*/ 551 h 570"/>
                  <a:gd name="T2" fmla="*/ 24 w 24"/>
                  <a:gd name="T3" fmla="*/ 570 h 570"/>
                  <a:gd name="T4" fmla="*/ 24 w 24"/>
                  <a:gd name="T5" fmla="*/ 536 h 570"/>
                  <a:gd name="T6" fmla="*/ 15 w 24"/>
                  <a:gd name="T7" fmla="*/ 546 h 570"/>
                  <a:gd name="T8" fmla="*/ 15 w 24"/>
                  <a:gd name="T9" fmla="*/ 551 h 570"/>
                  <a:gd name="T10" fmla="*/ 0 w 24"/>
                  <a:gd name="T11" fmla="*/ 20 h 570"/>
                  <a:gd name="T12" fmla="*/ 21 w 24"/>
                  <a:gd name="T13" fmla="*/ 40 h 570"/>
                  <a:gd name="T14" fmla="*/ 24 w 24"/>
                  <a:gd name="T15" fmla="*/ 39 h 570"/>
                  <a:gd name="T16" fmla="*/ 24 w 24"/>
                  <a:gd name="T17" fmla="*/ 0 h 570"/>
                  <a:gd name="T18" fmla="*/ 21 w 24"/>
                  <a:gd name="T19" fmla="*/ 0 h 570"/>
                  <a:gd name="T20" fmla="*/ 0 w 24"/>
                  <a:gd name="T21" fmla="*/ 20 h 570"/>
                  <a:gd name="T22" fmla="*/ 0 w 24"/>
                  <a:gd name="T23" fmla="*/ 20 h 570"/>
                  <a:gd name="T24" fmla="*/ 0 w 24"/>
                  <a:gd name="T25" fmla="*/ 2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570">
                    <a:moveTo>
                      <a:pt x="15" y="551"/>
                    </a:moveTo>
                    <a:cubicBezTo>
                      <a:pt x="24" y="570"/>
                      <a:pt x="24" y="570"/>
                      <a:pt x="24" y="570"/>
                    </a:cubicBezTo>
                    <a:cubicBezTo>
                      <a:pt x="24" y="536"/>
                      <a:pt x="24" y="536"/>
                      <a:pt x="24" y="536"/>
                    </a:cubicBezTo>
                    <a:cubicBezTo>
                      <a:pt x="15" y="546"/>
                      <a:pt x="15" y="546"/>
                      <a:pt x="15" y="546"/>
                    </a:cubicBezTo>
                    <a:lnTo>
                      <a:pt x="15" y="551"/>
                    </a:lnTo>
                    <a:close/>
                    <a:moveTo>
                      <a:pt x="0" y="20"/>
                    </a:moveTo>
                    <a:cubicBezTo>
                      <a:pt x="0" y="31"/>
                      <a:pt x="9" y="40"/>
                      <a:pt x="21" y="40"/>
                    </a:cubicBezTo>
                    <a:cubicBezTo>
                      <a:pt x="22" y="40"/>
                      <a:pt x="23" y="39"/>
                      <a:pt x="24" y="39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9" y="0"/>
                      <a:pt x="0" y="8"/>
                      <a:pt x="0" y="20"/>
                    </a:cubicBezTo>
                    <a:close/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Rectangle 45"/>
              <p:cNvSpPr>
                <a:spLocks noChangeArrowheads="1"/>
              </p:cNvSpPr>
              <p:nvPr userDrawn="1"/>
            </p:nvSpPr>
            <p:spPr bwMode="auto">
              <a:xfrm>
                <a:off x="1297" y="771"/>
                <a:ext cx="1" cy="1268"/>
              </a:xfrm>
              <a:prstGeom prst="rect">
                <a:avLst/>
              </a:prstGeom>
              <a:solidFill>
                <a:srgbClr val="3F2B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46"/>
              <p:cNvSpPr>
                <a:spLocks noEditPoints="1"/>
              </p:cNvSpPr>
              <p:nvPr userDrawn="1"/>
            </p:nvSpPr>
            <p:spPr bwMode="auto">
              <a:xfrm>
                <a:off x="1129" y="1300"/>
                <a:ext cx="5" cy="29"/>
              </a:xfrm>
              <a:custGeom>
                <a:avLst/>
                <a:gdLst>
                  <a:gd name="T0" fmla="*/ 0 w 5"/>
                  <a:gd name="T1" fmla="*/ 0 h 29"/>
                  <a:gd name="T2" fmla="*/ 0 w 5"/>
                  <a:gd name="T3" fmla="*/ 29 h 29"/>
                  <a:gd name="T4" fmla="*/ 5 w 5"/>
                  <a:gd name="T5" fmla="*/ 28 h 29"/>
                  <a:gd name="T6" fmla="*/ 0 w 5"/>
                  <a:gd name="T7" fmla="*/ 0 h 29"/>
                  <a:gd name="T8" fmla="*/ 0 w 5"/>
                  <a:gd name="T9" fmla="*/ 0 h 29"/>
                  <a:gd name="T10" fmla="*/ 0 w 5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9">
                    <a:moveTo>
                      <a:pt x="0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" y="29"/>
                      <a:pt x="5" y="28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47"/>
              <p:cNvSpPr>
                <a:spLocks noEditPoints="1"/>
              </p:cNvSpPr>
              <p:nvPr userDrawn="1"/>
            </p:nvSpPr>
            <p:spPr bwMode="auto">
              <a:xfrm>
                <a:off x="1129" y="1196"/>
                <a:ext cx="16" cy="24"/>
              </a:xfrm>
              <a:custGeom>
                <a:avLst/>
                <a:gdLst>
                  <a:gd name="T0" fmla="*/ 16 w 16"/>
                  <a:gd name="T1" fmla="*/ 12 h 24"/>
                  <a:gd name="T2" fmla="*/ 5 w 16"/>
                  <a:gd name="T3" fmla="*/ 0 h 24"/>
                  <a:gd name="T4" fmla="*/ 0 w 16"/>
                  <a:gd name="T5" fmla="*/ 0 h 24"/>
                  <a:gd name="T6" fmla="*/ 0 w 16"/>
                  <a:gd name="T7" fmla="*/ 24 h 24"/>
                  <a:gd name="T8" fmla="*/ 4 w 16"/>
                  <a:gd name="T9" fmla="*/ 24 h 24"/>
                  <a:gd name="T10" fmla="*/ 16 w 16"/>
                  <a:gd name="T11" fmla="*/ 12 h 24"/>
                  <a:gd name="T12" fmla="*/ 16 w 16"/>
                  <a:gd name="T13" fmla="*/ 12 h 24"/>
                  <a:gd name="T14" fmla="*/ 16 w 16"/>
                  <a:gd name="T15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4">
                    <a:moveTo>
                      <a:pt x="16" y="12"/>
                    </a:moveTo>
                    <a:cubicBezTo>
                      <a:pt x="16" y="6"/>
                      <a:pt x="12" y="2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2" y="24"/>
                      <a:pt x="4" y="24"/>
                    </a:cubicBezTo>
                    <a:cubicBezTo>
                      <a:pt x="12" y="24"/>
                      <a:pt x="16" y="20"/>
                      <a:pt x="16" y="12"/>
                    </a:cubicBezTo>
                    <a:close/>
                    <a:moveTo>
                      <a:pt x="16" y="12"/>
                    </a:move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48"/>
              <p:cNvSpPr>
                <a:spLocks noEditPoints="1"/>
              </p:cNvSpPr>
              <p:nvPr userDrawn="1"/>
            </p:nvSpPr>
            <p:spPr bwMode="auto">
              <a:xfrm>
                <a:off x="1129" y="771"/>
                <a:ext cx="169" cy="1270"/>
              </a:xfrm>
              <a:custGeom>
                <a:avLst/>
                <a:gdLst>
                  <a:gd name="T0" fmla="*/ 0 w 169"/>
                  <a:gd name="T1" fmla="*/ 49 h 1270"/>
                  <a:gd name="T2" fmla="*/ 122 w 169"/>
                  <a:gd name="T3" fmla="*/ 304 h 1270"/>
                  <a:gd name="T4" fmla="*/ 0 w 169"/>
                  <a:gd name="T5" fmla="*/ 284 h 1270"/>
                  <a:gd name="T6" fmla="*/ 0 w 169"/>
                  <a:gd name="T7" fmla="*/ 323 h 1270"/>
                  <a:gd name="T8" fmla="*/ 9 w 169"/>
                  <a:gd name="T9" fmla="*/ 358 h 1270"/>
                  <a:gd name="T10" fmla="*/ 32 w 169"/>
                  <a:gd name="T11" fmla="*/ 411 h 1270"/>
                  <a:gd name="T12" fmla="*/ 4 w 169"/>
                  <a:gd name="T13" fmla="*/ 471 h 1270"/>
                  <a:gd name="T14" fmla="*/ 0 w 169"/>
                  <a:gd name="T15" fmla="*/ 498 h 1270"/>
                  <a:gd name="T16" fmla="*/ 26 w 169"/>
                  <a:gd name="T17" fmla="*/ 499 h 1270"/>
                  <a:gd name="T18" fmla="*/ 57 w 169"/>
                  <a:gd name="T19" fmla="*/ 594 h 1270"/>
                  <a:gd name="T20" fmla="*/ 57 w 169"/>
                  <a:gd name="T21" fmla="*/ 610 h 1270"/>
                  <a:gd name="T22" fmla="*/ 0 w 169"/>
                  <a:gd name="T23" fmla="*/ 610 h 1270"/>
                  <a:gd name="T24" fmla="*/ 11 w 169"/>
                  <a:gd name="T25" fmla="*/ 637 h 1270"/>
                  <a:gd name="T26" fmla="*/ 48 w 169"/>
                  <a:gd name="T27" fmla="*/ 645 h 1270"/>
                  <a:gd name="T28" fmla="*/ 17 w 169"/>
                  <a:gd name="T29" fmla="*/ 683 h 1270"/>
                  <a:gd name="T30" fmla="*/ 5 w 169"/>
                  <a:gd name="T31" fmla="*/ 661 h 1270"/>
                  <a:gd name="T32" fmla="*/ 0 w 169"/>
                  <a:gd name="T33" fmla="*/ 726 h 1270"/>
                  <a:gd name="T34" fmla="*/ 20 w 169"/>
                  <a:gd name="T35" fmla="*/ 708 h 1270"/>
                  <a:gd name="T36" fmla="*/ 44 w 169"/>
                  <a:gd name="T37" fmla="*/ 742 h 1270"/>
                  <a:gd name="T38" fmla="*/ 1 w 169"/>
                  <a:gd name="T39" fmla="*/ 751 h 1270"/>
                  <a:gd name="T40" fmla="*/ 0 w 169"/>
                  <a:gd name="T41" fmla="*/ 779 h 1270"/>
                  <a:gd name="T42" fmla="*/ 1 w 169"/>
                  <a:gd name="T43" fmla="*/ 794 h 1270"/>
                  <a:gd name="T44" fmla="*/ 0 w 169"/>
                  <a:gd name="T45" fmla="*/ 820 h 1270"/>
                  <a:gd name="T46" fmla="*/ 14 w 169"/>
                  <a:gd name="T47" fmla="*/ 800 h 1270"/>
                  <a:gd name="T48" fmla="*/ 6 w 169"/>
                  <a:gd name="T49" fmla="*/ 793 h 1270"/>
                  <a:gd name="T50" fmla="*/ 32 w 169"/>
                  <a:gd name="T51" fmla="*/ 779 h 1270"/>
                  <a:gd name="T52" fmla="*/ 58 w 169"/>
                  <a:gd name="T53" fmla="*/ 781 h 1270"/>
                  <a:gd name="T54" fmla="*/ 32 w 169"/>
                  <a:gd name="T55" fmla="*/ 819 h 1270"/>
                  <a:gd name="T56" fmla="*/ 41 w 169"/>
                  <a:gd name="T57" fmla="*/ 860 h 1270"/>
                  <a:gd name="T58" fmla="*/ 59 w 169"/>
                  <a:gd name="T59" fmla="*/ 878 h 1270"/>
                  <a:gd name="T60" fmla="*/ 31 w 169"/>
                  <a:gd name="T61" fmla="*/ 892 h 1270"/>
                  <a:gd name="T62" fmla="*/ 0 w 169"/>
                  <a:gd name="T63" fmla="*/ 854 h 1270"/>
                  <a:gd name="T64" fmla="*/ 2 w 169"/>
                  <a:gd name="T65" fmla="*/ 876 h 1270"/>
                  <a:gd name="T66" fmla="*/ 0 w 169"/>
                  <a:gd name="T67" fmla="*/ 949 h 1270"/>
                  <a:gd name="T68" fmla="*/ 0 w 169"/>
                  <a:gd name="T69" fmla="*/ 988 h 1270"/>
                  <a:gd name="T70" fmla="*/ 2 w 169"/>
                  <a:gd name="T71" fmla="*/ 1024 h 1270"/>
                  <a:gd name="T72" fmla="*/ 122 w 169"/>
                  <a:gd name="T73" fmla="*/ 1224 h 1270"/>
                  <a:gd name="T74" fmla="*/ 0 w 169"/>
                  <a:gd name="T75" fmla="*/ 1270 h 1270"/>
                  <a:gd name="T76" fmla="*/ 169 w 169"/>
                  <a:gd name="T77" fmla="*/ 0 h 1270"/>
                  <a:gd name="T78" fmla="*/ 0 w 169"/>
                  <a:gd name="T79" fmla="*/ 0 h 1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9" h="1270">
                    <a:moveTo>
                      <a:pt x="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304"/>
                      <a:pt x="122" y="304"/>
                      <a:pt x="122" y="304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9" y="285"/>
                      <a:pt x="17" y="294"/>
                      <a:pt x="17" y="304"/>
                    </a:cubicBezTo>
                    <a:cubicBezTo>
                      <a:pt x="17" y="313"/>
                      <a:pt x="9" y="322"/>
                      <a:pt x="0" y="323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5" y="358"/>
                      <a:pt x="9" y="358"/>
                      <a:pt x="9" y="358"/>
                    </a:cubicBezTo>
                    <a:cubicBezTo>
                      <a:pt x="35" y="358"/>
                      <a:pt x="48" y="367"/>
                      <a:pt x="48" y="385"/>
                    </a:cubicBezTo>
                    <a:cubicBezTo>
                      <a:pt x="48" y="397"/>
                      <a:pt x="40" y="405"/>
                      <a:pt x="32" y="411"/>
                    </a:cubicBezTo>
                    <a:cubicBezTo>
                      <a:pt x="42" y="414"/>
                      <a:pt x="53" y="420"/>
                      <a:pt x="53" y="435"/>
                    </a:cubicBezTo>
                    <a:cubicBezTo>
                      <a:pt x="53" y="459"/>
                      <a:pt x="37" y="471"/>
                      <a:pt x="4" y="471"/>
                    </a:cubicBezTo>
                    <a:cubicBezTo>
                      <a:pt x="3" y="471"/>
                      <a:pt x="2" y="471"/>
                      <a:pt x="0" y="471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23" y="497"/>
                      <a:pt x="23" y="497"/>
                      <a:pt x="23" y="497"/>
                    </a:cubicBezTo>
                    <a:cubicBezTo>
                      <a:pt x="26" y="499"/>
                      <a:pt x="26" y="499"/>
                      <a:pt x="26" y="499"/>
                    </a:cubicBezTo>
                    <a:cubicBezTo>
                      <a:pt x="26" y="499"/>
                      <a:pt x="42" y="565"/>
                      <a:pt x="47" y="583"/>
                    </a:cubicBezTo>
                    <a:cubicBezTo>
                      <a:pt x="49" y="591"/>
                      <a:pt x="52" y="594"/>
                      <a:pt x="57" y="594"/>
                    </a:cubicBezTo>
                    <a:cubicBezTo>
                      <a:pt x="58" y="596"/>
                      <a:pt x="58" y="596"/>
                      <a:pt x="58" y="596"/>
                    </a:cubicBezTo>
                    <a:cubicBezTo>
                      <a:pt x="57" y="610"/>
                      <a:pt x="57" y="610"/>
                      <a:pt x="57" y="610"/>
                    </a:cubicBezTo>
                    <a:cubicBezTo>
                      <a:pt x="57" y="610"/>
                      <a:pt x="42" y="609"/>
                      <a:pt x="33" y="609"/>
                    </a:cubicBezTo>
                    <a:cubicBezTo>
                      <a:pt x="17" y="609"/>
                      <a:pt x="0" y="610"/>
                      <a:pt x="0" y="610"/>
                    </a:cubicBezTo>
                    <a:cubicBezTo>
                      <a:pt x="0" y="638"/>
                      <a:pt x="0" y="638"/>
                      <a:pt x="0" y="638"/>
                    </a:cubicBezTo>
                    <a:cubicBezTo>
                      <a:pt x="3" y="637"/>
                      <a:pt x="7" y="637"/>
                      <a:pt x="11" y="637"/>
                    </a:cubicBezTo>
                    <a:cubicBezTo>
                      <a:pt x="25" y="637"/>
                      <a:pt x="46" y="642"/>
                      <a:pt x="46" y="642"/>
                    </a:cubicBezTo>
                    <a:cubicBezTo>
                      <a:pt x="48" y="645"/>
                      <a:pt x="48" y="645"/>
                      <a:pt x="48" y="645"/>
                    </a:cubicBezTo>
                    <a:cubicBezTo>
                      <a:pt x="48" y="645"/>
                      <a:pt x="44" y="660"/>
                      <a:pt x="43" y="681"/>
                    </a:cubicBezTo>
                    <a:cubicBezTo>
                      <a:pt x="17" y="683"/>
                      <a:pt x="17" y="683"/>
                      <a:pt x="17" y="683"/>
                    </a:cubicBezTo>
                    <a:cubicBezTo>
                      <a:pt x="17" y="683"/>
                      <a:pt x="17" y="678"/>
                      <a:pt x="17" y="673"/>
                    </a:cubicBezTo>
                    <a:cubicBezTo>
                      <a:pt x="17" y="664"/>
                      <a:pt x="14" y="661"/>
                      <a:pt x="5" y="661"/>
                    </a:cubicBezTo>
                    <a:cubicBezTo>
                      <a:pt x="3" y="661"/>
                      <a:pt x="2" y="661"/>
                      <a:pt x="0" y="661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2" y="727"/>
                      <a:pt x="4" y="727"/>
                      <a:pt x="6" y="727"/>
                    </a:cubicBezTo>
                    <a:cubicBezTo>
                      <a:pt x="15" y="727"/>
                      <a:pt x="19" y="722"/>
                      <a:pt x="20" y="708"/>
                    </a:cubicBezTo>
                    <a:cubicBezTo>
                      <a:pt x="46" y="706"/>
                      <a:pt x="46" y="706"/>
                      <a:pt x="46" y="706"/>
                    </a:cubicBezTo>
                    <a:cubicBezTo>
                      <a:pt x="46" y="706"/>
                      <a:pt x="44" y="726"/>
                      <a:pt x="44" y="742"/>
                    </a:cubicBezTo>
                    <a:cubicBezTo>
                      <a:pt x="42" y="745"/>
                      <a:pt x="42" y="745"/>
                      <a:pt x="42" y="745"/>
                    </a:cubicBezTo>
                    <a:cubicBezTo>
                      <a:pt x="42" y="745"/>
                      <a:pt x="23" y="751"/>
                      <a:pt x="1" y="751"/>
                    </a:cubicBezTo>
                    <a:cubicBezTo>
                      <a:pt x="0" y="751"/>
                      <a:pt x="0" y="751"/>
                      <a:pt x="0" y="751"/>
                    </a:cubicBezTo>
                    <a:cubicBezTo>
                      <a:pt x="0" y="779"/>
                      <a:pt x="0" y="779"/>
                      <a:pt x="0" y="779"/>
                    </a:cubicBezTo>
                    <a:cubicBezTo>
                      <a:pt x="2" y="779"/>
                      <a:pt x="2" y="779"/>
                      <a:pt x="2" y="779"/>
                    </a:cubicBezTo>
                    <a:cubicBezTo>
                      <a:pt x="1" y="794"/>
                      <a:pt x="1" y="794"/>
                      <a:pt x="1" y="794"/>
                    </a:cubicBezTo>
                    <a:cubicBezTo>
                      <a:pt x="0" y="794"/>
                      <a:pt x="0" y="794"/>
                      <a:pt x="0" y="794"/>
                    </a:cubicBezTo>
                    <a:cubicBezTo>
                      <a:pt x="0" y="820"/>
                      <a:pt x="0" y="820"/>
                      <a:pt x="0" y="820"/>
                    </a:cubicBezTo>
                    <a:cubicBezTo>
                      <a:pt x="11" y="808"/>
                      <a:pt x="11" y="808"/>
                      <a:pt x="11" y="808"/>
                    </a:cubicBezTo>
                    <a:cubicBezTo>
                      <a:pt x="13" y="805"/>
                      <a:pt x="14" y="802"/>
                      <a:pt x="14" y="800"/>
                    </a:cubicBezTo>
                    <a:cubicBezTo>
                      <a:pt x="14" y="796"/>
                      <a:pt x="12" y="795"/>
                      <a:pt x="7" y="794"/>
                    </a:cubicBezTo>
                    <a:cubicBezTo>
                      <a:pt x="6" y="793"/>
                      <a:pt x="6" y="793"/>
                      <a:pt x="6" y="793"/>
                    </a:cubicBezTo>
                    <a:cubicBezTo>
                      <a:pt x="8" y="779"/>
                      <a:pt x="8" y="779"/>
                      <a:pt x="8" y="779"/>
                    </a:cubicBezTo>
                    <a:cubicBezTo>
                      <a:pt x="8" y="779"/>
                      <a:pt x="24" y="779"/>
                      <a:pt x="32" y="779"/>
                    </a:cubicBezTo>
                    <a:cubicBezTo>
                      <a:pt x="39" y="779"/>
                      <a:pt x="57" y="778"/>
                      <a:pt x="57" y="778"/>
                    </a:cubicBezTo>
                    <a:cubicBezTo>
                      <a:pt x="58" y="781"/>
                      <a:pt x="58" y="781"/>
                      <a:pt x="58" y="781"/>
                    </a:cubicBezTo>
                    <a:cubicBezTo>
                      <a:pt x="57" y="794"/>
                      <a:pt x="57" y="794"/>
                      <a:pt x="57" y="794"/>
                    </a:cubicBezTo>
                    <a:cubicBezTo>
                      <a:pt x="49" y="799"/>
                      <a:pt x="41" y="806"/>
                      <a:pt x="32" y="819"/>
                    </a:cubicBezTo>
                    <a:cubicBezTo>
                      <a:pt x="25" y="829"/>
                      <a:pt x="25" y="829"/>
                      <a:pt x="25" y="829"/>
                    </a:cubicBezTo>
                    <a:cubicBezTo>
                      <a:pt x="41" y="860"/>
                      <a:pt x="41" y="860"/>
                      <a:pt x="41" y="860"/>
                    </a:cubicBezTo>
                    <a:cubicBezTo>
                      <a:pt x="46" y="870"/>
                      <a:pt x="50" y="875"/>
                      <a:pt x="58" y="875"/>
                    </a:cubicBezTo>
                    <a:cubicBezTo>
                      <a:pt x="59" y="878"/>
                      <a:pt x="59" y="878"/>
                      <a:pt x="59" y="878"/>
                    </a:cubicBezTo>
                    <a:cubicBezTo>
                      <a:pt x="58" y="891"/>
                      <a:pt x="58" y="891"/>
                      <a:pt x="58" y="891"/>
                    </a:cubicBezTo>
                    <a:cubicBezTo>
                      <a:pt x="58" y="891"/>
                      <a:pt x="36" y="892"/>
                      <a:pt x="31" y="892"/>
                    </a:cubicBezTo>
                    <a:cubicBezTo>
                      <a:pt x="23" y="892"/>
                      <a:pt x="18" y="889"/>
                      <a:pt x="13" y="879"/>
                    </a:cubicBezTo>
                    <a:cubicBezTo>
                      <a:pt x="0" y="854"/>
                      <a:pt x="0" y="854"/>
                      <a:pt x="0" y="854"/>
                    </a:cubicBezTo>
                    <a:cubicBezTo>
                      <a:pt x="0" y="875"/>
                      <a:pt x="0" y="875"/>
                      <a:pt x="0" y="875"/>
                    </a:cubicBezTo>
                    <a:cubicBezTo>
                      <a:pt x="2" y="876"/>
                      <a:pt x="2" y="876"/>
                      <a:pt x="2" y="876"/>
                    </a:cubicBezTo>
                    <a:cubicBezTo>
                      <a:pt x="0" y="889"/>
                      <a:pt x="0" y="889"/>
                      <a:pt x="0" y="889"/>
                    </a:cubicBezTo>
                    <a:cubicBezTo>
                      <a:pt x="0" y="949"/>
                      <a:pt x="0" y="949"/>
                      <a:pt x="0" y="949"/>
                    </a:cubicBezTo>
                    <a:cubicBezTo>
                      <a:pt x="10" y="950"/>
                      <a:pt x="17" y="959"/>
                      <a:pt x="17" y="969"/>
                    </a:cubicBezTo>
                    <a:cubicBezTo>
                      <a:pt x="17" y="979"/>
                      <a:pt x="10" y="987"/>
                      <a:pt x="0" y="988"/>
                    </a:cubicBezTo>
                    <a:cubicBezTo>
                      <a:pt x="0" y="1023"/>
                      <a:pt x="0" y="1023"/>
                      <a:pt x="0" y="1023"/>
                    </a:cubicBezTo>
                    <a:cubicBezTo>
                      <a:pt x="2" y="1024"/>
                      <a:pt x="2" y="1024"/>
                      <a:pt x="2" y="1024"/>
                    </a:cubicBezTo>
                    <a:cubicBezTo>
                      <a:pt x="122" y="969"/>
                      <a:pt x="122" y="969"/>
                      <a:pt x="122" y="969"/>
                    </a:cubicBezTo>
                    <a:cubicBezTo>
                      <a:pt x="122" y="1224"/>
                      <a:pt x="122" y="1224"/>
                      <a:pt x="122" y="1224"/>
                    </a:cubicBezTo>
                    <a:cubicBezTo>
                      <a:pt x="0" y="1224"/>
                      <a:pt x="0" y="1224"/>
                      <a:pt x="0" y="1224"/>
                    </a:cubicBezTo>
                    <a:cubicBezTo>
                      <a:pt x="0" y="1270"/>
                      <a:pt x="0" y="1270"/>
                      <a:pt x="0" y="1270"/>
                    </a:cubicBezTo>
                    <a:cubicBezTo>
                      <a:pt x="169" y="1270"/>
                      <a:pt x="169" y="1270"/>
                      <a:pt x="169" y="1270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49"/>
              <p:cNvSpPr>
                <a:spLocks noEditPoints="1"/>
              </p:cNvSpPr>
              <p:nvPr userDrawn="1"/>
            </p:nvSpPr>
            <p:spPr bwMode="auto">
              <a:xfrm>
                <a:off x="1129" y="1350"/>
                <a:ext cx="11" cy="15"/>
              </a:xfrm>
              <a:custGeom>
                <a:avLst/>
                <a:gdLst>
                  <a:gd name="T0" fmla="*/ 11 w 11"/>
                  <a:gd name="T1" fmla="*/ 9 h 15"/>
                  <a:gd name="T2" fmla="*/ 10 w 11"/>
                  <a:gd name="T3" fmla="*/ 6 h 15"/>
                  <a:gd name="T4" fmla="*/ 9 w 11"/>
                  <a:gd name="T5" fmla="*/ 0 h 15"/>
                  <a:gd name="T6" fmla="*/ 0 w 11"/>
                  <a:gd name="T7" fmla="*/ 0 h 15"/>
                  <a:gd name="T8" fmla="*/ 0 w 11"/>
                  <a:gd name="T9" fmla="*/ 15 h 15"/>
                  <a:gd name="T10" fmla="*/ 11 w 11"/>
                  <a:gd name="T11" fmla="*/ 9 h 15"/>
                  <a:gd name="T12" fmla="*/ 11 w 11"/>
                  <a:gd name="T13" fmla="*/ 9 h 15"/>
                  <a:gd name="T14" fmla="*/ 11 w 11"/>
                  <a:gd name="T15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5">
                    <a:moveTo>
                      <a:pt x="11" y="9"/>
                    </a:moveTo>
                    <a:cubicBezTo>
                      <a:pt x="11" y="9"/>
                      <a:pt x="10" y="8"/>
                      <a:pt x="10" y="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14"/>
                      <a:pt x="11" y="14"/>
                      <a:pt x="11" y="9"/>
                    </a:cubicBezTo>
                    <a:close/>
                    <a:moveTo>
                      <a:pt x="11" y="9"/>
                    </a:moveTo>
                    <a:cubicBezTo>
                      <a:pt x="11" y="9"/>
                      <a:pt x="11" y="9"/>
                      <a:pt x="11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50"/>
              <p:cNvSpPr>
                <a:spLocks noEditPoints="1"/>
              </p:cNvSpPr>
              <p:nvPr userDrawn="1"/>
            </p:nvSpPr>
            <p:spPr bwMode="auto">
              <a:xfrm>
                <a:off x="1129" y="1150"/>
                <a:ext cx="13" cy="26"/>
              </a:xfrm>
              <a:custGeom>
                <a:avLst/>
                <a:gdLst>
                  <a:gd name="T0" fmla="*/ 13 w 13"/>
                  <a:gd name="T1" fmla="*/ 12 h 26"/>
                  <a:gd name="T2" fmla="*/ 0 w 13"/>
                  <a:gd name="T3" fmla="*/ 0 h 26"/>
                  <a:gd name="T4" fmla="*/ 0 w 13"/>
                  <a:gd name="T5" fmla="*/ 25 h 26"/>
                  <a:gd name="T6" fmla="*/ 6 w 13"/>
                  <a:gd name="T7" fmla="*/ 26 h 26"/>
                  <a:gd name="T8" fmla="*/ 13 w 13"/>
                  <a:gd name="T9" fmla="*/ 12 h 26"/>
                  <a:gd name="T10" fmla="*/ 13 w 13"/>
                  <a:gd name="T11" fmla="*/ 12 h 26"/>
                  <a:gd name="T12" fmla="*/ 13 w 13"/>
                  <a:gd name="T1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6">
                    <a:moveTo>
                      <a:pt x="13" y="12"/>
                    </a:moveTo>
                    <a:cubicBezTo>
                      <a:pt x="13" y="4"/>
                      <a:pt x="9" y="1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" y="25"/>
                      <a:pt x="4" y="26"/>
                      <a:pt x="6" y="26"/>
                    </a:cubicBezTo>
                    <a:cubicBezTo>
                      <a:pt x="6" y="26"/>
                      <a:pt x="13" y="21"/>
                      <a:pt x="13" y="12"/>
                    </a:cubicBezTo>
                    <a:close/>
                    <a:moveTo>
                      <a:pt x="13" y="12"/>
                    </a:moveTo>
                    <a:cubicBezTo>
                      <a:pt x="13" y="12"/>
                      <a:pt x="13" y="12"/>
                      <a:pt x="13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51"/>
              <p:cNvSpPr>
                <a:spLocks noEditPoints="1"/>
              </p:cNvSpPr>
              <p:nvPr userDrawn="1"/>
            </p:nvSpPr>
            <p:spPr bwMode="auto">
              <a:xfrm>
                <a:off x="1070" y="1129"/>
                <a:ext cx="117" cy="534"/>
              </a:xfrm>
              <a:custGeom>
                <a:avLst/>
                <a:gdLst>
                  <a:gd name="T0" fmla="*/ 68 w 117"/>
                  <a:gd name="T1" fmla="*/ 0 h 534"/>
                  <a:gd name="T2" fmla="*/ 7 w 117"/>
                  <a:gd name="T3" fmla="*/ 1 h 534"/>
                  <a:gd name="T4" fmla="*/ 12 w 117"/>
                  <a:gd name="T5" fmla="*/ 16 h 534"/>
                  <a:gd name="T6" fmla="*/ 5 w 117"/>
                  <a:gd name="T7" fmla="*/ 97 h 534"/>
                  <a:gd name="T8" fmla="*/ 59 w 117"/>
                  <a:gd name="T9" fmla="*/ 113 h 534"/>
                  <a:gd name="T10" fmla="*/ 90 w 117"/>
                  <a:gd name="T11" fmla="*/ 53 h 534"/>
                  <a:gd name="T12" fmla="*/ 59 w 117"/>
                  <a:gd name="T13" fmla="*/ 21 h 534"/>
                  <a:gd name="T14" fmla="*/ 59 w 117"/>
                  <a:gd name="T15" fmla="*/ 46 h 534"/>
                  <a:gd name="T16" fmla="*/ 62 w 117"/>
                  <a:gd name="T17" fmla="*/ 91 h 534"/>
                  <a:gd name="T18" fmla="*/ 51 w 117"/>
                  <a:gd name="T19" fmla="*/ 67 h 534"/>
                  <a:gd name="T20" fmla="*/ 62 w 117"/>
                  <a:gd name="T21" fmla="*/ 91 h 534"/>
                  <a:gd name="T22" fmla="*/ 84 w 117"/>
                  <a:gd name="T23" fmla="*/ 141 h 534"/>
                  <a:gd name="T24" fmla="*/ 37 w 117"/>
                  <a:gd name="T25" fmla="*/ 141 h 534"/>
                  <a:gd name="T26" fmla="*/ 0 w 117"/>
                  <a:gd name="T27" fmla="*/ 251 h 534"/>
                  <a:gd name="T28" fmla="*/ 50 w 117"/>
                  <a:gd name="T29" fmla="*/ 237 h 534"/>
                  <a:gd name="T30" fmla="*/ 39 w 117"/>
                  <a:gd name="T31" fmla="*/ 232 h 534"/>
                  <a:gd name="T32" fmla="*/ 55 w 117"/>
                  <a:gd name="T33" fmla="*/ 220 h 534"/>
                  <a:gd name="T34" fmla="*/ 69 w 117"/>
                  <a:gd name="T35" fmla="*/ 227 h 534"/>
                  <a:gd name="T36" fmla="*/ 59 w 117"/>
                  <a:gd name="T37" fmla="*/ 251 h 534"/>
                  <a:gd name="T38" fmla="*/ 117 w 117"/>
                  <a:gd name="T39" fmla="*/ 237 h 534"/>
                  <a:gd name="T40" fmla="*/ 47 w 117"/>
                  <a:gd name="T41" fmla="*/ 200 h 534"/>
                  <a:gd name="T42" fmla="*/ 59 w 117"/>
                  <a:gd name="T43" fmla="*/ 171 h 534"/>
                  <a:gd name="T44" fmla="*/ 60 w 117"/>
                  <a:gd name="T45" fmla="*/ 517 h 534"/>
                  <a:gd name="T46" fmla="*/ 60 w 117"/>
                  <a:gd name="T47" fmla="*/ 517 h 534"/>
                  <a:gd name="T48" fmla="*/ 59 w 117"/>
                  <a:gd name="T49" fmla="*/ 420 h 534"/>
                  <a:gd name="T50" fmla="*/ 48 w 117"/>
                  <a:gd name="T51" fmla="*/ 504 h 534"/>
                  <a:gd name="T52" fmla="*/ 59 w 117"/>
                  <a:gd name="T53" fmla="*/ 420 h 534"/>
                  <a:gd name="T54" fmla="*/ 2 w 117"/>
                  <a:gd name="T55" fmla="*/ 433 h 534"/>
                  <a:gd name="T56" fmla="*/ 14 w 117"/>
                  <a:gd name="T57" fmla="*/ 444 h 534"/>
                  <a:gd name="T58" fmla="*/ 2 w 117"/>
                  <a:gd name="T59" fmla="*/ 531 h 534"/>
                  <a:gd name="T60" fmla="*/ 59 w 117"/>
                  <a:gd name="T61" fmla="*/ 515 h 534"/>
                  <a:gd name="T62" fmla="*/ 59 w 117"/>
                  <a:gd name="T63" fmla="*/ 393 h 534"/>
                  <a:gd name="T64" fmla="*/ 102 w 117"/>
                  <a:gd name="T65" fmla="*/ 383 h 534"/>
                  <a:gd name="T66" fmla="*/ 65 w 117"/>
                  <a:gd name="T67" fmla="*/ 369 h 534"/>
                  <a:gd name="T68" fmla="*/ 59 w 117"/>
                  <a:gd name="T69" fmla="*/ 303 h 534"/>
                  <a:gd name="T70" fmla="*/ 75 w 117"/>
                  <a:gd name="T71" fmla="*/ 324 h 534"/>
                  <a:gd name="T72" fmla="*/ 105 w 117"/>
                  <a:gd name="T73" fmla="*/ 283 h 534"/>
                  <a:gd name="T74" fmla="*/ 9 w 117"/>
                  <a:gd name="T75" fmla="*/ 338 h 534"/>
                  <a:gd name="T76" fmla="*/ 99 w 117"/>
                  <a:gd name="T77" fmla="*/ 501 h 534"/>
                  <a:gd name="T78" fmla="*/ 115 w 117"/>
                  <a:gd name="T79" fmla="*/ 435 h 534"/>
                  <a:gd name="T80" fmla="*/ 91 w 117"/>
                  <a:gd name="T81" fmla="*/ 420 h 534"/>
                  <a:gd name="T82" fmla="*/ 66 w 117"/>
                  <a:gd name="T83" fmla="*/ 436 h 534"/>
                  <a:gd name="T84" fmla="*/ 59 w 117"/>
                  <a:gd name="T85" fmla="*/ 461 h 534"/>
                  <a:gd name="T86" fmla="*/ 90 w 117"/>
                  <a:gd name="T87" fmla="*/ 534 h 534"/>
                  <a:gd name="T88" fmla="*/ 116 w 117"/>
                  <a:gd name="T89" fmla="*/ 51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534">
                    <a:moveTo>
                      <a:pt x="90" y="53"/>
                    </a:moveTo>
                    <a:cubicBezTo>
                      <a:pt x="99" y="47"/>
                      <a:pt x="107" y="39"/>
                      <a:pt x="107" y="27"/>
                    </a:cubicBezTo>
                    <a:cubicBezTo>
                      <a:pt x="107" y="9"/>
                      <a:pt x="93" y="0"/>
                      <a:pt x="68" y="0"/>
                    </a:cubicBezTo>
                    <a:cubicBezTo>
                      <a:pt x="68" y="0"/>
                      <a:pt x="64" y="0"/>
                      <a:pt x="59" y="0"/>
                    </a:cubicBezTo>
                    <a:cubicBezTo>
                      <a:pt x="50" y="0"/>
                      <a:pt x="39" y="1"/>
                      <a:pt x="35" y="1"/>
                    </a:cubicBezTo>
                    <a:cubicBezTo>
                      <a:pt x="30" y="1"/>
                      <a:pt x="7" y="1"/>
                      <a:pt x="7" y="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11" y="16"/>
                      <a:pt x="12" y="16"/>
                    </a:cubicBezTo>
                    <a:cubicBezTo>
                      <a:pt x="15" y="16"/>
                      <a:pt x="17" y="19"/>
                      <a:pt x="17" y="24"/>
                    </a:cubicBezTo>
                    <a:cubicBezTo>
                      <a:pt x="17" y="85"/>
                      <a:pt x="17" y="85"/>
                      <a:pt x="17" y="85"/>
                    </a:cubicBezTo>
                    <a:cubicBezTo>
                      <a:pt x="17" y="93"/>
                      <a:pt x="14" y="95"/>
                      <a:pt x="5" y="97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24" y="111"/>
                      <a:pt x="35" y="111"/>
                    </a:cubicBezTo>
                    <a:cubicBezTo>
                      <a:pt x="38" y="111"/>
                      <a:pt x="51" y="112"/>
                      <a:pt x="59" y="113"/>
                    </a:cubicBezTo>
                    <a:cubicBezTo>
                      <a:pt x="60" y="113"/>
                      <a:pt x="62" y="113"/>
                      <a:pt x="63" y="113"/>
                    </a:cubicBezTo>
                    <a:cubicBezTo>
                      <a:pt x="95" y="113"/>
                      <a:pt x="112" y="101"/>
                      <a:pt x="112" y="77"/>
                    </a:cubicBezTo>
                    <a:cubicBezTo>
                      <a:pt x="112" y="62"/>
                      <a:pt x="101" y="56"/>
                      <a:pt x="90" y="53"/>
                    </a:cubicBezTo>
                    <a:close/>
                    <a:moveTo>
                      <a:pt x="53" y="23"/>
                    </a:moveTo>
                    <a:cubicBezTo>
                      <a:pt x="53" y="21"/>
                      <a:pt x="53" y="21"/>
                      <a:pt x="56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8" y="21"/>
                      <a:pt x="72" y="25"/>
                      <a:pt x="72" y="32"/>
                    </a:cubicBezTo>
                    <a:cubicBezTo>
                      <a:pt x="72" y="41"/>
                      <a:pt x="65" y="46"/>
                      <a:pt x="65" y="46"/>
                    </a:cubicBezTo>
                    <a:cubicBezTo>
                      <a:pt x="64" y="46"/>
                      <a:pt x="61" y="46"/>
                      <a:pt x="59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1" y="44"/>
                      <a:pt x="52" y="31"/>
                      <a:pt x="53" y="23"/>
                    </a:cubicBezTo>
                    <a:close/>
                    <a:moveTo>
                      <a:pt x="62" y="91"/>
                    </a:moveTo>
                    <a:cubicBezTo>
                      <a:pt x="61" y="91"/>
                      <a:pt x="60" y="91"/>
                      <a:pt x="59" y="91"/>
                    </a:cubicBezTo>
                    <a:cubicBezTo>
                      <a:pt x="53" y="91"/>
                      <a:pt x="50" y="88"/>
                      <a:pt x="50" y="84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1" y="69"/>
                      <a:pt x="75" y="73"/>
                      <a:pt x="75" y="79"/>
                    </a:cubicBezTo>
                    <a:cubicBezTo>
                      <a:pt x="75" y="87"/>
                      <a:pt x="71" y="91"/>
                      <a:pt x="62" y="91"/>
                    </a:cubicBezTo>
                    <a:close/>
                    <a:moveTo>
                      <a:pt x="116" y="236"/>
                    </a:moveTo>
                    <a:cubicBezTo>
                      <a:pt x="110" y="236"/>
                      <a:pt x="108" y="232"/>
                      <a:pt x="105" y="225"/>
                    </a:cubicBezTo>
                    <a:cubicBezTo>
                      <a:pt x="100" y="206"/>
                      <a:pt x="84" y="141"/>
                      <a:pt x="84" y="141"/>
                    </a:cubicBezTo>
                    <a:cubicBezTo>
                      <a:pt x="82" y="139"/>
                      <a:pt x="82" y="139"/>
                      <a:pt x="82" y="139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9" y="227"/>
                      <a:pt x="9" y="227"/>
                      <a:pt x="9" y="227"/>
                    </a:cubicBezTo>
                    <a:cubicBezTo>
                      <a:pt x="8" y="232"/>
                      <a:pt x="5" y="235"/>
                      <a:pt x="1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251"/>
                      <a:pt x="12" y="251"/>
                      <a:pt x="22" y="251"/>
                    </a:cubicBezTo>
                    <a:cubicBezTo>
                      <a:pt x="33" y="251"/>
                      <a:pt x="49" y="251"/>
                      <a:pt x="49" y="251"/>
                    </a:cubicBezTo>
                    <a:cubicBezTo>
                      <a:pt x="50" y="237"/>
                      <a:pt x="50" y="237"/>
                      <a:pt x="50" y="237"/>
                    </a:cubicBezTo>
                    <a:cubicBezTo>
                      <a:pt x="49" y="236"/>
                      <a:pt x="49" y="236"/>
                      <a:pt x="49" y="236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40" y="236"/>
                      <a:pt x="39" y="235"/>
                      <a:pt x="39" y="232"/>
                    </a:cubicBezTo>
                    <a:cubicBezTo>
                      <a:pt x="39" y="232"/>
                      <a:pt x="39" y="230"/>
                      <a:pt x="39" y="228"/>
                    </a:cubicBezTo>
                    <a:cubicBezTo>
                      <a:pt x="41" y="221"/>
                      <a:pt x="41" y="221"/>
                      <a:pt x="41" y="221"/>
                    </a:cubicBezTo>
                    <a:cubicBezTo>
                      <a:pt x="46" y="221"/>
                      <a:pt x="51" y="220"/>
                      <a:pt x="55" y="220"/>
                    </a:cubicBezTo>
                    <a:cubicBezTo>
                      <a:pt x="59" y="220"/>
                      <a:pt x="59" y="220"/>
                      <a:pt x="59" y="220"/>
                    </a:cubicBezTo>
                    <a:cubicBezTo>
                      <a:pt x="62" y="220"/>
                      <a:pt x="65" y="220"/>
                      <a:pt x="68" y="220"/>
                    </a:cubicBezTo>
                    <a:cubicBezTo>
                      <a:pt x="69" y="227"/>
                      <a:pt x="69" y="227"/>
                      <a:pt x="69" y="227"/>
                    </a:cubicBezTo>
                    <a:cubicBezTo>
                      <a:pt x="69" y="228"/>
                      <a:pt x="69" y="229"/>
                      <a:pt x="69" y="230"/>
                    </a:cubicBezTo>
                    <a:cubicBezTo>
                      <a:pt x="69" y="234"/>
                      <a:pt x="69" y="234"/>
                      <a:pt x="59" y="236"/>
                    </a:cubicBezTo>
                    <a:cubicBezTo>
                      <a:pt x="59" y="251"/>
                      <a:pt x="59" y="251"/>
                      <a:pt x="59" y="251"/>
                    </a:cubicBezTo>
                    <a:cubicBezTo>
                      <a:pt x="59" y="251"/>
                      <a:pt x="75" y="250"/>
                      <a:pt x="91" y="250"/>
                    </a:cubicBezTo>
                    <a:cubicBezTo>
                      <a:pt x="100" y="250"/>
                      <a:pt x="115" y="251"/>
                      <a:pt x="115" y="251"/>
                    </a:cubicBezTo>
                    <a:cubicBezTo>
                      <a:pt x="117" y="237"/>
                      <a:pt x="117" y="237"/>
                      <a:pt x="117" y="237"/>
                    </a:cubicBezTo>
                    <a:lnTo>
                      <a:pt x="116" y="236"/>
                    </a:lnTo>
                    <a:close/>
                    <a:moveTo>
                      <a:pt x="59" y="200"/>
                    </a:moveTo>
                    <a:cubicBezTo>
                      <a:pt x="47" y="200"/>
                      <a:pt x="47" y="200"/>
                      <a:pt x="47" y="200"/>
                    </a:cubicBezTo>
                    <a:cubicBezTo>
                      <a:pt x="55" y="169"/>
                      <a:pt x="55" y="169"/>
                      <a:pt x="55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65" y="199"/>
                      <a:pt x="65" y="199"/>
                      <a:pt x="65" y="199"/>
                    </a:cubicBezTo>
                    <a:cubicBezTo>
                      <a:pt x="62" y="199"/>
                      <a:pt x="61" y="199"/>
                      <a:pt x="59" y="200"/>
                    </a:cubicBezTo>
                    <a:close/>
                    <a:moveTo>
                      <a:pt x="60" y="517"/>
                    </a:moveTo>
                    <a:cubicBezTo>
                      <a:pt x="59" y="516"/>
                      <a:pt x="59" y="516"/>
                      <a:pt x="59" y="516"/>
                    </a:cubicBezTo>
                    <a:cubicBezTo>
                      <a:pt x="59" y="530"/>
                      <a:pt x="59" y="530"/>
                      <a:pt x="59" y="530"/>
                    </a:cubicBezTo>
                    <a:lnTo>
                      <a:pt x="60" y="517"/>
                    </a:lnTo>
                    <a:close/>
                    <a:moveTo>
                      <a:pt x="59" y="435"/>
                    </a:moveTo>
                    <a:cubicBezTo>
                      <a:pt x="61" y="420"/>
                      <a:pt x="61" y="420"/>
                      <a:pt x="61" y="420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9" y="436"/>
                      <a:pt x="59" y="436"/>
                      <a:pt x="59" y="436"/>
                    </a:cubicBezTo>
                    <a:cubicBezTo>
                      <a:pt x="59" y="435"/>
                      <a:pt x="59" y="435"/>
                      <a:pt x="59" y="435"/>
                    </a:cubicBezTo>
                    <a:close/>
                    <a:moveTo>
                      <a:pt x="48" y="504"/>
                    </a:moveTo>
                    <a:cubicBezTo>
                      <a:pt x="49" y="445"/>
                      <a:pt x="49" y="445"/>
                      <a:pt x="49" y="445"/>
                    </a:cubicBezTo>
                    <a:cubicBezTo>
                      <a:pt x="49" y="439"/>
                      <a:pt x="51" y="437"/>
                      <a:pt x="59" y="436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3" y="420"/>
                      <a:pt x="37" y="421"/>
                      <a:pt x="31" y="421"/>
                    </a:cubicBezTo>
                    <a:cubicBezTo>
                      <a:pt x="28" y="421"/>
                      <a:pt x="4" y="421"/>
                      <a:pt x="4" y="421"/>
                    </a:cubicBezTo>
                    <a:cubicBezTo>
                      <a:pt x="2" y="433"/>
                      <a:pt x="2" y="433"/>
                      <a:pt x="2" y="433"/>
                    </a:cubicBezTo>
                    <a:cubicBezTo>
                      <a:pt x="4" y="436"/>
                      <a:pt x="4" y="436"/>
                      <a:pt x="4" y="436"/>
                    </a:cubicBezTo>
                    <a:cubicBezTo>
                      <a:pt x="4" y="436"/>
                      <a:pt x="6" y="436"/>
                      <a:pt x="8" y="436"/>
                    </a:cubicBezTo>
                    <a:cubicBezTo>
                      <a:pt x="13" y="436"/>
                      <a:pt x="14" y="437"/>
                      <a:pt x="14" y="444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14" y="513"/>
                      <a:pt x="12" y="515"/>
                      <a:pt x="3" y="517"/>
                    </a:cubicBezTo>
                    <a:cubicBezTo>
                      <a:pt x="2" y="531"/>
                      <a:pt x="2" y="531"/>
                      <a:pt x="2" y="531"/>
                    </a:cubicBezTo>
                    <a:cubicBezTo>
                      <a:pt x="2" y="531"/>
                      <a:pt x="19" y="531"/>
                      <a:pt x="30" y="531"/>
                    </a:cubicBezTo>
                    <a:cubicBezTo>
                      <a:pt x="37" y="531"/>
                      <a:pt x="59" y="531"/>
                      <a:pt x="59" y="531"/>
                    </a:cubicBezTo>
                    <a:cubicBezTo>
                      <a:pt x="59" y="515"/>
                      <a:pt x="59" y="515"/>
                      <a:pt x="59" y="515"/>
                    </a:cubicBezTo>
                    <a:cubicBezTo>
                      <a:pt x="59" y="515"/>
                      <a:pt x="56" y="516"/>
                      <a:pt x="53" y="516"/>
                    </a:cubicBezTo>
                    <a:cubicBezTo>
                      <a:pt x="49" y="516"/>
                      <a:pt x="48" y="514"/>
                      <a:pt x="48" y="504"/>
                    </a:cubicBezTo>
                    <a:close/>
                    <a:moveTo>
                      <a:pt x="59" y="393"/>
                    </a:moveTo>
                    <a:cubicBezTo>
                      <a:pt x="60" y="393"/>
                      <a:pt x="60" y="393"/>
                      <a:pt x="60" y="393"/>
                    </a:cubicBezTo>
                    <a:cubicBezTo>
                      <a:pt x="82" y="393"/>
                      <a:pt x="100" y="386"/>
                      <a:pt x="100" y="386"/>
                    </a:cubicBezTo>
                    <a:cubicBezTo>
                      <a:pt x="102" y="383"/>
                      <a:pt x="102" y="383"/>
                      <a:pt x="102" y="383"/>
                    </a:cubicBezTo>
                    <a:cubicBezTo>
                      <a:pt x="102" y="367"/>
                      <a:pt x="105" y="347"/>
                      <a:pt x="105" y="347"/>
                    </a:cubicBezTo>
                    <a:cubicBezTo>
                      <a:pt x="78" y="349"/>
                      <a:pt x="78" y="349"/>
                      <a:pt x="78" y="349"/>
                    </a:cubicBezTo>
                    <a:cubicBezTo>
                      <a:pt x="77" y="363"/>
                      <a:pt x="73" y="369"/>
                      <a:pt x="65" y="369"/>
                    </a:cubicBezTo>
                    <a:cubicBezTo>
                      <a:pt x="62" y="369"/>
                      <a:pt x="60" y="368"/>
                      <a:pt x="59" y="367"/>
                    </a:cubicBezTo>
                    <a:cubicBezTo>
                      <a:pt x="51" y="363"/>
                      <a:pt x="48" y="352"/>
                      <a:pt x="48" y="332"/>
                    </a:cubicBezTo>
                    <a:cubicBezTo>
                      <a:pt x="48" y="313"/>
                      <a:pt x="51" y="305"/>
                      <a:pt x="59" y="303"/>
                    </a:cubicBezTo>
                    <a:cubicBezTo>
                      <a:pt x="60" y="302"/>
                      <a:pt x="62" y="302"/>
                      <a:pt x="64" y="302"/>
                    </a:cubicBezTo>
                    <a:cubicBezTo>
                      <a:pt x="73" y="302"/>
                      <a:pt x="76" y="305"/>
                      <a:pt x="76" y="315"/>
                    </a:cubicBezTo>
                    <a:cubicBezTo>
                      <a:pt x="76" y="318"/>
                      <a:pt x="75" y="321"/>
                      <a:pt x="75" y="324"/>
                    </a:cubicBezTo>
                    <a:cubicBezTo>
                      <a:pt x="102" y="323"/>
                      <a:pt x="102" y="323"/>
                      <a:pt x="102" y="323"/>
                    </a:cubicBezTo>
                    <a:cubicBezTo>
                      <a:pt x="103" y="302"/>
                      <a:pt x="106" y="286"/>
                      <a:pt x="106" y="286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05" y="283"/>
                      <a:pt x="84" y="279"/>
                      <a:pt x="69" y="279"/>
                    </a:cubicBezTo>
                    <a:cubicBezTo>
                      <a:pt x="65" y="279"/>
                      <a:pt x="62" y="279"/>
                      <a:pt x="59" y="279"/>
                    </a:cubicBezTo>
                    <a:cubicBezTo>
                      <a:pt x="27" y="283"/>
                      <a:pt x="9" y="303"/>
                      <a:pt x="9" y="338"/>
                    </a:cubicBezTo>
                    <a:cubicBezTo>
                      <a:pt x="9" y="372"/>
                      <a:pt x="28" y="392"/>
                      <a:pt x="59" y="393"/>
                    </a:cubicBezTo>
                    <a:close/>
                    <a:moveTo>
                      <a:pt x="116" y="517"/>
                    </a:moveTo>
                    <a:cubicBezTo>
                      <a:pt x="109" y="516"/>
                      <a:pt x="104" y="511"/>
                      <a:pt x="99" y="501"/>
                    </a:cubicBezTo>
                    <a:cubicBezTo>
                      <a:pt x="83" y="470"/>
                      <a:pt x="83" y="470"/>
                      <a:pt x="83" y="470"/>
                    </a:cubicBezTo>
                    <a:cubicBezTo>
                      <a:pt x="90" y="460"/>
                      <a:pt x="90" y="460"/>
                      <a:pt x="90" y="460"/>
                    </a:cubicBezTo>
                    <a:cubicBezTo>
                      <a:pt x="99" y="447"/>
                      <a:pt x="107" y="440"/>
                      <a:pt x="115" y="435"/>
                    </a:cubicBezTo>
                    <a:cubicBezTo>
                      <a:pt x="117" y="422"/>
                      <a:pt x="117" y="422"/>
                      <a:pt x="117" y="422"/>
                    </a:cubicBezTo>
                    <a:cubicBezTo>
                      <a:pt x="115" y="419"/>
                      <a:pt x="115" y="419"/>
                      <a:pt x="115" y="419"/>
                    </a:cubicBezTo>
                    <a:cubicBezTo>
                      <a:pt x="115" y="419"/>
                      <a:pt x="97" y="420"/>
                      <a:pt x="91" y="420"/>
                    </a:cubicBezTo>
                    <a:cubicBezTo>
                      <a:pt x="83" y="420"/>
                      <a:pt x="66" y="420"/>
                      <a:pt x="66" y="420"/>
                    </a:cubicBezTo>
                    <a:cubicBezTo>
                      <a:pt x="65" y="434"/>
                      <a:pt x="65" y="434"/>
                      <a:pt x="65" y="434"/>
                    </a:cubicBezTo>
                    <a:cubicBezTo>
                      <a:pt x="66" y="436"/>
                      <a:pt x="66" y="436"/>
                      <a:pt x="66" y="436"/>
                    </a:cubicBezTo>
                    <a:cubicBezTo>
                      <a:pt x="71" y="436"/>
                      <a:pt x="73" y="437"/>
                      <a:pt x="73" y="441"/>
                    </a:cubicBezTo>
                    <a:cubicBezTo>
                      <a:pt x="73" y="444"/>
                      <a:pt x="71" y="447"/>
                      <a:pt x="69" y="449"/>
                    </a:cubicBezTo>
                    <a:cubicBezTo>
                      <a:pt x="59" y="461"/>
                      <a:pt x="59" y="461"/>
                      <a:pt x="59" y="461"/>
                    </a:cubicBezTo>
                    <a:cubicBezTo>
                      <a:pt x="59" y="496"/>
                      <a:pt x="59" y="496"/>
                      <a:pt x="59" y="496"/>
                    </a:cubicBezTo>
                    <a:cubicBezTo>
                      <a:pt x="71" y="520"/>
                      <a:pt x="71" y="520"/>
                      <a:pt x="71" y="520"/>
                    </a:cubicBezTo>
                    <a:cubicBezTo>
                      <a:pt x="76" y="530"/>
                      <a:pt x="81" y="534"/>
                      <a:pt x="90" y="534"/>
                    </a:cubicBezTo>
                    <a:cubicBezTo>
                      <a:pt x="94" y="534"/>
                      <a:pt x="116" y="532"/>
                      <a:pt x="116" y="532"/>
                    </a:cubicBezTo>
                    <a:cubicBezTo>
                      <a:pt x="117" y="519"/>
                      <a:pt x="117" y="519"/>
                      <a:pt x="117" y="519"/>
                    </a:cubicBezTo>
                    <a:lnTo>
                      <a:pt x="116" y="517"/>
                    </a:lnTo>
                    <a:close/>
                    <a:moveTo>
                      <a:pt x="116" y="517"/>
                    </a:moveTo>
                    <a:cubicBezTo>
                      <a:pt x="116" y="517"/>
                      <a:pt x="116" y="517"/>
                      <a:pt x="116" y="517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52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close/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close/>
                    <a:moveTo>
                      <a:pt x="124" y="974"/>
                    </a:moveTo>
                    <a:lnTo>
                      <a:pt x="124" y="974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53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moveTo>
                      <a:pt x="124" y="974"/>
                    </a:moveTo>
                    <a:lnTo>
                      <a:pt x="124" y="9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5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41" cy="704"/>
              </a:xfrm>
              <a:custGeom>
                <a:avLst/>
                <a:gdLst>
                  <a:gd name="T0" fmla="*/ 41 w 41"/>
                  <a:gd name="T1" fmla="*/ 20 h 704"/>
                  <a:gd name="T2" fmla="*/ 24 w 41"/>
                  <a:gd name="T3" fmla="*/ 0 h 704"/>
                  <a:gd name="T4" fmla="*/ 24 w 41"/>
                  <a:gd name="T5" fmla="*/ 39 h 704"/>
                  <a:gd name="T6" fmla="*/ 41 w 41"/>
                  <a:gd name="T7" fmla="*/ 20 h 704"/>
                  <a:gd name="T8" fmla="*/ 24 w 41"/>
                  <a:gd name="T9" fmla="*/ 664 h 704"/>
                  <a:gd name="T10" fmla="*/ 21 w 41"/>
                  <a:gd name="T11" fmla="*/ 663 h 704"/>
                  <a:gd name="T12" fmla="*/ 0 w 41"/>
                  <a:gd name="T13" fmla="*/ 683 h 704"/>
                  <a:gd name="T14" fmla="*/ 21 w 41"/>
                  <a:gd name="T15" fmla="*/ 704 h 704"/>
                  <a:gd name="T16" fmla="*/ 24 w 41"/>
                  <a:gd name="T17" fmla="*/ 703 h 704"/>
                  <a:gd name="T18" fmla="*/ 41 w 41"/>
                  <a:gd name="T19" fmla="*/ 683 h 704"/>
                  <a:gd name="T20" fmla="*/ 24 w 41"/>
                  <a:gd name="T21" fmla="*/ 664 h 704"/>
                  <a:gd name="T22" fmla="*/ 24 w 41"/>
                  <a:gd name="T23" fmla="*/ 664 h 704"/>
                  <a:gd name="T24" fmla="*/ 24 w 41"/>
                  <a:gd name="T25" fmla="*/ 66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704">
                    <a:moveTo>
                      <a:pt x="41" y="20"/>
                    </a:moveTo>
                    <a:cubicBezTo>
                      <a:pt x="41" y="10"/>
                      <a:pt x="33" y="1"/>
                      <a:pt x="24" y="0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3" y="38"/>
                      <a:pt x="41" y="29"/>
                      <a:pt x="41" y="20"/>
                    </a:cubicBezTo>
                    <a:close/>
                    <a:moveTo>
                      <a:pt x="24" y="664"/>
                    </a:moveTo>
                    <a:cubicBezTo>
                      <a:pt x="23" y="663"/>
                      <a:pt x="22" y="663"/>
                      <a:pt x="21" y="663"/>
                    </a:cubicBezTo>
                    <a:cubicBezTo>
                      <a:pt x="9" y="663"/>
                      <a:pt x="0" y="672"/>
                      <a:pt x="0" y="683"/>
                    </a:cubicBezTo>
                    <a:cubicBezTo>
                      <a:pt x="0" y="695"/>
                      <a:pt x="9" y="704"/>
                      <a:pt x="21" y="704"/>
                    </a:cubicBezTo>
                    <a:cubicBezTo>
                      <a:pt x="22" y="704"/>
                      <a:pt x="23" y="703"/>
                      <a:pt x="24" y="703"/>
                    </a:cubicBezTo>
                    <a:cubicBezTo>
                      <a:pt x="33" y="702"/>
                      <a:pt x="41" y="693"/>
                      <a:pt x="41" y="683"/>
                    </a:cubicBezTo>
                    <a:cubicBezTo>
                      <a:pt x="41" y="674"/>
                      <a:pt x="33" y="665"/>
                      <a:pt x="24" y="664"/>
                    </a:cubicBezTo>
                    <a:close/>
                    <a:moveTo>
                      <a:pt x="24" y="664"/>
                    </a:moveTo>
                    <a:cubicBezTo>
                      <a:pt x="24" y="664"/>
                      <a:pt x="24" y="664"/>
                      <a:pt x="24" y="664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55"/>
              <p:cNvSpPr>
                <a:spLocks noEditPoints="1"/>
              </p:cNvSpPr>
              <p:nvPr userDrawn="1"/>
            </p:nvSpPr>
            <p:spPr bwMode="auto">
              <a:xfrm>
                <a:off x="1298" y="676"/>
                <a:ext cx="389" cy="1363"/>
              </a:xfrm>
              <a:custGeom>
                <a:avLst/>
                <a:gdLst>
                  <a:gd name="T0" fmla="*/ 195 w 389"/>
                  <a:gd name="T1" fmla="*/ 1295 h 1363"/>
                  <a:gd name="T2" fmla="*/ 0 w 389"/>
                  <a:gd name="T3" fmla="*/ 1295 h 1363"/>
                  <a:gd name="T4" fmla="*/ 0 w 389"/>
                  <a:gd name="T5" fmla="*/ 1363 h 1363"/>
                  <a:gd name="T6" fmla="*/ 389 w 389"/>
                  <a:gd name="T7" fmla="*/ 1363 h 1363"/>
                  <a:gd name="T8" fmla="*/ 389 w 389"/>
                  <a:gd name="T9" fmla="*/ 1295 h 1363"/>
                  <a:gd name="T10" fmla="*/ 195 w 389"/>
                  <a:gd name="T11" fmla="*/ 1295 h 1363"/>
                  <a:gd name="T12" fmla="*/ 195 w 389"/>
                  <a:gd name="T13" fmla="*/ 0 h 1363"/>
                  <a:gd name="T14" fmla="*/ 0 w 389"/>
                  <a:gd name="T15" fmla="*/ 0 h 1363"/>
                  <a:gd name="T16" fmla="*/ 0 w 389"/>
                  <a:gd name="T17" fmla="*/ 72 h 1363"/>
                  <a:gd name="T18" fmla="*/ 389 w 389"/>
                  <a:gd name="T19" fmla="*/ 72 h 1363"/>
                  <a:gd name="T20" fmla="*/ 389 w 389"/>
                  <a:gd name="T21" fmla="*/ 0 h 1363"/>
                  <a:gd name="T22" fmla="*/ 195 w 389"/>
                  <a:gd name="T23" fmla="*/ 0 h 1363"/>
                  <a:gd name="T24" fmla="*/ 195 w 389"/>
                  <a:gd name="T25" fmla="*/ 119 h 1363"/>
                  <a:gd name="T26" fmla="*/ 0 w 389"/>
                  <a:gd name="T27" fmla="*/ 119 h 1363"/>
                  <a:gd name="T28" fmla="*/ 0 w 389"/>
                  <a:gd name="T29" fmla="*/ 1248 h 1363"/>
                  <a:gd name="T30" fmla="*/ 389 w 389"/>
                  <a:gd name="T31" fmla="*/ 1248 h 1363"/>
                  <a:gd name="T32" fmla="*/ 389 w 389"/>
                  <a:gd name="T33" fmla="*/ 119 h 1363"/>
                  <a:gd name="T34" fmla="*/ 195 w 389"/>
                  <a:gd name="T35" fmla="*/ 119 h 1363"/>
                  <a:gd name="T36" fmla="*/ 319 w 389"/>
                  <a:gd name="T37" fmla="*/ 1199 h 1363"/>
                  <a:gd name="T38" fmla="*/ 76 w 389"/>
                  <a:gd name="T39" fmla="*/ 1199 h 1363"/>
                  <a:gd name="T40" fmla="*/ 69 w 389"/>
                  <a:gd name="T41" fmla="*/ 1192 h 1363"/>
                  <a:gd name="T42" fmla="*/ 76 w 389"/>
                  <a:gd name="T43" fmla="*/ 1184 h 1363"/>
                  <a:gd name="T44" fmla="*/ 319 w 389"/>
                  <a:gd name="T45" fmla="*/ 1184 h 1363"/>
                  <a:gd name="T46" fmla="*/ 327 w 389"/>
                  <a:gd name="T47" fmla="*/ 1192 h 1363"/>
                  <a:gd name="T48" fmla="*/ 319 w 389"/>
                  <a:gd name="T49" fmla="*/ 1199 h 1363"/>
                  <a:gd name="T50" fmla="*/ 319 w 389"/>
                  <a:gd name="T51" fmla="*/ 1148 h 1363"/>
                  <a:gd name="T52" fmla="*/ 76 w 389"/>
                  <a:gd name="T53" fmla="*/ 1148 h 1363"/>
                  <a:gd name="T54" fmla="*/ 69 w 389"/>
                  <a:gd name="T55" fmla="*/ 1140 h 1363"/>
                  <a:gd name="T56" fmla="*/ 76 w 389"/>
                  <a:gd name="T57" fmla="*/ 1133 h 1363"/>
                  <a:gd name="T58" fmla="*/ 319 w 389"/>
                  <a:gd name="T59" fmla="*/ 1133 h 1363"/>
                  <a:gd name="T60" fmla="*/ 327 w 389"/>
                  <a:gd name="T61" fmla="*/ 1140 h 1363"/>
                  <a:gd name="T62" fmla="*/ 319 w 389"/>
                  <a:gd name="T63" fmla="*/ 1148 h 1363"/>
                  <a:gd name="T64" fmla="*/ 73 w 389"/>
                  <a:gd name="T65" fmla="*/ 1078 h 1363"/>
                  <a:gd name="T66" fmla="*/ 73 w 389"/>
                  <a:gd name="T67" fmla="*/ 281 h 1363"/>
                  <a:gd name="T68" fmla="*/ 316 w 389"/>
                  <a:gd name="T69" fmla="*/ 281 h 1363"/>
                  <a:gd name="T70" fmla="*/ 316 w 389"/>
                  <a:gd name="T71" fmla="*/ 1078 h 1363"/>
                  <a:gd name="T72" fmla="*/ 73 w 389"/>
                  <a:gd name="T73" fmla="*/ 1078 h 1363"/>
                  <a:gd name="T74" fmla="*/ 319 w 389"/>
                  <a:gd name="T75" fmla="*/ 237 h 1363"/>
                  <a:gd name="T76" fmla="*/ 76 w 389"/>
                  <a:gd name="T77" fmla="*/ 237 h 1363"/>
                  <a:gd name="T78" fmla="*/ 69 w 389"/>
                  <a:gd name="T79" fmla="*/ 230 h 1363"/>
                  <a:gd name="T80" fmla="*/ 76 w 389"/>
                  <a:gd name="T81" fmla="*/ 222 h 1363"/>
                  <a:gd name="T82" fmla="*/ 319 w 389"/>
                  <a:gd name="T83" fmla="*/ 222 h 1363"/>
                  <a:gd name="T84" fmla="*/ 327 w 389"/>
                  <a:gd name="T85" fmla="*/ 230 h 1363"/>
                  <a:gd name="T86" fmla="*/ 319 w 389"/>
                  <a:gd name="T87" fmla="*/ 237 h 1363"/>
                  <a:gd name="T88" fmla="*/ 319 w 389"/>
                  <a:gd name="T89" fmla="*/ 185 h 1363"/>
                  <a:gd name="T90" fmla="*/ 76 w 389"/>
                  <a:gd name="T91" fmla="*/ 185 h 1363"/>
                  <a:gd name="T92" fmla="*/ 69 w 389"/>
                  <a:gd name="T93" fmla="*/ 178 h 1363"/>
                  <a:gd name="T94" fmla="*/ 76 w 389"/>
                  <a:gd name="T95" fmla="*/ 170 h 1363"/>
                  <a:gd name="T96" fmla="*/ 319 w 389"/>
                  <a:gd name="T97" fmla="*/ 170 h 1363"/>
                  <a:gd name="T98" fmla="*/ 327 w 389"/>
                  <a:gd name="T99" fmla="*/ 178 h 1363"/>
                  <a:gd name="T100" fmla="*/ 319 w 389"/>
                  <a:gd name="T101" fmla="*/ 185 h 1363"/>
                  <a:gd name="T102" fmla="*/ 319 w 389"/>
                  <a:gd name="T103" fmla="*/ 185 h 1363"/>
                  <a:gd name="T104" fmla="*/ 319 w 389"/>
                  <a:gd name="T105" fmla="*/ 185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9" h="1363">
                    <a:moveTo>
                      <a:pt x="195" y="1295"/>
                    </a:moveTo>
                    <a:cubicBezTo>
                      <a:pt x="0" y="1295"/>
                      <a:pt x="0" y="1295"/>
                      <a:pt x="0" y="1295"/>
                    </a:cubicBezTo>
                    <a:cubicBezTo>
                      <a:pt x="0" y="1363"/>
                      <a:pt x="0" y="1363"/>
                      <a:pt x="0" y="1363"/>
                    </a:cubicBezTo>
                    <a:cubicBezTo>
                      <a:pt x="389" y="1363"/>
                      <a:pt x="389" y="1363"/>
                      <a:pt x="389" y="1363"/>
                    </a:cubicBezTo>
                    <a:cubicBezTo>
                      <a:pt x="389" y="1295"/>
                      <a:pt x="389" y="1295"/>
                      <a:pt x="389" y="1295"/>
                    </a:cubicBezTo>
                    <a:lnTo>
                      <a:pt x="195" y="1295"/>
                    </a:ln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89" y="72"/>
                      <a:pt x="389" y="72"/>
                      <a:pt x="389" y="72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9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48"/>
                      <a:pt x="0" y="1248"/>
                      <a:pt x="0" y="1248"/>
                    </a:cubicBezTo>
                    <a:cubicBezTo>
                      <a:pt x="389" y="1248"/>
                      <a:pt x="389" y="1248"/>
                      <a:pt x="389" y="1248"/>
                    </a:cubicBezTo>
                    <a:cubicBezTo>
                      <a:pt x="389" y="119"/>
                      <a:pt x="389" y="119"/>
                      <a:pt x="389" y="119"/>
                    </a:cubicBezTo>
                    <a:lnTo>
                      <a:pt x="195" y="119"/>
                    </a:lnTo>
                    <a:close/>
                    <a:moveTo>
                      <a:pt x="319" y="1199"/>
                    </a:moveTo>
                    <a:cubicBezTo>
                      <a:pt x="76" y="1199"/>
                      <a:pt x="76" y="1199"/>
                      <a:pt x="76" y="1199"/>
                    </a:cubicBezTo>
                    <a:cubicBezTo>
                      <a:pt x="72" y="1199"/>
                      <a:pt x="69" y="1196"/>
                      <a:pt x="69" y="1192"/>
                    </a:cubicBezTo>
                    <a:cubicBezTo>
                      <a:pt x="69" y="1188"/>
                      <a:pt x="72" y="1184"/>
                      <a:pt x="76" y="1184"/>
                    </a:cubicBezTo>
                    <a:cubicBezTo>
                      <a:pt x="319" y="1184"/>
                      <a:pt x="319" y="1184"/>
                      <a:pt x="319" y="1184"/>
                    </a:cubicBezTo>
                    <a:cubicBezTo>
                      <a:pt x="323" y="1184"/>
                      <a:pt x="327" y="1188"/>
                      <a:pt x="327" y="1192"/>
                    </a:cubicBezTo>
                    <a:cubicBezTo>
                      <a:pt x="327" y="1196"/>
                      <a:pt x="323" y="1199"/>
                      <a:pt x="319" y="1199"/>
                    </a:cubicBezTo>
                    <a:close/>
                    <a:moveTo>
                      <a:pt x="319" y="1148"/>
                    </a:moveTo>
                    <a:cubicBezTo>
                      <a:pt x="76" y="1148"/>
                      <a:pt x="76" y="1148"/>
                      <a:pt x="76" y="1148"/>
                    </a:cubicBezTo>
                    <a:cubicBezTo>
                      <a:pt x="72" y="1148"/>
                      <a:pt x="69" y="1144"/>
                      <a:pt x="69" y="1140"/>
                    </a:cubicBezTo>
                    <a:cubicBezTo>
                      <a:pt x="69" y="1136"/>
                      <a:pt x="72" y="1133"/>
                      <a:pt x="76" y="1133"/>
                    </a:cubicBezTo>
                    <a:cubicBezTo>
                      <a:pt x="319" y="1133"/>
                      <a:pt x="319" y="1133"/>
                      <a:pt x="319" y="1133"/>
                    </a:cubicBezTo>
                    <a:cubicBezTo>
                      <a:pt x="323" y="1133"/>
                      <a:pt x="327" y="1136"/>
                      <a:pt x="327" y="1140"/>
                    </a:cubicBezTo>
                    <a:cubicBezTo>
                      <a:pt x="327" y="1144"/>
                      <a:pt x="323" y="1148"/>
                      <a:pt x="319" y="1148"/>
                    </a:cubicBezTo>
                    <a:close/>
                    <a:moveTo>
                      <a:pt x="73" y="1078"/>
                    </a:moveTo>
                    <a:cubicBezTo>
                      <a:pt x="73" y="281"/>
                      <a:pt x="73" y="281"/>
                      <a:pt x="73" y="281"/>
                    </a:cubicBezTo>
                    <a:cubicBezTo>
                      <a:pt x="316" y="281"/>
                      <a:pt x="316" y="281"/>
                      <a:pt x="316" y="281"/>
                    </a:cubicBezTo>
                    <a:cubicBezTo>
                      <a:pt x="316" y="1078"/>
                      <a:pt x="316" y="1078"/>
                      <a:pt x="316" y="1078"/>
                    </a:cubicBezTo>
                    <a:lnTo>
                      <a:pt x="73" y="1078"/>
                    </a:lnTo>
                    <a:close/>
                    <a:moveTo>
                      <a:pt x="319" y="237"/>
                    </a:moveTo>
                    <a:cubicBezTo>
                      <a:pt x="76" y="237"/>
                      <a:pt x="76" y="237"/>
                      <a:pt x="76" y="237"/>
                    </a:cubicBezTo>
                    <a:cubicBezTo>
                      <a:pt x="72" y="237"/>
                      <a:pt x="69" y="234"/>
                      <a:pt x="69" y="230"/>
                    </a:cubicBezTo>
                    <a:cubicBezTo>
                      <a:pt x="69" y="226"/>
                      <a:pt x="72" y="222"/>
                      <a:pt x="76" y="222"/>
                    </a:cubicBezTo>
                    <a:cubicBezTo>
                      <a:pt x="319" y="222"/>
                      <a:pt x="319" y="222"/>
                      <a:pt x="319" y="222"/>
                    </a:cubicBezTo>
                    <a:cubicBezTo>
                      <a:pt x="323" y="222"/>
                      <a:pt x="327" y="226"/>
                      <a:pt x="327" y="230"/>
                    </a:cubicBezTo>
                    <a:cubicBezTo>
                      <a:pt x="327" y="234"/>
                      <a:pt x="323" y="237"/>
                      <a:pt x="319" y="237"/>
                    </a:cubicBezTo>
                    <a:close/>
                    <a:moveTo>
                      <a:pt x="319" y="185"/>
                    </a:moveTo>
                    <a:cubicBezTo>
                      <a:pt x="76" y="185"/>
                      <a:pt x="76" y="185"/>
                      <a:pt x="76" y="185"/>
                    </a:cubicBezTo>
                    <a:cubicBezTo>
                      <a:pt x="72" y="185"/>
                      <a:pt x="69" y="182"/>
                      <a:pt x="69" y="178"/>
                    </a:cubicBezTo>
                    <a:cubicBezTo>
                      <a:pt x="69" y="174"/>
                      <a:pt x="72" y="170"/>
                      <a:pt x="76" y="170"/>
                    </a:cubicBezTo>
                    <a:cubicBezTo>
                      <a:pt x="319" y="170"/>
                      <a:pt x="319" y="170"/>
                      <a:pt x="319" y="170"/>
                    </a:cubicBezTo>
                    <a:cubicBezTo>
                      <a:pt x="323" y="170"/>
                      <a:pt x="327" y="174"/>
                      <a:pt x="327" y="178"/>
                    </a:cubicBezTo>
                    <a:cubicBezTo>
                      <a:pt x="327" y="182"/>
                      <a:pt x="323" y="185"/>
                      <a:pt x="319" y="185"/>
                    </a:cubicBezTo>
                    <a:close/>
                    <a:moveTo>
                      <a:pt x="319" y="185"/>
                    </a:moveTo>
                    <a:cubicBezTo>
                      <a:pt x="319" y="185"/>
                      <a:pt x="319" y="185"/>
                      <a:pt x="319" y="185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56"/>
              <p:cNvSpPr>
                <a:spLocks noEditPoints="1"/>
              </p:cNvSpPr>
              <p:nvPr userDrawn="1"/>
            </p:nvSpPr>
            <p:spPr bwMode="auto">
              <a:xfrm>
                <a:off x="1523" y="1340"/>
                <a:ext cx="24" cy="71"/>
              </a:xfrm>
              <a:custGeom>
                <a:avLst/>
                <a:gdLst>
                  <a:gd name="T0" fmla="*/ 10 w 24"/>
                  <a:gd name="T1" fmla="*/ 71 h 71"/>
                  <a:gd name="T2" fmla="*/ 24 w 24"/>
                  <a:gd name="T3" fmla="*/ 26 h 71"/>
                  <a:gd name="T4" fmla="*/ 14 w 24"/>
                  <a:gd name="T5" fmla="*/ 0 h 71"/>
                  <a:gd name="T6" fmla="*/ 0 w 24"/>
                  <a:gd name="T7" fmla="*/ 45 h 71"/>
                  <a:gd name="T8" fmla="*/ 10 w 24"/>
                  <a:gd name="T9" fmla="*/ 71 h 71"/>
                  <a:gd name="T10" fmla="*/ 10 w 24"/>
                  <a:gd name="T11" fmla="*/ 71 h 71"/>
                  <a:gd name="T12" fmla="*/ 10 w 2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71">
                    <a:moveTo>
                      <a:pt x="10" y="71"/>
                    </a:moveTo>
                    <a:cubicBezTo>
                      <a:pt x="20" y="71"/>
                      <a:pt x="24" y="57"/>
                      <a:pt x="24" y="26"/>
                    </a:cubicBezTo>
                    <a:cubicBezTo>
                      <a:pt x="24" y="7"/>
                      <a:pt x="21" y="0"/>
                      <a:pt x="14" y="0"/>
                    </a:cubicBezTo>
                    <a:cubicBezTo>
                      <a:pt x="5" y="0"/>
                      <a:pt x="0" y="17"/>
                      <a:pt x="0" y="45"/>
                    </a:cubicBezTo>
                    <a:cubicBezTo>
                      <a:pt x="0" y="62"/>
                      <a:pt x="3" y="71"/>
                      <a:pt x="10" y="71"/>
                    </a:cubicBezTo>
                    <a:close/>
                    <a:moveTo>
                      <a:pt x="10" y="71"/>
                    </a:moveTo>
                    <a:cubicBezTo>
                      <a:pt x="10" y="71"/>
                      <a:pt x="10" y="71"/>
                      <a:pt x="10" y="7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57"/>
              <p:cNvSpPr>
                <a:spLocks noEditPoints="1"/>
              </p:cNvSpPr>
              <p:nvPr userDrawn="1"/>
            </p:nvSpPr>
            <p:spPr bwMode="auto">
              <a:xfrm>
                <a:off x="1371" y="957"/>
                <a:ext cx="243" cy="797"/>
              </a:xfrm>
              <a:custGeom>
                <a:avLst/>
                <a:gdLst>
                  <a:gd name="T0" fmla="*/ 122 w 243"/>
                  <a:gd name="T1" fmla="*/ 0 h 797"/>
                  <a:gd name="T2" fmla="*/ 0 w 243"/>
                  <a:gd name="T3" fmla="*/ 0 h 797"/>
                  <a:gd name="T4" fmla="*/ 0 w 243"/>
                  <a:gd name="T5" fmla="*/ 797 h 797"/>
                  <a:gd name="T6" fmla="*/ 243 w 243"/>
                  <a:gd name="T7" fmla="*/ 797 h 797"/>
                  <a:gd name="T8" fmla="*/ 243 w 243"/>
                  <a:gd name="T9" fmla="*/ 0 h 797"/>
                  <a:gd name="T10" fmla="*/ 122 w 243"/>
                  <a:gd name="T11" fmla="*/ 0 h 797"/>
                  <a:gd name="T12" fmla="*/ 61 w 243"/>
                  <a:gd name="T13" fmla="*/ 481 h 797"/>
                  <a:gd name="T14" fmla="*/ 26 w 243"/>
                  <a:gd name="T15" fmla="*/ 446 h 797"/>
                  <a:gd name="T16" fmla="*/ 38 w 243"/>
                  <a:gd name="T17" fmla="*/ 382 h 797"/>
                  <a:gd name="T18" fmla="*/ 35 w 243"/>
                  <a:gd name="T19" fmla="*/ 379 h 797"/>
                  <a:gd name="T20" fmla="*/ 21 w 243"/>
                  <a:gd name="T21" fmla="*/ 379 h 797"/>
                  <a:gd name="T22" fmla="*/ 20 w 243"/>
                  <a:gd name="T23" fmla="*/ 378 h 797"/>
                  <a:gd name="T24" fmla="*/ 22 w 243"/>
                  <a:gd name="T25" fmla="*/ 361 h 797"/>
                  <a:gd name="T26" fmla="*/ 41 w 243"/>
                  <a:gd name="T27" fmla="*/ 358 h 797"/>
                  <a:gd name="T28" fmla="*/ 45 w 243"/>
                  <a:gd name="T29" fmla="*/ 329 h 797"/>
                  <a:gd name="T30" fmla="*/ 89 w 243"/>
                  <a:gd name="T31" fmla="*/ 320 h 797"/>
                  <a:gd name="T32" fmla="*/ 92 w 243"/>
                  <a:gd name="T33" fmla="*/ 323 h 797"/>
                  <a:gd name="T34" fmla="*/ 84 w 243"/>
                  <a:gd name="T35" fmla="*/ 358 h 797"/>
                  <a:gd name="T36" fmla="*/ 109 w 243"/>
                  <a:gd name="T37" fmla="*/ 358 h 797"/>
                  <a:gd name="T38" fmla="*/ 111 w 243"/>
                  <a:gd name="T39" fmla="*/ 359 h 797"/>
                  <a:gd name="T40" fmla="*/ 108 w 243"/>
                  <a:gd name="T41" fmla="*/ 379 h 797"/>
                  <a:gd name="T42" fmla="*/ 83 w 243"/>
                  <a:gd name="T43" fmla="*/ 379 h 797"/>
                  <a:gd name="T44" fmla="*/ 80 w 243"/>
                  <a:gd name="T45" fmla="*/ 381 h 797"/>
                  <a:gd name="T46" fmla="*/ 71 w 243"/>
                  <a:gd name="T47" fmla="*/ 431 h 797"/>
                  <a:gd name="T48" fmla="*/ 76 w 243"/>
                  <a:gd name="T49" fmla="*/ 439 h 797"/>
                  <a:gd name="T50" fmla="*/ 91 w 243"/>
                  <a:gd name="T51" fmla="*/ 427 h 797"/>
                  <a:gd name="T52" fmla="*/ 97 w 243"/>
                  <a:gd name="T53" fmla="*/ 428 h 797"/>
                  <a:gd name="T54" fmla="*/ 102 w 243"/>
                  <a:gd name="T55" fmla="*/ 441 h 797"/>
                  <a:gd name="T56" fmla="*/ 61 w 243"/>
                  <a:gd name="T57" fmla="*/ 481 h 797"/>
                  <a:gd name="T58" fmla="*/ 152 w 243"/>
                  <a:gd name="T59" fmla="*/ 481 h 797"/>
                  <a:gd name="T60" fmla="*/ 122 w 243"/>
                  <a:gd name="T61" fmla="*/ 471 h 797"/>
                  <a:gd name="T62" fmla="*/ 105 w 243"/>
                  <a:gd name="T63" fmla="*/ 430 h 797"/>
                  <a:gd name="T64" fmla="*/ 122 w 243"/>
                  <a:gd name="T65" fmla="*/ 377 h 797"/>
                  <a:gd name="T66" fmla="*/ 176 w 243"/>
                  <a:gd name="T67" fmla="*/ 352 h 797"/>
                  <a:gd name="T68" fmla="*/ 223 w 243"/>
                  <a:gd name="T69" fmla="*/ 401 h 797"/>
                  <a:gd name="T70" fmla="*/ 152 w 243"/>
                  <a:gd name="T71" fmla="*/ 481 h 797"/>
                  <a:gd name="T72" fmla="*/ 152 w 243"/>
                  <a:gd name="T73" fmla="*/ 481 h 797"/>
                  <a:gd name="T74" fmla="*/ 152 w 243"/>
                  <a:gd name="T75" fmla="*/ 48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3" h="797">
                    <a:moveTo>
                      <a:pt x="1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243" y="797"/>
                      <a:pt x="243" y="797"/>
                      <a:pt x="243" y="797"/>
                    </a:cubicBezTo>
                    <a:cubicBezTo>
                      <a:pt x="243" y="0"/>
                      <a:pt x="243" y="0"/>
                      <a:pt x="243" y="0"/>
                    </a:cubicBezTo>
                    <a:lnTo>
                      <a:pt x="122" y="0"/>
                    </a:lnTo>
                    <a:close/>
                    <a:moveTo>
                      <a:pt x="61" y="481"/>
                    </a:moveTo>
                    <a:cubicBezTo>
                      <a:pt x="36" y="481"/>
                      <a:pt x="24" y="468"/>
                      <a:pt x="26" y="446"/>
                    </a:cubicBezTo>
                    <a:cubicBezTo>
                      <a:pt x="38" y="382"/>
                      <a:pt x="38" y="382"/>
                      <a:pt x="38" y="382"/>
                    </a:cubicBezTo>
                    <a:cubicBezTo>
                      <a:pt x="35" y="379"/>
                      <a:pt x="35" y="379"/>
                      <a:pt x="35" y="379"/>
                    </a:cubicBezTo>
                    <a:cubicBezTo>
                      <a:pt x="21" y="379"/>
                      <a:pt x="21" y="379"/>
                      <a:pt x="21" y="379"/>
                    </a:cubicBezTo>
                    <a:cubicBezTo>
                      <a:pt x="20" y="378"/>
                      <a:pt x="20" y="378"/>
                      <a:pt x="20" y="378"/>
                    </a:cubicBezTo>
                    <a:cubicBezTo>
                      <a:pt x="22" y="361"/>
                      <a:pt x="22" y="361"/>
                      <a:pt x="22" y="361"/>
                    </a:cubicBezTo>
                    <a:cubicBezTo>
                      <a:pt x="41" y="358"/>
                      <a:pt x="41" y="358"/>
                      <a:pt x="41" y="358"/>
                    </a:cubicBezTo>
                    <a:cubicBezTo>
                      <a:pt x="43" y="344"/>
                      <a:pt x="45" y="329"/>
                      <a:pt x="45" y="329"/>
                    </a:cubicBezTo>
                    <a:cubicBezTo>
                      <a:pt x="89" y="320"/>
                      <a:pt x="89" y="320"/>
                      <a:pt x="89" y="320"/>
                    </a:cubicBezTo>
                    <a:cubicBezTo>
                      <a:pt x="92" y="323"/>
                      <a:pt x="92" y="323"/>
                      <a:pt x="92" y="323"/>
                    </a:cubicBezTo>
                    <a:cubicBezTo>
                      <a:pt x="92" y="323"/>
                      <a:pt x="88" y="340"/>
                      <a:pt x="84" y="358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111" y="359"/>
                      <a:pt x="111" y="359"/>
                      <a:pt x="111" y="359"/>
                    </a:cubicBezTo>
                    <a:cubicBezTo>
                      <a:pt x="108" y="379"/>
                      <a:pt x="108" y="379"/>
                      <a:pt x="108" y="379"/>
                    </a:cubicBezTo>
                    <a:cubicBezTo>
                      <a:pt x="83" y="379"/>
                      <a:pt x="83" y="379"/>
                      <a:pt x="83" y="379"/>
                    </a:cubicBezTo>
                    <a:cubicBezTo>
                      <a:pt x="80" y="381"/>
                      <a:pt x="80" y="381"/>
                      <a:pt x="80" y="381"/>
                    </a:cubicBezTo>
                    <a:cubicBezTo>
                      <a:pt x="71" y="431"/>
                      <a:pt x="71" y="431"/>
                      <a:pt x="71" y="431"/>
                    </a:cubicBezTo>
                    <a:cubicBezTo>
                      <a:pt x="70" y="436"/>
                      <a:pt x="72" y="439"/>
                      <a:pt x="76" y="439"/>
                    </a:cubicBezTo>
                    <a:cubicBezTo>
                      <a:pt x="79" y="439"/>
                      <a:pt x="83" y="436"/>
                      <a:pt x="91" y="427"/>
                    </a:cubicBezTo>
                    <a:cubicBezTo>
                      <a:pt x="97" y="428"/>
                      <a:pt x="97" y="428"/>
                      <a:pt x="97" y="428"/>
                    </a:cubicBezTo>
                    <a:cubicBezTo>
                      <a:pt x="102" y="441"/>
                      <a:pt x="102" y="441"/>
                      <a:pt x="102" y="441"/>
                    </a:cubicBezTo>
                    <a:cubicBezTo>
                      <a:pt x="85" y="466"/>
                      <a:pt x="68" y="481"/>
                      <a:pt x="61" y="481"/>
                    </a:cubicBezTo>
                    <a:close/>
                    <a:moveTo>
                      <a:pt x="152" y="481"/>
                    </a:moveTo>
                    <a:cubicBezTo>
                      <a:pt x="140" y="481"/>
                      <a:pt x="129" y="478"/>
                      <a:pt x="122" y="471"/>
                    </a:cubicBezTo>
                    <a:cubicBezTo>
                      <a:pt x="111" y="463"/>
                      <a:pt x="105" y="449"/>
                      <a:pt x="105" y="430"/>
                    </a:cubicBezTo>
                    <a:cubicBezTo>
                      <a:pt x="105" y="409"/>
                      <a:pt x="111" y="391"/>
                      <a:pt x="122" y="377"/>
                    </a:cubicBezTo>
                    <a:cubicBezTo>
                      <a:pt x="134" y="361"/>
                      <a:pt x="153" y="352"/>
                      <a:pt x="176" y="352"/>
                    </a:cubicBezTo>
                    <a:cubicBezTo>
                      <a:pt x="206" y="352"/>
                      <a:pt x="223" y="369"/>
                      <a:pt x="223" y="401"/>
                    </a:cubicBezTo>
                    <a:cubicBezTo>
                      <a:pt x="223" y="450"/>
                      <a:pt x="195" y="481"/>
                      <a:pt x="152" y="481"/>
                    </a:cubicBezTo>
                    <a:close/>
                    <a:moveTo>
                      <a:pt x="152" y="481"/>
                    </a:moveTo>
                    <a:cubicBezTo>
                      <a:pt x="152" y="481"/>
                      <a:pt x="152" y="481"/>
                      <a:pt x="152" y="48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58"/>
              <p:cNvSpPr>
                <a:spLocks noEditPoints="1"/>
              </p:cNvSpPr>
              <p:nvPr userDrawn="1"/>
            </p:nvSpPr>
            <p:spPr bwMode="auto">
              <a:xfrm>
                <a:off x="1298" y="748"/>
                <a:ext cx="389" cy="1223"/>
              </a:xfrm>
              <a:custGeom>
                <a:avLst/>
                <a:gdLst>
                  <a:gd name="T0" fmla="*/ 149 w 389"/>
                  <a:gd name="T1" fmla="*/ 648 h 1223"/>
                  <a:gd name="T2" fmla="*/ 153 w 389"/>
                  <a:gd name="T3" fmla="*/ 590 h 1223"/>
                  <a:gd name="T4" fmla="*/ 181 w 389"/>
                  <a:gd name="T5" fmla="*/ 588 h 1223"/>
                  <a:gd name="T6" fmla="*/ 182 w 389"/>
                  <a:gd name="T7" fmla="*/ 567 h 1223"/>
                  <a:gd name="T8" fmla="*/ 165 w 389"/>
                  <a:gd name="T9" fmla="*/ 532 h 1223"/>
                  <a:gd name="T10" fmla="*/ 118 w 389"/>
                  <a:gd name="T11" fmla="*/ 538 h 1223"/>
                  <a:gd name="T12" fmla="*/ 95 w 389"/>
                  <a:gd name="T13" fmla="*/ 570 h 1223"/>
                  <a:gd name="T14" fmla="*/ 94 w 389"/>
                  <a:gd name="T15" fmla="*/ 589 h 1223"/>
                  <a:gd name="T16" fmla="*/ 111 w 389"/>
                  <a:gd name="T17" fmla="*/ 591 h 1223"/>
                  <a:gd name="T18" fmla="*/ 134 w 389"/>
                  <a:gd name="T19" fmla="*/ 691 h 1223"/>
                  <a:gd name="T20" fmla="*/ 170 w 389"/>
                  <a:gd name="T21" fmla="*/ 638 h 1223"/>
                  <a:gd name="T22" fmla="*/ 249 w 389"/>
                  <a:gd name="T23" fmla="*/ 561 h 1223"/>
                  <a:gd name="T24" fmla="*/ 178 w 389"/>
                  <a:gd name="T25" fmla="*/ 639 h 1223"/>
                  <a:gd name="T26" fmla="*/ 225 w 389"/>
                  <a:gd name="T27" fmla="*/ 690 h 1223"/>
                  <a:gd name="T28" fmla="*/ 249 w 389"/>
                  <a:gd name="T29" fmla="*/ 561 h 1223"/>
                  <a:gd name="T30" fmla="*/ 225 w 389"/>
                  <a:gd name="T31" fmla="*/ 637 h 1223"/>
                  <a:gd name="T32" fmla="*/ 248 w 389"/>
                  <a:gd name="T33" fmla="*/ 618 h 1223"/>
                  <a:gd name="T34" fmla="*/ 195 w 389"/>
                  <a:gd name="T35" fmla="*/ 0 h 1223"/>
                  <a:gd name="T36" fmla="*/ 0 w 389"/>
                  <a:gd name="T37" fmla="*/ 47 h 1223"/>
                  <a:gd name="T38" fmla="*/ 389 w 389"/>
                  <a:gd name="T39" fmla="*/ 0 h 1223"/>
                  <a:gd name="T40" fmla="*/ 195 w 389"/>
                  <a:gd name="T41" fmla="*/ 1176 h 1223"/>
                  <a:gd name="T42" fmla="*/ 0 w 389"/>
                  <a:gd name="T43" fmla="*/ 1223 h 1223"/>
                  <a:gd name="T44" fmla="*/ 389 w 389"/>
                  <a:gd name="T45" fmla="*/ 1176 h 1223"/>
                  <a:gd name="T46" fmla="*/ 319 w 389"/>
                  <a:gd name="T47" fmla="*/ 98 h 1223"/>
                  <a:gd name="T48" fmla="*/ 69 w 389"/>
                  <a:gd name="T49" fmla="*/ 106 h 1223"/>
                  <a:gd name="T50" fmla="*/ 319 w 389"/>
                  <a:gd name="T51" fmla="*/ 113 h 1223"/>
                  <a:gd name="T52" fmla="*/ 319 w 389"/>
                  <a:gd name="T53" fmla="*/ 98 h 1223"/>
                  <a:gd name="T54" fmla="*/ 76 w 389"/>
                  <a:gd name="T55" fmla="*/ 150 h 1223"/>
                  <a:gd name="T56" fmla="*/ 76 w 389"/>
                  <a:gd name="T57" fmla="*/ 165 h 1223"/>
                  <a:gd name="T58" fmla="*/ 327 w 389"/>
                  <a:gd name="T59" fmla="*/ 158 h 1223"/>
                  <a:gd name="T60" fmla="*/ 319 w 389"/>
                  <a:gd name="T61" fmla="*/ 1061 h 1223"/>
                  <a:gd name="T62" fmla="*/ 69 w 389"/>
                  <a:gd name="T63" fmla="*/ 1068 h 1223"/>
                  <a:gd name="T64" fmla="*/ 319 w 389"/>
                  <a:gd name="T65" fmla="*/ 1076 h 1223"/>
                  <a:gd name="T66" fmla="*/ 319 w 389"/>
                  <a:gd name="T67" fmla="*/ 1061 h 1223"/>
                  <a:gd name="T68" fmla="*/ 76 w 389"/>
                  <a:gd name="T69" fmla="*/ 1112 h 1223"/>
                  <a:gd name="T70" fmla="*/ 76 w 389"/>
                  <a:gd name="T71" fmla="*/ 1127 h 1223"/>
                  <a:gd name="T72" fmla="*/ 327 w 389"/>
                  <a:gd name="T73" fmla="*/ 1120 h 1223"/>
                  <a:gd name="T74" fmla="*/ 319 w 389"/>
                  <a:gd name="T75" fmla="*/ 111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9" h="1223">
                    <a:moveTo>
                      <a:pt x="164" y="637"/>
                    </a:moveTo>
                    <a:cubicBezTo>
                      <a:pt x="156" y="646"/>
                      <a:pt x="152" y="648"/>
                      <a:pt x="149" y="648"/>
                    </a:cubicBezTo>
                    <a:cubicBezTo>
                      <a:pt x="145" y="648"/>
                      <a:pt x="143" y="646"/>
                      <a:pt x="144" y="640"/>
                    </a:cubicBezTo>
                    <a:cubicBezTo>
                      <a:pt x="153" y="590"/>
                      <a:pt x="153" y="590"/>
                      <a:pt x="153" y="590"/>
                    </a:cubicBezTo>
                    <a:cubicBezTo>
                      <a:pt x="156" y="588"/>
                      <a:pt x="156" y="588"/>
                      <a:pt x="156" y="588"/>
                    </a:cubicBezTo>
                    <a:cubicBezTo>
                      <a:pt x="181" y="588"/>
                      <a:pt x="181" y="588"/>
                      <a:pt x="181" y="588"/>
                    </a:cubicBezTo>
                    <a:cubicBezTo>
                      <a:pt x="184" y="569"/>
                      <a:pt x="184" y="569"/>
                      <a:pt x="184" y="569"/>
                    </a:cubicBezTo>
                    <a:cubicBezTo>
                      <a:pt x="182" y="567"/>
                      <a:pt x="182" y="567"/>
                      <a:pt x="182" y="567"/>
                    </a:cubicBezTo>
                    <a:cubicBezTo>
                      <a:pt x="157" y="567"/>
                      <a:pt x="157" y="567"/>
                      <a:pt x="157" y="567"/>
                    </a:cubicBezTo>
                    <a:cubicBezTo>
                      <a:pt x="161" y="550"/>
                      <a:pt x="165" y="532"/>
                      <a:pt x="165" y="532"/>
                    </a:cubicBezTo>
                    <a:cubicBezTo>
                      <a:pt x="162" y="529"/>
                      <a:pt x="162" y="529"/>
                      <a:pt x="162" y="529"/>
                    </a:cubicBezTo>
                    <a:cubicBezTo>
                      <a:pt x="118" y="538"/>
                      <a:pt x="118" y="538"/>
                      <a:pt x="118" y="538"/>
                    </a:cubicBezTo>
                    <a:cubicBezTo>
                      <a:pt x="118" y="538"/>
                      <a:pt x="116" y="554"/>
                      <a:pt x="114" y="567"/>
                    </a:cubicBezTo>
                    <a:cubicBezTo>
                      <a:pt x="95" y="570"/>
                      <a:pt x="95" y="570"/>
                      <a:pt x="95" y="570"/>
                    </a:cubicBezTo>
                    <a:cubicBezTo>
                      <a:pt x="93" y="588"/>
                      <a:pt x="93" y="588"/>
                      <a:pt x="93" y="588"/>
                    </a:cubicBezTo>
                    <a:cubicBezTo>
                      <a:pt x="94" y="589"/>
                      <a:pt x="94" y="589"/>
                      <a:pt x="94" y="589"/>
                    </a:cubicBezTo>
                    <a:cubicBezTo>
                      <a:pt x="108" y="589"/>
                      <a:pt x="108" y="589"/>
                      <a:pt x="108" y="589"/>
                    </a:cubicBezTo>
                    <a:cubicBezTo>
                      <a:pt x="111" y="591"/>
                      <a:pt x="111" y="591"/>
                      <a:pt x="111" y="591"/>
                    </a:cubicBezTo>
                    <a:cubicBezTo>
                      <a:pt x="99" y="656"/>
                      <a:pt x="99" y="656"/>
                      <a:pt x="99" y="656"/>
                    </a:cubicBezTo>
                    <a:cubicBezTo>
                      <a:pt x="97" y="678"/>
                      <a:pt x="109" y="691"/>
                      <a:pt x="134" y="691"/>
                    </a:cubicBezTo>
                    <a:cubicBezTo>
                      <a:pt x="141" y="691"/>
                      <a:pt x="158" y="675"/>
                      <a:pt x="175" y="651"/>
                    </a:cubicBezTo>
                    <a:cubicBezTo>
                      <a:pt x="170" y="638"/>
                      <a:pt x="170" y="638"/>
                      <a:pt x="170" y="638"/>
                    </a:cubicBezTo>
                    <a:lnTo>
                      <a:pt x="164" y="637"/>
                    </a:lnTo>
                    <a:close/>
                    <a:moveTo>
                      <a:pt x="249" y="561"/>
                    </a:moveTo>
                    <a:cubicBezTo>
                      <a:pt x="226" y="561"/>
                      <a:pt x="207" y="570"/>
                      <a:pt x="195" y="586"/>
                    </a:cubicBezTo>
                    <a:cubicBezTo>
                      <a:pt x="184" y="600"/>
                      <a:pt x="178" y="618"/>
                      <a:pt x="178" y="639"/>
                    </a:cubicBezTo>
                    <a:cubicBezTo>
                      <a:pt x="178" y="658"/>
                      <a:pt x="184" y="672"/>
                      <a:pt x="195" y="680"/>
                    </a:cubicBezTo>
                    <a:cubicBezTo>
                      <a:pt x="202" y="687"/>
                      <a:pt x="213" y="690"/>
                      <a:pt x="225" y="690"/>
                    </a:cubicBezTo>
                    <a:cubicBezTo>
                      <a:pt x="268" y="690"/>
                      <a:pt x="296" y="659"/>
                      <a:pt x="296" y="610"/>
                    </a:cubicBezTo>
                    <a:cubicBezTo>
                      <a:pt x="296" y="579"/>
                      <a:pt x="279" y="561"/>
                      <a:pt x="249" y="561"/>
                    </a:cubicBezTo>
                    <a:close/>
                    <a:moveTo>
                      <a:pt x="235" y="663"/>
                    </a:moveTo>
                    <a:cubicBezTo>
                      <a:pt x="228" y="663"/>
                      <a:pt x="225" y="654"/>
                      <a:pt x="225" y="637"/>
                    </a:cubicBezTo>
                    <a:cubicBezTo>
                      <a:pt x="225" y="609"/>
                      <a:pt x="230" y="592"/>
                      <a:pt x="239" y="592"/>
                    </a:cubicBezTo>
                    <a:cubicBezTo>
                      <a:pt x="246" y="592"/>
                      <a:pt x="248" y="599"/>
                      <a:pt x="248" y="618"/>
                    </a:cubicBezTo>
                    <a:cubicBezTo>
                      <a:pt x="248" y="649"/>
                      <a:pt x="245" y="663"/>
                      <a:pt x="235" y="663"/>
                    </a:cubicBez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89" y="47"/>
                      <a:pt x="389" y="47"/>
                      <a:pt x="389" y="47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76"/>
                    </a:moveTo>
                    <a:cubicBezTo>
                      <a:pt x="0" y="1176"/>
                      <a:pt x="0" y="1176"/>
                      <a:pt x="0" y="1176"/>
                    </a:cubicBezTo>
                    <a:cubicBezTo>
                      <a:pt x="0" y="1223"/>
                      <a:pt x="0" y="1223"/>
                      <a:pt x="0" y="1223"/>
                    </a:cubicBezTo>
                    <a:cubicBezTo>
                      <a:pt x="389" y="1223"/>
                      <a:pt x="389" y="1223"/>
                      <a:pt x="389" y="1223"/>
                    </a:cubicBezTo>
                    <a:cubicBezTo>
                      <a:pt x="389" y="1176"/>
                      <a:pt x="389" y="1176"/>
                      <a:pt x="389" y="1176"/>
                    </a:cubicBezTo>
                    <a:lnTo>
                      <a:pt x="195" y="1176"/>
                    </a:lnTo>
                    <a:close/>
                    <a:moveTo>
                      <a:pt x="319" y="98"/>
                    </a:moveTo>
                    <a:cubicBezTo>
                      <a:pt x="76" y="98"/>
                      <a:pt x="76" y="98"/>
                      <a:pt x="76" y="98"/>
                    </a:cubicBezTo>
                    <a:cubicBezTo>
                      <a:pt x="72" y="98"/>
                      <a:pt x="69" y="102"/>
                      <a:pt x="69" y="106"/>
                    </a:cubicBezTo>
                    <a:cubicBezTo>
                      <a:pt x="69" y="110"/>
                      <a:pt x="72" y="113"/>
                      <a:pt x="76" y="113"/>
                    </a:cubicBezTo>
                    <a:cubicBezTo>
                      <a:pt x="319" y="113"/>
                      <a:pt x="319" y="113"/>
                      <a:pt x="319" y="113"/>
                    </a:cubicBezTo>
                    <a:cubicBezTo>
                      <a:pt x="323" y="113"/>
                      <a:pt x="327" y="110"/>
                      <a:pt x="327" y="106"/>
                    </a:cubicBezTo>
                    <a:cubicBezTo>
                      <a:pt x="327" y="102"/>
                      <a:pt x="323" y="98"/>
                      <a:pt x="319" y="98"/>
                    </a:cubicBezTo>
                    <a:close/>
                    <a:moveTo>
                      <a:pt x="319" y="150"/>
                    </a:moveTo>
                    <a:cubicBezTo>
                      <a:pt x="76" y="150"/>
                      <a:pt x="76" y="150"/>
                      <a:pt x="76" y="150"/>
                    </a:cubicBezTo>
                    <a:cubicBezTo>
                      <a:pt x="72" y="150"/>
                      <a:pt x="69" y="153"/>
                      <a:pt x="69" y="158"/>
                    </a:cubicBezTo>
                    <a:cubicBezTo>
                      <a:pt x="69" y="162"/>
                      <a:pt x="72" y="165"/>
                      <a:pt x="76" y="165"/>
                    </a:cubicBezTo>
                    <a:cubicBezTo>
                      <a:pt x="319" y="165"/>
                      <a:pt x="319" y="165"/>
                      <a:pt x="319" y="165"/>
                    </a:cubicBezTo>
                    <a:cubicBezTo>
                      <a:pt x="323" y="165"/>
                      <a:pt x="327" y="162"/>
                      <a:pt x="327" y="158"/>
                    </a:cubicBezTo>
                    <a:cubicBezTo>
                      <a:pt x="327" y="153"/>
                      <a:pt x="323" y="150"/>
                      <a:pt x="319" y="150"/>
                    </a:cubicBezTo>
                    <a:close/>
                    <a:moveTo>
                      <a:pt x="319" y="1061"/>
                    </a:moveTo>
                    <a:cubicBezTo>
                      <a:pt x="76" y="1061"/>
                      <a:pt x="76" y="1061"/>
                      <a:pt x="76" y="1061"/>
                    </a:cubicBezTo>
                    <a:cubicBezTo>
                      <a:pt x="72" y="1061"/>
                      <a:pt x="69" y="1064"/>
                      <a:pt x="69" y="1068"/>
                    </a:cubicBezTo>
                    <a:cubicBezTo>
                      <a:pt x="69" y="1072"/>
                      <a:pt x="72" y="1076"/>
                      <a:pt x="76" y="1076"/>
                    </a:cubicBezTo>
                    <a:cubicBezTo>
                      <a:pt x="319" y="1076"/>
                      <a:pt x="319" y="1076"/>
                      <a:pt x="319" y="1076"/>
                    </a:cubicBezTo>
                    <a:cubicBezTo>
                      <a:pt x="323" y="1076"/>
                      <a:pt x="327" y="1072"/>
                      <a:pt x="327" y="1068"/>
                    </a:cubicBezTo>
                    <a:cubicBezTo>
                      <a:pt x="327" y="1064"/>
                      <a:pt x="323" y="1061"/>
                      <a:pt x="319" y="1061"/>
                    </a:cubicBezTo>
                    <a:close/>
                    <a:moveTo>
                      <a:pt x="319" y="1112"/>
                    </a:moveTo>
                    <a:cubicBezTo>
                      <a:pt x="76" y="1112"/>
                      <a:pt x="76" y="1112"/>
                      <a:pt x="76" y="1112"/>
                    </a:cubicBezTo>
                    <a:cubicBezTo>
                      <a:pt x="72" y="1112"/>
                      <a:pt x="69" y="1116"/>
                      <a:pt x="69" y="1120"/>
                    </a:cubicBezTo>
                    <a:cubicBezTo>
                      <a:pt x="69" y="1124"/>
                      <a:pt x="72" y="1127"/>
                      <a:pt x="76" y="1127"/>
                    </a:cubicBezTo>
                    <a:cubicBezTo>
                      <a:pt x="319" y="1127"/>
                      <a:pt x="319" y="1127"/>
                      <a:pt x="319" y="1127"/>
                    </a:cubicBezTo>
                    <a:cubicBezTo>
                      <a:pt x="323" y="1127"/>
                      <a:pt x="327" y="1124"/>
                      <a:pt x="327" y="1120"/>
                    </a:cubicBezTo>
                    <a:cubicBezTo>
                      <a:pt x="327" y="1116"/>
                      <a:pt x="323" y="1112"/>
                      <a:pt x="319" y="1112"/>
                    </a:cubicBezTo>
                    <a:close/>
                    <a:moveTo>
                      <a:pt x="319" y="1112"/>
                    </a:moveTo>
                    <a:cubicBezTo>
                      <a:pt x="319" y="1112"/>
                      <a:pt x="319" y="1112"/>
                      <a:pt x="319" y="1112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59"/>
              <p:cNvSpPr>
                <a:spLocks noEditPoints="1"/>
              </p:cNvSpPr>
              <p:nvPr userDrawn="1"/>
            </p:nvSpPr>
            <p:spPr bwMode="auto">
              <a:xfrm>
                <a:off x="1915" y="892"/>
                <a:ext cx="418" cy="962"/>
              </a:xfrm>
              <a:custGeom>
                <a:avLst/>
                <a:gdLst>
                  <a:gd name="T0" fmla="*/ 165 w 419"/>
                  <a:gd name="T1" fmla="*/ 71 h 962"/>
                  <a:gd name="T2" fmla="*/ 172 w 419"/>
                  <a:gd name="T3" fmla="*/ 96 h 962"/>
                  <a:gd name="T4" fmla="*/ 419 w 419"/>
                  <a:gd name="T5" fmla="*/ 962 h 962"/>
                  <a:gd name="T6" fmla="*/ 145 w 419"/>
                  <a:gd name="T7" fmla="*/ 0 h 962"/>
                  <a:gd name="T8" fmla="*/ 144 w 419"/>
                  <a:gd name="T9" fmla="*/ 0 h 962"/>
                  <a:gd name="T10" fmla="*/ 165 w 419"/>
                  <a:gd name="T11" fmla="*/ 71 h 962"/>
                  <a:gd name="T12" fmla="*/ 1 w 419"/>
                  <a:gd name="T13" fmla="*/ 232 h 962"/>
                  <a:gd name="T14" fmla="*/ 11 w 419"/>
                  <a:gd name="T15" fmla="*/ 238 h 962"/>
                  <a:gd name="T16" fmla="*/ 6 w 419"/>
                  <a:gd name="T17" fmla="*/ 223 h 962"/>
                  <a:gd name="T18" fmla="*/ 1 w 419"/>
                  <a:gd name="T19" fmla="*/ 232 h 962"/>
                  <a:gd name="T20" fmla="*/ 1 w 419"/>
                  <a:gd name="T21" fmla="*/ 232 h 962"/>
                  <a:gd name="T22" fmla="*/ 1 w 419"/>
                  <a:gd name="T23" fmla="*/ 232 h 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9" h="962">
                    <a:moveTo>
                      <a:pt x="165" y="71"/>
                    </a:moveTo>
                    <a:cubicBezTo>
                      <a:pt x="172" y="96"/>
                      <a:pt x="172" y="96"/>
                      <a:pt x="172" y="96"/>
                    </a:cubicBezTo>
                    <a:cubicBezTo>
                      <a:pt x="419" y="962"/>
                      <a:pt x="419" y="962"/>
                      <a:pt x="419" y="96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65" y="71"/>
                      <a:pt x="165" y="71"/>
                      <a:pt x="165" y="71"/>
                    </a:cubicBezTo>
                    <a:close/>
                    <a:moveTo>
                      <a:pt x="1" y="232"/>
                    </a:moveTo>
                    <a:cubicBezTo>
                      <a:pt x="2" y="235"/>
                      <a:pt x="6" y="237"/>
                      <a:pt x="11" y="238"/>
                    </a:cubicBezTo>
                    <a:cubicBezTo>
                      <a:pt x="6" y="223"/>
                      <a:pt x="6" y="223"/>
                      <a:pt x="6" y="223"/>
                    </a:cubicBezTo>
                    <a:cubicBezTo>
                      <a:pt x="2" y="225"/>
                      <a:pt x="0" y="228"/>
                      <a:pt x="1" y="232"/>
                    </a:cubicBezTo>
                    <a:close/>
                    <a:moveTo>
                      <a:pt x="1" y="232"/>
                    </a:moveTo>
                    <a:cubicBezTo>
                      <a:pt x="1" y="232"/>
                      <a:pt x="1" y="232"/>
                      <a:pt x="1" y="232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60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61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moveTo>
                      <a:pt x="2" y="0"/>
                    </a:move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Rectangle 62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Rectangle 63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Rectangle 64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Rectangle 65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Rectangle 66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Rectangle 67"/>
              <p:cNvSpPr>
                <a:spLocks noChangeArrowheads="1"/>
              </p:cNvSpPr>
              <p:nvPr userDrawn="1"/>
            </p:nvSpPr>
            <p:spPr bwMode="auto">
              <a:xfrm>
                <a:off x="1955" y="1245"/>
                <a:ext cx="1" cy="62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Rectangle 68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Rectangle 69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Rectangle 70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Rectangle 71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Rectangle 72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Rectangle 73"/>
              <p:cNvSpPr>
                <a:spLocks noChangeArrowheads="1"/>
              </p:cNvSpPr>
              <p:nvPr userDrawn="1"/>
            </p:nvSpPr>
            <p:spPr bwMode="auto">
              <a:xfrm>
                <a:off x="1958" y="1245"/>
                <a:ext cx="1" cy="62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Rectangle 74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Rectangle 75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Rectangle 76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Rectangle 77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Rectangle 78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Rectangle 79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Rectangle 80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Rectangle 81"/>
              <p:cNvSpPr>
                <a:spLocks noChangeArrowheads="1"/>
              </p:cNvSpPr>
              <p:nvPr userDrawn="1"/>
            </p:nvSpPr>
            <p:spPr bwMode="auto">
              <a:xfrm>
                <a:off x="1962" y="1245"/>
                <a:ext cx="1" cy="62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82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Rectangle 83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Rectangle 84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Rectangle 85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Rectangle 86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Rectangle 87"/>
              <p:cNvSpPr>
                <a:spLocks noChangeArrowheads="1"/>
              </p:cNvSpPr>
              <p:nvPr userDrawn="1"/>
            </p:nvSpPr>
            <p:spPr bwMode="auto">
              <a:xfrm>
                <a:off x="1965" y="1245"/>
                <a:ext cx="1" cy="62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Rectangle 88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Rectangle 89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Rectangle 90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Rectangle 91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Rectangle 92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Rectangle 93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Rectangle 94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Rectangle 95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Rectangle 96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Rectangle 97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Rectangle 98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Rectangle 99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Rectangle 100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Rectangle 101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Rectangle 102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Rectangle 103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Rectangle 104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Rectangle 105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Rectangle 106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Rectangle 107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Rectangle 108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Rectangle 109"/>
              <p:cNvSpPr>
                <a:spLocks noChangeArrowheads="1"/>
              </p:cNvSpPr>
              <p:nvPr userDrawn="1"/>
            </p:nvSpPr>
            <p:spPr bwMode="auto">
              <a:xfrm>
                <a:off x="1976" y="1245"/>
                <a:ext cx="1" cy="62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10"/>
              <p:cNvSpPr>
                <a:spLocks noEditPoints="1"/>
              </p:cNvSpPr>
              <p:nvPr userDrawn="1"/>
            </p:nvSpPr>
            <p:spPr bwMode="auto">
              <a:xfrm>
                <a:off x="2118" y="1803"/>
                <a:ext cx="238" cy="130"/>
              </a:xfrm>
              <a:custGeom>
                <a:avLst/>
                <a:gdLst>
                  <a:gd name="T0" fmla="*/ 6 w 239"/>
                  <a:gd name="T1" fmla="*/ 22 h 130"/>
                  <a:gd name="T2" fmla="*/ 0 w 239"/>
                  <a:gd name="T3" fmla="*/ 0 h 130"/>
                  <a:gd name="T4" fmla="*/ 5 w 239"/>
                  <a:gd name="T5" fmla="*/ 20 h 130"/>
                  <a:gd name="T6" fmla="*/ 6 w 239"/>
                  <a:gd name="T7" fmla="*/ 22 h 130"/>
                  <a:gd name="T8" fmla="*/ 239 w 239"/>
                  <a:gd name="T9" fmla="*/ 130 h 130"/>
                  <a:gd name="T10" fmla="*/ 223 w 239"/>
                  <a:gd name="T11" fmla="*/ 76 h 130"/>
                  <a:gd name="T12" fmla="*/ 239 w 239"/>
                  <a:gd name="T13" fmla="*/ 130 h 130"/>
                  <a:gd name="T14" fmla="*/ 239 w 239"/>
                  <a:gd name="T15" fmla="*/ 130 h 130"/>
                  <a:gd name="T16" fmla="*/ 239 w 239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30">
                    <a:moveTo>
                      <a:pt x="6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3" y="13"/>
                      <a:pt x="5" y="20"/>
                    </a:cubicBezTo>
                    <a:cubicBezTo>
                      <a:pt x="5" y="21"/>
                      <a:pt x="6" y="21"/>
                      <a:pt x="6" y="22"/>
                    </a:cubicBezTo>
                    <a:close/>
                    <a:moveTo>
                      <a:pt x="239" y="130"/>
                    </a:moveTo>
                    <a:cubicBezTo>
                      <a:pt x="223" y="76"/>
                      <a:pt x="223" y="76"/>
                      <a:pt x="223" y="76"/>
                    </a:cubicBezTo>
                    <a:lnTo>
                      <a:pt x="239" y="130"/>
                    </a:lnTo>
                    <a:close/>
                    <a:moveTo>
                      <a:pt x="239" y="130"/>
                    </a:moveTo>
                    <a:cubicBezTo>
                      <a:pt x="239" y="130"/>
                      <a:pt x="239" y="130"/>
                      <a:pt x="239" y="130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11"/>
              <p:cNvSpPr>
                <a:spLocks noEditPoints="1"/>
              </p:cNvSpPr>
              <p:nvPr userDrawn="1"/>
            </p:nvSpPr>
            <p:spPr bwMode="auto">
              <a:xfrm>
                <a:off x="1881" y="963"/>
                <a:ext cx="459" cy="916"/>
              </a:xfrm>
              <a:custGeom>
                <a:avLst/>
                <a:gdLst>
                  <a:gd name="T0" fmla="*/ 206 w 460"/>
                  <a:gd name="T1" fmla="*/ 25 h 916"/>
                  <a:gd name="T2" fmla="*/ 199 w 460"/>
                  <a:gd name="T3" fmla="*/ 0 h 916"/>
                  <a:gd name="T4" fmla="*/ 199 w 460"/>
                  <a:gd name="T5" fmla="*/ 0 h 916"/>
                  <a:gd name="T6" fmla="*/ 206 w 460"/>
                  <a:gd name="T7" fmla="*/ 25 h 916"/>
                  <a:gd name="T8" fmla="*/ 460 w 460"/>
                  <a:gd name="T9" fmla="*/ 916 h 916"/>
                  <a:gd name="T10" fmla="*/ 453 w 460"/>
                  <a:gd name="T11" fmla="*/ 891 h 916"/>
                  <a:gd name="T12" fmla="*/ 460 w 460"/>
                  <a:gd name="T13" fmla="*/ 916 h 916"/>
                  <a:gd name="T14" fmla="*/ 453 w 460"/>
                  <a:gd name="T15" fmla="*/ 891 h 916"/>
                  <a:gd name="T16" fmla="*/ 460 w 460"/>
                  <a:gd name="T17" fmla="*/ 916 h 916"/>
                  <a:gd name="T18" fmla="*/ 453 w 460"/>
                  <a:gd name="T19" fmla="*/ 891 h 916"/>
                  <a:gd name="T20" fmla="*/ 28 w 460"/>
                  <a:gd name="T21" fmla="*/ 572 h 916"/>
                  <a:gd name="T22" fmla="*/ 42 w 460"/>
                  <a:gd name="T23" fmla="*/ 547 h 916"/>
                  <a:gd name="T24" fmla="*/ 17 w 460"/>
                  <a:gd name="T25" fmla="*/ 534 h 916"/>
                  <a:gd name="T26" fmla="*/ 3 w 460"/>
                  <a:gd name="T27" fmla="*/ 558 h 916"/>
                  <a:gd name="T28" fmla="*/ 28 w 460"/>
                  <a:gd name="T29" fmla="*/ 572 h 916"/>
                  <a:gd name="T30" fmla="*/ 28 w 460"/>
                  <a:gd name="T31" fmla="*/ 572 h 916"/>
                  <a:gd name="T32" fmla="*/ 28 w 460"/>
                  <a:gd name="T33" fmla="*/ 572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0" h="916">
                    <a:moveTo>
                      <a:pt x="206" y="25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206" y="25"/>
                    </a:lnTo>
                    <a:close/>
                    <a:moveTo>
                      <a:pt x="460" y="916"/>
                    </a:moveTo>
                    <a:cubicBezTo>
                      <a:pt x="453" y="891"/>
                      <a:pt x="453" y="891"/>
                      <a:pt x="453" y="891"/>
                    </a:cubicBezTo>
                    <a:lnTo>
                      <a:pt x="460" y="916"/>
                    </a:lnTo>
                    <a:close/>
                    <a:moveTo>
                      <a:pt x="453" y="891"/>
                    </a:moveTo>
                    <a:cubicBezTo>
                      <a:pt x="460" y="916"/>
                      <a:pt x="460" y="916"/>
                      <a:pt x="460" y="916"/>
                    </a:cubicBezTo>
                    <a:lnTo>
                      <a:pt x="453" y="891"/>
                    </a:lnTo>
                    <a:close/>
                    <a:moveTo>
                      <a:pt x="28" y="572"/>
                    </a:moveTo>
                    <a:cubicBezTo>
                      <a:pt x="39" y="569"/>
                      <a:pt x="45" y="558"/>
                      <a:pt x="42" y="547"/>
                    </a:cubicBezTo>
                    <a:cubicBezTo>
                      <a:pt x="39" y="537"/>
                      <a:pt x="28" y="531"/>
                      <a:pt x="17" y="534"/>
                    </a:cubicBezTo>
                    <a:cubicBezTo>
                      <a:pt x="6" y="537"/>
                      <a:pt x="0" y="548"/>
                      <a:pt x="3" y="558"/>
                    </a:cubicBezTo>
                    <a:cubicBezTo>
                      <a:pt x="6" y="569"/>
                      <a:pt x="17" y="575"/>
                      <a:pt x="28" y="572"/>
                    </a:cubicBezTo>
                    <a:close/>
                    <a:moveTo>
                      <a:pt x="28" y="572"/>
                    </a:moveTo>
                    <a:cubicBezTo>
                      <a:pt x="28" y="572"/>
                      <a:pt x="28" y="572"/>
                      <a:pt x="28" y="5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112"/>
              <p:cNvSpPr>
                <a:spLocks noEditPoints="1"/>
              </p:cNvSpPr>
              <p:nvPr userDrawn="1"/>
            </p:nvSpPr>
            <p:spPr bwMode="auto">
              <a:xfrm>
                <a:off x="1789" y="1136"/>
                <a:ext cx="229" cy="760"/>
              </a:xfrm>
              <a:custGeom>
                <a:avLst/>
                <a:gdLst>
                  <a:gd name="T0" fmla="*/ 99 w 229"/>
                  <a:gd name="T1" fmla="*/ 328 h 760"/>
                  <a:gd name="T2" fmla="*/ 104 w 229"/>
                  <a:gd name="T3" fmla="*/ 319 h 760"/>
                  <a:gd name="T4" fmla="*/ 15 w 229"/>
                  <a:gd name="T5" fmla="*/ 7 h 760"/>
                  <a:gd name="T6" fmla="*/ 6 w 229"/>
                  <a:gd name="T7" fmla="*/ 2 h 760"/>
                  <a:gd name="T8" fmla="*/ 1 w 229"/>
                  <a:gd name="T9" fmla="*/ 11 h 760"/>
                  <a:gd name="T10" fmla="*/ 90 w 229"/>
                  <a:gd name="T11" fmla="*/ 323 h 760"/>
                  <a:gd name="T12" fmla="*/ 99 w 229"/>
                  <a:gd name="T13" fmla="*/ 328 h 760"/>
                  <a:gd name="T14" fmla="*/ 129 w 229"/>
                  <a:gd name="T15" fmla="*/ 432 h 760"/>
                  <a:gd name="T16" fmla="*/ 124 w 229"/>
                  <a:gd name="T17" fmla="*/ 441 h 760"/>
                  <a:gd name="T18" fmla="*/ 213 w 229"/>
                  <a:gd name="T19" fmla="*/ 753 h 760"/>
                  <a:gd name="T20" fmla="*/ 223 w 229"/>
                  <a:gd name="T21" fmla="*/ 759 h 760"/>
                  <a:gd name="T22" fmla="*/ 228 w 229"/>
                  <a:gd name="T23" fmla="*/ 749 h 760"/>
                  <a:gd name="T24" fmla="*/ 139 w 229"/>
                  <a:gd name="T25" fmla="*/ 437 h 760"/>
                  <a:gd name="T26" fmla="*/ 129 w 229"/>
                  <a:gd name="T27" fmla="*/ 432 h 760"/>
                  <a:gd name="T28" fmla="*/ 129 w 229"/>
                  <a:gd name="T29" fmla="*/ 432 h 760"/>
                  <a:gd name="T30" fmla="*/ 129 w 229"/>
                  <a:gd name="T31" fmla="*/ 432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9" h="760">
                    <a:moveTo>
                      <a:pt x="99" y="328"/>
                    </a:moveTo>
                    <a:cubicBezTo>
                      <a:pt x="103" y="327"/>
                      <a:pt x="106" y="323"/>
                      <a:pt x="104" y="31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3"/>
                      <a:pt x="10" y="0"/>
                      <a:pt x="6" y="2"/>
                    </a:cubicBezTo>
                    <a:cubicBezTo>
                      <a:pt x="2" y="3"/>
                      <a:pt x="0" y="7"/>
                      <a:pt x="1" y="11"/>
                    </a:cubicBezTo>
                    <a:cubicBezTo>
                      <a:pt x="90" y="323"/>
                      <a:pt x="90" y="323"/>
                      <a:pt x="90" y="323"/>
                    </a:cubicBezTo>
                    <a:cubicBezTo>
                      <a:pt x="91" y="327"/>
                      <a:pt x="96" y="329"/>
                      <a:pt x="99" y="328"/>
                    </a:cubicBezTo>
                    <a:close/>
                    <a:moveTo>
                      <a:pt x="129" y="432"/>
                    </a:moveTo>
                    <a:cubicBezTo>
                      <a:pt x="125" y="433"/>
                      <a:pt x="123" y="437"/>
                      <a:pt x="124" y="441"/>
                    </a:cubicBezTo>
                    <a:cubicBezTo>
                      <a:pt x="213" y="753"/>
                      <a:pt x="213" y="753"/>
                      <a:pt x="213" y="753"/>
                    </a:cubicBezTo>
                    <a:cubicBezTo>
                      <a:pt x="215" y="757"/>
                      <a:pt x="219" y="760"/>
                      <a:pt x="223" y="759"/>
                    </a:cubicBezTo>
                    <a:cubicBezTo>
                      <a:pt x="226" y="757"/>
                      <a:pt x="229" y="753"/>
                      <a:pt x="228" y="749"/>
                    </a:cubicBezTo>
                    <a:cubicBezTo>
                      <a:pt x="139" y="437"/>
                      <a:pt x="139" y="437"/>
                      <a:pt x="139" y="437"/>
                    </a:cubicBezTo>
                    <a:cubicBezTo>
                      <a:pt x="137" y="433"/>
                      <a:pt x="133" y="431"/>
                      <a:pt x="129" y="432"/>
                    </a:cubicBezTo>
                    <a:close/>
                    <a:moveTo>
                      <a:pt x="129" y="432"/>
                    </a:moveTo>
                    <a:cubicBezTo>
                      <a:pt x="129" y="432"/>
                      <a:pt x="129" y="432"/>
                      <a:pt x="129" y="43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13"/>
              <p:cNvSpPr>
                <a:spLocks noEditPoints="1"/>
              </p:cNvSpPr>
              <p:nvPr userDrawn="1"/>
            </p:nvSpPr>
            <p:spPr bwMode="auto">
              <a:xfrm>
                <a:off x="1873" y="892"/>
                <a:ext cx="483" cy="1094"/>
              </a:xfrm>
              <a:custGeom>
                <a:avLst/>
                <a:gdLst>
                  <a:gd name="T0" fmla="*/ 186 w 484"/>
                  <a:gd name="T1" fmla="*/ 0 h 1094"/>
                  <a:gd name="T2" fmla="*/ 0 w 484"/>
                  <a:gd name="T3" fmla="*/ 53 h 1094"/>
                  <a:gd name="T4" fmla="*/ 186 w 484"/>
                  <a:gd name="T5" fmla="*/ 0 h 1094"/>
                  <a:gd name="T6" fmla="*/ 297 w 484"/>
                  <a:gd name="T7" fmla="*/ 1094 h 1094"/>
                  <a:gd name="T8" fmla="*/ 484 w 484"/>
                  <a:gd name="T9" fmla="*/ 1041 h 1094"/>
                  <a:gd name="T10" fmla="*/ 297 w 484"/>
                  <a:gd name="T11" fmla="*/ 1094 h 1094"/>
                  <a:gd name="T12" fmla="*/ 70 w 484"/>
                  <a:gd name="T13" fmla="*/ 280 h 1094"/>
                  <a:gd name="T14" fmla="*/ 63 w 484"/>
                  <a:gd name="T15" fmla="*/ 274 h 1094"/>
                  <a:gd name="T16" fmla="*/ 67 w 484"/>
                  <a:gd name="T17" fmla="*/ 287 h 1094"/>
                  <a:gd name="T18" fmla="*/ 70 w 484"/>
                  <a:gd name="T19" fmla="*/ 280 h 1094"/>
                  <a:gd name="T20" fmla="*/ 70 w 484"/>
                  <a:gd name="T21" fmla="*/ 280 h 1094"/>
                  <a:gd name="T22" fmla="*/ 70 w 484"/>
                  <a:gd name="T23" fmla="*/ 28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4" h="1094">
                    <a:moveTo>
                      <a:pt x="186" y="0"/>
                    </a:moveTo>
                    <a:cubicBezTo>
                      <a:pt x="0" y="53"/>
                      <a:pt x="0" y="53"/>
                      <a:pt x="0" y="53"/>
                    </a:cubicBezTo>
                    <a:lnTo>
                      <a:pt x="186" y="0"/>
                    </a:lnTo>
                    <a:close/>
                    <a:moveTo>
                      <a:pt x="297" y="1094"/>
                    </a:moveTo>
                    <a:cubicBezTo>
                      <a:pt x="484" y="1041"/>
                      <a:pt x="484" y="1041"/>
                      <a:pt x="484" y="1041"/>
                    </a:cubicBezTo>
                    <a:lnTo>
                      <a:pt x="297" y="1094"/>
                    </a:lnTo>
                    <a:close/>
                    <a:moveTo>
                      <a:pt x="70" y="280"/>
                    </a:moveTo>
                    <a:cubicBezTo>
                      <a:pt x="69" y="277"/>
                      <a:pt x="67" y="275"/>
                      <a:pt x="63" y="274"/>
                    </a:cubicBezTo>
                    <a:cubicBezTo>
                      <a:pt x="67" y="287"/>
                      <a:pt x="67" y="287"/>
                      <a:pt x="67" y="287"/>
                    </a:cubicBezTo>
                    <a:cubicBezTo>
                      <a:pt x="70" y="285"/>
                      <a:pt x="71" y="282"/>
                      <a:pt x="70" y="280"/>
                    </a:cubicBezTo>
                    <a:close/>
                    <a:moveTo>
                      <a:pt x="70" y="280"/>
                    </a:moveTo>
                    <a:cubicBezTo>
                      <a:pt x="70" y="280"/>
                      <a:pt x="70" y="280"/>
                      <a:pt x="70" y="280"/>
                    </a:cubicBezTo>
                  </a:path>
                </a:pathLst>
              </a:custGeom>
              <a:solidFill>
                <a:srgbClr val="E086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Rectangle 114"/>
              <p:cNvSpPr>
                <a:spLocks noChangeArrowheads="1"/>
              </p:cNvSpPr>
              <p:nvPr userDrawn="1"/>
            </p:nvSpPr>
            <p:spPr bwMode="auto">
              <a:xfrm>
                <a:off x="2057" y="163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Rectangle 115"/>
              <p:cNvSpPr>
                <a:spLocks noChangeArrowheads="1"/>
              </p:cNvSpPr>
              <p:nvPr userDrawn="1"/>
            </p:nvSpPr>
            <p:spPr bwMode="auto">
              <a:xfrm>
                <a:off x="2059" y="163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Rectangle 116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Rectangle 117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Rectangle 118"/>
              <p:cNvSpPr>
                <a:spLocks noChangeArrowheads="1"/>
              </p:cNvSpPr>
              <p:nvPr userDrawn="1"/>
            </p:nvSpPr>
            <p:spPr bwMode="auto">
              <a:xfrm>
                <a:off x="2061" y="163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Rectangle 119"/>
              <p:cNvSpPr>
                <a:spLocks noChangeArrowheads="1"/>
              </p:cNvSpPr>
              <p:nvPr userDrawn="1"/>
            </p:nvSpPr>
            <p:spPr bwMode="auto">
              <a:xfrm>
                <a:off x="2062" y="163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Rectangle 120"/>
              <p:cNvSpPr>
                <a:spLocks noChangeArrowheads="1"/>
              </p:cNvSpPr>
              <p:nvPr userDrawn="1"/>
            </p:nvSpPr>
            <p:spPr bwMode="auto">
              <a:xfrm>
                <a:off x="2063" y="163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Rectangle 121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Rectangle 122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Rectangle 123"/>
              <p:cNvSpPr>
                <a:spLocks noChangeArrowheads="1"/>
              </p:cNvSpPr>
              <p:nvPr userDrawn="1"/>
            </p:nvSpPr>
            <p:spPr bwMode="auto">
              <a:xfrm>
                <a:off x="2065" y="163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Rectangle 124"/>
              <p:cNvSpPr>
                <a:spLocks noChangeArrowheads="1"/>
              </p:cNvSpPr>
              <p:nvPr userDrawn="1"/>
            </p:nvSpPr>
            <p:spPr bwMode="auto">
              <a:xfrm>
                <a:off x="2066" y="163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Rectangle 125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Rectangle 126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Rectangle 127"/>
              <p:cNvSpPr>
                <a:spLocks noChangeArrowheads="1"/>
              </p:cNvSpPr>
              <p:nvPr userDrawn="1"/>
            </p:nvSpPr>
            <p:spPr bwMode="auto">
              <a:xfrm>
                <a:off x="2068" y="163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Rectangle 128"/>
              <p:cNvSpPr>
                <a:spLocks noChangeArrowheads="1"/>
              </p:cNvSpPr>
              <p:nvPr userDrawn="1"/>
            </p:nvSpPr>
            <p:spPr bwMode="auto">
              <a:xfrm>
                <a:off x="2069" y="163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Rectangle 129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Rectangle 130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Rectangle 131"/>
              <p:cNvSpPr>
                <a:spLocks noChangeArrowheads="1"/>
              </p:cNvSpPr>
              <p:nvPr userDrawn="1"/>
            </p:nvSpPr>
            <p:spPr bwMode="auto">
              <a:xfrm>
                <a:off x="2071" y="163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Rectangle 132"/>
              <p:cNvSpPr>
                <a:spLocks noChangeArrowheads="1"/>
              </p:cNvSpPr>
              <p:nvPr userDrawn="1"/>
            </p:nvSpPr>
            <p:spPr bwMode="auto">
              <a:xfrm>
                <a:off x="2072" y="163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Rectangle 133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Rectangle 134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Rectangle 135"/>
              <p:cNvSpPr>
                <a:spLocks noChangeArrowheads="1"/>
              </p:cNvSpPr>
              <p:nvPr userDrawn="1"/>
            </p:nvSpPr>
            <p:spPr bwMode="auto">
              <a:xfrm>
                <a:off x="2074" y="163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Rectangle 136"/>
              <p:cNvSpPr>
                <a:spLocks noChangeArrowheads="1"/>
              </p:cNvSpPr>
              <p:nvPr userDrawn="1"/>
            </p:nvSpPr>
            <p:spPr bwMode="auto">
              <a:xfrm>
                <a:off x="2075" y="163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Rectangle 137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Rectangle 138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Rectangle 139"/>
              <p:cNvSpPr>
                <a:spLocks noChangeArrowheads="1"/>
              </p:cNvSpPr>
              <p:nvPr userDrawn="1"/>
            </p:nvSpPr>
            <p:spPr bwMode="auto">
              <a:xfrm>
                <a:off x="2077" y="163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Rectangle 140"/>
              <p:cNvSpPr>
                <a:spLocks noChangeArrowheads="1"/>
              </p:cNvSpPr>
              <p:nvPr userDrawn="1"/>
            </p:nvSpPr>
            <p:spPr bwMode="auto">
              <a:xfrm>
                <a:off x="2078" y="163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Rectangle 141"/>
              <p:cNvSpPr>
                <a:spLocks noChangeArrowheads="1"/>
              </p:cNvSpPr>
              <p:nvPr userDrawn="1"/>
            </p:nvSpPr>
            <p:spPr bwMode="auto">
              <a:xfrm>
                <a:off x="2079" y="163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Rectangle 142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Rectangle 143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Rectangle 144"/>
              <p:cNvSpPr>
                <a:spLocks noChangeArrowheads="1"/>
              </p:cNvSpPr>
              <p:nvPr userDrawn="1"/>
            </p:nvSpPr>
            <p:spPr bwMode="auto">
              <a:xfrm>
                <a:off x="2081" y="163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Rectangle 145"/>
              <p:cNvSpPr>
                <a:spLocks noChangeArrowheads="1"/>
              </p:cNvSpPr>
              <p:nvPr userDrawn="1"/>
            </p:nvSpPr>
            <p:spPr bwMode="auto">
              <a:xfrm>
                <a:off x="2082" y="163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Rectangle 146"/>
              <p:cNvSpPr>
                <a:spLocks noChangeArrowheads="1"/>
              </p:cNvSpPr>
              <p:nvPr userDrawn="1"/>
            </p:nvSpPr>
            <p:spPr bwMode="auto">
              <a:xfrm>
                <a:off x="2083" y="163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Rectangle 147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Rectangle 148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Rectangle 149"/>
              <p:cNvSpPr>
                <a:spLocks noChangeArrowheads="1"/>
              </p:cNvSpPr>
              <p:nvPr userDrawn="1"/>
            </p:nvSpPr>
            <p:spPr bwMode="auto">
              <a:xfrm>
                <a:off x="2085" y="163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Rectangle 150"/>
              <p:cNvSpPr>
                <a:spLocks noChangeArrowheads="1"/>
              </p:cNvSpPr>
              <p:nvPr userDrawn="1"/>
            </p:nvSpPr>
            <p:spPr bwMode="auto">
              <a:xfrm>
                <a:off x="2086" y="163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Rectangle 151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Rectangle 152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Rectangle 153"/>
              <p:cNvSpPr>
                <a:spLocks noChangeArrowheads="1"/>
              </p:cNvSpPr>
              <p:nvPr userDrawn="1"/>
            </p:nvSpPr>
            <p:spPr bwMode="auto">
              <a:xfrm>
                <a:off x="2088" y="163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Rectangle 154"/>
              <p:cNvSpPr>
                <a:spLocks noChangeArrowheads="1"/>
              </p:cNvSpPr>
              <p:nvPr userDrawn="1"/>
            </p:nvSpPr>
            <p:spPr bwMode="auto">
              <a:xfrm>
                <a:off x="2089" y="163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Rectangle 155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Rectangle 156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Rectangle 157"/>
              <p:cNvSpPr>
                <a:spLocks noChangeArrowheads="1"/>
              </p:cNvSpPr>
              <p:nvPr userDrawn="1"/>
            </p:nvSpPr>
            <p:spPr bwMode="auto">
              <a:xfrm>
                <a:off x="2091" y="163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Rectangle 158"/>
              <p:cNvSpPr>
                <a:spLocks noChangeArrowheads="1"/>
              </p:cNvSpPr>
              <p:nvPr userDrawn="1"/>
            </p:nvSpPr>
            <p:spPr bwMode="auto">
              <a:xfrm>
                <a:off x="2092" y="163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Rectangle 159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Rectangle 160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Rectangle 161"/>
              <p:cNvSpPr>
                <a:spLocks noChangeArrowheads="1"/>
              </p:cNvSpPr>
              <p:nvPr userDrawn="1"/>
            </p:nvSpPr>
            <p:spPr bwMode="auto">
              <a:xfrm>
                <a:off x="2094" y="163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Rectangle 162"/>
              <p:cNvSpPr>
                <a:spLocks noChangeArrowheads="1"/>
              </p:cNvSpPr>
              <p:nvPr userDrawn="1"/>
            </p:nvSpPr>
            <p:spPr bwMode="auto">
              <a:xfrm>
                <a:off x="2095" y="163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Rectangle 163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Rectangle 164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 165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close/>
                    <a:moveTo>
                      <a:pt x="374" y="0"/>
                    </a:move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 166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moveTo>
                      <a:pt x="374" y="0"/>
                    </a:moveTo>
                    <a:lnTo>
                      <a:pt x="3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Rectangle 167"/>
              <p:cNvSpPr>
                <a:spLocks noChangeArrowheads="1"/>
              </p:cNvSpPr>
              <p:nvPr userDrawn="1"/>
            </p:nvSpPr>
            <p:spPr bwMode="auto">
              <a:xfrm>
                <a:off x="2020" y="150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Rectangle 168"/>
              <p:cNvSpPr>
                <a:spLocks noChangeArrowheads="1"/>
              </p:cNvSpPr>
              <p:nvPr userDrawn="1"/>
            </p:nvSpPr>
            <p:spPr bwMode="auto">
              <a:xfrm>
                <a:off x="2022" y="150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Rectangle 169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Rectangle 170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8" name="Rectangle 171"/>
              <p:cNvSpPr>
                <a:spLocks noChangeArrowheads="1"/>
              </p:cNvSpPr>
              <p:nvPr userDrawn="1"/>
            </p:nvSpPr>
            <p:spPr bwMode="auto">
              <a:xfrm>
                <a:off x="2024" y="150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Rectangle 172"/>
              <p:cNvSpPr>
                <a:spLocks noChangeArrowheads="1"/>
              </p:cNvSpPr>
              <p:nvPr userDrawn="1"/>
            </p:nvSpPr>
            <p:spPr bwMode="auto">
              <a:xfrm>
                <a:off x="2025" y="150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0" name="Rectangle 173"/>
              <p:cNvSpPr>
                <a:spLocks noChangeArrowheads="1"/>
              </p:cNvSpPr>
              <p:nvPr userDrawn="1"/>
            </p:nvSpPr>
            <p:spPr bwMode="auto">
              <a:xfrm>
                <a:off x="2026" y="150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1" name="Rectangle 174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2" name="Rectangle 175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3" name="Rectangle 176"/>
              <p:cNvSpPr>
                <a:spLocks noChangeArrowheads="1"/>
              </p:cNvSpPr>
              <p:nvPr userDrawn="1"/>
            </p:nvSpPr>
            <p:spPr bwMode="auto">
              <a:xfrm>
                <a:off x="2028" y="150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4" name="Rectangle 177"/>
              <p:cNvSpPr>
                <a:spLocks noChangeArrowheads="1"/>
              </p:cNvSpPr>
              <p:nvPr userDrawn="1"/>
            </p:nvSpPr>
            <p:spPr bwMode="auto">
              <a:xfrm>
                <a:off x="2029" y="150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5" name="Rectangle 178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6" name="Rectangle 179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7" name="Rectangle 180"/>
              <p:cNvSpPr>
                <a:spLocks noChangeArrowheads="1"/>
              </p:cNvSpPr>
              <p:nvPr userDrawn="1"/>
            </p:nvSpPr>
            <p:spPr bwMode="auto">
              <a:xfrm>
                <a:off x="2031" y="150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8" name="Rectangle 181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9" name="Rectangle 182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0" name="Rectangle 183"/>
              <p:cNvSpPr>
                <a:spLocks noChangeArrowheads="1"/>
              </p:cNvSpPr>
              <p:nvPr userDrawn="1"/>
            </p:nvSpPr>
            <p:spPr bwMode="auto">
              <a:xfrm>
                <a:off x="2033" y="150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1" name="Rectangle 184"/>
              <p:cNvSpPr>
                <a:spLocks noChangeArrowheads="1"/>
              </p:cNvSpPr>
              <p:nvPr userDrawn="1"/>
            </p:nvSpPr>
            <p:spPr bwMode="auto">
              <a:xfrm>
                <a:off x="2034" y="150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2" name="Rectangle 185"/>
              <p:cNvSpPr>
                <a:spLocks noChangeArrowheads="1"/>
              </p:cNvSpPr>
              <p:nvPr userDrawn="1"/>
            </p:nvSpPr>
            <p:spPr bwMode="auto">
              <a:xfrm>
                <a:off x="2035" y="150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3" name="Rectangle 186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4" name="Rectangle 187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5" name="Rectangle 188"/>
              <p:cNvSpPr>
                <a:spLocks noChangeArrowheads="1"/>
              </p:cNvSpPr>
              <p:nvPr userDrawn="1"/>
            </p:nvSpPr>
            <p:spPr bwMode="auto">
              <a:xfrm>
                <a:off x="2037" y="150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6" name="Rectangle 189"/>
              <p:cNvSpPr>
                <a:spLocks noChangeArrowheads="1"/>
              </p:cNvSpPr>
              <p:nvPr userDrawn="1"/>
            </p:nvSpPr>
            <p:spPr bwMode="auto">
              <a:xfrm>
                <a:off x="2038" y="150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7" name="Rectangle 190"/>
              <p:cNvSpPr>
                <a:spLocks noChangeArrowheads="1"/>
              </p:cNvSpPr>
              <p:nvPr userDrawn="1"/>
            </p:nvSpPr>
            <p:spPr bwMode="auto">
              <a:xfrm>
                <a:off x="2039" y="150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8" name="Rectangle 191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9" name="Rectangle 192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0" name="Rectangle 193"/>
              <p:cNvSpPr>
                <a:spLocks noChangeArrowheads="1"/>
              </p:cNvSpPr>
              <p:nvPr userDrawn="1"/>
            </p:nvSpPr>
            <p:spPr bwMode="auto">
              <a:xfrm>
                <a:off x="2041" y="150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1" name="Rectangle 194"/>
              <p:cNvSpPr>
                <a:spLocks noChangeArrowheads="1"/>
              </p:cNvSpPr>
              <p:nvPr userDrawn="1"/>
            </p:nvSpPr>
            <p:spPr bwMode="auto">
              <a:xfrm>
                <a:off x="2042" y="150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2" name="Rectangle 195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3" name="Rectangle 196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4" name="Rectangle 197"/>
              <p:cNvSpPr>
                <a:spLocks noChangeArrowheads="1"/>
              </p:cNvSpPr>
              <p:nvPr userDrawn="1"/>
            </p:nvSpPr>
            <p:spPr bwMode="auto">
              <a:xfrm>
                <a:off x="2044" y="150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5" name="Rectangle 198"/>
              <p:cNvSpPr>
                <a:spLocks noChangeArrowheads="1"/>
              </p:cNvSpPr>
              <p:nvPr userDrawn="1"/>
            </p:nvSpPr>
            <p:spPr bwMode="auto">
              <a:xfrm>
                <a:off x="2045" y="150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6" name="Rectangle 199"/>
              <p:cNvSpPr>
                <a:spLocks noChangeArrowheads="1"/>
              </p:cNvSpPr>
              <p:nvPr userDrawn="1"/>
            </p:nvSpPr>
            <p:spPr bwMode="auto">
              <a:xfrm>
                <a:off x="2046" y="150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7" name="Rectangle 200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8" name="Rectangle 201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9" name="Rectangle 202"/>
              <p:cNvSpPr>
                <a:spLocks noChangeArrowheads="1"/>
              </p:cNvSpPr>
              <p:nvPr userDrawn="1"/>
            </p:nvSpPr>
            <p:spPr bwMode="auto">
              <a:xfrm>
                <a:off x="2048" y="150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0" name="Rectangle 203"/>
              <p:cNvSpPr>
                <a:spLocks noChangeArrowheads="1"/>
              </p:cNvSpPr>
              <p:nvPr userDrawn="1"/>
            </p:nvSpPr>
            <p:spPr bwMode="auto">
              <a:xfrm>
                <a:off x="2049" y="150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1" name="Rectangle 204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2" name="Rectangle 205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3" name="Rectangle 206"/>
              <p:cNvSpPr>
                <a:spLocks noChangeArrowheads="1"/>
              </p:cNvSpPr>
              <p:nvPr userDrawn="1"/>
            </p:nvSpPr>
            <p:spPr bwMode="auto">
              <a:xfrm>
                <a:off x="2051" y="150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4" name="Rectangle 207"/>
              <p:cNvSpPr>
                <a:spLocks noChangeArrowheads="1"/>
              </p:cNvSpPr>
              <p:nvPr userDrawn="1"/>
            </p:nvSpPr>
            <p:spPr bwMode="auto">
              <a:xfrm>
                <a:off x="2052" y="150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5" name="Rectangle 208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6" name="Rectangle 209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7" name="Rectangle 210"/>
              <p:cNvSpPr>
                <a:spLocks noChangeArrowheads="1"/>
              </p:cNvSpPr>
              <p:nvPr userDrawn="1"/>
            </p:nvSpPr>
            <p:spPr bwMode="auto">
              <a:xfrm>
                <a:off x="2054" y="150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8" name="Rectangle 211"/>
              <p:cNvSpPr>
                <a:spLocks noChangeArrowheads="1"/>
              </p:cNvSpPr>
              <p:nvPr userDrawn="1"/>
            </p:nvSpPr>
            <p:spPr bwMode="auto">
              <a:xfrm>
                <a:off x="2055" y="150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9" name="Rectangle 212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0" name="Rectangle 213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1" name="Rectangle 214"/>
              <p:cNvSpPr>
                <a:spLocks noChangeArrowheads="1"/>
              </p:cNvSpPr>
              <p:nvPr userDrawn="1"/>
            </p:nvSpPr>
            <p:spPr bwMode="auto">
              <a:xfrm>
                <a:off x="2057" y="150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2" name="Rectangle 215"/>
              <p:cNvSpPr>
                <a:spLocks noChangeArrowheads="1"/>
              </p:cNvSpPr>
              <p:nvPr userDrawn="1"/>
            </p:nvSpPr>
            <p:spPr bwMode="auto">
              <a:xfrm>
                <a:off x="2058" y="150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3" name="Rectangle 216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4" name="Rectangle 217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5" name="Freeform 218"/>
              <p:cNvSpPr>
                <a:spLocks noEditPoints="1"/>
              </p:cNvSpPr>
              <p:nvPr userDrawn="1"/>
            </p:nvSpPr>
            <p:spPr bwMode="auto">
              <a:xfrm>
                <a:off x="1713" y="988"/>
                <a:ext cx="642" cy="1051"/>
              </a:xfrm>
              <a:custGeom>
                <a:avLst/>
                <a:gdLst>
                  <a:gd name="T0" fmla="*/ 254 w 643"/>
                  <a:gd name="T1" fmla="*/ 998 h 1051"/>
                  <a:gd name="T2" fmla="*/ 621 w 643"/>
                  <a:gd name="T3" fmla="*/ 866 h 1051"/>
                  <a:gd name="T4" fmla="*/ 0 w 643"/>
                  <a:gd name="T5" fmla="*/ 107 h 1051"/>
                  <a:gd name="T6" fmla="*/ 643 w 643"/>
                  <a:gd name="T7" fmla="*/ 945 h 1051"/>
                  <a:gd name="T8" fmla="*/ 350 w 643"/>
                  <a:gd name="T9" fmla="*/ 623 h 1051"/>
                  <a:gd name="T10" fmla="*/ 381 w 643"/>
                  <a:gd name="T11" fmla="*/ 733 h 1051"/>
                  <a:gd name="T12" fmla="*/ 252 w 643"/>
                  <a:gd name="T13" fmla="*/ 458 h 1051"/>
                  <a:gd name="T14" fmla="*/ 224 w 643"/>
                  <a:gd name="T15" fmla="*/ 396 h 1051"/>
                  <a:gd name="T16" fmla="*/ 241 w 643"/>
                  <a:gd name="T17" fmla="*/ 376 h 1051"/>
                  <a:gd name="T18" fmla="*/ 270 w 643"/>
                  <a:gd name="T19" fmla="*/ 392 h 1051"/>
                  <a:gd name="T20" fmla="*/ 289 w 643"/>
                  <a:gd name="T21" fmla="*/ 408 h 1051"/>
                  <a:gd name="T22" fmla="*/ 288 w 643"/>
                  <a:gd name="T23" fmla="*/ 378 h 1051"/>
                  <a:gd name="T24" fmla="*/ 280 w 643"/>
                  <a:gd name="T25" fmla="*/ 365 h 1051"/>
                  <a:gd name="T26" fmla="*/ 338 w 643"/>
                  <a:gd name="T27" fmla="*/ 363 h 1051"/>
                  <a:gd name="T28" fmla="*/ 355 w 643"/>
                  <a:gd name="T29" fmla="*/ 443 h 1051"/>
                  <a:gd name="T30" fmla="*/ 364 w 643"/>
                  <a:gd name="T31" fmla="*/ 457 h 1051"/>
                  <a:gd name="T32" fmla="*/ 306 w 643"/>
                  <a:gd name="T33" fmla="*/ 458 h 1051"/>
                  <a:gd name="T34" fmla="*/ 299 w 643"/>
                  <a:gd name="T35" fmla="*/ 428 h 1051"/>
                  <a:gd name="T36" fmla="*/ 285 w 643"/>
                  <a:gd name="T37" fmla="*/ 452 h 1051"/>
                  <a:gd name="T38" fmla="*/ 299 w 643"/>
                  <a:gd name="T39" fmla="*/ 461 h 1051"/>
                  <a:gd name="T40" fmla="*/ 248 w 643"/>
                  <a:gd name="T41" fmla="*/ 490 h 1051"/>
                  <a:gd name="T42" fmla="*/ 313 w 643"/>
                  <a:gd name="T43" fmla="*/ 493 h 1051"/>
                  <a:gd name="T44" fmla="*/ 344 w 643"/>
                  <a:gd name="T45" fmla="*/ 603 h 1051"/>
                  <a:gd name="T46" fmla="*/ 313 w 643"/>
                  <a:gd name="T47" fmla="*/ 493 h 1051"/>
                  <a:gd name="T48" fmla="*/ 408 w 643"/>
                  <a:gd name="T49" fmla="*/ 863 h 1051"/>
                  <a:gd name="T50" fmla="*/ 378 w 643"/>
                  <a:gd name="T51" fmla="*/ 842 h 1051"/>
                  <a:gd name="T52" fmla="*/ 350 w 643"/>
                  <a:gd name="T53" fmla="*/ 782 h 1051"/>
                  <a:gd name="T54" fmla="*/ 372 w 643"/>
                  <a:gd name="T55" fmla="*/ 760 h 1051"/>
                  <a:gd name="T56" fmla="*/ 408 w 643"/>
                  <a:gd name="T57" fmla="*/ 765 h 1051"/>
                  <a:gd name="T58" fmla="*/ 412 w 643"/>
                  <a:gd name="T59" fmla="*/ 837 h 1051"/>
                  <a:gd name="T60" fmla="*/ 447 w 643"/>
                  <a:gd name="T61" fmla="*/ 801 h 1051"/>
                  <a:gd name="T62" fmla="*/ 456 w 643"/>
                  <a:gd name="T63" fmla="*/ 851 h 1051"/>
                  <a:gd name="T64" fmla="*/ 543 w 643"/>
                  <a:gd name="T65" fmla="*/ 837 h 1051"/>
                  <a:gd name="T66" fmla="*/ 449 w 643"/>
                  <a:gd name="T67" fmla="*/ 511 h 1051"/>
                  <a:gd name="T68" fmla="*/ 440 w 643"/>
                  <a:gd name="T69" fmla="*/ 478 h 1051"/>
                  <a:gd name="T70" fmla="*/ 454 w 643"/>
                  <a:gd name="T71" fmla="*/ 453 h 1051"/>
                  <a:gd name="T72" fmla="*/ 425 w 643"/>
                  <a:gd name="T73" fmla="*/ 397 h 1051"/>
                  <a:gd name="T74" fmla="*/ 321 w 643"/>
                  <a:gd name="T75" fmla="*/ 89 h 1051"/>
                  <a:gd name="T76" fmla="*/ 291 w 643"/>
                  <a:gd name="T77" fmla="*/ 265 h 1051"/>
                  <a:gd name="T78" fmla="*/ 250 w 643"/>
                  <a:gd name="T79" fmla="*/ 255 h 1051"/>
                  <a:gd name="T80" fmla="*/ 269 w 643"/>
                  <a:gd name="T81" fmla="*/ 319 h 1051"/>
                  <a:gd name="T82" fmla="*/ 309 w 643"/>
                  <a:gd name="T83" fmla="*/ 323 h 1051"/>
                  <a:gd name="T84" fmla="*/ 270 w 643"/>
                  <a:gd name="T85" fmla="*/ 344 h 1051"/>
                  <a:gd name="T86" fmla="*/ 248 w 643"/>
                  <a:gd name="T87" fmla="*/ 231 h 1051"/>
                  <a:gd name="T88" fmla="*/ 202 w 643"/>
                  <a:gd name="T89" fmla="*/ 104 h 1051"/>
                  <a:gd name="T90" fmla="*/ 244 w 643"/>
                  <a:gd name="T91" fmla="*/ 100 h 1051"/>
                  <a:gd name="T92" fmla="*/ 227 w 643"/>
                  <a:gd name="T93" fmla="*/ 136 h 1051"/>
                  <a:gd name="T94" fmla="*/ 208 w 643"/>
                  <a:gd name="T95" fmla="*/ 127 h 1051"/>
                  <a:gd name="T96" fmla="*/ 264 w 643"/>
                  <a:gd name="T97" fmla="*/ 168 h 1051"/>
                  <a:gd name="T98" fmla="*/ 189 w 643"/>
                  <a:gd name="T99" fmla="*/ 219 h 1051"/>
                  <a:gd name="T100" fmla="*/ 202 w 643"/>
                  <a:gd name="T101" fmla="*/ 181 h 1051"/>
                  <a:gd name="T102" fmla="*/ 223 w 643"/>
                  <a:gd name="T103" fmla="*/ 178 h 1051"/>
                  <a:gd name="T104" fmla="*/ 202 w 643"/>
                  <a:gd name="T105" fmla="*/ 104 h 1051"/>
                  <a:gd name="T106" fmla="*/ 82 w 643"/>
                  <a:gd name="T107" fmla="*/ 150 h 1051"/>
                  <a:gd name="T108" fmla="*/ 175 w 643"/>
                  <a:gd name="T109" fmla="*/ 476 h 1051"/>
                  <a:gd name="T110" fmla="*/ 185 w 643"/>
                  <a:gd name="T111" fmla="*/ 509 h 1051"/>
                  <a:gd name="T112" fmla="*/ 181 w 643"/>
                  <a:gd name="T113" fmla="*/ 546 h 1051"/>
                  <a:gd name="T114" fmla="*/ 215 w 643"/>
                  <a:gd name="T115" fmla="*/ 585 h 1051"/>
                  <a:gd name="T116" fmla="*/ 289 w 643"/>
                  <a:gd name="T117" fmla="*/ 901 h 1051"/>
                  <a:gd name="T118" fmla="*/ 205 w 643"/>
                  <a:gd name="T119" fmla="*/ 580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3" h="1051">
                    <a:moveTo>
                      <a:pt x="628" y="891"/>
                    </a:moveTo>
                    <a:cubicBezTo>
                      <a:pt x="442" y="945"/>
                      <a:pt x="442" y="945"/>
                      <a:pt x="442" y="945"/>
                    </a:cubicBezTo>
                    <a:cubicBezTo>
                      <a:pt x="254" y="998"/>
                      <a:pt x="254" y="998"/>
                      <a:pt x="254" y="998"/>
                    </a:cubicBezTo>
                    <a:cubicBezTo>
                      <a:pt x="247" y="973"/>
                      <a:pt x="247" y="973"/>
                      <a:pt x="247" y="973"/>
                    </a:cubicBezTo>
                    <a:cubicBezTo>
                      <a:pt x="435" y="919"/>
                      <a:pt x="435" y="919"/>
                      <a:pt x="435" y="919"/>
                    </a:cubicBezTo>
                    <a:cubicBezTo>
                      <a:pt x="621" y="866"/>
                      <a:pt x="621" y="866"/>
                      <a:pt x="621" y="86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187" y="54"/>
                      <a:pt x="187" y="54"/>
                      <a:pt x="187" y="5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69" y="1051"/>
                      <a:pt x="269" y="1051"/>
                      <a:pt x="269" y="1051"/>
                    </a:cubicBezTo>
                    <a:cubicBezTo>
                      <a:pt x="457" y="998"/>
                      <a:pt x="457" y="998"/>
                      <a:pt x="457" y="998"/>
                    </a:cubicBezTo>
                    <a:cubicBezTo>
                      <a:pt x="643" y="945"/>
                      <a:pt x="643" y="945"/>
                      <a:pt x="643" y="945"/>
                    </a:cubicBezTo>
                    <a:lnTo>
                      <a:pt x="628" y="891"/>
                    </a:lnTo>
                    <a:close/>
                    <a:moveTo>
                      <a:pt x="314" y="695"/>
                    </a:moveTo>
                    <a:cubicBezTo>
                      <a:pt x="303" y="658"/>
                      <a:pt x="316" y="633"/>
                      <a:pt x="350" y="623"/>
                    </a:cubicBezTo>
                    <a:cubicBezTo>
                      <a:pt x="350" y="623"/>
                      <a:pt x="351" y="623"/>
                      <a:pt x="351" y="623"/>
                    </a:cubicBezTo>
                    <a:cubicBezTo>
                      <a:pt x="384" y="613"/>
                      <a:pt x="405" y="626"/>
                      <a:pt x="415" y="661"/>
                    </a:cubicBezTo>
                    <a:cubicBezTo>
                      <a:pt x="425" y="696"/>
                      <a:pt x="413" y="722"/>
                      <a:pt x="381" y="733"/>
                    </a:cubicBezTo>
                    <a:cubicBezTo>
                      <a:pt x="380" y="733"/>
                      <a:pt x="379" y="733"/>
                      <a:pt x="378" y="734"/>
                    </a:cubicBezTo>
                    <a:cubicBezTo>
                      <a:pt x="346" y="743"/>
                      <a:pt x="324" y="729"/>
                      <a:pt x="314" y="695"/>
                    </a:cubicBezTo>
                    <a:close/>
                    <a:moveTo>
                      <a:pt x="252" y="458"/>
                    </a:moveTo>
                    <a:cubicBezTo>
                      <a:pt x="236" y="401"/>
                      <a:pt x="236" y="401"/>
                      <a:pt x="236" y="401"/>
                    </a:cubicBezTo>
                    <a:cubicBezTo>
                      <a:pt x="234" y="395"/>
                      <a:pt x="232" y="393"/>
                      <a:pt x="228" y="395"/>
                    </a:cubicBezTo>
                    <a:cubicBezTo>
                      <a:pt x="226" y="395"/>
                      <a:pt x="224" y="396"/>
                      <a:pt x="224" y="396"/>
                    </a:cubicBezTo>
                    <a:cubicBezTo>
                      <a:pt x="221" y="394"/>
                      <a:pt x="221" y="394"/>
                      <a:pt x="221" y="394"/>
                    </a:cubicBezTo>
                    <a:cubicBezTo>
                      <a:pt x="219" y="382"/>
                      <a:pt x="219" y="382"/>
                      <a:pt x="219" y="382"/>
                    </a:cubicBezTo>
                    <a:cubicBezTo>
                      <a:pt x="241" y="376"/>
                      <a:pt x="241" y="376"/>
                      <a:pt x="241" y="376"/>
                    </a:cubicBezTo>
                    <a:cubicBezTo>
                      <a:pt x="250" y="373"/>
                      <a:pt x="273" y="366"/>
                      <a:pt x="273" y="366"/>
                    </a:cubicBezTo>
                    <a:cubicBezTo>
                      <a:pt x="276" y="381"/>
                      <a:pt x="276" y="381"/>
                      <a:pt x="276" y="381"/>
                    </a:cubicBezTo>
                    <a:cubicBezTo>
                      <a:pt x="269" y="384"/>
                      <a:pt x="268" y="386"/>
                      <a:pt x="270" y="392"/>
                    </a:cubicBezTo>
                    <a:cubicBezTo>
                      <a:pt x="274" y="412"/>
                      <a:pt x="274" y="412"/>
                      <a:pt x="274" y="412"/>
                    </a:cubicBezTo>
                    <a:cubicBezTo>
                      <a:pt x="288" y="408"/>
                      <a:pt x="288" y="408"/>
                      <a:pt x="288" y="408"/>
                    </a:cubicBezTo>
                    <a:cubicBezTo>
                      <a:pt x="289" y="408"/>
                      <a:pt x="289" y="408"/>
                      <a:pt x="289" y="408"/>
                    </a:cubicBezTo>
                    <a:cubicBezTo>
                      <a:pt x="296" y="406"/>
                      <a:pt x="299" y="405"/>
                      <a:pt x="302" y="404"/>
                    </a:cubicBezTo>
                    <a:cubicBezTo>
                      <a:pt x="296" y="385"/>
                      <a:pt x="296" y="385"/>
                      <a:pt x="296" y="385"/>
                    </a:cubicBezTo>
                    <a:cubicBezTo>
                      <a:pt x="295" y="378"/>
                      <a:pt x="293" y="377"/>
                      <a:pt x="288" y="378"/>
                    </a:cubicBezTo>
                    <a:cubicBezTo>
                      <a:pt x="284" y="379"/>
                      <a:pt x="284" y="379"/>
                      <a:pt x="284" y="379"/>
                    </a:cubicBezTo>
                    <a:cubicBezTo>
                      <a:pt x="282" y="378"/>
                      <a:pt x="282" y="378"/>
                      <a:pt x="282" y="378"/>
                    </a:cubicBezTo>
                    <a:cubicBezTo>
                      <a:pt x="280" y="365"/>
                      <a:pt x="280" y="365"/>
                      <a:pt x="280" y="365"/>
                    </a:cubicBezTo>
                    <a:cubicBezTo>
                      <a:pt x="306" y="358"/>
                      <a:pt x="306" y="358"/>
                      <a:pt x="306" y="358"/>
                    </a:cubicBezTo>
                    <a:cubicBezTo>
                      <a:pt x="313" y="356"/>
                      <a:pt x="335" y="349"/>
                      <a:pt x="335" y="349"/>
                    </a:cubicBezTo>
                    <a:cubicBezTo>
                      <a:pt x="338" y="363"/>
                      <a:pt x="338" y="363"/>
                      <a:pt x="338" y="363"/>
                    </a:cubicBezTo>
                    <a:cubicBezTo>
                      <a:pt x="330" y="367"/>
                      <a:pt x="329" y="369"/>
                      <a:pt x="331" y="375"/>
                    </a:cubicBezTo>
                    <a:cubicBezTo>
                      <a:pt x="333" y="388"/>
                      <a:pt x="340" y="412"/>
                      <a:pt x="346" y="434"/>
                    </a:cubicBezTo>
                    <a:cubicBezTo>
                      <a:pt x="348" y="442"/>
                      <a:pt x="350" y="444"/>
                      <a:pt x="355" y="443"/>
                    </a:cubicBezTo>
                    <a:cubicBezTo>
                      <a:pt x="357" y="442"/>
                      <a:pt x="360" y="441"/>
                      <a:pt x="360" y="441"/>
                    </a:cubicBezTo>
                    <a:cubicBezTo>
                      <a:pt x="361" y="443"/>
                      <a:pt x="361" y="443"/>
                      <a:pt x="361" y="443"/>
                    </a:cubicBezTo>
                    <a:cubicBezTo>
                      <a:pt x="364" y="457"/>
                      <a:pt x="364" y="457"/>
                      <a:pt x="364" y="457"/>
                    </a:cubicBezTo>
                    <a:cubicBezTo>
                      <a:pt x="364" y="457"/>
                      <a:pt x="349" y="461"/>
                      <a:pt x="336" y="464"/>
                    </a:cubicBezTo>
                    <a:cubicBezTo>
                      <a:pt x="328" y="466"/>
                      <a:pt x="308" y="472"/>
                      <a:pt x="308" y="472"/>
                    </a:cubicBezTo>
                    <a:cubicBezTo>
                      <a:pt x="306" y="458"/>
                      <a:pt x="306" y="458"/>
                      <a:pt x="306" y="458"/>
                    </a:cubicBezTo>
                    <a:cubicBezTo>
                      <a:pt x="314" y="455"/>
                      <a:pt x="316" y="451"/>
                      <a:pt x="313" y="442"/>
                    </a:cubicBezTo>
                    <a:cubicBezTo>
                      <a:pt x="308" y="426"/>
                      <a:pt x="308" y="426"/>
                      <a:pt x="308" y="426"/>
                    </a:cubicBezTo>
                    <a:cubicBezTo>
                      <a:pt x="308" y="426"/>
                      <a:pt x="302" y="427"/>
                      <a:pt x="299" y="428"/>
                    </a:cubicBezTo>
                    <a:cubicBezTo>
                      <a:pt x="298" y="429"/>
                      <a:pt x="296" y="429"/>
                      <a:pt x="295" y="429"/>
                    </a:cubicBezTo>
                    <a:cubicBezTo>
                      <a:pt x="289" y="432"/>
                      <a:pt x="280" y="435"/>
                      <a:pt x="280" y="435"/>
                    </a:cubicBezTo>
                    <a:cubicBezTo>
                      <a:pt x="285" y="452"/>
                      <a:pt x="285" y="452"/>
                      <a:pt x="285" y="452"/>
                    </a:cubicBezTo>
                    <a:cubicBezTo>
                      <a:pt x="288" y="461"/>
                      <a:pt x="289" y="463"/>
                      <a:pt x="293" y="461"/>
                    </a:cubicBezTo>
                    <a:cubicBezTo>
                      <a:pt x="296" y="461"/>
                      <a:pt x="298" y="460"/>
                      <a:pt x="298" y="460"/>
                    </a:cubicBezTo>
                    <a:cubicBezTo>
                      <a:pt x="299" y="461"/>
                      <a:pt x="299" y="461"/>
                      <a:pt x="299" y="461"/>
                    </a:cubicBezTo>
                    <a:cubicBezTo>
                      <a:pt x="302" y="475"/>
                      <a:pt x="302" y="475"/>
                      <a:pt x="302" y="475"/>
                    </a:cubicBezTo>
                    <a:cubicBezTo>
                      <a:pt x="302" y="475"/>
                      <a:pt x="282" y="480"/>
                      <a:pt x="275" y="482"/>
                    </a:cubicBezTo>
                    <a:cubicBezTo>
                      <a:pt x="265" y="485"/>
                      <a:pt x="248" y="490"/>
                      <a:pt x="248" y="490"/>
                    </a:cubicBezTo>
                    <a:cubicBezTo>
                      <a:pt x="246" y="476"/>
                      <a:pt x="246" y="476"/>
                      <a:pt x="246" y="476"/>
                    </a:cubicBezTo>
                    <a:cubicBezTo>
                      <a:pt x="253" y="470"/>
                      <a:pt x="254" y="467"/>
                      <a:pt x="252" y="458"/>
                    </a:cubicBezTo>
                    <a:close/>
                    <a:moveTo>
                      <a:pt x="313" y="493"/>
                    </a:moveTo>
                    <a:cubicBezTo>
                      <a:pt x="313" y="493"/>
                      <a:pt x="314" y="493"/>
                      <a:pt x="314" y="493"/>
                    </a:cubicBezTo>
                    <a:cubicBezTo>
                      <a:pt x="347" y="484"/>
                      <a:pt x="368" y="497"/>
                      <a:pt x="378" y="531"/>
                    </a:cubicBezTo>
                    <a:cubicBezTo>
                      <a:pt x="388" y="567"/>
                      <a:pt x="376" y="592"/>
                      <a:pt x="344" y="603"/>
                    </a:cubicBezTo>
                    <a:cubicBezTo>
                      <a:pt x="343" y="603"/>
                      <a:pt x="342" y="604"/>
                      <a:pt x="341" y="604"/>
                    </a:cubicBezTo>
                    <a:cubicBezTo>
                      <a:pt x="309" y="613"/>
                      <a:pt x="287" y="599"/>
                      <a:pt x="277" y="565"/>
                    </a:cubicBezTo>
                    <a:cubicBezTo>
                      <a:pt x="267" y="529"/>
                      <a:pt x="279" y="503"/>
                      <a:pt x="313" y="493"/>
                    </a:cubicBezTo>
                    <a:close/>
                    <a:moveTo>
                      <a:pt x="456" y="851"/>
                    </a:moveTo>
                    <a:cubicBezTo>
                      <a:pt x="456" y="851"/>
                      <a:pt x="438" y="855"/>
                      <a:pt x="418" y="861"/>
                    </a:cubicBezTo>
                    <a:cubicBezTo>
                      <a:pt x="408" y="863"/>
                      <a:pt x="408" y="863"/>
                      <a:pt x="408" y="863"/>
                    </a:cubicBezTo>
                    <a:cubicBezTo>
                      <a:pt x="391" y="868"/>
                      <a:pt x="374" y="875"/>
                      <a:pt x="374" y="875"/>
                    </a:cubicBezTo>
                    <a:cubicBezTo>
                      <a:pt x="371" y="859"/>
                      <a:pt x="371" y="859"/>
                      <a:pt x="371" y="859"/>
                    </a:cubicBezTo>
                    <a:cubicBezTo>
                      <a:pt x="379" y="856"/>
                      <a:pt x="380" y="852"/>
                      <a:pt x="378" y="842"/>
                    </a:cubicBezTo>
                    <a:cubicBezTo>
                      <a:pt x="362" y="787"/>
                      <a:pt x="362" y="787"/>
                      <a:pt x="362" y="787"/>
                    </a:cubicBezTo>
                    <a:cubicBezTo>
                      <a:pt x="360" y="780"/>
                      <a:pt x="358" y="779"/>
                      <a:pt x="354" y="780"/>
                    </a:cubicBezTo>
                    <a:cubicBezTo>
                      <a:pt x="352" y="781"/>
                      <a:pt x="350" y="782"/>
                      <a:pt x="350" y="782"/>
                    </a:cubicBezTo>
                    <a:cubicBezTo>
                      <a:pt x="348" y="780"/>
                      <a:pt x="348" y="780"/>
                      <a:pt x="348" y="780"/>
                    </a:cubicBezTo>
                    <a:cubicBezTo>
                      <a:pt x="346" y="767"/>
                      <a:pt x="346" y="767"/>
                      <a:pt x="346" y="767"/>
                    </a:cubicBezTo>
                    <a:cubicBezTo>
                      <a:pt x="372" y="760"/>
                      <a:pt x="372" y="760"/>
                      <a:pt x="372" y="760"/>
                    </a:cubicBezTo>
                    <a:cubicBezTo>
                      <a:pt x="375" y="759"/>
                      <a:pt x="382" y="757"/>
                      <a:pt x="388" y="755"/>
                    </a:cubicBezTo>
                    <a:cubicBezTo>
                      <a:pt x="397" y="752"/>
                      <a:pt x="406" y="749"/>
                      <a:pt x="406" y="749"/>
                    </a:cubicBezTo>
                    <a:cubicBezTo>
                      <a:pt x="408" y="765"/>
                      <a:pt x="408" y="765"/>
                      <a:pt x="408" y="765"/>
                    </a:cubicBezTo>
                    <a:cubicBezTo>
                      <a:pt x="397" y="770"/>
                      <a:pt x="395" y="772"/>
                      <a:pt x="396" y="778"/>
                    </a:cubicBezTo>
                    <a:cubicBezTo>
                      <a:pt x="399" y="789"/>
                      <a:pt x="401" y="800"/>
                      <a:pt x="405" y="815"/>
                    </a:cubicBezTo>
                    <a:cubicBezTo>
                      <a:pt x="412" y="837"/>
                      <a:pt x="412" y="837"/>
                      <a:pt x="412" y="837"/>
                    </a:cubicBezTo>
                    <a:cubicBezTo>
                      <a:pt x="413" y="840"/>
                      <a:pt x="415" y="841"/>
                      <a:pt x="419" y="840"/>
                    </a:cubicBezTo>
                    <a:cubicBezTo>
                      <a:pt x="430" y="837"/>
                      <a:pt x="432" y="831"/>
                      <a:pt x="427" y="809"/>
                    </a:cubicBezTo>
                    <a:cubicBezTo>
                      <a:pt x="447" y="801"/>
                      <a:pt x="447" y="801"/>
                      <a:pt x="447" y="801"/>
                    </a:cubicBezTo>
                    <a:cubicBezTo>
                      <a:pt x="450" y="803"/>
                      <a:pt x="450" y="803"/>
                      <a:pt x="450" y="803"/>
                    </a:cubicBezTo>
                    <a:cubicBezTo>
                      <a:pt x="450" y="803"/>
                      <a:pt x="453" y="825"/>
                      <a:pt x="459" y="848"/>
                    </a:cubicBezTo>
                    <a:lnTo>
                      <a:pt x="456" y="851"/>
                    </a:lnTo>
                    <a:close/>
                    <a:moveTo>
                      <a:pt x="459" y="516"/>
                    </a:moveTo>
                    <a:cubicBezTo>
                      <a:pt x="548" y="828"/>
                      <a:pt x="548" y="828"/>
                      <a:pt x="548" y="828"/>
                    </a:cubicBezTo>
                    <a:cubicBezTo>
                      <a:pt x="549" y="832"/>
                      <a:pt x="546" y="836"/>
                      <a:pt x="543" y="837"/>
                    </a:cubicBezTo>
                    <a:cubicBezTo>
                      <a:pt x="539" y="838"/>
                      <a:pt x="534" y="836"/>
                      <a:pt x="533" y="832"/>
                    </a:cubicBezTo>
                    <a:cubicBezTo>
                      <a:pt x="444" y="520"/>
                      <a:pt x="444" y="520"/>
                      <a:pt x="444" y="520"/>
                    </a:cubicBezTo>
                    <a:cubicBezTo>
                      <a:pt x="443" y="516"/>
                      <a:pt x="445" y="512"/>
                      <a:pt x="449" y="511"/>
                    </a:cubicBezTo>
                    <a:cubicBezTo>
                      <a:pt x="453" y="510"/>
                      <a:pt x="457" y="512"/>
                      <a:pt x="459" y="516"/>
                    </a:cubicBezTo>
                    <a:close/>
                    <a:moveTo>
                      <a:pt x="454" y="453"/>
                    </a:moveTo>
                    <a:cubicBezTo>
                      <a:pt x="457" y="464"/>
                      <a:pt x="451" y="475"/>
                      <a:pt x="440" y="478"/>
                    </a:cubicBezTo>
                    <a:cubicBezTo>
                      <a:pt x="429" y="481"/>
                      <a:pt x="418" y="475"/>
                      <a:pt x="415" y="464"/>
                    </a:cubicBezTo>
                    <a:cubicBezTo>
                      <a:pt x="412" y="453"/>
                      <a:pt x="418" y="442"/>
                      <a:pt x="429" y="439"/>
                    </a:cubicBezTo>
                    <a:cubicBezTo>
                      <a:pt x="439" y="436"/>
                      <a:pt x="450" y="442"/>
                      <a:pt x="454" y="453"/>
                    </a:cubicBezTo>
                    <a:close/>
                    <a:moveTo>
                      <a:pt x="326" y="80"/>
                    </a:moveTo>
                    <a:cubicBezTo>
                      <a:pt x="330" y="79"/>
                      <a:pt x="334" y="81"/>
                      <a:pt x="336" y="85"/>
                    </a:cubicBezTo>
                    <a:cubicBezTo>
                      <a:pt x="425" y="397"/>
                      <a:pt x="425" y="397"/>
                      <a:pt x="425" y="397"/>
                    </a:cubicBezTo>
                    <a:cubicBezTo>
                      <a:pt x="426" y="401"/>
                      <a:pt x="424" y="405"/>
                      <a:pt x="420" y="406"/>
                    </a:cubicBezTo>
                    <a:cubicBezTo>
                      <a:pt x="416" y="408"/>
                      <a:pt x="412" y="405"/>
                      <a:pt x="410" y="401"/>
                    </a:cubicBezTo>
                    <a:cubicBezTo>
                      <a:pt x="321" y="89"/>
                      <a:pt x="321" y="89"/>
                      <a:pt x="321" y="89"/>
                    </a:cubicBezTo>
                    <a:cubicBezTo>
                      <a:pt x="320" y="85"/>
                      <a:pt x="322" y="81"/>
                      <a:pt x="326" y="80"/>
                    </a:cubicBezTo>
                    <a:close/>
                    <a:moveTo>
                      <a:pt x="286" y="228"/>
                    </a:moveTo>
                    <a:cubicBezTo>
                      <a:pt x="286" y="228"/>
                      <a:pt x="287" y="244"/>
                      <a:pt x="291" y="265"/>
                    </a:cubicBezTo>
                    <a:cubicBezTo>
                      <a:pt x="267" y="273"/>
                      <a:pt x="267" y="273"/>
                      <a:pt x="267" y="273"/>
                    </a:cubicBezTo>
                    <a:cubicBezTo>
                      <a:pt x="267" y="273"/>
                      <a:pt x="266" y="269"/>
                      <a:pt x="264" y="264"/>
                    </a:cubicBezTo>
                    <a:cubicBezTo>
                      <a:pt x="262" y="255"/>
                      <a:pt x="258" y="252"/>
                      <a:pt x="250" y="255"/>
                    </a:cubicBezTo>
                    <a:cubicBezTo>
                      <a:pt x="248" y="255"/>
                      <a:pt x="247" y="256"/>
                      <a:pt x="245" y="257"/>
                    </a:cubicBezTo>
                    <a:cubicBezTo>
                      <a:pt x="263" y="319"/>
                      <a:pt x="263" y="319"/>
                      <a:pt x="263" y="319"/>
                    </a:cubicBezTo>
                    <a:cubicBezTo>
                      <a:pt x="265" y="319"/>
                      <a:pt x="267" y="319"/>
                      <a:pt x="269" y="319"/>
                    </a:cubicBezTo>
                    <a:cubicBezTo>
                      <a:pt x="277" y="316"/>
                      <a:pt x="279" y="310"/>
                      <a:pt x="276" y="296"/>
                    </a:cubicBezTo>
                    <a:cubicBezTo>
                      <a:pt x="301" y="287"/>
                      <a:pt x="301" y="287"/>
                      <a:pt x="301" y="287"/>
                    </a:cubicBezTo>
                    <a:cubicBezTo>
                      <a:pt x="301" y="287"/>
                      <a:pt x="305" y="307"/>
                      <a:pt x="309" y="323"/>
                    </a:cubicBezTo>
                    <a:cubicBezTo>
                      <a:pt x="308" y="326"/>
                      <a:pt x="308" y="326"/>
                      <a:pt x="308" y="326"/>
                    </a:cubicBezTo>
                    <a:cubicBezTo>
                      <a:pt x="308" y="326"/>
                      <a:pt x="292" y="338"/>
                      <a:pt x="270" y="344"/>
                    </a:cubicBezTo>
                    <a:cubicBezTo>
                      <a:pt x="270" y="344"/>
                      <a:pt x="270" y="344"/>
                      <a:pt x="270" y="344"/>
                    </a:cubicBezTo>
                    <a:cubicBezTo>
                      <a:pt x="240" y="352"/>
                      <a:pt x="217" y="338"/>
                      <a:pt x="207" y="304"/>
                    </a:cubicBezTo>
                    <a:cubicBezTo>
                      <a:pt x="198" y="271"/>
                      <a:pt x="209" y="246"/>
                      <a:pt x="239" y="234"/>
                    </a:cubicBezTo>
                    <a:cubicBezTo>
                      <a:pt x="242" y="233"/>
                      <a:pt x="245" y="232"/>
                      <a:pt x="248" y="231"/>
                    </a:cubicBezTo>
                    <a:cubicBezTo>
                      <a:pt x="262" y="227"/>
                      <a:pt x="284" y="225"/>
                      <a:pt x="284" y="225"/>
                    </a:cubicBezTo>
                    <a:lnTo>
                      <a:pt x="286" y="228"/>
                    </a:lnTo>
                    <a:close/>
                    <a:moveTo>
                      <a:pt x="202" y="104"/>
                    </a:moveTo>
                    <a:cubicBezTo>
                      <a:pt x="204" y="103"/>
                      <a:pt x="207" y="102"/>
                      <a:pt x="209" y="102"/>
                    </a:cubicBezTo>
                    <a:cubicBezTo>
                      <a:pt x="227" y="97"/>
                      <a:pt x="241" y="97"/>
                      <a:pt x="241" y="97"/>
                    </a:cubicBezTo>
                    <a:cubicBezTo>
                      <a:pt x="244" y="100"/>
                      <a:pt x="244" y="100"/>
                      <a:pt x="244" y="100"/>
                    </a:cubicBezTo>
                    <a:cubicBezTo>
                      <a:pt x="244" y="100"/>
                      <a:pt x="245" y="115"/>
                      <a:pt x="248" y="130"/>
                    </a:cubicBezTo>
                    <a:cubicBezTo>
                      <a:pt x="230" y="137"/>
                      <a:pt x="230" y="137"/>
                      <a:pt x="230" y="137"/>
                    </a:cubicBezTo>
                    <a:cubicBezTo>
                      <a:pt x="227" y="136"/>
                      <a:pt x="227" y="136"/>
                      <a:pt x="227" y="136"/>
                    </a:cubicBezTo>
                    <a:cubicBezTo>
                      <a:pt x="226" y="134"/>
                      <a:pt x="226" y="134"/>
                      <a:pt x="226" y="134"/>
                    </a:cubicBezTo>
                    <a:cubicBezTo>
                      <a:pt x="224" y="126"/>
                      <a:pt x="219" y="124"/>
                      <a:pt x="211" y="126"/>
                    </a:cubicBezTo>
                    <a:cubicBezTo>
                      <a:pt x="210" y="126"/>
                      <a:pt x="209" y="126"/>
                      <a:pt x="208" y="127"/>
                    </a:cubicBezTo>
                    <a:cubicBezTo>
                      <a:pt x="212" y="142"/>
                      <a:pt x="212" y="142"/>
                      <a:pt x="212" y="142"/>
                    </a:cubicBezTo>
                    <a:cubicBezTo>
                      <a:pt x="217" y="143"/>
                      <a:pt x="222" y="144"/>
                      <a:pt x="228" y="145"/>
                    </a:cubicBezTo>
                    <a:cubicBezTo>
                      <a:pt x="243" y="146"/>
                      <a:pt x="259" y="150"/>
                      <a:pt x="264" y="168"/>
                    </a:cubicBezTo>
                    <a:cubicBezTo>
                      <a:pt x="270" y="187"/>
                      <a:pt x="258" y="203"/>
                      <a:pt x="233" y="213"/>
                    </a:cubicBezTo>
                    <a:cubicBezTo>
                      <a:pt x="230" y="214"/>
                      <a:pt x="227" y="216"/>
                      <a:pt x="223" y="217"/>
                    </a:cubicBezTo>
                    <a:cubicBezTo>
                      <a:pt x="204" y="222"/>
                      <a:pt x="189" y="219"/>
                      <a:pt x="189" y="219"/>
                    </a:cubicBezTo>
                    <a:cubicBezTo>
                      <a:pt x="186" y="216"/>
                      <a:pt x="186" y="216"/>
                      <a:pt x="186" y="216"/>
                    </a:cubicBezTo>
                    <a:cubicBezTo>
                      <a:pt x="186" y="216"/>
                      <a:pt x="184" y="199"/>
                      <a:pt x="182" y="188"/>
                    </a:cubicBezTo>
                    <a:cubicBezTo>
                      <a:pt x="202" y="181"/>
                      <a:pt x="202" y="181"/>
                      <a:pt x="202" y="181"/>
                    </a:cubicBezTo>
                    <a:cubicBezTo>
                      <a:pt x="206" y="192"/>
                      <a:pt x="212" y="196"/>
                      <a:pt x="221" y="193"/>
                    </a:cubicBezTo>
                    <a:cubicBezTo>
                      <a:pt x="224" y="193"/>
                      <a:pt x="225" y="192"/>
                      <a:pt x="227" y="191"/>
                    </a:cubicBezTo>
                    <a:cubicBezTo>
                      <a:pt x="223" y="178"/>
                      <a:pt x="223" y="178"/>
                      <a:pt x="223" y="178"/>
                    </a:cubicBezTo>
                    <a:cubicBezTo>
                      <a:pt x="218" y="176"/>
                      <a:pt x="210" y="176"/>
                      <a:pt x="202" y="174"/>
                    </a:cubicBezTo>
                    <a:cubicBezTo>
                      <a:pt x="188" y="172"/>
                      <a:pt x="173" y="168"/>
                      <a:pt x="169" y="151"/>
                    </a:cubicBezTo>
                    <a:cubicBezTo>
                      <a:pt x="163" y="132"/>
                      <a:pt x="176" y="113"/>
                      <a:pt x="202" y="104"/>
                    </a:cubicBezTo>
                    <a:close/>
                    <a:moveTo>
                      <a:pt x="166" y="471"/>
                    </a:moveTo>
                    <a:cubicBezTo>
                      <a:pt x="77" y="159"/>
                      <a:pt x="77" y="159"/>
                      <a:pt x="77" y="159"/>
                    </a:cubicBezTo>
                    <a:cubicBezTo>
                      <a:pt x="76" y="155"/>
                      <a:pt x="78" y="151"/>
                      <a:pt x="82" y="150"/>
                    </a:cubicBezTo>
                    <a:cubicBezTo>
                      <a:pt x="86" y="148"/>
                      <a:pt x="90" y="151"/>
                      <a:pt x="91" y="155"/>
                    </a:cubicBezTo>
                    <a:cubicBezTo>
                      <a:pt x="180" y="467"/>
                      <a:pt x="180" y="467"/>
                      <a:pt x="180" y="467"/>
                    </a:cubicBezTo>
                    <a:cubicBezTo>
                      <a:pt x="182" y="471"/>
                      <a:pt x="179" y="475"/>
                      <a:pt x="175" y="476"/>
                    </a:cubicBezTo>
                    <a:cubicBezTo>
                      <a:pt x="172" y="477"/>
                      <a:pt x="167" y="475"/>
                      <a:pt x="166" y="471"/>
                    </a:cubicBezTo>
                    <a:close/>
                    <a:moveTo>
                      <a:pt x="171" y="533"/>
                    </a:moveTo>
                    <a:cubicBezTo>
                      <a:pt x="168" y="523"/>
                      <a:pt x="174" y="512"/>
                      <a:pt x="185" y="509"/>
                    </a:cubicBezTo>
                    <a:cubicBezTo>
                      <a:pt x="196" y="506"/>
                      <a:pt x="207" y="512"/>
                      <a:pt x="210" y="522"/>
                    </a:cubicBezTo>
                    <a:cubicBezTo>
                      <a:pt x="213" y="533"/>
                      <a:pt x="207" y="544"/>
                      <a:pt x="196" y="547"/>
                    </a:cubicBezTo>
                    <a:cubicBezTo>
                      <a:pt x="191" y="549"/>
                      <a:pt x="185" y="548"/>
                      <a:pt x="181" y="546"/>
                    </a:cubicBezTo>
                    <a:cubicBezTo>
                      <a:pt x="176" y="543"/>
                      <a:pt x="173" y="539"/>
                      <a:pt x="171" y="533"/>
                    </a:cubicBezTo>
                    <a:close/>
                    <a:moveTo>
                      <a:pt x="205" y="580"/>
                    </a:moveTo>
                    <a:cubicBezTo>
                      <a:pt x="209" y="579"/>
                      <a:pt x="213" y="581"/>
                      <a:pt x="215" y="585"/>
                    </a:cubicBezTo>
                    <a:cubicBezTo>
                      <a:pt x="304" y="897"/>
                      <a:pt x="304" y="897"/>
                      <a:pt x="304" y="897"/>
                    </a:cubicBezTo>
                    <a:cubicBezTo>
                      <a:pt x="305" y="901"/>
                      <a:pt x="302" y="905"/>
                      <a:pt x="299" y="907"/>
                    </a:cubicBezTo>
                    <a:cubicBezTo>
                      <a:pt x="295" y="908"/>
                      <a:pt x="291" y="905"/>
                      <a:pt x="289" y="901"/>
                    </a:cubicBezTo>
                    <a:cubicBezTo>
                      <a:pt x="200" y="589"/>
                      <a:pt x="200" y="589"/>
                      <a:pt x="200" y="589"/>
                    </a:cubicBezTo>
                    <a:cubicBezTo>
                      <a:pt x="199" y="585"/>
                      <a:pt x="201" y="581"/>
                      <a:pt x="205" y="580"/>
                    </a:cubicBezTo>
                    <a:close/>
                    <a:moveTo>
                      <a:pt x="205" y="580"/>
                    </a:moveTo>
                    <a:cubicBezTo>
                      <a:pt x="205" y="580"/>
                      <a:pt x="205" y="580"/>
                      <a:pt x="205" y="580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6" name="Freeform 219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close/>
                    <a:moveTo>
                      <a:pt x="375" y="0"/>
                    </a:move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7" name="Freeform 220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moveTo>
                      <a:pt x="375" y="0"/>
                    </a:moveTo>
                    <a:lnTo>
                      <a:pt x="3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8" name="Freeform 232"/>
            <p:cNvSpPr>
              <a:spLocks noEditPoints="1"/>
            </p:cNvSpPr>
            <p:nvPr/>
          </p:nvSpPr>
          <p:spPr bwMode="auto">
            <a:xfrm>
              <a:off x="2828926" y="2614955"/>
              <a:ext cx="168275" cy="522288"/>
            </a:xfrm>
            <a:custGeom>
              <a:avLst/>
              <a:gdLst>
                <a:gd name="T0" fmla="*/ 99 w 106"/>
                <a:gd name="T1" fmla="*/ 327 h 329"/>
                <a:gd name="T2" fmla="*/ 104 w 106"/>
                <a:gd name="T3" fmla="*/ 318 h 329"/>
                <a:gd name="T4" fmla="*/ 15 w 106"/>
                <a:gd name="T5" fmla="*/ 6 h 329"/>
                <a:gd name="T6" fmla="*/ 6 w 106"/>
                <a:gd name="T7" fmla="*/ 1 h 329"/>
                <a:gd name="T8" fmla="*/ 1 w 106"/>
                <a:gd name="T9" fmla="*/ 10 h 329"/>
                <a:gd name="T10" fmla="*/ 90 w 106"/>
                <a:gd name="T11" fmla="*/ 322 h 329"/>
                <a:gd name="T12" fmla="*/ 99 w 106"/>
                <a:gd name="T13" fmla="*/ 327 h 329"/>
                <a:gd name="T14" fmla="*/ 99 w 106"/>
                <a:gd name="T15" fmla="*/ 327 h 329"/>
                <a:gd name="T16" fmla="*/ 99 w 106"/>
                <a:gd name="T17" fmla="*/ 32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9">
                  <a:moveTo>
                    <a:pt x="99" y="327"/>
                  </a:moveTo>
                  <a:cubicBezTo>
                    <a:pt x="103" y="326"/>
                    <a:pt x="106" y="322"/>
                    <a:pt x="104" y="31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2"/>
                    <a:pt x="10" y="0"/>
                    <a:pt x="6" y="1"/>
                  </a:cubicBez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5" y="329"/>
                    <a:pt x="99" y="327"/>
                  </a:cubicBezTo>
                  <a:close/>
                  <a:moveTo>
                    <a:pt x="99" y="327"/>
                  </a:moveTo>
                  <a:cubicBezTo>
                    <a:pt x="99" y="327"/>
                    <a:pt x="99" y="327"/>
                    <a:pt x="99" y="32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Freeform 233"/>
            <p:cNvSpPr>
              <a:spLocks noEditPoints="1"/>
            </p:cNvSpPr>
            <p:nvPr/>
          </p:nvSpPr>
          <p:spPr bwMode="auto">
            <a:xfrm>
              <a:off x="3025247" y="3293161"/>
              <a:ext cx="166688" cy="520700"/>
            </a:xfrm>
            <a:custGeom>
              <a:avLst/>
              <a:gdLst>
                <a:gd name="T0" fmla="*/ 6 w 106"/>
                <a:gd name="T1" fmla="*/ 1 h 328"/>
                <a:gd name="T2" fmla="*/ 1 w 106"/>
                <a:gd name="T3" fmla="*/ 10 h 328"/>
                <a:gd name="T4" fmla="*/ 90 w 106"/>
                <a:gd name="T5" fmla="*/ 322 h 328"/>
                <a:gd name="T6" fmla="*/ 100 w 106"/>
                <a:gd name="T7" fmla="*/ 327 h 328"/>
                <a:gd name="T8" fmla="*/ 105 w 106"/>
                <a:gd name="T9" fmla="*/ 318 h 328"/>
                <a:gd name="T10" fmla="*/ 16 w 106"/>
                <a:gd name="T11" fmla="*/ 6 h 328"/>
                <a:gd name="T12" fmla="*/ 6 w 106"/>
                <a:gd name="T13" fmla="*/ 1 h 328"/>
                <a:gd name="T14" fmla="*/ 6 w 106"/>
                <a:gd name="T15" fmla="*/ 1 h 328"/>
                <a:gd name="T16" fmla="*/ 6 w 106"/>
                <a:gd name="T17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8">
                  <a:moveTo>
                    <a:pt x="6" y="1"/>
                  </a:move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6" y="328"/>
                    <a:pt x="100" y="327"/>
                  </a:cubicBezTo>
                  <a:cubicBezTo>
                    <a:pt x="103" y="326"/>
                    <a:pt x="106" y="322"/>
                    <a:pt x="105" y="31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2"/>
                    <a:pt x="10" y="0"/>
                    <a:pt x="6" y="1"/>
                  </a:cubicBezTo>
                  <a:close/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20" name="Freeform 234"/>
          <p:cNvSpPr>
            <a:spLocks noEditPoints="1"/>
          </p:cNvSpPr>
          <p:nvPr/>
        </p:nvSpPr>
        <p:spPr bwMode="auto">
          <a:xfrm>
            <a:off x="884238" y="1090613"/>
            <a:ext cx="214313" cy="192088"/>
          </a:xfrm>
          <a:custGeom>
            <a:avLst/>
            <a:gdLst>
              <a:gd name="T0" fmla="*/ 47 w 135"/>
              <a:gd name="T1" fmla="*/ 79 h 121"/>
              <a:gd name="T2" fmla="*/ 46 w 135"/>
              <a:gd name="T3" fmla="*/ 89 h 121"/>
              <a:gd name="T4" fmla="*/ 12 w 135"/>
              <a:gd name="T5" fmla="*/ 118 h 121"/>
              <a:gd name="T6" fmla="*/ 3 w 135"/>
              <a:gd name="T7" fmla="*/ 118 h 121"/>
              <a:gd name="T8" fmla="*/ 3 w 135"/>
              <a:gd name="T9" fmla="*/ 108 h 121"/>
              <a:gd name="T10" fmla="*/ 37 w 135"/>
              <a:gd name="T11" fmla="*/ 78 h 121"/>
              <a:gd name="T12" fmla="*/ 47 w 135"/>
              <a:gd name="T13" fmla="*/ 79 h 121"/>
              <a:gd name="T14" fmla="*/ 133 w 135"/>
              <a:gd name="T15" fmla="*/ 3 h 121"/>
              <a:gd name="T16" fmla="*/ 132 w 135"/>
              <a:gd name="T17" fmla="*/ 13 h 121"/>
              <a:gd name="T18" fmla="*/ 98 w 135"/>
              <a:gd name="T19" fmla="*/ 43 h 121"/>
              <a:gd name="T20" fmla="*/ 88 w 135"/>
              <a:gd name="T21" fmla="*/ 42 h 121"/>
              <a:gd name="T22" fmla="*/ 89 w 135"/>
              <a:gd name="T23" fmla="*/ 32 h 121"/>
              <a:gd name="T24" fmla="*/ 123 w 135"/>
              <a:gd name="T25" fmla="*/ 3 h 121"/>
              <a:gd name="T26" fmla="*/ 133 w 135"/>
              <a:gd name="T27" fmla="*/ 3 h 121"/>
              <a:gd name="T28" fmla="*/ 133 w 135"/>
              <a:gd name="T29" fmla="*/ 3 h 121"/>
              <a:gd name="T30" fmla="*/ 133 w 135"/>
              <a:gd name="T31" fmla="*/ 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5" h="121">
                <a:moveTo>
                  <a:pt x="47" y="79"/>
                </a:moveTo>
                <a:cubicBezTo>
                  <a:pt x="50" y="82"/>
                  <a:pt x="49" y="86"/>
                  <a:pt x="46" y="89"/>
                </a:cubicBezTo>
                <a:cubicBezTo>
                  <a:pt x="12" y="118"/>
                  <a:pt x="12" y="118"/>
                  <a:pt x="12" y="118"/>
                </a:cubicBezTo>
                <a:cubicBezTo>
                  <a:pt x="9" y="121"/>
                  <a:pt x="5" y="121"/>
                  <a:pt x="3" y="118"/>
                </a:cubicBezTo>
                <a:cubicBezTo>
                  <a:pt x="0" y="115"/>
                  <a:pt x="0" y="110"/>
                  <a:pt x="3" y="108"/>
                </a:cubicBezTo>
                <a:cubicBezTo>
                  <a:pt x="37" y="78"/>
                  <a:pt x="37" y="78"/>
                  <a:pt x="37" y="78"/>
                </a:cubicBezTo>
                <a:cubicBezTo>
                  <a:pt x="40" y="75"/>
                  <a:pt x="44" y="76"/>
                  <a:pt x="47" y="79"/>
                </a:cubicBezTo>
                <a:close/>
                <a:moveTo>
                  <a:pt x="133" y="3"/>
                </a:moveTo>
                <a:cubicBezTo>
                  <a:pt x="135" y="6"/>
                  <a:pt x="135" y="11"/>
                  <a:pt x="132" y="13"/>
                </a:cubicBezTo>
                <a:cubicBezTo>
                  <a:pt x="98" y="43"/>
                  <a:pt x="98" y="43"/>
                  <a:pt x="98" y="43"/>
                </a:cubicBezTo>
                <a:cubicBezTo>
                  <a:pt x="95" y="46"/>
                  <a:pt x="91" y="45"/>
                  <a:pt x="88" y="42"/>
                </a:cubicBezTo>
                <a:cubicBezTo>
                  <a:pt x="86" y="39"/>
                  <a:pt x="86" y="35"/>
                  <a:pt x="89" y="32"/>
                </a:cubicBezTo>
                <a:cubicBezTo>
                  <a:pt x="123" y="3"/>
                  <a:pt x="123" y="3"/>
                  <a:pt x="123" y="3"/>
                </a:cubicBezTo>
                <a:cubicBezTo>
                  <a:pt x="126" y="0"/>
                  <a:pt x="130" y="1"/>
                  <a:pt x="133" y="3"/>
                </a:cubicBezTo>
                <a:close/>
                <a:moveTo>
                  <a:pt x="133" y="3"/>
                </a:moveTo>
                <a:cubicBezTo>
                  <a:pt x="133" y="3"/>
                  <a:pt x="133" y="3"/>
                  <a:pt x="133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Freeform 235"/>
          <p:cNvSpPr>
            <a:spLocks noEditPoints="1"/>
          </p:cNvSpPr>
          <p:nvPr/>
        </p:nvSpPr>
        <p:spPr bwMode="auto">
          <a:xfrm>
            <a:off x="895351" y="1079500"/>
            <a:ext cx="192088" cy="214313"/>
          </a:xfrm>
          <a:custGeom>
            <a:avLst/>
            <a:gdLst>
              <a:gd name="T0" fmla="*/ 14 w 121"/>
              <a:gd name="T1" fmla="*/ 3 h 135"/>
              <a:gd name="T2" fmla="*/ 43 w 121"/>
              <a:gd name="T3" fmla="*/ 37 h 135"/>
              <a:gd name="T4" fmla="*/ 43 w 121"/>
              <a:gd name="T5" fmla="*/ 47 h 135"/>
              <a:gd name="T6" fmla="*/ 33 w 121"/>
              <a:gd name="T7" fmla="*/ 46 h 135"/>
              <a:gd name="T8" fmla="*/ 3 w 121"/>
              <a:gd name="T9" fmla="*/ 12 h 135"/>
              <a:gd name="T10" fmla="*/ 4 w 121"/>
              <a:gd name="T11" fmla="*/ 3 h 135"/>
              <a:gd name="T12" fmla="*/ 14 w 121"/>
              <a:gd name="T13" fmla="*/ 3 h 135"/>
              <a:gd name="T14" fmla="*/ 89 w 121"/>
              <a:gd name="T15" fmla="*/ 89 h 135"/>
              <a:gd name="T16" fmla="*/ 118 w 121"/>
              <a:gd name="T17" fmla="*/ 123 h 135"/>
              <a:gd name="T18" fmla="*/ 118 w 121"/>
              <a:gd name="T19" fmla="*/ 133 h 135"/>
              <a:gd name="T20" fmla="*/ 108 w 121"/>
              <a:gd name="T21" fmla="*/ 132 h 135"/>
              <a:gd name="T22" fmla="*/ 78 w 121"/>
              <a:gd name="T23" fmla="*/ 98 h 135"/>
              <a:gd name="T24" fmla="*/ 79 w 121"/>
              <a:gd name="T25" fmla="*/ 88 h 135"/>
              <a:gd name="T26" fmla="*/ 89 w 121"/>
              <a:gd name="T27" fmla="*/ 89 h 135"/>
              <a:gd name="T28" fmla="*/ 89 w 121"/>
              <a:gd name="T29" fmla="*/ 89 h 135"/>
              <a:gd name="T30" fmla="*/ 89 w 121"/>
              <a:gd name="T31" fmla="*/ 89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5">
                <a:moveTo>
                  <a:pt x="14" y="3"/>
                </a:moveTo>
                <a:cubicBezTo>
                  <a:pt x="43" y="37"/>
                  <a:pt x="43" y="37"/>
                  <a:pt x="43" y="37"/>
                </a:cubicBezTo>
                <a:cubicBezTo>
                  <a:pt x="46" y="40"/>
                  <a:pt x="46" y="44"/>
                  <a:pt x="43" y="47"/>
                </a:cubicBezTo>
                <a:cubicBezTo>
                  <a:pt x="40" y="50"/>
                  <a:pt x="35" y="49"/>
                  <a:pt x="33" y="46"/>
                </a:cubicBezTo>
                <a:cubicBezTo>
                  <a:pt x="3" y="12"/>
                  <a:pt x="3" y="12"/>
                  <a:pt x="3" y="12"/>
                </a:cubicBezTo>
                <a:cubicBezTo>
                  <a:pt x="0" y="10"/>
                  <a:pt x="1" y="5"/>
                  <a:pt x="4" y="3"/>
                </a:cubicBezTo>
                <a:cubicBezTo>
                  <a:pt x="6" y="0"/>
                  <a:pt x="11" y="0"/>
                  <a:pt x="14" y="3"/>
                </a:cubicBezTo>
                <a:close/>
                <a:moveTo>
                  <a:pt x="89" y="89"/>
                </a:moveTo>
                <a:cubicBezTo>
                  <a:pt x="118" y="123"/>
                  <a:pt x="118" y="123"/>
                  <a:pt x="118" y="123"/>
                </a:cubicBezTo>
                <a:cubicBezTo>
                  <a:pt x="121" y="126"/>
                  <a:pt x="121" y="130"/>
                  <a:pt x="118" y="133"/>
                </a:cubicBezTo>
                <a:cubicBezTo>
                  <a:pt x="115" y="135"/>
                  <a:pt x="110" y="135"/>
                  <a:pt x="108" y="132"/>
                </a:cubicBezTo>
                <a:cubicBezTo>
                  <a:pt x="78" y="98"/>
                  <a:pt x="78" y="98"/>
                  <a:pt x="78" y="98"/>
                </a:cubicBezTo>
                <a:cubicBezTo>
                  <a:pt x="76" y="95"/>
                  <a:pt x="76" y="91"/>
                  <a:pt x="79" y="88"/>
                </a:cubicBezTo>
                <a:cubicBezTo>
                  <a:pt x="82" y="86"/>
                  <a:pt x="86" y="86"/>
                  <a:pt x="89" y="89"/>
                </a:cubicBezTo>
                <a:close/>
                <a:moveTo>
                  <a:pt x="89" y="89"/>
                </a:moveTo>
                <a:cubicBezTo>
                  <a:pt x="89" y="89"/>
                  <a:pt x="89" y="89"/>
                  <a:pt x="89" y="8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2" name="矩形 221"/>
          <p:cNvSpPr/>
          <p:nvPr/>
        </p:nvSpPr>
        <p:spPr>
          <a:xfrm>
            <a:off x="5266822" y="3574743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1-1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选题背景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6661217" y="3574742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1-2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研究意义</a:t>
            </a:r>
          </a:p>
        </p:txBody>
      </p:sp>
      <p:sp>
        <p:nvSpPr>
          <p:cNvPr id="224" name="矩形 223"/>
          <p:cNvSpPr/>
          <p:nvPr/>
        </p:nvSpPr>
        <p:spPr>
          <a:xfrm>
            <a:off x="7914121" y="3574742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1-3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理论基础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9319189" y="3597546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1-4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贡献创新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选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题背景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研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究意义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理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论基础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贡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献创新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"/>
          <p:cNvSpPr txBox="1"/>
          <p:nvPr/>
        </p:nvSpPr>
        <p:spPr>
          <a:xfrm>
            <a:off x="994331" y="1470217"/>
            <a:ext cx="1032479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20" name="文本框 25"/>
          <p:cNvSpPr txBox="1"/>
          <p:nvPr/>
        </p:nvSpPr>
        <p:spPr>
          <a:xfrm>
            <a:off x="994332" y="2599873"/>
            <a:ext cx="10324798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65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  <a:p>
            <a:pPr>
              <a:lnSpc>
                <a:spcPct val="120000"/>
              </a:lnSpc>
              <a:spcAft>
                <a:spcPts val="1065"/>
              </a:spcAft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21" name="文本框 26"/>
          <p:cNvSpPr txBox="1"/>
          <p:nvPr/>
        </p:nvSpPr>
        <p:spPr>
          <a:xfrm>
            <a:off x="978294" y="4976918"/>
            <a:ext cx="10132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关键字：   输入关键字      输入关键字      输入关键字</a:t>
            </a:r>
            <a:endParaRPr lang="zh-CN" altLang="en-US" sz="14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134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选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题背景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研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究意义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理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论基础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贡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献创新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íṡ1îḍè">
            <a:extLst>
              <a:ext uri="{FF2B5EF4-FFF2-40B4-BE49-F238E27FC236}">
                <a16:creationId xmlns:a16="http://schemas.microsoft.com/office/drawing/2014/main" xmlns="" id="{8FE417CA-C3FE-453F-A4CE-A8CC0831F0DF}"/>
              </a:ext>
            </a:extLst>
          </p:cNvPr>
          <p:cNvSpPr/>
          <p:nvPr/>
        </p:nvSpPr>
        <p:spPr bwMode="auto">
          <a:xfrm>
            <a:off x="0" y="1153714"/>
            <a:ext cx="12192000" cy="1589486"/>
          </a:xfrm>
          <a:prstGeom prst="rect">
            <a:avLst/>
          </a:prstGeom>
          <a:blipFill>
            <a:blip r:embed="rId2"/>
            <a:srcRect/>
            <a:stretch>
              <a:fillRect t="-173173" b="-22304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íṧḷïde">
            <a:extLst>
              <a:ext uri="{FF2B5EF4-FFF2-40B4-BE49-F238E27FC236}">
                <a16:creationId xmlns:a16="http://schemas.microsoft.com/office/drawing/2014/main" xmlns="" id="{A8E21839-F9A1-4316-A46E-BEF228FFF58A}"/>
              </a:ext>
            </a:extLst>
          </p:cNvPr>
          <p:cNvSpPr/>
          <p:nvPr/>
        </p:nvSpPr>
        <p:spPr bwMode="auto">
          <a:xfrm>
            <a:off x="0" y="1153714"/>
            <a:ext cx="3737200" cy="1589486"/>
          </a:xfrm>
          <a:prstGeom prst="flowChartProcess">
            <a:avLst/>
          </a:prstGeom>
          <a:solidFill>
            <a:srgbClr val="1C50A2">
              <a:alpha val="80000"/>
            </a:srgbClr>
          </a:solidFill>
          <a:ln w="38100">
            <a:noFill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23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62714" y="4236217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24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611535" y="4670208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change</a:t>
            </a:r>
            <a:r>
              <a:rPr lang="en-US" altLang="zh-CN" sz="1000" dirty="0" smtClean="0"/>
              <a:t>.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25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04513" y="3900979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33" name="文本框 1"/>
          <p:cNvSpPr txBox="1"/>
          <p:nvPr/>
        </p:nvSpPr>
        <p:spPr>
          <a:xfrm>
            <a:off x="669925" y="2961991"/>
            <a:ext cx="1032479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34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4411648" y="4236217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35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4460469" y="4670208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change</a:t>
            </a:r>
            <a:r>
              <a:rPr lang="en-US" altLang="zh-CN" sz="1000" dirty="0" smtClean="0"/>
              <a:t>.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36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4553447" y="3900979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37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260582" y="4236217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38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309403" y="4670208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change</a:t>
            </a:r>
            <a:r>
              <a:rPr lang="en-US" altLang="zh-CN" sz="1000" dirty="0" smtClean="0"/>
              <a:t>.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39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402381" y="3900979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40" name="文本框 1"/>
          <p:cNvSpPr txBox="1"/>
          <p:nvPr/>
        </p:nvSpPr>
        <p:spPr>
          <a:xfrm>
            <a:off x="611535" y="1404310"/>
            <a:ext cx="2987675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428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选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题背景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研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究意义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理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论基础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贡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献创新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iṧliďe">
            <a:extLst>
              <a:ext uri="{FF2B5EF4-FFF2-40B4-BE49-F238E27FC236}">
                <a16:creationId xmlns:a16="http://schemas.microsoft.com/office/drawing/2014/main" xmlns="" id="{ABAF15F1-6A58-46FB-9EB6-4A74F9594217}"/>
              </a:ext>
            </a:extLst>
          </p:cNvPr>
          <p:cNvSpPr/>
          <p:nvPr/>
        </p:nvSpPr>
        <p:spPr>
          <a:xfrm>
            <a:off x="9003416" y="2726834"/>
            <a:ext cx="889769" cy="889769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íšľîḑê">
            <a:extLst>
              <a:ext uri="{FF2B5EF4-FFF2-40B4-BE49-F238E27FC236}">
                <a16:creationId xmlns:a16="http://schemas.microsoft.com/office/drawing/2014/main" xmlns="" id="{99FFA93C-C3E8-4689-965D-810D98992B7A}"/>
              </a:ext>
            </a:extLst>
          </p:cNvPr>
          <p:cNvSpPr/>
          <p:nvPr/>
        </p:nvSpPr>
        <p:spPr bwMode="auto">
          <a:xfrm>
            <a:off x="9228522" y="3021746"/>
            <a:ext cx="439555" cy="299944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82270 w 607639"/>
              <a:gd name="connsiteY14" fmla="*/ 273017 h 414642"/>
              <a:gd name="connsiteX15" fmla="*/ 192432 w 607639"/>
              <a:gd name="connsiteY15" fmla="*/ 273017 h 414642"/>
              <a:gd name="connsiteX16" fmla="*/ 202593 w 607639"/>
              <a:gd name="connsiteY16" fmla="*/ 283153 h 414642"/>
              <a:gd name="connsiteX17" fmla="*/ 192432 w 607639"/>
              <a:gd name="connsiteY17" fmla="*/ 293199 h 414642"/>
              <a:gd name="connsiteX18" fmla="*/ 182270 w 607639"/>
              <a:gd name="connsiteY18" fmla="*/ 293199 h 414642"/>
              <a:gd name="connsiteX19" fmla="*/ 172109 w 607639"/>
              <a:gd name="connsiteY19" fmla="*/ 283153 h 414642"/>
              <a:gd name="connsiteX20" fmla="*/ 182270 w 607639"/>
              <a:gd name="connsiteY20" fmla="*/ 273017 h 414642"/>
              <a:gd name="connsiteX21" fmla="*/ 91153 w 607639"/>
              <a:gd name="connsiteY21" fmla="*/ 273017 h 414642"/>
              <a:gd name="connsiteX22" fmla="*/ 141783 w 607639"/>
              <a:gd name="connsiteY22" fmla="*/ 273017 h 414642"/>
              <a:gd name="connsiteX23" fmla="*/ 151927 w 607639"/>
              <a:gd name="connsiteY23" fmla="*/ 283153 h 414642"/>
              <a:gd name="connsiteX24" fmla="*/ 141783 w 607639"/>
              <a:gd name="connsiteY24" fmla="*/ 293199 h 414642"/>
              <a:gd name="connsiteX25" fmla="*/ 91153 w 607639"/>
              <a:gd name="connsiteY25" fmla="*/ 293199 h 414642"/>
              <a:gd name="connsiteX26" fmla="*/ 81009 w 607639"/>
              <a:gd name="connsiteY26" fmla="*/ 283153 h 414642"/>
              <a:gd name="connsiteX27" fmla="*/ 91153 w 607639"/>
              <a:gd name="connsiteY27" fmla="*/ 273017 h 414642"/>
              <a:gd name="connsiteX28" fmla="*/ 313935 w 607639"/>
              <a:gd name="connsiteY28" fmla="*/ 242748 h 414642"/>
              <a:gd name="connsiteX29" fmla="*/ 293732 w 607639"/>
              <a:gd name="connsiteY29" fmla="*/ 262923 h 414642"/>
              <a:gd name="connsiteX30" fmla="*/ 313935 w 607639"/>
              <a:gd name="connsiteY30" fmla="*/ 283186 h 414642"/>
              <a:gd name="connsiteX31" fmla="*/ 334226 w 607639"/>
              <a:gd name="connsiteY31" fmla="*/ 262923 h 414642"/>
              <a:gd name="connsiteX32" fmla="*/ 313935 w 607639"/>
              <a:gd name="connsiteY32" fmla="*/ 242748 h 414642"/>
              <a:gd name="connsiteX33" fmla="*/ 458728 w 607639"/>
              <a:gd name="connsiteY33" fmla="*/ 235613 h 414642"/>
              <a:gd name="connsiteX34" fmla="*/ 472877 w 607639"/>
              <a:gd name="connsiteY34" fmla="*/ 235613 h 414642"/>
              <a:gd name="connsiteX35" fmla="*/ 486046 w 607639"/>
              <a:gd name="connsiteY35" fmla="*/ 248765 h 414642"/>
              <a:gd name="connsiteX36" fmla="*/ 499215 w 607639"/>
              <a:gd name="connsiteY36" fmla="*/ 235613 h 414642"/>
              <a:gd name="connsiteX37" fmla="*/ 513453 w 607639"/>
              <a:gd name="connsiteY37" fmla="*/ 235613 h 414642"/>
              <a:gd name="connsiteX38" fmla="*/ 513453 w 607639"/>
              <a:gd name="connsiteY38" fmla="*/ 249743 h 414642"/>
              <a:gd name="connsiteX39" fmla="*/ 500283 w 607639"/>
              <a:gd name="connsiteY39" fmla="*/ 262895 h 414642"/>
              <a:gd name="connsiteX40" fmla="*/ 513453 w 607639"/>
              <a:gd name="connsiteY40" fmla="*/ 276048 h 414642"/>
              <a:gd name="connsiteX41" fmla="*/ 513453 w 607639"/>
              <a:gd name="connsiteY41" fmla="*/ 290178 h 414642"/>
              <a:gd name="connsiteX42" fmla="*/ 506334 w 607639"/>
              <a:gd name="connsiteY42" fmla="*/ 293199 h 414642"/>
              <a:gd name="connsiteX43" fmla="*/ 499215 w 607639"/>
              <a:gd name="connsiteY43" fmla="*/ 290178 h 414642"/>
              <a:gd name="connsiteX44" fmla="*/ 486046 w 607639"/>
              <a:gd name="connsiteY44" fmla="*/ 277025 h 414642"/>
              <a:gd name="connsiteX45" fmla="*/ 472877 w 607639"/>
              <a:gd name="connsiteY45" fmla="*/ 290178 h 414642"/>
              <a:gd name="connsiteX46" fmla="*/ 465847 w 607639"/>
              <a:gd name="connsiteY46" fmla="*/ 293199 h 414642"/>
              <a:gd name="connsiteX47" fmla="*/ 458728 w 607639"/>
              <a:gd name="connsiteY47" fmla="*/ 290178 h 414642"/>
              <a:gd name="connsiteX48" fmla="*/ 458728 w 607639"/>
              <a:gd name="connsiteY48" fmla="*/ 276048 h 414642"/>
              <a:gd name="connsiteX49" fmla="*/ 471898 w 607639"/>
              <a:gd name="connsiteY49" fmla="*/ 262895 h 414642"/>
              <a:gd name="connsiteX50" fmla="*/ 458728 w 607639"/>
              <a:gd name="connsiteY50" fmla="*/ 249743 h 414642"/>
              <a:gd name="connsiteX51" fmla="*/ 458728 w 607639"/>
              <a:gd name="connsiteY51" fmla="*/ 235613 h 414642"/>
              <a:gd name="connsiteX52" fmla="*/ 161988 w 607639"/>
              <a:gd name="connsiteY52" fmla="*/ 232583 h 414642"/>
              <a:gd name="connsiteX53" fmla="*/ 232948 w 607639"/>
              <a:gd name="connsiteY53" fmla="*/ 232583 h 414642"/>
              <a:gd name="connsiteX54" fmla="*/ 243098 w 607639"/>
              <a:gd name="connsiteY54" fmla="*/ 242719 h 414642"/>
              <a:gd name="connsiteX55" fmla="*/ 232948 w 607639"/>
              <a:gd name="connsiteY55" fmla="*/ 252765 h 414642"/>
              <a:gd name="connsiteX56" fmla="*/ 161988 w 607639"/>
              <a:gd name="connsiteY56" fmla="*/ 252765 h 414642"/>
              <a:gd name="connsiteX57" fmla="*/ 151927 w 607639"/>
              <a:gd name="connsiteY57" fmla="*/ 242719 h 414642"/>
              <a:gd name="connsiteX58" fmla="*/ 161988 w 607639"/>
              <a:gd name="connsiteY58" fmla="*/ 232583 h 414642"/>
              <a:gd name="connsiteX59" fmla="*/ 91146 w 607639"/>
              <a:gd name="connsiteY59" fmla="*/ 232583 h 414642"/>
              <a:gd name="connsiteX60" fmla="*/ 121467 w 607639"/>
              <a:gd name="connsiteY60" fmla="*/ 232583 h 414642"/>
              <a:gd name="connsiteX61" fmla="*/ 131604 w 607639"/>
              <a:gd name="connsiteY61" fmla="*/ 242719 h 414642"/>
              <a:gd name="connsiteX62" fmla="*/ 121467 w 607639"/>
              <a:gd name="connsiteY62" fmla="*/ 252765 h 414642"/>
              <a:gd name="connsiteX63" fmla="*/ 91146 w 607639"/>
              <a:gd name="connsiteY63" fmla="*/ 252765 h 414642"/>
              <a:gd name="connsiteX64" fmla="*/ 81009 w 607639"/>
              <a:gd name="connsiteY64" fmla="*/ 242719 h 414642"/>
              <a:gd name="connsiteX65" fmla="*/ 91146 w 607639"/>
              <a:gd name="connsiteY65" fmla="*/ 232583 h 414642"/>
              <a:gd name="connsiteX66" fmla="*/ 182270 w 607639"/>
              <a:gd name="connsiteY66" fmla="*/ 192149 h 414642"/>
              <a:gd name="connsiteX67" fmla="*/ 192432 w 607639"/>
              <a:gd name="connsiteY67" fmla="*/ 192149 h 414642"/>
              <a:gd name="connsiteX68" fmla="*/ 202593 w 607639"/>
              <a:gd name="connsiteY68" fmla="*/ 202196 h 414642"/>
              <a:gd name="connsiteX69" fmla="*/ 192432 w 607639"/>
              <a:gd name="connsiteY69" fmla="*/ 212331 h 414642"/>
              <a:gd name="connsiteX70" fmla="*/ 182270 w 607639"/>
              <a:gd name="connsiteY70" fmla="*/ 212331 h 414642"/>
              <a:gd name="connsiteX71" fmla="*/ 172109 w 607639"/>
              <a:gd name="connsiteY71" fmla="*/ 202196 h 414642"/>
              <a:gd name="connsiteX72" fmla="*/ 182270 w 607639"/>
              <a:gd name="connsiteY72" fmla="*/ 192149 h 414642"/>
              <a:gd name="connsiteX73" fmla="*/ 91153 w 607639"/>
              <a:gd name="connsiteY73" fmla="*/ 192149 h 414642"/>
              <a:gd name="connsiteX74" fmla="*/ 141783 w 607639"/>
              <a:gd name="connsiteY74" fmla="*/ 192149 h 414642"/>
              <a:gd name="connsiteX75" fmla="*/ 151927 w 607639"/>
              <a:gd name="connsiteY75" fmla="*/ 202196 h 414642"/>
              <a:gd name="connsiteX76" fmla="*/ 141783 w 607639"/>
              <a:gd name="connsiteY76" fmla="*/ 212331 h 414642"/>
              <a:gd name="connsiteX77" fmla="*/ 91153 w 607639"/>
              <a:gd name="connsiteY77" fmla="*/ 212331 h 414642"/>
              <a:gd name="connsiteX78" fmla="*/ 81009 w 607639"/>
              <a:gd name="connsiteY78" fmla="*/ 202196 h 414642"/>
              <a:gd name="connsiteX79" fmla="*/ 91153 w 607639"/>
              <a:gd name="connsiteY79" fmla="*/ 192149 h 414642"/>
              <a:gd name="connsiteX80" fmla="*/ 161988 w 607639"/>
              <a:gd name="connsiteY80" fmla="*/ 151716 h 414642"/>
              <a:gd name="connsiteX81" fmla="*/ 232948 w 607639"/>
              <a:gd name="connsiteY81" fmla="*/ 151716 h 414642"/>
              <a:gd name="connsiteX82" fmla="*/ 243098 w 607639"/>
              <a:gd name="connsiteY82" fmla="*/ 161763 h 414642"/>
              <a:gd name="connsiteX83" fmla="*/ 232948 w 607639"/>
              <a:gd name="connsiteY83" fmla="*/ 171898 h 414642"/>
              <a:gd name="connsiteX84" fmla="*/ 161988 w 607639"/>
              <a:gd name="connsiteY84" fmla="*/ 171898 h 414642"/>
              <a:gd name="connsiteX85" fmla="*/ 151927 w 607639"/>
              <a:gd name="connsiteY85" fmla="*/ 161763 h 414642"/>
              <a:gd name="connsiteX86" fmla="*/ 161988 w 607639"/>
              <a:gd name="connsiteY86" fmla="*/ 151716 h 414642"/>
              <a:gd name="connsiteX87" fmla="*/ 91146 w 607639"/>
              <a:gd name="connsiteY87" fmla="*/ 151716 h 414642"/>
              <a:gd name="connsiteX88" fmla="*/ 121467 w 607639"/>
              <a:gd name="connsiteY88" fmla="*/ 151716 h 414642"/>
              <a:gd name="connsiteX89" fmla="*/ 131604 w 607639"/>
              <a:gd name="connsiteY89" fmla="*/ 161763 h 414642"/>
              <a:gd name="connsiteX90" fmla="*/ 121467 w 607639"/>
              <a:gd name="connsiteY90" fmla="*/ 171898 h 414642"/>
              <a:gd name="connsiteX91" fmla="*/ 91146 w 607639"/>
              <a:gd name="connsiteY91" fmla="*/ 171898 h 414642"/>
              <a:gd name="connsiteX92" fmla="*/ 81009 w 607639"/>
              <a:gd name="connsiteY92" fmla="*/ 161763 h 414642"/>
              <a:gd name="connsiteX93" fmla="*/ 91146 w 607639"/>
              <a:gd name="connsiteY93" fmla="*/ 151716 h 414642"/>
              <a:gd name="connsiteX94" fmla="*/ 182270 w 607639"/>
              <a:gd name="connsiteY94" fmla="*/ 111211 h 414642"/>
              <a:gd name="connsiteX95" fmla="*/ 192432 w 607639"/>
              <a:gd name="connsiteY95" fmla="*/ 111211 h 414642"/>
              <a:gd name="connsiteX96" fmla="*/ 202593 w 607639"/>
              <a:gd name="connsiteY96" fmla="*/ 121337 h 414642"/>
              <a:gd name="connsiteX97" fmla="*/ 192432 w 607639"/>
              <a:gd name="connsiteY97" fmla="*/ 131463 h 414642"/>
              <a:gd name="connsiteX98" fmla="*/ 182270 w 607639"/>
              <a:gd name="connsiteY98" fmla="*/ 131463 h 414642"/>
              <a:gd name="connsiteX99" fmla="*/ 172109 w 607639"/>
              <a:gd name="connsiteY99" fmla="*/ 121337 h 414642"/>
              <a:gd name="connsiteX100" fmla="*/ 182270 w 607639"/>
              <a:gd name="connsiteY100" fmla="*/ 111211 h 414642"/>
              <a:gd name="connsiteX101" fmla="*/ 91153 w 607639"/>
              <a:gd name="connsiteY101" fmla="*/ 111211 h 414642"/>
              <a:gd name="connsiteX102" fmla="*/ 141783 w 607639"/>
              <a:gd name="connsiteY102" fmla="*/ 111211 h 414642"/>
              <a:gd name="connsiteX103" fmla="*/ 151927 w 607639"/>
              <a:gd name="connsiteY103" fmla="*/ 121337 h 414642"/>
              <a:gd name="connsiteX104" fmla="*/ 141783 w 607639"/>
              <a:gd name="connsiteY104" fmla="*/ 131463 h 414642"/>
              <a:gd name="connsiteX105" fmla="*/ 91153 w 607639"/>
              <a:gd name="connsiteY105" fmla="*/ 131463 h 414642"/>
              <a:gd name="connsiteX106" fmla="*/ 81009 w 607639"/>
              <a:gd name="connsiteY106" fmla="*/ 121337 h 414642"/>
              <a:gd name="connsiteX107" fmla="*/ 91153 w 607639"/>
              <a:gd name="connsiteY107" fmla="*/ 111211 h 414642"/>
              <a:gd name="connsiteX108" fmla="*/ 286570 w 607639"/>
              <a:gd name="connsiteY108" fmla="*/ 83950 h 414642"/>
              <a:gd name="connsiteX109" fmla="*/ 300730 w 607639"/>
              <a:gd name="connsiteY109" fmla="*/ 83950 h 414642"/>
              <a:gd name="connsiteX110" fmla="*/ 313910 w 607639"/>
              <a:gd name="connsiteY110" fmla="*/ 97103 h 414642"/>
              <a:gd name="connsiteX111" fmla="*/ 327090 w 607639"/>
              <a:gd name="connsiteY111" fmla="*/ 83950 h 414642"/>
              <a:gd name="connsiteX112" fmla="*/ 341250 w 607639"/>
              <a:gd name="connsiteY112" fmla="*/ 83950 h 414642"/>
              <a:gd name="connsiteX113" fmla="*/ 341250 w 607639"/>
              <a:gd name="connsiteY113" fmla="*/ 98169 h 414642"/>
              <a:gd name="connsiteX114" fmla="*/ 328070 w 607639"/>
              <a:gd name="connsiteY114" fmla="*/ 111232 h 414642"/>
              <a:gd name="connsiteX115" fmla="*/ 341250 w 607639"/>
              <a:gd name="connsiteY115" fmla="*/ 124385 h 414642"/>
              <a:gd name="connsiteX116" fmla="*/ 341250 w 607639"/>
              <a:gd name="connsiteY116" fmla="*/ 138604 h 414642"/>
              <a:gd name="connsiteX117" fmla="*/ 334215 w 607639"/>
              <a:gd name="connsiteY117" fmla="*/ 141625 h 414642"/>
              <a:gd name="connsiteX118" fmla="*/ 327090 w 607639"/>
              <a:gd name="connsiteY118" fmla="*/ 138604 h 414642"/>
              <a:gd name="connsiteX119" fmla="*/ 313910 w 607639"/>
              <a:gd name="connsiteY119" fmla="*/ 125451 h 414642"/>
              <a:gd name="connsiteX120" fmla="*/ 300730 w 607639"/>
              <a:gd name="connsiteY120" fmla="*/ 138604 h 414642"/>
              <a:gd name="connsiteX121" fmla="*/ 293694 w 607639"/>
              <a:gd name="connsiteY121" fmla="*/ 141625 h 414642"/>
              <a:gd name="connsiteX122" fmla="*/ 286570 w 607639"/>
              <a:gd name="connsiteY122" fmla="*/ 138604 h 414642"/>
              <a:gd name="connsiteX123" fmla="*/ 286570 w 607639"/>
              <a:gd name="connsiteY123" fmla="*/ 124385 h 414642"/>
              <a:gd name="connsiteX124" fmla="*/ 299750 w 607639"/>
              <a:gd name="connsiteY124" fmla="*/ 111232 h 414642"/>
              <a:gd name="connsiteX125" fmla="*/ 286570 w 607639"/>
              <a:gd name="connsiteY125" fmla="*/ 98169 h 414642"/>
              <a:gd name="connsiteX126" fmla="*/ 286570 w 607639"/>
              <a:gd name="connsiteY126" fmla="*/ 83950 h 414642"/>
              <a:gd name="connsiteX127" fmla="*/ 486056 w 607639"/>
              <a:gd name="connsiteY127" fmla="*/ 70777 h 414642"/>
              <a:gd name="connsiteX128" fmla="*/ 494867 w 607639"/>
              <a:gd name="connsiteY128" fmla="*/ 75576 h 414642"/>
              <a:gd name="connsiteX129" fmla="*/ 523524 w 607639"/>
              <a:gd name="connsiteY129" fmla="*/ 104194 h 414642"/>
              <a:gd name="connsiteX130" fmla="*/ 523524 w 607639"/>
              <a:gd name="connsiteY130" fmla="*/ 118325 h 414642"/>
              <a:gd name="connsiteX131" fmla="*/ 516493 w 607639"/>
              <a:gd name="connsiteY131" fmla="*/ 121346 h 414642"/>
              <a:gd name="connsiteX132" fmla="*/ 509374 w 607639"/>
              <a:gd name="connsiteY132" fmla="*/ 118325 h 414642"/>
              <a:gd name="connsiteX133" fmla="*/ 496202 w 607639"/>
              <a:gd name="connsiteY133" fmla="*/ 105171 h 414642"/>
              <a:gd name="connsiteX134" fmla="*/ 496202 w 607639"/>
              <a:gd name="connsiteY134" fmla="*/ 131478 h 414642"/>
              <a:gd name="connsiteX135" fmla="*/ 435417 w 607639"/>
              <a:gd name="connsiteY135" fmla="*/ 192179 h 414642"/>
              <a:gd name="connsiteX136" fmla="*/ 364574 w 607639"/>
              <a:gd name="connsiteY136" fmla="*/ 192179 h 414642"/>
              <a:gd name="connsiteX137" fmla="*/ 324971 w 607639"/>
              <a:gd name="connsiteY137" fmla="*/ 223996 h 414642"/>
              <a:gd name="connsiteX138" fmla="*/ 354429 w 607639"/>
              <a:gd name="connsiteY138" fmla="*/ 262923 h 414642"/>
              <a:gd name="connsiteX139" fmla="*/ 313935 w 607639"/>
              <a:gd name="connsiteY139" fmla="*/ 303360 h 414642"/>
              <a:gd name="connsiteX140" fmla="*/ 273441 w 607639"/>
              <a:gd name="connsiteY140" fmla="*/ 262923 h 414642"/>
              <a:gd name="connsiteX141" fmla="*/ 304501 w 607639"/>
              <a:gd name="connsiteY141" fmla="*/ 223640 h 414642"/>
              <a:gd name="connsiteX142" fmla="*/ 364574 w 607639"/>
              <a:gd name="connsiteY142" fmla="*/ 171916 h 414642"/>
              <a:gd name="connsiteX143" fmla="*/ 435417 w 607639"/>
              <a:gd name="connsiteY143" fmla="*/ 171916 h 414642"/>
              <a:gd name="connsiteX144" fmla="*/ 475999 w 607639"/>
              <a:gd name="connsiteY144" fmla="*/ 131478 h 414642"/>
              <a:gd name="connsiteX145" fmla="*/ 475999 w 607639"/>
              <a:gd name="connsiteY145" fmla="*/ 105171 h 414642"/>
              <a:gd name="connsiteX146" fmla="*/ 462828 w 607639"/>
              <a:gd name="connsiteY146" fmla="*/ 118325 h 414642"/>
              <a:gd name="connsiteX147" fmla="*/ 455708 w 607639"/>
              <a:gd name="connsiteY147" fmla="*/ 121346 h 414642"/>
              <a:gd name="connsiteX148" fmla="*/ 448588 w 607639"/>
              <a:gd name="connsiteY148" fmla="*/ 118325 h 414642"/>
              <a:gd name="connsiteX149" fmla="*/ 448588 w 607639"/>
              <a:gd name="connsiteY149" fmla="*/ 104194 h 414642"/>
              <a:gd name="connsiteX150" fmla="*/ 477245 w 607639"/>
              <a:gd name="connsiteY150" fmla="*/ 75576 h 414642"/>
              <a:gd name="connsiteX151" fmla="*/ 486056 w 607639"/>
              <a:gd name="connsiteY151" fmla="*/ 70777 h 414642"/>
              <a:gd name="connsiteX152" fmla="*/ 161988 w 607639"/>
              <a:gd name="connsiteY152" fmla="*/ 70777 h 414642"/>
              <a:gd name="connsiteX153" fmla="*/ 232948 w 607639"/>
              <a:gd name="connsiteY153" fmla="*/ 70777 h 414642"/>
              <a:gd name="connsiteX154" fmla="*/ 243098 w 607639"/>
              <a:gd name="connsiteY154" fmla="*/ 80903 h 414642"/>
              <a:gd name="connsiteX155" fmla="*/ 232948 w 607639"/>
              <a:gd name="connsiteY155" fmla="*/ 91029 h 414642"/>
              <a:gd name="connsiteX156" fmla="*/ 161988 w 607639"/>
              <a:gd name="connsiteY156" fmla="*/ 91029 h 414642"/>
              <a:gd name="connsiteX157" fmla="*/ 151927 w 607639"/>
              <a:gd name="connsiteY157" fmla="*/ 80903 h 414642"/>
              <a:gd name="connsiteX158" fmla="*/ 161988 w 607639"/>
              <a:gd name="connsiteY158" fmla="*/ 70777 h 414642"/>
              <a:gd name="connsiteX159" fmla="*/ 91146 w 607639"/>
              <a:gd name="connsiteY159" fmla="*/ 70777 h 414642"/>
              <a:gd name="connsiteX160" fmla="*/ 121467 w 607639"/>
              <a:gd name="connsiteY160" fmla="*/ 70777 h 414642"/>
              <a:gd name="connsiteX161" fmla="*/ 131604 w 607639"/>
              <a:gd name="connsiteY161" fmla="*/ 80903 h 414642"/>
              <a:gd name="connsiteX162" fmla="*/ 121467 w 607639"/>
              <a:gd name="connsiteY162" fmla="*/ 91029 h 414642"/>
              <a:gd name="connsiteX163" fmla="*/ 91146 w 607639"/>
              <a:gd name="connsiteY163" fmla="*/ 91029 h 414642"/>
              <a:gd name="connsiteX164" fmla="*/ 81009 w 607639"/>
              <a:gd name="connsiteY164" fmla="*/ 80903 h 414642"/>
              <a:gd name="connsiteX165" fmla="*/ 91146 w 607639"/>
              <a:gd name="connsiteY165" fmla="*/ 70777 h 414642"/>
              <a:gd name="connsiteX166" fmla="*/ 70848 w 607639"/>
              <a:gd name="connsiteY166" fmla="*/ 20177 h 414642"/>
              <a:gd name="connsiteX167" fmla="*/ 60791 w 607639"/>
              <a:gd name="connsiteY167" fmla="*/ 30309 h 414642"/>
              <a:gd name="connsiteX168" fmla="*/ 60791 w 607639"/>
              <a:gd name="connsiteY168" fmla="*/ 343802 h 414642"/>
              <a:gd name="connsiteX169" fmla="*/ 222780 w 607639"/>
              <a:gd name="connsiteY169" fmla="*/ 343802 h 414642"/>
              <a:gd name="connsiteX170" fmla="*/ 232927 w 607639"/>
              <a:gd name="connsiteY170" fmla="*/ 353935 h 414642"/>
              <a:gd name="connsiteX171" fmla="*/ 232927 w 607639"/>
              <a:gd name="connsiteY171" fmla="*/ 364067 h 414642"/>
              <a:gd name="connsiteX172" fmla="*/ 374712 w 607639"/>
              <a:gd name="connsiteY172" fmla="*/ 364067 h 414642"/>
              <a:gd name="connsiteX173" fmla="*/ 374712 w 607639"/>
              <a:gd name="connsiteY173" fmla="*/ 353935 h 414642"/>
              <a:gd name="connsiteX174" fmla="*/ 384859 w 607639"/>
              <a:gd name="connsiteY174" fmla="*/ 343802 h 414642"/>
              <a:gd name="connsiteX175" fmla="*/ 546848 w 607639"/>
              <a:gd name="connsiteY175" fmla="*/ 343802 h 414642"/>
              <a:gd name="connsiteX176" fmla="*/ 546848 w 607639"/>
              <a:gd name="connsiteY176" fmla="*/ 30309 h 414642"/>
              <a:gd name="connsiteX177" fmla="*/ 536702 w 607639"/>
              <a:gd name="connsiteY177" fmla="*/ 20177 h 414642"/>
              <a:gd name="connsiteX178" fmla="*/ 70848 w 607639"/>
              <a:gd name="connsiteY178" fmla="*/ 0 h 414642"/>
              <a:gd name="connsiteX179" fmla="*/ 536702 w 607639"/>
              <a:gd name="connsiteY179" fmla="*/ 0 h 414642"/>
              <a:gd name="connsiteX180" fmla="*/ 567142 w 607639"/>
              <a:gd name="connsiteY180" fmla="*/ 30309 h 414642"/>
              <a:gd name="connsiteX181" fmla="*/ 567142 w 607639"/>
              <a:gd name="connsiteY181" fmla="*/ 343802 h 414642"/>
              <a:gd name="connsiteX182" fmla="*/ 597492 w 607639"/>
              <a:gd name="connsiteY182" fmla="*/ 343802 h 414642"/>
              <a:gd name="connsiteX183" fmla="*/ 607639 w 607639"/>
              <a:gd name="connsiteY183" fmla="*/ 353935 h 414642"/>
              <a:gd name="connsiteX184" fmla="*/ 607639 w 607639"/>
              <a:gd name="connsiteY184" fmla="*/ 384244 h 414642"/>
              <a:gd name="connsiteX185" fmla="*/ 577199 w 607639"/>
              <a:gd name="connsiteY185" fmla="*/ 414642 h 414642"/>
              <a:gd name="connsiteX186" fmla="*/ 30351 w 607639"/>
              <a:gd name="connsiteY186" fmla="*/ 414642 h 414642"/>
              <a:gd name="connsiteX187" fmla="*/ 0 w 607639"/>
              <a:gd name="connsiteY187" fmla="*/ 384244 h 414642"/>
              <a:gd name="connsiteX188" fmla="*/ 0 w 607639"/>
              <a:gd name="connsiteY188" fmla="*/ 353935 h 414642"/>
              <a:gd name="connsiteX189" fmla="*/ 10147 w 607639"/>
              <a:gd name="connsiteY189" fmla="*/ 343802 h 414642"/>
              <a:gd name="connsiteX190" fmla="*/ 40497 w 607639"/>
              <a:gd name="connsiteY190" fmla="*/ 343802 h 414642"/>
              <a:gd name="connsiteX191" fmla="*/ 40497 w 607639"/>
              <a:gd name="connsiteY191" fmla="*/ 30309 h 414642"/>
              <a:gd name="connsiteX192" fmla="*/ 70848 w 607639"/>
              <a:gd name="connsiteY192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82270" y="273017"/>
                </a:moveTo>
                <a:lnTo>
                  <a:pt x="192432" y="273017"/>
                </a:lnTo>
                <a:cubicBezTo>
                  <a:pt x="198493" y="273017"/>
                  <a:pt x="202593" y="277018"/>
                  <a:pt x="202593" y="283153"/>
                </a:cubicBezTo>
                <a:cubicBezTo>
                  <a:pt x="202593" y="289198"/>
                  <a:pt x="198493" y="293199"/>
                  <a:pt x="192432" y="293199"/>
                </a:cubicBezTo>
                <a:lnTo>
                  <a:pt x="182270" y="293199"/>
                </a:lnTo>
                <a:cubicBezTo>
                  <a:pt x="176209" y="293199"/>
                  <a:pt x="172109" y="289198"/>
                  <a:pt x="172109" y="283153"/>
                </a:cubicBezTo>
                <a:cubicBezTo>
                  <a:pt x="172109" y="277018"/>
                  <a:pt x="176209" y="273017"/>
                  <a:pt x="182270" y="273017"/>
                </a:cubicBezTo>
                <a:close/>
                <a:moveTo>
                  <a:pt x="91153" y="273017"/>
                </a:moveTo>
                <a:lnTo>
                  <a:pt x="141783" y="273017"/>
                </a:lnTo>
                <a:cubicBezTo>
                  <a:pt x="147834" y="273017"/>
                  <a:pt x="151927" y="277018"/>
                  <a:pt x="151927" y="283153"/>
                </a:cubicBezTo>
                <a:cubicBezTo>
                  <a:pt x="151927" y="289198"/>
                  <a:pt x="147834" y="293199"/>
                  <a:pt x="141783" y="293199"/>
                </a:cubicBezTo>
                <a:lnTo>
                  <a:pt x="91153" y="293199"/>
                </a:lnTo>
                <a:cubicBezTo>
                  <a:pt x="85102" y="293199"/>
                  <a:pt x="81009" y="289198"/>
                  <a:pt x="81009" y="283153"/>
                </a:cubicBezTo>
                <a:cubicBezTo>
                  <a:pt x="81009" y="277018"/>
                  <a:pt x="85102" y="273017"/>
                  <a:pt x="91153" y="273017"/>
                </a:cubicBezTo>
                <a:close/>
                <a:moveTo>
                  <a:pt x="313935" y="242748"/>
                </a:moveTo>
                <a:cubicBezTo>
                  <a:pt x="302810" y="242748"/>
                  <a:pt x="293732" y="251813"/>
                  <a:pt x="293732" y="262923"/>
                </a:cubicBezTo>
                <a:cubicBezTo>
                  <a:pt x="293732" y="274032"/>
                  <a:pt x="302810" y="283186"/>
                  <a:pt x="313935" y="283186"/>
                </a:cubicBezTo>
                <a:cubicBezTo>
                  <a:pt x="325060" y="283186"/>
                  <a:pt x="334226" y="274032"/>
                  <a:pt x="334226" y="262923"/>
                </a:cubicBezTo>
                <a:cubicBezTo>
                  <a:pt x="334226" y="251813"/>
                  <a:pt x="325060" y="242748"/>
                  <a:pt x="313935" y="242748"/>
                </a:cubicBezTo>
                <a:close/>
                <a:moveTo>
                  <a:pt x="458728" y="235613"/>
                </a:moveTo>
                <a:cubicBezTo>
                  <a:pt x="462821" y="231525"/>
                  <a:pt x="468872" y="231525"/>
                  <a:pt x="472877" y="235613"/>
                </a:cubicBezTo>
                <a:lnTo>
                  <a:pt x="486046" y="248765"/>
                </a:lnTo>
                <a:lnTo>
                  <a:pt x="499215" y="235613"/>
                </a:lnTo>
                <a:cubicBezTo>
                  <a:pt x="503309" y="231525"/>
                  <a:pt x="509360" y="231525"/>
                  <a:pt x="513453" y="235613"/>
                </a:cubicBezTo>
                <a:cubicBezTo>
                  <a:pt x="517457" y="239612"/>
                  <a:pt x="517457" y="245744"/>
                  <a:pt x="513453" y="249743"/>
                </a:cubicBezTo>
                <a:lnTo>
                  <a:pt x="500283" y="262895"/>
                </a:lnTo>
                <a:lnTo>
                  <a:pt x="513453" y="276048"/>
                </a:lnTo>
                <a:cubicBezTo>
                  <a:pt x="517457" y="280136"/>
                  <a:pt x="517457" y="286179"/>
                  <a:pt x="513453" y="290178"/>
                </a:cubicBezTo>
                <a:cubicBezTo>
                  <a:pt x="511406" y="292222"/>
                  <a:pt x="509360" y="293199"/>
                  <a:pt x="506334" y="293199"/>
                </a:cubicBezTo>
                <a:cubicBezTo>
                  <a:pt x="503309" y="293199"/>
                  <a:pt x="501262" y="292222"/>
                  <a:pt x="499215" y="290178"/>
                </a:cubicBezTo>
                <a:lnTo>
                  <a:pt x="486046" y="277025"/>
                </a:lnTo>
                <a:lnTo>
                  <a:pt x="472877" y="290178"/>
                </a:lnTo>
                <a:cubicBezTo>
                  <a:pt x="470919" y="292222"/>
                  <a:pt x="468872" y="293199"/>
                  <a:pt x="465847" y="293199"/>
                </a:cubicBezTo>
                <a:cubicBezTo>
                  <a:pt x="462821" y="293199"/>
                  <a:pt x="460775" y="292222"/>
                  <a:pt x="458728" y="290178"/>
                </a:cubicBezTo>
                <a:cubicBezTo>
                  <a:pt x="454724" y="286179"/>
                  <a:pt x="454724" y="280136"/>
                  <a:pt x="458728" y="276048"/>
                </a:cubicBezTo>
                <a:lnTo>
                  <a:pt x="471898" y="262895"/>
                </a:lnTo>
                <a:lnTo>
                  <a:pt x="458728" y="249743"/>
                </a:lnTo>
                <a:cubicBezTo>
                  <a:pt x="454724" y="245744"/>
                  <a:pt x="454724" y="239612"/>
                  <a:pt x="458728" y="235613"/>
                </a:cubicBezTo>
                <a:close/>
                <a:moveTo>
                  <a:pt x="161988" y="232583"/>
                </a:moveTo>
                <a:lnTo>
                  <a:pt x="232948" y="232583"/>
                </a:lnTo>
                <a:cubicBezTo>
                  <a:pt x="239002" y="232583"/>
                  <a:pt x="243098" y="236584"/>
                  <a:pt x="243098" y="242719"/>
                </a:cubicBezTo>
                <a:cubicBezTo>
                  <a:pt x="243098" y="248764"/>
                  <a:pt x="239002" y="252765"/>
                  <a:pt x="232948" y="252765"/>
                </a:cubicBezTo>
                <a:lnTo>
                  <a:pt x="161988" y="252765"/>
                </a:lnTo>
                <a:cubicBezTo>
                  <a:pt x="155934" y="252765"/>
                  <a:pt x="151927" y="248764"/>
                  <a:pt x="151927" y="242719"/>
                </a:cubicBezTo>
                <a:cubicBezTo>
                  <a:pt x="151927" y="236584"/>
                  <a:pt x="155934" y="232583"/>
                  <a:pt x="161988" y="232583"/>
                </a:cubicBezTo>
                <a:close/>
                <a:moveTo>
                  <a:pt x="91146" y="232583"/>
                </a:moveTo>
                <a:lnTo>
                  <a:pt x="121467" y="232583"/>
                </a:lnTo>
                <a:cubicBezTo>
                  <a:pt x="127603" y="232583"/>
                  <a:pt x="131604" y="236584"/>
                  <a:pt x="131604" y="242719"/>
                </a:cubicBezTo>
                <a:cubicBezTo>
                  <a:pt x="131604" y="248764"/>
                  <a:pt x="127603" y="252765"/>
                  <a:pt x="121467" y="252765"/>
                </a:cubicBezTo>
                <a:lnTo>
                  <a:pt x="91146" y="252765"/>
                </a:lnTo>
                <a:cubicBezTo>
                  <a:pt x="85099" y="252765"/>
                  <a:pt x="81009" y="248764"/>
                  <a:pt x="81009" y="242719"/>
                </a:cubicBezTo>
                <a:cubicBezTo>
                  <a:pt x="81009" y="236584"/>
                  <a:pt x="85099" y="232583"/>
                  <a:pt x="91146" y="232583"/>
                </a:cubicBezTo>
                <a:close/>
                <a:moveTo>
                  <a:pt x="182270" y="192149"/>
                </a:moveTo>
                <a:lnTo>
                  <a:pt x="192432" y="192149"/>
                </a:lnTo>
                <a:cubicBezTo>
                  <a:pt x="198493" y="192149"/>
                  <a:pt x="202593" y="196150"/>
                  <a:pt x="202593" y="202196"/>
                </a:cubicBezTo>
                <a:cubicBezTo>
                  <a:pt x="202593" y="208330"/>
                  <a:pt x="198493" y="212331"/>
                  <a:pt x="192432" y="212331"/>
                </a:cubicBezTo>
                <a:lnTo>
                  <a:pt x="182270" y="212331"/>
                </a:lnTo>
                <a:cubicBezTo>
                  <a:pt x="176209" y="212331"/>
                  <a:pt x="172109" y="208330"/>
                  <a:pt x="172109" y="202196"/>
                </a:cubicBezTo>
                <a:cubicBezTo>
                  <a:pt x="172109" y="196150"/>
                  <a:pt x="176209" y="192149"/>
                  <a:pt x="182270" y="192149"/>
                </a:cubicBezTo>
                <a:close/>
                <a:moveTo>
                  <a:pt x="91153" y="192149"/>
                </a:moveTo>
                <a:lnTo>
                  <a:pt x="141783" y="192149"/>
                </a:lnTo>
                <a:cubicBezTo>
                  <a:pt x="147834" y="192149"/>
                  <a:pt x="151927" y="196150"/>
                  <a:pt x="151927" y="202196"/>
                </a:cubicBezTo>
                <a:cubicBezTo>
                  <a:pt x="151927" y="208330"/>
                  <a:pt x="147834" y="212331"/>
                  <a:pt x="141783" y="212331"/>
                </a:cubicBezTo>
                <a:lnTo>
                  <a:pt x="91153" y="212331"/>
                </a:lnTo>
                <a:cubicBezTo>
                  <a:pt x="85102" y="212331"/>
                  <a:pt x="81009" y="208330"/>
                  <a:pt x="81009" y="202196"/>
                </a:cubicBezTo>
                <a:cubicBezTo>
                  <a:pt x="81009" y="196150"/>
                  <a:pt x="85102" y="192149"/>
                  <a:pt x="91153" y="192149"/>
                </a:cubicBezTo>
                <a:close/>
                <a:moveTo>
                  <a:pt x="161988" y="151716"/>
                </a:moveTo>
                <a:lnTo>
                  <a:pt x="232948" y="151716"/>
                </a:lnTo>
                <a:cubicBezTo>
                  <a:pt x="239002" y="151716"/>
                  <a:pt x="243098" y="155717"/>
                  <a:pt x="243098" y="161763"/>
                </a:cubicBezTo>
                <a:cubicBezTo>
                  <a:pt x="243098" y="167897"/>
                  <a:pt x="239002" y="171898"/>
                  <a:pt x="232948" y="171898"/>
                </a:cubicBezTo>
                <a:lnTo>
                  <a:pt x="161988" y="171898"/>
                </a:lnTo>
                <a:cubicBezTo>
                  <a:pt x="155934" y="171898"/>
                  <a:pt x="151927" y="167897"/>
                  <a:pt x="151927" y="161763"/>
                </a:cubicBezTo>
                <a:cubicBezTo>
                  <a:pt x="151927" y="155717"/>
                  <a:pt x="155934" y="151716"/>
                  <a:pt x="161988" y="151716"/>
                </a:cubicBezTo>
                <a:close/>
                <a:moveTo>
                  <a:pt x="91146" y="151716"/>
                </a:moveTo>
                <a:lnTo>
                  <a:pt x="121467" y="151716"/>
                </a:lnTo>
                <a:cubicBezTo>
                  <a:pt x="127603" y="151716"/>
                  <a:pt x="131604" y="155717"/>
                  <a:pt x="131604" y="161763"/>
                </a:cubicBezTo>
                <a:cubicBezTo>
                  <a:pt x="131604" y="167897"/>
                  <a:pt x="127603" y="171898"/>
                  <a:pt x="121467" y="171898"/>
                </a:cubicBezTo>
                <a:lnTo>
                  <a:pt x="91146" y="171898"/>
                </a:lnTo>
                <a:cubicBezTo>
                  <a:pt x="85099" y="171898"/>
                  <a:pt x="81009" y="167897"/>
                  <a:pt x="81009" y="161763"/>
                </a:cubicBezTo>
                <a:cubicBezTo>
                  <a:pt x="81009" y="155717"/>
                  <a:pt x="85099" y="151716"/>
                  <a:pt x="91146" y="151716"/>
                </a:cubicBezTo>
                <a:close/>
                <a:moveTo>
                  <a:pt x="182270" y="111211"/>
                </a:moveTo>
                <a:lnTo>
                  <a:pt x="192432" y="111211"/>
                </a:lnTo>
                <a:cubicBezTo>
                  <a:pt x="198493" y="111211"/>
                  <a:pt x="202593" y="115297"/>
                  <a:pt x="202593" y="121337"/>
                </a:cubicBezTo>
                <a:cubicBezTo>
                  <a:pt x="202593" y="127377"/>
                  <a:pt x="198493" y="131463"/>
                  <a:pt x="192432" y="131463"/>
                </a:cubicBezTo>
                <a:lnTo>
                  <a:pt x="182270" y="131463"/>
                </a:lnTo>
                <a:cubicBezTo>
                  <a:pt x="176209" y="131463"/>
                  <a:pt x="172109" y="127377"/>
                  <a:pt x="172109" y="121337"/>
                </a:cubicBezTo>
                <a:cubicBezTo>
                  <a:pt x="172109" y="115297"/>
                  <a:pt x="176209" y="111211"/>
                  <a:pt x="182270" y="111211"/>
                </a:cubicBezTo>
                <a:close/>
                <a:moveTo>
                  <a:pt x="91153" y="111211"/>
                </a:moveTo>
                <a:lnTo>
                  <a:pt x="141783" y="111211"/>
                </a:lnTo>
                <a:cubicBezTo>
                  <a:pt x="147834" y="111211"/>
                  <a:pt x="151927" y="115297"/>
                  <a:pt x="151927" y="121337"/>
                </a:cubicBezTo>
                <a:cubicBezTo>
                  <a:pt x="151927" y="127377"/>
                  <a:pt x="147834" y="131463"/>
                  <a:pt x="141783" y="131463"/>
                </a:cubicBezTo>
                <a:lnTo>
                  <a:pt x="91153" y="131463"/>
                </a:lnTo>
                <a:cubicBezTo>
                  <a:pt x="85102" y="131463"/>
                  <a:pt x="81009" y="127377"/>
                  <a:pt x="81009" y="121337"/>
                </a:cubicBezTo>
                <a:cubicBezTo>
                  <a:pt x="81009" y="115297"/>
                  <a:pt x="85102" y="111211"/>
                  <a:pt x="91153" y="111211"/>
                </a:cubicBezTo>
                <a:close/>
                <a:moveTo>
                  <a:pt x="286570" y="83950"/>
                </a:moveTo>
                <a:cubicBezTo>
                  <a:pt x="290577" y="79951"/>
                  <a:pt x="296722" y="79951"/>
                  <a:pt x="300730" y="83950"/>
                </a:cubicBezTo>
                <a:lnTo>
                  <a:pt x="313910" y="97103"/>
                </a:lnTo>
                <a:lnTo>
                  <a:pt x="327090" y="83950"/>
                </a:lnTo>
                <a:cubicBezTo>
                  <a:pt x="331187" y="79951"/>
                  <a:pt x="337243" y="79951"/>
                  <a:pt x="341250" y="83950"/>
                </a:cubicBezTo>
                <a:cubicBezTo>
                  <a:pt x="345347" y="88038"/>
                  <a:pt x="345347" y="94081"/>
                  <a:pt x="341250" y="98169"/>
                </a:cubicBezTo>
                <a:lnTo>
                  <a:pt x="328070" y="111232"/>
                </a:lnTo>
                <a:lnTo>
                  <a:pt x="341250" y="124385"/>
                </a:lnTo>
                <a:cubicBezTo>
                  <a:pt x="345347" y="128473"/>
                  <a:pt x="345347" y="134516"/>
                  <a:pt x="341250" y="138604"/>
                </a:cubicBezTo>
                <a:cubicBezTo>
                  <a:pt x="339291" y="140559"/>
                  <a:pt x="337243" y="141625"/>
                  <a:pt x="334215" y="141625"/>
                </a:cubicBezTo>
                <a:cubicBezTo>
                  <a:pt x="331187" y="141625"/>
                  <a:pt x="329139" y="140559"/>
                  <a:pt x="327090" y="138604"/>
                </a:cubicBezTo>
                <a:lnTo>
                  <a:pt x="313910" y="125451"/>
                </a:lnTo>
                <a:lnTo>
                  <a:pt x="300730" y="138604"/>
                </a:lnTo>
                <a:cubicBezTo>
                  <a:pt x="298681" y="140559"/>
                  <a:pt x="296722" y="141625"/>
                  <a:pt x="293694" y="141625"/>
                </a:cubicBezTo>
                <a:cubicBezTo>
                  <a:pt x="290577" y="141625"/>
                  <a:pt x="288618" y="140559"/>
                  <a:pt x="286570" y="138604"/>
                </a:cubicBezTo>
                <a:cubicBezTo>
                  <a:pt x="282473" y="134516"/>
                  <a:pt x="282473" y="128473"/>
                  <a:pt x="286570" y="124385"/>
                </a:cubicBezTo>
                <a:lnTo>
                  <a:pt x="299750" y="111232"/>
                </a:lnTo>
                <a:lnTo>
                  <a:pt x="286570" y="98169"/>
                </a:lnTo>
                <a:cubicBezTo>
                  <a:pt x="282473" y="94081"/>
                  <a:pt x="282473" y="88038"/>
                  <a:pt x="286570" y="83950"/>
                </a:cubicBezTo>
                <a:close/>
                <a:moveTo>
                  <a:pt x="486056" y="70777"/>
                </a:moveTo>
                <a:cubicBezTo>
                  <a:pt x="490150" y="70777"/>
                  <a:pt x="493265" y="72555"/>
                  <a:pt x="494867" y="75576"/>
                </a:cubicBezTo>
                <a:lnTo>
                  <a:pt x="523524" y="104194"/>
                </a:lnTo>
                <a:cubicBezTo>
                  <a:pt x="527618" y="108193"/>
                  <a:pt x="527618" y="114325"/>
                  <a:pt x="523524" y="118325"/>
                </a:cubicBezTo>
                <a:cubicBezTo>
                  <a:pt x="521566" y="120369"/>
                  <a:pt x="519519" y="121346"/>
                  <a:pt x="516493" y="121346"/>
                </a:cubicBezTo>
                <a:cubicBezTo>
                  <a:pt x="513467" y="121346"/>
                  <a:pt x="511420" y="120369"/>
                  <a:pt x="509374" y="118325"/>
                </a:cubicBezTo>
                <a:lnTo>
                  <a:pt x="496202" y="105171"/>
                </a:lnTo>
                <a:lnTo>
                  <a:pt x="496202" y="131478"/>
                </a:lnTo>
                <a:cubicBezTo>
                  <a:pt x="496202" y="164806"/>
                  <a:pt x="468880" y="192179"/>
                  <a:pt x="435417" y="192179"/>
                </a:cubicBezTo>
                <a:lnTo>
                  <a:pt x="364574" y="192179"/>
                </a:lnTo>
                <a:cubicBezTo>
                  <a:pt x="345262" y="192179"/>
                  <a:pt x="328975" y="205865"/>
                  <a:pt x="324971" y="223996"/>
                </a:cubicBezTo>
                <a:cubicBezTo>
                  <a:pt x="341969" y="228884"/>
                  <a:pt x="354429" y="244526"/>
                  <a:pt x="354429" y="262923"/>
                </a:cubicBezTo>
                <a:cubicBezTo>
                  <a:pt x="354429" y="285141"/>
                  <a:pt x="336184" y="303360"/>
                  <a:pt x="313935" y="303360"/>
                </a:cubicBezTo>
                <a:cubicBezTo>
                  <a:pt x="291685" y="303360"/>
                  <a:pt x="273441" y="285141"/>
                  <a:pt x="273441" y="262923"/>
                </a:cubicBezTo>
                <a:cubicBezTo>
                  <a:pt x="273441" y="243903"/>
                  <a:pt x="286702" y="227906"/>
                  <a:pt x="304501" y="223640"/>
                </a:cubicBezTo>
                <a:cubicBezTo>
                  <a:pt x="308862" y="194490"/>
                  <a:pt x="334226" y="171916"/>
                  <a:pt x="364574" y="171916"/>
                </a:cubicBezTo>
                <a:lnTo>
                  <a:pt x="435417" y="171916"/>
                </a:lnTo>
                <a:cubicBezTo>
                  <a:pt x="457755" y="171916"/>
                  <a:pt x="475999" y="153696"/>
                  <a:pt x="475999" y="131478"/>
                </a:cubicBezTo>
                <a:lnTo>
                  <a:pt x="475999" y="105171"/>
                </a:lnTo>
                <a:lnTo>
                  <a:pt x="462828" y="118325"/>
                </a:lnTo>
                <a:cubicBezTo>
                  <a:pt x="460781" y="120369"/>
                  <a:pt x="458734" y="121346"/>
                  <a:pt x="455708" y="121346"/>
                </a:cubicBezTo>
                <a:cubicBezTo>
                  <a:pt x="452682" y="121346"/>
                  <a:pt x="450635" y="120369"/>
                  <a:pt x="448588" y="118325"/>
                </a:cubicBezTo>
                <a:cubicBezTo>
                  <a:pt x="444583" y="114325"/>
                  <a:pt x="444583" y="108193"/>
                  <a:pt x="448588" y="104194"/>
                </a:cubicBezTo>
                <a:lnTo>
                  <a:pt x="477245" y="75576"/>
                </a:lnTo>
                <a:cubicBezTo>
                  <a:pt x="478936" y="72555"/>
                  <a:pt x="482051" y="70777"/>
                  <a:pt x="486056" y="70777"/>
                </a:cubicBezTo>
                <a:close/>
                <a:moveTo>
                  <a:pt x="161988" y="70777"/>
                </a:moveTo>
                <a:lnTo>
                  <a:pt x="232948" y="70777"/>
                </a:lnTo>
                <a:cubicBezTo>
                  <a:pt x="239002" y="70777"/>
                  <a:pt x="243098" y="74863"/>
                  <a:pt x="243098" y="80903"/>
                </a:cubicBezTo>
                <a:cubicBezTo>
                  <a:pt x="243098" y="86943"/>
                  <a:pt x="239002" y="91029"/>
                  <a:pt x="232948" y="91029"/>
                </a:cubicBezTo>
                <a:lnTo>
                  <a:pt x="161988" y="91029"/>
                </a:lnTo>
                <a:cubicBezTo>
                  <a:pt x="155934" y="91029"/>
                  <a:pt x="151927" y="86943"/>
                  <a:pt x="151927" y="80903"/>
                </a:cubicBezTo>
                <a:cubicBezTo>
                  <a:pt x="151927" y="74863"/>
                  <a:pt x="155934" y="70777"/>
                  <a:pt x="161988" y="70777"/>
                </a:cubicBezTo>
                <a:close/>
                <a:moveTo>
                  <a:pt x="91146" y="70777"/>
                </a:moveTo>
                <a:lnTo>
                  <a:pt x="121467" y="70777"/>
                </a:lnTo>
                <a:cubicBezTo>
                  <a:pt x="127603" y="70777"/>
                  <a:pt x="131604" y="74863"/>
                  <a:pt x="131604" y="80903"/>
                </a:cubicBezTo>
                <a:cubicBezTo>
                  <a:pt x="131604" y="86943"/>
                  <a:pt x="127603" y="91029"/>
                  <a:pt x="121467" y="91029"/>
                </a:cubicBezTo>
                <a:lnTo>
                  <a:pt x="91146" y="91029"/>
                </a:lnTo>
                <a:cubicBezTo>
                  <a:pt x="85099" y="91029"/>
                  <a:pt x="81009" y="86943"/>
                  <a:pt x="81009" y="80903"/>
                </a:cubicBezTo>
                <a:cubicBezTo>
                  <a:pt x="81009" y="74863"/>
                  <a:pt x="85099" y="70777"/>
                  <a:pt x="91146" y="70777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1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1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1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1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0" name="îSļîḋe">
            <a:extLst>
              <a:ext uri="{FF2B5EF4-FFF2-40B4-BE49-F238E27FC236}">
                <a16:creationId xmlns:a16="http://schemas.microsoft.com/office/drawing/2014/main" xmlns="" id="{58660469-0527-432A-A40E-65E535C10231}"/>
              </a:ext>
            </a:extLst>
          </p:cNvPr>
          <p:cNvSpPr/>
          <p:nvPr/>
        </p:nvSpPr>
        <p:spPr>
          <a:xfrm>
            <a:off x="9003416" y="5252071"/>
            <a:ext cx="889769" cy="889769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1" name="íṧľiḋè">
            <a:extLst>
              <a:ext uri="{FF2B5EF4-FFF2-40B4-BE49-F238E27FC236}">
                <a16:creationId xmlns:a16="http://schemas.microsoft.com/office/drawing/2014/main" xmlns="" id="{6377D062-4B9B-4E80-BCF1-FFBD7DC1995A}"/>
              </a:ext>
            </a:extLst>
          </p:cNvPr>
          <p:cNvSpPr/>
          <p:nvPr/>
        </p:nvSpPr>
        <p:spPr bwMode="auto">
          <a:xfrm>
            <a:off x="9228522" y="5546983"/>
            <a:ext cx="439555" cy="299944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82270 w 607639"/>
              <a:gd name="connsiteY14" fmla="*/ 262926 h 414642"/>
              <a:gd name="connsiteX15" fmla="*/ 192432 w 607639"/>
              <a:gd name="connsiteY15" fmla="*/ 262926 h 414642"/>
              <a:gd name="connsiteX16" fmla="*/ 202593 w 607639"/>
              <a:gd name="connsiteY16" fmla="*/ 273052 h 414642"/>
              <a:gd name="connsiteX17" fmla="*/ 192432 w 607639"/>
              <a:gd name="connsiteY17" fmla="*/ 283178 h 414642"/>
              <a:gd name="connsiteX18" fmla="*/ 182270 w 607639"/>
              <a:gd name="connsiteY18" fmla="*/ 283178 h 414642"/>
              <a:gd name="connsiteX19" fmla="*/ 172109 w 607639"/>
              <a:gd name="connsiteY19" fmla="*/ 273052 h 414642"/>
              <a:gd name="connsiteX20" fmla="*/ 182270 w 607639"/>
              <a:gd name="connsiteY20" fmla="*/ 262926 h 414642"/>
              <a:gd name="connsiteX21" fmla="*/ 91153 w 607639"/>
              <a:gd name="connsiteY21" fmla="*/ 262926 h 414642"/>
              <a:gd name="connsiteX22" fmla="*/ 141783 w 607639"/>
              <a:gd name="connsiteY22" fmla="*/ 262926 h 414642"/>
              <a:gd name="connsiteX23" fmla="*/ 151927 w 607639"/>
              <a:gd name="connsiteY23" fmla="*/ 273052 h 414642"/>
              <a:gd name="connsiteX24" fmla="*/ 141783 w 607639"/>
              <a:gd name="connsiteY24" fmla="*/ 283178 h 414642"/>
              <a:gd name="connsiteX25" fmla="*/ 91153 w 607639"/>
              <a:gd name="connsiteY25" fmla="*/ 283178 h 414642"/>
              <a:gd name="connsiteX26" fmla="*/ 81009 w 607639"/>
              <a:gd name="connsiteY26" fmla="*/ 273052 h 414642"/>
              <a:gd name="connsiteX27" fmla="*/ 91153 w 607639"/>
              <a:gd name="connsiteY27" fmla="*/ 262926 h 414642"/>
              <a:gd name="connsiteX28" fmla="*/ 161988 w 607639"/>
              <a:gd name="connsiteY28" fmla="*/ 222493 h 414642"/>
              <a:gd name="connsiteX29" fmla="*/ 232948 w 607639"/>
              <a:gd name="connsiteY29" fmla="*/ 222493 h 414642"/>
              <a:gd name="connsiteX30" fmla="*/ 243098 w 607639"/>
              <a:gd name="connsiteY30" fmla="*/ 232619 h 414642"/>
              <a:gd name="connsiteX31" fmla="*/ 232948 w 607639"/>
              <a:gd name="connsiteY31" fmla="*/ 242745 h 414642"/>
              <a:gd name="connsiteX32" fmla="*/ 161988 w 607639"/>
              <a:gd name="connsiteY32" fmla="*/ 242745 h 414642"/>
              <a:gd name="connsiteX33" fmla="*/ 151927 w 607639"/>
              <a:gd name="connsiteY33" fmla="*/ 232619 h 414642"/>
              <a:gd name="connsiteX34" fmla="*/ 161988 w 607639"/>
              <a:gd name="connsiteY34" fmla="*/ 222493 h 414642"/>
              <a:gd name="connsiteX35" fmla="*/ 91146 w 607639"/>
              <a:gd name="connsiteY35" fmla="*/ 222493 h 414642"/>
              <a:gd name="connsiteX36" fmla="*/ 121467 w 607639"/>
              <a:gd name="connsiteY36" fmla="*/ 222493 h 414642"/>
              <a:gd name="connsiteX37" fmla="*/ 131604 w 607639"/>
              <a:gd name="connsiteY37" fmla="*/ 232619 h 414642"/>
              <a:gd name="connsiteX38" fmla="*/ 121467 w 607639"/>
              <a:gd name="connsiteY38" fmla="*/ 242745 h 414642"/>
              <a:gd name="connsiteX39" fmla="*/ 91146 w 607639"/>
              <a:gd name="connsiteY39" fmla="*/ 242745 h 414642"/>
              <a:gd name="connsiteX40" fmla="*/ 81009 w 607639"/>
              <a:gd name="connsiteY40" fmla="*/ 232619 h 414642"/>
              <a:gd name="connsiteX41" fmla="*/ 91146 w 607639"/>
              <a:gd name="connsiteY41" fmla="*/ 222493 h 414642"/>
              <a:gd name="connsiteX42" fmla="*/ 182270 w 607639"/>
              <a:gd name="connsiteY42" fmla="*/ 182059 h 414642"/>
              <a:gd name="connsiteX43" fmla="*/ 192432 w 607639"/>
              <a:gd name="connsiteY43" fmla="*/ 182059 h 414642"/>
              <a:gd name="connsiteX44" fmla="*/ 202593 w 607639"/>
              <a:gd name="connsiteY44" fmla="*/ 192195 h 414642"/>
              <a:gd name="connsiteX45" fmla="*/ 192432 w 607639"/>
              <a:gd name="connsiteY45" fmla="*/ 202241 h 414642"/>
              <a:gd name="connsiteX46" fmla="*/ 182270 w 607639"/>
              <a:gd name="connsiteY46" fmla="*/ 202241 h 414642"/>
              <a:gd name="connsiteX47" fmla="*/ 172109 w 607639"/>
              <a:gd name="connsiteY47" fmla="*/ 192195 h 414642"/>
              <a:gd name="connsiteX48" fmla="*/ 182270 w 607639"/>
              <a:gd name="connsiteY48" fmla="*/ 182059 h 414642"/>
              <a:gd name="connsiteX49" fmla="*/ 91153 w 607639"/>
              <a:gd name="connsiteY49" fmla="*/ 182059 h 414642"/>
              <a:gd name="connsiteX50" fmla="*/ 141783 w 607639"/>
              <a:gd name="connsiteY50" fmla="*/ 182059 h 414642"/>
              <a:gd name="connsiteX51" fmla="*/ 151927 w 607639"/>
              <a:gd name="connsiteY51" fmla="*/ 192195 h 414642"/>
              <a:gd name="connsiteX52" fmla="*/ 141783 w 607639"/>
              <a:gd name="connsiteY52" fmla="*/ 202241 h 414642"/>
              <a:gd name="connsiteX53" fmla="*/ 91153 w 607639"/>
              <a:gd name="connsiteY53" fmla="*/ 202241 h 414642"/>
              <a:gd name="connsiteX54" fmla="*/ 81009 w 607639"/>
              <a:gd name="connsiteY54" fmla="*/ 192195 h 414642"/>
              <a:gd name="connsiteX55" fmla="*/ 91153 w 607639"/>
              <a:gd name="connsiteY55" fmla="*/ 182059 h 414642"/>
              <a:gd name="connsiteX56" fmla="*/ 161988 w 607639"/>
              <a:gd name="connsiteY56" fmla="*/ 141625 h 414642"/>
              <a:gd name="connsiteX57" fmla="*/ 232948 w 607639"/>
              <a:gd name="connsiteY57" fmla="*/ 141625 h 414642"/>
              <a:gd name="connsiteX58" fmla="*/ 243098 w 607639"/>
              <a:gd name="connsiteY58" fmla="*/ 151761 h 414642"/>
              <a:gd name="connsiteX59" fmla="*/ 232948 w 607639"/>
              <a:gd name="connsiteY59" fmla="*/ 161807 h 414642"/>
              <a:gd name="connsiteX60" fmla="*/ 161988 w 607639"/>
              <a:gd name="connsiteY60" fmla="*/ 161807 h 414642"/>
              <a:gd name="connsiteX61" fmla="*/ 151927 w 607639"/>
              <a:gd name="connsiteY61" fmla="*/ 151761 h 414642"/>
              <a:gd name="connsiteX62" fmla="*/ 161988 w 607639"/>
              <a:gd name="connsiteY62" fmla="*/ 141625 h 414642"/>
              <a:gd name="connsiteX63" fmla="*/ 91146 w 607639"/>
              <a:gd name="connsiteY63" fmla="*/ 141625 h 414642"/>
              <a:gd name="connsiteX64" fmla="*/ 121467 w 607639"/>
              <a:gd name="connsiteY64" fmla="*/ 141625 h 414642"/>
              <a:gd name="connsiteX65" fmla="*/ 131604 w 607639"/>
              <a:gd name="connsiteY65" fmla="*/ 151761 h 414642"/>
              <a:gd name="connsiteX66" fmla="*/ 121467 w 607639"/>
              <a:gd name="connsiteY66" fmla="*/ 161807 h 414642"/>
              <a:gd name="connsiteX67" fmla="*/ 91146 w 607639"/>
              <a:gd name="connsiteY67" fmla="*/ 161807 h 414642"/>
              <a:gd name="connsiteX68" fmla="*/ 81009 w 607639"/>
              <a:gd name="connsiteY68" fmla="*/ 151761 h 414642"/>
              <a:gd name="connsiteX69" fmla="*/ 91146 w 607639"/>
              <a:gd name="connsiteY69" fmla="*/ 141625 h 414642"/>
              <a:gd name="connsiteX70" fmla="*/ 364566 w 607639"/>
              <a:gd name="connsiteY70" fmla="*/ 102176 h 414642"/>
              <a:gd name="connsiteX71" fmla="*/ 283573 w 607639"/>
              <a:gd name="connsiteY71" fmla="*/ 192194 h 414642"/>
              <a:gd name="connsiteX72" fmla="*/ 374712 w 607639"/>
              <a:gd name="connsiteY72" fmla="*/ 283188 h 414642"/>
              <a:gd name="connsiteX73" fmla="*/ 464783 w 607639"/>
              <a:gd name="connsiteY73" fmla="*/ 202235 h 414642"/>
              <a:gd name="connsiteX74" fmla="*/ 374712 w 607639"/>
              <a:gd name="connsiteY74" fmla="*/ 202235 h 414642"/>
              <a:gd name="connsiteX75" fmla="*/ 364566 w 607639"/>
              <a:gd name="connsiteY75" fmla="*/ 192194 h 414642"/>
              <a:gd name="connsiteX76" fmla="*/ 182270 w 607639"/>
              <a:gd name="connsiteY76" fmla="*/ 101191 h 414642"/>
              <a:gd name="connsiteX77" fmla="*/ 192432 w 607639"/>
              <a:gd name="connsiteY77" fmla="*/ 101191 h 414642"/>
              <a:gd name="connsiteX78" fmla="*/ 202593 w 607639"/>
              <a:gd name="connsiteY78" fmla="*/ 111238 h 414642"/>
              <a:gd name="connsiteX79" fmla="*/ 192432 w 607639"/>
              <a:gd name="connsiteY79" fmla="*/ 121373 h 414642"/>
              <a:gd name="connsiteX80" fmla="*/ 182270 w 607639"/>
              <a:gd name="connsiteY80" fmla="*/ 121373 h 414642"/>
              <a:gd name="connsiteX81" fmla="*/ 172109 w 607639"/>
              <a:gd name="connsiteY81" fmla="*/ 111238 h 414642"/>
              <a:gd name="connsiteX82" fmla="*/ 182270 w 607639"/>
              <a:gd name="connsiteY82" fmla="*/ 101191 h 414642"/>
              <a:gd name="connsiteX83" fmla="*/ 91153 w 607639"/>
              <a:gd name="connsiteY83" fmla="*/ 101191 h 414642"/>
              <a:gd name="connsiteX84" fmla="*/ 141783 w 607639"/>
              <a:gd name="connsiteY84" fmla="*/ 101191 h 414642"/>
              <a:gd name="connsiteX85" fmla="*/ 151927 w 607639"/>
              <a:gd name="connsiteY85" fmla="*/ 111238 h 414642"/>
              <a:gd name="connsiteX86" fmla="*/ 141783 w 607639"/>
              <a:gd name="connsiteY86" fmla="*/ 121373 h 414642"/>
              <a:gd name="connsiteX87" fmla="*/ 91153 w 607639"/>
              <a:gd name="connsiteY87" fmla="*/ 121373 h 414642"/>
              <a:gd name="connsiteX88" fmla="*/ 81009 w 607639"/>
              <a:gd name="connsiteY88" fmla="*/ 111238 h 414642"/>
              <a:gd name="connsiteX89" fmla="*/ 91153 w 607639"/>
              <a:gd name="connsiteY89" fmla="*/ 101191 h 414642"/>
              <a:gd name="connsiteX90" fmla="*/ 374712 w 607639"/>
              <a:gd name="connsiteY90" fmla="*/ 80938 h 414642"/>
              <a:gd name="connsiteX91" fmla="*/ 384858 w 607639"/>
              <a:gd name="connsiteY91" fmla="*/ 91068 h 414642"/>
              <a:gd name="connsiteX92" fmla="*/ 384858 w 607639"/>
              <a:gd name="connsiteY92" fmla="*/ 182063 h 414642"/>
              <a:gd name="connsiteX93" fmla="*/ 475998 w 607639"/>
              <a:gd name="connsiteY93" fmla="*/ 182063 h 414642"/>
              <a:gd name="connsiteX94" fmla="*/ 486055 w 607639"/>
              <a:gd name="connsiteY94" fmla="*/ 192194 h 414642"/>
              <a:gd name="connsiteX95" fmla="*/ 374712 w 607639"/>
              <a:gd name="connsiteY95" fmla="*/ 303360 h 414642"/>
              <a:gd name="connsiteX96" fmla="*/ 263280 w 607639"/>
              <a:gd name="connsiteY96" fmla="*/ 192194 h 414642"/>
              <a:gd name="connsiteX97" fmla="*/ 374712 w 607639"/>
              <a:gd name="connsiteY97" fmla="*/ 80938 h 414642"/>
              <a:gd name="connsiteX98" fmla="*/ 425343 w 607639"/>
              <a:gd name="connsiteY98" fmla="*/ 61744 h 414642"/>
              <a:gd name="connsiteX99" fmla="*/ 425343 w 607639"/>
              <a:gd name="connsiteY99" fmla="*/ 141635 h 414642"/>
              <a:gd name="connsiteX100" fmla="*/ 505373 w 607639"/>
              <a:gd name="connsiteY100" fmla="*/ 141635 h 414642"/>
              <a:gd name="connsiteX101" fmla="*/ 425343 w 607639"/>
              <a:gd name="connsiteY101" fmla="*/ 61744 h 414642"/>
              <a:gd name="connsiteX102" fmla="*/ 161988 w 607639"/>
              <a:gd name="connsiteY102" fmla="*/ 60757 h 414642"/>
              <a:gd name="connsiteX103" fmla="*/ 232948 w 607639"/>
              <a:gd name="connsiteY103" fmla="*/ 60757 h 414642"/>
              <a:gd name="connsiteX104" fmla="*/ 243098 w 607639"/>
              <a:gd name="connsiteY104" fmla="*/ 70804 h 414642"/>
              <a:gd name="connsiteX105" fmla="*/ 232948 w 607639"/>
              <a:gd name="connsiteY105" fmla="*/ 80939 h 414642"/>
              <a:gd name="connsiteX106" fmla="*/ 161988 w 607639"/>
              <a:gd name="connsiteY106" fmla="*/ 80939 h 414642"/>
              <a:gd name="connsiteX107" fmla="*/ 151927 w 607639"/>
              <a:gd name="connsiteY107" fmla="*/ 70804 h 414642"/>
              <a:gd name="connsiteX108" fmla="*/ 161988 w 607639"/>
              <a:gd name="connsiteY108" fmla="*/ 60757 h 414642"/>
              <a:gd name="connsiteX109" fmla="*/ 91146 w 607639"/>
              <a:gd name="connsiteY109" fmla="*/ 60757 h 414642"/>
              <a:gd name="connsiteX110" fmla="*/ 121467 w 607639"/>
              <a:gd name="connsiteY110" fmla="*/ 60757 h 414642"/>
              <a:gd name="connsiteX111" fmla="*/ 131604 w 607639"/>
              <a:gd name="connsiteY111" fmla="*/ 70804 h 414642"/>
              <a:gd name="connsiteX112" fmla="*/ 121467 w 607639"/>
              <a:gd name="connsiteY112" fmla="*/ 80939 h 414642"/>
              <a:gd name="connsiteX113" fmla="*/ 91146 w 607639"/>
              <a:gd name="connsiteY113" fmla="*/ 80939 h 414642"/>
              <a:gd name="connsiteX114" fmla="*/ 81009 w 607639"/>
              <a:gd name="connsiteY114" fmla="*/ 70804 h 414642"/>
              <a:gd name="connsiteX115" fmla="*/ 91146 w 607639"/>
              <a:gd name="connsiteY115" fmla="*/ 60757 h 414642"/>
              <a:gd name="connsiteX116" fmla="*/ 415194 w 607639"/>
              <a:gd name="connsiteY116" fmla="*/ 40505 h 414642"/>
              <a:gd name="connsiteX117" fmla="*/ 526560 w 607639"/>
              <a:gd name="connsiteY117" fmla="*/ 151765 h 414642"/>
              <a:gd name="connsiteX118" fmla="*/ 516501 w 607639"/>
              <a:gd name="connsiteY118" fmla="*/ 161807 h 414642"/>
              <a:gd name="connsiteX119" fmla="*/ 415194 w 607639"/>
              <a:gd name="connsiteY119" fmla="*/ 161807 h 414642"/>
              <a:gd name="connsiteX120" fmla="*/ 405046 w 607639"/>
              <a:gd name="connsiteY120" fmla="*/ 151765 h 414642"/>
              <a:gd name="connsiteX121" fmla="*/ 405046 w 607639"/>
              <a:gd name="connsiteY121" fmla="*/ 50636 h 414642"/>
              <a:gd name="connsiteX122" fmla="*/ 415194 w 607639"/>
              <a:gd name="connsiteY122" fmla="*/ 40505 h 414642"/>
              <a:gd name="connsiteX123" fmla="*/ 70848 w 607639"/>
              <a:gd name="connsiteY123" fmla="*/ 20177 h 414642"/>
              <a:gd name="connsiteX124" fmla="*/ 60791 w 607639"/>
              <a:gd name="connsiteY124" fmla="*/ 30309 h 414642"/>
              <a:gd name="connsiteX125" fmla="*/ 60791 w 607639"/>
              <a:gd name="connsiteY125" fmla="*/ 343802 h 414642"/>
              <a:gd name="connsiteX126" fmla="*/ 222780 w 607639"/>
              <a:gd name="connsiteY126" fmla="*/ 343802 h 414642"/>
              <a:gd name="connsiteX127" fmla="*/ 232927 w 607639"/>
              <a:gd name="connsiteY127" fmla="*/ 353935 h 414642"/>
              <a:gd name="connsiteX128" fmla="*/ 232927 w 607639"/>
              <a:gd name="connsiteY128" fmla="*/ 364067 h 414642"/>
              <a:gd name="connsiteX129" fmla="*/ 374712 w 607639"/>
              <a:gd name="connsiteY129" fmla="*/ 364067 h 414642"/>
              <a:gd name="connsiteX130" fmla="*/ 374712 w 607639"/>
              <a:gd name="connsiteY130" fmla="*/ 353935 h 414642"/>
              <a:gd name="connsiteX131" fmla="*/ 384859 w 607639"/>
              <a:gd name="connsiteY131" fmla="*/ 343802 h 414642"/>
              <a:gd name="connsiteX132" fmla="*/ 546848 w 607639"/>
              <a:gd name="connsiteY132" fmla="*/ 343802 h 414642"/>
              <a:gd name="connsiteX133" fmla="*/ 546848 w 607639"/>
              <a:gd name="connsiteY133" fmla="*/ 30309 h 414642"/>
              <a:gd name="connsiteX134" fmla="*/ 536702 w 607639"/>
              <a:gd name="connsiteY134" fmla="*/ 20177 h 414642"/>
              <a:gd name="connsiteX135" fmla="*/ 70848 w 607639"/>
              <a:gd name="connsiteY135" fmla="*/ 0 h 414642"/>
              <a:gd name="connsiteX136" fmla="*/ 536702 w 607639"/>
              <a:gd name="connsiteY136" fmla="*/ 0 h 414642"/>
              <a:gd name="connsiteX137" fmla="*/ 567142 w 607639"/>
              <a:gd name="connsiteY137" fmla="*/ 30309 h 414642"/>
              <a:gd name="connsiteX138" fmla="*/ 567142 w 607639"/>
              <a:gd name="connsiteY138" fmla="*/ 343802 h 414642"/>
              <a:gd name="connsiteX139" fmla="*/ 597492 w 607639"/>
              <a:gd name="connsiteY139" fmla="*/ 343802 h 414642"/>
              <a:gd name="connsiteX140" fmla="*/ 607639 w 607639"/>
              <a:gd name="connsiteY140" fmla="*/ 353935 h 414642"/>
              <a:gd name="connsiteX141" fmla="*/ 607639 w 607639"/>
              <a:gd name="connsiteY141" fmla="*/ 384244 h 414642"/>
              <a:gd name="connsiteX142" fmla="*/ 577199 w 607639"/>
              <a:gd name="connsiteY142" fmla="*/ 414642 h 414642"/>
              <a:gd name="connsiteX143" fmla="*/ 30351 w 607639"/>
              <a:gd name="connsiteY143" fmla="*/ 414642 h 414642"/>
              <a:gd name="connsiteX144" fmla="*/ 0 w 607639"/>
              <a:gd name="connsiteY144" fmla="*/ 384244 h 414642"/>
              <a:gd name="connsiteX145" fmla="*/ 0 w 607639"/>
              <a:gd name="connsiteY145" fmla="*/ 353935 h 414642"/>
              <a:gd name="connsiteX146" fmla="*/ 10147 w 607639"/>
              <a:gd name="connsiteY146" fmla="*/ 343802 h 414642"/>
              <a:gd name="connsiteX147" fmla="*/ 40497 w 607639"/>
              <a:gd name="connsiteY147" fmla="*/ 343802 h 414642"/>
              <a:gd name="connsiteX148" fmla="*/ 40497 w 607639"/>
              <a:gd name="connsiteY148" fmla="*/ 30309 h 414642"/>
              <a:gd name="connsiteX149" fmla="*/ 70848 w 607639"/>
              <a:gd name="connsiteY149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9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82270" y="262926"/>
                </a:moveTo>
                <a:lnTo>
                  <a:pt x="192432" y="262926"/>
                </a:lnTo>
                <a:cubicBezTo>
                  <a:pt x="198493" y="262926"/>
                  <a:pt x="202593" y="267012"/>
                  <a:pt x="202593" y="273052"/>
                </a:cubicBezTo>
                <a:cubicBezTo>
                  <a:pt x="202593" y="279092"/>
                  <a:pt x="198493" y="283178"/>
                  <a:pt x="192432" y="283178"/>
                </a:cubicBezTo>
                <a:lnTo>
                  <a:pt x="182270" y="283178"/>
                </a:lnTo>
                <a:cubicBezTo>
                  <a:pt x="176209" y="283178"/>
                  <a:pt x="172109" y="279092"/>
                  <a:pt x="172109" y="273052"/>
                </a:cubicBezTo>
                <a:cubicBezTo>
                  <a:pt x="172109" y="267012"/>
                  <a:pt x="176209" y="262926"/>
                  <a:pt x="182270" y="262926"/>
                </a:cubicBezTo>
                <a:close/>
                <a:moveTo>
                  <a:pt x="91153" y="262926"/>
                </a:moveTo>
                <a:lnTo>
                  <a:pt x="141783" y="262926"/>
                </a:lnTo>
                <a:cubicBezTo>
                  <a:pt x="147834" y="262926"/>
                  <a:pt x="151927" y="267012"/>
                  <a:pt x="151927" y="273052"/>
                </a:cubicBezTo>
                <a:cubicBezTo>
                  <a:pt x="151927" y="279092"/>
                  <a:pt x="147834" y="283178"/>
                  <a:pt x="141783" y="283178"/>
                </a:cubicBezTo>
                <a:lnTo>
                  <a:pt x="91153" y="283178"/>
                </a:lnTo>
                <a:cubicBezTo>
                  <a:pt x="85102" y="283178"/>
                  <a:pt x="81009" y="279092"/>
                  <a:pt x="81009" y="273052"/>
                </a:cubicBezTo>
                <a:cubicBezTo>
                  <a:pt x="81009" y="267012"/>
                  <a:pt x="85102" y="262926"/>
                  <a:pt x="91153" y="262926"/>
                </a:cubicBezTo>
                <a:close/>
                <a:moveTo>
                  <a:pt x="161988" y="222493"/>
                </a:moveTo>
                <a:lnTo>
                  <a:pt x="232948" y="222493"/>
                </a:lnTo>
                <a:cubicBezTo>
                  <a:pt x="239002" y="222493"/>
                  <a:pt x="243098" y="226579"/>
                  <a:pt x="243098" y="232619"/>
                </a:cubicBezTo>
                <a:cubicBezTo>
                  <a:pt x="243098" y="238659"/>
                  <a:pt x="239002" y="242745"/>
                  <a:pt x="232948" y="242745"/>
                </a:cubicBezTo>
                <a:lnTo>
                  <a:pt x="161988" y="242745"/>
                </a:lnTo>
                <a:cubicBezTo>
                  <a:pt x="155934" y="242745"/>
                  <a:pt x="151927" y="238659"/>
                  <a:pt x="151927" y="232619"/>
                </a:cubicBezTo>
                <a:cubicBezTo>
                  <a:pt x="151927" y="226579"/>
                  <a:pt x="155934" y="222493"/>
                  <a:pt x="161988" y="222493"/>
                </a:cubicBezTo>
                <a:close/>
                <a:moveTo>
                  <a:pt x="91146" y="222493"/>
                </a:moveTo>
                <a:lnTo>
                  <a:pt x="121467" y="222493"/>
                </a:lnTo>
                <a:cubicBezTo>
                  <a:pt x="127603" y="222493"/>
                  <a:pt x="131604" y="226579"/>
                  <a:pt x="131604" y="232619"/>
                </a:cubicBezTo>
                <a:cubicBezTo>
                  <a:pt x="131604" y="238659"/>
                  <a:pt x="127603" y="242745"/>
                  <a:pt x="121467" y="242745"/>
                </a:cubicBezTo>
                <a:lnTo>
                  <a:pt x="91146" y="242745"/>
                </a:lnTo>
                <a:cubicBezTo>
                  <a:pt x="85099" y="242745"/>
                  <a:pt x="81009" y="238659"/>
                  <a:pt x="81009" y="232619"/>
                </a:cubicBezTo>
                <a:cubicBezTo>
                  <a:pt x="81009" y="226579"/>
                  <a:pt x="85099" y="222493"/>
                  <a:pt x="91146" y="222493"/>
                </a:cubicBezTo>
                <a:close/>
                <a:moveTo>
                  <a:pt x="182270" y="182059"/>
                </a:moveTo>
                <a:lnTo>
                  <a:pt x="192432" y="182059"/>
                </a:lnTo>
                <a:cubicBezTo>
                  <a:pt x="198493" y="182059"/>
                  <a:pt x="202593" y="186060"/>
                  <a:pt x="202593" y="192195"/>
                </a:cubicBezTo>
                <a:cubicBezTo>
                  <a:pt x="202593" y="198240"/>
                  <a:pt x="198493" y="202241"/>
                  <a:pt x="192432" y="202241"/>
                </a:cubicBezTo>
                <a:lnTo>
                  <a:pt x="182270" y="202241"/>
                </a:lnTo>
                <a:cubicBezTo>
                  <a:pt x="176209" y="202241"/>
                  <a:pt x="172109" y="198240"/>
                  <a:pt x="172109" y="192195"/>
                </a:cubicBezTo>
                <a:cubicBezTo>
                  <a:pt x="172109" y="186060"/>
                  <a:pt x="176209" y="182059"/>
                  <a:pt x="182270" y="182059"/>
                </a:cubicBezTo>
                <a:close/>
                <a:moveTo>
                  <a:pt x="91153" y="182059"/>
                </a:moveTo>
                <a:lnTo>
                  <a:pt x="141783" y="182059"/>
                </a:lnTo>
                <a:cubicBezTo>
                  <a:pt x="147834" y="182059"/>
                  <a:pt x="151927" y="186060"/>
                  <a:pt x="151927" y="192195"/>
                </a:cubicBezTo>
                <a:cubicBezTo>
                  <a:pt x="151927" y="198240"/>
                  <a:pt x="147834" y="202241"/>
                  <a:pt x="141783" y="202241"/>
                </a:cubicBezTo>
                <a:lnTo>
                  <a:pt x="91153" y="202241"/>
                </a:lnTo>
                <a:cubicBezTo>
                  <a:pt x="85102" y="202241"/>
                  <a:pt x="81009" y="198240"/>
                  <a:pt x="81009" y="192195"/>
                </a:cubicBezTo>
                <a:cubicBezTo>
                  <a:pt x="81009" y="186060"/>
                  <a:pt x="85102" y="182059"/>
                  <a:pt x="91153" y="182059"/>
                </a:cubicBezTo>
                <a:close/>
                <a:moveTo>
                  <a:pt x="161988" y="141625"/>
                </a:moveTo>
                <a:lnTo>
                  <a:pt x="232948" y="141625"/>
                </a:lnTo>
                <a:cubicBezTo>
                  <a:pt x="239002" y="141625"/>
                  <a:pt x="243098" y="145626"/>
                  <a:pt x="243098" y="151761"/>
                </a:cubicBezTo>
                <a:cubicBezTo>
                  <a:pt x="243098" y="157806"/>
                  <a:pt x="239002" y="161807"/>
                  <a:pt x="232948" y="161807"/>
                </a:cubicBezTo>
                <a:lnTo>
                  <a:pt x="161988" y="161807"/>
                </a:lnTo>
                <a:cubicBezTo>
                  <a:pt x="155934" y="161807"/>
                  <a:pt x="151927" y="157806"/>
                  <a:pt x="151927" y="151761"/>
                </a:cubicBezTo>
                <a:cubicBezTo>
                  <a:pt x="151927" y="145626"/>
                  <a:pt x="155934" y="141625"/>
                  <a:pt x="161988" y="141625"/>
                </a:cubicBezTo>
                <a:close/>
                <a:moveTo>
                  <a:pt x="91146" y="141625"/>
                </a:moveTo>
                <a:lnTo>
                  <a:pt x="121467" y="141625"/>
                </a:lnTo>
                <a:cubicBezTo>
                  <a:pt x="127603" y="141625"/>
                  <a:pt x="131604" y="145626"/>
                  <a:pt x="131604" y="151761"/>
                </a:cubicBezTo>
                <a:cubicBezTo>
                  <a:pt x="131604" y="157806"/>
                  <a:pt x="127603" y="161807"/>
                  <a:pt x="121467" y="161807"/>
                </a:cubicBezTo>
                <a:lnTo>
                  <a:pt x="91146" y="161807"/>
                </a:lnTo>
                <a:cubicBezTo>
                  <a:pt x="85099" y="161807"/>
                  <a:pt x="81009" y="157806"/>
                  <a:pt x="81009" y="151761"/>
                </a:cubicBezTo>
                <a:cubicBezTo>
                  <a:pt x="81009" y="145626"/>
                  <a:pt x="85099" y="141625"/>
                  <a:pt x="91146" y="141625"/>
                </a:cubicBezTo>
                <a:close/>
                <a:moveTo>
                  <a:pt x="364566" y="102176"/>
                </a:moveTo>
                <a:cubicBezTo>
                  <a:pt x="318996" y="107241"/>
                  <a:pt x="283573" y="145630"/>
                  <a:pt x="283573" y="192194"/>
                </a:cubicBezTo>
                <a:cubicBezTo>
                  <a:pt x="283573" y="242756"/>
                  <a:pt x="324069" y="283188"/>
                  <a:pt x="374712" y="283188"/>
                </a:cubicBezTo>
                <a:cubicBezTo>
                  <a:pt x="421261" y="283188"/>
                  <a:pt x="459799" y="247732"/>
                  <a:pt x="464783" y="202235"/>
                </a:cubicBezTo>
                <a:lnTo>
                  <a:pt x="374712" y="202235"/>
                </a:lnTo>
                <a:cubicBezTo>
                  <a:pt x="368660" y="202235"/>
                  <a:pt x="364566" y="198236"/>
                  <a:pt x="364566" y="192194"/>
                </a:cubicBezTo>
                <a:close/>
                <a:moveTo>
                  <a:pt x="182270" y="101191"/>
                </a:moveTo>
                <a:lnTo>
                  <a:pt x="192432" y="101191"/>
                </a:lnTo>
                <a:cubicBezTo>
                  <a:pt x="198493" y="101191"/>
                  <a:pt x="202593" y="105192"/>
                  <a:pt x="202593" y="111238"/>
                </a:cubicBezTo>
                <a:cubicBezTo>
                  <a:pt x="202593" y="117372"/>
                  <a:pt x="198493" y="121373"/>
                  <a:pt x="192432" y="121373"/>
                </a:cubicBezTo>
                <a:lnTo>
                  <a:pt x="182270" y="121373"/>
                </a:lnTo>
                <a:cubicBezTo>
                  <a:pt x="176209" y="121373"/>
                  <a:pt x="172109" y="117372"/>
                  <a:pt x="172109" y="111238"/>
                </a:cubicBezTo>
                <a:cubicBezTo>
                  <a:pt x="172109" y="105192"/>
                  <a:pt x="176209" y="101191"/>
                  <a:pt x="182270" y="101191"/>
                </a:cubicBezTo>
                <a:close/>
                <a:moveTo>
                  <a:pt x="91153" y="101191"/>
                </a:moveTo>
                <a:lnTo>
                  <a:pt x="141783" y="101191"/>
                </a:lnTo>
                <a:cubicBezTo>
                  <a:pt x="147834" y="101191"/>
                  <a:pt x="151927" y="105192"/>
                  <a:pt x="151927" y="111238"/>
                </a:cubicBezTo>
                <a:cubicBezTo>
                  <a:pt x="151927" y="117372"/>
                  <a:pt x="147834" y="121373"/>
                  <a:pt x="141783" y="121373"/>
                </a:cubicBezTo>
                <a:lnTo>
                  <a:pt x="91153" y="121373"/>
                </a:lnTo>
                <a:cubicBezTo>
                  <a:pt x="85102" y="121373"/>
                  <a:pt x="81009" y="117372"/>
                  <a:pt x="81009" y="111238"/>
                </a:cubicBezTo>
                <a:cubicBezTo>
                  <a:pt x="81009" y="105192"/>
                  <a:pt x="85102" y="101191"/>
                  <a:pt x="91153" y="101191"/>
                </a:cubicBezTo>
                <a:close/>
                <a:moveTo>
                  <a:pt x="374712" y="80938"/>
                </a:moveTo>
                <a:cubicBezTo>
                  <a:pt x="380764" y="80938"/>
                  <a:pt x="384858" y="85026"/>
                  <a:pt x="384858" y="91068"/>
                </a:cubicBezTo>
                <a:lnTo>
                  <a:pt x="384858" y="182063"/>
                </a:lnTo>
                <a:lnTo>
                  <a:pt x="475998" y="182063"/>
                </a:lnTo>
                <a:cubicBezTo>
                  <a:pt x="482050" y="182063"/>
                  <a:pt x="486055" y="186062"/>
                  <a:pt x="486055" y="192194"/>
                </a:cubicBezTo>
                <a:cubicBezTo>
                  <a:pt x="486055" y="253864"/>
                  <a:pt x="436480" y="303360"/>
                  <a:pt x="374712" y="303360"/>
                </a:cubicBezTo>
                <a:cubicBezTo>
                  <a:pt x="312944" y="303360"/>
                  <a:pt x="263280" y="253864"/>
                  <a:pt x="263280" y="192194"/>
                </a:cubicBezTo>
                <a:cubicBezTo>
                  <a:pt x="263280" y="130523"/>
                  <a:pt x="312944" y="80938"/>
                  <a:pt x="374712" y="80938"/>
                </a:cubicBezTo>
                <a:close/>
                <a:moveTo>
                  <a:pt x="425343" y="61744"/>
                </a:moveTo>
                <a:lnTo>
                  <a:pt x="425343" y="141635"/>
                </a:lnTo>
                <a:lnTo>
                  <a:pt x="505373" y="141635"/>
                </a:lnTo>
                <a:cubicBezTo>
                  <a:pt x="500299" y="99157"/>
                  <a:pt x="466827" y="65743"/>
                  <a:pt x="425343" y="61744"/>
                </a:cubicBezTo>
                <a:close/>
                <a:moveTo>
                  <a:pt x="161988" y="60757"/>
                </a:moveTo>
                <a:lnTo>
                  <a:pt x="232948" y="60757"/>
                </a:lnTo>
                <a:cubicBezTo>
                  <a:pt x="239002" y="60757"/>
                  <a:pt x="243098" y="64758"/>
                  <a:pt x="243098" y="70804"/>
                </a:cubicBezTo>
                <a:cubicBezTo>
                  <a:pt x="243098" y="76938"/>
                  <a:pt x="239002" y="80939"/>
                  <a:pt x="232948" y="80939"/>
                </a:cubicBezTo>
                <a:lnTo>
                  <a:pt x="161988" y="80939"/>
                </a:lnTo>
                <a:cubicBezTo>
                  <a:pt x="155934" y="80939"/>
                  <a:pt x="151927" y="76938"/>
                  <a:pt x="151927" y="70804"/>
                </a:cubicBezTo>
                <a:cubicBezTo>
                  <a:pt x="151927" y="64758"/>
                  <a:pt x="155934" y="60757"/>
                  <a:pt x="161988" y="60757"/>
                </a:cubicBezTo>
                <a:close/>
                <a:moveTo>
                  <a:pt x="91146" y="60757"/>
                </a:moveTo>
                <a:lnTo>
                  <a:pt x="121467" y="60757"/>
                </a:lnTo>
                <a:cubicBezTo>
                  <a:pt x="127603" y="60757"/>
                  <a:pt x="131604" y="64758"/>
                  <a:pt x="131604" y="70804"/>
                </a:cubicBezTo>
                <a:cubicBezTo>
                  <a:pt x="131604" y="76938"/>
                  <a:pt x="127603" y="80939"/>
                  <a:pt x="121467" y="80939"/>
                </a:cubicBezTo>
                <a:lnTo>
                  <a:pt x="91146" y="80939"/>
                </a:lnTo>
                <a:cubicBezTo>
                  <a:pt x="85099" y="80939"/>
                  <a:pt x="81009" y="76938"/>
                  <a:pt x="81009" y="70804"/>
                </a:cubicBezTo>
                <a:cubicBezTo>
                  <a:pt x="81009" y="64758"/>
                  <a:pt x="85099" y="60757"/>
                  <a:pt x="91146" y="60757"/>
                </a:cubicBezTo>
                <a:close/>
                <a:moveTo>
                  <a:pt x="415194" y="40505"/>
                </a:moveTo>
                <a:cubicBezTo>
                  <a:pt x="476975" y="40505"/>
                  <a:pt x="526560" y="90092"/>
                  <a:pt x="526560" y="151765"/>
                </a:cubicBezTo>
                <a:cubicBezTo>
                  <a:pt x="526560" y="157808"/>
                  <a:pt x="522554" y="161807"/>
                  <a:pt x="516501" y="161807"/>
                </a:cubicBezTo>
                <a:lnTo>
                  <a:pt x="415194" y="161807"/>
                </a:lnTo>
                <a:cubicBezTo>
                  <a:pt x="409141" y="161807"/>
                  <a:pt x="405046" y="157808"/>
                  <a:pt x="405046" y="151765"/>
                </a:cubicBezTo>
                <a:lnTo>
                  <a:pt x="405046" y="50636"/>
                </a:lnTo>
                <a:cubicBezTo>
                  <a:pt x="405046" y="44593"/>
                  <a:pt x="409141" y="40505"/>
                  <a:pt x="415194" y="40505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1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1"/>
                  <a:pt x="378718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1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1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2" name="ïṡļídè">
            <a:extLst>
              <a:ext uri="{FF2B5EF4-FFF2-40B4-BE49-F238E27FC236}">
                <a16:creationId xmlns:a16="http://schemas.microsoft.com/office/drawing/2014/main" xmlns="" id="{9BCF4287-040F-4FD5-95B2-376D04E3A09E}"/>
              </a:ext>
            </a:extLst>
          </p:cNvPr>
          <p:cNvSpPr txBox="1"/>
          <p:nvPr/>
        </p:nvSpPr>
        <p:spPr>
          <a:xfrm>
            <a:off x="1912607" y="3830299"/>
            <a:ext cx="2100276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keyword</a:t>
            </a:r>
            <a:endParaRPr lang="zh-CN" altLang="en-US" sz="1400" b="1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xmlns="" id="{4FF5B06F-2AB8-4220-B643-606131C2E06C}"/>
              </a:ext>
            </a:extLst>
          </p:cNvPr>
          <p:cNvCxnSpPr>
            <a:cxnSpLocks/>
            <a:stCxn id="27" idx="6"/>
            <a:endCxn id="31" idx="2"/>
          </p:cNvCxnSpPr>
          <p:nvPr/>
        </p:nvCxnSpPr>
        <p:spPr>
          <a:xfrm>
            <a:off x="1912609" y="4352020"/>
            <a:ext cx="1971306" cy="0"/>
          </a:xfrm>
          <a:prstGeom prst="straightConnector1">
            <a:avLst/>
          </a:prstGeom>
          <a:ln w="3175" cap="rnd">
            <a:solidFill>
              <a:schemeClr val="accent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xmlns="" id="{E0D036B6-9593-4499-A2BE-302673B911DE}"/>
              </a:ext>
            </a:extLst>
          </p:cNvPr>
          <p:cNvCxnSpPr>
            <a:stCxn id="31" idx="6"/>
            <a:endCxn id="35" idx="2"/>
          </p:cNvCxnSpPr>
          <p:nvPr/>
        </p:nvCxnSpPr>
        <p:spPr>
          <a:xfrm>
            <a:off x="4773684" y="4352020"/>
            <a:ext cx="1971306" cy="0"/>
          </a:xfrm>
          <a:prstGeom prst="straightConnector1">
            <a:avLst/>
          </a:prstGeom>
          <a:ln w="3175" cap="rnd">
            <a:solidFill>
              <a:schemeClr val="accent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8">
            <a:extLst>
              <a:ext uri="{FF2B5EF4-FFF2-40B4-BE49-F238E27FC236}">
                <a16:creationId xmlns:a16="http://schemas.microsoft.com/office/drawing/2014/main" xmlns="" id="{D54DAC8A-74C5-4FAA-8095-1ADEC602650C}"/>
              </a:ext>
            </a:extLst>
          </p:cNvPr>
          <p:cNvCxnSpPr>
            <a:stCxn id="35" idx="6"/>
            <a:endCxn id="18" idx="4"/>
          </p:cNvCxnSpPr>
          <p:nvPr/>
        </p:nvCxnSpPr>
        <p:spPr>
          <a:xfrm flipV="1">
            <a:off x="7634759" y="3616603"/>
            <a:ext cx="1813542" cy="735417"/>
          </a:xfrm>
          <a:prstGeom prst="bentConnector2">
            <a:avLst/>
          </a:prstGeom>
          <a:ln w="3175" cap="rnd">
            <a:solidFill>
              <a:schemeClr val="accent3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9">
            <a:extLst>
              <a:ext uri="{FF2B5EF4-FFF2-40B4-BE49-F238E27FC236}">
                <a16:creationId xmlns:a16="http://schemas.microsoft.com/office/drawing/2014/main" xmlns="" id="{C2AAA3D3-679D-4AB1-B373-4A5D8E5CB861}"/>
              </a:ext>
            </a:extLst>
          </p:cNvPr>
          <p:cNvCxnSpPr>
            <a:stCxn id="35" idx="6"/>
            <a:endCxn id="20" idx="0"/>
          </p:cNvCxnSpPr>
          <p:nvPr/>
        </p:nvCxnSpPr>
        <p:spPr>
          <a:xfrm>
            <a:off x="7634759" y="4352020"/>
            <a:ext cx="1813542" cy="900051"/>
          </a:xfrm>
          <a:prstGeom prst="bentConnector2">
            <a:avLst/>
          </a:prstGeom>
          <a:ln w="3175" cap="rnd">
            <a:solidFill>
              <a:schemeClr val="accent3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ísľïḑê">
            <a:extLst>
              <a:ext uri="{FF2B5EF4-FFF2-40B4-BE49-F238E27FC236}">
                <a16:creationId xmlns:a16="http://schemas.microsoft.com/office/drawing/2014/main" xmlns="" id="{18CF0F06-0A0B-49B3-8689-4636CDADDD70}"/>
              </a:ext>
            </a:extLst>
          </p:cNvPr>
          <p:cNvSpPr/>
          <p:nvPr/>
        </p:nvSpPr>
        <p:spPr>
          <a:xfrm>
            <a:off x="1022840" y="3907135"/>
            <a:ext cx="889769" cy="889769"/>
          </a:xfrm>
          <a:prstGeom prst="ellipse">
            <a:avLst/>
          </a:prstGeom>
          <a:solidFill>
            <a:srgbClr val="1C50A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8" name="îšļîdè">
            <a:extLst>
              <a:ext uri="{FF2B5EF4-FFF2-40B4-BE49-F238E27FC236}">
                <a16:creationId xmlns:a16="http://schemas.microsoft.com/office/drawing/2014/main" xmlns="" id="{E547AE58-9F6F-4F58-9F07-F7C38360A7BB}"/>
              </a:ext>
            </a:extLst>
          </p:cNvPr>
          <p:cNvSpPr/>
          <p:nvPr/>
        </p:nvSpPr>
        <p:spPr bwMode="auto">
          <a:xfrm>
            <a:off x="1247946" y="4202047"/>
            <a:ext cx="439555" cy="299944"/>
          </a:xfrm>
          <a:custGeom>
            <a:avLst/>
            <a:gdLst>
              <a:gd name="connsiteX0" fmla="*/ 20293 w 607639"/>
              <a:gd name="connsiteY0" fmla="*/ 364062 h 414642"/>
              <a:gd name="connsiteX1" fmla="*/ 20293 w 607639"/>
              <a:gd name="connsiteY1" fmla="*/ 384241 h 414642"/>
              <a:gd name="connsiteX2" fmla="*/ 30351 w 607639"/>
              <a:gd name="connsiteY2" fmla="*/ 394374 h 414642"/>
              <a:gd name="connsiteX3" fmla="*/ 577199 w 607639"/>
              <a:gd name="connsiteY3" fmla="*/ 394374 h 414642"/>
              <a:gd name="connsiteX4" fmla="*/ 587346 w 607639"/>
              <a:gd name="connsiteY4" fmla="*/ 384241 h 414642"/>
              <a:gd name="connsiteX5" fmla="*/ 587346 w 607639"/>
              <a:gd name="connsiteY5" fmla="*/ 364062 h 414642"/>
              <a:gd name="connsiteX6" fmla="*/ 394917 w 607639"/>
              <a:gd name="connsiteY6" fmla="*/ 364062 h 414642"/>
              <a:gd name="connsiteX7" fmla="*/ 394917 w 607639"/>
              <a:gd name="connsiteY7" fmla="*/ 374196 h 414642"/>
              <a:gd name="connsiteX8" fmla="*/ 384859 w 607639"/>
              <a:gd name="connsiteY8" fmla="*/ 384241 h 414642"/>
              <a:gd name="connsiteX9" fmla="*/ 222780 w 607639"/>
              <a:gd name="connsiteY9" fmla="*/ 384241 h 414642"/>
              <a:gd name="connsiteX10" fmla="*/ 212634 w 607639"/>
              <a:gd name="connsiteY10" fmla="*/ 374196 h 414642"/>
              <a:gd name="connsiteX11" fmla="*/ 212634 w 607639"/>
              <a:gd name="connsiteY11" fmla="*/ 364062 h 414642"/>
              <a:gd name="connsiteX12" fmla="*/ 10146 w 607639"/>
              <a:gd name="connsiteY12" fmla="*/ 343794 h 414642"/>
              <a:gd name="connsiteX13" fmla="*/ 40505 w 607639"/>
              <a:gd name="connsiteY13" fmla="*/ 343794 h 414642"/>
              <a:gd name="connsiteX14" fmla="*/ 40505 w 607639"/>
              <a:gd name="connsiteY14" fmla="*/ 353920 h 414642"/>
              <a:gd name="connsiteX15" fmla="*/ 50652 w 607639"/>
              <a:gd name="connsiteY15" fmla="*/ 364052 h 414642"/>
              <a:gd name="connsiteX16" fmla="*/ 212637 w 607639"/>
              <a:gd name="connsiteY16" fmla="*/ 364052 h 414642"/>
              <a:gd name="connsiteX17" fmla="*/ 212637 w 607639"/>
              <a:gd name="connsiteY17" fmla="*/ 374185 h 414642"/>
              <a:gd name="connsiteX18" fmla="*/ 222783 w 607639"/>
              <a:gd name="connsiteY18" fmla="*/ 384228 h 414642"/>
              <a:gd name="connsiteX19" fmla="*/ 384857 w 607639"/>
              <a:gd name="connsiteY19" fmla="*/ 384228 h 414642"/>
              <a:gd name="connsiteX20" fmla="*/ 394915 w 607639"/>
              <a:gd name="connsiteY20" fmla="*/ 374185 h 414642"/>
              <a:gd name="connsiteX21" fmla="*/ 394915 w 607639"/>
              <a:gd name="connsiteY21" fmla="*/ 364052 h 414642"/>
              <a:gd name="connsiteX22" fmla="*/ 556989 w 607639"/>
              <a:gd name="connsiteY22" fmla="*/ 364052 h 414642"/>
              <a:gd name="connsiteX23" fmla="*/ 567135 w 607639"/>
              <a:gd name="connsiteY23" fmla="*/ 353920 h 414642"/>
              <a:gd name="connsiteX24" fmla="*/ 567135 w 607639"/>
              <a:gd name="connsiteY24" fmla="*/ 343794 h 414642"/>
              <a:gd name="connsiteX25" fmla="*/ 597493 w 607639"/>
              <a:gd name="connsiteY25" fmla="*/ 343794 h 414642"/>
              <a:gd name="connsiteX26" fmla="*/ 607639 w 607639"/>
              <a:gd name="connsiteY26" fmla="*/ 353928 h 414642"/>
              <a:gd name="connsiteX27" fmla="*/ 607639 w 607639"/>
              <a:gd name="connsiteY27" fmla="*/ 384241 h 414642"/>
              <a:gd name="connsiteX28" fmla="*/ 577199 w 607639"/>
              <a:gd name="connsiteY28" fmla="*/ 414642 h 414642"/>
              <a:gd name="connsiteX29" fmla="*/ 30351 w 607639"/>
              <a:gd name="connsiteY29" fmla="*/ 414642 h 414642"/>
              <a:gd name="connsiteX30" fmla="*/ 0 w 607639"/>
              <a:gd name="connsiteY30" fmla="*/ 384241 h 414642"/>
              <a:gd name="connsiteX31" fmla="*/ 0 w 607639"/>
              <a:gd name="connsiteY31" fmla="*/ 353928 h 414642"/>
              <a:gd name="connsiteX32" fmla="*/ 10146 w 607639"/>
              <a:gd name="connsiteY32" fmla="*/ 343794 h 414642"/>
              <a:gd name="connsiteX33" fmla="*/ 354415 w 607639"/>
              <a:gd name="connsiteY33" fmla="*/ 262926 h 414642"/>
              <a:gd name="connsiteX34" fmla="*/ 364541 w 607639"/>
              <a:gd name="connsiteY34" fmla="*/ 273063 h 414642"/>
              <a:gd name="connsiteX35" fmla="*/ 364541 w 607639"/>
              <a:gd name="connsiteY35" fmla="*/ 303384 h 414642"/>
              <a:gd name="connsiteX36" fmla="*/ 354415 w 607639"/>
              <a:gd name="connsiteY36" fmla="*/ 313521 h 414642"/>
              <a:gd name="connsiteX37" fmla="*/ 344289 w 607639"/>
              <a:gd name="connsiteY37" fmla="*/ 303384 h 414642"/>
              <a:gd name="connsiteX38" fmla="*/ 344289 w 607639"/>
              <a:gd name="connsiteY38" fmla="*/ 273063 h 414642"/>
              <a:gd name="connsiteX39" fmla="*/ 354415 w 607639"/>
              <a:gd name="connsiteY39" fmla="*/ 262926 h 414642"/>
              <a:gd name="connsiteX40" fmla="*/ 274426 w 607639"/>
              <a:gd name="connsiteY40" fmla="*/ 252429 h 414642"/>
              <a:gd name="connsiteX41" fmla="*/ 274426 w 607639"/>
              <a:gd name="connsiteY41" fmla="*/ 253836 h 414642"/>
              <a:gd name="connsiteX42" fmla="*/ 268732 w 607639"/>
              <a:gd name="connsiteY42" fmla="*/ 256281 h 414642"/>
              <a:gd name="connsiteX43" fmla="*/ 435415 w 607639"/>
              <a:gd name="connsiteY43" fmla="*/ 242745 h 414642"/>
              <a:gd name="connsiteX44" fmla="*/ 445550 w 607639"/>
              <a:gd name="connsiteY44" fmla="*/ 252793 h 414642"/>
              <a:gd name="connsiteX45" fmla="*/ 445550 w 607639"/>
              <a:gd name="connsiteY45" fmla="*/ 303386 h 414642"/>
              <a:gd name="connsiteX46" fmla="*/ 435415 w 607639"/>
              <a:gd name="connsiteY46" fmla="*/ 313522 h 414642"/>
              <a:gd name="connsiteX47" fmla="*/ 425368 w 607639"/>
              <a:gd name="connsiteY47" fmla="*/ 303386 h 414642"/>
              <a:gd name="connsiteX48" fmla="*/ 425368 w 607639"/>
              <a:gd name="connsiteY48" fmla="*/ 252793 h 414642"/>
              <a:gd name="connsiteX49" fmla="*/ 435415 w 607639"/>
              <a:gd name="connsiteY49" fmla="*/ 242745 h 414642"/>
              <a:gd name="connsiteX50" fmla="*/ 394911 w 607639"/>
              <a:gd name="connsiteY50" fmla="*/ 222493 h 414642"/>
              <a:gd name="connsiteX51" fmla="*/ 405046 w 607639"/>
              <a:gd name="connsiteY51" fmla="*/ 232627 h 414642"/>
              <a:gd name="connsiteX52" fmla="*/ 405046 w 607639"/>
              <a:gd name="connsiteY52" fmla="*/ 303388 h 414642"/>
              <a:gd name="connsiteX53" fmla="*/ 394911 w 607639"/>
              <a:gd name="connsiteY53" fmla="*/ 313522 h 414642"/>
              <a:gd name="connsiteX54" fmla="*/ 384864 w 607639"/>
              <a:gd name="connsiteY54" fmla="*/ 303388 h 414642"/>
              <a:gd name="connsiteX55" fmla="*/ 384864 w 607639"/>
              <a:gd name="connsiteY55" fmla="*/ 232627 h 414642"/>
              <a:gd name="connsiteX56" fmla="*/ 394911 w 607639"/>
              <a:gd name="connsiteY56" fmla="*/ 222493 h 414642"/>
              <a:gd name="connsiteX57" fmla="*/ 516514 w 607639"/>
              <a:gd name="connsiteY57" fmla="*/ 212331 h 414642"/>
              <a:gd name="connsiteX58" fmla="*/ 526560 w 607639"/>
              <a:gd name="connsiteY58" fmla="*/ 222468 h 414642"/>
              <a:gd name="connsiteX59" fmla="*/ 526560 w 607639"/>
              <a:gd name="connsiteY59" fmla="*/ 303385 h 414642"/>
              <a:gd name="connsiteX60" fmla="*/ 516514 w 607639"/>
              <a:gd name="connsiteY60" fmla="*/ 313522 h 414642"/>
              <a:gd name="connsiteX61" fmla="*/ 506378 w 607639"/>
              <a:gd name="connsiteY61" fmla="*/ 303385 h 414642"/>
              <a:gd name="connsiteX62" fmla="*/ 506378 w 607639"/>
              <a:gd name="connsiteY62" fmla="*/ 222468 h 414642"/>
              <a:gd name="connsiteX63" fmla="*/ 516514 w 607639"/>
              <a:gd name="connsiteY63" fmla="*/ 212331 h 414642"/>
              <a:gd name="connsiteX64" fmla="*/ 311213 w 607639"/>
              <a:gd name="connsiteY64" fmla="*/ 180188 h 414642"/>
              <a:gd name="connsiteX65" fmla="*/ 304717 w 607639"/>
              <a:gd name="connsiteY65" fmla="*/ 211903 h 414642"/>
              <a:gd name="connsiteX66" fmla="*/ 279633 w 607639"/>
              <a:gd name="connsiteY66" fmla="*/ 248906 h 414642"/>
              <a:gd name="connsiteX67" fmla="*/ 274426 w 607639"/>
              <a:gd name="connsiteY67" fmla="*/ 252429 h 414642"/>
              <a:gd name="connsiteX68" fmla="*/ 274426 w 607639"/>
              <a:gd name="connsiteY68" fmla="*/ 239622 h 414642"/>
              <a:gd name="connsiteX69" fmla="*/ 266991 w 607639"/>
              <a:gd name="connsiteY69" fmla="*/ 232204 h 414642"/>
              <a:gd name="connsiteX70" fmla="*/ 286105 w 607639"/>
              <a:gd name="connsiteY70" fmla="*/ 204050 h 414642"/>
              <a:gd name="connsiteX71" fmla="*/ 290618 w 607639"/>
              <a:gd name="connsiteY71" fmla="*/ 182059 h 414642"/>
              <a:gd name="connsiteX72" fmla="*/ 303796 w 607639"/>
              <a:gd name="connsiteY72" fmla="*/ 182059 h 414642"/>
              <a:gd name="connsiteX73" fmla="*/ 185290 w 607639"/>
              <a:gd name="connsiteY73" fmla="*/ 178985 h 414642"/>
              <a:gd name="connsiteX74" fmla="*/ 192421 w 607639"/>
              <a:gd name="connsiteY74" fmla="*/ 182059 h 414642"/>
              <a:gd name="connsiteX75" fmla="*/ 216731 w 607639"/>
              <a:gd name="connsiteY75" fmla="*/ 182059 h 414642"/>
              <a:gd name="connsiteX76" fmla="*/ 266991 w 607639"/>
              <a:gd name="connsiteY76" fmla="*/ 232204 h 414642"/>
              <a:gd name="connsiteX77" fmla="*/ 265358 w 607639"/>
              <a:gd name="connsiteY77" fmla="*/ 234609 h 414642"/>
              <a:gd name="connsiteX78" fmla="*/ 250836 w 607639"/>
              <a:gd name="connsiteY78" fmla="*/ 244426 h 414642"/>
              <a:gd name="connsiteX79" fmla="*/ 185290 w 607639"/>
              <a:gd name="connsiteY79" fmla="*/ 179031 h 414642"/>
              <a:gd name="connsiteX80" fmla="*/ 476009 w 607639"/>
              <a:gd name="connsiteY80" fmla="*/ 171897 h 414642"/>
              <a:gd name="connsiteX81" fmla="*/ 486055 w 607639"/>
              <a:gd name="connsiteY81" fmla="*/ 182032 h 414642"/>
              <a:gd name="connsiteX82" fmla="*/ 486055 w 607639"/>
              <a:gd name="connsiteY82" fmla="*/ 303387 h 414642"/>
              <a:gd name="connsiteX83" fmla="*/ 476009 w 607639"/>
              <a:gd name="connsiteY83" fmla="*/ 313522 h 414642"/>
              <a:gd name="connsiteX84" fmla="*/ 465873 w 607639"/>
              <a:gd name="connsiteY84" fmla="*/ 303387 h 414642"/>
              <a:gd name="connsiteX85" fmla="*/ 465873 w 607639"/>
              <a:gd name="connsiteY85" fmla="*/ 182032 h 414642"/>
              <a:gd name="connsiteX86" fmla="*/ 476009 w 607639"/>
              <a:gd name="connsiteY86" fmla="*/ 171897 h 414642"/>
              <a:gd name="connsiteX87" fmla="*/ 313921 w 607639"/>
              <a:gd name="connsiteY87" fmla="*/ 166965 h 414642"/>
              <a:gd name="connsiteX88" fmla="*/ 314925 w 607639"/>
              <a:gd name="connsiteY88" fmla="*/ 172904 h 414642"/>
              <a:gd name="connsiteX89" fmla="*/ 311898 w 607639"/>
              <a:gd name="connsiteY89" fmla="*/ 180015 h 414642"/>
              <a:gd name="connsiteX90" fmla="*/ 311213 w 607639"/>
              <a:gd name="connsiteY90" fmla="*/ 180188 h 414642"/>
              <a:gd name="connsiteX91" fmla="*/ 313685 w 607639"/>
              <a:gd name="connsiteY91" fmla="*/ 165567 h 414642"/>
              <a:gd name="connsiteX92" fmla="*/ 313946 w 607639"/>
              <a:gd name="connsiteY92" fmla="*/ 166842 h 414642"/>
              <a:gd name="connsiteX93" fmla="*/ 313921 w 607639"/>
              <a:gd name="connsiteY93" fmla="*/ 166965 h 414642"/>
              <a:gd name="connsiteX94" fmla="*/ 286557 w 607639"/>
              <a:gd name="connsiteY94" fmla="*/ 131875 h 414642"/>
              <a:gd name="connsiteX95" fmla="*/ 293736 w 607639"/>
              <a:gd name="connsiteY95" fmla="*/ 161794 h 414642"/>
              <a:gd name="connsiteX96" fmla="*/ 292704 w 607639"/>
              <a:gd name="connsiteY96" fmla="*/ 161794 h 414642"/>
              <a:gd name="connsiteX97" fmla="*/ 285987 w 607639"/>
              <a:gd name="connsiteY97" fmla="*/ 129499 h 414642"/>
              <a:gd name="connsiteX98" fmla="*/ 286105 w 607639"/>
              <a:gd name="connsiteY98" fmla="*/ 129672 h 414642"/>
              <a:gd name="connsiteX99" fmla="*/ 286557 w 607639"/>
              <a:gd name="connsiteY99" fmla="*/ 131875 h 414642"/>
              <a:gd name="connsiteX100" fmla="*/ 304744 w 607639"/>
              <a:gd name="connsiteY100" fmla="*/ 121927 h 414642"/>
              <a:gd name="connsiteX101" fmla="*/ 306857 w 607639"/>
              <a:gd name="connsiteY101" fmla="*/ 125153 h 414642"/>
              <a:gd name="connsiteX102" fmla="*/ 313685 w 607639"/>
              <a:gd name="connsiteY102" fmla="*/ 165567 h 414642"/>
              <a:gd name="connsiteX103" fmla="*/ 303006 w 607639"/>
              <a:gd name="connsiteY103" fmla="*/ 119273 h 414642"/>
              <a:gd name="connsiteX104" fmla="*/ 304717 w 607639"/>
              <a:gd name="connsiteY104" fmla="*/ 121796 h 414642"/>
              <a:gd name="connsiteX105" fmla="*/ 304744 w 607639"/>
              <a:gd name="connsiteY105" fmla="*/ 121927 h 414642"/>
              <a:gd name="connsiteX106" fmla="*/ 266335 w 607639"/>
              <a:gd name="connsiteY106" fmla="*/ 100547 h 414642"/>
              <a:gd name="connsiteX107" fmla="*/ 285579 w 607639"/>
              <a:gd name="connsiteY107" fmla="*/ 127797 h 414642"/>
              <a:gd name="connsiteX108" fmla="*/ 285987 w 607639"/>
              <a:gd name="connsiteY108" fmla="*/ 129499 h 414642"/>
              <a:gd name="connsiteX109" fmla="*/ 263955 w 607639"/>
              <a:gd name="connsiteY109" fmla="*/ 98160 h 414642"/>
              <a:gd name="connsiteX110" fmla="*/ 265358 w 607639"/>
              <a:gd name="connsiteY110" fmla="*/ 99109 h 414642"/>
              <a:gd name="connsiteX111" fmla="*/ 266335 w 607639"/>
              <a:gd name="connsiteY111" fmla="*/ 100547 h 414642"/>
              <a:gd name="connsiteX112" fmla="*/ 265336 w 607639"/>
              <a:gd name="connsiteY112" fmla="*/ 99133 h 414642"/>
              <a:gd name="connsiteX113" fmla="*/ 518470 w 607639"/>
              <a:gd name="connsiteY113" fmla="*/ 91029 h 414642"/>
              <a:gd name="connsiteX114" fmla="*/ 520515 w 607639"/>
              <a:gd name="connsiteY114" fmla="*/ 92007 h 414642"/>
              <a:gd name="connsiteX115" fmla="*/ 522559 w 607639"/>
              <a:gd name="connsiteY115" fmla="*/ 93074 h 414642"/>
              <a:gd name="connsiteX116" fmla="*/ 524604 w 607639"/>
              <a:gd name="connsiteY116" fmla="*/ 94052 h 414642"/>
              <a:gd name="connsiteX117" fmla="*/ 526560 w 607639"/>
              <a:gd name="connsiteY117" fmla="*/ 101165 h 414642"/>
              <a:gd name="connsiteX118" fmla="*/ 523537 w 607639"/>
              <a:gd name="connsiteY118" fmla="*/ 108188 h 414642"/>
              <a:gd name="connsiteX119" fmla="*/ 521581 w 607639"/>
              <a:gd name="connsiteY119" fmla="*/ 109255 h 414642"/>
              <a:gd name="connsiteX120" fmla="*/ 519537 w 607639"/>
              <a:gd name="connsiteY120" fmla="*/ 110233 h 414642"/>
              <a:gd name="connsiteX121" fmla="*/ 517492 w 607639"/>
              <a:gd name="connsiteY121" fmla="*/ 111211 h 414642"/>
              <a:gd name="connsiteX122" fmla="*/ 516514 w 607639"/>
              <a:gd name="connsiteY122" fmla="*/ 111211 h 414642"/>
              <a:gd name="connsiteX123" fmla="*/ 509401 w 607639"/>
              <a:gd name="connsiteY123" fmla="*/ 108188 h 414642"/>
              <a:gd name="connsiteX124" fmla="*/ 507356 w 607639"/>
              <a:gd name="connsiteY124" fmla="*/ 105165 h 414642"/>
              <a:gd name="connsiteX125" fmla="*/ 506378 w 607639"/>
              <a:gd name="connsiteY125" fmla="*/ 101165 h 414642"/>
              <a:gd name="connsiteX126" fmla="*/ 509401 w 607639"/>
              <a:gd name="connsiteY126" fmla="*/ 94052 h 414642"/>
              <a:gd name="connsiteX127" fmla="*/ 518470 w 607639"/>
              <a:gd name="connsiteY127" fmla="*/ 91029 h 414642"/>
              <a:gd name="connsiteX128" fmla="*/ 384846 w 607639"/>
              <a:gd name="connsiteY128" fmla="*/ 91029 h 414642"/>
              <a:gd name="connsiteX129" fmla="*/ 465819 w 607639"/>
              <a:gd name="connsiteY129" fmla="*/ 91029 h 414642"/>
              <a:gd name="connsiteX130" fmla="*/ 475963 w 607639"/>
              <a:gd name="connsiteY130" fmla="*/ 101165 h 414642"/>
              <a:gd name="connsiteX131" fmla="*/ 465819 w 607639"/>
              <a:gd name="connsiteY131" fmla="*/ 111211 h 414642"/>
              <a:gd name="connsiteX132" fmla="*/ 384846 w 607639"/>
              <a:gd name="connsiteY132" fmla="*/ 111211 h 414642"/>
              <a:gd name="connsiteX133" fmla="*/ 374702 w 607639"/>
              <a:gd name="connsiteY133" fmla="*/ 101165 h 414642"/>
              <a:gd name="connsiteX134" fmla="*/ 384846 w 607639"/>
              <a:gd name="connsiteY134" fmla="*/ 91029 h 414642"/>
              <a:gd name="connsiteX135" fmla="*/ 234861 w 607639"/>
              <a:gd name="connsiteY135" fmla="*/ 78470 h 414642"/>
              <a:gd name="connsiteX136" fmla="*/ 236624 w 607639"/>
              <a:gd name="connsiteY136" fmla="*/ 78890 h 414642"/>
              <a:gd name="connsiteX137" fmla="*/ 263955 w 607639"/>
              <a:gd name="connsiteY137" fmla="*/ 98160 h 414642"/>
              <a:gd name="connsiteX138" fmla="*/ 233277 w 607639"/>
              <a:gd name="connsiteY138" fmla="*/ 78093 h 414642"/>
              <a:gd name="connsiteX139" fmla="*/ 234749 w 607639"/>
              <a:gd name="connsiteY139" fmla="*/ 78395 h 414642"/>
              <a:gd name="connsiteX140" fmla="*/ 234861 w 607639"/>
              <a:gd name="connsiteY140" fmla="*/ 78470 h 414642"/>
              <a:gd name="connsiteX141" fmla="*/ 264684 w 607639"/>
              <a:gd name="connsiteY141" fmla="*/ 74721 h 414642"/>
              <a:gd name="connsiteX142" fmla="*/ 280560 w 607639"/>
              <a:gd name="connsiteY142" fmla="*/ 85001 h 414642"/>
              <a:gd name="connsiteX143" fmla="*/ 303006 w 607639"/>
              <a:gd name="connsiteY143" fmla="*/ 119273 h 414642"/>
              <a:gd name="connsiteX144" fmla="*/ 279633 w 607639"/>
              <a:gd name="connsiteY144" fmla="*/ 84823 h 414642"/>
              <a:gd name="connsiteX145" fmla="*/ 202570 w 607639"/>
              <a:gd name="connsiteY145" fmla="*/ 70780 h 414642"/>
              <a:gd name="connsiteX146" fmla="*/ 233277 w 607639"/>
              <a:gd name="connsiteY146" fmla="*/ 78093 h 414642"/>
              <a:gd name="connsiteX147" fmla="*/ 202570 w 607639"/>
              <a:gd name="connsiteY147" fmla="*/ 71804 h 414642"/>
              <a:gd name="connsiteX148" fmla="*/ 197522 w 607639"/>
              <a:gd name="connsiteY148" fmla="*/ 70770 h 414642"/>
              <a:gd name="connsiteX149" fmla="*/ 202570 w 607639"/>
              <a:gd name="connsiteY149" fmla="*/ 71804 h 414642"/>
              <a:gd name="connsiteX150" fmla="*/ 202570 w 607639"/>
              <a:gd name="connsiteY150" fmla="*/ 161794 h 414642"/>
              <a:gd name="connsiteX151" fmla="*/ 292704 w 607639"/>
              <a:gd name="connsiteY151" fmla="*/ 161794 h 414642"/>
              <a:gd name="connsiteX152" fmla="*/ 293741 w 607639"/>
              <a:gd name="connsiteY152" fmla="*/ 166842 h 414642"/>
              <a:gd name="connsiteX153" fmla="*/ 290618 w 607639"/>
              <a:gd name="connsiteY153" fmla="*/ 182059 h 414642"/>
              <a:gd name="connsiteX154" fmla="*/ 216731 w 607639"/>
              <a:gd name="connsiteY154" fmla="*/ 182059 h 414642"/>
              <a:gd name="connsiteX155" fmla="*/ 199449 w 607639"/>
              <a:gd name="connsiteY155" fmla="*/ 164816 h 414642"/>
              <a:gd name="connsiteX156" fmla="*/ 185290 w 607639"/>
              <a:gd name="connsiteY156" fmla="*/ 164816 h 414642"/>
              <a:gd name="connsiteX157" fmla="*/ 185290 w 607639"/>
              <a:gd name="connsiteY157" fmla="*/ 178985 h 414642"/>
              <a:gd name="connsiteX158" fmla="*/ 185076 w 607639"/>
              <a:gd name="connsiteY158" fmla="*/ 178893 h 414642"/>
              <a:gd name="connsiteX159" fmla="*/ 182271 w 607639"/>
              <a:gd name="connsiteY159" fmla="*/ 171927 h 414642"/>
              <a:gd name="connsiteX160" fmla="*/ 182271 w 607639"/>
              <a:gd name="connsiteY160" fmla="*/ 73890 h 414642"/>
              <a:gd name="connsiteX161" fmla="*/ 241194 w 607639"/>
              <a:gd name="connsiteY161" fmla="*/ 59511 h 414642"/>
              <a:gd name="connsiteX162" fmla="*/ 242600 w 607639"/>
              <a:gd name="connsiteY162" fmla="*/ 59798 h 414642"/>
              <a:gd name="connsiteX163" fmla="*/ 264684 w 607639"/>
              <a:gd name="connsiteY163" fmla="*/ 74721 h 414642"/>
              <a:gd name="connsiteX164" fmla="*/ 223078 w 607639"/>
              <a:gd name="connsiteY164" fmla="*/ 55812 h 414642"/>
              <a:gd name="connsiteX165" fmla="*/ 239895 w 607639"/>
              <a:gd name="connsiteY165" fmla="*/ 58670 h 414642"/>
              <a:gd name="connsiteX166" fmla="*/ 241194 w 607639"/>
              <a:gd name="connsiteY166" fmla="*/ 59511 h 414642"/>
              <a:gd name="connsiteX167" fmla="*/ 187739 w 607639"/>
              <a:gd name="connsiteY167" fmla="*/ 52590 h 414642"/>
              <a:gd name="connsiteX168" fmla="*/ 185298 w 607639"/>
              <a:gd name="connsiteY168" fmla="*/ 53626 h 414642"/>
              <a:gd name="connsiteX169" fmla="*/ 182271 w 607639"/>
              <a:gd name="connsiteY169" fmla="*/ 60736 h 414642"/>
              <a:gd name="connsiteX170" fmla="*/ 182271 w 607639"/>
              <a:gd name="connsiteY170" fmla="*/ 73890 h 414642"/>
              <a:gd name="connsiteX171" fmla="*/ 160258 w 607639"/>
              <a:gd name="connsiteY171" fmla="*/ 78395 h 414642"/>
              <a:gd name="connsiteX172" fmla="*/ 101303 w 607639"/>
              <a:gd name="connsiteY172" fmla="*/ 166842 h 414642"/>
              <a:gd name="connsiteX173" fmla="*/ 197522 w 607639"/>
              <a:gd name="connsiteY173" fmla="*/ 262915 h 414642"/>
              <a:gd name="connsiteX174" fmla="*/ 234749 w 607639"/>
              <a:gd name="connsiteY174" fmla="*/ 255302 h 414642"/>
              <a:gd name="connsiteX175" fmla="*/ 250836 w 607639"/>
              <a:gd name="connsiteY175" fmla="*/ 244426 h 414642"/>
              <a:gd name="connsiteX176" fmla="*/ 260268 w 607639"/>
              <a:gd name="connsiteY176" fmla="*/ 253836 h 414642"/>
              <a:gd name="connsiteX177" fmla="*/ 267391 w 607639"/>
              <a:gd name="connsiteY177" fmla="*/ 256857 h 414642"/>
              <a:gd name="connsiteX178" fmla="*/ 268732 w 607639"/>
              <a:gd name="connsiteY178" fmla="*/ 256281 h 414642"/>
              <a:gd name="connsiteX179" fmla="*/ 242600 w 607639"/>
              <a:gd name="connsiteY179" fmla="*/ 273962 h 414642"/>
              <a:gd name="connsiteX180" fmla="*/ 197522 w 607639"/>
              <a:gd name="connsiteY180" fmla="*/ 283178 h 414642"/>
              <a:gd name="connsiteX181" fmla="*/ 81009 w 607639"/>
              <a:gd name="connsiteY181" fmla="*/ 166842 h 414642"/>
              <a:gd name="connsiteX182" fmla="*/ 152393 w 607639"/>
              <a:gd name="connsiteY182" fmla="*/ 59798 h 414642"/>
              <a:gd name="connsiteX183" fmla="*/ 192421 w 607639"/>
              <a:gd name="connsiteY183" fmla="*/ 50604 h 414642"/>
              <a:gd name="connsiteX184" fmla="*/ 195181 w 607639"/>
              <a:gd name="connsiteY184" fmla="*/ 51073 h 414642"/>
              <a:gd name="connsiteX185" fmla="*/ 187739 w 607639"/>
              <a:gd name="connsiteY185" fmla="*/ 52590 h 414642"/>
              <a:gd name="connsiteX186" fmla="*/ 197522 w 607639"/>
              <a:gd name="connsiteY186" fmla="*/ 50595 h 414642"/>
              <a:gd name="connsiteX187" fmla="*/ 223078 w 607639"/>
              <a:gd name="connsiteY187" fmla="*/ 55812 h 414642"/>
              <a:gd name="connsiteX188" fmla="*/ 195181 w 607639"/>
              <a:gd name="connsiteY188" fmla="*/ 51073 h 414642"/>
              <a:gd name="connsiteX189" fmla="*/ 449651 w 607639"/>
              <a:gd name="connsiteY189" fmla="*/ 41472 h 414642"/>
              <a:gd name="connsiteX190" fmla="*/ 452682 w 607639"/>
              <a:gd name="connsiteY190" fmla="*/ 43516 h 414642"/>
              <a:gd name="connsiteX191" fmla="*/ 455712 w 607639"/>
              <a:gd name="connsiteY191" fmla="*/ 50626 h 414642"/>
              <a:gd name="connsiteX192" fmla="*/ 452682 w 607639"/>
              <a:gd name="connsiteY192" fmla="*/ 57647 h 414642"/>
              <a:gd name="connsiteX193" fmla="*/ 445551 w 607639"/>
              <a:gd name="connsiteY193" fmla="*/ 60757 h 414642"/>
              <a:gd name="connsiteX194" fmla="*/ 438509 w 607639"/>
              <a:gd name="connsiteY194" fmla="*/ 57647 h 414642"/>
              <a:gd name="connsiteX195" fmla="*/ 435389 w 607639"/>
              <a:gd name="connsiteY195" fmla="*/ 50626 h 414642"/>
              <a:gd name="connsiteX196" fmla="*/ 438509 w 607639"/>
              <a:gd name="connsiteY196" fmla="*/ 43516 h 414642"/>
              <a:gd name="connsiteX197" fmla="*/ 449651 w 607639"/>
              <a:gd name="connsiteY197" fmla="*/ 41472 h 414642"/>
              <a:gd name="connsiteX198" fmla="*/ 486030 w 607639"/>
              <a:gd name="connsiteY198" fmla="*/ 40505 h 414642"/>
              <a:gd name="connsiteX199" fmla="*/ 516494 w 607639"/>
              <a:gd name="connsiteY199" fmla="*/ 40505 h 414642"/>
              <a:gd name="connsiteX200" fmla="*/ 526559 w 607639"/>
              <a:gd name="connsiteY200" fmla="*/ 50631 h 414642"/>
              <a:gd name="connsiteX201" fmla="*/ 516494 w 607639"/>
              <a:gd name="connsiteY201" fmla="*/ 60757 h 414642"/>
              <a:gd name="connsiteX202" fmla="*/ 486030 w 607639"/>
              <a:gd name="connsiteY202" fmla="*/ 60757 h 414642"/>
              <a:gd name="connsiteX203" fmla="*/ 475964 w 607639"/>
              <a:gd name="connsiteY203" fmla="*/ 50631 h 414642"/>
              <a:gd name="connsiteX204" fmla="*/ 486030 w 607639"/>
              <a:gd name="connsiteY204" fmla="*/ 40505 h 414642"/>
              <a:gd name="connsiteX205" fmla="*/ 384851 w 607639"/>
              <a:gd name="connsiteY205" fmla="*/ 40505 h 414642"/>
              <a:gd name="connsiteX206" fmla="*/ 405059 w 607639"/>
              <a:gd name="connsiteY206" fmla="*/ 40505 h 414642"/>
              <a:gd name="connsiteX207" fmla="*/ 415207 w 607639"/>
              <a:gd name="connsiteY207" fmla="*/ 50631 h 414642"/>
              <a:gd name="connsiteX208" fmla="*/ 405059 w 607639"/>
              <a:gd name="connsiteY208" fmla="*/ 60757 h 414642"/>
              <a:gd name="connsiteX209" fmla="*/ 384851 w 607639"/>
              <a:gd name="connsiteY209" fmla="*/ 60757 h 414642"/>
              <a:gd name="connsiteX210" fmla="*/ 374702 w 607639"/>
              <a:gd name="connsiteY210" fmla="*/ 50631 h 414642"/>
              <a:gd name="connsiteX211" fmla="*/ 384851 w 607639"/>
              <a:gd name="connsiteY211" fmla="*/ 40505 h 414642"/>
              <a:gd name="connsiteX212" fmla="*/ 70855 w 607639"/>
              <a:gd name="connsiteY212" fmla="*/ 20176 h 414642"/>
              <a:gd name="connsiteX213" fmla="*/ 60798 w 607639"/>
              <a:gd name="connsiteY213" fmla="*/ 30308 h 414642"/>
              <a:gd name="connsiteX214" fmla="*/ 60798 w 607639"/>
              <a:gd name="connsiteY214" fmla="*/ 343788 h 414642"/>
              <a:gd name="connsiteX215" fmla="*/ 222783 w 607639"/>
              <a:gd name="connsiteY215" fmla="*/ 343788 h 414642"/>
              <a:gd name="connsiteX216" fmla="*/ 232929 w 607639"/>
              <a:gd name="connsiteY216" fmla="*/ 353920 h 414642"/>
              <a:gd name="connsiteX217" fmla="*/ 232929 w 607639"/>
              <a:gd name="connsiteY217" fmla="*/ 364052 h 414642"/>
              <a:gd name="connsiteX218" fmla="*/ 374711 w 607639"/>
              <a:gd name="connsiteY218" fmla="*/ 364052 h 414642"/>
              <a:gd name="connsiteX219" fmla="*/ 374711 w 607639"/>
              <a:gd name="connsiteY219" fmla="*/ 353920 h 414642"/>
              <a:gd name="connsiteX220" fmla="*/ 384857 w 607639"/>
              <a:gd name="connsiteY220" fmla="*/ 343788 h 414642"/>
              <a:gd name="connsiteX221" fmla="*/ 546843 w 607639"/>
              <a:gd name="connsiteY221" fmla="*/ 343788 h 414642"/>
              <a:gd name="connsiteX222" fmla="*/ 546843 w 607639"/>
              <a:gd name="connsiteY222" fmla="*/ 30308 h 414642"/>
              <a:gd name="connsiteX223" fmla="*/ 536696 w 607639"/>
              <a:gd name="connsiteY223" fmla="*/ 20176 h 414642"/>
              <a:gd name="connsiteX224" fmla="*/ 70855 w 607639"/>
              <a:gd name="connsiteY224" fmla="*/ 0 h 414642"/>
              <a:gd name="connsiteX225" fmla="*/ 536696 w 607639"/>
              <a:gd name="connsiteY225" fmla="*/ 0 h 414642"/>
              <a:gd name="connsiteX226" fmla="*/ 567135 w 607639"/>
              <a:gd name="connsiteY226" fmla="*/ 30308 h 414642"/>
              <a:gd name="connsiteX227" fmla="*/ 567135 w 607639"/>
              <a:gd name="connsiteY227" fmla="*/ 343794 h 414642"/>
              <a:gd name="connsiteX228" fmla="*/ 384859 w 607639"/>
              <a:gd name="connsiteY228" fmla="*/ 343794 h 414642"/>
              <a:gd name="connsiteX229" fmla="*/ 374712 w 607639"/>
              <a:gd name="connsiteY229" fmla="*/ 353928 h 414642"/>
              <a:gd name="connsiteX230" fmla="*/ 374712 w 607639"/>
              <a:gd name="connsiteY230" fmla="*/ 364062 h 414642"/>
              <a:gd name="connsiteX231" fmla="*/ 232927 w 607639"/>
              <a:gd name="connsiteY231" fmla="*/ 364062 h 414642"/>
              <a:gd name="connsiteX232" fmla="*/ 232927 w 607639"/>
              <a:gd name="connsiteY232" fmla="*/ 353928 h 414642"/>
              <a:gd name="connsiteX233" fmla="*/ 222780 w 607639"/>
              <a:gd name="connsiteY233" fmla="*/ 343794 h 414642"/>
              <a:gd name="connsiteX234" fmla="*/ 40505 w 607639"/>
              <a:gd name="connsiteY234" fmla="*/ 343794 h 414642"/>
              <a:gd name="connsiteX235" fmla="*/ 40505 w 607639"/>
              <a:gd name="connsiteY235" fmla="*/ 30308 h 414642"/>
              <a:gd name="connsiteX236" fmla="*/ 70855 w 607639"/>
              <a:gd name="connsiteY236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607639" h="414642">
                <a:moveTo>
                  <a:pt x="20293" y="364062"/>
                </a:moveTo>
                <a:lnTo>
                  <a:pt x="20293" y="384241"/>
                </a:lnTo>
                <a:cubicBezTo>
                  <a:pt x="20293" y="390374"/>
                  <a:pt x="24298" y="394374"/>
                  <a:pt x="30351" y="394374"/>
                </a:cubicBezTo>
                <a:lnTo>
                  <a:pt x="577199" y="394374"/>
                </a:lnTo>
                <a:cubicBezTo>
                  <a:pt x="583341" y="394374"/>
                  <a:pt x="587346" y="390374"/>
                  <a:pt x="587346" y="384241"/>
                </a:cubicBezTo>
                <a:lnTo>
                  <a:pt x="587346" y="364062"/>
                </a:lnTo>
                <a:lnTo>
                  <a:pt x="394917" y="364062"/>
                </a:lnTo>
                <a:lnTo>
                  <a:pt x="394917" y="374196"/>
                </a:lnTo>
                <a:cubicBezTo>
                  <a:pt x="394917" y="380240"/>
                  <a:pt x="390911" y="384241"/>
                  <a:pt x="384859" y="384241"/>
                </a:cubicBezTo>
                <a:lnTo>
                  <a:pt x="222780" y="384241"/>
                </a:lnTo>
                <a:cubicBezTo>
                  <a:pt x="216728" y="384241"/>
                  <a:pt x="212634" y="380240"/>
                  <a:pt x="212634" y="374196"/>
                </a:cubicBezTo>
                <a:lnTo>
                  <a:pt x="212634" y="364062"/>
                </a:lnTo>
                <a:close/>
                <a:moveTo>
                  <a:pt x="10146" y="343794"/>
                </a:moveTo>
                <a:lnTo>
                  <a:pt x="40505" y="343794"/>
                </a:lnTo>
                <a:lnTo>
                  <a:pt x="40505" y="353920"/>
                </a:lnTo>
                <a:cubicBezTo>
                  <a:pt x="40505" y="359964"/>
                  <a:pt x="44599" y="364052"/>
                  <a:pt x="50652" y="364052"/>
                </a:cubicBezTo>
                <a:lnTo>
                  <a:pt x="212637" y="364052"/>
                </a:lnTo>
                <a:lnTo>
                  <a:pt x="212637" y="374185"/>
                </a:lnTo>
                <a:cubicBezTo>
                  <a:pt x="212637" y="380229"/>
                  <a:pt x="216731" y="384228"/>
                  <a:pt x="222783" y="384228"/>
                </a:cubicBezTo>
                <a:lnTo>
                  <a:pt x="384857" y="384228"/>
                </a:lnTo>
                <a:cubicBezTo>
                  <a:pt x="390910" y="384228"/>
                  <a:pt x="394915" y="380229"/>
                  <a:pt x="394915" y="374185"/>
                </a:cubicBezTo>
                <a:lnTo>
                  <a:pt x="394915" y="364052"/>
                </a:lnTo>
                <a:lnTo>
                  <a:pt x="556989" y="364052"/>
                </a:lnTo>
                <a:cubicBezTo>
                  <a:pt x="563041" y="364052"/>
                  <a:pt x="567135" y="359964"/>
                  <a:pt x="567135" y="353920"/>
                </a:cubicBezTo>
                <a:lnTo>
                  <a:pt x="567135" y="343794"/>
                </a:lnTo>
                <a:lnTo>
                  <a:pt x="597493" y="343794"/>
                </a:lnTo>
                <a:cubicBezTo>
                  <a:pt x="603545" y="343794"/>
                  <a:pt x="607639" y="347883"/>
                  <a:pt x="607639" y="353928"/>
                </a:cubicBezTo>
                <a:lnTo>
                  <a:pt x="607639" y="384241"/>
                </a:lnTo>
                <a:cubicBezTo>
                  <a:pt x="607639" y="401486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6"/>
                  <a:pt x="0" y="384241"/>
                </a:cubicBezTo>
                <a:lnTo>
                  <a:pt x="0" y="353928"/>
                </a:lnTo>
                <a:cubicBezTo>
                  <a:pt x="0" y="347883"/>
                  <a:pt x="4094" y="343794"/>
                  <a:pt x="10146" y="343794"/>
                </a:cubicBezTo>
                <a:close/>
                <a:moveTo>
                  <a:pt x="354415" y="262926"/>
                </a:moveTo>
                <a:cubicBezTo>
                  <a:pt x="360455" y="262926"/>
                  <a:pt x="364541" y="267016"/>
                  <a:pt x="364541" y="273063"/>
                </a:cubicBezTo>
                <a:lnTo>
                  <a:pt x="364541" y="303384"/>
                </a:lnTo>
                <a:cubicBezTo>
                  <a:pt x="364541" y="309431"/>
                  <a:pt x="360455" y="313521"/>
                  <a:pt x="354415" y="313521"/>
                </a:cubicBezTo>
                <a:cubicBezTo>
                  <a:pt x="348375" y="313521"/>
                  <a:pt x="344289" y="309431"/>
                  <a:pt x="344289" y="303384"/>
                </a:cubicBezTo>
                <a:lnTo>
                  <a:pt x="344289" y="273063"/>
                </a:lnTo>
                <a:cubicBezTo>
                  <a:pt x="344289" y="267016"/>
                  <a:pt x="348375" y="262926"/>
                  <a:pt x="354415" y="262926"/>
                </a:cubicBezTo>
                <a:close/>
                <a:moveTo>
                  <a:pt x="274426" y="252429"/>
                </a:moveTo>
                <a:lnTo>
                  <a:pt x="274426" y="253836"/>
                </a:lnTo>
                <a:lnTo>
                  <a:pt x="268732" y="256281"/>
                </a:lnTo>
                <a:close/>
                <a:moveTo>
                  <a:pt x="435415" y="242745"/>
                </a:moveTo>
                <a:cubicBezTo>
                  <a:pt x="441549" y="242745"/>
                  <a:pt x="445550" y="246746"/>
                  <a:pt x="445550" y="252793"/>
                </a:cubicBezTo>
                <a:lnTo>
                  <a:pt x="445550" y="303386"/>
                </a:lnTo>
                <a:cubicBezTo>
                  <a:pt x="445550" y="309432"/>
                  <a:pt x="441549" y="313522"/>
                  <a:pt x="435415" y="313522"/>
                </a:cubicBezTo>
                <a:cubicBezTo>
                  <a:pt x="429369" y="313522"/>
                  <a:pt x="425368" y="309432"/>
                  <a:pt x="425368" y="303386"/>
                </a:cubicBezTo>
                <a:lnTo>
                  <a:pt x="425368" y="252793"/>
                </a:lnTo>
                <a:cubicBezTo>
                  <a:pt x="425368" y="246746"/>
                  <a:pt x="429369" y="242745"/>
                  <a:pt x="435415" y="242745"/>
                </a:cubicBezTo>
                <a:close/>
                <a:moveTo>
                  <a:pt x="394911" y="222493"/>
                </a:moveTo>
                <a:cubicBezTo>
                  <a:pt x="401045" y="222493"/>
                  <a:pt x="405046" y="226582"/>
                  <a:pt x="405046" y="232627"/>
                </a:cubicBezTo>
                <a:lnTo>
                  <a:pt x="405046" y="303388"/>
                </a:lnTo>
                <a:cubicBezTo>
                  <a:pt x="405046" y="309433"/>
                  <a:pt x="401045" y="313522"/>
                  <a:pt x="394911" y="313522"/>
                </a:cubicBezTo>
                <a:cubicBezTo>
                  <a:pt x="388865" y="313522"/>
                  <a:pt x="384864" y="309433"/>
                  <a:pt x="384864" y="303388"/>
                </a:cubicBezTo>
                <a:lnTo>
                  <a:pt x="384864" y="232627"/>
                </a:lnTo>
                <a:cubicBezTo>
                  <a:pt x="384864" y="226582"/>
                  <a:pt x="388865" y="222493"/>
                  <a:pt x="394911" y="222493"/>
                </a:cubicBezTo>
                <a:close/>
                <a:moveTo>
                  <a:pt x="516514" y="212331"/>
                </a:moveTo>
                <a:cubicBezTo>
                  <a:pt x="522559" y="212331"/>
                  <a:pt x="526560" y="216421"/>
                  <a:pt x="526560" y="222468"/>
                </a:cubicBezTo>
                <a:lnTo>
                  <a:pt x="526560" y="303385"/>
                </a:lnTo>
                <a:cubicBezTo>
                  <a:pt x="526560" y="309432"/>
                  <a:pt x="522559" y="313522"/>
                  <a:pt x="516514" y="313522"/>
                </a:cubicBezTo>
                <a:cubicBezTo>
                  <a:pt x="510379" y="313522"/>
                  <a:pt x="506378" y="309432"/>
                  <a:pt x="506378" y="303385"/>
                </a:cubicBezTo>
                <a:lnTo>
                  <a:pt x="506378" y="222468"/>
                </a:lnTo>
                <a:cubicBezTo>
                  <a:pt x="506378" y="216421"/>
                  <a:pt x="510379" y="212331"/>
                  <a:pt x="516514" y="212331"/>
                </a:cubicBezTo>
                <a:close/>
                <a:moveTo>
                  <a:pt x="311213" y="180188"/>
                </a:moveTo>
                <a:lnTo>
                  <a:pt x="304717" y="211903"/>
                </a:lnTo>
                <a:cubicBezTo>
                  <a:pt x="298781" y="225796"/>
                  <a:pt x="290203" y="238347"/>
                  <a:pt x="279633" y="248906"/>
                </a:cubicBezTo>
                <a:lnTo>
                  <a:pt x="274426" y="252429"/>
                </a:lnTo>
                <a:lnTo>
                  <a:pt x="274426" y="239622"/>
                </a:lnTo>
                <a:lnTo>
                  <a:pt x="266991" y="232204"/>
                </a:lnTo>
                <a:lnTo>
                  <a:pt x="286105" y="204050"/>
                </a:lnTo>
                <a:lnTo>
                  <a:pt x="290618" y="182059"/>
                </a:lnTo>
                <a:lnTo>
                  <a:pt x="303796" y="182059"/>
                </a:lnTo>
                <a:close/>
                <a:moveTo>
                  <a:pt x="185290" y="178985"/>
                </a:moveTo>
                <a:lnTo>
                  <a:pt x="192421" y="182059"/>
                </a:lnTo>
                <a:lnTo>
                  <a:pt x="216731" y="182059"/>
                </a:lnTo>
                <a:lnTo>
                  <a:pt x="266991" y="232204"/>
                </a:lnTo>
                <a:lnTo>
                  <a:pt x="265358" y="234609"/>
                </a:lnTo>
                <a:lnTo>
                  <a:pt x="250836" y="244426"/>
                </a:lnTo>
                <a:lnTo>
                  <a:pt x="185290" y="179031"/>
                </a:lnTo>
                <a:close/>
                <a:moveTo>
                  <a:pt x="476009" y="171897"/>
                </a:moveTo>
                <a:cubicBezTo>
                  <a:pt x="482054" y="171897"/>
                  <a:pt x="486055" y="175987"/>
                  <a:pt x="486055" y="182032"/>
                </a:cubicBezTo>
                <a:lnTo>
                  <a:pt x="486055" y="303387"/>
                </a:lnTo>
                <a:cubicBezTo>
                  <a:pt x="486055" y="309433"/>
                  <a:pt x="482054" y="313522"/>
                  <a:pt x="476009" y="313522"/>
                </a:cubicBezTo>
                <a:cubicBezTo>
                  <a:pt x="469874" y="313522"/>
                  <a:pt x="465873" y="309433"/>
                  <a:pt x="465873" y="303387"/>
                </a:cubicBezTo>
                <a:lnTo>
                  <a:pt x="465873" y="182032"/>
                </a:lnTo>
                <a:cubicBezTo>
                  <a:pt x="465873" y="175987"/>
                  <a:pt x="469874" y="171897"/>
                  <a:pt x="476009" y="171897"/>
                </a:cubicBezTo>
                <a:close/>
                <a:moveTo>
                  <a:pt x="313921" y="166965"/>
                </a:moveTo>
                <a:lnTo>
                  <a:pt x="314925" y="172904"/>
                </a:lnTo>
                <a:cubicBezTo>
                  <a:pt x="314925" y="176015"/>
                  <a:pt x="313946" y="177971"/>
                  <a:pt x="311898" y="180015"/>
                </a:cubicBezTo>
                <a:lnTo>
                  <a:pt x="311213" y="180188"/>
                </a:lnTo>
                <a:close/>
                <a:moveTo>
                  <a:pt x="313685" y="165567"/>
                </a:moveTo>
                <a:lnTo>
                  <a:pt x="313946" y="166842"/>
                </a:lnTo>
                <a:lnTo>
                  <a:pt x="313921" y="166965"/>
                </a:lnTo>
                <a:close/>
                <a:moveTo>
                  <a:pt x="286557" y="131875"/>
                </a:moveTo>
                <a:lnTo>
                  <a:pt x="293736" y="161794"/>
                </a:lnTo>
                <a:lnTo>
                  <a:pt x="292704" y="161794"/>
                </a:lnTo>
                <a:close/>
                <a:moveTo>
                  <a:pt x="285987" y="129499"/>
                </a:moveTo>
                <a:lnTo>
                  <a:pt x="286105" y="129672"/>
                </a:lnTo>
                <a:lnTo>
                  <a:pt x="286557" y="131875"/>
                </a:lnTo>
                <a:close/>
                <a:moveTo>
                  <a:pt x="304744" y="121927"/>
                </a:moveTo>
                <a:lnTo>
                  <a:pt x="306857" y="125153"/>
                </a:lnTo>
                <a:lnTo>
                  <a:pt x="313685" y="165567"/>
                </a:lnTo>
                <a:close/>
                <a:moveTo>
                  <a:pt x="303006" y="119273"/>
                </a:moveTo>
                <a:lnTo>
                  <a:pt x="304717" y="121796"/>
                </a:lnTo>
                <a:lnTo>
                  <a:pt x="304744" y="121927"/>
                </a:lnTo>
                <a:close/>
                <a:moveTo>
                  <a:pt x="266335" y="100547"/>
                </a:moveTo>
                <a:lnTo>
                  <a:pt x="285579" y="127797"/>
                </a:lnTo>
                <a:lnTo>
                  <a:pt x="285987" y="129499"/>
                </a:lnTo>
                <a:close/>
                <a:moveTo>
                  <a:pt x="263955" y="98160"/>
                </a:moveTo>
                <a:lnTo>
                  <a:pt x="265358" y="99109"/>
                </a:lnTo>
                <a:lnTo>
                  <a:pt x="266335" y="100547"/>
                </a:lnTo>
                <a:lnTo>
                  <a:pt x="265336" y="99133"/>
                </a:lnTo>
                <a:close/>
                <a:moveTo>
                  <a:pt x="518470" y="91029"/>
                </a:moveTo>
                <a:cubicBezTo>
                  <a:pt x="519537" y="91029"/>
                  <a:pt x="519537" y="91029"/>
                  <a:pt x="520515" y="92007"/>
                </a:cubicBezTo>
                <a:cubicBezTo>
                  <a:pt x="521581" y="92007"/>
                  <a:pt x="521581" y="93074"/>
                  <a:pt x="522559" y="93074"/>
                </a:cubicBezTo>
                <a:cubicBezTo>
                  <a:pt x="523537" y="93074"/>
                  <a:pt x="523537" y="94052"/>
                  <a:pt x="524604" y="94052"/>
                </a:cubicBezTo>
                <a:cubicBezTo>
                  <a:pt x="525582" y="96097"/>
                  <a:pt x="526560" y="98142"/>
                  <a:pt x="526560" y="101165"/>
                </a:cubicBezTo>
                <a:cubicBezTo>
                  <a:pt x="526560" y="104187"/>
                  <a:pt x="525582" y="106232"/>
                  <a:pt x="523537" y="108188"/>
                </a:cubicBezTo>
                <a:cubicBezTo>
                  <a:pt x="523537" y="108188"/>
                  <a:pt x="522559" y="109255"/>
                  <a:pt x="521581" y="109255"/>
                </a:cubicBezTo>
                <a:cubicBezTo>
                  <a:pt x="521581" y="109255"/>
                  <a:pt x="520515" y="110233"/>
                  <a:pt x="519537" y="110233"/>
                </a:cubicBezTo>
                <a:cubicBezTo>
                  <a:pt x="518470" y="110233"/>
                  <a:pt x="518470" y="110233"/>
                  <a:pt x="517492" y="111211"/>
                </a:cubicBezTo>
                <a:lnTo>
                  <a:pt x="516514" y="111211"/>
                </a:lnTo>
                <a:cubicBezTo>
                  <a:pt x="513491" y="111211"/>
                  <a:pt x="511446" y="110233"/>
                  <a:pt x="509401" y="108188"/>
                </a:cubicBezTo>
                <a:cubicBezTo>
                  <a:pt x="508423" y="107210"/>
                  <a:pt x="507356" y="106232"/>
                  <a:pt x="507356" y="105165"/>
                </a:cubicBezTo>
                <a:cubicBezTo>
                  <a:pt x="507356" y="104187"/>
                  <a:pt x="506378" y="103121"/>
                  <a:pt x="506378" y="101165"/>
                </a:cubicBezTo>
                <a:cubicBezTo>
                  <a:pt x="506378" y="98142"/>
                  <a:pt x="507356" y="96097"/>
                  <a:pt x="509401" y="94052"/>
                </a:cubicBezTo>
                <a:cubicBezTo>
                  <a:pt x="511446" y="92007"/>
                  <a:pt x="515447" y="91029"/>
                  <a:pt x="518470" y="91029"/>
                </a:cubicBezTo>
                <a:close/>
                <a:moveTo>
                  <a:pt x="384846" y="91029"/>
                </a:moveTo>
                <a:lnTo>
                  <a:pt x="465819" y="91029"/>
                </a:lnTo>
                <a:cubicBezTo>
                  <a:pt x="471870" y="91029"/>
                  <a:pt x="475963" y="95030"/>
                  <a:pt x="475963" y="101165"/>
                </a:cubicBezTo>
                <a:cubicBezTo>
                  <a:pt x="475963" y="107210"/>
                  <a:pt x="471870" y="111211"/>
                  <a:pt x="465819" y="111211"/>
                </a:cubicBezTo>
                <a:lnTo>
                  <a:pt x="384846" y="111211"/>
                </a:lnTo>
                <a:cubicBezTo>
                  <a:pt x="378706" y="111211"/>
                  <a:pt x="374702" y="107210"/>
                  <a:pt x="374702" y="101165"/>
                </a:cubicBezTo>
                <a:cubicBezTo>
                  <a:pt x="374702" y="95030"/>
                  <a:pt x="378706" y="91029"/>
                  <a:pt x="384846" y="91029"/>
                </a:cubicBezTo>
                <a:close/>
                <a:moveTo>
                  <a:pt x="234861" y="78470"/>
                </a:moveTo>
                <a:lnTo>
                  <a:pt x="236624" y="78890"/>
                </a:lnTo>
                <a:lnTo>
                  <a:pt x="263955" y="98160"/>
                </a:lnTo>
                <a:close/>
                <a:moveTo>
                  <a:pt x="233277" y="78093"/>
                </a:moveTo>
                <a:lnTo>
                  <a:pt x="234749" y="78395"/>
                </a:lnTo>
                <a:lnTo>
                  <a:pt x="234861" y="78470"/>
                </a:lnTo>
                <a:close/>
                <a:moveTo>
                  <a:pt x="264684" y="74721"/>
                </a:moveTo>
                <a:lnTo>
                  <a:pt x="280560" y="85001"/>
                </a:lnTo>
                <a:lnTo>
                  <a:pt x="303006" y="119273"/>
                </a:lnTo>
                <a:lnTo>
                  <a:pt x="279633" y="84823"/>
                </a:lnTo>
                <a:close/>
                <a:moveTo>
                  <a:pt x="202570" y="70780"/>
                </a:moveTo>
                <a:lnTo>
                  <a:pt x="233277" y="78093"/>
                </a:lnTo>
                <a:lnTo>
                  <a:pt x="202570" y="71804"/>
                </a:lnTo>
                <a:close/>
                <a:moveTo>
                  <a:pt x="197522" y="70770"/>
                </a:moveTo>
                <a:lnTo>
                  <a:pt x="202570" y="71804"/>
                </a:lnTo>
                <a:lnTo>
                  <a:pt x="202570" y="161794"/>
                </a:lnTo>
                <a:lnTo>
                  <a:pt x="292704" y="161794"/>
                </a:lnTo>
                <a:lnTo>
                  <a:pt x="293741" y="166842"/>
                </a:lnTo>
                <a:lnTo>
                  <a:pt x="290618" y="182059"/>
                </a:lnTo>
                <a:lnTo>
                  <a:pt x="216731" y="182059"/>
                </a:lnTo>
                <a:lnTo>
                  <a:pt x="199449" y="164816"/>
                </a:lnTo>
                <a:cubicBezTo>
                  <a:pt x="195442" y="160818"/>
                  <a:pt x="189386" y="160818"/>
                  <a:pt x="185290" y="164816"/>
                </a:cubicBezTo>
                <a:lnTo>
                  <a:pt x="185290" y="178985"/>
                </a:lnTo>
                <a:lnTo>
                  <a:pt x="185076" y="178893"/>
                </a:lnTo>
                <a:cubicBezTo>
                  <a:pt x="183295" y="176993"/>
                  <a:pt x="182271" y="174460"/>
                  <a:pt x="182271" y="171927"/>
                </a:cubicBezTo>
                <a:lnTo>
                  <a:pt x="182271" y="73890"/>
                </a:lnTo>
                <a:close/>
                <a:moveTo>
                  <a:pt x="241194" y="59511"/>
                </a:moveTo>
                <a:lnTo>
                  <a:pt x="242600" y="59798"/>
                </a:lnTo>
                <a:lnTo>
                  <a:pt x="264684" y="74721"/>
                </a:lnTo>
                <a:close/>
                <a:moveTo>
                  <a:pt x="223078" y="55812"/>
                </a:moveTo>
                <a:lnTo>
                  <a:pt x="239895" y="58670"/>
                </a:lnTo>
                <a:lnTo>
                  <a:pt x="241194" y="59511"/>
                </a:lnTo>
                <a:close/>
                <a:moveTo>
                  <a:pt x="187739" y="52590"/>
                </a:moveTo>
                <a:lnTo>
                  <a:pt x="185298" y="53626"/>
                </a:lnTo>
                <a:cubicBezTo>
                  <a:pt x="183251" y="55670"/>
                  <a:pt x="182271" y="57625"/>
                  <a:pt x="182271" y="60736"/>
                </a:cubicBezTo>
                <a:lnTo>
                  <a:pt x="182271" y="73890"/>
                </a:lnTo>
                <a:lnTo>
                  <a:pt x="160258" y="78395"/>
                </a:lnTo>
                <a:cubicBezTo>
                  <a:pt x="125786" y="93105"/>
                  <a:pt x="101303" y="127449"/>
                  <a:pt x="101303" y="166842"/>
                </a:cubicBezTo>
                <a:cubicBezTo>
                  <a:pt x="101303" y="219456"/>
                  <a:pt x="144829" y="262915"/>
                  <a:pt x="197522" y="262915"/>
                </a:cubicBezTo>
                <a:cubicBezTo>
                  <a:pt x="210673" y="262915"/>
                  <a:pt x="223263" y="260199"/>
                  <a:pt x="234749" y="255302"/>
                </a:cubicBezTo>
                <a:lnTo>
                  <a:pt x="250836" y="244426"/>
                </a:lnTo>
                <a:lnTo>
                  <a:pt x="260268" y="253836"/>
                </a:lnTo>
                <a:cubicBezTo>
                  <a:pt x="262316" y="255791"/>
                  <a:pt x="264364" y="256857"/>
                  <a:pt x="267391" y="256857"/>
                </a:cubicBezTo>
                <a:lnTo>
                  <a:pt x="268732" y="256281"/>
                </a:lnTo>
                <a:lnTo>
                  <a:pt x="242600" y="273962"/>
                </a:lnTo>
                <a:cubicBezTo>
                  <a:pt x="228698" y="279890"/>
                  <a:pt x="213455" y="283178"/>
                  <a:pt x="197522" y="283178"/>
                </a:cubicBezTo>
                <a:cubicBezTo>
                  <a:pt x="133703" y="283178"/>
                  <a:pt x="81009" y="230565"/>
                  <a:pt x="81009" y="166842"/>
                </a:cubicBezTo>
                <a:cubicBezTo>
                  <a:pt x="81009" y="119050"/>
                  <a:pt x="110649" y="77557"/>
                  <a:pt x="152393" y="59798"/>
                </a:cubicBezTo>
                <a:close/>
                <a:moveTo>
                  <a:pt x="192421" y="50604"/>
                </a:moveTo>
                <a:lnTo>
                  <a:pt x="195181" y="51073"/>
                </a:lnTo>
                <a:lnTo>
                  <a:pt x="187739" y="52590"/>
                </a:lnTo>
                <a:close/>
                <a:moveTo>
                  <a:pt x="197522" y="50595"/>
                </a:moveTo>
                <a:lnTo>
                  <a:pt x="223078" y="55812"/>
                </a:lnTo>
                <a:lnTo>
                  <a:pt x="195181" y="51073"/>
                </a:lnTo>
                <a:close/>
                <a:moveTo>
                  <a:pt x="449651" y="41472"/>
                </a:moveTo>
                <a:cubicBezTo>
                  <a:pt x="450631" y="42539"/>
                  <a:pt x="451612" y="42539"/>
                  <a:pt x="452682" y="43516"/>
                </a:cubicBezTo>
                <a:cubicBezTo>
                  <a:pt x="454732" y="45560"/>
                  <a:pt x="455712" y="47604"/>
                  <a:pt x="455712" y="50626"/>
                </a:cubicBezTo>
                <a:cubicBezTo>
                  <a:pt x="455712" y="53648"/>
                  <a:pt x="454732" y="55692"/>
                  <a:pt x="452682" y="57647"/>
                </a:cubicBezTo>
                <a:cubicBezTo>
                  <a:pt x="450631" y="59691"/>
                  <a:pt x="448581" y="60757"/>
                  <a:pt x="445551" y="60757"/>
                </a:cubicBezTo>
                <a:cubicBezTo>
                  <a:pt x="442520" y="60757"/>
                  <a:pt x="440470" y="59691"/>
                  <a:pt x="438509" y="57647"/>
                </a:cubicBezTo>
                <a:cubicBezTo>
                  <a:pt x="436459" y="55692"/>
                  <a:pt x="435389" y="53648"/>
                  <a:pt x="435389" y="50626"/>
                </a:cubicBezTo>
                <a:cubicBezTo>
                  <a:pt x="435389" y="47604"/>
                  <a:pt x="436459" y="45560"/>
                  <a:pt x="438509" y="43516"/>
                </a:cubicBezTo>
                <a:cubicBezTo>
                  <a:pt x="441540" y="40495"/>
                  <a:pt x="445551" y="39517"/>
                  <a:pt x="449651" y="41472"/>
                </a:cubicBezTo>
                <a:close/>
                <a:moveTo>
                  <a:pt x="486030" y="40505"/>
                </a:moveTo>
                <a:lnTo>
                  <a:pt x="516494" y="40505"/>
                </a:lnTo>
                <a:cubicBezTo>
                  <a:pt x="522551" y="40505"/>
                  <a:pt x="526559" y="44591"/>
                  <a:pt x="526559" y="50631"/>
                </a:cubicBezTo>
                <a:cubicBezTo>
                  <a:pt x="526559" y="56671"/>
                  <a:pt x="522551" y="60757"/>
                  <a:pt x="516494" y="60757"/>
                </a:cubicBezTo>
                <a:lnTo>
                  <a:pt x="486030" y="60757"/>
                </a:lnTo>
                <a:cubicBezTo>
                  <a:pt x="479973" y="60757"/>
                  <a:pt x="475964" y="56671"/>
                  <a:pt x="475964" y="50631"/>
                </a:cubicBezTo>
                <a:cubicBezTo>
                  <a:pt x="475964" y="44591"/>
                  <a:pt x="479973" y="40505"/>
                  <a:pt x="486030" y="40505"/>
                </a:cubicBezTo>
                <a:close/>
                <a:moveTo>
                  <a:pt x="384851" y="40505"/>
                </a:moveTo>
                <a:lnTo>
                  <a:pt x="405059" y="40505"/>
                </a:lnTo>
                <a:cubicBezTo>
                  <a:pt x="411112" y="40505"/>
                  <a:pt x="415207" y="44591"/>
                  <a:pt x="415207" y="50631"/>
                </a:cubicBezTo>
                <a:cubicBezTo>
                  <a:pt x="415207" y="56671"/>
                  <a:pt x="411112" y="60757"/>
                  <a:pt x="405059" y="60757"/>
                </a:cubicBezTo>
                <a:lnTo>
                  <a:pt x="384851" y="60757"/>
                </a:lnTo>
                <a:cubicBezTo>
                  <a:pt x="378708" y="60757"/>
                  <a:pt x="374702" y="56671"/>
                  <a:pt x="374702" y="50631"/>
                </a:cubicBezTo>
                <a:cubicBezTo>
                  <a:pt x="374702" y="44591"/>
                  <a:pt x="378708" y="40505"/>
                  <a:pt x="384851" y="40505"/>
                </a:cubicBezTo>
                <a:close/>
                <a:moveTo>
                  <a:pt x="70855" y="20176"/>
                </a:moveTo>
                <a:cubicBezTo>
                  <a:pt x="64803" y="20176"/>
                  <a:pt x="60798" y="24264"/>
                  <a:pt x="60798" y="30308"/>
                </a:cubicBezTo>
                <a:lnTo>
                  <a:pt x="60798" y="343788"/>
                </a:lnTo>
                <a:lnTo>
                  <a:pt x="222783" y="343788"/>
                </a:lnTo>
                <a:cubicBezTo>
                  <a:pt x="228835" y="343788"/>
                  <a:pt x="232929" y="347876"/>
                  <a:pt x="232929" y="353920"/>
                </a:cubicBezTo>
                <a:lnTo>
                  <a:pt x="232929" y="364052"/>
                </a:lnTo>
                <a:lnTo>
                  <a:pt x="374711" y="364052"/>
                </a:lnTo>
                <a:lnTo>
                  <a:pt x="374711" y="353920"/>
                </a:lnTo>
                <a:cubicBezTo>
                  <a:pt x="374711" y="347876"/>
                  <a:pt x="378716" y="343788"/>
                  <a:pt x="384857" y="343788"/>
                </a:cubicBezTo>
                <a:lnTo>
                  <a:pt x="546843" y="343788"/>
                </a:lnTo>
                <a:lnTo>
                  <a:pt x="546843" y="30308"/>
                </a:lnTo>
                <a:cubicBezTo>
                  <a:pt x="546843" y="24264"/>
                  <a:pt x="542748" y="20176"/>
                  <a:pt x="536696" y="20176"/>
                </a:cubicBezTo>
                <a:close/>
                <a:moveTo>
                  <a:pt x="70855" y="0"/>
                </a:moveTo>
                <a:lnTo>
                  <a:pt x="536696" y="0"/>
                </a:lnTo>
                <a:cubicBezTo>
                  <a:pt x="553963" y="0"/>
                  <a:pt x="567135" y="13154"/>
                  <a:pt x="567135" y="30308"/>
                </a:cubicBezTo>
                <a:lnTo>
                  <a:pt x="567135" y="343794"/>
                </a:lnTo>
                <a:lnTo>
                  <a:pt x="384859" y="343794"/>
                </a:lnTo>
                <a:cubicBezTo>
                  <a:pt x="378718" y="343794"/>
                  <a:pt x="374712" y="347883"/>
                  <a:pt x="374712" y="353928"/>
                </a:cubicBezTo>
                <a:lnTo>
                  <a:pt x="374712" y="364062"/>
                </a:lnTo>
                <a:lnTo>
                  <a:pt x="232927" y="364062"/>
                </a:lnTo>
                <a:lnTo>
                  <a:pt x="232927" y="353928"/>
                </a:lnTo>
                <a:cubicBezTo>
                  <a:pt x="232927" y="347883"/>
                  <a:pt x="228833" y="343794"/>
                  <a:pt x="222780" y="343794"/>
                </a:cubicBezTo>
                <a:lnTo>
                  <a:pt x="40505" y="343794"/>
                </a:lnTo>
                <a:lnTo>
                  <a:pt x="40505" y="30308"/>
                </a:lnTo>
                <a:cubicBezTo>
                  <a:pt x="40505" y="13154"/>
                  <a:pt x="53678" y="0"/>
                  <a:pt x="708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ïsḻídê">
            <a:extLst>
              <a:ext uri="{FF2B5EF4-FFF2-40B4-BE49-F238E27FC236}">
                <a16:creationId xmlns:a16="http://schemas.microsoft.com/office/drawing/2014/main" xmlns="" id="{AE0D96ED-CA3F-4AC3-B428-F2A150AB1EB2}"/>
              </a:ext>
            </a:extLst>
          </p:cNvPr>
          <p:cNvSpPr/>
          <p:nvPr/>
        </p:nvSpPr>
        <p:spPr bwMode="auto">
          <a:xfrm>
            <a:off x="669925" y="5355066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</p:txBody>
      </p:sp>
      <p:sp>
        <p:nvSpPr>
          <p:cNvPr id="30" name="îśľîḑè">
            <a:extLst>
              <a:ext uri="{FF2B5EF4-FFF2-40B4-BE49-F238E27FC236}">
                <a16:creationId xmlns:a16="http://schemas.microsoft.com/office/drawing/2014/main" xmlns="" id="{6D5FB171-9AB4-4AC1-BD0D-4ED34B836593}"/>
              </a:ext>
            </a:extLst>
          </p:cNvPr>
          <p:cNvSpPr txBox="1"/>
          <p:nvPr/>
        </p:nvSpPr>
        <p:spPr bwMode="auto">
          <a:xfrm>
            <a:off x="669925" y="4935831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Text here</a:t>
            </a:r>
          </a:p>
        </p:txBody>
      </p:sp>
      <p:sp>
        <p:nvSpPr>
          <p:cNvPr id="31" name="ïşľïḍé">
            <a:extLst>
              <a:ext uri="{FF2B5EF4-FFF2-40B4-BE49-F238E27FC236}">
                <a16:creationId xmlns:a16="http://schemas.microsoft.com/office/drawing/2014/main" xmlns="" id="{214CE760-C9C4-4C81-94CB-1F14E4B9A650}"/>
              </a:ext>
            </a:extLst>
          </p:cNvPr>
          <p:cNvSpPr/>
          <p:nvPr/>
        </p:nvSpPr>
        <p:spPr>
          <a:xfrm>
            <a:off x="3883915" y="3907135"/>
            <a:ext cx="889769" cy="889769"/>
          </a:xfrm>
          <a:prstGeom prst="ellipse">
            <a:avLst/>
          </a:prstGeom>
          <a:solidFill>
            <a:srgbClr val="1C50A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2" name="îsḷïḋè">
            <a:extLst>
              <a:ext uri="{FF2B5EF4-FFF2-40B4-BE49-F238E27FC236}">
                <a16:creationId xmlns:a16="http://schemas.microsoft.com/office/drawing/2014/main" xmlns="" id="{3196CE52-ECB7-42BF-B720-7936AFFBC901}"/>
              </a:ext>
            </a:extLst>
          </p:cNvPr>
          <p:cNvSpPr/>
          <p:nvPr/>
        </p:nvSpPr>
        <p:spPr bwMode="auto">
          <a:xfrm>
            <a:off x="4109021" y="4202047"/>
            <a:ext cx="439555" cy="299944"/>
          </a:xfrm>
          <a:custGeom>
            <a:avLst/>
            <a:gdLst>
              <a:gd name="connsiteX0" fmla="*/ 20293 w 607639"/>
              <a:gd name="connsiteY0" fmla="*/ 364062 h 414642"/>
              <a:gd name="connsiteX1" fmla="*/ 20293 w 607639"/>
              <a:gd name="connsiteY1" fmla="*/ 384241 h 414642"/>
              <a:gd name="connsiteX2" fmla="*/ 30351 w 607639"/>
              <a:gd name="connsiteY2" fmla="*/ 394374 h 414642"/>
              <a:gd name="connsiteX3" fmla="*/ 577199 w 607639"/>
              <a:gd name="connsiteY3" fmla="*/ 394374 h 414642"/>
              <a:gd name="connsiteX4" fmla="*/ 587346 w 607639"/>
              <a:gd name="connsiteY4" fmla="*/ 384241 h 414642"/>
              <a:gd name="connsiteX5" fmla="*/ 587346 w 607639"/>
              <a:gd name="connsiteY5" fmla="*/ 364062 h 414642"/>
              <a:gd name="connsiteX6" fmla="*/ 394917 w 607639"/>
              <a:gd name="connsiteY6" fmla="*/ 364062 h 414642"/>
              <a:gd name="connsiteX7" fmla="*/ 394917 w 607639"/>
              <a:gd name="connsiteY7" fmla="*/ 374196 h 414642"/>
              <a:gd name="connsiteX8" fmla="*/ 384859 w 607639"/>
              <a:gd name="connsiteY8" fmla="*/ 384241 h 414642"/>
              <a:gd name="connsiteX9" fmla="*/ 222780 w 607639"/>
              <a:gd name="connsiteY9" fmla="*/ 384241 h 414642"/>
              <a:gd name="connsiteX10" fmla="*/ 212634 w 607639"/>
              <a:gd name="connsiteY10" fmla="*/ 374196 h 414642"/>
              <a:gd name="connsiteX11" fmla="*/ 212634 w 607639"/>
              <a:gd name="connsiteY11" fmla="*/ 364062 h 414642"/>
              <a:gd name="connsiteX12" fmla="*/ 10146 w 607639"/>
              <a:gd name="connsiteY12" fmla="*/ 343794 h 414642"/>
              <a:gd name="connsiteX13" fmla="*/ 40505 w 607639"/>
              <a:gd name="connsiteY13" fmla="*/ 343794 h 414642"/>
              <a:gd name="connsiteX14" fmla="*/ 40505 w 607639"/>
              <a:gd name="connsiteY14" fmla="*/ 353920 h 414642"/>
              <a:gd name="connsiteX15" fmla="*/ 50652 w 607639"/>
              <a:gd name="connsiteY15" fmla="*/ 364052 h 414642"/>
              <a:gd name="connsiteX16" fmla="*/ 212637 w 607639"/>
              <a:gd name="connsiteY16" fmla="*/ 364052 h 414642"/>
              <a:gd name="connsiteX17" fmla="*/ 212637 w 607639"/>
              <a:gd name="connsiteY17" fmla="*/ 374185 h 414642"/>
              <a:gd name="connsiteX18" fmla="*/ 222783 w 607639"/>
              <a:gd name="connsiteY18" fmla="*/ 384228 h 414642"/>
              <a:gd name="connsiteX19" fmla="*/ 384857 w 607639"/>
              <a:gd name="connsiteY19" fmla="*/ 384228 h 414642"/>
              <a:gd name="connsiteX20" fmla="*/ 394915 w 607639"/>
              <a:gd name="connsiteY20" fmla="*/ 374185 h 414642"/>
              <a:gd name="connsiteX21" fmla="*/ 394915 w 607639"/>
              <a:gd name="connsiteY21" fmla="*/ 364052 h 414642"/>
              <a:gd name="connsiteX22" fmla="*/ 556989 w 607639"/>
              <a:gd name="connsiteY22" fmla="*/ 364052 h 414642"/>
              <a:gd name="connsiteX23" fmla="*/ 567135 w 607639"/>
              <a:gd name="connsiteY23" fmla="*/ 353920 h 414642"/>
              <a:gd name="connsiteX24" fmla="*/ 567135 w 607639"/>
              <a:gd name="connsiteY24" fmla="*/ 343794 h 414642"/>
              <a:gd name="connsiteX25" fmla="*/ 597493 w 607639"/>
              <a:gd name="connsiteY25" fmla="*/ 343794 h 414642"/>
              <a:gd name="connsiteX26" fmla="*/ 607639 w 607639"/>
              <a:gd name="connsiteY26" fmla="*/ 353928 h 414642"/>
              <a:gd name="connsiteX27" fmla="*/ 607639 w 607639"/>
              <a:gd name="connsiteY27" fmla="*/ 384241 h 414642"/>
              <a:gd name="connsiteX28" fmla="*/ 577199 w 607639"/>
              <a:gd name="connsiteY28" fmla="*/ 414642 h 414642"/>
              <a:gd name="connsiteX29" fmla="*/ 30351 w 607639"/>
              <a:gd name="connsiteY29" fmla="*/ 414642 h 414642"/>
              <a:gd name="connsiteX30" fmla="*/ 0 w 607639"/>
              <a:gd name="connsiteY30" fmla="*/ 384241 h 414642"/>
              <a:gd name="connsiteX31" fmla="*/ 0 w 607639"/>
              <a:gd name="connsiteY31" fmla="*/ 353928 h 414642"/>
              <a:gd name="connsiteX32" fmla="*/ 10146 w 607639"/>
              <a:gd name="connsiteY32" fmla="*/ 343794 h 414642"/>
              <a:gd name="connsiteX33" fmla="*/ 354415 w 607639"/>
              <a:gd name="connsiteY33" fmla="*/ 262926 h 414642"/>
              <a:gd name="connsiteX34" fmla="*/ 364541 w 607639"/>
              <a:gd name="connsiteY34" fmla="*/ 273063 h 414642"/>
              <a:gd name="connsiteX35" fmla="*/ 364541 w 607639"/>
              <a:gd name="connsiteY35" fmla="*/ 303384 h 414642"/>
              <a:gd name="connsiteX36" fmla="*/ 354415 w 607639"/>
              <a:gd name="connsiteY36" fmla="*/ 313521 h 414642"/>
              <a:gd name="connsiteX37" fmla="*/ 344289 w 607639"/>
              <a:gd name="connsiteY37" fmla="*/ 303384 h 414642"/>
              <a:gd name="connsiteX38" fmla="*/ 344289 w 607639"/>
              <a:gd name="connsiteY38" fmla="*/ 273063 h 414642"/>
              <a:gd name="connsiteX39" fmla="*/ 354415 w 607639"/>
              <a:gd name="connsiteY39" fmla="*/ 262926 h 414642"/>
              <a:gd name="connsiteX40" fmla="*/ 274426 w 607639"/>
              <a:gd name="connsiteY40" fmla="*/ 252429 h 414642"/>
              <a:gd name="connsiteX41" fmla="*/ 274426 w 607639"/>
              <a:gd name="connsiteY41" fmla="*/ 253836 h 414642"/>
              <a:gd name="connsiteX42" fmla="*/ 268732 w 607639"/>
              <a:gd name="connsiteY42" fmla="*/ 256281 h 414642"/>
              <a:gd name="connsiteX43" fmla="*/ 435415 w 607639"/>
              <a:gd name="connsiteY43" fmla="*/ 242745 h 414642"/>
              <a:gd name="connsiteX44" fmla="*/ 445550 w 607639"/>
              <a:gd name="connsiteY44" fmla="*/ 252793 h 414642"/>
              <a:gd name="connsiteX45" fmla="*/ 445550 w 607639"/>
              <a:gd name="connsiteY45" fmla="*/ 303386 h 414642"/>
              <a:gd name="connsiteX46" fmla="*/ 435415 w 607639"/>
              <a:gd name="connsiteY46" fmla="*/ 313522 h 414642"/>
              <a:gd name="connsiteX47" fmla="*/ 425368 w 607639"/>
              <a:gd name="connsiteY47" fmla="*/ 303386 h 414642"/>
              <a:gd name="connsiteX48" fmla="*/ 425368 w 607639"/>
              <a:gd name="connsiteY48" fmla="*/ 252793 h 414642"/>
              <a:gd name="connsiteX49" fmla="*/ 435415 w 607639"/>
              <a:gd name="connsiteY49" fmla="*/ 242745 h 414642"/>
              <a:gd name="connsiteX50" fmla="*/ 394911 w 607639"/>
              <a:gd name="connsiteY50" fmla="*/ 222493 h 414642"/>
              <a:gd name="connsiteX51" fmla="*/ 405046 w 607639"/>
              <a:gd name="connsiteY51" fmla="*/ 232627 h 414642"/>
              <a:gd name="connsiteX52" fmla="*/ 405046 w 607639"/>
              <a:gd name="connsiteY52" fmla="*/ 303388 h 414642"/>
              <a:gd name="connsiteX53" fmla="*/ 394911 w 607639"/>
              <a:gd name="connsiteY53" fmla="*/ 313522 h 414642"/>
              <a:gd name="connsiteX54" fmla="*/ 384864 w 607639"/>
              <a:gd name="connsiteY54" fmla="*/ 303388 h 414642"/>
              <a:gd name="connsiteX55" fmla="*/ 384864 w 607639"/>
              <a:gd name="connsiteY55" fmla="*/ 232627 h 414642"/>
              <a:gd name="connsiteX56" fmla="*/ 394911 w 607639"/>
              <a:gd name="connsiteY56" fmla="*/ 222493 h 414642"/>
              <a:gd name="connsiteX57" fmla="*/ 516514 w 607639"/>
              <a:gd name="connsiteY57" fmla="*/ 212331 h 414642"/>
              <a:gd name="connsiteX58" fmla="*/ 526560 w 607639"/>
              <a:gd name="connsiteY58" fmla="*/ 222468 h 414642"/>
              <a:gd name="connsiteX59" fmla="*/ 526560 w 607639"/>
              <a:gd name="connsiteY59" fmla="*/ 303385 h 414642"/>
              <a:gd name="connsiteX60" fmla="*/ 516514 w 607639"/>
              <a:gd name="connsiteY60" fmla="*/ 313522 h 414642"/>
              <a:gd name="connsiteX61" fmla="*/ 506378 w 607639"/>
              <a:gd name="connsiteY61" fmla="*/ 303385 h 414642"/>
              <a:gd name="connsiteX62" fmla="*/ 506378 w 607639"/>
              <a:gd name="connsiteY62" fmla="*/ 222468 h 414642"/>
              <a:gd name="connsiteX63" fmla="*/ 516514 w 607639"/>
              <a:gd name="connsiteY63" fmla="*/ 212331 h 414642"/>
              <a:gd name="connsiteX64" fmla="*/ 311213 w 607639"/>
              <a:gd name="connsiteY64" fmla="*/ 180188 h 414642"/>
              <a:gd name="connsiteX65" fmla="*/ 304717 w 607639"/>
              <a:gd name="connsiteY65" fmla="*/ 211903 h 414642"/>
              <a:gd name="connsiteX66" fmla="*/ 279633 w 607639"/>
              <a:gd name="connsiteY66" fmla="*/ 248906 h 414642"/>
              <a:gd name="connsiteX67" fmla="*/ 274426 w 607639"/>
              <a:gd name="connsiteY67" fmla="*/ 252429 h 414642"/>
              <a:gd name="connsiteX68" fmla="*/ 274426 w 607639"/>
              <a:gd name="connsiteY68" fmla="*/ 239622 h 414642"/>
              <a:gd name="connsiteX69" fmla="*/ 266991 w 607639"/>
              <a:gd name="connsiteY69" fmla="*/ 232204 h 414642"/>
              <a:gd name="connsiteX70" fmla="*/ 286105 w 607639"/>
              <a:gd name="connsiteY70" fmla="*/ 204050 h 414642"/>
              <a:gd name="connsiteX71" fmla="*/ 290618 w 607639"/>
              <a:gd name="connsiteY71" fmla="*/ 182059 h 414642"/>
              <a:gd name="connsiteX72" fmla="*/ 303796 w 607639"/>
              <a:gd name="connsiteY72" fmla="*/ 182059 h 414642"/>
              <a:gd name="connsiteX73" fmla="*/ 185290 w 607639"/>
              <a:gd name="connsiteY73" fmla="*/ 178985 h 414642"/>
              <a:gd name="connsiteX74" fmla="*/ 192421 w 607639"/>
              <a:gd name="connsiteY74" fmla="*/ 182059 h 414642"/>
              <a:gd name="connsiteX75" fmla="*/ 216731 w 607639"/>
              <a:gd name="connsiteY75" fmla="*/ 182059 h 414642"/>
              <a:gd name="connsiteX76" fmla="*/ 266991 w 607639"/>
              <a:gd name="connsiteY76" fmla="*/ 232204 h 414642"/>
              <a:gd name="connsiteX77" fmla="*/ 265358 w 607639"/>
              <a:gd name="connsiteY77" fmla="*/ 234609 h 414642"/>
              <a:gd name="connsiteX78" fmla="*/ 250836 w 607639"/>
              <a:gd name="connsiteY78" fmla="*/ 244426 h 414642"/>
              <a:gd name="connsiteX79" fmla="*/ 185290 w 607639"/>
              <a:gd name="connsiteY79" fmla="*/ 179031 h 414642"/>
              <a:gd name="connsiteX80" fmla="*/ 476009 w 607639"/>
              <a:gd name="connsiteY80" fmla="*/ 171897 h 414642"/>
              <a:gd name="connsiteX81" fmla="*/ 486055 w 607639"/>
              <a:gd name="connsiteY81" fmla="*/ 182032 h 414642"/>
              <a:gd name="connsiteX82" fmla="*/ 486055 w 607639"/>
              <a:gd name="connsiteY82" fmla="*/ 303387 h 414642"/>
              <a:gd name="connsiteX83" fmla="*/ 476009 w 607639"/>
              <a:gd name="connsiteY83" fmla="*/ 313522 h 414642"/>
              <a:gd name="connsiteX84" fmla="*/ 465873 w 607639"/>
              <a:gd name="connsiteY84" fmla="*/ 303387 h 414642"/>
              <a:gd name="connsiteX85" fmla="*/ 465873 w 607639"/>
              <a:gd name="connsiteY85" fmla="*/ 182032 h 414642"/>
              <a:gd name="connsiteX86" fmla="*/ 476009 w 607639"/>
              <a:gd name="connsiteY86" fmla="*/ 171897 h 414642"/>
              <a:gd name="connsiteX87" fmla="*/ 313921 w 607639"/>
              <a:gd name="connsiteY87" fmla="*/ 166965 h 414642"/>
              <a:gd name="connsiteX88" fmla="*/ 314925 w 607639"/>
              <a:gd name="connsiteY88" fmla="*/ 172904 h 414642"/>
              <a:gd name="connsiteX89" fmla="*/ 311898 w 607639"/>
              <a:gd name="connsiteY89" fmla="*/ 180015 h 414642"/>
              <a:gd name="connsiteX90" fmla="*/ 311213 w 607639"/>
              <a:gd name="connsiteY90" fmla="*/ 180188 h 414642"/>
              <a:gd name="connsiteX91" fmla="*/ 313685 w 607639"/>
              <a:gd name="connsiteY91" fmla="*/ 165567 h 414642"/>
              <a:gd name="connsiteX92" fmla="*/ 313946 w 607639"/>
              <a:gd name="connsiteY92" fmla="*/ 166842 h 414642"/>
              <a:gd name="connsiteX93" fmla="*/ 313921 w 607639"/>
              <a:gd name="connsiteY93" fmla="*/ 166965 h 414642"/>
              <a:gd name="connsiteX94" fmla="*/ 286557 w 607639"/>
              <a:gd name="connsiteY94" fmla="*/ 131875 h 414642"/>
              <a:gd name="connsiteX95" fmla="*/ 293736 w 607639"/>
              <a:gd name="connsiteY95" fmla="*/ 161794 h 414642"/>
              <a:gd name="connsiteX96" fmla="*/ 292704 w 607639"/>
              <a:gd name="connsiteY96" fmla="*/ 161794 h 414642"/>
              <a:gd name="connsiteX97" fmla="*/ 285987 w 607639"/>
              <a:gd name="connsiteY97" fmla="*/ 129499 h 414642"/>
              <a:gd name="connsiteX98" fmla="*/ 286105 w 607639"/>
              <a:gd name="connsiteY98" fmla="*/ 129672 h 414642"/>
              <a:gd name="connsiteX99" fmla="*/ 286557 w 607639"/>
              <a:gd name="connsiteY99" fmla="*/ 131875 h 414642"/>
              <a:gd name="connsiteX100" fmla="*/ 304744 w 607639"/>
              <a:gd name="connsiteY100" fmla="*/ 121927 h 414642"/>
              <a:gd name="connsiteX101" fmla="*/ 306857 w 607639"/>
              <a:gd name="connsiteY101" fmla="*/ 125153 h 414642"/>
              <a:gd name="connsiteX102" fmla="*/ 313685 w 607639"/>
              <a:gd name="connsiteY102" fmla="*/ 165567 h 414642"/>
              <a:gd name="connsiteX103" fmla="*/ 303006 w 607639"/>
              <a:gd name="connsiteY103" fmla="*/ 119273 h 414642"/>
              <a:gd name="connsiteX104" fmla="*/ 304717 w 607639"/>
              <a:gd name="connsiteY104" fmla="*/ 121796 h 414642"/>
              <a:gd name="connsiteX105" fmla="*/ 304744 w 607639"/>
              <a:gd name="connsiteY105" fmla="*/ 121927 h 414642"/>
              <a:gd name="connsiteX106" fmla="*/ 266335 w 607639"/>
              <a:gd name="connsiteY106" fmla="*/ 100547 h 414642"/>
              <a:gd name="connsiteX107" fmla="*/ 285579 w 607639"/>
              <a:gd name="connsiteY107" fmla="*/ 127797 h 414642"/>
              <a:gd name="connsiteX108" fmla="*/ 285987 w 607639"/>
              <a:gd name="connsiteY108" fmla="*/ 129499 h 414642"/>
              <a:gd name="connsiteX109" fmla="*/ 263955 w 607639"/>
              <a:gd name="connsiteY109" fmla="*/ 98160 h 414642"/>
              <a:gd name="connsiteX110" fmla="*/ 265358 w 607639"/>
              <a:gd name="connsiteY110" fmla="*/ 99109 h 414642"/>
              <a:gd name="connsiteX111" fmla="*/ 266335 w 607639"/>
              <a:gd name="connsiteY111" fmla="*/ 100547 h 414642"/>
              <a:gd name="connsiteX112" fmla="*/ 265336 w 607639"/>
              <a:gd name="connsiteY112" fmla="*/ 99133 h 414642"/>
              <a:gd name="connsiteX113" fmla="*/ 518470 w 607639"/>
              <a:gd name="connsiteY113" fmla="*/ 91029 h 414642"/>
              <a:gd name="connsiteX114" fmla="*/ 520515 w 607639"/>
              <a:gd name="connsiteY114" fmla="*/ 92007 h 414642"/>
              <a:gd name="connsiteX115" fmla="*/ 522559 w 607639"/>
              <a:gd name="connsiteY115" fmla="*/ 93074 h 414642"/>
              <a:gd name="connsiteX116" fmla="*/ 524604 w 607639"/>
              <a:gd name="connsiteY116" fmla="*/ 94052 h 414642"/>
              <a:gd name="connsiteX117" fmla="*/ 526560 w 607639"/>
              <a:gd name="connsiteY117" fmla="*/ 101165 h 414642"/>
              <a:gd name="connsiteX118" fmla="*/ 523537 w 607639"/>
              <a:gd name="connsiteY118" fmla="*/ 108188 h 414642"/>
              <a:gd name="connsiteX119" fmla="*/ 521581 w 607639"/>
              <a:gd name="connsiteY119" fmla="*/ 109255 h 414642"/>
              <a:gd name="connsiteX120" fmla="*/ 519537 w 607639"/>
              <a:gd name="connsiteY120" fmla="*/ 110233 h 414642"/>
              <a:gd name="connsiteX121" fmla="*/ 517492 w 607639"/>
              <a:gd name="connsiteY121" fmla="*/ 111211 h 414642"/>
              <a:gd name="connsiteX122" fmla="*/ 516514 w 607639"/>
              <a:gd name="connsiteY122" fmla="*/ 111211 h 414642"/>
              <a:gd name="connsiteX123" fmla="*/ 509401 w 607639"/>
              <a:gd name="connsiteY123" fmla="*/ 108188 h 414642"/>
              <a:gd name="connsiteX124" fmla="*/ 507356 w 607639"/>
              <a:gd name="connsiteY124" fmla="*/ 105165 h 414642"/>
              <a:gd name="connsiteX125" fmla="*/ 506378 w 607639"/>
              <a:gd name="connsiteY125" fmla="*/ 101165 h 414642"/>
              <a:gd name="connsiteX126" fmla="*/ 509401 w 607639"/>
              <a:gd name="connsiteY126" fmla="*/ 94052 h 414642"/>
              <a:gd name="connsiteX127" fmla="*/ 518470 w 607639"/>
              <a:gd name="connsiteY127" fmla="*/ 91029 h 414642"/>
              <a:gd name="connsiteX128" fmla="*/ 384846 w 607639"/>
              <a:gd name="connsiteY128" fmla="*/ 91029 h 414642"/>
              <a:gd name="connsiteX129" fmla="*/ 465819 w 607639"/>
              <a:gd name="connsiteY129" fmla="*/ 91029 h 414642"/>
              <a:gd name="connsiteX130" fmla="*/ 475963 w 607639"/>
              <a:gd name="connsiteY130" fmla="*/ 101165 h 414642"/>
              <a:gd name="connsiteX131" fmla="*/ 465819 w 607639"/>
              <a:gd name="connsiteY131" fmla="*/ 111211 h 414642"/>
              <a:gd name="connsiteX132" fmla="*/ 384846 w 607639"/>
              <a:gd name="connsiteY132" fmla="*/ 111211 h 414642"/>
              <a:gd name="connsiteX133" fmla="*/ 374702 w 607639"/>
              <a:gd name="connsiteY133" fmla="*/ 101165 h 414642"/>
              <a:gd name="connsiteX134" fmla="*/ 384846 w 607639"/>
              <a:gd name="connsiteY134" fmla="*/ 91029 h 414642"/>
              <a:gd name="connsiteX135" fmla="*/ 234861 w 607639"/>
              <a:gd name="connsiteY135" fmla="*/ 78470 h 414642"/>
              <a:gd name="connsiteX136" fmla="*/ 236624 w 607639"/>
              <a:gd name="connsiteY136" fmla="*/ 78890 h 414642"/>
              <a:gd name="connsiteX137" fmla="*/ 263955 w 607639"/>
              <a:gd name="connsiteY137" fmla="*/ 98160 h 414642"/>
              <a:gd name="connsiteX138" fmla="*/ 233277 w 607639"/>
              <a:gd name="connsiteY138" fmla="*/ 78093 h 414642"/>
              <a:gd name="connsiteX139" fmla="*/ 234749 w 607639"/>
              <a:gd name="connsiteY139" fmla="*/ 78395 h 414642"/>
              <a:gd name="connsiteX140" fmla="*/ 234861 w 607639"/>
              <a:gd name="connsiteY140" fmla="*/ 78470 h 414642"/>
              <a:gd name="connsiteX141" fmla="*/ 264684 w 607639"/>
              <a:gd name="connsiteY141" fmla="*/ 74721 h 414642"/>
              <a:gd name="connsiteX142" fmla="*/ 280560 w 607639"/>
              <a:gd name="connsiteY142" fmla="*/ 85001 h 414642"/>
              <a:gd name="connsiteX143" fmla="*/ 303006 w 607639"/>
              <a:gd name="connsiteY143" fmla="*/ 119273 h 414642"/>
              <a:gd name="connsiteX144" fmla="*/ 279633 w 607639"/>
              <a:gd name="connsiteY144" fmla="*/ 84823 h 414642"/>
              <a:gd name="connsiteX145" fmla="*/ 202570 w 607639"/>
              <a:gd name="connsiteY145" fmla="*/ 70780 h 414642"/>
              <a:gd name="connsiteX146" fmla="*/ 233277 w 607639"/>
              <a:gd name="connsiteY146" fmla="*/ 78093 h 414642"/>
              <a:gd name="connsiteX147" fmla="*/ 202570 w 607639"/>
              <a:gd name="connsiteY147" fmla="*/ 71804 h 414642"/>
              <a:gd name="connsiteX148" fmla="*/ 197522 w 607639"/>
              <a:gd name="connsiteY148" fmla="*/ 70770 h 414642"/>
              <a:gd name="connsiteX149" fmla="*/ 202570 w 607639"/>
              <a:gd name="connsiteY149" fmla="*/ 71804 h 414642"/>
              <a:gd name="connsiteX150" fmla="*/ 202570 w 607639"/>
              <a:gd name="connsiteY150" fmla="*/ 161794 h 414642"/>
              <a:gd name="connsiteX151" fmla="*/ 292704 w 607639"/>
              <a:gd name="connsiteY151" fmla="*/ 161794 h 414642"/>
              <a:gd name="connsiteX152" fmla="*/ 293741 w 607639"/>
              <a:gd name="connsiteY152" fmla="*/ 166842 h 414642"/>
              <a:gd name="connsiteX153" fmla="*/ 290618 w 607639"/>
              <a:gd name="connsiteY153" fmla="*/ 182059 h 414642"/>
              <a:gd name="connsiteX154" fmla="*/ 216731 w 607639"/>
              <a:gd name="connsiteY154" fmla="*/ 182059 h 414642"/>
              <a:gd name="connsiteX155" fmla="*/ 199449 w 607639"/>
              <a:gd name="connsiteY155" fmla="*/ 164816 h 414642"/>
              <a:gd name="connsiteX156" fmla="*/ 185290 w 607639"/>
              <a:gd name="connsiteY156" fmla="*/ 164816 h 414642"/>
              <a:gd name="connsiteX157" fmla="*/ 185290 w 607639"/>
              <a:gd name="connsiteY157" fmla="*/ 178985 h 414642"/>
              <a:gd name="connsiteX158" fmla="*/ 185076 w 607639"/>
              <a:gd name="connsiteY158" fmla="*/ 178893 h 414642"/>
              <a:gd name="connsiteX159" fmla="*/ 182271 w 607639"/>
              <a:gd name="connsiteY159" fmla="*/ 171927 h 414642"/>
              <a:gd name="connsiteX160" fmla="*/ 182271 w 607639"/>
              <a:gd name="connsiteY160" fmla="*/ 73890 h 414642"/>
              <a:gd name="connsiteX161" fmla="*/ 241194 w 607639"/>
              <a:gd name="connsiteY161" fmla="*/ 59511 h 414642"/>
              <a:gd name="connsiteX162" fmla="*/ 242600 w 607639"/>
              <a:gd name="connsiteY162" fmla="*/ 59798 h 414642"/>
              <a:gd name="connsiteX163" fmla="*/ 264684 w 607639"/>
              <a:gd name="connsiteY163" fmla="*/ 74721 h 414642"/>
              <a:gd name="connsiteX164" fmla="*/ 223078 w 607639"/>
              <a:gd name="connsiteY164" fmla="*/ 55812 h 414642"/>
              <a:gd name="connsiteX165" fmla="*/ 239895 w 607639"/>
              <a:gd name="connsiteY165" fmla="*/ 58670 h 414642"/>
              <a:gd name="connsiteX166" fmla="*/ 241194 w 607639"/>
              <a:gd name="connsiteY166" fmla="*/ 59511 h 414642"/>
              <a:gd name="connsiteX167" fmla="*/ 187739 w 607639"/>
              <a:gd name="connsiteY167" fmla="*/ 52590 h 414642"/>
              <a:gd name="connsiteX168" fmla="*/ 185298 w 607639"/>
              <a:gd name="connsiteY168" fmla="*/ 53626 h 414642"/>
              <a:gd name="connsiteX169" fmla="*/ 182271 w 607639"/>
              <a:gd name="connsiteY169" fmla="*/ 60736 h 414642"/>
              <a:gd name="connsiteX170" fmla="*/ 182271 w 607639"/>
              <a:gd name="connsiteY170" fmla="*/ 73890 h 414642"/>
              <a:gd name="connsiteX171" fmla="*/ 160258 w 607639"/>
              <a:gd name="connsiteY171" fmla="*/ 78395 h 414642"/>
              <a:gd name="connsiteX172" fmla="*/ 101303 w 607639"/>
              <a:gd name="connsiteY172" fmla="*/ 166842 h 414642"/>
              <a:gd name="connsiteX173" fmla="*/ 197522 w 607639"/>
              <a:gd name="connsiteY173" fmla="*/ 262915 h 414642"/>
              <a:gd name="connsiteX174" fmla="*/ 234749 w 607639"/>
              <a:gd name="connsiteY174" fmla="*/ 255302 h 414642"/>
              <a:gd name="connsiteX175" fmla="*/ 250836 w 607639"/>
              <a:gd name="connsiteY175" fmla="*/ 244426 h 414642"/>
              <a:gd name="connsiteX176" fmla="*/ 260268 w 607639"/>
              <a:gd name="connsiteY176" fmla="*/ 253836 h 414642"/>
              <a:gd name="connsiteX177" fmla="*/ 267391 w 607639"/>
              <a:gd name="connsiteY177" fmla="*/ 256857 h 414642"/>
              <a:gd name="connsiteX178" fmla="*/ 268732 w 607639"/>
              <a:gd name="connsiteY178" fmla="*/ 256281 h 414642"/>
              <a:gd name="connsiteX179" fmla="*/ 242600 w 607639"/>
              <a:gd name="connsiteY179" fmla="*/ 273962 h 414642"/>
              <a:gd name="connsiteX180" fmla="*/ 197522 w 607639"/>
              <a:gd name="connsiteY180" fmla="*/ 283178 h 414642"/>
              <a:gd name="connsiteX181" fmla="*/ 81009 w 607639"/>
              <a:gd name="connsiteY181" fmla="*/ 166842 h 414642"/>
              <a:gd name="connsiteX182" fmla="*/ 152393 w 607639"/>
              <a:gd name="connsiteY182" fmla="*/ 59798 h 414642"/>
              <a:gd name="connsiteX183" fmla="*/ 192421 w 607639"/>
              <a:gd name="connsiteY183" fmla="*/ 50604 h 414642"/>
              <a:gd name="connsiteX184" fmla="*/ 195181 w 607639"/>
              <a:gd name="connsiteY184" fmla="*/ 51073 h 414642"/>
              <a:gd name="connsiteX185" fmla="*/ 187739 w 607639"/>
              <a:gd name="connsiteY185" fmla="*/ 52590 h 414642"/>
              <a:gd name="connsiteX186" fmla="*/ 197522 w 607639"/>
              <a:gd name="connsiteY186" fmla="*/ 50595 h 414642"/>
              <a:gd name="connsiteX187" fmla="*/ 223078 w 607639"/>
              <a:gd name="connsiteY187" fmla="*/ 55812 h 414642"/>
              <a:gd name="connsiteX188" fmla="*/ 195181 w 607639"/>
              <a:gd name="connsiteY188" fmla="*/ 51073 h 414642"/>
              <a:gd name="connsiteX189" fmla="*/ 449651 w 607639"/>
              <a:gd name="connsiteY189" fmla="*/ 41472 h 414642"/>
              <a:gd name="connsiteX190" fmla="*/ 452682 w 607639"/>
              <a:gd name="connsiteY190" fmla="*/ 43516 h 414642"/>
              <a:gd name="connsiteX191" fmla="*/ 455712 w 607639"/>
              <a:gd name="connsiteY191" fmla="*/ 50626 h 414642"/>
              <a:gd name="connsiteX192" fmla="*/ 452682 w 607639"/>
              <a:gd name="connsiteY192" fmla="*/ 57647 h 414642"/>
              <a:gd name="connsiteX193" fmla="*/ 445551 w 607639"/>
              <a:gd name="connsiteY193" fmla="*/ 60757 h 414642"/>
              <a:gd name="connsiteX194" fmla="*/ 438509 w 607639"/>
              <a:gd name="connsiteY194" fmla="*/ 57647 h 414642"/>
              <a:gd name="connsiteX195" fmla="*/ 435389 w 607639"/>
              <a:gd name="connsiteY195" fmla="*/ 50626 h 414642"/>
              <a:gd name="connsiteX196" fmla="*/ 438509 w 607639"/>
              <a:gd name="connsiteY196" fmla="*/ 43516 h 414642"/>
              <a:gd name="connsiteX197" fmla="*/ 449651 w 607639"/>
              <a:gd name="connsiteY197" fmla="*/ 41472 h 414642"/>
              <a:gd name="connsiteX198" fmla="*/ 486030 w 607639"/>
              <a:gd name="connsiteY198" fmla="*/ 40505 h 414642"/>
              <a:gd name="connsiteX199" fmla="*/ 516494 w 607639"/>
              <a:gd name="connsiteY199" fmla="*/ 40505 h 414642"/>
              <a:gd name="connsiteX200" fmla="*/ 526559 w 607639"/>
              <a:gd name="connsiteY200" fmla="*/ 50631 h 414642"/>
              <a:gd name="connsiteX201" fmla="*/ 516494 w 607639"/>
              <a:gd name="connsiteY201" fmla="*/ 60757 h 414642"/>
              <a:gd name="connsiteX202" fmla="*/ 486030 w 607639"/>
              <a:gd name="connsiteY202" fmla="*/ 60757 h 414642"/>
              <a:gd name="connsiteX203" fmla="*/ 475964 w 607639"/>
              <a:gd name="connsiteY203" fmla="*/ 50631 h 414642"/>
              <a:gd name="connsiteX204" fmla="*/ 486030 w 607639"/>
              <a:gd name="connsiteY204" fmla="*/ 40505 h 414642"/>
              <a:gd name="connsiteX205" fmla="*/ 384851 w 607639"/>
              <a:gd name="connsiteY205" fmla="*/ 40505 h 414642"/>
              <a:gd name="connsiteX206" fmla="*/ 405059 w 607639"/>
              <a:gd name="connsiteY206" fmla="*/ 40505 h 414642"/>
              <a:gd name="connsiteX207" fmla="*/ 415207 w 607639"/>
              <a:gd name="connsiteY207" fmla="*/ 50631 h 414642"/>
              <a:gd name="connsiteX208" fmla="*/ 405059 w 607639"/>
              <a:gd name="connsiteY208" fmla="*/ 60757 h 414642"/>
              <a:gd name="connsiteX209" fmla="*/ 384851 w 607639"/>
              <a:gd name="connsiteY209" fmla="*/ 60757 h 414642"/>
              <a:gd name="connsiteX210" fmla="*/ 374702 w 607639"/>
              <a:gd name="connsiteY210" fmla="*/ 50631 h 414642"/>
              <a:gd name="connsiteX211" fmla="*/ 384851 w 607639"/>
              <a:gd name="connsiteY211" fmla="*/ 40505 h 414642"/>
              <a:gd name="connsiteX212" fmla="*/ 70855 w 607639"/>
              <a:gd name="connsiteY212" fmla="*/ 20176 h 414642"/>
              <a:gd name="connsiteX213" fmla="*/ 60798 w 607639"/>
              <a:gd name="connsiteY213" fmla="*/ 30308 h 414642"/>
              <a:gd name="connsiteX214" fmla="*/ 60798 w 607639"/>
              <a:gd name="connsiteY214" fmla="*/ 343788 h 414642"/>
              <a:gd name="connsiteX215" fmla="*/ 222783 w 607639"/>
              <a:gd name="connsiteY215" fmla="*/ 343788 h 414642"/>
              <a:gd name="connsiteX216" fmla="*/ 232929 w 607639"/>
              <a:gd name="connsiteY216" fmla="*/ 353920 h 414642"/>
              <a:gd name="connsiteX217" fmla="*/ 232929 w 607639"/>
              <a:gd name="connsiteY217" fmla="*/ 364052 h 414642"/>
              <a:gd name="connsiteX218" fmla="*/ 374711 w 607639"/>
              <a:gd name="connsiteY218" fmla="*/ 364052 h 414642"/>
              <a:gd name="connsiteX219" fmla="*/ 374711 w 607639"/>
              <a:gd name="connsiteY219" fmla="*/ 353920 h 414642"/>
              <a:gd name="connsiteX220" fmla="*/ 384857 w 607639"/>
              <a:gd name="connsiteY220" fmla="*/ 343788 h 414642"/>
              <a:gd name="connsiteX221" fmla="*/ 546843 w 607639"/>
              <a:gd name="connsiteY221" fmla="*/ 343788 h 414642"/>
              <a:gd name="connsiteX222" fmla="*/ 546843 w 607639"/>
              <a:gd name="connsiteY222" fmla="*/ 30308 h 414642"/>
              <a:gd name="connsiteX223" fmla="*/ 536696 w 607639"/>
              <a:gd name="connsiteY223" fmla="*/ 20176 h 414642"/>
              <a:gd name="connsiteX224" fmla="*/ 70855 w 607639"/>
              <a:gd name="connsiteY224" fmla="*/ 0 h 414642"/>
              <a:gd name="connsiteX225" fmla="*/ 536696 w 607639"/>
              <a:gd name="connsiteY225" fmla="*/ 0 h 414642"/>
              <a:gd name="connsiteX226" fmla="*/ 567135 w 607639"/>
              <a:gd name="connsiteY226" fmla="*/ 30308 h 414642"/>
              <a:gd name="connsiteX227" fmla="*/ 567135 w 607639"/>
              <a:gd name="connsiteY227" fmla="*/ 343794 h 414642"/>
              <a:gd name="connsiteX228" fmla="*/ 384859 w 607639"/>
              <a:gd name="connsiteY228" fmla="*/ 343794 h 414642"/>
              <a:gd name="connsiteX229" fmla="*/ 374712 w 607639"/>
              <a:gd name="connsiteY229" fmla="*/ 353928 h 414642"/>
              <a:gd name="connsiteX230" fmla="*/ 374712 w 607639"/>
              <a:gd name="connsiteY230" fmla="*/ 364062 h 414642"/>
              <a:gd name="connsiteX231" fmla="*/ 232927 w 607639"/>
              <a:gd name="connsiteY231" fmla="*/ 364062 h 414642"/>
              <a:gd name="connsiteX232" fmla="*/ 232927 w 607639"/>
              <a:gd name="connsiteY232" fmla="*/ 353928 h 414642"/>
              <a:gd name="connsiteX233" fmla="*/ 222780 w 607639"/>
              <a:gd name="connsiteY233" fmla="*/ 343794 h 414642"/>
              <a:gd name="connsiteX234" fmla="*/ 40505 w 607639"/>
              <a:gd name="connsiteY234" fmla="*/ 343794 h 414642"/>
              <a:gd name="connsiteX235" fmla="*/ 40505 w 607639"/>
              <a:gd name="connsiteY235" fmla="*/ 30308 h 414642"/>
              <a:gd name="connsiteX236" fmla="*/ 70855 w 607639"/>
              <a:gd name="connsiteY236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607639" h="414642">
                <a:moveTo>
                  <a:pt x="20293" y="364062"/>
                </a:moveTo>
                <a:lnTo>
                  <a:pt x="20293" y="384241"/>
                </a:lnTo>
                <a:cubicBezTo>
                  <a:pt x="20293" y="390374"/>
                  <a:pt x="24298" y="394374"/>
                  <a:pt x="30351" y="394374"/>
                </a:cubicBezTo>
                <a:lnTo>
                  <a:pt x="577199" y="394374"/>
                </a:lnTo>
                <a:cubicBezTo>
                  <a:pt x="583341" y="394374"/>
                  <a:pt x="587346" y="390374"/>
                  <a:pt x="587346" y="384241"/>
                </a:cubicBezTo>
                <a:lnTo>
                  <a:pt x="587346" y="364062"/>
                </a:lnTo>
                <a:lnTo>
                  <a:pt x="394917" y="364062"/>
                </a:lnTo>
                <a:lnTo>
                  <a:pt x="394917" y="374196"/>
                </a:lnTo>
                <a:cubicBezTo>
                  <a:pt x="394917" y="380240"/>
                  <a:pt x="390911" y="384241"/>
                  <a:pt x="384859" y="384241"/>
                </a:cubicBezTo>
                <a:lnTo>
                  <a:pt x="222780" y="384241"/>
                </a:lnTo>
                <a:cubicBezTo>
                  <a:pt x="216728" y="384241"/>
                  <a:pt x="212634" y="380240"/>
                  <a:pt x="212634" y="374196"/>
                </a:cubicBezTo>
                <a:lnTo>
                  <a:pt x="212634" y="364062"/>
                </a:lnTo>
                <a:close/>
                <a:moveTo>
                  <a:pt x="10146" y="343794"/>
                </a:moveTo>
                <a:lnTo>
                  <a:pt x="40505" y="343794"/>
                </a:lnTo>
                <a:lnTo>
                  <a:pt x="40505" y="353920"/>
                </a:lnTo>
                <a:cubicBezTo>
                  <a:pt x="40505" y="359964"/>
                  <a:pt x="44599" y="364052"/>
                  <a:pt x="50652" y="364052"/>
                </a:cubicBezTo>
                <a:lnTo>
                  <a:pt x="212637" y="364052"/>
                </a:lnTo>
                <a:lnTo>
                  <a:pt x="212637" y="374185"/>
                </a:lnTo>
                <a:cubicBezTo>
                  <a:pt x="212637" y="380229"/>
                  <a:pt x="216731" y="384228"/>
                  <a:pt x="222783" y="384228"/>
                </a:cubicBezTo>
                <a:lnTo>
                  <a:pt x="384857" y="384228"/>
                </a:lnTo>
                <a:cubicBezTo>
                  <a:pt x="390910" y="384228"/>
                  <a:pt x="394915" y="380229"/>
                  <a:pt x="394915" y="374185"/>
                </a:cubicBezTo>
                <a:lnTo>
                  <a:pt x="394915" y="364052"/>
                </a:lnTo>
                <a:lnTo>
                  <a:pt x="556989" y="364052"/>
                </a:lnTo>
                <a:cubicBezTo>
                  <a:pt x="563041" y="364052"/>
                  <a:pt x="567135" y="359964"/>
                  <a:pt x="567135" y="353920"/>
                </a:cubicBezTo>
                <a:lnTo>
                  <a:pt x="567135" y="343794"/>
                </a:lnTo>
                <a:lnTo>
                  <a:pt x="597493" y="343794"/>
                </a:lnTo>
                <a:cubicBezTo>
                  <a:pt x="603545" y="343794"/>
                  <a:pt x="607639" y="347883"/>
                  <a:pt x="607639" y="353928"/>
                </a:cubicBezTo>
                <a:lnTo>
                  <a:pt x="607639" y="384241"/>
                </a:lnTo>
                <a:cubicBezTo>
                  <a:pt x="607639" y="401486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6"/>
                  <a:pt x="0" y="384241"/>
                </a:cubicBezTo>
                <a:lnTo>
                  <a:pt x="0" y="353928"/>
                </a:lnTo>
                <a:cubicBezTo>
                  <a:pt x="0" y="347883"/>
                  <a:pt x="4094" y="343794"/>
                  <a:pt x="10146" y="343794"/>
                </a:cubicBezTo>
                <a:close/>
                <a:moveTo>
                  <a:pt x="354415" y="262926"/>
                </a:moveTo>
                <a:cubicBezTo>
                  <a:pt x="360455" y="262926"/>
                  <a:pt x="364541" y="267016"/>
                  <a:pt x="364541" y="273063"/>
                </a:cubicBezTo>
                <a:lnTo>
                  <a:pt x="364541" y="303384"/>
                </a:lnTo>
                <a:cubicBezTo>
                  <a:pt x="364541" y="309431"/>
                  <a:pt x="360455" y="313521"/>
                  <a:pt x="354415" y="313521"/>
                </a:cubicBezTo>
                <a:cubicBezTo>
                  <a:pt x="348375" y="313521"/>
                  <a:pt x="344289" y="309431"/>
                  <a:pt x="344289" y="303384"/>
                </a:cubicBezTo>
                <a:lnTo>
                  <a:pt x="344289" y="273063"/>
                </a:lnTo>
                <a:cubicBezTo>
                  <a:pt x="344289" y="267016"/>
                  <a:pt x="348375" y="262926"/>
                  <a:pt x="354415" y="262926"/>
                </a:cubicBezTo>
                <a:close/>
                <a:moveTo>
                  <a:pt x="274426" y="252429"/>
                </a:moveTo>
                <a:lnTo>
                  <a:pt x="274426" y="253836"/>
                </a:lnTo>
                <a:lnTo>
                  <a:pt x="268732" y="256281"/>
                </a:lnTo>
                <a:close/>
                <a:moveTo>
                  <a:pt x="435415" y="242745"/>
                </a:moveTo>
                <a:cubicBezTo>
                  <a:pt x="441549" y="242745"/>
                  <a:pt x="445550" y="246746"/>
                  <a:pt x="445550" y="252793"/>
                </a:cubicBezTo>
                <a:lnTo>
                  <a:pt x="445550" y="303386"/>
                </a:lnTo>
                <a:cubicBezTo>
                  <a:pt x="445550" y="309432"/>
                  <a:pt x="441549" y="313522"/>
                  <a:pt x="435415" y="313522"/>
                </a:cubicBezTo>
                <a:cubicBezTo>
                  <a:pt x="429369" y="313522"/>
                  <a:pt x="425368" y="309432"/>
                  <a:pt x="425368" y="303386"/>
                </a:cubicBezTo>
                <a:lnTo>
                  <a:pt x="425368" y="252793"/>
                </a:lnTo>
                <a:cubicBezTo>
                  <a:pt x="425368" y="246746"/>
                  <a:pt x="429369" y="242745"/>
                  <a:pt x="435415" y="242745"/>
                </a:cubicBezTo>
                <a:close/>
                <a:moveTo>
                  <a:pt x="394911" y="222493"/>
                </a:moveTo>
                <a:cubicBezTo>
                  <a:pt x="401045" y="222493"/>
                  <a:pt x="405046" y="226582"/>
                  <a:pt x="405046" y="232627"/>
                </a:cubicBezTo>
                <a:lnTo>
                  <a:pt x="405046" y="303388"/>
                </a:lnTo>
                <a:cubicBezTo>
                  <a:pt x="405046" y="309433"/>
                  <a:pt x="401045" y="313522"/>
                  <a:pt x="394911" y="313522"/>
                </a:cubicBezTo>
                <a:cubicBezTo>
                  <a:pt x="388865" y="313522"/>
                  <a:pt x="384864" y="309433"/>
                  <a:pt x="384864" y="303388"/>
                </a:cubicBezTo>
                <a:lnTo>
                  <a:pt x="384864" y="232627"/>
                </a:lnTo>
                <a:cubicBezTo>
                  <a:pt x="384864" y="226582"/>
                  <a:pt x="388865" y="222493"/>
                  <a:pt x="394911" y="222493"/>
                </a:cubicBezTo>
                <a:close/>
                <a:moveTo>
                  <a:pt x="516514" y="212331"/>
                </a:moveTo>
                <a:cubicBezTo>
                  <a:pt x="522559" y="212331"/>
                  <a:pt x="526560" y="216421"/>
                  <a:pt x="526560" y="222468"/>
                </a:cubicBezTo>
                <a:lnTo>
                  <a:pt x="526560" y="303385"/>
                </a:lnTo>
                <a:cubicBezTo>
                  <a:pt x="526560" y="309432"/>
                  <a:pt x="522559" y="313522"/>
                  <a:pt x="516514" y="313522"/>
                </a:cubicBezTo>
                <a:cubicBezTo>
                  <a:pt x="510379" y="313522"/>
                  <a:pt x="506378" y="309432"/>
                  <a:pt x="506378" y="303385"/>
                </a:cubicBezTo>
                <a:lnTo>
                  <a:pt x="506378" y="222468"/>
                </a:lnTo>
                <a:cubicBezTo>
                  <a:pt x="506378" y="216421"/>
                  <a:pt x="510379" y="212331"/>
                  <a:pt x="516514" y="212331"/>
                </a:cubicBezTo>
                <a:close/>
                <a:moveTo>
                  <a:pt x="311213" y="180188"/>
                </a:moveTo>
                <a:lnTo>
                  <a:pt x="304717" y="211903"/>
                </a:lnTo>
                <a:cubicBezTo>
                  <a:pt x="298781" y="225796"/>
                  <a:pt x="290203" y="238347"/>
                  <a:pt x="279633" y="248906"/>
                </a:cubicBezTo>
                <a:lnTo>
                  <a:pt x="274426" y="252429"/>
                </a:lnTo>
                <a:lnTo>
                  <a:pt x="274426" y="239622"/>
                </a:lnTo>
                <a:lnTo>
                  <a:pt x="266991" y="232204"/>
                </a:lnTo>
                <a:lnTo>
                  <a:pt x="286105" y="204050"/>
                </a:lnTo>
                <a:lnTo>
                  <a:pt x="290618" y="182059"/>
                </a:lnTo>
                <a:lnTo>
                  <a:pt x="303796" y="182059"/>
                </a:lnTo>
                <a:close/>
                <a:moveTo>
                  <a:pt x="185290" y="178985"/>
                </a:moveTo>
                <a:lnTo>
                  <a:pt x="192421" y="182059"/>
                </a:lnTo>
                <a:lnTo>
                  <a:pt x="216731" y="182059"/>
                </a:lnTo>
                <a:lnTo>
                  <a:pt x="266991" y="232204"/>
                </a:lnTo>
                <a:lnTo>
                  <a:pt x="265358" y="234609"/>
                </a:lnTo>
                <a:lnTo>
                  <a:pt x="250836" y="244426"/>
                </a:lnTo>
                <a:lnTo>
                  <a:pt x="185290" y="179031"/>
                </a:lnTo>
                <a:close/>
                <a:moveTo>
                  <a:pt x="476009" y="171897"/>
                </a:moveTo>
                <a:cubicBezTo>
                  <a:pt x="482054" y="171897"/>
                  <a:pt x="486055" y="175987"/>
                  <a:pt x="486055" y="182032"/>
                </a:cubicBezTo>
                <a:lnTo>
                  <a:pt x="486055" y="303387"/>
                </a:lnTo>
                <a:cubicBezTo>
                  <a:pt x="486055" y="309433"/>
                  <a:pt x="482054" y="313522"/>
                  <a:pt x="476009" y="313522"/>
                </a:cubicBezTo>
                <a:cubicBezTo>
                  <a:pt x="469874" y="313522"/>
                  <a:pt x="465873" y="309433"/>
                  <a:pt x="465873" y="303387"/>
                </a:cubicBezTo>
                <a:lnTo>
                  <a:pt x="465873" y="182032"/>
                </a:lnTo>
                <a:cubicBezTo>
                  <a:pt x="465873" y="175987"/>
                  <a:pt x="469874" y="171897"/>
                  <a:pt x="476009" y="171897"/>
                </a:cubicBezTo>
                <a:close/>
                <a:moveTo>
                  <a:pt x="313921" y="166965"/>
                </a:moveTo>
                <a:lnTo>
                  <a:pt x="314925" y="172904"/>
                </a:lnTo>
                <a:cubicBezTo>
                  <a:pt x="314925" y="176015"/>
                  <a:pt x="313946" y="177971"/>
                  <a:pt x="311898" y="180015"/>
                </a:cubicBezTo>
                <a:lnTo>
                  <a:pt x="311213" y="180188"/>
                </a:lnTo>
                <a:close/>
                <a:moveTo>
                  <a:pt x="313685" y="165567"/>
                </a:moveTo>
                <a:lnTo>
                  <a:pt x="313946" y="166842"/>
                </a:lnTo>
                <a:lnTo>
                  <a:pt x="313921" y="166965"/>
                </a:lnTo>
                <a:close/>
                <a:moveTo>
                  <a:pt x="286557" y="131875"/>
                </a:moveTo>
                <a:lnTo>
                  <a:pt x="293736" y="161794"/>
                </a:lnTo>
                <a:lnTo>
                  <a:pt x="292704" y="161794"/>
                </a:lnTo>
                <a:close/>
                <a:moveTo>
                  <a:pt x="285987" y="129499"/>
                </a:moveTo>
                <a:lnTo>
                  <a:pt x="286105" y="129672"/>
                </a:lnTo>
                <a:lnTo>
                  <a:pt x="286557" y="131875"/>
                </a:lnTo>
                <a:close/>
                <a:moveTo>
                  <a:pt x="304744" y="121927"/>
                </a:moveTo>
                <a:lnTo>
                  <a:pt x="306857" y="125153"/>
                </a:lnTo>
                <a:lnTo>
                  <a:pt x="313685" y="165567"/>
                </a:lnTo>
                <a:close/>
                <a:moveTo>
                  <a:pt x="303006" y="119273"/>
                </a:moveTo>
                <a:lnTo>
                  <a:pt x="304717" y="121796"/>
                </a:lnTo>
                <a:lnTo>
                  <a:pt x="304744" y="121927"/>
                </a:lnTo>
                <a:close/>
                <a:moveTo>
                  <a:pt x="266335" y="100547"/>
                </a:moveTo>
                <a:lnTo>
                  <a:pt x="285579" y="127797"/>
                </a:lnTo>
                <a:lnTo>
                  <a:pt x="285987" y="129499"/>
                </a:lnTo>
                <a:close/>
                <a:moveTo>
                  <a:pt x="263955" y="98160"/>
                </a:moveTo>
                <a:lnTo>
                  <a:pt x="265358" y="99109"/>
                </a:lnTo>
                <a:lnTo>
                  <a:pt x="266335" y="100547"/>
                </a:lnTo>
                <a:lnTo>
                  <a:pt x="265336" y="99133"/>
                </a:lnTo>
                <a:close/>
                <a:moveTo>
                  <a:pt x="518470" y="91029"/>
                </a:moveTo>
                <a:cubicBezTo>
                  <a:pt x="519537" y="91029"/>
                  <a:pt x="519537" y="91029"/>
                  <a:pt x="520515" y="92007"/>
                </a:cubicBezTo>
                <a:cubicBezTo>
                  <a:pt x="521581" y="92007"/>
                  <a:pt x="521581" y="93074"/>
                  <a:pt x="522559" y="93074"/>
                </a:cubicBezTo>
                <a:cubicBezTo>
                  <a:pt x="523537" y="93074"/>
                  <a:pt x="523537" y="94052"/>
                  <a:pt x="524604" y="94052"/>
                </a:cubicBezTo>
                <a:cubicBezTo>
                  <a:pt x="525582" y="96097"/>
                  <a:pt x="526560" y="98142"/>
                  <a:pt x="526560" y="101165"/>
                </a:cubicBezTo>
                <a:cubicBezTo>
                  <a:pt x="526560" y="104187"/>
                  <a:pt x="525582" y="106232"/>
                  <a:pt x="523537" y="108188"/>
                </a:cubicBezTo>
                <a:cubicBezTo>
                  <a:pt x="523537" y="108188"/>
                  <a:pt x="522559" y="109255"/>
                  <a:pt x="521581" y="109255"/>
                </a:cubicBezTo>
                <a:cubicBezTo>
                  <a:pt x="521581" y="109255"/>
                  <a:pt x="520515" y="110233"/>
                  <a:pt x="519537" y="110233"/>
                </a:cubicBezTo>
                <a:cubicBezTo>
                  <a:pt x="518470" y="110233"/>
                  <a:pt x="518470" y="110233"/>
                  <a:pt x="517492" y="111211"/>
                </a:cubicBezTo>
                <a:lnTo>
                  <a:pt x="516514" y="111211"/>
                </a:lnTo>
                <a:cubicBezTo>
                  <a:pt x="513491" y="111211"/>
                  <a:pt x="511446" y="110233"/>
                  <a:pt x="509401" y="108188"/>
                </a:cubicBezTo>
                <a:cubicBezTo>
                  <a:pt x="508423" y="107210"/>
                  <a:pt x="507356" y="106232"/>
                  <a:pt x="507356" y="105165"/>
                </a:cubicBezTo>
                <a:cubicBezTo>
                  <a:pt x="507356" y="104187"/>
                  <a:pt x="506378" y="103121"/>
                  <a:pt x="506378" y="101165"/>
                </a:cubicBezTo>
                <a:cubicBezTo>
                  <a:pt x="506378" y="98142"/>
                  <a:pt x="507356" y="96097"/>
                  <a:pt x="509401" y="94052"/>
                </a:cubicBezTo>
                <a:cubicBezTo>
                  <a:pt x="511446" y="92007"/>
                  <a:pt x="515447" y="91029"/>
                  <a:pt x="518470" y="91029"/>
                </a:cubicBezTo>
                <a:close/>
                <a:moveTo>
                  <a:pt x="384846" y="91029"/>
                </a:moveTo>
                <a:lnTo>
                  <a:pt x="465819" y="91029"/>
                </a:lnTo>
                <a:cubicBezTo>
                  <a:pt x="471870" y="91029"/>
                  <a:pt x="475963" y="95030"/>
                  <a:pt x="475963" y="101165"/>
                </a:cubicBezTo>
                <a:cubicBezTo>
                  <a:pt x="475963" y="107210"/>
                  <a:pt x="471870" y="111211"/>
                  <a:pt x="465819" y="111211"/>
                </a:cubicBezTo>
                <a:lnTo>
                  <a:pt x="384846" y="111211"/>
                </a:lnTo>
                <a:cubicBezTo>
                  <a:pt x="378706" y="111211"/>
                  <a:pt x="374702" y="107210"/>
                  <a:pt x="374702" y="101165"/>
                </a:cubicBezTo>
                <a:cubicBezTo>
                  <a:pt x="374702" y="95030"/>
                  <a:pt x="378706" y="91029"/>
                  <a:pt x="384846" y="91029"/>
                </a:cubicBezTo>
                <a:close/>
                <a:moveTo>
                  <a:pt x="234861" y="78470"/>
                </a:moveTo>
                <a:lnTo>
                  <a:pt x="236624" y="78890"/>
                </a:lnTo>
                <a:lnTo>
                  <a:pt x="263955" y="98160"/>
                </a:lnTo>
                <a:close/>
                <a:moveTo>
                  <a:pt x="233277" y="78093"/>
                </a:moveTo>
                <a:lnTo>
                  <a:pt x="234749" y="78395"/>
                </a:lnTo>
                <a:lnTo>
                  <a:pt x="234861" y="78470"/>
                </a:lnTo>
                <a:close/>
                <a:moveTo>
                  <a:pt x="264684" y="74721"/>
                </a:moveTo>
                <a:lnTo>
                  <a:pt x="280560" y="85001"/>
                </a:lnTo>
                <a:lnTo>
                  <a:pt x="303006" y="119273"/>
                </a:lnTo>
                <a:lnTo>
                  <a:pt x="279633" y="84823"/>
                </a:lnTo>
                <a:close/>
                <a:moveTo>
                  <a:pt x="202570" y="70780"/>
                </a:moveTo>
                <a:lnTo>
                  <a:pt x="233277" y="78093"/>
                </a:lnTo>
                <a:lnTo>
                  <a:pt x="202570" y="71804"/>
                </a:lnTo>
                <a:close/>
                <a:moveTo>
                  <a:pt x="197522" y="70770"/>
                </a:moveTo>
                <a:lnTo>
                  <a:pt x="202570" y="71804"/>
                </a:lnTo>
                <a:lnTo>
                  <a:pt x="202570" y="161794"/>
                </a:lnTo>
                <a:lnTo>
                  <a:pt x="292704" y="161794"/>
                </a:lnTo>
                <a:lnTo>
                  <a:pt x="293741" y="166842"/>
                </a:lnTo>
                <a:lnTo>
                  <a:pt x="290618" y="182059"/>
                </a:lnTo>
                <a:lnTo>
                  <a:pt x="216731" y="182059"/>
                </a:lnTo>
                <a:lnTo>
                  <a:pt x="199449" y="164816"/>
                </a:lnTo>
                <a:cubicBezTo>
                  <a:pt x="195442" y="160818"/>
                  <a:pt x="189386" y="160818"/>
                  <a:pt x="185290" y="164816"/>
                </a:cubicBezTo>
                <a:lnTo>
                  <a:pt x="185290" y="178985"/>
                </a:lnTo>
                <a:lnTo>
                  <a:pt x="185076" y="178893"/>
                </a:lnTo>
                <a:cubicBezTo>
                  <a:pt x="183295" y="176993"/>
                  <a:pt x="182271" y="174460"/>
                  <a:pt x="182271" y="171927"/>
                </a:cubicBezTo>
                <a:lnTo>
                  <a:pt x="182271" y="73890"/>
                </a:lnTo>
                <a:close/>
                <a:moveTo>
                  <a:pt x="241194" y="59511"/>
                </a:moveTo>
                <a:lnTo>
                  <a:pt x="242600" y="59798"/>
                </a:lnTo>
                <a:lnTo>
                  <a:pt x="264684" y="74721"/>
                </a:lnTo>
                <a:close/>
                <a:moveTo>
                  <a:pt x="223078" y="55812"/>
                </a:moveTo>
                <a:lnTo>
                  <a:pt x="239895" y="58670"/>
                </a:lnTo>
                <a:lnTo>
                  <a:pt x="241194" y="59511"/>
                </a:lnTo>
                <a:close/>
                <a:moveTo>
                  <a:pt x="187739" y="52590"/>
                </a:moveTo>
                <a:lnTo>
                  <a:pt x="185298" y="53626"/>
                </a:lnTo>
                <a:cubicBezTo>
                  <a:pt x="183251" y="55670"/>
                  <a:pt x="182271" y="57625"/>
                  <a:pt x="182271" y="60736"/>
                </a:cubicBezTo>
                <a:lnTo>
                  <a:pt x="182271" y="73890"/>
                </a:lnTo>
                <a:lnTo>
                  <a:pt x="160258" y="78395"/>
                </a:lnTo>
                <a:cubicBezTo>
                  <a:pt x="125786" y="93105"/>
                  <a:pt x="101303" y="127449"/>
                  <a:pt x="101303" y="166842"/>
                </a:cubicBezTo>
                <a:cubicBezTo>
                  <a:pt x="101303" y="219456"/>
                  <a:pt x="144829" y="262915"/>
                  <a:pt x="197522" y="262915"/>
                </a:cubicBezTo>
                <a:cubicBezTo>
                  <a:pt x="210673" y="262915"/>
                  <a:pt x="223263" y="260199"/>
                  <a:pt x="234749" y="255302"/>
                </a:cubicBezTo>
                <a:lnTo>
                  <a:pt x="250836" y="244426"/>
                </a:lnTo>
                <a:lnTo>
                  <a:pt x="260268" y="253836"/>
                </a:lnTo>
                <a:cubicBezTo>
                  <a:pt x="262316" y="255791"/>
                  <a:pt x="264364" y="256857"/>
                  <a:pt x="267391" y="256857"/>
                </a:cubicBezTo>
                <a:lnTo>
                  <a:pt x="268732" y="256281"/>
                </a:lnTo>
                <a:lnTo>
                  <a:pt x="242600" y="273962"/>
                </a:lnTo>
                <a:cubicBezTo>
                  <a:pt x="228698" y="279890"/>
                  <a:pt x="213455" y="283178"/>
                  <a:pt x="197522" y="283178"/>
                </a:cubicBezTo>
                <a:cubicBezTo>
                  <a:pt x="133703" y="283178"/>
                  <a:pt x="81009" y="230565"/>
                  <a:pt x="81009" y="166842"/>
                </a:cubicBezTo>
                <a:cubicBezTo>
                  <a:pt x="81009" y="119050"/>
                  <a:pt x="110649" y="77557"/>
                  <a:pt x="152393" y="59798"/>
                </a:cubicBezTo>
                <a:close/>
                <a:moveTo>
                  <a:pt x="192421" y="50604"/>
                </a:moveTo>
                <a:lnTo>
                  <a:pt x="195181" y="51073"/>
                </a:lnTo>
                <a:lnTo>
                  <a:pt x="187739" y="52590"/>
                </a:lnTo>
                <a:close/>
                <a:moveTo>
                  <a:pt x="197522" y="50595"/>
                </a:moveTo>
                <a:lnTo>
                  <a:pt x="223078" y="55812"/>
                </a:lnTo>
                <a:lnTo>
                  <a:pt x="195181" y="51073"/>
                </a:lnTo>
                <a:close/>
                <a:moveTo>
                  <a:pt x="449651" y="41472"/>
                </a:moveTo>
                <a:cubicBezTo>
                  <a:pt x="450631" y="42539"/>
                  <a:pt x="451612" y="42539"/>
                  <a:pt x="452682" y="43516"/>
                </a:cubicBezTo>
                <a:cubicBezTo>
                  <a:pt x="454732" y="45560"/>
                  <a:pt x="455712" y="47604"/>
                  <a:pt x="455712" y="50626"/>
                </a:cubicBezTo>
                <a:cubicBezTo>
                  <a:pt x="455712" y="53648"/>
                  <a:pt x="454732" y="55692"/>
                  <a:pt x="452682" y="57647"/>
                </a:cubicBezTo>
                <a:cubicBezTo>
                  <a:pt x="450631" y="59691"/>
                  <a:pt x="448581" y="60757"/>
                  <a:pt x="445551" y="60757"/>
                </a:cubicBezTo>
                <a:cubicBezTo>
                  <a:pt x="442520" y="60757"/>
                  <a:pt x="440470" y="59691"/>
                  <a:pt x="438509" y="57647"/>
                </a:cubicBezTo>
                <a:cubicBezTo>
                  <a:pt x="436459" y="55692"/>
                  <a:pt x="435389" y="53648"/>
                  <a:pt x="435389" y="50626"/>
                </a:cubicBezTo>
                <a:cubicBezTo>
                  <a:pt x="435389" y="47604"/>
                  <a:pt x="436459" y="45560"/>
                  <a:pt x="438509" y="43516"/>
                </a:cubicBezTo>
                <a:cubicBezTo>
                  <a:pt x="441540" y="40495"/>
                  <a:pt x="445551" y="39517"/>
                  <a:pt x="449651" y="41472"/>
                </a:cubicBezTo>
                <a:close/>
                <a:moveTo>
                  <a:pt x="486030" y="40505"/>
                </a:moveTo>
                <a:lnTo>
                  <a:pt x="516494" y="40505"/>
                </a:lnTo>
                <a:cubicBezTo>
                  <a:pt x="522551" y="40505"/>
                  <a:pt x="526559" y="44591"/>
                  <a:pt x="526559" y="50631"/>
                </a:cubicBezTo>
                <a:cubicBezTo>
                  <a:pt x="526559" y="56671"/>
                  <a:pt x="522551" y="60757"/>
                  <a:pt x="516494" y="60757"/>
                </a:cubicBezTo>
                <a:lnTo>
                  <a:pt x="486030" y="60757"/>
                </a:lnTo>
                <a:cubicBezTo>
                  <a:pt x="479973" y="60757"/>
                  <a:pt x="475964" y="56671"/>
                  <a:pt x="475964" y="50631"/>
                </a:cubicBezTo>
                <a:cubicBezTo>
                  <a:pt x="475964" y="44591"/>
                  <a:pt x="479973" y="40505"/>
                  <a:pt x="486030" y="40505"/>
                </a:cubicBezTo>
                <a:close/>
                <a:moveTo>
                  <a:pt x="384851" y="40505"/>
                </a:moveTo>
                <a:lnTo>
                  <a:pt x="405059" y="40505"/>
                </a:lnTo>
                <a:cubicBezTo>
                  <a:pt x="411112" y="40505"/>
                  <a:pt x="415207" y="44591"/>
                  <a:pt x="415207" y="50631"/>
                </a:cubicBezTo>
                <a:cubicBezTo>
                  <a:pt x="415207" y="56671"/>
                  <a:pt x="411112" y="60757"/>
                  <a:pt x="405059" y="60757"/>
                </a:cubicBezTo>
                <a:lnTo>
                  <a:pt x="384851" y="60757"/>
                </a:lnTo>
                <a:cubicBezTo>
                  <a:pt x="378708" y="60757"/>
                  <a:pt x="374702" y="56671"/>
                  <a:pt x="374702" y="50631"/>
                </a:cubicBezTo>
                <a:cubicBezTo>
                  <a:pt x="374702" y="44591"/>
                  <a:pt x="378708" y="40505"/>
                  <a:pt x="384851" y="40505"/>
                </a:cubicBezTo>
                <a:close/>
                <a:moveTo>
                  <a:pt x="70855" y="20176"/>
                </a:moveTo>
                <a:cubicBezTo>
                  <a:pt x="64803" y="20176"/>
                  <a:pt x="60798" y="24264"/>
                  <a:pt x="60798" y="30308"/>
                </a:cubicBezTo>
                <a:lnTo>
                  <a:pt x="60798" y="343788"/>
                </a:lnTo>
                <a:lnTo>
                  <a:pt x="222783" y="343788"/>
                </a:lnTo>
                <a:cubicBezTo>
                  <a:pt x="228835" y="343788"/>
                  <a:pt x="232929" y="347876"/>
                  <a:pt x="232929" y="353920"/>
                </a:cubicBezTo>
                <a:lnTo>
                  <a:pt x="232929" y="364052"/>
                </a:lnTo>
                <a:lnTo>
                  <a:pt x="374711" y="364052"/>
                </a:lnTo>
                <a:lnTo>
                  <a:pt x="374711" y="353920"/>
                </a:lnTo>
                <a:cubicBezTo>
                  <a:pt x="374711" y="347876"/>
                  <a:pt x="378716" y="343788"/>
                  <a:pt x="384857" y="343788"/>
                </a:cubicBezTo>
                <a:lnTo>
                  <a:pt x="546843" y="343788"/>
                </a:lnTo>
                <a:lnTo>
                  <a:pt x="546843" y="30308"/>
                </a:lnTo>
                <a:cubicBezTo>
                  <a:pt x="546843" y="24264"/>
                  <a:pt x="542748" y="20176"/>
                  <a:pt x="536696" y="20176"/>
                </a:cubicBezTo>
                <a:close/>
                <a:moveTo>
                  <a:pt x="70855" y="0"/>
                </a:moveTo>
                <a:lnTo>
                  <a:pt x="536696" y="0"/>
                </a:lnTo>
                <a:cubicBezTo>
                  <a:pt x="553963" y="0"/>
                  <a:pt x="567135" y="13154"/>
                  <a:pt x="567135" y="30308"/>
                </a:cubicBezTo>
                <a:lnTo>
                  <a:pt x="567135" y="343794"/>
                </a:lnTo>
                <a:lnTo>
                  <a:pt x="384859" y="343794"/>
                </a:lnTo>
                <a:cubicBezTo>
                  <a:pt x="378718" y="343794"/>
                  <a:pt x="374712" y="347883"/>
                  <a:pt x="374712" y="353928"/>
                </a:cubicBezTo>
                <a:lnTo>
                  <a:pt x="374712" y="364062"/>
                </a:lnTo>
                <a:lnTo>
                  <a:pt x="232927" y="364062"/>
                </a:lnTo>
                <a:lnTo>
                  <a:pt x="232927" y="353928"/>
                </a:lnTo>
                <a:cubicBezTo>
                  <a:pt x="232927" y="347883"/>
                  <a:pt x="228833" y="343794"/>
                  <a:pt x="222780" y="343794"/>
                </a:cubicBezTo>
                <a:lnTo>
                  <a:pt x="40505" y="343794"/>
                </a:lnTo>
                <a:lnTo>
                  <a:pt x="40505" y="30308"/>
                </a:lnTo>
                <a:cubicBezTo>
                  <a:pt x="40505" y="13154"/>
                  <a:pt x="53678" y="0"/>
                  <a:pt x="708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íṧľîdè">
            <a:extLst>
              <a:ext uri="{FF2B5EF4-FFF2-40B4-BE49-F238E27FC236}">
                <a16:creationId xmlns:a16="http://schemas.microsoft.com/office/drawing/2014/main" xmlns="" id="{DD437093-F6A4-4284-8104-1A3F00322807}"/>
              </a:ext>
            </a:extLst>
          </p:cNvPr>
          <p:cNvSpPr/>
          <p:nvPr/>
        </p:nvSpPr>
        <p:spPr bwMode="auto">
          <a:xfrm>
            <a:off x="3531000" y="5355066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</p:txBody>
      </p:sp>
      <p:sp>
        <p:nvSpPr>
          <p:cNvPr id="34" name="îṧļiḍe">
            <a:extLst>
              <a:ext uri="{FF2B5EF4-FFF2-40B4-BE49-F238E27FC236}">
                <a16:creationId xmlns:a16="http://schemas.microsoft.com/office/drawing/2014/main" xmlns="" id="{BB2EDF3E-1230-4B88-8D38-B5AF33145DF5}"/>
              </a:ext>
            </a:extLst>
          </p:cNvPr>
          <p:cNvSpPr txBox="1"/>
          <p:nvPr/>
        </p:nvSpPr>
        <p:spPr bwMode="auto">
          <a:xfrm>
            <a:off x="3531000" y="4935831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Text here</a:t>
            </a:r>
          </a:p>
        </p:txBody>
      </p:sp>
      <p:sp>
        <p:nvSpPr>
          <p:cNvPr id="35" name="íṩlîḓê">
            <a:extLst>
              <a:ext uri="{FF2B5EF4-FFF2-40B4-BE49-F238E27FC236}">
                <a16:creationId xmlns:a16="http://schemas.microsoft.com/office/drawing/2014/main" xmlns="" id="{6E66BB60-4826-4ED1-8EE9-6C99F3CC1347}"/>
              </a:ext>
            </a:extLst>
          </p:cNvPr>
          <p:cNvSpPr/>
          <p:nvPr/>
        </p:nvSpPr>
        <p:spPr>
          <a:xfrm>
            <a:off x="6744990" y="3907135"/>
            <a:ext cx="889769" cy="889769"/>
          </a:xfrm>
          <a:prstGeom prst="ellipse">
            <a:avLst/>
          </a:prstGeom>
          <a:solidFill>
            <a:srgbClr val="1C50A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6" name="iṧļidé">
            <a:extLst>
              <a:ext uri="{FF2B5EF4-FFF2-40B4-BE49-F238E27FC236}">
                <a16:creationId xmlns:a16="http://schemas.microsoft.com/office/drawing/2014/main" xmlns="" id="{9CE63ECC-B501-41BF-823B-6F62E82B37BC}"/>
              </a:ext>
            </a:extLst>
          </p:cNvPr>
          <p:cNvSpPr/>
          <p:nvPr/>
        </p:nvSpPr>
        <p:spPr bwMode="auto">
          <a:xfrm>
            <a:off x="6970096" y="4202047"/>
            <a:ext cx="439555" cy="299944"/>
          </a:xfrm>
          <a:custGeom>
            <a:avLst/>
            <a:gdLst>
              <a:gd name="connsiteX0" fmla="*/ 20293 w 607639"/>
              <a:gd name="connsiteY0" fmla="*/ 364062 h 414642"/>
              <a:gd name="connsiteX1" fmla="*/ 20293 w 607639"/>
              <a:gd name="connsiteY1" fmla="*/ 384241 h 414642"/>
              <a:gd name="connsiteX2" fmla="*/ 30351 w 607639"/>
              <a:gd name="connsiteY2" fmla="*/ 394374 h 414642"/>
              <a:gd name="connsiteX3" fmla="*/ 577199 w 607639"/>
              <a:gd name="connsiteY3" fmla="*/ 394374 h 414642"/>
              <a:gd name="connsiteX4" fmla="*/ 587346 w 607639"/>
              <a:gd name="connsiteY4" fmla="*/ 384241 h 414642"/>
              <a:gd name="connsiteX5" fmla="*/ 587346 w 607639"/>
              <a:gd name="connsiteY5" fmla="*/ 364062 h 414642"/>
              <a:gd name="connsiteX6" fmla="*/ 394917 w 607639"/>
              <a:gd name="connsiteY6" fmla="*/ 364062 h 414642"/>
              <a:gd name="connsiteX7" fmla="*/ 394917 w 607639"/>
              <a:gd name="connsiteY7" fmla="*/ 374196 h 414642"/>
              <a:gd name="connsiteX8" fmla="*/ 384859 w 607639"/>
              <a:gd name="connsiteY8" fmla="*/ 384241 h 414642"/>
              <a:gd name="connsiteX9" fmla="*/ 222780 w 607639"/>
              <a:gd name="connsiteY9" fmla="*/ 384241 h 414642"/>
              <a:gd name="connsiteX10" fmla="*/ 212634 w 607639"/>
              <a:gd name="connsiteY10" fmla="*/ 374196 h 414642"/>
              <a:gd name="connsiteX11" fmla="*/ 212634 w 607639"/>
              <a:gd name="connsiteY11" fmla="*/ 364062 h 414642"/>
              <a:gd name="connsiteX12" fmla="*/ 10146 w 607639"/>
              <a:gd name="connsiteY12" fmla="*/ 343794 h 414642"/>
              <a:gd name="connsiteX13" fmla="*/ 40505 w 607639"/>
              <a:gd name="connsiteY13" fmla="*/ 343794 h 414642"/>
              <a:gd name="connsiteX14" fmla="*/ 40505 w 607639"/>
              <a:gd name="connsiteY14" fmla="*/ 353920 h 414642"/>
              <a:gd name="connsiteX15" fmla="*/ 50652 w 607639"/>
              <a:gd name="connsiteY15" fmla="*/ 364052 h 414642"/>
              <a:gd name="connsiteX16" fmla="*/ 212637 w 607639"/>
              <a:gd name="connsiteY16" fmla="*/ 364052 h 414642"/>
              <a:gd name="connsiteX17" fmla="*/ 212637 w 607639"/>
              <a:gd name="connsiteY17" fmla="*/ 374185 h 414642"/>
              <a:gd name="connsiteX18" fmla="*/ 222783 w 607639"/>
              <a:gd name="connsiteY18" fmla="*/ 384228 h 414642"/>
              <a:gd name="connsiteX19" fmla="*/ 384857 w 607639"/>
              <a:gd name="connsiteY19" fmla="*/ 384228 h 414642"/>
              <a:gd name="connsiteX20" fmla="*/ 394915 w 607639"/>
              <a:gd name="connsiteY20" fmla="*/ 374185 h 414642"/>
              <a:gd name="connsiteX21" fmla="*/ 394915 w 607639"/>
              <a:gd name="connsiteY21" fmla="*/ 364052 h 414642"/>
              <a:gd name="connsiteX22" fmla="*/ 556989 w 607639"/>
              <a:gd name="connsiteY22" fmla="*/ 364052 h 414642"/>
              <a:gd name="connsiteX23" fmla="*/ 567135 w 607639"/>
              <a:gd name="connsiteY23" fmla="*/ 353920 h 414642"/>
              <a:gd name="connsiteX24" fmla="*/ 567135 w 607639"/>
              <a:gd name="connsiteY24" fmla="*/ 343794 h 414642"/>
              <a:gd name="connsiteX25" fmla="*/ 597493 w 607639"/>
              <a:gd name="connsiteY25" fmla="*/ 343794 h 414642"/>
              <a:gd name="connsiteX26" fmla="*/ 607639 w 607639"/>
              <a:gd name="connsiteY26" fmla="*/ 353928 h 414642"/>
              <a:gd name="connsiteX27" fmla="*/ 607639 w 607639"/>
              <a:gd name="connsiteY27" fmla="*/ 384241 h 414642"/>
              <a:gd name="connsiteX28" fmla="*/ 577199 w 607639"/>
              <a:gd name="connsiteY28" fmla="*/ 414642 h 414642"/>
              <a:gd name="connsiteX29" fmla="*/ 30351 w 607639"/>
              <a:gd name="connsiteY29" fmla="*/ 414642 h 414642"/>
              <a:gd name="connsiteX30" fmla="*/ 0 w 607639"/>
              <a:gd name="connsiteY30" fmla="*/ 384241 h 414642"/>
              <a:gd name="connsiteX31" fmla="*/ 0 w 607639"/>
              <a:gd name="connsiteY31" fmla="*/ 353928 h 414642"/>
              <a:gd name="connsiteX32" fmla="*/ 10146 w 607639"/>
              <a:gd name="connsiteY32" fmla="*/ 343794 h 414642"/>
              <a:gd name="connsiteX33" fmla="*/ 354415 w 607639"/>
              <a:gd name="connsiteY33" fmla="*/ 262926 h 414642"/>
              <a:gd name="connsiteX34" fmla="*/ 364541 w 607639"/>
              <a:gd name="connsiteY34" fmla="*/ 273063 h 414642"/>
              <a:gd name="connsiteX35" fmla="*/ 364541 w 607639"/>
              <a:gd name="connsiteY35" fmla="*/ 303384 h 414642"/>
              <a:gd name="connsiteX36" fmla="*/ 354415 w 607639"/>
              <a:gd name="connsiteY36" fmla="*/ 313521 h 414642"/>
              <a:gd name="connsiteX37" fmla="*/ 344289 w 607639"/>
              <a:gd name="connsiteY37" fmla="*/ 303384 h 414642"/>
              <a:gd name="connsiteX38" fmla="*/ 344289 w 607639"/>
              <a:gd name="connsiteY38" fmla="*/ 273063 h 414642"/>
              <a:gd name="connsiteX39" fmla="*/ 354415 w 607639"/>
              <a:gd name="connsiteY39" fmla="*/ 262926 h 414642"/>
              <a:gd name="connsiteX40" fmla="*/ 274426 w 607639"/>
              <a:gd name="connsiteY40" fmla="*/ 252429 h 414642"/>
              <a:gd name="connsiteX41" fmla="*/ 274426 w 607639"/>
              <a:gd name="connsiteY41" fmla="*/ 253836 h 414642"/>
              <a:gd name="connsiteX42" fmla="*/ 268732 w 607639"/>
              <a:gd name="connsiteY42" fmla="*/ 256281 h 414642"/>
              <a:gd name="connsiteX43" fmla="*/ 435415 w 607639"/>
              <a:gd name="connsiteY43" fmla="*/ 242745 h 414642"/>
              <a:gd name="connsiteX44" fmla="*/ 445550 w 607639"/>
              <a:gd name="connsiteY44" fmla="*/ 252793 h 414642"/>
              <a:gd name="connsiteX45" fmla="*/ 445550 w 607639"/>
              <a:gd name="connsiteY45" fmla="*/ 303386 h 414642"/>
              <a:gd name="connsiteX46" fmla="*/ 435415 w 607639"/>
              <a:gd name="connsiteY46" fmla="*/ 313522 h 414642"/>
              <a:gd name="connsiteX47" fmla="*/ 425368 w 607639"/>
              <a:gd name="connsiteY47" fmla="*/ 303386 h 414642"/>
              <a:gd name="connsiteX48" fmla="*/ 425368 w 607639"/>
              <a:gd name="connsiteY48" fmla="*/ 252793 h 414642"/>
              <a:gd name="connsiteX49" fmla="*/ 435415 w 607639"/>
              <a:gd name="connsiteY49" fmla="*/ 242745 h 414642"/>
              <a:gd name="connsiteX50" fmla="*/ 394911 w 607639"/>
              <a:gd name="connsiteY50" fmla="*/ 222493 h 414642"/>
              <a:gd name="connsiteX51" fmla="*/ 405046 w 607639"/>
              <a:gd name="connsiteY51" fmla="*/ 232627 h 414642"/>
              <a:gd name="connsiteX52" fmla="*/ 405046 w 607639"/>
              <a:gd name="connsiteY52" fmla="*/ 303388 h 414642"/>
              <a:gd name="connsiteX53" fmla="*/ 394911 w 607639"/>
              <a:gd name="connsiteY53" fmla="*/ 313522 h 414642"/>
              <a:gd name="connsiteX54" fmla="*/ 384864 w 607639"/>
              <a:gd name="connsiteY54" fmla="*/ 303388 h 414642"/>
              <a:gd name="connsiteX55" fmla="*/ 384864 w 607639"/>
              <a:gd name="connsiteY55" fmla="*/ 232627 h 414642"/>
              <a:gd name="connsiteX56" fmla="*/ 394911 w 607639"/>
              <a:gd name="connsiteY56" fmla="*/ 222493 h 414642"/>
              <a:gd name="connsiteX57" fmla="*/ 516514 w 607639"/>
              <a:gd name="connsiteY57" fmla="*/ 212331 h 414642"/>
              <a:gd name="connsiteX58" fmla="*/ 526560 w 607639"/>
              <a:gd name="connsiteY58" fmla="*/ 222468 h 414642"/>
              <a:gd name="connsiteX59" fmla="*/ 526560 w 607639"/>
              <a:gd name="connsiteY59" fmla="*/ 303385 h 414642"/>
              <a:gd name="connsiteX60" fmla="*/ 516514 w 607639"/>
              <a:gd name="connsiteY60" fmla="*/ 313522 h 414642"/>
              <a:gd name="connsiteX61" fmla="*/ 506378 w 607639"/>
              <a:gd name="connsiteY61" fmla="*/ 303385 h 414642"/>
              <a:gd name="connsiteX62" fmla="*/ 506378 w 607639"/>
              <a:gd name="connsiteY62" fmla="*/ 222468 h 414642"/>
              <a:gd name="connsiteX63" fmla="*/ 516514 w 607639"/>
              <a:gd name="connsiteY63" fmla="*/ 212331 h 414642"/>
              <a:gd name="connsiteX64" fmla="*/ 311213 w 607639"/>
              <a:gd name="connsiteY64" fmla="*/ 180188 h 414642"/>
              <a:gd name="connsiteX65" fmla="*/ 304717 w 607639"/>
              <a:gd name="connsiteY65" fmla="*/ 211903 h 414642"/>
              <a:gd name="connsiteX66" fmla="*/ 279633 w 607639"/>
              <a:gd name="connsiteY66" fmla="*/ 248906 h 414642"/>
              <a:gd name="connsiteX67" fmla="*/ 274426 w 607639"/>
              <a:gd name="connsiteY67" fmla="*/ 252429 h 414642"/>
              <a:gd name="connsiteX68" fmla="*/ 274426 w 607639"/>
              <a:gd name="connsiteY68" fmla="*/ 239622 h 414642"/>
              <a:gd name="connsiteX69" fmla="*/ 266991 w 607639"/>
              <a:gd name="connsiteY69" fmla="*/ 232204 h 414642"/>
              <a:gd name="connsiteX70" fmla="*/ 286105 w 607639"/>
              <a:gd name="connsiteY70" fmla="*/ 204050 h 414642"/>
              <a:gd name="connsiteX71" fmla="*/ 290618 w 607639"/>
              <a:gd name="connsiteY71" fmla="*/ 182059 h 414642"/>
              <a:gd name="connsiteX72" fmla="*/ 303796 w 607639"/>
              <a:gd name="connsiteY72" fmla="*/ 182059 h 414642"/>
              <a:gd name="connsiteX73" fmla="*/ 185290 w 607639"/>
              <a:gd name="connsiteY73" fmla="*/ 178985 h 414642"/>
              <a:gd name="connsiteX74" fmla="*/ 192421 w 607639"/>
              <a:gd name="connsiteY74" fmla="*/ 182059 h 414642"/>
              <a:gd name="connsiteX75" fmla="*/ 216731 w 607639"/>
              <a:gd name="connsiteY75" fmla="*/ 182059 h 414642"/>
              <a:gd name="connsiteX76" fmla="*/ 266991 w 607639"/>
              <a:gd name="connsiteY76" fmla="*/ 232204 h 414642"/>
              <a:gd name="connsiteX77" fmla="*/ 265358 w 607639"/>
              <a:gd name="connsiteY77" fmla="*/ 234609 h 414642"/>
              <a:gd name="connsiteX78" fmla="*/ 250836 w 607639"/>
              <a:gd name="connsiteY78" fmla="*/ 244426 h 414642"/>
              <a:gd name="connsiteX79" fmla="*/ 185290 w 607639"/>
              <a:gd name="connsiteY79" fmla="*/ 179031 h 414642"/>
              <a:gd name="connsiteX80" fmla="*/ 476009 w 607639"/>
              <a:gd name="connsiteY80" fmla="*/ 171897 h 414642"/>
              <a:gd name="connsiteX81" fmla="*/ 486055 w 607639"/>
              <a:gd name="connsiteY81" fmla="*/ 182032 h 414642"/>
              <a:gd name="connsiteX82" fmla="*/ 486055 w 607639"/>
              <a:gd name="connsiteY82" fmla="*/ 303387 h 414642"/>
              <a:gd name="connsiteX83" fmla="*/ 476009 w 607639"/>
              <a:gd name="connsiteY83" fmla="*/ 313522 h 414642"/>
              <a:gd name="connsiteX84" fmla="*/ 465873 w 607639"/>
              <a:gd name="connsiteY84" fmla="*/ 303387 h 414642"/>
              <a:gd name="connsiteX85" fmla="*/ 465873 w 607639"/>
              <a:gd name="connsiteY85" fmla="*/ 182032 h 414642"/>
              <a:gd name="connsiteX86" fmla="*/ 476009 w 607639"/>
              <a:gd name="connsiteY86" fmla="*/ 171897 h 414642"/>
              <a:gd name="connsiteX87" fmla="*/ 313921 w 607639"/>
              <a:gd name="connsiteY87" fmla="*/ 166965 h 414642"/>
              <a:gd name="connsiteX88" fmla="*/ 314925 w 607639"/>
              <a:gd name="connsiteY88" fmla="*/ 172904 h 414642"/>
              <a:gd name="connsiteX89" fmla="*/ 311898 w 607639"/>
              <a:gd name="connsiteY89" fmla="*/ 180015 h 414642"/>
              <a:gd name="connsiteX90" fmla="*/ 311213 w 607639"/>
              <a:gd name="connsiteY90" fmla="*/ 180188 h 414642"/>
              <a:gd name="connsiteX91" fmla="*/ 313685 w 607639"/>
              <a:gd name="connsiteY91" fmla="*/ 165567 h 414642"/>
              <a:gd name="connsiteX92" fmla="*/ 313946 w 607639"/>
              <a:gd name="connsiteY92" fmla="*/ 166842 h 414642"/>
              <a:gd name="connsiteX93" fmla="*/ 313921 w 607639"/>
              <a:gd name="connsiteY93" fmla="*/ 166965 h 414642"/>
              <a:gd name="connsiteX94" fmla="*/ 286557 w 607639"/>
              <a:gd name="connsiteY94" fmla="*/ 131875 h 414642"/>
              <a:gd name="connsiteX95" fmla="*/ 293736 w 607639"/>
              <a:gd name="connsiteY95" fmla="*/ 161794 h 414642"/>
              <a:gd name="connsiteX96" fmla="*/ 292704 w 607639"/>
              <a:gd name="connsiteY96" fmla="*/ 161794 h 414642"/>
              <a:gd name="connsiteX97" fmla="*/ 285987 w 607639"/>
              <a:gd name="connsiteY97" fmla="*/ 129499 h 414642"/>
              <a:gd name="connsiteX98" fmla="*/ 286105 w 607639"/>
              <a:gd name="connsiteY98" fmla="*/ 129672 h 414642"/>
              <a:gd name="connsiteX99" fmla="*/ 286557 w 607639"/>
              <a:gd name="connsiteY99" fmla="*/ 131875 h 414642"/>
              <a:gd name="connsiteX100" fmla="*/ 304744 w 607639"/>
              <a:gd name="connsiteY100" fmla="*/ 121927 h 414642"/>
              <a:gd name="connsiteX101" fmla="*/ 306857 w 607639"/>
              <a:gd name="connsiteY101" fmla="*/ 125153 h 414642"/>
              <a:gd name="connsiteX102" fmla="*/ 313685 w 607639"/>
              <a:gd name="connsiteY102" fmla="*/ 165567 h 414642"/>
              <a:gd name="connsiteX103" fmla="*/ 303006 w 607639"/>
              <a:gd name="connsiteY103" fmla="*/ 119273 h 414642"/>
              <a:gd name="connsiteX104" fmla="*/ 304717 w 607639"/>
              <a:gd name="connsiteY104" fmla="*/ 121796 h 414642"/>
              <a:gd name="connsiteX105" fmla="*/ 304744 w 607639"/>
              <a:gd name="connsiteY105" fmla="*/ 121927 h 414642"/>
              <a:gd name="connsiteX106" fmla="*/ 266335 w 607639"/>
              <a:gd name="connsiteY106" fmla="*/ 100547 h 414642"/>
              <a:gd name="connsiteX107" fmla="*/ 285579 w 607639"/>
              <a:gd name="connsiteY107" fmla="*/ 127797 h 414642"/>
              <a:gd name="connsiteX108" fmla="*/ 285987 w 607639"/>
              <a:gd name="connsiteY108" fmla="*/ 129499 h 414642"/>
              <a:gd name="connsiteX109" fmla="*/ 263955 w 607639"/>
              <a:gd name="connsiteY109" fmla="*/ 98160 h 414642"/>
              <a:gd name="connsiteX110" fmla="*/ 265358 w 607639"/>
              <a:gd name="connsiteY110" fmla="*/ 99109 h 414642"/>
              <a:gd name="connsiteX111" fmla="*/ 266335 w 607639"/>
              <a:gd name="connsiteY111" fmla="*/ 100547 h 414642"/>
              <a:gd name="connsiteX112" fmla="*/ 265336 w 607639"/>
              <a:gd name="connsiteY112" fmla="*/ 99133 h 414642"/>
              <a:gd name="connsiteX113" fmla="*/ 518470 w 607639"/>
              <a:gd name="connsiteY113" fmla="*/ 91029 h 414642"/>
              <a:gd name="connsiteX114" fmla="*/ 520515 w 607639"/>
              <a:gd name="connsiteY114" fmla="*/ 92007 h 414642"/>
              <a:gd name="connsiteX115" fmla="*/ 522559 w 607639"/>
              <a:gd name="connsiteY115" fmla="*/ 93074 h 414642"/>
              <a:gd name="connsiteX116" fmla="*/ 524604 w 607639"/>
              <a:gd name="connsiteY116" fmla="*/ 94052 h 414642"/>
              <a:gd name="connsiteX117" fmla="*/ 526560 w 607639"/>
              <a:gd name="connsiteY117" fmla="*/ 101165 h 414642"/>
              <a:gd name="connsiteX118" fmla="*/ 523537 w 607639"/>
              <a:gd name="connsiteY118" fmla="*/ 108188 h 414642"/>
              <a:gd name="connsiteX119" fmla="*/ 521581 w 607639"/>
              <a:gd name="connsiteY119" fmla="*/ 109255 h 414642"/>
              <a:gd name="connsiteX120" fmla="*/ 519537 w 607639"/>
              <a:gd name="connsiteY120" fmla="*/ 110233 h 414642"/>
              <a:gd name="connsiteX121" fmla="*/ 517492 w 607639"/>
              <a:gd name="connsiteY121" fmla="*/ 111211 h 414642"/>
              <a:gd name="connsiteX122" fmla="*/ 516514 w 607639"/>
              <a:gd name="connsiteY122" fmla="*/ 111211 h 414642"/>
              <a:gd name="connsiteX123" fmla="*/ 509401 w 607639"/>
              <a:gd name="connsiteY123" fmla="*/ 108188 h 414642"/>
              <a:gd name="connsiteX124" fmla="*/ 507356 w 607639"/>
              <a:gd name="connsiteY124" fmla="*/ 105165 h 414642"/>
              <a:gd name="connsiteX125" fmla="*/ 506378 w 607639"/>
              <a:gd name="connsiteY125" fmla="*/ 101165 h 414642"/>
              <a:gd name="connsiteX126" fmla="*/ 509401 w 607639"/>
              <a:gd name="connsiteY126" fmla="*/ 94052 h 414642"/>
              <a:gd name="connsiteX127" fmla="*/ 518470 w 607639"/>
              <a:gd name="connsiteY127" fmla="*/ 91029 h 414642"/>
              <a:gd name="connsiteX128" fmla="*/ 384846 w 607639"/>
              <a:gd name="connsiteY128" fmla="*/ 91029 h 414642"/>
              <a:gd name="connsiteX129" fmla="*/ 465819 w 607639"/>
              <a:gd name="connsiteY129" fmla="*/ 91029 h 414642"/>
              <a:gd name="connsiteX130" fmla="*/ 475963 w 607639"/>
              <a:gd name="connsiteY130" fmla="*/ 101165 h 414642"/>
              <a:gd name="connsiteX131" fmla="*/ 465819 w 607639"/>
              <a:gd name="connsiteY131" fmla="*/ 111211 h 414642"/>
              <a:gd name="connsiteX132" fmla="*/ 384846 w 607639"/>
              <a:gd name="connsiteY132" fmla="*/ 111211 h 414642"/>
              <a:gd name="connsiteX133" fmla="*/ 374702 w 607639"/>
              <a:gd name="connsiteY133" fmla="*/ 101165 h 414642"/>
              <a:gd name="connsiteX134" fmla="*/ 384846 w 607639"/>
              <a:gd name="connsiteY134" fmla="*/ 91029 h 414642"/>
              <a:gd name="connsiteX135" fmla="*/ 234861 w 607639"/>
              <a:gd name="connsiteY135" fmla="*/ 78470 h 414642"/>
              <a:gd name="connsiteX136" fmla="*/ 236624 w 607639"/>
              <a:gd name="connsiteY136" fmla="*/ 78890 h 414642"/>
              <a:gd name="connsiteX137" fmla="*/ 263955 w 607639"/>
              <a:gd name="connsiteY137" fmla="*/ 98160 h 414642"/>
              <a:gd name="connsiteX138" fmla="*/ 233277 w 607639"/>
              <a:gd name="connsiteY138" fmla="*/ 78093 h 414642"/>
              <a:gd name="connsiteX139" fmla="*/ 234749 w 607639"/>
              <a:gd name="connsiteY139" fmla="*/ 78395 h 414642"/>
              <a:gd name="connsiteX140" fmla="*/ 234861 w 607639"/>
              <a:gd name="connsiteY140" fmla="*/ 78470 h 414642"/>
              <a:gd name="connsiteX141" fmla="*/ 264684 w 607639"/>
              <a:gd name="connsiteY141" fmla="*/ 74721 h 414642"/>
              <a:gd name="connsiteX142" fmla="*/ 280560 w 607639"/>
              <a:gd name="connsiteY142" fmla="*/ 85001 h 414642"/>
              <a:gd name="connsiteX143" fmla="*/ 303006 w 607639"/>
              <a:gd name="connsiteY143" fmla="*/ 119273 h 414642"/>
              <a:gd name="connsiteX144" fmla="*/ 279633 w 607639"/>
              <a:gd name="connsiteY144" fmla="*/ 84823 h 414642"/>
              <a:gd name="connsiteX145" fmla="*/ 202570 w 607639"/>
              <a:gd name="connsiteY145" fmla="*/ 70780 h 414642"/>
              <a:gd name="connsiteX146" fmla="*/ 233277 w 607639"/>
              <a:gd name="connsiteY146" fmla="*/ 78093 h 414642"/>
              <a:gd name="connsiteX147" fmla="*/ 202570 w 607639"/>
              <a:gd name="connsiteY147" fmla="*/ 71804 h 414642"/>
              <a:gd name="connsiteX148" fmla="*/ 197522 w 607639"/>
              <a:gd name="connsiteY148" fmla="*/ 70770 h 414642"/>
              <a:gd name="connsiteX149" fmla="*/ 202570 w 607639"/>
              <a:gd name="connsiteY149" fmla="*/ 71804 h 414642"/>
              <a:gd name="connsiteX150" fmla="*/ 202570 w 607639"/>
              <a:gd name="connsiteY150" fmla="*/ 161794 h 414642"/>
              <a:gd name="connsiteX151" fmla="*/ 292704 w 607639"/>
              <a:gd name="connsiteY151" fmla="*/ 161794 h 414642"/>
              <a:gd name="connsiteX152" fmla="*/ 293741 w 607639"/>
              <a:gd name="connsiteY152" fmla="*/ 166842 h 414642"/>
              <a:gd name="connsiteX153" fmla="*/ 290618 w 607639"/>
              <a:gd name="connsiteY153" fmla="*/ 182059 h 414642"/>
              <a:gd name="connsiteX154" fmla="*/ 216731 w 607639"/>
              <a:gd name="connsiteY154" fmla="*/ 182059 h 414642"/>
              <a:gd name="connsiteX155" fmla="*/ 199449 w 607639"/>
              <a:gd name="connsiteY155" fmla="*/ 164816 h 414642"/>
              <a:gd name="connsiteX156" fmla="*/ 185290 w 607639"/>
              <a:gd name="connsiteY156" fmla="*/ 164816 h 414642"/>
              <a:gd name="connsiteX157" fmla="*/ 185290 w 607639"/>
              <a:gd name="connsiteY157" fmla="*/ 178985 h 414642"/>
              <a:gd name="connsiteX158" fmla="*/ 185076 w 607639"/>
              <a:gd name="connsiteY158" fmla="*/ 178893 h 414642"/>
              <a:gd name="connsiteX159" fmla="*/ 182271 w 607639"/>
              <a:gd name="connsiteY159" fmla="*/ 171927 h 414642"/>
              <a:gd name="connsiteX160" fmla="*/ 182271 w 607639"/>
              <a:gd name="connsiteY160" fmla="*/ 73890 h 414642"/>
              <a:gd name="connsiteX161" fmla="*/ 241194 w 607639"/>
              <a:gd name="connsiteY161" fmla="*/ 59511 h 414642"/>
              <a:gd name="connsiteX162" fmla="*/ 242600 w 607639"/>
              <a:gd name="connsiteY162" fmla="*/ 59798 h 414642"/>
              <a:gd name="connsiteX163" fmla="*/ 264684 w 607639"/>
              <a:gd name="connsiteY163" fmla="*/ 74721 h 414642"/>
              <a:gd name="connsiteX164" fmla="*/ 223078 w 607639"/>
              <a:gd name="connsiteY164" fmla="*/ 55812 h 414642"/>
              <a:gd name="connsiteX165" fmla="*/ 239895 w 607639"/>
              <a:gd name="connsiteY165" fmla="*/ 58670 h 414642"/>
              <a:gd name="connsiteX166" fmla="*/ 241194 w 607639"/>
              <a:gd name="connsiteY166" fmla="*/ 59511 h 414642"/>
              <a:gd name="connsiteX167" fmla="*/ 187739 w 607639"/>
              <a:gd name="connsiteY167" fmla="*/ 52590 h 414642"/>
              <a:gd name="connsiteX168" fmla="*/ 185298 w 607639"/>
              <a:gd name="connsiteY168" fmla="*/ 53626 h 414642"/>
              <a:gd name="connsiteX169" fmla="*/ 182271 w 607639"/>
              <a:gd name="connsiteY169" fmla="*/ 60736 h 414642"/>
              <a:gd name="connsiteX170" fmla="*/ 182271 w 607639"/>
              <a:gd name="connsiteY170" fmla="*/ 73890 h 414642"/>
              <a:gd name="connsiteX171" fmla="*/ 160258 w 607639"/>
              <a:gd name="connsiteY171" fmla="*/ 78395 h 414642"/>
              <a:gd name="connsiteX172" fmla="*/ 101303 w 607639"/>
              <a:gd name="connsiteY172" fmla="*/ 166842 h 414642"/>
              <a:gd name="connsiteX173" fmla="*/ 197522 w 607639"/>
              <a:gd name="connsiteY173" fmla="*/ 262915 h 414642"/>
              <a:gd name="connsiteX174" fmla="*/ 234749 w 607639"/>
              <a:gd name="connsiteY174" fmla="*/ 255302 h 414642"/>
              <a:gd name="connsiteX175" fmla="*/ 250836 w 607639"/>
              <a:gd name="connsiteY175" fmla="*/ 244426 h 414642"/>
              <a:gd name="connsiteX176" fmla="*/ 260268 w 607639"/>
              <a:gd name="connsiteY176" fmla="*/ 253836 h 414642"/>
              <a:gd name="connsiteX177" fmla="*/ 267391 w 607639"/>
              <a:gd name="connsiteY177" fmla="*/ 256857 h 414642"/>
              <a:gd name="connsiteX178" fmla="*/ 268732 w 607639"/>
              <a:gd name="connsiteY178" fmla="*/ 256281 h 414642"/>
              <a:gd name="connsiteX179" fmla="*/ 242600 w 607639"/>
              <a:gd name="connsiteY179" fmla="*/ 273962 h 414642"/>
              <a:gd name="connsiteX180" fmla="*/ 197522 w 607639"/>
              <a:gd name="connsiteY180" fmla="*/ 283178 h 414642"/>
              <a:gd name="connsiteX181" fmla="*/ 81009 w 607639"/>
              <a:gd name="connsiteY181" fmla="*/ 166842 h 414642"/>
              <a:gd name="connsiteX182" fmla="*/ 152393 w 607639"/>
              <a:gd name="connsiteY182" fmla="*/ 59798 h 414642"/>
              <a:gd name="connsiteX183" fmla="*/ 192421 w 607639"/>
              <a:gd name="connsiteY183" fmla="*/ 50604 h 414642"/>
              <a:gd name="connsiteX184" fmla="*/ 195181 w 607639"/>
              <a:gd name="connsiteY184" fmla="*/ 51073 h 414642"/>
              <a:gd name="connsiteX185" fmla="*/ 187739 w 607639"/>
              <a:gd name="connsiteY185" fmla="*/ 52590 h 414642"/>
              <a:gd name="connsiteX186" fmla="*/ 197522 w 607639"/>
              <a:gd name="connsiteY186" fmla="*/ 50595 h 414642"/>
              <a:gd name="connsiteX187" fmla="*/ 223078 w 607639"/>
              <a:gd name="connsiteY187" fmla="*/ 55812 h 414642"/>
              <a:gd name="connsiteX188" fmla="*/ 195181 w 607639"/>
              <a:gd name="connsiteY188" fmla="*/ 51073 h 414642"/>
              <a:gd name="connsiteX189" fmla="*/ 449651 w 607639"/>
              <a:gd name="connsiteY189" fmla="*/ 41472 h 414642"/>
              <a:gd name="connsiteX190" fmla="*/ 452682 w 607639"/>
              <a:gd name="connsiteY190" fmla="*/ 43516 h 414642"/>
              <a:gd name="connsiteX191" fmla="*/ 455712 w 607639"/>
              <a:gd name="connsiteY191" fmla="*/ 50626 h 414642"/>
              <a:gd name="connsiteX192" fmla="*/ 452682 w 607639"/>
              <a:gd name="connsiteY192" fmla="*/ 57647 h 414642"/>
              <a:gd name="connsiteX193" fmla="*/ 445551 w 607639"/>
              <a:gd name="connsiteY193" fmla="*/ 60757 h 414642"/>
              <a:gd name="connsiteX194" fmla="*/ 438509 w 607639"/>
              <a:gd name="connsiteY194" fmla="*/ 57647 h 414642"/>
              <a:gd name="connsiteX195" fmla="*/ 435389 w 607639"/>
              <a:gd name="connsiteY195" fmla="*/ 50626 h 414642"/>
              <a:gd name="connsiteX196" fmla="*/ 438509 w 607639"/>
              <a:gd name="connsiteY196" fmla="*/ 43516 h 414642"/>
              <a:gd name="connsiteX197" fmla="*/ 449651 w 607639"/>
              <a:gd name="connsiteY197" fmla="*/ 41472 h 414642"/>
              <a:gd name="connsiteX198" fmla="*/ 486030 w 607639"/>
              <a:gd name="connsiteY198" fmla="*/ 40505 h 414642"/>
              <a:gd name="connsiteX199" fmla="*/ 516494 w 607639"/>
              <a:gd name="connsiteY199" fmla="*/ 40505 h 414642"/>
              <a:gd name="connsiteX200" fmla="*/ 526559 w 607639"/>
              <a:gd name="connsiteY200" fmla="*/ 50631 h 414642"/>
              <a:gd name="connsiteX201" fmla="*/ 516494 w 607639"/>
              <a:gd name="connsiteY201" fmla="*/ 60757 h 414642"/>
              <a:gd name="connsiteX202" fmla="*/ 486030 w 607639"/>
              <a:gd name="connsiteY202" fmla="*/ 60757 h 414642"/>
              <a:gd name="connsiteX203" fmla="*/ 475964 w 607639"/>
              <a:gd name="connsiteY203" fmla="*/ 50631 h 414642"/>
              <a:gd name="connsiteX204" fmla="*/ 486030 w 607639"/>
              <a:gd name="connsiteY204" fmla="*/ 40505 h 414642"/>
              <a:gd name="connsiteX205" fmla="*/ 384851 w 607639"/>
              <a:gd name="connsiteY205" fmla="*/ 40505 h 414642"/>
              <a:gd name="connsiteX206" fmla="*/ 405059 w 607639"/>
              <a:gd name="connsiteY206" fmla="*/ 40505 h 414642"/>
              <a:gd name="connsiteX207" fmla="*/ 415207 w 607639"/>
              <a:gd name="connsiteY207" fmla="*/ 50631 h 414642"/>
              <a:gd name="connsiteX208" fmla="*/ 405059 w 607639"/>
              <a:gd name="connsiteY208" fmla="*/ 60757 h 414642"/>
              <a:gd name="connsiteX209" fmla="*/ 384851 w 607639"/>
              <a:gd name="connsiteY209" fmla="*/ 60757 h 414642"/>
              <a:gd name="connsiteX210" fmla="*/ 374702 w 607639"/>
              <a:gd name="connsiteY210" fmla="*/ 50631 h 414642"/>
              <a:gd name="connsiteX211" fmla="*/ 384851 w 607639"/>
              <a:gd name="connsiteY211" fmla="*/ 40505 h 414642"/>
              <a:gd name="connsiteX212" fmla="*/ 70855 w 607639"/>
              <a:gd name="connsiteY212" fmla="*/ 20176 h 414642"/>
              <a:gd name="connsiteX213" fmla="*/ 60798 w 607639"/>
              <a:gd name="connsiteY213" fmla="*/ 30308 h 414642"/>
              <a:gd name="connsiteX214" fmla="*/ 60798 w 607639"/>
              <a:gd name="connsiteY214" fmla="*/ 343788 h 414642"/>
              <a:gd name="connsiteX215" fmla="*/ 222783 w 607639"/>
              <a:gd name="connsiteY215" fmla="*/ 343788 h 414642"/>
              <a:gd name="connsiteX216" fmla="*/ 232929 w 607639"/>
              <a:gd name="connsiteY216" fmla="*/ 353920 h 414642"/>
              <a:gd name="connsiteX217" fmla="*/ 232929 w 607639"/>
              <a:gd name="connsiteY217" fmla="*/ 364052 h 414642"/>
              <a:gd name="connsiteX218" fmla="*/ 374711 w 607639"/>
              <a:gd name="connsiteY218" fmla="*/ 364052 h 414642"/>
              <a:gd name="connsiteX219" fmla="*/ 374711 w 607639"/>
              <a:gd name="connsiteY219" fmla="*/ 353920 h 414642"/>
              <a:gd name="connsiteX220" fmla="*/ 384857 w 607639"/>
              <a:gd name="connsiteY220" fmla="*/ 343788 h 414642"/>
              <a:gd name="connsiteX221" fmla="*/ 546843 w 607639"/>
              <a:gd name="connsiteY221" fmla="*/ 343788 h 414642"/>
              <a:gd name="connsiteX222" fmla="*/ 546843 w 607639"/>
              <a:gd name="connsiteY222" fmla="*/ 30308 h 414642"/>
              <a:gd name="connsiteX223" fmla="*/ 536696 w 607639"/>
              <a:gd name="connsiteY223" fmla="*/ 20176 h 414642"/>
              <a:gd name="connsiteX224" fmla="*/ 70855 w 607639"/>
              <a:gd name="connsiteY224" fmla="*/ 0 h 414642"/>
              <a:gd name="connsiteX225" fmla="*/ 536696 w 607639"/>
              <a:gd name="connsiteY225" fmla="*/ 0 h 414642"/>
              <a:gd name="connsiteX226" fmla="*/ 567135 w 607639"/>
              <a:gd name="connsiteY226" fmla="*/ 30308 h 414642"/>
              <a:gd name="connsiteX227" fmla="*/ 567135 w 607639"/>
              <a:gd name="connsiteY227" fmla="*/ 343794 h 414642"/>
              <a:gd name="connsiteX228" fmla="*/ 384859 w 607639"/>
              <a:gd name="connsiteY228" fmla="*/ 343794 h 414642"/>
              <a:gd name="connsiteX229" fmla="*/ 374712 w 607639"/>
              <a:gd name="connsiteY229" fmla="*/ 353928 h 414642"/>
              <a:gd name="connsiteX230" fmla="*/ 374712 w 607639"/>
              <a:gd name="connsiteY230" fmla="*/ 364062 h 414642"/>
              <a:gd name="connsiteX231" fmla="*/ 232927 w 607639"/>
              <a:gd name="connsiteY231" fmla="*/ 364062 h 414642"/>
              <a:gd name="connsiteX232" fmla="*/ 232927 w 607639"/>
              <a:gd name="connsiteY232" fmla="*/ 353928 h 414642"/>
              <a:gd name="connsiteX233" fmla="*/ 222780 w 607639"/>
              <a:gd name="connsiteY233" fmla="*/ 343794 h 414642"/>
              <a:gd name="connsiteX234" fmla="*/ 40505 w 607639"/>
              <a:gd name="connsiteY234" fmla="*/ 343794 h 414642"/>
              <a:gd name="connsiteX235" fmla="*/ 40505 w 607639"/>
              <a:gd name="connsiteY235" fmla="*/ 30308 h 414642"/>
              <a:gd name="connsiteX236" fmla="*/ 70855 w 607639"/>
              <a:gd name="connsiteY236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607639" h="414642">
                <a:moveTo>
                  <a:pt x="20293" y="364062"/>
                </a:moveTo>
                <a:lnTo>
                  <a:pt x="20293" y="384241"/>
                </a:lnTo>
                <a:cubicBezTo>
                  <a:pt x="20293" y="390374"/>
                  <a:pt x="24298" y="394374"/>
                  <a:pt x="30351" y="394374"/>
                </a:cubicBezTo>
                <a:lnTo>
                  <a:pt x="577199" y="394374"/>
                </a:lnTo>
                <a:cubicBezTo>
                  <a:pt x="583341" y="394374"/>
                  <a:pt x="587346" y="390374"/>
                  <a:pt x="587346" y="384241"/>
                </a:cubicBezTo>
                <a:lnTo>
                  <a:pt x="587346" y="364062"/>
                </a:lnTo>
                <a:lnTo>
                  <a:pt x="394917" y="364062"/>
                </a:lnTo>
                <a:lnTo>
                  <a:pt x="394917" y="374196"/>
                </a:lnTo>
                <a:cubicBezTo>
                  <a:pt x="394917" y="380240"/>
                  <a:pt x="390911" y="384241"/>
                  <a:pt x="384859" y="384241"/>
                </a:cubicBezTo>
                <a:lnTo>
                  <a:pt x="222780" y="384241"/>
                </a:lnTo>
                <a:cubicBezTo>
                  <a:pt x="216728" y="384241"/>
                  <a:pt x="212634" y="380240"/>
                  <a:pt x="212634" y="374196"/>
                </a:cubicBezTo>
                <a:lnTo>
                  <a:pt x="212634" y="364062"/>
                </a:lnTo>
                <a:close/>
                <a:moveTo>
                  <a:pt x="10146" y="343794"/>
                </a:moveTo>
                <a:lnTo>
                  <a:pt x="40505" y="343794"/>
                </a:lnTo>
                <a:lnTo>
                  <a:pt x="40505" y="353920"/>
                </a:lnTo>
                <a:cubicBezTo>
                  <a:pt x="40505" y="359964"/>
                  <a:pt x="44599" y="364052"/>
                  <a:pt x="50652" y="364052"/>
                </a:cubicBezTo>
                <a:lnTo>
                  <a:pt x="212637" y="364052"/>
                </a:lnTo>
                <a:lnTo>
                  <a:pt x="212637" y="374185"/>
                </a:lnTo>
                <a:cubicBezTo>
                  <a:pt x="212637" y="380229"/>
                  <a:pt x="216731" y="384228"/>
                  <a:pt x="222783" y="384228"/>
                </a:cubicBezTo>
                <a:lnTo>
                  <a:pt x="384857" y="384228"/>
                </a:lnTo>
                <a:cubicBezTo>
                  <a:pt x="390910" y="384228"/>
                  <a:pt x="394915" y="380229"/>
                  <a:pt x="394915" y="374185"/>
                </a:cubicBezTo>
                <a:lnTo>
                  <a:pt x="394915" y="364052"/>
                </a:lnTo>
                <a:lnTo>
                  <a:pt x="556989" y="364052"/>
                </a:lnTo>
                <a:cubicBezTo>
                  <a:pt x="563041" y="364052"/>
                  <a:pt x="567135" y="359964"/>
                  <a:pt x="567135" y="353920"/>
                </a:cubicBezTo>
                <a:lnTo>
                  <a:pt x="567135" y="343794"/>
                </a:lnTo>
                <a:lnTo>
                  <a:pt x="597493" y="343794"/>
                </a:lnTo>
                <a:cubicBezTo>
                  <a:pt x="603545" y="343794"/>
                  <a:pt x="607639" y="347883"/>
                  <a:pt x="607639" y="353928"/>
                </a:cubicBezTo>
                <a:lnTo>
                  <a:pt x="607639" y="384241"/>
                </a:lnTo>
                <a:cubicBezTo>
                  <a:pt x="607639" y="401486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6"/>
                  <a:pt x="0" y="384241"/>
                </a:cubicBezTo>
                <a:lnTo>
                  <a:pt x="0" y="353928"/>
                </a:lnTo>
                <a:cubicBezTo>
                  <a:pt x="0" y="347883"/>
                  <a:pt x="4094" y="343794"/>
                  <a:pt x="10146" y="343794"/>
                </a:cubicBezTo>
                <a:close/>
                <a:moveTo>
                  <a:pt x="354415" y="262926"/>
                </a:moveTo>
                <a:cubicBezTo>
                  <a:pt x="360455" y="262926"/>
                  <a:pt x="364541" y="267016"/>
                  <a:pt x="364541" y="273063"/>
                </a:cubicBezTo>
                <a:lnTo>
                  <a:pt x="364541" y="303384"/>
                </a:lnTo>
                <a:cubicBezTo>
                  <a:pt x="364541" y="309431"/>
                  <a:pt x="360455" y="313521"/>
                  <a:pt x="354415" y="313521"/>
                </a:cubicBezTo>
                <a:cubicBezTo>
                  <a:pt x="348375" y="313521"/>
                  <a:pt x="344289" y="309431"/>
                  <a:pt x="344289" y="303384"/>
                </a:cubicBezTo>
                <a:lnTo>
                  <a:pt x="344289" y="273063"/>
                </a:lnTo>
                <a:cubicBezTo>
                  <a:pt x="344289" y="267016"/>
                  <a:pt x="348375" y="262926"/>
                  <a:pt x="354415" y="262926"/>
                </a:cubicBezTo>
                <a:close/>
                <a:moveTo>
                  <a:pt x="274426" y="252429"/>
                </a:moveTo>
                <a:lnTo>
                  <a:pt x="274426" y="253836"/>
                </a:lnTo>
                <a:lnTo>
                  <a:pt x="268732" y="256281"/>
                </a:lnTo>
                <a:close/>
                <a:moveTo>
                  <a:pt x="435415" y="242745"/>
                </a:moveTo>
                <a:cubicBezTo>
                  <a:pt x="441549" y="242745"/>
                  <a:pt x="445550" y="246746"/>
                  <a:pt x="445550" y="252793"/>
                </a:cubicBezTo>
                <a:lnTo>
                  <a:pt x="445550" y="303386"/>
                </a:lnTo>
                <a:cubicBezTo>
                  <a:pt x="445550" y="309432"/>
                  <a:pt x="441549" y="313522"/>
                  <a:pt x="435415" y="313522"/>
                </a:cubicBezTo>
                <a:cubicBezTo>
                  <a:pt x="429369" y="313522"/>
                  <a:pt x="425368" y="309432"/>
                  <a:pt x="425368" y="303386"/>
                </a:cubicBezTo>
                <a:lnTo>
                  <a:pt x="425368" y="252793"/>
                </a:lnTo>
                <a:cubicBezTo>
                  <a:pt x="425368" y="246746"/>
                  <a:pt x="429369" y="242745"/>
                  <a:pt x="435415" y="242745"/>
                </a:cubicBezTo>
                <a:close/>
                <a:moveTo>
                  <a:pt x="394911" y="222493"/>
                </a:moveTo>
                <a:cubicBezTo>
                  <a:pt x="401045" y="222493"/>
                  <a:pt x="405046" y="226582"/>
                  <a:pt x="405046" y="232627"/>
                </a:cubicBezTo>
                <a:lnTo>
                  <a:pt x="405046" y="303388"/>
                </a:lnTo>
                <a:cubicBezTo>
                  <a:pt x="405046" y="309433"/>
                  <a:pt x="401045" y="313522"/>
                  <a:pt x="394911" y="313522"/>
                </a:cubicBezTo>
                <a:cubicBezTo>
                  <a:pt x="388865" y="313522"/>
                  <a:pt x="384864" y="309433"/>
                  <a:pt x="384864" y="303388"/>
                </a:cubicBezTo>
                <a:lnTo>
                  <a:pt x="384864" y="232627"/>
                </a:lnTo>
                <a:cubicBezTo>
                  <a:pt x="384864" y="226582"/>
                  <a:pt x="388865" y="222493"/>
                  <a:pt x="394911" y="222493"/>
                </a:cubicBezTo>
                <a:close/>
                <a:moveTo>
                  <a:pt x="516514" y="212331"/>
                </a:moveTo>
                <a:cubicBezTo>
                  <a:pt x="522559" y="212331"/>
                  <a:pt x="526560" y="216421"/>
                  <a:pt x="526560" y="222468"/>
                </a:cubicBezTo>
                <a:lnTo>
                  <a:pt x="526560" y="303385"/>
                </a:lnTo>
                <a:cubicBezTo>
                  <a:pt x="526560" y="309432"/>
                  <a:pt x="522559" y="313522"/>
                  <a:pt x="516514" y="313522"/>
                </a:cubicBezTo>
                <a:cubicBezTo>
                  <a:pt x="510379" y="313522"/>
                  <a:pt x="506378" y="309432"/>
                  <a:pt x="506378" y="303385"/>
                </a:cubicBezTo>
                <a:lnTo>
                  <a:pt x="506378" y="222468"/>
                </a:lnTo>
                <a:cubicBezTo>
                  <a:pt x="506378" y="216421"/>
                  <a:pt x="510379" y="212331"/>
                  <a:pt x="516514" y="212331"/>
                </a:cubicBezTo>
                <a:close/>
                <a:moveTo>
                  <a:pt x="311213" y="180188"/>
                </a:moveTo>
                <a:lnTo>
                  <a:pt x="304717" y="211903"/>
                </a:lnTo>
                <a:cubicBezTo>
                  <a:pt x="298781" y="225796"/>
                  <a:pt x="290203" y="238347"/>
                  <a:pt x="279633" y="248906"/>
                </a:cubicBezTo>
                <a:lnTo>
                  <a:pt x="274426" y="252429"/>
                </a:lnTo>
                <a:lnTo>
                  <a:pt x="274426" y="239622"/>
                </a:lnTo>
                <a:lnTo>
                  <a:pt x="266991" y="232204"/>
                </a:lnTo>
                <a:lnTo>
                  <a:pt x="286105" y="204050"/>
                </a:lnTo>
                <a:lnTo>
                  <a:pt x="290618" y="182059"/>
                </a:lnTo>
                <a:lnTo>
                  <a:pt x="303796" y="182059"/>
                </a:lnTo>
                <a:close/>
                <a:moveTo>
                  <a:pt x="185290" y="178985"/>
                </a:moveTo>
                <a:lnTo>
                  <a:pt x="192421" y="182059"/>
                </a:lnTo>
                <a:lnTo>
                  <a:pt x="216731" y="182059"/>
                </a:lnTo>
                <a:lnTo>
                  <a:pt x="266991" y="232204"/>
                </a:lnTo>
                <a:lnTo>
                  <a:pt x="265358" y="234609"/>
                </a:lnTo>
                <a:lnTo>
                  <a:pt x="250836" y="244426"/>
                </a:lnTo>
                <a:lnTo>
                  <a:pt x="185290" y="179031"/>
                </a:lnTo>
                <a:close/>
                <a:moveTo>
                  <a:pt x="476009" y="171897"/>
                </a:moveTo>
                <a:cubicBezTo>
                  <a:pt x="482054" y="171897"/>
                  <a:pt x="486055" y="175987"/>
                  <a:pt x="486055" y="182032"/>
                </a:cubicBezTo>
                <a:lnTo>
                  <a:pt x="486055" y="303387"/>
                </a:lnTo>
                <a:cubicBezTo>
                  <a:pt x="486055" y="309433"/>
                  <a:pt x="482054" y="313522"/>
                  <a:pt x="476009" y="313522"/>
                </a:cubicBezTo>
                <a:cubicBezTo>
                  <a:pt x="469874" y="313522"/>
                  <a:pt x="465873" y="309433"/>
                  <a:pt x="465873" y="303387"/>
                </a:cubicBezTo>
                <a:lnTo>
                  <a:pt x="465873" y="182032"/>
                </a:lnTo>
                <a:cubicBezTo>
                  <a:pt x="465873" y="175987"/>
                  <a:pt x="469874" y="171897"/>
                  <a:pt x="476009" y="171897"/>
                </a:cubicBezTo>
                <a:close/>
                <a:moveTo>
                  <a:pt x="313921" y="166965"/>
                </a:moveTo>
                <a:lnTo>
                  <a:pt x="314925" y="172904"/>
                </a:lnTo>
                <a:cubicBezTo>
                  <a:pt x="314925" y="176015"/>
                  <a:pt x="313946" y="177971"/>
                  <a:pt x="311898" y="180015"/>
                </a:cubicBezTo>
                <a:lnTo>
                  <a:pt x="311213" y="180188"/>
                </a:lnTo>
                <a:close/>
                <a:moveTo>
                  <a:pt x="313685" y="165567"/>
                </a:moveTo>
                <a:lnTo>
                  <a:pt x="313946" y="166842"/>
                </a:lnTo>
                <a:lnTo>
                  <a:pt x="313921" y="166965"/>
                </a:lnTo>
                <a:close/>
                <a:moveTo>
                  <a:pt x="286557" y="131875"/>
                </a:moveTo>
                <a:lnTo>
                  <a:pt x="293736" y="161794"/>
                </a:lnTo>
                <a:lnTo>
                  <a:pt x="292704" y="161794"/>
                </a:lnTo>
                <a:close/>
                <a:moveTo>
                  <a:pt x="285987" y="129499"/>
                </a:moveTo>
                <a:lnTo>
                  <a:pt x="286105" y="129672"/>
                </a:lnTo>
                <a:lnTo>
                  <a:pt x="286557" y="131875"/>
                </a:lnTo>
                <a:close/>
                <a:moveTo>
                  <a:pt x="304744" y="121927"/>
                </a:moveTo>
                <a:lnTo>
                  <a:pt x="306857" y="125153"/>
                </a:lnTo>
                <a:lnTo>
                  <a:pt x="313685" y="165567"/>
                </a:lnTo>
                <a:close/>
                <a:moveTo>
                  <a:pt x="303006" y="119273"/>
                </a:moveTo>
                <a:lnTo>
                  <a:pt x="304717" y="121796"/>
                </a:lnTo>
                <a:lnTo>
                  <a:pt x="304744" y="121927"/>
                </a:lnTo>
                <a:close/>
                <a:moveTo>
                  <a:pt x="266335" y="100547"/>
                </a:moveTo>
                <a:lnTo>
                  <a:pt x="285579" y="127797"/>
                </a:lnTo>
                <a:lnTo>
                  <a:pt x="285987" y="129499"/>
                </a:lnTo>
                <a:close/>
                <a:moveTo>
                  <a:pt x="263955" y="98160"/>
                </a:moveTo>
                <a:lnTo>
                  <a:pt x="265358" y="99109"/>
                </a:lnTo>
                <a:lnTo>
                  <a:pt x="266335" y="100547"/>
                </a:lnTo>
                <a:lnTo>
                  <a:pt x="265336" y="99133"/>
                </a:lnTo>
                <a:close/>
                <a:moveTo>
                  <a:pt x="518470" y="91029"/>
                </a:moveTo>
                <a:cubicBezTo>
                  <a:pt x="519537" y="91029"/>
                  <a:pt x="519537" y="91029"/>
                  <a:pt x="520515" y="92007"/>
                </a:cubicBezTo>
                <a:cubicBezTo>
                  <a:pt x="521581" y="92007"/>
                  <a:pt x="521581" y="93074"/>
                  <a:pt x="522559" y="93074"/>
                </a:cubicBezTo>
                <a:cubicBezTo>
                  <a:pt x="523537" y="93074"/>
                  <a:pt x="523537" y="94052"/>
                  <a:pt x="524604" y="94052"/>
                </a:cubicBezTo>
                <a:cubicBezTo>
                  <a:pt x="525582" y="96097"/>
                  <a:pt x="526560" y="98142"/>
                  <a:pt x="526560" y="101165"/>
                </a:cubicBezTo>
                <a:cubicBezTo>
                  <a:pt x="526560" y="104187"/>
                  <a:pt x="525582" y="106232"/>
                  <a:pt x="523537" y="108188"/>
                </a:cubicBezTo>
                <a:cubicBezTo>
                  <a:pt x="523537" y="108188"/>
                  <a:pt x="522559" y="109255"/>
                  <a:pt x="521581" y="109255"/>
                </a:cubicBezTo>
                <a:cubicBezTo>
                  <a:pt x="521581" y="109255"/>
                  <a:pt x="520515" y="110233"/>
                  <a:pt x="519537" y="110233"/>
                </a:cubicBezTo>
                <a:cubicBezTo>
                  <a:pt x="518470" y="110233"/>
                  <a:pt x="518470" y="110233"/>
                  <a:pt x="517492" y="111211"/>
                </a:cubicBezTo>
                <a:lnTo>
                  <a:pt x="516514" y="111211"/>
                </a:lnTo>
                <a:cubicBezTo>
                  <a:pt x="513491" y="111211"/>
                  <a:pt x="511446" y="110233"/>
                  <a:pt x="509401" y="108188"/>
                </a:cubicBezTo>
                <a:cubicBezTo>
                  <a:pt x="508423" y="107210"/>
                  <a:pt x="507356" y="106232"/>
                  <a:pt x="507356" y="105165"/>
                </a:cubicBezTo>
                <a:cubicBezTo>
                  <a:pt x="507356" y="104187"/>
                  <a:pt x="506378" y="103121"/>
                  <a:pt x="506378" y="101165"/>
                </a:cubicBezTo>
                <a:cubicBezTo>
                  <a:pt x="506378" y="98142"/>
                  <a:pt x="507356" y="96097"/>
                  <a:pt x="509401" y="94052"/>
                </a:cubicBezTo>
                <a:cubicBezTo>
                  <a:pt x="511446" y="92007"/>
                  <a:pt x="515447" y="91029"/>
                  <a:pt x="518470" y="91029"/>
                </a:cubicBezTo>
                <a:close/>
                <a:moveTo>
                  <a:pt x="384846" y="91029"/>
                </a:moveTo>
                <a:lnTo>
                  <a:pt x="465819" y="91029"/>
                </a:lnTo>
                <a:cubicBezTo>
                  <a:pt x="471870" y="91029"/>
                  <a:pt x="475963" y="95030"/>
                  <a:pt x="475963" y="101165"/>
                </a:cubicBezTo>
                <a:cubicBezTo>
                  <a:pt x="475963" y="107210"/>
                  <a:pt x="471870" y="111211"/>
                  <a:pt x="465819" y="111211"/>
                </a:cubicBezTo>
                <a:lnTo>
                  <a:pt x="384846" y="111211"/>
                </a:lnTo>
                <a:cubicBezTo>
                  <a:pt x="378706" y="111211"/>
                  <a:pt x="374702" y="107210"/>
                  <a:pt x="374702" y="101165"/>
                </a:cubicBezTo>
                <a:cubicBezTo>
                  <a:pt x="374702" y="95030"/>
                  <a:pt x="378706" y="91029"/>
                  <a:pt x="384846" y="91029"/>
                </a:cubicBezTo>
                <a:close/>
                <a:moveTo>
                  <a:pt x="234861" y="78470"/>
                </a:moveTo>
                <a:lnTo>
                  <a:pt x="236624" y="78890"/>
                </a:lnTo>
                <a:lnTo>
                  <a:pt x="263955" y="98160"/>
                </a:lnTo>
                <a:close/>
                <a:moveTo>
                  <a:pt x="233277" y="78093"/>
                </a:moveTo>
                <a:lnTo>
                  <a:pt x="234749" y="78395"/>
                </a:lnTo>
                <a:lnTo>
                  <a:pt x="234861" y="78470"/>
                </a:lnTo>
                <a:close/>
                <a:moveTo>
                  <a:pt x="264684" y="74721"/>
                </a:moveTo>
                <a:lnTo>
                  <a:pt x="280560" y="85001"/>
                </a:lnTo>
                <a:lnTo>
                  <a:pt x="303006" y="119273"/>
                </a:lnTo>
                <a:lnTo>
                  <a:pt x="279633" y="84823"/>
                </a:lnTo>
                <a:close/>
                <a:moveTo>
                  <a:pt x="202570" y="70780"/>
                </a:moveTo>
                <a:lnTo>
                  <a:pt x="233277" y="78093"/>
                </a:lnTo>
                <a:lnTo>
                  <a:pt x="202570" y="71804"/>
                </a:lnTo>
                <a:close/>
                <a:moveTo>
                  <a:pt x="197522" y="70770"/>
                </a:moveTo>
                <a:lnTo>
                  <a:pt x="202570" y="71804"/>
                </a:lnTo>
                <a:lnTo>
                  <a:pt x="202570" y="161794"/>
                </a:lnTo>
                <a:lnTo>
                  <a:pt x="292704" y="161794"/>
                </a:lnTo>
                <a:lnTo>
                  <a:pt x="293741" y="166842"/>
                </a:lnTo>
                <a:lnTo>
                  <a:pt x="290618" y="182059"/>
                </a:lnTo>
                <a:lnTo>
                  <a:pt x="216731" y="182059"/>
                </a:lnTo>
                <a:lnTo>
                  <a:pt x="199449" y="164816"/>
                </a:lnTo>
                <a:cubicBezTo>
                  <a:pt x="195442" y="160818"/>
                  <a:pt x="189386" y="160818"/>
                  <a:pt x="185290" y="164816"/>
                </a:cubicBezTo>
                <a:lnTo>
                  <a:pt x="185290" y="178985"/>
                </a:lnTo>
                <a:lnTo>
                  <a:pt x="185076" y="178893"/>
                </a:lnTo>
                <a:cubicBezTo>
                  <a:pt x="183295" y="176993"/>
                  <a:pt x="182271" y="174460"/>
                  <a:pt x="182271" y="171927"/>
                </a:cubicBezTo>
                <a:lnTo>
                  <a:pt x="182271" y="73890"/>
                </a:lnTo>
                <a:close/>
                <a:moveTo>
                  <a:pt x="241194" y="59511"/>
                </a:moveTo>
                <a:lnTo>
                  <a:pt x="242600" y="59798"/>
                </a:lnTo>
                <a:lnTo>
                  <a:pt x="264684" y="74721"/>
                </a:lnTo>
                <a:close/>
                <a:moveTo>
                  <a:pt x="223078" y="55812"/>
                </a:moveTo>
                <a:lnTo>
                  <a:pt x="239895" y="58670"/>
                </a:lnTo>
                <a:lnTo>
                  <a:pt x="241194" y="59511"/>
                </a:lnTo>
                <a:close/>
                <a:moveTo>
                  <a:pt x="187739" y="52590"/>
                </a:moveTo>
                <a:lnTo>
                  <a:pt x="185298" y="53626"/>
                </a:lnTo>
                <a:cubicBezTo>
                  <a:pt x="183251" y="55670"/>
                  <a:pt x="182271" y="57625"/>
                  <a:pt x="182271" y="60736"/>
                </a:cubicBezTo>
                <a:lnTo>
                  <a:pt x="182271" y="73890"/>
                </a:lnTo>
                <a:lnTo>
                  <a:pt x="160258" y="78395"/>
                </a:lnTo>
                <a:cubicBezTo>
                  <a:pt x="125786" y="93105"/>
                  <a:pt x="101303" y="127449"/>
                  <a:pt x="101303" y="166842"/>
                </a:cubicBezTo>
                <a:cubicBezTo>
                  <a:pt x="101303" y="219456"/>
                  <a:pt x="144829" y="262915"/>
                  <a:pt x="197522" y="262915"/>
                </a:cubicBezTo>
                <a:cubicBezTo>
                  <a:pt x="210673" y="262915"/>
                  <a:pt x="223263" y="260199"/>
                  <a:pt x="234749" y="255302"/>
                </a:cubicBezTo>
                <a:lnTo>
                  <a:pt x="250836" y="244426"/>
                </a:lnTo>
                <a:lnTo>
                  <a:pt x="260268" y="253836"/>
                </a:lnTo>
                <a:cubicBezTo>
                  <a:pt x="262316" y="255791"/>
                  <a:pt x="264364" y="256857"/>
                  <a:pt x="267391" y="256857"/>
                </a:cubicBezTo>
                <a:lnTo>
                  <a:pt x="268732" y="256281"/>
                </a:lnTo>
                <a:lnTo>
                  <a:pt x="242600" y="273962"/>
                </a:lnTo>
                <a:cubicBezTo>
                  <a:pt x="228698" y="279890"/>
                  <a:pt x="213455" y="283178"/>
                  <a:pt x="197522" y="283178"/>
                </a:cubicBezTo>
                <a:cubicBezTo>
                  <a:pt x="133703" y="283178"/>
                  <a:pt x="81009" y="230565"/>
                  <a:pt x="81009" y="166842"/>
                </a:cubicBezTo>
                <a:cubicBezTo>
                  <a:pt x="81009" y="119050"/>
                  <a:pt x="110649" y="77557"/>
                  <a:pt x="152393" y="59798"/>
                </a:cubicBezTo>
                <a:close/>
                <a:moveTo>
                  <a:pt x="192421" y="50604"/>
                </a:moveTo>
                <a:lnTo>
                  <a:pt x="195181" y="51073"/>
                </a:lnTo>
                <a:lnTo>
                  <a:pt x="187739" y="52590"/>
                </a:lnTo>
                <a:close/>
                <a:moveTo>
                  <a:pt x="197522" y="50595"/>
                </a:moveTo>
                <a:lnTo>
                  <a:pt x="223078" y="55812"/>
                </a:lnTo>
                <a:lnTo>
                  <a:pt x="195181" y="51073"/>
                </a:lnTo>
                <a:close/>
                <a:moveTo>
                  <a:pt x="449651" y="41472"/>
                </a:moveTo>
                <a:cubicBezTo>
                  <a:pt x="450631" y="42539"/>
                  <a:pt x="451612" y="42539"/>
                  <a:pt x="452682" y="43516"/>
                </a:cubicBezTo>
                <a:cubicBezTo>
                  <a:pt x="454732" y="45560"/>
                  <a:pt x="455712" y="47604"/>
                  <a:pt x="455712" y="50626"/>
                </a:cubicBezTo>
                <a:cubicBezTo>
                  <a:pt x="455712" y="53648"/>
                  <a:pt x="454732" y="55692"/>
                  <a:pt x="452682" y="57647"/>
                </a:cubicBezTo>
                <a:cubicBezTo>
                  <a:pt x="450631" y="59691"/>
                  <a:pt x="448581" y="60757"/>
                  <a:pt x="445551" y="60757"/>
                </a:cubicBezTo>
                <a:cubicBezTo>
                  <a:pt x="442520" y="60757"/>
                  <a:pt x="440470" y="59691"/>
                  <a:pt x="438509" y="57647"/>
                </a:cubicBezTo>
                <a:cubicBezTo>
                  <a:pt x="436459" y="55692"/>
                  <a:pt x="435389" y="53648"/>
                  <a:pt x="435389" y="50626"/>
                </a:cubicBezTo>
                <a:cubicBezTo>
                  <a:pt x="435389" y="47604"/>
                  <a:pt x="436459" y="45560"/>
                  <a:pt x="438509" y="43516"/>
                </a:cubicBezTo>
                <a:cubicBezTo>
                  <a:pt x="441540" y="40495"/>
                  <a:pt x="445551" y="39517"/>
                  <a:pt x="449651" y="41472"/>
                </a:cubicBezTo>
                <a:close/>
                <a:moveTo>
                  <a:pt x="486030" y="40505"/>
                </a:moveTo>
                <a:lnTo>
                  <a:pt x="516494" y="40505"/>
                </a:lnTo>
                <a:cubicBezTo>
                  <a:pt x="522551" y="40505"/>
                  <a:pt x="526559" y="44591"/>
                  <a:pt x="526559" y="50631"/>
                </a:cubicBezTo>
                <a:cubicBezTo>
                  <a:pt x="526559" y="56671"/>
                  <a:pt x="522551" y="60757"/>
                  <a:pt x="516494" y="60757"/>
                </a:cubicBezTo>
                <a:lnTo>
                  <a:pt x="486030" y="60757"/>
                </a:lnTo>
                <a:cubicBezTo>
                  <a:pt x="479973" y="60757"/>
                  <a:pt x="475964" y="56671"/>
                  <a:pt x="475964" y="50631"/>
                </a:cubicBezTo>
                <a:cubicBezTo>
                  <a:pt x="475964" y="44591"/>
                  <a:pt x="479973" y="40505"/>
                  <a:pt x="486030" y="40505"/>
                </a:cubicBezTo>
                <a:close/>
                <a:moveTo>
                  <a:pt x="384851" y="40505"/>
                </a:moveTo>
                <a:lnTo>
                  <a:pt x="405059" y="40505"/>
                </a:lnTo>
                <a:cubicBezTo>
                  <a:pt x="411112" y="40505"/>
                  <a:pt x="415207" y="44591"/>
                  <a:pt x="415207" y="50631"/>
                </a:cubicBezTo>
                <a:cubicBezTo>
                  <a:pt x="415207" y="56671"/>
                  <a:pt x="411112" y="60757"/>
                  <a:pt x="405059" y="60757"/>
                </a:cubicBezTo>
                <a:lnTo>
                  <a:pt x="384851" y="60757"/>
                </a:lnTo>
                <a:cubicBezTo>
                  <a:pt x="378708" y="60757"/>
                  <a:pt x="374702" y="56671"/>
                  <a:pt x="374702" y="50631"/>
                </a:cubicBezTo>
                <a:cubicBezTo>
                  <a:pt x="374702" y="44591"/>
                  <a:pt x="378708" y="40505"/>
                  <a:pt x="384851" y="40505"/>
                </a:cubicBezTo>
                <a:close/>
                <a:moveTo>
                  <a:pt x="70855" y="20176"/>
                </a:moveTo>
                <a:cubicBezTo>
                  <a:pt x="64803" y="20176"/>
                  <a:pt x="60798" y="24264"/>
                  <a:pt x="60798" y="30308"/>
                </a:cubicBezTo>
                <a:lnTo>
                  <a:pt x="60798" y="343788"/>
                </a:lnTo>
                <a:lnTo>
                  <a:pt x="222783" y="343788"/>
                </a:lnTo>
                <a:cubicBezTo>
                  <a:pt x="228835" y="343788"/>
                  <a:pt x="232929" y="347876"/>
                  <a:pt x="232929" y="353920"/>
                </a:cubicBezTo>
                <a:lnTo>
                  <a:pt x="232929" y="364052"/>
                </a:lnTo>
                <a:lnTo>
                  <a:pt x="374711" y="364052"/>
                </a:lnTo>
                <a:lnTo>
                  <a:pt x="374711" y="353920"/>
                </a:lnTo>
                <a:cubicBezTo>
                  <a:pt x="374711" y="347876"/>
                  <a:pt x="378716" y="343788"/>
                  <a:pt x="384857" y="343788"/>
                </a:cubicBezTo>
                <a:lnTo>
                  <a:pt x="546843" y="343788"/>
                </a:lnTo>
                <a:lnTo>
                  <a:pt x="546843" y="30308"/>
                </a:lnTo>
                <a:cubicBezTo>
                  <a:pt x="546843" y="24264"/>
                  <a:pt x="542748" y="20176"/>
                  <a:pt x="536696" y="20176"/>
                </a:cubicBezTo>
                <a:close/>
                <a:moveTo>
                  <a:pt x="70855" y="0"/>
                </a:moveTo>
                <a:lnTo>
                  <a:pt x="536696" y="0"/>
                </a:lnTo>
                <a:cubicBezTo>
                  <a:pt x="553963" y="0"/>
                  <a:pt x="567135" y="13154"/>
                  <a:pt x="567135" y="30308"/>
                </a:cubicBezTo>
                <a:lnTo>
                  <a:pt x="567135" y="343794"/>
                </a:lnTo>
                <a:lnTo>
                  <a:pt x="384859" y="343794"/>
                </a:lnTo>
                <a:cubicBezTo>
                  <a:pt x="378718" y="343794"/>
                  <a:pt x="374712" y="347883"/>
                  <a:pt x="374712" y="353928"/>
                </a:cubicBezTo>
                <a:lnTo>
                  <a:pt x="374712" y="364062"/>
                </a:lnTo>
                <a:lnTo>
                  <a:pt x="232927" y="364062"/>
                </a:lnTo>
                <a:lnTo>
                  <a:pt x="232927" y="353928"/>
                </a:lnTo>
                <a:cubicBezTo>
                  <a:pt x="232927" y="347883"/>
                  <a:pt x="228833" y="343794"/>
                  <a:pt x="222780" y="343794"/>
                </a:cubicBezTo>
                <a:lnTo>
                  <a:pt x="40505" y="343794"/>
                </a:lnTo>
                <a:lnTo>
                  <a:pt x="40505" y="30308"/>
                </a:lnTo>
                <a:cubicBezTo>
                  <a:pt x="40505" y="13154"/>
                  <a:pt x="53678" y="0"/>
                  <a:pt x="708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7" name="íṣļiďê">
            <a:extLst>
              <a:ext uri="{FF2B5EF4-FFF2-40B4-BE49-F238E27FC236}">
                <a16:creationId xmlns:a16="http://schemas.microsoft.com/office/drawing/2014/main" xmlns="" id="{9CB50F8A-B334-4D2F-8929-02EE9B1189DC}"/>
              </a:ext>
            </a:extLst>
          </p:cNvPr>
          <p:cNvSpPr/>
          <p:nvPr/>
        </p:nvSpPr>
        <p:spPr bwMode="auto">
          <a:xfrm>
            <a:off x="6392075" y="5355066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</p:txBody>
      </p:sp>
      <p:sp>
        <p:nvSpPr>
          <p:cNvPr id="38" name="îşḻîďè">
            <a:extLst>
              <a:ext uri="{FF2B5EF4-FFF2-40B4-BE49-F238E27FC236}">
                <a16:creationId xmlns:a16="http://schemas.microsoft.com/office/drawing/2014/main" xmlns="" id="{83804A59-B0E7-4279-AB50-7643F88A766D}"/>
              </a:ext>
            </a:extLst>
          </p:cNvPr>
          <p:cNvSpPr txBox="1"/>
          <p:nvPr/>
        </p:nvSpPr>
        <p:spPr bwMode="auto">
          <a:xfrm>
            <a:off x="6392075" y="4935831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Text here</a:t>
            </a:r>
          </a:p>
        </p:txBody>
      </p:sp>
      <p:sp>
        <p:nvSpPr>
          <p:cNvPr id="39" name="îš1idê">
            <a:extLst>
              <a:ext uri="{FF2B5EF4-FFF2-40B4-BE49-F238E27FC236}">
                <a16:creationId xmlns:a16="http://schemas.microsoft.com/office/drawing/2014/main" xmlns="" id="{EF01137D-79F3-40D5-94C7-3E092A4DEF81}"/>
              </a:ext>
            </a:extLst>
          </p:cNvPr>
          <p:cNvSpPr/>
          <p:nvPr/>
        </p:nvSpPr>
        <p:spPr bwMode="auto">
          <a:xfrm>
            <a:off x="9926477" y="5564683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  <a:p>
            <a:pPr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</p:txBody>
      </p:sp>
      <p:sp>
        <p:nvSpPr>
          <p:cNvPr id="40" name="îṧļíḍê">
            <a:extLst>
              <a:ext uri="{FF2B5EF4-FFF2-40B4-BE49-F238E27FC236}">
                <a16:creationId xmlns:a16="http://schemas.microsoft.com/office/drawing/2014/main" xmlns="" id="{D6895401-ABDD-49C7-83A7-2043F8E817A2}"/>
              </a:ext>
            </a:extLst>
          </p:cNvPr>
          <p:cNvSpPr txBox="1"/>
          <p:nvPr/>
        </p:nvSpPr>
        <p:spPr bwMode="auto">
          <a:xfrm>
            <a:off x="9926477" y="5145448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defRPr b="1">
                <a:solidFill>
                  <a:schemeClr val="accent3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1800" dirty="0"/>
              <a:t>Text here</a:t>
            </a:r>
          </a:p>
        </p:txBody>
      </p:sp>
      <p:sp>
        <p:nvSpPr>
          <p:cNvPr id="41" name="ísliďè">
            <a:extLst>
              <a:ext uri="{FF2B5EF4-FFF2-40B4-BE49-F238E27FC236}">
                <a16:creationId xmlns:a16="http://schemas.microsoft.com/office/drawing/2014/main" xmlns="" id="{2B2A6455-D445-4ECA-8554-B3007FC5BA48}"/>
              </a:ext>
            </a:extLst>
          </p:cNvPr>
          <p:cNvSpPr/>
          <p:nvPr/>
        </p:nvSpPr>
        <p:spPr bwMode="auto">
          <a:xfrm>
            <a:off x="9926477" y="3109220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  <a:p>
            <a:pPr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Supporting text here.</a:t>
            </a:r>
          </a:p>
        </p:txBody>
      </p:sp>
      <p:sp>
        <p:nvSpPr>
          <p:cNvPr id="42" name="ïśḷïḋè">
            <a:extLst>
              <a:ext uri="{FF2B5EF4-FFF2-40B4-BE49-F238E27FC236}">
                <a16:creationId xmlns:a16="http://schemas.microsoft.com/office/drawing/2014/main" xmlns="" id="{18430E1E-2F84-4321-A177-E981BC21B588}"/>
              </a:ext>
            </a:extLst>
          </p:cNvPr>
          <p:cNvSpPr txBox="1"/>
          <p:nvPr/>
        </p:nvSpPr>
        <p:spPr bwMode="auto">
          <a:xfrm>
            <a:off x="9893183" y="2756663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accent3"/>
                </a:solidFill>
              </a:rPr>
              <a:t>Text here</a:t>
            </a:r>
          </a:p>
        </p:txBody>
      </p:sp>
      <p:sp>
        <p:nvSpPr>
          <p:cNvPr id="43" name="ïṥḷîḍè">
            <a:extLst>
              <a:ext uri="{FF2B5EF4-FFF2-40B4-BE49-F238E27FC236}">
                <a16:creationId xmlns:a16="http://schemas.microsoft.com/office/drawing/2014/main" xmlns="" id="{2C484523-AC44-4273-B9DC-BEE26C9956A1}"/>
              </a:ext>
            </a:extLst>
          </p:cNvPr>
          <p:cNvSpPr txBox="1"/>
          <p:nvPr/>
        </p:nvSpPr>
        <p:spPr>
          <a:xfrm>
            <a:off x="4757266" y="3830299"/>
            <a:ext cx="1987722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keyword</a:t>
            </a:r>
            <a:endParaRPr lang="zh-CN" altLang="en-US" sz="1400" b="1" dirty="0"/>
          </a:p>
        </p:txBody>
      </p:sp>
      <p:sp>
        <p:nvSpPr>
          <p:cNvPr id="44" name="išļïdê">
            <a:extLst>
              <a:ext uri="{FF2B5EF4-FFF2-40B4-BE49-F238E27FC236}">
                <a16:creationId xmlns:a16="http://schemas.microsoft.com/office/drawing/2014/main" xmlns="" id="{F578C448-CA5F-4B57-A4A3-2C8ACACD7EDB}"/>
              </a:ext>
            </a:extLst>
          </p:cNvPr>
          <p:cNvSpPr txBox="1"/>
          <p:nvPr/>
        </p:nvSpPr>
        <p:spPr>
          <a:xfrm>
            <a:off x="7618343" y="3830299"/>
            <a:ext cx="1829958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keyword</a:t>
            </a:r>
            <a:endParaRPr lang="zh-CN" altLang="en-US" sz="1400" b="1" dirty="0"/>
          </a:p>
        </p:txBody>
      </p:sp>
      <p:sp>
        <p:nvSpPr>
          <p:cNvPr id="45" name="文本框 1"/>
          <p:cNvSpPr txBox="1"/>
          <p:nvPr/>
        </p:nvSpPr>
        <p:spPr>
          <a:xfrm>
            <a:off x="588728" y="1346032"/>
            <a:ext cx="1032479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46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608477" y="2637400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47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657298" y="3071391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change</a:t>
            </a:r>
            <a:r>
              <a:rPr lang="en-US" altLang="zh-CN" sz="1000" dirty="0" smtClean="0"/>
              <a:t>.</a:t>
            </a:r>
            <a:endParaRPr lang="en-US" altLang="zh-CN" sz="1000" dirty="0"/>
          </a:p>
        </p:txBody>
      </p:sp>
      <p:sp>
        <p:nvSpPr>
          <p:cNvPr id="48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50276" y="2302162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49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4664147" y="2637400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0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4712968" y="3071391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change</a:t>
            </a:r>
            <a:r>
              <a:rPr lang="en-US" altLang="zh-CN" sz="1000" dirty="0" smtClean="0"/>
              <a:t>.</a:t>
            </a:r>
            <a:endParaRPr lang="en-US" altLang="zh-CN" sz="1000" dirty="0"/>
          </a:p>
        </p:txBody>
      </p:sp>
      <p:sp>
        <p:nvSpPr>
          <p:cNvPr id="51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4805946" y="2302162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8938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选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题背景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研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究意义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理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论基础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贡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献创新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íṣľîḓe">
            <a:extLst>
              <a:ext uri="{FF2B5EF4-FFF2-40B4-BE49-F238E27FC236}">
                <a16:creationId xmlns:a16="http://schemas.microsoft.com/office/drawing/2014/main" xmlns="" id="{599CB0CD-E83E-4C9C-AE1A-CEBA262EB532}"/>
              </a:ext>
            </a:extLst>
          </p:cNvPr>
          <p:cNvSpPr/>
          <p:nvPr/>
        </p:nvSpPr>
        <p:spPr>
          <a:xfrm>
            <a:off x="1407626" y="2858156"/>
            <a:ext cx="2523151" cy="2523150"/>
          </a:xfrm>
          <a:prstGeom prst="ellipse">
            <a:avLst/>
          </a:prstGeom>
          <a:noFill/>
          <a:ln w="19050">
            <a:solidFill>
              <a:srgbClr val="1C50A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i$ľïḍê">
            <a:extLst>
              <a:ext uri="{FF2B5EF4-FFF2-40B4-BE49-F238E27FC236}">
                <a16:creationId xmlns:a16="http://schemas.microsoft.com/office/drawing/2014/main" xmlns="" id="{C2ADC767-A98C-42A5-9CE7-732EAEA4313A}"/>
              </a:ext>
            </a:extLst>
          </p:cNvPr>
          <p:cNvSpPr/>
          <p:nvPr/>
        </p:nvSpPr>
        <p:spPr>
          <a:xfrm rot="5400000">
            <a:off x="1905686" y="2452028"/>
            <a:ext cx="1483762" cy="1034951"/>
          </a:xfrm>
          <a:custGeom>
            <a:avLst/>
            <a:gdLst>
              <a:gd name="connsiteX0" fmla="*/ 0 w 1844224"/>
              <a:gd name="connsiteY0" fmla="*/ 646071 h 1286380"/>
              <a:gd name="connsiteX1" fmla="*/ 184331 w 1844224"/>
              <a:gd name="connsiteY1" fmla="*/ 461740 h 1286380"/>
              <a:gd name="connsiteX2" fmla="*/ 1216348 w 1844224"/>
              <a:gd name="connsiteY2" fmla="*/ 461740 h 1286380"/>
              <a:gd name="connsiteX3" fmla="*/ 1069280 w 1844224"/>
              <a:gd name="connsiteY3" fmla="*/ 314672 h 1286380"/>
              <a:gd name="connsiteX4" fmla="*/ 1069280 w 1844224"/>
              <a:gd name="connsiteY4" fmla="*/ 53988 h 1286380"/>
              <a:gd name="connsiteX5" fmla="*/ 1329964 w 1844224"/>
              <a:gd name="connsiteY5" fmla="*/ 53988 h 1286380"/>
              <a:gd name="connsiteX6" fmla="*/ 1781838 w 1844224"/>
              <a:gd name="connsiteY6" fmla="*/ 505862 h 1286380"/>
              <a:gd name="connsiteX7" fmla="*/ 1790235 w 1844224"/>
              <a:gd name="connsiteY7" fmla="*/ 511438 h 1286380"/>
              <a:gd name="connsiteX8" fmla="*/ 1809081 w 1844224"/>
              <a:gd name="connsiteY8" fmla="*/ 539820 h 1286380"/>
              <a:gd name="connsiteX9" fmla="*/ 1823133 w 1844224"/>
              <a:gd name="connsiteY9" fmla="*/ 558878 h 1286380"/>
              <a:gd name="connsiteX10" fmla="*/ 1824697 w 1844224"/>
              <a:gd name="connsiteY10" fmla="*/ 563336 h 1286380"/>
              <a:gd name="connsiteX11" fmla="*/ 1830726 w 1844224"/>
              <a:gd name="connsiteY11" fmla="*/ 572416 h 1286380"/>
              <a:gd name="connsiteX12" fmla="*/ 1834274 w 1844224"/>
              <a:gd name="connsiteY12" fmla="*/ 590645 h 1286380"/>
              <a:gd name="connsiteX13" fmla="*/ 1840849 w 1844224"/>
              <a:gd name="connsiteY13" fmla="*/ 609394 h 1286380"/>
              <a:gd name="connsiteX14" fmla="*/ 1841803 w 1844224"/>
              <a:gd name="connsiteY14" fmla="*/ 629341 h 1286380"/>
              <a:gd name="connsiteX15" fmla="*/ 1844224 w 1844224"/>
              <a:gd name="connsiteY15" fmla="*/ 641780 h 1286380"/>
              <a:gd name="connsiteX16" fmla="*/ 1842759 w 1844224"/>
              <a:gd name="connsiteY16" fmla="*/ 649308 h 1286380"/>
              <a:gd name="connsiteX17" fmla="*/ 1843379 w 1844224"/>
              <a:gd name="connsiteY17" fmla="*/ 662269 h 1286380"/>
              <a:gd name="connsiteX18" fmla="*/ 1830725 w 1844224"/>
              <a:gd name="connsiteY18" fmla="*/ 713964 h 1286380"/>
              <a:gd name="connsiteX19" fmla="*/ 1829112 w 1844224"/>
              <a:gd name="connsiteY19" fmla="*/ 716393 h 1286380"/>
              <a:gd name="connsiteX20" fmla="*/ 1828824 w 1844224"/>
              <a:gd name="connsiteY20" fmla="*/ 717821 h 1286380"/>
              <a:gd name="connsiteX21" fmla="*/ 1801218 w 1844224"/>
              <a:gd name="connsiteY21" fmla="*/ 763323 h 1286380"/>
              <a:gd name="connsiteX22" fmla="*/ 1777314 w 1844224"/>
              <a:gd name="connsiteY22" fmla="*/ 785042 h 1286380"/>
              <a:gd name="connsiteX23" fmla="*/ 1329965 w 1844224"/>
              <a:gd name="connsiteY23" fmla="*/ 1232392 h 1286380"/>
              <a:gd name="connsiteX24" fmla="*/ 1069281 w 1844224"/>
              <a:gd name="connsiteY24" fmla="*/ 1232392 h 1286380"/>
              <a:gd name="connsiteX25" fmla="*/ 1069281 w 1844224"/>
              <a:gd name="connsiteY25" fmla="*/ 971708 h 1286380"/>
              <a:gd name="connsiteX26" fmla="*/ 1210587 w 1844224"/>
              <a:gd name="connsiteY26" fmla="*/ 830402 h 1286380"/>
              <a:gd name="connsiteX27" fmla="*/ 184331 w 1844224"/>
              <a:gd name="connsiteY27" fmla="*/ 830402 h 1286380"/>
              <a:gd name="connsiteX28" fmla="*/ 0 w 1844224"/>
              <a:gd name="connsiteY28" fmla="*/ 646071 h 128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44224" h="1286380">
                <a:moveTo>
                  <a:pt x="0" y="646071"/>
                </a:moveTo>
                <a:cubicBezTo>
                  <a:pt x="0" y="544268"/>
                  <a:pt x="82528" y="461740"/>
                  <a:pt x="184331" y="461740"/>
                </a:cubicBezTo>
                <a:lnTo>
                  <a:pt x="1216348" y="461740"/>
                </a:lnTo>
                <a:lnTo>
                  <a:pt x="1069280" y="314672"/>
                </a:lnTo>
                <a:cubicBezTo>
                  <a:pt x="997295" y="242686"/>
                  <a:pt x="997295" y="125974"/>
                  <a:pt x="1069280" y="53988"/>
                </a:cubicBezTo>
                <a:cubicBezTo>
                  <a:pt x="1141266" y="-17997"/>
                  <a:pt x="1257978" y="-17997"/>
                  <a:pt x="1329964" y="53988"/>
                </a:cubicBezTo>
                <a:lnTo>
                  <a:pt x="1781838" y="505862"/>
                </a:lnTo>
                <a:lnTo>
                  <a:pt x="1790235" y="511438"/>
                </a:lnTo>
                <a:lnTo>
                  <a:pt x="1809081" y="539820"/>
                </a:lnTo>
                <a:lnTo>
                  <a:pt x="1823133" y="558878"/>
                </a:lnTo>
                <a:lnTo>
                  <a:pt x="1824697" y="563336"/>
                </a:lnTo>
                <a:lnTo>
                  <a:pt x="1830726" y="572416"/>
                </a:lnTo>
                <a:lnTo>
                  <a:pt x="1834274" y="590645"/>
                </a:lnTo>
                <a:lnTo>
                  <a:pt x="1840849" y="609394"/>
                </a:lnTo>
                <a:lnTo>
                  <a:pt x="1841803" y="629341"/>
                </a:lnTo>
                <a:lnTo>
                  <a:pt x="1844224" y="641780"/>
                </a:lnTo>
                <a:lnTo>
                  <a:pt x="1842759" y="649308"/>
                </a:lnTo>
                <a:lnTo>
                  <a:pt x="1843379" y="662269"/>
                </a:lnTo>
                <a:cubicBezTo>
                  <a:pt x="1841692" y="679894"/>
                  <a:pt x="1837474" y="697322"/>
                  <a:pt x="1830725" y="713964"/>
                </a:cubicBezTo>
                <a:lnTo>
                  <a:pt x="1829112" y="716393"/>
                </a:lnTo>
                <a:lnTo>
                  <a:pt x="1828824" y="717821"/>
                </a:lnTo>
                <a:cubicBezTo>
                  <a:pt x="1821828" y="734361"/>
                  <a:pt x="1812487" y="749667"/>
                  <a:pt x="1801218" y="763323"/>
                </a:cubicBezTo>
                <a:lnTo>
                  <a:pt x="1777314" y="785042"/>
                </a:lnTo>
                <a:lnTo>
                  <a:pt x="1329965" y="1232392"/>
                </a:lnTo>
                <a:cubicBezTo>
                  <a:pt x="1257979" y="1304377"/>
                  <a:pt x="1141267" y="1304377"/>
                  <a:pt x="1069281" y="1232392"/>
                </a:cubicBezTo>
                <a:cubicBezTo>
                  <a:pt x="997296" y="1160406"/>
                  <a:pt x="997296" y="1043694"/>
                  <a:pt x="1069281" y="971708"/>
                </a:cubicBezTo>
                <a:lnTo>
                  <a:pt x="1210587" y="830402"/>
                </a:lnTo>
                <a:lnTo>
                  <a:pt x="184331" y="830402"/>
                </a:lnTo>
                <a:cubicBezTo>
                  <a:pt x="82528" y="830402"/>
                  <a:pt x="0" y="747874"/>
                  <a:pt x="0" y="646071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0" name="îŝ1îḍé">
            <a:extLst>
              <a:ext uri="{FF2B5EF4-FFF2-40B4-BE49-F238E27FC236}">
                <a16:creationId xmlns:a16="http://schemas.microsoft.com/office/drawing/2014/main" xmlns="" id="{E7B36541-672F-4F83-A2E9-44DAEDF0CE54}"/>
              </a:ext>
            </a:extLst>
          </p:cNvPr>
          <p:cNvSpPr/>
          <p:nvPr/>
        </p:nvSpPr>
        <p:spPr>
          <a:xfrm rot="8100000" flipV="1">
            <a:off x="3280008" y="3558404"/>
            <a:ext cx="1138492" cy="1135531"/>
          </a:xfrm>
          <a:custGeom>
            <a:avLst/>
            <a:gdLst>
              <a:gd name="connsiteX0" fmla="*/ 449482 w 1415075"/>
              <a:gd name="connsiteY0" fmla="*/ 56378 h 1411395"/>
              <a:gd name="connsiteX1" fmla="*/ 395493 w 1415075"/>
              <a:gd name="connsiteY1" fmla="*/ 186720 h 1411395"/>
              <a:gd name="connsiteX2" fmla="*/ 579824 w 1415075"/>
              <a:gd name="connsiteY2" fmla="*/ 371051 h 1411395"/>
              <a:gd name="connsiteX3" fmla="*/ 779661 w 1415075"/>
              <a:gd name="connsiteY3" fmla="*/ 371051 h 1411395"/>
              <a:gd name="connsiteX4" fmla="*/ 53989 w 1415075"/>
              <a:gd name="connsiteY4" fmla="*/ 1096723 h 1411395"/>
              <a:gd name="connsiteX5" fmla="*/ 53989 w 1415075"/>
              <a:gd name="connsiteY5" fmla="*/ 1357407 h 1411395"/>
              <a:gd name="connsiteX6" fmla="*/ 314672 w 1415075"/>
              <a:gd name="connsiteY6" fmla="*/ 1357407 h 1411395"/>
              <a:gd name="connsiteX7" fmla="*/ 1044419 w 1415075"/>
              <a:gd name="connsiteY7" fmla="*/ 627660 h 1411395"/>
              <a:gd name="connsiteX8" fmla="*/ 1044419 w 1415075"/>
              <a:gd name="connsiteY8" fmla="*/ 835646 h 1411395"/>
              <a:gd name="connsiteX9" fmla="*/ 1228750 w 1415075"/>
              <a:gd name="connsiteY9" fmla="*/ 1019977 h 1411395"/>
              <a:gd name="connsiteX10" fmla="*/ 1413081 w 1415075"/>
              <a:gd name="connsiteY10" fmla="*/ 835646 h 1411395"/>
              <a:gd name="connsiteX11" fmla="*/ 1413081 w 1415075"/>
              <a:gd name="connsiteY11" fmla="*/ 196597 h 1411395"/>
              <a:gd name="connsiteX12" fmla="*/ 1415075 w 1415075"/>
              <a:gd name="connsiteY12" fmla="*/ 186720 h 1411395"/>
              <a:gd name="connsiteX13" fmla="*/ 1406788 w 1415075"/>
              <a:gd name="connsiteY13" fmla="*/ 131906 h 1411395"/>
              <a:gd name="connsiteX14" fmla="*/ 1399253 w 1415075"/>
              <a:gd name="connsiteY14" fmla="*/ 116231 h 1411395"/>
              <a:gd name="connsiteX15" fmla="*/ 1398595 w 1415075"/>
              <a:gd name="connsiteY15" fmla="*/ 112976 h 1411395"/>
              <a:gd name="connsiteX16" fmla="*/ 1395433 w 1415075"/>
              <a:gd name="connsiteY16" fmla="*/ 108286 h 1411395"/>
              <a:gd name="connsiteX17" fmla="*/ 1383594 w 1415075"/>
              <a:gd name="connsiteY17" fmla="*/ 83659 h 1411395"/>
              <a:gd name="connsiteX18" fmla="*/ 1365125 w 1415075"/>
              <a:gd name="connsiteY18" fmla="*/ 63333 h 1411395"/>
              <a:gd name="connsiteX19" fmla="*/ 1359092 w 1415075"/>
              <a:gd name="connsiteY19" fmla="*/ 54384 h 1411395"/>
              <a:gd name="connsiteX20" fmla="*/ 1353676 w 1415075"/>
              <a:gd name="connsiteY20" fmla="*/ 50733 h 1411395"/>
              <a:gd name="connsiteX21" fmla="*/ 1347996 w 1415075"/>
              <a:gd name="connsiteY21" fmla="*/ 44481 h 1411395"/>
              <a:gd name="connsiteX22" fmla="*/ 1312119 w 1415075"/>
              <a:gd name="connsiteY22" fmla="*/ 22715 h 1411395"/>
              <a:gd name="connsiteX23" fmla="*/ 1300500 w 1415075"/>
              <a:gd name="connsiteY23" fmla="*/ 14881 h 1411395"/>
              <a:gd name="connsiteX24" fmla="*/ 1297641 w 1415075"/>
              <a:gd name="connsiteY24" fmla="*/ 14304 h 1411395"/>
              <a:gd name="connsiteX25" fmla="*/ 1296428 w 1415075"/>
              <a:gd name="connsiteY25" fmla="*/ 13498 h 1411395"/>
              <a:gd name="connsiteX26" fmla="*/ 1227064 w 1415075"/>
              <a:gd name="connsiteY26" fmla="*/ 0 h 1411395"/>
              <a:gd name="connsiteX27" fmla="*/ 1214790 w 1415075"/>
              <a:gd name="connsiteY27" fmla="*/ 2389 h 1411395"/>
              <a:gd name="connsiteX28" fmla="*/ 579824 w 1415075"/>
              <a:gd name="connsiteY28" fmla="*/ 2389 h 1411395"/>
              <a:gd name="connsiteX29" fmla="*/ 449482 w 1415075"/>
              <a:gd name="connsiteY29" fmla="*/ 56378 h 141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415075" h="1411395">
                <a:moveTo>
                  <a:pt x="449482" y="56378"/>
                </a:moveTo>
                <a:cubicBezTo>
                  <a:pt x="416125" y="89736"/>
                  <a:pt x="395493" y="135819"/>
                  <a:pt x="395493" y="186720"/>
                </a:cubicBezTo>
                <a:cubicBezTo>
                  <a:pt x="395493" y="288523"/>
                  <a:pt x="478021" y="371051"/>
                  <a:pt x="579824" y="371051"/>
                </a:cubicBezTo>
                <a:lnTo>
                  <a:pt x="779661" y="371051"/>
                </a:lnTo>
                <a:lnTo>
                  <a:pt x="53989" y="1096723"/>
                </a:lnTo>
                <a:cubicBezTo>
                  <a:pt x="-17997" y="1168709"/>
                  <a:pt x="-17997" y="1285421"/>
                  <a:pt x="53989" y="1357407"/>
                </a:cubicBezTo>
                <a:cubicBezTo>
                  <a:pt x="125975" y="1429392"/>
                  <a:pt x="242687" y="1429392"/>
                  <a:pt x="314672" y="1357407"/>
                </a:cubicBezTo>
                <a:lnTo>
                  <a:pt x="1044419" y="627660"/>
                </a:lnTo>
                <a:lnTo>
                  <a:pt x="1044419" y="835646"/>
                </a:lnTo>
                <a:cubicBezTo>
                  <a:pt x="1044419" y="937449"/>
                  <a:pt x="1126947" y="1019977"/>
                  <a:pt x="1228750" y="1019977"/>
                </a:cubicBezTo>
                <a:cubicBezTo>
                  <a:pt x="1330553" y="1019977"/>
                  <a:pt x="1413081" y="937449"/>
                  <a:pt x="1413081" y="835646"/>
                </a:cubicBezTo>
                <a:lnTo>
                  <a:pt x="1413081" y="196597"/>
                </a:lnTo>
                <a:lnTo>
                  <a:pt x="1415075" y="186720"/>
                </a:lnTo>
                <a:cubicBezTo>
                  <a:pt x="1415075" y="167632"/>
                  <a:pt x="1412174" y="149222"/>
                  <a:pt x="1406788" y="131906"/>
                </a:cubicBezTo>
                <a:lnTo>
                  <a:pt x="1399253" y="116231"/>
                </a:lnTo>
                <a:lnTo>
                  <a:pt x="1398595" y="112976"/>
                </a:lnTo>
                <a:lnTo>
                  <a:pt x="1395433" y="108286"/>
                </a:lnTo>
                <a:lnTo>
                  <a:pt x="1383594" y="83659"/>
                </a:lnTo>
                <a:lnTo>
                  <a:pt x="1365125" y="63333"/>
                </a:lnTo>
                <a:lnTo>
                  <a:pt x="1359092" y="54384"/>
                </a:lnTo>
                <a:lnTo>
                  <a:pt x="1353676" y="50733"/>
                </a:lnTo>
                <a:lnTo>
                  <a:pt x="1347996" y="44481"/>
                </a:lnTo>
                <a:lnTo>
                  <a:pt x="1312119" y="22715"/>
                </a:lnTo>
                <a:lnTo>
                  <a:pt x="1300500" y="14881"/>
                </a:lnTo>
                <a:lnTo>
                  <a:pt x="1297641" y="14304"/>
                </a:lnTo>
                <a:lnTo>
                  <a:pt x="1296428" y="13498"/>
                </a:lnTo>
                <a:cubicBezTo>
                  <a:pt x="1274239" y="4499"/>
                  <a:pt x="1250651" y="0"/>
                  <a:pt x="1227064" y="0"/>
                </a:cubicBezTo>
                <a:lnTo>
                  <a:pt x="1214790" y="2389"/>
                </a:lnTo>
                <a:lnTo>
                  <a:pt x="579824" y="2389"/>
                </a:lnTo>
                <a:cubicBezTo>
                  <a:pt x="528923" y="2389"/>
                  <a:pt x="482840" y="23021"/>
                  <a:pt x="449482" y="56378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1" name="í$ḷiḑè">
            <a:extLst>
              <a:ext uri="{FF2B5EF4-FFF2-40B4-BE49-F238E27FC236}">
                <a16:creationId xmlns:a16="http://schemas.microsoft.com/office/drawing/2014/main" xmlns="" id="{A20DB959-43C8-41F0-97D2-53BF5BA0BFFA}"/>
              </a:ext>
            </a:extLst>
          </p:cNvPr>
          <p:cNvSpPr/>
          <p:nvPr/>
        </p:nvSpPr>
        <p:spPr>
          <a:xfrm rot="18900000" flipV="1">
            <a:off x="853212" y="3541249"/>
            <a:ext cx="1138492" cy="1135531"/>
          </a:xfrm>
          <a:custGeom>
            <a:avLst/>
            <a:gdLst>
              <a:gd name="connsiteX0" fmla="*/ 1359092 w 1415075"/>
              <a:gd name="connsiteY0" fmla="*/ 965988 h 1411395"/>
              <a:gd name="connsiteX1" fmla="*/ 1413081 w 1415075"/>
              <a:gd name="connsiteY1" fmla="*/ 835646 h 1411395"/>
              <a:gd name="connsiteX2" fmla="*/ 1413081 w 1415075"/>
              <a:gd name="connsiteY2" fmla="*/ 196597 h 1411395"/>
              <a:gd name="connsiteX3" fmla="*/ 1415075 w 1415075"/>
              <a:gd name="connsiteY3" fmla="*/ 186720 h 1411395"/>
              <a:gd name="connsiteX4" fmla="*/ 1406788 w 1415075"/>
              <a:gd name="connsiteY4" fmla="*/ 131906 h 1411395"/>
              <a:gd name="connsiteX5" fmla="*/ 1399252 w 1415075"/>
              <a:gd name="connsiteY5" fmla="*/ 116231 h 1411395"/>
              <a:gd name="connsiteX6" fmla="*/ 1398595 w 1415075"/>
              <a:gd name="connsiteY6" fmla="*/ 112976 h 1411395"/>
              <a:gd name="connsiteX7" fmla="*/ 1395433 w 1415075"/>
              <a:gd name="connsiteY7" fmla="*/ 108286 h 1411395"/>
              <a:gd name="connsiteX8" fmla="*/ 1383594 w 1415075"/>
              <a:gd name="connsiteY8" fmla="*/ 83659 h 1411395"/>
              <a:gd name="connsiteX9" fmla="*/ 1365125 w 1415075"/>
              <a:gd name="connsiteY9" fmla="*/ 63333 h 1411395"/>
              <a:gd name="connsiteX10" fmla="*/ 1359092 w 1415075"/>
              <a:gd name="connsiteY10" fmla="*/ 54384 h 1411395"/>
              <a:gd name="connsiteX11" fmla="*/ 1353676 w 1415075"/>
              <a:gd name="connsiteY11" fmla="*/ 50733 h 1411395"/>
              <a:gd name="connsiteX12" fmla="*/ 1347995 w 1415075"/>
              <a:gd name="connsiteY12" fmla="*/ 44481 h 1411395"/>
              <a:gd name="connsiteX13" fmla="*/ 1312118 w 1415075"/>
              <a:gd name="connsiteY13" fmla="*/ 22714 h 1411395"/>
              <a:gd name="connsiteX14" fmla="*/ 1300500 w 1415075"/>
              <a:gd name="connsiteY14" fmla="*/ 14881 h 1411395"/>
              <a:gd name="connsiteX15" fmla="*/ 1297641 w 1415075"/>
              <a:gd name="connsiteY15" fmla="*/ 14304 h 1411395"/>
              <a:gd name="connsiteX16" fmla="*/ 1296428 w 1415075"/>
              <a:gd name="connsiteY16" fmla="*/ 13498 h 1411395"/>
              <a:gd name="connsiteX17" fmla="*/ 1227064 w 1415075"/>
              <a:gd name="connsiteY17" fmla="*/ 0 h 1411395"/>
              <a:gd name="connsiteX18" fmla="*/ 1214790 w 1415075"/>
              <a:gd name="connsiteY18" fmla="*/ 2389 h 1411395"/>
              <a:gd name="connsiteX19" fmla="*/ 579824 w 1415075"/>
              <a:gd name="connsiteY19" fmla="*/ 2389 h 1411395"/>
              <a:gd name="connsiteX20" fmla="*/ 395493 w 1415075"/>
              <a:gd name="connsiteY20" fmla="*/ 186720 h 1411395"/>
              <a:gd name="connsiteX21" fmla="*/ 579824 w 1415075"/>
              <a:gd name="connsiteY21" fmla="*/ 371051 h 1411395"/>
              <a:gd name="connsiteX22" fmla="*/ 779661 w 1415075"/>
              <a:gd name="connsiteY22" fmla="*/ 371051 h 1411395"/>
              <a:gd name="connsiteX23" fmla="*/ 53989 w 1415075"/>
              <a:gd name="connsiteY23" fmla="*/ 1096723 h 1411395"/>
              <a:gd name="connsiteX24" fmla="*/ 53989 w 1415075"/>
              <a:gd name="connsiteY24" fmla="*/ 1357407 h 1411395"/>
              <a:gd name="connsiteX25" fmla="*/ 314672 w 1415075"/>
              <a:gd name="connsiteY25" fmla="*/ 1357407 h 1411395"/>
              <a:gd name="connsiteX26" fmla="*/ 1044419 w 1415075"/>
              <a:gd name="connsiteY26" fmla="*/ 627660 h 1411395"/>
              <a:gd name="connsiteX27" fmla="*/ 1044419 w 1415075"/>
              <a:gd name="connsiteY27" fmla="*/ 835646 h 1411395"/>
              <a:gd name="connsiteX28" fmla="*/ 1228750 w 1415075"/>
              <a:gd name="connsiteY28" fmla="*/ 1019977 h 1411395"/>
              <a:gd name="connsiteX29" fmla="*/ 1359092 w 1415075"/>
              <a:gd name="connsiteY29" fmla="*/ 965988 h 141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415075" h="1411395">
                <a:moveTo>
                  <a:pt x="1359092" y="965988"/>
                </a:moveTo>
                <a:cubicBezTo>
                  <a:pt x="1392449" y="932630"/>
                  <a:pt x="1413081" y="886547"/>
                  <a:pt x="1413081" y="835646"/>
                </a:cubicBezTo>
                <a:lnTo>
                  <a:pt x="1413081" y="196597"/>
                </a:lnTo>
                <a:lnTo>
                  <a:pt x="1415075" y="186720"/>
                </a:lnTo>
                <a:cubicBezTo>
                  <a:pt x="1415075" y="167632"/>
                  <a:pt x="1412174" y="149222"/>
                  <a:pt x="1406788" y="131906"/>
                </a:cubicBezTo>
                <a:lnTo>
                  <a:pt x="1399252" y="116231"/>
                </a:lnTo>
                <a:lnTo>
                  <a:pt x="1398595" y="112976"/>
                </a:lnTo>
                <a:lnTo>
                  <a:pt x="1395433" y="108286"/>
                </a:lnTo>
                <a:lnTo>
                  <a:pt x="1383594" y="83659"/>
                </a:lnTo>
                <a:lnTo>
                  <a:pt x="1365125" y="63333"/>
                </a:lnTo>
                <a:lnTo>
                  <a:pt x="1359092" y="54384"/>
                </a:lnTo>
                <a:lnTo>
                  <a:pt x="1353676" y="50733"/>
                </a:lnTo>
                <a:lnTo>
                  <a:pt x="1347995" y="44481"/>
                </a:lnTo>
                <a:lnTo>
                  <a:pt x="1312118" y="22714"/>
                </a:lnTo>
                <a:lnTo>
                  <a:pt x="1300500" y="14881"/>
                </a:lnTo>
                <a:lnTo>
                  <a:pt x="1297641" y="14304"/>
                </a:lnTo>
                <a:lnTo>
                  <a:pt x="1296428" y="13498"/>
                </a:lnTo>
                <a:cubicBezTo>
                  <a:pt x="1274239" y="4499"/>
                  <a:pt x="1250651" y="0"/>
                  <a:pt x="1227064" y="0"/>
                </a:cubicBezTo>
                <a:lnTo>
                  <a:pt x="1214790" y="2389"/>
                </a:lnTo>
                <a:lnTo>
                  <a:pt x="579824" y="2389"/>
                </a:lnTo>
                <a:cubicBezTo>
                  <a:pt x="478021" y="2389"/>
                  <a:pt x="395493" y="84917"/>
                  <a:pt x="395493" y="186720"/>
                </a:cubicBezTo>
                <a:cubicBezTo>
                  <a:pt x="395493" y="288523"/>
                  <a:pt x="478021" y="371051"/>
                  <a:pt x="579824" y="371051"/>
                </a:cubicBezTo>
                <a:lnTo>
                  <a:pt x="779661" y="371051"/>
                </a:lnTo>
                <a:lnTo>
                  <a:pt x="53989" y="1096723"/>
                </a:lnTo>
                <a:cubicBezTo>
                  <a:pt x="-17997" y="1168709"/>
                  <a:pt x="-17997" y="1285421"/>
                  <a:pt x="53989" y="1357407"/>
                </a:cubicBezTo>
                <a:cubicBezTo>
                  <a:pt x="125975" y="1429392"/>
                  <a:pt x="242687" y="1429392"/>
                  <a:pt x="314672" y="1357407"/>
                </a:cubicBezTo>
                <a:lnTo>
                  <a:pt x="1044419" y="627660"/>
                </a:lnTo>
                <a:lnTo>
                  <a:pt x="1044419" y="835646"/>
                </a:lnTo>
                <a:cubicBezTo>
                  <a:pt x="1044419" y="937449"/>
                  <a:pt x="1126947" y="1019977"/>
                  <a:pt x="1228750" y="1019977"/>
                </a:cubicBezTo>
                <a:cubicBezTo>
                  <a:pt x="1279652" y="1019977"/>
                  <a:pt x="1325734" y="999345"/>
                  <a:pt x="1359092" y="965988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2" name="îṡḻiḋe">
            <a:extLst>
              <a:ext uri="{FF2B5EF4-FFF2-40B4-BE49-F238E27FC236}">
                <a16:creationId xmlns:a16="http://schemas.microsoft.com/office/drawing/2014/main" xmlns="" id="{6FE5CA3D-B458-4B4B-B8E1-1CA304E57AA1}"/>
              </a:ext>
            </a:extLst>
          </p:cNvPr>
          <p:cNvSpPr/>
          <p:nvPr/>
        </p:nvSpPr>
        <p:spPr>
          <a:xfrm rot="13500000" flipV="1">
            <a:off x="2094856" y="4750502"/>
            <a:ext cx="1138492" cy="1135531"/>
          </a:xfrm>
          <a:custGeom>
            <a:avLst/>
            <a:gdLst>
              <a:gd name="connsiteX0" fmla="*/ 1359091 w 1415075"/>
              <a:gd name="connsiteY0" fmla="*/ 54383 h 1411395"/>
              <a:gd name="connsiteX1" fmla="*/ 1300499 w 1415075"/>
              <a:gd name="connsiteY1" fmla="*/ 14879 h 1411395"/>
              <a:gd name="connsiteX2" fmla="*/ 1297638 w 1415075"/>
              <a:gd name="connsiteY2" fmla="*/ 14301 h 1411395"/>
              <a:gd name="connsiteX3" fmla="*/ 1296428 w 1415075"/>
              <a:gd name="connsiteY3" fmla="*/ 13498 h 1411395"/>
              <a:gd name="connsiteX4" fmla="*/ 1227063 w 1415075"/>
              <a:gd name="connsiteY4" fmla="*/ 0 h 1411395"/>
              <a:gd name="connsiteX5" fmla="*/ 1214793 w 1415075"/>
              <a:gd name="connsiteY5" fmla="*/ 2388 h 1411395"/>
              <a:gd name="connsiteX6" fmla="*/ 579824 w 1415075"/>
              <a:gd name="connsiteY6" fmla="*/ 2388 h 1411395"/>
              <a:gd name="connsiteX7" fmla="*/ 395493 w 1415075"/>
              <a:gd name="connsiteY7" fmla="*/ 186719 h 1411395"/>
              <a:gd name="connsiteX8" fmla="*/ 579824 w 1415075"/>
              <a:gd name="connsiteY8" fmla="*/ 371050 h 1411395"/>
              <a:gd name="connsiteX9" fmla="*/ 779661 w 1415075"/>
              <a:gd name="connsiteY9" fmla="*/ 371050 h 1411395"/>
              <a:gd name="connsiteX10" fmla="*/ 53988 w 1415075"/>
              <a:gd name="connsiteY10" fmla="*/ 1096723 h 1411395"/>
              <a:gd name="connsiteX11" fmla="*/ 53988 w 1415075"/>
              <a:gd name="connsiteY11" fmla="*/ 1357406 h 1411395"/>
              <a:gd name="connsiteX12" fmla="*/ 314672 w 1415075"/>
              <a:gd name="connsiteY12" fmla="*/ 1357406 h 1411395"/>
              <a:gd name="connsiteX13" fmla="*/ 1044418 w 1415075"/>
              <a:gd name="connsiteY13" fmla="*/ 627660 h 1411395"/>
              <a:gd name="connsiteX14" fmla="*/ 1044418 w 1415075"/>
              <a:gd name="connsiteY14" fmla="*/ 835644 h 1411395"/>
              <a:gd name="connsiteX15" fmla="*/ 1228749 w 1415075"/>
              <a:gd name="connsiteY15" fmla="*/ 1019975 h 1411395"/>
              <a:gd name="connsiteX16" fmla="*/ 1413080 w 1415075"/>
              <a:gd name="connsiteY16" fmla="*/ 835644 h 1411395"/>
              <a:gd name="connsiteX17" fmla="*/ 1413080 w 1415075"/>
              <a:gd name="connsiteY17" fmla="*/ 196599 h 1411395"/>
              <a:gd name="connsiteX18" fmla="*/ 1415075 w 1415075"/>
              <a:gd name="connsiteY18" fmla="*/ 186719 h 1411395"/>
              <a:gd name="connsiteX19" fmla="*/ 1361086 w 1415075"/>
              <a:gd name="connsiteY19" fmla="*/ 56377 h 1411395"/>
              <a:gd name="connsiteX20" fmla="*/ 1359894 w 1415075"/>
              <a:gd name="connsiteY20" fmla="*/ 55575 h 141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15075" h="1411395">
                <a:moveTo>
                  <a:pt x="1359091" y="54383"/>
                </a:moveTo>
                <a:cubicBezTo>
                  <a:pt x="1342412" y="37704"/>
                  <a:pt x="1322552" y="24207"/>
                  <a:pt x="1300499" y="14879"/>
                </a:cubicBezTo>
                <a:lnTo>
                  <a:pt x="1297638" y="14301"/>
                </a:lnTo>
                <a:lnTo>
                  <a:pt x="1296428" y="13498"/>
                </a:lnTo>
                <a:cubicBezTo>
                  <a:pt x="1274238" y="4499"/>
                  <a:pt x="1250651" y="0"/>
                  <a:pt x="1227063" y="0"/>
                </a:cubicBezTo>
                <a:lnTo>
                  <a:pt x="1214793" y="2388"/>
                </a:lnTo>
                <a:lnTo>
                  <a:pt x="579824" y="2388"/>
                </a:lnTo>
                <a:cubicBezTo>
                  <a:pt x="478021" y="2388"/>
                  <a:pt x="395493" y="84916"/>
                  <a:pt x="395493" y="186719"/>
                </a:cubicBezTo>
                <a:cubicBezTo>
                  <a:pt x="395493" y="288522"/>
                  <a:pt x="478021" y="371050"/>
                  <a:pt x="579824" y="371050"/>
                </a:cubicBezTo>
                <a:lnTo>
                  <a:pt x="779661" y="371050"/>
                </a:lnTo>
                <a:lnTo>
                  <a:pt x="53988" y="1096723"/>
                </a:lnTo>
                <a:cubicBezTo>
                  <a:pt x="-17997" y="1168709"/>
                  <a:pt x="-17997" y="1285421"/>
                  <a:pt x="53988" y="1357406"/>
                </a:cubicBezTo>
                <a:cubicBezTo>
                  <a:pt x="125974" y="1429392"/>
                  <a:pt x="242686" y="1429392"/>
                  <a:pt x="314672" y="1357406"/>
                </a:cubicBezTo>
                <a:lnTo>
                  <a:pt x="1044418" y="627660"/>
                </a:lnTo>
                <a:lnTo>
                  <a:pt x="1044418" y="835644"/>
                </a:lnTo>
                <a:cubicBezTo>
                  <a:pt x="1044418" y="937447"/>
                  <a:pt x="1126946" y="1019975"/>
                  <a:pt x="1228749" y="1019975"/>
                </a:cubicBezTo>
                <a:cubicBezTo>
                  <a:pt x="1330552" y="1019975"/>
                  <a:pt x="1413080" y="937447"/>
                  <a:pt x="1413080" y="835644"/>
                </a:cubicBezTo>
                <a:lnTo>
                  <a:pt x="1413080" y="196599"/>
                </a:lnTo>
                <a:lnTo>
                  <a:pt x="1415075" y="186719"/>
                </a:lnTo>
                <a:cubicBezTo>
                  <a:pt x="1415075" y="135817"/>
                  <a:pt x="1394443" y="89735"/>
                  <a:pt x="1361086" y="56377"/>
                </a:cubicBezTo>
                <a:lnTo>
                  <a:pt x="1359894" y="555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3" name="íṥliḋé">
            <a:extLst>
              <a:ext uri="{FF2B5EF4-FFF2-40B4-BE49-F238E27FC236}">
                <a16:creationId xmlns:a16="http://schemas.microsoft.com/office/drawing/2014/main" xmlns="" id="{C14305E3-EDAB-4432-BFDE-85ECC8FD49FF}"/>
              </a:ext>
            </a:extLst>
          </p:cNvPr>
          <p:cNvSpPr txBox="1"/>
          <p:nvPr/>
        </p:nvSpPr>
        <p:spPr>
          <a:xfrm>
            <a:off x="2193212" y="3876583"/>
            <a:ext cx="914400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keyword</a:t>
            </a:r>
            <a:endParaRPr lang="zh-CN" altLang="en-US" sz="1400" b="1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xmlns="" id="{41FEFEA6-DAB0-45BD-9E5E-7FDF7941974D}"/>
              </a:ext>
            </a:extLst>
          </p:cNvPr>
          <p:cNvCxnSpPr>
            <a:cxnSpLocks/>
          </p:cNvCxnSpPr>
          <p:nvPr/>
        </p:nvCxnSpPr>
        <p:spPr>
          <a:xfrm>
            <a:off x="5207418" y="2648723"/>
            <a:ext cx="6313070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ṧļiḑè">
            <a:extLst>
              <a:ext uri="{FF2B5EF4-FFF2-40B4-BE49-F238E27FC236}">
                <a16:creationId xmlns:a16="http://schemas.microsoft.com/office/drawing/2014/main" xmlns="" id="{83A8F5EA-4107-4D9E-B10D-4BFB27A24217}"/>
              </a:ext>
            </a:extLst>
          </p:cNvPr>
          <p:cNvSpPr/>
          <p:nvPr/>
        </p:nvSpPr>
        <p:spPr bwMode="auto">
          <a:xfrm>
            <a:off x="5388142" y="5273419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Copy paste fonts. Choose the only option to retain text.</a:t>
            </a:r>
          </a:p>
        </p:txBody>
      </p:sp>
      <p:sp>
        <p:nvSpPr>
          <p:cNvPr id="26" name="iŝḻidè">
            <a:extLst>
              <a:ext uri="{FF2B5EF4-FFF2-40B4-BE49-F238E27FC236}">
                <a16:creationId xmlns:a16="http://schemas.microsoft.com/office/drawing/2014/main" xmlns="" id="{BB3748DD-A2A1-4F66-B013-C6E0EF0AFF13}"/>
              </a:ext>
            </a:extLst>
          </p:cNvPr>
          <p:cNvSpPr txBox="1"/>
          <p:nvPr/>
        </p:nvSpPr>
        <p:spPr bwMode="auto">
          <a:xfrm>
            <a:off x="5388142" y="4860539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4"/>
                </a:solidFill>
              </a:rPr>
              <a:t>Text here</a:t>
            </a:r>
          </a:p>
        </p:txBody>
      </p:sp>
      <p:sp>
        <p:nvSpPr>
          <p:cNvPr id="27" name="íş1iḓe">
            <a:extLst>
              <a:ext uri="{FF2B5EF4-FFF2-40B4-BE49-F238E27FC236}">
                <a16:creationId xmlns:a16="http://schemas.microsoft.com/office/drawing/2014/main" xmlns="" id="{D7A126D8-46B6-4E9F-8137-90024495F5F6}"/>
              </a:ext>
            </a:extLst>
          </p:cNvPr>
          <p:cNvSpPr/>
          <p:nvPr/>
        </p:nvSpPr>
        <p:spPr bwMode="auto">
          <a:xfrm>
            <a:off x="4749595" y="4953430"/>
            <a:ext cx="461080" cy="460795"/>
          </a:xfrm>
          <a:custGeom>
            <a:avLst/>
            <a:gdLst>
              <a:gd name="connsiteX0" fmla="*/ 482620 w 607097"/>
              <a:gd name="connsiteY0" fmla="*/ 381169 h 606722"/>
              <a:gd name="connsiteX1" fmla="*/ 496768 w 607097"/>
              <a:gd name="connsiteY1" fmla="*/ 381169 h 606722"/>
              <a:gd name="connsiteX2" fmla="*/ 510916 w 607097"/>
              <a:gd name="connsiteY2" fmla="*/ 395381 h 606722"/>
              <a:gd name="connsiteX3" fmla="*/ 510916 w 607097"/>
              <a:gd name="connsiteY3" fmla="*/ 409505 h 606722"/>
              <a:gd name="connsiteX4" fmla="*/ 503887 w 607097"/>
              <a:gd name="connsiteY4" fmla="*/ 412525 h 606722"/>
              <a:gd name="connsiteX5" fmla="*/ 496768 w 607097"/>
              <a:gd name="connsiteY5" fmla="*/ 409505 h 606722"/>
              <a:gd name="connsiteX6" fmla="*/ 482620 w 607097"/>
              <a:gd name="connsiteY6" fmla="*/ 395381 h 606722"/>
              <a:gd name="connsiteX7" fmla="*/ 482620 w 607097"/>
              <a:gd name="connsiteY7" fmla="*/ 381169 h 606722"/>
              <a:gd name="connsiteX8" fmla="*/ 546398 w 607097"/>
              <a:gd name="connsiteY8" fmla="*/ 242745 h 606722"/>
              <a:gd name="connsiteX9" fmla="*/ 566606 w 607097"/>
              <a:gd name="connsiteY9" fmla="*/ 242745 h 606722"/>
              <a:gd name="connsiteX10" fmla="*/ 576754 w 607097"/>
              <a:gd name="connsiteY10" fmla="*/ 252756 h 606722"/>
              <a:gd name="connsiteX11" fmla="*/ 566606 w 607097"/>
              <a:gd name="connsiteY11" fmla="*/ 262856 h 606722"/>
              <a:gd name="connsiteX12" fmla="*/ 546398 w 607097"/>
              <a:gd name="connsiteY12" fmla="*/ 262856 h 606722"/>
              <a:gd name="connsiteX13" fmla="*/ 536249 w 607097"/>
              <a:gd name="connsiteY13" fmla="*/ 252756 h 606722"/>
              <a:gd name="connsiteX14" fmla="*/ 546398 w 607097"/>
              <a:gd name="connsiteY14" fmla="*/ 242745 h 606722"/>
              <a:gd name="connsiteX15" fmla="*/ 353968 w 607097"/>
              <a:gd name="connsiteY15" fmla="*/ 101120 h 606722"/>
              <a:gd name="connsiteX16" fmla="*/ 364118 w 607097"/>
              <a:gd name="connsiteY16" fmla="*/ 111251 h 606722"/>
              <a:gd name="connsiteX17" fmla="*/ 364118 w 607097"/>
              <a:gd name="connsiteY17" fmla="*/ 242683 h 606722"/>
              <a:gd name="connsiteX18" fmla="*/ 424838 w 607097"/>
              <a:gd name="connsiteY18" fmla="*/ 242683 h 606722"/>
              <a:gd name="connsiteX19" fmla="*/ 434988 w 607097"/>
              <a:gd name="connsiteY19" fmla="*/ 252725 h 606722"/>
              <a:gd name="connsiteX20" fmla="*/ 424838 w 607097"/>
              <a:gd name="connsiteY20" fmla="*/ 262856 h 606722"/>
              <a:gd name="connsiteX21" fmla="*/ 353968 w 607097"/>
              <a:gd name="connsiteY21" fmla="*/ 262856 h 606722"/>
              <a:gd name="connsiteX22" fmla="*/ 343818 w 607097"/>
              <a:gd name="connsiteY22" fmla="*/ 252725 h 606722"/>
              <a:gd name="connsiteX23" fmla="*/ 343818 w 607097"/>
              <a:gd name="connsiteY23" fmla="*/ 111251 h 606722"/>
              <a:gd name="connsiteX24" fmla="*/ 353968 w 607097"/>
              <a:gd name="connsiteY24" fmla="*/ 101120 h 606722"/>
              <a:gd name="connsiteX25" fmla="*/ 496768 w 607097"/>
              <a:gd name="connsiteY25" fmla="*/ 96101 h 606722"/>
              <a:gd name="connsiteX26" fmla="*/ 510916 w 607097"/>
              <a:gd name="connsiteY26" fmla="*/ 96101 h 606722"/>
              <a:gd name="connsiteX27" fmla="*/ 510916 w 607097"/>
              <a:gd name="connsiteY27" fmla="*/ 110217 h 606722"/>
              <a:gd name="connsiteX28" fmla="*/ 496768 w 607097"/>
              <a:gd name="connsiteY28" fmla="*/ 124334 h 606722"/>
              <a:gd name="connsiteX29" fmla="*/ 489650 w 607097"/>
              <a:gd name="connsiteY29" fmla="*/ 127441 h 606722"/>
              <a:gd name="connsiteX30" fmla="*/ 482620 w 607097"/>
              <a:gd name="connsiteY30" fmla="*/ 124334 h 606722"/>
              <a:gd name="connsiteX31" fmla="*/ 482620 w 607097"/>
              <a:gd name="connsiteY31" fmla="*/ 110217 h 606722"/>
              <a:gd name="connsiteX32" fmla="*/ 196955 w 607097"/>
              <a:gd name="connsiteY32" fmla="*/ 96101 h 606722"/>
              <a:gd name="connsiteX33" fmla="*/ 211110 w 607097"/>
              <a:gd name="connsiteY33" fmla="*/ 96101 h 606722"/>
              <a:gd name="connsiteX34" fmla="*/ 225355 w 607097"/>
              <a:gd name="connsiteY34" fmla="*/ 110217 h 606722"/>
              <a:gd name="connsiteX35" fmla="*/ 225355 w 607097"/>
              <a:gd name="connsiteY35" fmla="*/ 124334 h 606722"/>
              <a:gd name="connsiteX36" fmla="*/ 218233 w 607097"/>
              <a:gd name="connsiteY36" fmla="*/ 127441 h 606722"/>
              <a:gd name="connsiteX37" fmla="*/ 211110 w 607097"/>
              <a:gd name="connsiteY37" fmla="*/ 124334 h 606722"/>
              <a:gd name="connsiteX38" fmla="*/ 196955 w 607097"/>
              <a:gd name="connsiteY38" fmla="*/ 110217 h 606722"/>
              <a:gd name="connsiteX39" fmla="*/ 196955 w 607097"/>
              <a:gd name="connsiteY39" fmla="*/ 96101 h 606722"/>
              <a:gd name="connsiteX40" fmla="*/ 103963 w 607097"/>
              <a:gd name="connsiteY40" fmla="*/ 81761 h 606722"/>
              <a:gd name="connsiteX41" fmla="*/ 87598 w 607097"/>
              <a:gd name="connsiteY41" fmla="*/ 90026 h 606722"/>
              <a:gd name="connsiteX42" fmla="*/ 62322 w 607097"/>
              <a:gd name="connsiteY42" fmla="*/ 115266 h 606722"/>
              <a:gd name="connsiteX43" fmla="*/ 34998 w 607097"/>
              <a:gd name="connsiteY43" fmla="*/ 265902 h 606722"/>
              <a:gd name="connsiteX44" fmla="*/ 75494 w 607097"/>
              <a:gd name="connsiteY44" fmla="*/ 322602 h 606722"/>
              <a:gd name="connsiteX45" fmla="*/ 283044 w 607097"/>
              <a:gd name="connsiteY45" fmla="*/ 530826 h 606722"/>
              <a:gd name="connsiteX46" fmla="*/ 327634 w 607097"/>
              <a:gd name="connsiteY46" fmla="*/ 565219 h 606722"/>
              <a:gd name="connsiteX47" fmla="*/ 490684 w 607097"/>
              <a:gd name="connsiteY47" fmla="*/ 545046 h 606722"/>
              <a:gd name="connsiteX48" fmla="*/ 515960 w 607097"/>
              <a:gd name="connsiteY48" fmla="*/ 519717 h 606722"/>
              <a:gd name="connsiteX49" fmla="*/ 521033 w 607097"/>
              <a:gd name="connsiteY49" fmla="*/ 485324 h 606722"/>
              <a:gd name="connsiteX50" fmla="*/ 434969 w 607097"/>
              <a:gd name="connsiteY50" fmla="*/ 411561 h 606722"/>
              <a:gd name="connsiteX51" fmla="*/ 414321 w 607097"/>
              <a:gd name="connsiteY51" fmla="*/ 406318 h 606722"/>
              <a:gd name="connsiteX52" fmla="*/ 413698 w 607097"/>
              <a:gd name="connsiteY52" fmla="*/ 406496 h 606722"/>
              <a:gd name="connsiteX53" fmla="*/ 405599 w 607097"/>
              <a:gd name="connsiteY53" fmla="*/ 413605 h 606722"/>
              <a:gd name="connsiteX54" fmla="*/ 404620 w 607097"/>
              <a:gd name="connsiteY54" fmla="*/ 414583 h 606722"/>
              <a:gd name="connsiteX55" fmla="*/ 373202 w 607097"/>
              <a:gd name="connsiteY55" fmla="*/ 447910 h 606722"/>
              <a:gd name="connsiteX56" fmla="*/ 349528 w 607097"/>
              <a:gd name="connsiteY56" fmla="*/ 459552 h 606722"/>
              <a:gd name="connsiteX57" fmla="*/ 405599 w 607097"/>
              <a:gd name="connsiteY57" fmla="*/ 475282 h 606722"/>
              <a:gd name="connsiteX58" fmla="*/ 414677 w 607097"/>
              <a:gd name="connsiteY58" fmla="*/ 486391 h 606722"/>
              <a:gd name="connsiteX59" fmla="*/ 404620 w 607097"/>
              <a:gd name="connsiteY59" fmla="*/ 495456 h 606722"/>
              <a:gd name="connsiteX60" fmla="*/ 403552 w 607097"/>
              <a:gd name="connsiteY60" fmla="*/ 495456 h 606722"/>
              <a:gd name="connsiteX61" fmla="*/ 287138 w 607097"/>
              <a:gd name="connsiteY61" fmla="*/ 441866 h 606722"/>
              <a:gd name="connsiteX62" fmla="*/ 286426 w 607097"/>
              <a:gd name="connsiteY62" fmla="*/ 441067 h 606722"/>
              <a:gd name="connsiteX63" fmla="*/ 284112 w 607097"/>
              <a:gd name="connsiteY63" fmla="*/ 438845 h 606722"/>
              <a:gd name="connsiteX64" fmla="*/ 176777 w 607097"/>
              <a:gd name="connsiteY64" fmla="*/ 331666 h 606722"/>
              <a:gd name="connsiteX65" fmla="*/ 111895 w 607097"/>
              <a:gd name="connsiteY65" fmla="*/ 213379 h 606722"/>
              <a:gd name="connsiteX66" fmla="*/ 121062 w 607097"/>
              <a:gd name="connsiteY66" fmla="*/ 202270 h 606722"/>
              <a:gd name="connsiteX67" fmla="*/ 132188 w 607097"/>
              <a:gd name="connsiteY67" fmla="*/ 211335 h 606722"/>
              <a:gd name="connsiteX68" fmla="*/ 146428 w 607097"/>
              <a:gd name="connsiteY68" fmla="*/ 259325 h 606722"/>
              <a:gd name="connsiteX69" fmla="*/ 158532 w 607097"/>
              <a:gd name="connsiteY69" fmla="*/ 233553 h 606722"/>
              <a:gd name="connsiteX70" fmla="*/ 191907 w 607097"/>
              <a:gd name="connsiteY70" fmla="*/ 202270 h 606722"/>
              <a:gd name="connsiteX71" fmla="*/ 192975 w 607097"/>
              <a:gd name="connsiteY71" fmla="*/ 201204 h 606722"/>
              <a:gd name="connsiteX72" fmla="*/ 200006 w 607097"/>
              <a:gd name="connsiteY72" fmla="*/ 193117 h 606722"/>
              <a:gd name="connsiteX73" fmla="*/ 194933 w 607097"/>
              <a:gd name="connsiteY73" fmla="*/ 170899 h 606722"/>
              <a:gd name="connsiteX74" fmla="*/ 121062 w 607097"/>
              <a:gd name="connsiteY74" fmla="*/ 84961 h 606722"/>
              <a:gd name="connsiteX75" fmla="*/ 103963 w 607097"/>
              <a:gd name="connsiteY75" fmla="*/ 81761 h 606722"/>
              <a:gd name="connsiteX76" fmla="*/ 353980 w 607097"/>
              <a:gd name="connsiteY76" fmla="*/ 30273 h 606722"/>
              <a:gd name="connsiteX77" fmla="*/ 364141 w 607097"/>
              <a:gd name="connsiteY77" fmla="*/ 40422 h 606722"/>
              <a:gd name="connsiteX78" fmla="*/ 364141 w 607097"/>
              <a:gd name="connsiteY78" fmla="*/ 60719 h 606722"/>
              <a:gd name="connsiteX79" fmla="*/ 353980 w 607097"/>
              <a:gd name="connsiteY79" fmla="*/ 70778 h 606722"/>
              <a:gd name="connsiteX80" fmla="*/ 343818 w 607097"/>
              <a:gd name="connsiteY80" fmla="*/ 60719 h 606722"/>
              <a:gd name="connsiteX81" fmla="*/ 343818 w 607097"/>
              <a:gd name="connsiteY81" fmla="*/ 40422 h 606722"/>
              <a:gd name="connsiteX82" fmla="*/ 353980 w 607097"/>
              <a:gd name="connsiteY82" fmla="*/ 30273 h 606722"/>
              <a:gd name="connsiteX83" fmla="*/ 353978 w 607097"/>
              <a:gd name="connsiteY83" fmla="*/ 20263 h 606722"/>
              <a:gd name="connsiteX84" fmla="*/ 174819 w 607097"/>
              <a:gd name="connsiteY84" fmla="*/ 104957 h 606722"/>
              <a:gd name="connsiteX85" fmla="*/ 214246 w 607097"/>
              <a:gd name="connsiteY85" fmla="*/ 160768 h 606722"/>
              <a:gd name="connsiteX86" fmla="*/ 221278 w 607097"/>
              <a:gd name="connsiteY86" fmla="*/ 198182 h 606722"/>
              <a:gd name="connsiteX87" fmla="*/ 215938 w 607097"/>
              <a:gd name="connsiteY87" fmla="*/ 209025 h 606722"/>
              <a:gd name="connsiteX88" fmla="*/ 210152 w 607097"/>
              <a:gd name="connsiteY88" fmla="*/ 215157 h 606722"/>
              <a:gd name="connsiteX89" fmla="*/ 206147 w 607097"/>
              <a:gd name="connsiteY89" fmla="*/ 218445 h 606722"/>
              <a:gd name="connsiteX90" fmla="*/ 176777 w 607097"/>
              <a:gd name="connsiteY90" fmla="*/ 244662 h 606722"/>
              <a:gd name="connsiteX91" fmla="*/ 182829 w 607097"/>
              <a:gd name="connsiteY91" fmla="*/ 308382 h 606722"/>
              <a:gd name="connsiteX92" fmla="*/ 189504 w 607097"/>
              <a:gd name="connsiteY92" fmla="*/ 315136 h 606722"/>
              <a:gd name="connsiteX93" fmla="*/ 189949 w 607097"/>
              <a:gd name="connsiteY93" fmla="*/ 315492 h 606722"/>
              <a:gd name="connsiteX94" fmla="*/ 191640 w 607097"/>
              <a:gd name="connsiteY94" fmla="*/ 317269 h 606722"/>
              <a:gd name="connsiteX95" fmla="*/ 298263 w 607097"/>
              <a:gd name="connsiteY95" fmla="*/ 424714 h 606722"/>
              <a:gd name="connsiteX96" fmla="*/ 362077 w 607097"/>
              <a:gd name="connsiteY96" fmla="*/ 430758 h 606722"/>
              <a:gd name="connsiteX97" fmla="*/ 388422 w 607097"/>
              <a:gd name="connsiteY97" fmla="*/ 401430 h 606722"/>
              <a:gd name="connsiteX98" fmla="*/ 408625 w 607097"/>
              <a:gd name="connsiteY98" fmla="*/ 386233 h 606722"/>
              <a:gd name="connsiteX99" fmla="*/ 419661 w 607097"/>
              <a:gd name="connsiteY99" fmla="*/ 384900 h 606722"/>
              <a:gd name="connsiteX100" fmla="*/ 446094 w 607097"/>
              <a:gd name="connsiteY100" fmla="*/ 392365 h 606722"/>
              <a:gd name="connsiteX101" fmla="*/ 501987 w 607097"/>
              <a:gd name="connsiteY101" fmla="*/ 431646 h 606722"/>
              <a:gd name="connsiteX102" fmla="*/ 586894 w 607097"/>
              <a:gd name="connsiteY102" fmla="*/ 252749 h 606722"/>
              <a:gd name="connsiteX103" fmla="*/ 353978 w 607097"/>
              <a:gd name="connsiteY103" fmla="*/ 20263 h 606722"/>
              <a:gd name="connsiteX104" fmla="*/ 353978 w 607097"/>
              <a:gd name="connsiteY104" fmla="*/ 0 h 606722"/>
              <a:gd name="connsiteX105" fmla="*/ 607097 w 607097"/>
              <a:gd name="connsiteY105" fmla="*/ 252749 h 606722"/>
              <a:gd name="connsiteX106" fmla="*/ 517384 w 607097"/>
              <a:gd name="connsiteY106" fmla="*/ 445421 h 606722"/>
              <a:gd name="connsiteX107" fmla="*/ 540257 w 607097"/>
              <a:gd name="connsiteY107" fmla="*/ 474215 h 606722"/>
              <a:gd name="connsiteX108" fmla="*/ 531179 w 607097"/>
              <a:gd name="connsiteY108" fmla="*/ 532870 h 606722"/>
              <a:gd name="connsiteX109" fmla="*/ 505814 w 607097"/>
              <a:gd name="connsiteY109" fmla="*/ 559176 h 606722"/>
              <a:gd name="connsiteX110" fmla="*/ 401505 w 607097"/>
              <a:gd name="connsiteY110" fmla="*/ 606722 h 606722"/>
              <a:gd name="connsiteX111" fmla="*/ 318556 w 607097"/>
              <a:gd name="connsiteY111" fmla="*/ 582460 h 606722"/>
              <a:gd name="connsiteX112" fmla="*/ 268893 w 607097"/>
              <a:gd name="connsiteY112" fmla="*/ 543979 h 606722"/>
              <a:gd name="connsiteX113" fmla="*/ 61343 w 607097"/>
              <a:gd name="connsiteY113" fmla="*/ 336732 h 606722"/>
              <a:gd name="connsiteX114" fmla="*/ 16753 w 607097"/>
              <a:gd name="connsiteY114" fmla="*/ 275056 h 606722"/>
              <a:gd name="connsiteX115" fmla="*/ 48171 w 607097"/>
              <a:gd name="connsiteY115" fmla="*/ 101135 h 606722"/>
              <a:gd name="connsiteX116" fmla="*/ 73447 w 607097"/>
              <a:gd name="connsiteY116" fmla="*/ 75807 h 606722"/>
              <a:gd name="connsiteX117" fmla="*/ 132188 w 607097"/>
              <a:gd name="connsiteY117" fmla="*/ 66742 h 606722"/>
              <a:gd name="connsiteX118" fmla="*/ 160757 w 607097"/>
              <a:gd name="connsiteY118" fmla="*/ 89315 h 606722"/>
              <a:gd name="connsiteX119" fmla="*/ 353978 w 607097"/>
              <a:gd name="connsiteY119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607097" h="606722">
                <a:moveTo>
                  <a:pt x="482620" y="381169"/>
                </a:moveTo>
                <a:cubicBezTo>
                  <a:pt x="486624" y="377172"/>
                  <a:pt x="492675" y="377172"/>
                  <a:pt x="496768" y="381169"/>
                </a:cubicBezTo>
                <a:lnTo>
                  <a:pt x="510916" y="395381"/>
                </a:lnTo>
                <a:cubicBezTo>
                  <a:pt x="515009" y="399379"/>
                  <a:pt x="515009" y="405419"/>
                  <a:pt x="510916" y="409505"/>
                </a:cubicBezTo>
                <a:cubicBezTo>
                  <a:pt x="509937" y="412525"/>
                  <a:pt x="506912" y="412525"/>
                  <a:pt x="503887" y="412525"/>
                </a:cubicBezTo>
                <a:cubicBezTo>
                  <a:pt x="500861" y="412525"/>
                  <a:pt x="498815" y="411548"/>
                  <a:pt x="496768" y="409505"/>
                </a:cubicBezTo>
                <a:lnTo>
                  <a:pt x="482620" y="395381"/>
                </a:lnTo>
                <a:cubicBezTo>
                  <a:pt x="478527" y="391295"/>
                  <a:pt x="478527" y="385255"/>
                  <a:pt x="482620" y="381169"/>
                </a:cubicBezTo>
                <a:close/>
                <a:moveTo>
                  <a:pt x="546398" y="242745"/>
                </a:moveTo>
                <a:lnTo>
                  <a:pt x="566606" y="242745"/>
                </a:lnTo>
                <a:cubicBezTo>
                  <a:pt x="572659" y="242745"/>
                  <a:pt x="576754" y="246732"/>
                  <a:pt x="576754" y="252756"/>
                </a:cubicBezTo>
                <a:cubicBezTo>
                  <a:pt x="576754" y="258869"/>
                  <a:pt x="572659" y="262856"/>
                  <a:pt x="566606" y="262856"/>
                </a:cubicBezTo>
                <a:lnTo>
                  <a:pt x="546398" y="262856"/>
                </a:lnTo>
                <a:cubicBezTo>
                  <a:pt x="540255" y="262856"/>
                  <a:pt x="536249" y="258869"/>
                  <a:pt x="536249" y="252756"/>
                </a:cubicBezTo>
                <a:cubicBezTo>
                  <a:pt x="536249" y="246732"/>
                  <a:pt x="540255" y="242745"/>
                  <a:pt x="546398" y="242745"/>
                </a:cubicBezTo>
                <a:close/>
                <a:moveTo>
                  <a:pt x="353968" y="101120"/>
                </a:moveTo>
                <a:cubicBezTo>
                  <a:pt x="360022" y="101120"/>
                  <a:pt x="364118" y="105119"/>
                  <a:pt x="364118" y="111251"/>
                </a:cubicBezTo>
                <a:lnTo>
                  <a:pt x="364118" y="242683"/>
                </a:lnTo>
                <a:lnTo>
                  <a:pt x="424838" y="242683"/>
                </a:lnTo>
                <a:cubicBezTo>
                  <a:pt x="430893" y="242683"/>
                  <a:pt x="434988" y="246682"/>
                  <a:pt x="434988" y="252725"/>
                </a:cubicBezTo>
                <a:cubicBezTo>
                  <a:pt x="434988" y="258857"/>
                  <a:pt x="430893" y="262856"/>
                  <a:pt x="424838" y="262856"/>
                </a:cubicBezTo>
                <a:lnTo>
                  <a:pt x="353968" y="262856"/>
                </a:lnTo>
                <a:cubicBezTo>
                  <a:pt x="347825" y="262856"/>
                  <a:pt x="343818" y="258857"/>
                  <a:pt x="343818" y="252725"/>
                </a:cubicBezTo>
                <a:lnTo>
                  <a:pt x="343818" y="111251"/>
                </a:lnTo>
                <a:cubicBezTo>
                  <a:pt x="343818" y="105119"/>
                  <a:pt x="347825" y="101120"/>
                  <a:pt x="353968" y="101120"/>
                </a:cubicBezTo>
                <a:close/>
                <a:moveTo>
                  <a:pt x="496768" y="96101"/>
                </a:moveTo>
                <a:cubicBezTo>
                  <a:pt x="500861" y="92017"/>
                  <a:pt x="506912" y="92017"/>
                  <a:pt x="510916" y="96101"/>
                </a:cubicBezTo>
                <a:cubicBezTo>
                  <a:pt x="515009" y="100096"/>
                  <a:pt x="515009" y="106222"/>
                  <a:pt x="510916" y="110217"/>
                </a:cubicBezTo>
                <a:lnTo>
                  <a:pt x="496768" y="124334"/>
                </a:lnTo>
                <a:cubicBezTo>
                  <a:pt x="494722" y="126376"/>
                  <a:pt x="492675" y="127441"/>
                  <a:pt x="489650" y="127441"/>
                </a:cubicBezTo>
                <a:cubicBezTo>
                  <a:pt x="486624" y="127441"/>
                  <a:pt x="484578" y="126376"/>
                  <a:pt x="482620" y="124334"/>
                </a:cubicBezTo>
                <a:cubicBezTo>
                  <a:pt x="478527" y="120338"/>
                  <a:pt x="478527" y="114301"/>
                  <a:pt x="482620" y="110217"/>
                </a:cubicBezTo>
                <a:close/>
                <a:moveTo>
                  <a:pt x="196955" y="96101"/>
                </a:moveTo>
                <a:cubicBezTo>
                  <a:pt x="201050" y="92017"/>
                  <a:pt x="207104" y="92017"/>
                  <a:pt x="211110" y="96101"/>
                </a:cubicBezTo>
                <a:lnTo>
                  <a:pt x="225355" y="110217"/>
                </a:lnTo>
                <a:cubicBezTo>
                  <a:pt x="229361" y="114301"/>
                  <a:pt x="229361" y="120338"/>
                  <a:pt x="225355" y="124334"/>
                </a:cubicBezTo>
                <a:cubicBezTo>
                  <a:pt x="223307" y="126376"/>
                  <a:pt x="220280" y="127441"/>
                  <a:pt x="218233" y="127441"/>
                </a:cubicBezTo>
                <a:cubicBezTo>
                  <a:pt x="215206" y="127441"/>
                  <a:pt x="213158" y="126376"/>
                  <a:pt x="211110" y="124334"/>
                </a:cubicBezTo>
                <a:lnTo>
                  <a:pt x="196955" y="110217"/>
                </a:lnTo>
                <a:cubicBezTo>
                  <a:pt x="192949" y="106222"/>
                  <a:pt x="192949" y="100096"/>
                  <a:pt x="196955" y="96101"/>
                </a:cubicBezTo>
                <a:close/>
                <a:moveTo>
                  <a:pt x="103963" y="81761"/>
                </a:moveTo>
                <a:cubicBezTo>
                  <a:pt x="98011" y="82650"/>
                  <a:pt x="92182" y="85449"/>
                  <a:pt x="87598" y="90026"/>
                </a:cubicBezTo>
                <a:lnTo>
                  <a:pt x="62322" y="115266"/>
                </a:lnTo>
                <a:cubicBezTo>
                  <a:pt x="17732" y="159790"/>
                  <a:pt x="8654" y="209291"/>
                  <a:pt x="34998" y="265902"/>
                </a:cubicBezTo>
                <a:cubicBezTo>
                  <a:pt x="44077" y="285187"/>
                  <a:pt x="57249" y="304383"/>
                  <a:pt x="75494" y="322602"/>
                </a:cubicBezTo>
                <a:lnTo>
                  <a:pt x="283044" y="530826"/>
                </a:lnTo>
                <a:cubicBezTo>
                  <a:pt x="297284" y="545046"/>
                  <a:pt x="312415" y="557132"/>
                  <a:pt x="327634" y="565219"/>
                </a:cubicBezTo>
                <a:cubicBezTo>
                  <a:pt x="389401" y="599612"/>
                  <a:pt x="443068" y="592503"/>
                  <a:pt x="490684" y="545046"/>
                </a:cubicBezTo>
                <a:lnTo>
                  <a:pt x="515960" y="519717"/>
                </a:lnTo>
                <a:cubicBezTo>
                  <a:pt x="525127" y="510653"/>
                  <a:pt x="527085" y="496433"/>
                  <a:pt x="521033" y="485324"/>
                </a:cubicBezTo>
                <a:cubicBezTo>
                  <a:pt x="503856" y="451998"/>
                  <a:pt x="434969" y="411561"/>
                  <a:pt x="434969" y="411561"/>
                </a:cubicBezTo>
                <a:cubicBezTo>
                  <a:pt x="427582" y="407829"/>
                  <a:pt x="420195" y="405874"/>
                  <a:pt x="414321" y="406318"/>
                </a:cubicBezTo>
                <a:cubicBezTo>
                  <a:pt x="414143" y="406318"/>
                  <a:pt x="413876" y="406407"/>
                  <a:pt x="413698" y="406496"/>
                </a:cubicBezTo>
                <a:cubicBezTo>
                  <a:pt x="409604" y="407473"/>
                  <a:pt x="407646" y="409517"/>
                  <a:pt x="405599" y="413605"/>
                </a:cubicBezTo>
                <a:lnTo>
                  <a:pt x="404620" y="414583"/>
                </a:lnTo>
                <a:cubicBezTo>
                  <a:pt x="397500" y="423648"/>
                  <a:pt x="380323" y="443910"/>
                  <a:pt x="373202" y="447910"/>
                </a:cubicBezTo>
                <a:cubicBezTo>
                  <a:pt x="365548" y="453242"/>
                  <a:pt x="357538" y="457152"/>
                  <a:pt x="349528" y="459552"/>
                </a:cubicBezTo>
                <a:cubicBezTo>
                  <a:pt x="365281" y="466839"/>
                  <a:pt x="384328" y="473149"/>
                  <a:pt x="405599" y="475282"/>
                </a:cubicBezTo>
                <a:cubicBezTo>
                  <a:pt x="410672" y="476259"/>
                  <a:pt x="414677" y="480259"/>
                  <a:pt x="414677" y="486391"/>
                </a:cubicBezTo>
                <a:cubicBezTo>
                  <a:pt x="413698" y="491456"/>
                  <a:pt x="409604" y="495456"/>
                  <a:pt x="404620" y="495456"/>
                </a:cubicBezTo>
                <a:lnTo>
                  <a:pt x="403552" y="495456"/>
                </a:lnTo>
                <a:cubicBezTo>
                  <a:pt x="333686" y="488346"/>
                  <a:pt x="288117" y="443910"/>
                  <a:pt x="287138" y="441866"/>
                </a:cubicBezTo>
                <a:cubicBezTo>
                  <a:pt x="286871" y="441600"/>
                  <a:pt x="286604" y="441333"/>
                  <a:pt x="286426" y="441067"/>
                </a:cubicBezTo>
                <a:cubicBezTo>
                  <a:pt x="285625" y="440356"/>
                  <a:pt x="284824" y="439645"/>
                  <a:pt x="284112" y="438845"/>
                </a:cubicBezTo>
                <a:lnTo>
                  <a:pt x="176777" y="331666"/>
                </a:lnTo>
                <a:cubicBezTo>
                  <a:pt x="174730" y="329622"/>
                  <a:pt x="119015" y="284120"/>
                  <a:pt x="111895" y="213379"/>
                </a:cubicBezTo>
                <a:cubicBezTo>
                  <a:pt x="110916" y="208314"/>
                  <a:pt x="115010" y="203248"/>
                  <a:pt x="121062" y="202270"/>
                </a:cubicBezTo>
                <a:cubicBezTo>
                  <a:pt x="127115" y="201204"/>
                  <a:pt x="131209" y="205292"/>
                  <a:pt x="132188" y="211335"/>
                </a:cubicBezTo>
                <a:cubicBezTo>
                  <a:pt x="133968" y="229109"/>
                  <a:pt x="139486" y="245284"/>
                  <a:pt x="146428" y="259325"/>
                </a:cubicBezTo>
                <a:cubicBezTo>
                  <a:pt x="148653" y="250794"/>
                  <a:pt x="152658" y="242262"/>
                  <a:pt x="158532" y="233553"/>
                </a:cubicBezTo>
                <a:cubicBezTo>
                  <a:pt x="162537" y="227510"/>
                  <a:pt x="183808" y="210358"/>
                  <a:pt x="191907" y="202270"/>
                </a:cubicBezTo>
                <a:lnTo>
                  <a:pt x="192975" y="201204"/>
                </a:lnTo>
                <a:cubicBezTo>
                  <a:pt x="196980" y="199160"/>
                  <a:pt x="199027" y="196138"/>
                  <a:pt x="200006" y="193117"/>
                </a:cubicBezTo>
                <a:cubicBezTo>
                  <a:pt x="202053" y="187073"/>
                  <a:pt x="200006" y="178986"/>
                  <a:pt x="194933" y="170899"/>
                </a:cubicBezTo>
                <a:cubicBezTo>
                  <a:pt x="194933" y="169832"/>
                  <a:pt x="154438" y="102113"/>
                  <a:pt x="121062" y="84961"/>
                </a:cubicBezTo>
                <a:cubicBezTo>
                  <a:pt x="115989" y="81895"/>
                  <a:pt x="109915" y="80873"/>
                  <a:pt x="103963" y="81761"/>
                </a:cubicBezTo>
                <a:close/>
                <a:moveTo>
                  <a:pt x="353980" y="30273"/>
                </a:moveTo>
                <a:cubicBezTo>
                  <a:pt x="360041" y="30273"/>
                  <a:pt x="364141" y="34368"/>
                  <a:pt x="364141" y="40422"/>
                </a:cubicBezTo>
                <a:lnTo>
                  <a:pt x="364141" y="60719"/>
                </a:lnTo>
                <a:cubicBezTo>
                  <a:pt x="364141" y="66772"/>
                  <a:pt x="360041" y="70778"/>
                  <a:pt x="353980" y="70778"/>
                </a:cubicBezTo>
                <a:cubicBezTo>
                  <a:pt x="347829" y="70778"/>
                  <a:pt x="343818" y="66772"/>
                  <a:pt x="343818" y="60719"/>
                </a:cubicBezTo>
                <a:lnTo>
                  <a:pt x="343818" y="40422"/>
                </a:lnTo>
                <a:cubicBezTo>
                  <a:pt x="343818" y="34368"/>
                  <a:pt x="347829" y="30273"/>
                  <a:pt x="353980" y="30273"/>
                </a:cubicBezTo>
                <a:close/>
                <a:moveTo>
                  <a:pt x="353978" y="20263"/>
                </a:moveTo>
                <a:cubicBezTo>
                  <a:pt x="284112" y="20263"/>
                  <a:pt x="219409" y="50479"/>
                  <a:pt x="174819" y="104957"/>
                </a:cubicBezTo>
                <a:cubicBezTo>
                  <a:pt x="196446" y="130818"/>
                  <a:pt x="212911" y="158901"/>
                  <a:pt x="214246" y="160768"/>
                </a:cubicBezTo>
                <a:cubicBezTo>
                  <a:pt x="221278" y="173920"/>
                  <a:pt x="224304" y="187073"/>
                  <a:pt x="221278" y="198182"/>
                </a:cubicBezTo>
                <a:cubicBezTo>
                  <a:pt x="220299" y="202093"/>
                  <a:pt x="218430" y="205736"/>
                  <a:pt x="215938" y="209025"/>
                </a:cubicBezTo>
                <a:cubicBezTo>
                  <a:pt x="214336" y="211335"/>
                  <a:pt x="212466" y="213379"/>
                  <a:pt x="210152" y="215157"/>
                </a:cubicBezTo>
                <a:cubicBezTo>
                  <a:pt x="208906" y="216312"/>
                  <a:pt x="207482" y="217378"/>
                  <a:pt x="206147" y="218445"/>
                </a:cubicBezTo>
                <a:cubicBezTo>
                  <a:pt x="193954" y="228487"/>
                  <a:pt x="179803" y="241640"/>
                  <a:pt x="176777" y="244662"/>
                </a:cubicBezTo>
                <a:cubicBezTo>
                  <a:pt x="160579" y="269012"/>
                  <a:pt x="162537" y="287142"/>
                  <a:pt x="182829" y="308382"/>
                </a:cubicBezTo>
                <a:lnTo>
                  <a:pt x="189504" y="315136"/>
                </a:lnTo>
                <a:cubicBezTo>
                  <a:pt x="189771" y="315403"/>
                  <a:pt x="189949" y="315492"/>
                  <a:pt x="189949" y="315492"/>
                </a:cubicBezTo>
                <a:cubicBezTo>
                  <a:pt x="190572" y="316025"/>
                  <a:pt x="191195" y="316647"/>
                  <a:pt x="191640" y="317269"/>
                </a:cubicBezTo>
                <a:lnTo>
                  <a:pt x="298263" y="424714"/>
                </a:lnTo>
                <a:cubicBezTo>
                  <a:pt x="318556" y="444888"/>
                  <a:pt x="337780" y="446932"/>
                  <a:pt x="362077" y="430758"/>
                </a:cubicBezTo>
                <a:cubicBezTo>
                  <a:pt x="365103" y="428713"/>
                  <a:pt x="378275" y="414583"/>
                  <a:pt x="388422" y="401430"/>
                </a:cubicBezTo>
                <a:cubicBezTo>
                  <a:pt x="393406" y="393343"/>
                  <a:pt x="400526" y="388277"/>
                  <a:pt x="408625" y="386233"/>
                </a:cubicBezTo>
                <a:cubicBezTo>
                  <a:pt x="412096" y="385344"/>
                  <a:pt x="415834" y="384900"/>
                  <a:pt x="419661" y="384900"/>
                </a:cubicBezTo>
                <a:cubicBezTo>
                  <a:pt x="428294" y="384989"/>
                  <a:pt x="437728" y="387477"/>
                  <a:pt x="446094" y="392365"/>
                </a:cubicBezTo>
                <a:cubicBezTo>
                  <a:pt x="447963" y="393609"/>
                  <a:pt x="476088" y="410051"/>
                  <a:pt x="501987" y="431646"/>
                </a:cubicBezTo>
                <a:cubicBezTo>
                  <a:pt x="556545" y="387122"/>
                  <a:pt x="586894" y="322513"/>
                  <a:pt x="586894" y="252749"/>
                </a:cubicBezTo>
                <a:cubicBezTo>
                  <a:pt x="586894" y="124330"/>
                  <a:pt x="482585" y="20263"/>
                  <a:pt x="353978" y="20263"/>
                </a:cubicBezTo>
                <a:close/>
                <a:moveTo>
                  <a:pt x="353978" y="0"/>
                </a:moveTo>
                <a:cubicBezTo>
                  <a:pt x="493710" y="0"/>
                  <a:pt x="607097" y="113222"/>
                  <a:pt x="607097" y="252749"/>
                </a:cubicBezTo>
                <a:cubicBezTo>
                  <a:pt x="607097" y="327578"/>
                  <a:pt x="574345" y="397786"/>
                  <a:pt x="517384" y="445421"/>
                </a:cubicBezTo>
                <a:cubicBezTo>
                  <a:pt x="526907" y="454753"/>
                  <a:pt x="535184" y="464617"/>
                  <a:pt x="540257" y="474215"/>
                </a:cubicBezTo>
                <a:cubicBezTo>
                  <a:pt x="550403" y="493412"/>
                  <a:pt x="547377" y="517673"/>
                  <a:pt x="531179" y="532870"/>
                </a:cubicBezTo>
                <a:lnTo>
                  <a:pt x="505814" y="559176"/>
                </a:lnTo>
                <a:cubicBezTo>
                  <a:pt x="474486" y="590548"/>
                  <a:pt x="438974" y="606722"/>
                  <a:pt x="401505" y="606722"/>
                </a:cubicBezTo>
                <a:cubicBezTo>
                  <a:pt x="375249" y="606722"/>
                  <a:pt x="346858" y="598635"/>
                  <a:pt x="318556" y="582460"/>
                </a:cubicBezTo>
                <a:cubicBezTo>
                  <a:pt x="301289" y="573307"/>
                  <a:pt x="285091" y="560154"/>
                  <a:pt x="268893" y="543979"/>
                </a:cubicBezTo>
                <a:lnTo>
                  <a:pt x="61343" y="336732"/>
                </a:lnTo>
                <a:cubicBezTo>
                  <a:pt x="42030" y="317536"/>
                  <a:pt x="26899" y="296296"/>
                  <a:pt x="16753" y="275056"/>
                </a:cubicBezTo>
                <a:cubicBezTo>
                  <a:pt x="-13596" y="210358"/>
                  <a:pt x="-2471" y="151703"/>
                  <a:pt x="48171" y="101135"/>
                </a:cubicBezTo>
                <a:lnTo>
                  <a:pt x="73447" y="75807"/>
                </a:lnTo>
                <a:cubicBezTo>
                  <a:pt x="88666" y="60699"/>
                  <a:pt x="112963" y="56611"/>
                  <a:pt x="132188" y="66742"/>
                </a:cubicBezTo>
                <a:cubicBezTo>
                  <a:pt x="141711" y="71719"/>
                  <a:pt x="151412" y="79895"/>
                  <a:pt x="160757" y="89315"/>
                </a:cubicBezTo>
                <a:cubicBezTo>
                  <a:pt x="209173" y="32971"/>
                  <a:pt x="278772" y="0"/>
                  <a:pt x="353978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ïṡḻidè">
            <a:extLst>
              <a:ext uri="{FF2B5EF4-FFF2-40B4-BE49-F238E27FC236}">
                <a16:creationId xmlns:a16="http://schemas.microsoft.com/office/drawing/2014/main" xmlns="" id="{231FF499-8D0B-45B7-BBAC-B63D1709F7F8}"/>
              </a:ext>
            </a:extLst>
          </p:cNvPr>
          <p:cNvSpPr/>
          <p:nvPr/>
        </p:nvSpPr>
        <p:spPr bwMode="auto">
          <a:xfrm>
            <a:off x="8916534" y="5273419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Copy paste fonts. Choose the only option to retain text.</a:t>
            </a:r>
          </a:p>
        </p:txBody>
      </p:sp>
      <p:sp>
        <p:nvSpPr>
          <p:cNvPr id="29" name="íS1íḍê">
            <a:extLst>
              <a:ext uri="{FF2B5EF4-FFF2-40B4-BE49-F238E27FC236}">
                <a16:creationId xmlns:a16="http://schemas.microsoft.com/office/drawing/2014/main" xmlns="" id="{240C9C47-53CB-45E7-A2F9-9C5CFAEA390A}"/>
              </a:ext>
            </a:extLst>
          </p:cNvPr>
          <p:cNvSpPr txBox="1"/>
          <p:nvPr/>
        </p:nvSpPr>
        <p:spPr bwMode="auto">
          <a:xfrm>
            <a:off x="8916534" y="4860539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3"/>
                </a:solidFill>
              </a:rPr>
              <a:t>Text here</a:t>
            </a:r>
          </a:p>
        </p:txBody>
      </p:sp>
      <p:sp>
        <p:nvSpPr>
          <p:cNvPr id="30" name="îṥľîḑé">
            <a:extLst>
              <a:ext uri="{FF2B5EF4-FFF2-40B4-BE49-F238E27FC236}">
                <a16:creationId xmlns:a16="http://schemas.microsoft.com/office/drawing/2014/main" xmlns="" id="{6D82B3AD-E581-4DA7-AC9A-0BAAEE12E5A6}"/>
              </a:ext>
            </a:extLst>
          </p:cNvPr>
          <p:cNvSpPr/>
          <p:nvPr/>
        </p:nvSpPr>
        <p:spPr bwMode="auto">
          <a:xfrm>
            <a:off x="8277987" y="5017462"/>
            <a:ext cx="461080" cy="332731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xmlns="" id="{629060F8-4021-4DD4-9984-2957190BFB25}"/>
              </a:ext>
            </a:extLst>
          </p:cNvPr>
          <p:cNvCxnSpPr/>
          <p:nvPr/>
        </p:nvCxnSpPr>
        <p:spPr>
          <a:xfrm flipH="1">
            <a:off x="7229033" y="5187581"/>
            <a:ext cx="864096" cy="0"/>
          </a:xfrm>
          <a:prstGeom prst="straightConnector1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śļiďê">
            <a:extLst>
              <a:ext uri="{FF2B5EF4-FFF2-40B4-BE49-F238E27FC236}">
                <a16:creationId xmlns:a16="http://schemas.microsoft.com/office/drawing/2014/main" xmlns="" id="{AEBBB01D-D26C-45FE-901E-642F4DB24B2D}"/>
              </a:ext>
            </a:extLst>
          </p:cNvPr>
          <p:cNvSpPr txBox="1"/>
          <p:nvPr/>
        </p:nvSpPr>
        <p:spPr>
          <a:xfrm flipH="1">
            <a:off x="7235233" y="4729993"/>
            <a:ext cx="914400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keyword</a:t>
            </a:r>
            <a:endParaRPr lang="zh-CN" altLang="en-US" sz="1400" b="1" dirty="0"/>
          </a:p>
        </p:txBody>
      </p:sp>
      <p:sp>
        <p:nvSpPr>
          <p:cNvPr id="33" name="íṩlîḑe">
            <a:extLst>
              <a:ext uri="{FF2B5EF4-FFF2-40B4-BE49-F238E27FC236}">
                <a16:creationId xmlns:a16="http://schemas.microsoft.com/office/drawing/2014/main" xmlns="" id="{1A6C9C58-28D4-47CB-A27A-125FE5118F20}"/>
              </a:ext>
            </a:extLst>
          </p:cNvPr>
          <p:cNvSpPr/>
          <p:nvPr/>
        </p:nvSpPr>
        <p:spPr bwMode="auto">
          <a:xfrm>
            <a:off x="5388142" y="3511465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Copy paste fonts. Choose the only option to retain text.</a:t>
            </a:r>
          </a:p>
        </p:txBody>
      </p:sp>
      <p:sp>
        <p:nvSpPr>
          <p:cNvPr id="34" name="ï$ḷidê">
            <a:extLst>
              <a:ext uri="{FF2B5EF4-FFF2-40B4-BE49-F238E27FC236}">
                <a16:creationId xmlns:a16="http://schemas.microsoft.com/office/drawing/2014/main" xmlns="" id="{774C48A3-293B-48D6-86FE-4B86A13C4FA8}"/>
              </a:ext>
            </a:extLst>
          </p:cNvPr>
          <p:cNvSpPr txBox="1"/>
          <p:nvPr/>
        </p:nvSpPr>
        <p:spPr bwMode="auto">
          <a:xfrm>
            <a:off x="5388142" y="3098585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Text here</a:t>
            </a:r>
          </a:p>
        </p:txBody>
      </p:sp>
      <p:sp>
        <p:nvSpPr>
          <p:cNvPr id="35" name="îSḷiďé">
            <a:extLst>
              <a:ext uri="{FF2B5EF4-FFF2-40B4-BE49-F238E27FC236}">
                <a16:creationId xmlns:a16="http://schemas.microsoft.com/office/drawing/2014/main" xmlns="" id="{021E49BD-866F-4C5F-BE0E-E0C53764A292}"/>
              </a:ext>
            </a:extLst>
          </p:cNvPr>
          <p:cNvSpPr/>
          <p:nvPr/>
        </p:nvSpPr>
        <p:spPr bwMode="auto">
          <a:xfrm>
            <a:off x="4749595" y="3239186"/>
            <a:ext cx="461080" cy="365375"/>
          </a:xfrm>
          <a:custGeom>
            <a:avLst/>
            <a:gdLst>
              <a:gd name="connsiteX0" fmla="*/ 511657 w 606157"/>
              <a:gd name="connsiteY0" fmla="*/ 343654 h 480339"/>
              <a:gd name="connsiteX1" fmla="*/ 521432 w 606157"/>
              <a:gd name="connsiteY1" fmla="*/ 353421 h 480339"/>
              <a:gd name="connsiteX2" fmla="*/ 521432 w 606157"/>
              <a:gd name="connsiteY2" fmla="*/ 376178 h 480339"/>
              <a:gd name="connsiteX3" fmla="*/ 544305 w 606157"/>
              <a:gd name="connsiteY3" fmla="*/ 376178 h 480339"/>
              <a:gd name="connsiteX4" fmla="*/ 554080 w 606157"/>
              <a:gd name="connsiteY4" fmla="*/ 385945 h 480339"/>
              <a:gd name="connsiteX5" fmla="*/ 544305 w 606157"/>
              <a:gd name="connsiteY5" fmla="*/ 395712 h 480339"/>
              <a:gd name="connsiteX6" fmla="*/ 521432 w 606157"/>
              <a:gd name="connsiteY6" fmla="*/ 395712 h 480339"/>
              <a:gd name="connsiteX7" fmla="*/ 521432 w 606157"/>
              <a:gd name="connsiteY7" fmla="*/ 418566 h 480339"/>
              <a:gd name="connsiteX8" fmla="*/ 511657 w 606157"/>
              <a:gd name="connsiteY8" fmla="*/ 428333 h 480339"/>
              <a:gd name="connsiteX9" fmla="*/ 501882 w 606157"/>
              <a:gd name="connsiteY9" fmla="*/ 418566 h 480339"/>
              <a:gd name="connsiteX10" fmla="*/ 501882 w 606157"/>
              <a:gd name="connsiteY10" fmla="*/ 395712 h 480339"/>
              <a:gd name="connsiteX11" fmla="*/ 479106 w 606157"/>
              <a:gd name="connsiteY11" fmla="*/ 395712 h 480339"/>
              <a:gd name="connsiteX12" fmla="*/ 469331 w 606157"/>
              <a:gd name="connsiteY12" fmla="*/ 385945 h 480339"/>
              <a:gd name="connsiteX13" fmla="*/ 479106 w 606157"/>
              <a:gd name="connsiteY13" fmla="*/ 376178 h 480339"/>
              <a:gd name="connsiteX14" fmla="*/ 501882 w 606157"/>
              <a:gd name="connsiteY14" fmla="*/ 376178 h 480339"/>
              <a:gd name="connsiteX15" fmla="*/ 501882 w 606157"/>
              <a:gd name="connsiteY15" fmla="*/ 353421 h 480339"/>
              <a:gd name="connsiteX16" fmla="*/ 511657 w 606157"/>
              <a:gd name="connsiteY16" fmla="*/ 343654 h 480339"/>
              <a:gd name="connsiteX17" fmla="*/ 511621 w 606157"/>
              <a:gd name="connsiteY17" fmla="*/ 311170 h 480339"/>
              <a:gd name="connsiteX18" fmla="*/ 436735 w 606157"/>
              <a:gd name="connsiteY18" fmla="*/ 385944 h 480339"/>
              <a:gd name="connsiteX19" fmla="*/ 511621 w 606157"/>
              <a:gd name="connsiteY19" fmla="*/ 460816 h 480339"/>
              <a:gd name="connsiteX20" fmla="*/ 586605 w 606157"/>
              <a:gd name="connsiteY20" fmla="*/ 385944 h 480339"/>
              <a:gd name="connsiteX21" fmla="*/ 511621 w 606157"/>
              <a:gd name="connsiteY21" fmla="*/ 311170 h 480339"/>
              <a:gd name="connsiteX22" fmla="*/ 511621 w 606157"/>
              <a:gd name="connsiteY22" fmla="*/ 291647 h 480339"/>
              <a:gd name="connsiteX23" fmla="*/ 606157 w 606157"/>
              <a:gd name="connsiteY23" fmla="*/ 385944 h 480339"/>
              <a:gd name="connsiteX24" fmla="*/ 511621 w 606157"/>
              <a:gd name="connsiteY24" fmla="*/ 480339 h 480339"/>
              <a:gd name="connsiteX25" fmla="*/ 417183 w 606157"/>
              <a:gd name="connsiteY25" fmla="*/ 385944 h 480339"/>
              <a:gd name="connsiteX26" fmla="*/ 511621 w 606157"/>
              <a:gd name="connsiteY26" fmla="*/ 291647 h 480339"/>
              <a:gd name="connsiteX27" fmla="*/ 368279 w 606157"/>
              <a:gd name="connsiteY27" fmla="*/ 200476 h 480339"/>
              <a:gd name="connsiteX28" fmla="*/ 489505 w 606157"/>
              <a:gd name="connsiteY28" fmla="*/ 259991 h 480339"/>
              <a:gd name="connsiteX29" fmla="*/ 487746 w 606157"/>
              <a:gd name="connsiteY29" fmla="*/ 273650 h 480339"/>
              <a:gd name="connsiteX30" fmla="*/ 481782 w 606157"/>
              <a:gd name="connsiteY30" fmla="*/ 275699 h 480339"/>
              <a:gd name="connsiteX31" fmla="*/ 474059 w 606157"/>
              <a:gd name="connsiteY31" fmla="*/ 271894 h 480339"/>
              <a:gd name="connsiteX32" fmla="*/ 368279 w 606157"/>
              <a:gd name="connsiteY32" fmla="*/ 219989 h 480339"/>
              <a:gd name="connsiteX33" fmla="*/ 293588 w 606157"/>
              <a:gd name="connsiteY33" fmla="*/ 242819 h 480339"/>
              <a:gd name="connsiteX34" fmla="*/ 279999 w 606157"/>
              <a:gd name="connsiteY34" fmla="*/ 240185 h 480339"/>
              <a:gd name="connsiteX35" fmla="*/ 282639 w 606157"/>
              <a:gd name="connsiteY35" fmla="*/ 226623 h 480339"/>
              <a:gd name="connsiteX36" fmla="*/ 368279 w 606157"/>
              <a:gd name="connsiteY36" fmla="*/ 200476 h 480339"/>
              <a:gd name="connsiteX37" fmla="*/ 153211 w 606157"/>
              <a:gd name="connsiteY37" fmla="*/ 200476 h 480339"/>
              <a:gd name="connsiteX38" fmla="*/ 306325 w 606157"/>
              <a:gd name="connsiteY38" fmla="*/ 353439 h 480339"/>
              <a:gd name="connsiteX39" fmla="*/ 296547 w 606157"/>
              <a:gd name="connsiteY39" fmla="*/ 363200 h 480339"/>
              <a:gd name="connsiteX40" fmla="*/ 286770 w 606157"/>
              <a:gd name="connsiteY40" fmla="*/ 353439 h 480339"/>
              <a:gd name="connsiteX41" fmla="*/ 153211 w 606157"/>
              <a:gd name="connsiteY41" fmla="*/ 219999 h 480339"/>
              <a:gd name="connsiteX42" fmla="*/ 19554 w 606157"/>
              <a:gd name="connsiteY42" fmla="*/ 353439 h 480339"/>
              <a:gd name="connsiteX43" fmla="*/ 9777 w 606157"/>
              <a:gd name="connsiteY43" fmla="*/ 363200 h 480339"/>
              <a:gd name="connsiteX44" fmla="*/ 0 w 606157"/>
              <a:gd name="connsiteY44" fmla="*/ 353439 h 480339"/>
              <a:gd name="connsiteX45" fmla="*/ 153211 w 606157"/>
              <a:gd name="connsiteY45" fmla="*/ 200476 h 480339"/>
              <a:gd name="connsiteX46" fmla="*/ 368295 w 606157"/>
              <a:gd name="connsiteY46" fmla="*/ 19531 h 480339"/>
              <a:gd name="connsiteX47" fmla="*/ 306326 w 606157"/>
              <a:gd name="connsiteY47" fmla="*/ 81348 h 480339"/>
              <a:gd name="connsiteX48" fmla="*/ 368295 w 606157"/>
              <a:gd name="connsiteY48" fmla="*/ 143262 h 480339"/>
              <a:gd name="connsiteX49" fmla="*/ 430165 w 606157"/>
              <a:gd name="connsiteY49" fmla="*/ 81348 h 480339"/>
              <a:gd name="connsiteX50" fmla="*/ 368295 w 606157"/>
              <a:gd name="connsiteY50" fmla="*/ 19531 h 480339"/>
              <a:gd name="connsiteX51" fmla="*/ 153211 w 606157"/>
              <a:gd name="connsiteY51" fmla="*/ 19531 h 480339"/>
              <a:gd name="connsiteX52" fmla="*/ 91242 w 606157"/>
              <a:gd name="connsiteY52" fmla="*/ 81348 h 480339"/>
              <a:gd name="connsiteX53" fmla="*/ 153211 w 606157"/>
              <a:gd name="connsiteY53" fmla="*/ 143262 h 480339"/>
              <a:gd name="connsiteX54" fmla="*/ 215081 w 606157"/>
              <a:gd name="connsiteY54" fmla="*/ 81348 h 480339"/>
              <a:gd name="connsiteX55" fmla="*/ 153211 w 606157"/>
              <a:gd name="connsiteY55" fmla="*/ 19531 h 480339"/>
              <a:gd name="connsiteX56" fmla="*/ 368295 w 606157"/>
              <a:gd name="connsiteY56" fmla="*/ 0 h 480339"/>
              <a:gd name="connsiteX57" fmla="*/ 449714 w 606157"/>
              <a:gd name="connsiteY57" fmla="*/ 81348 h 480339"/>
              <a:gd name="connsiteX58" fmla="*/ 368295 w 606157"/>
              <a:gd name="connsiteY58" fmla="*/ 162794 h 480339"/>
              <a:gd name="connsiteX59" fmla="*/ 286778 w 606157"/>
              <a:gd name="connsiteY59" fmla="*/ 81348 h 480339"/>
              <a:gd name="connsiteX60" fmla="*/ 368295 w 606157"/>
              <a:gd name="connsiteY60" fmla="*/ 0 h 480339"/>
              <a:gd name="connsiteX61" fmla="*/ 153211 w 606157"/>
              <a:gd name="connsiteY61" fmla="*/ 0 h 480339"/>
              <a:gd name="connsiteX62" fmla="*/ 234630 w 606157"/>
              <a:gd name="connsiteY62" fmla="*/ 81348 h 480339"/>
              <a:gd name="connsiteX63" fmla="*/ 153211 w 606157"/>
              <a:gd name="connsiteY63" fmla="*/ 162794 h 480339"/>
              <a:gd name="connsiteX64" fmla="*/ 71694 w 606157"/>
              <a:gd name="connsiteY64" fmla="*/ 81348 h 480339"/>
              <a:gd name="connsiteX65" fmla="*/ 153211 w 606157"/>
              <a:gd name="connsiteY65" fmla="*/ 0 h 480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6157" h="480339">
                <a:moveTo>
                  <a:pt x="511657" y="343654"/>
                </a:moveTo>
                <a:cubicBezTo>
                  <a:pt x="517131" y="343654"/>
                  <a:pt x="521432" y="348049"/>
                  <a:pt x="521432" y="353421"/>
                </a:cubicBezTo>
                <a:lnTo>
                  <a:pt x="521432" y="376178"/>
                </a:lnTo>
                <a:lnTo>
                  <a:pt x="544305" y="376178"/>
                </a:lnTo>
                <a:cubicBezTo>
                  <a:pt x="549682" y="376178"/>
                  <a:pt x="554080" y="380573"/>
                  <a:pt x="554080" y="385945"/>
                </a:cubicBezTo>
                <a:cubicBezTo>
                  <a:pt x="554080" y="391414"/>
                  <a:pt x="549682" y="395712"/>
                  <a:pt x="544305" y="395712"/>
                </a:cubicBezTo>
                <a:lnTo>
                  <a:pt x="521432" y="395712"/>
                </a:lnTo>
                <a:lnTo>
                  <a:pt x="521432" y="418566"/>
                </a:lnTo>
                <a:cubicBezTo>
                  <a:pt x="521432" y="423938"/>
                  <a:pt x="517131" y="428333"/>
                  <a:pt x="511657" y="428333"/>
                </a:cubicBezTo>
                <a:cubicBezTo>
                  <a:pt x="506281" y="428333"/>
                  <a:pt x="501882" y="423938"/>
                  <a:pt x="501882" y="418566"/>
                </a:cubicBezTo>
                <a:lnTo>
                  <a:pt x="501882" y="395712"/>
                </a:lnTo>
                <a:lnTo>
                  <a:pt x="479106" y="395712"/>
                </a:lnTo>
                <a:cubicBezTo>
                  <a:pt x="473730" y="395712"/>
                  <a:pt x="469331" y="391414"/>
                  <a:pt x="469331" y="385945"/>
                </a:cubicBezTo>
                <a:cubicBezTo>
                  <a:pt x="469331" y="380573"/>
                  <a:pt x="473730" y="376178"/>
                  <a:pt x="479106" y="376178"/>
                </a:cubicBezTo>
                <a:lnTo>
                  <a:pt x="501882" y="376178"/>
                </a:lnTo>
                <a:lnTo>
                  <a:pt x="501882" y="353421"/>
                </a:lnTo>
                <a:cubicBezTo>
                  <a:pt x="501882" y="348049"/>
                  <a:pt x="506281" y="343654"/>
                  <a:pt x="511657" y="343654"/>
                </a:cubicBezTo>
                <a:close/>
                <a:moveTo>
                  <a:pt x="511621" y="311170"/>
                </a:moveTo>
                <a:cubicBezTo>
                  <a:pt x="470366" y="311170"/>
                  <a:pt x="436735" y="344750"/>
                  <a:pt x="436735" y="385944"/>
                </a:cubicBezTo>
                <a:cubicBezTo>
                  <a:pt x="436735" y="427236"/>
                  <a:pt x="470366" y="460816"/>
                  <a:pt x="511621" y="460816"/>
                </a:cubicBezTo>
                <a:cubicBezTo>
                  <a:pt x="552975" y="460816"/>
                  <a:pt x="586605" y="427236"/>
                  <a:pt x="586605" y="385944"/>
                </a:cubicBezTo>
                <a:cubicBezTo>
                  <a:pt x="586605" y="344750"/>
                  <a:pt x="552975" y="311170"/>
                  <a:pt x="511621" y="311170"/>
                </a:cubicBezTo>
                <a:close/>
                <a:moveTo>
                  <a:pt x="511621" y="291647"/>
                </a:moveTo>
                <a:cubicBezTo>
                  <a:pt x="563729" y="291647"/>
                  <a:pt x="606157" y="333915"/>
                  <a:pt x="606157" y="385944"/>
                </a:cubicBezTo>
                <a:cubicBezTo>
                  <a:pt x="606157" y="437974"/>
                  <a:pt x="563729" y="480339"/>
                  <a:pt x="511621" y="480339"/>
                </a:cubicBezTo>
                <a:cubicBezTo>
                  <a:pt x="459514" y="480339"/>
                  <a:pt x="417183" y="437974"/>
                  <a:pt x="417183" y="385944"/>
                </a:cubicBezTo>
                <a:cubicBezTo>
                  <a:pt x="417183" y="333915"/>
                  <a:pt x="459514" y="291647"/>
                  <a:pt x="511621" y="291647"/>
                </a:cubicBezTo>
                <a:close/>
                <a:moveTo>
                  <a:pt x="368279" y="200476"/>
                </a:moveTo>
                <a:cubicBezTo>
                  <a:pt x="416085" y="200476"/>
                  <a:pt x="460274" y="222135"/>
                  <a:pt x="489505" y="259991"/>
                </a:cubicBezTo>
                <a:cubicBezTo>
                  <a:pt x="492829" y="264284"/>
                  <a:pt x="492047" y="270333"/>
                  <a:pt x="487746" y="273650"/>
                </a:cubicBezTo>
                <a:cubicBezTo>
                  <a:pt x="485986" y="275016"/>
                  <a:pt x="483835" y="275699"/>
                  <a:pt x="481782" y="275699"/>
                </a:cubicBezTo>
                <a:cubicBezTo>
                  <a:pt x="478849" y="275699"/>
                  <a:pt x="475916" y="274430"/>
                  <a:pt x="474059" y="271894"/>
                </a:cubicBezTo>
                <a:cubicBezTo>
                  <a:pt x="448542" y="238917"/>
                  <a:pt x="409926" y="219989"/>
                  <a:pt x="368279" y="219989"/>
                </a:cubicBezTo>
                <a:cubicBezTo>
                  <a:pt x="341492" y="219989"/>
                  <a:pt x="315683" y="227892"/>
                  <a:pt x="293588" y="242819"/>
                </a:cubicBezTo>
                <a:cubicBezTo>
                  <a:pt x="289091" y="245844"/>
                  <a:pt x="283030" y="244673"/>
                  <a:pt x="279999" y="240185"/>
                </a:cubicBezTo>
                <a:cubicBezTo>
                  <a:pt x="276969" y="235697"/>
                  <a:pt x="278142" y="229648"/>
                  <a:pt x="282639" y="226623"/>
                </a:cubicBezTo>
                <a:cubicBezTo>
                  <a:pt x="307960" y="209549"/>
                  <a:pt x="337582" y="200476"/>
                  <a:pt x="368279" y="200476"/>
                </a:cubicBezTo>
                <a:close/>
                <a:moveTo>
                  <a:pt x="153211" y="200476"/>
                </a:moveTo>
                <a:cubicBezTo>
                  <a:pt x="237688" y="200476"/>
                  <a:pt x="306325" y="269099"/>
                  <a:pt x="306325" y="353439"/>
                </a:cubicBezTo>
                <a:cubicBezTo>
                  <a:pt x="306325" y="358808"/>
                  <a:pt x="302023" y="363200"/>
                  <a:pt x="296547" y="363200"/>
                </a:cubicBezTo>
                <a:cubicBezTo>
                  <a:pt x="291170" y="363200"/>
                  <a:pt x="286770" y="358808"/>
                  <a:pt x="286770" y="353439"/>
                </a:cubicBezTo>
                <a:cubicBezTo>
                  <a:pt x="286770" y="279837"/>
                  <a:pt x="226835" y="219999"/>
                  <a:pt x="153211" y="219999"/>
                </a:cubicBezTo>
                <a:cubicBezTo>
                  <a:pt x="79490" y="219999"/>
                  <a:pt x="19554" y="279837"/>
                  <a:pt x="19554" y="353439"/>
                </a:cubicBezTo>
                <a:cubicBezTo>
                  <a:pt x="19554" y="358808"/>
                  <a:pt x="15155" y="363200"/>
                  <a:pt x="9777" y="363200"/>
                </a:cubicBezTo>
                <a:cubicBezTo>
                  <a:pt x="4400" y="363200"/>
                  <a:pt x="0" y="358808"/>
                  <a:pt x="0" y="353439"/>
                </a:cubicBezTo>
                <a:cubicBezTo>
                  <a:pt x="0" y="269099"/>
                  <a:pt x="68735" y="200476"/>
                  <a:pt x="153211" y="200476"/>
                </a:cubicBezTo>
                <a:close/>
                <a:moveTo>
                  <a:pt x="368295" y="19531"/>
                </a:moveTo>
                <a:cubicBezTo>
                  <a:pt x="334085" y="19531"/>
                  <a:pt x="306326" y="47266"/>
                  <a:pt x="306326" y="81348"/>
                </a:cubicBezTo>
                <a:cubicBezTo>
                  <a:pt x="306326" y="115528"/>
                  <a:pt x="334085" y="143262"/>
                  <a:pt x="368295" y="143262"/>
                </a:cubicBezTo>
                <a:cubicBezTo>
                  <a:pt x="402407" y="143262"/>
                  <a:pt x="430165" y="115528"/>
                  <a:pt x="430165" y="81348"/>
                </a:cubicBezTo>
                <a:cubicBezTo>
                  <a:pt x="430165" y="47266"/>
                  <a:pt x="402407" y="19531"/>
                  <a:pt x="368295" y="19531"/>
                </a:cubicBezTo>
                <a:close/>
                <a:moveTo>
                  <a:pt x="153211" y="19531"/>
                </a:moveTo>
                <a:cubicBezTo>
                  <a:pt x="119001" y="19531"/>
                  <a:pt x="91242" y="47266"/>
                  <a:pt x="91242" y="81348"/>
                </a:cubicBezTo>
                <a:cubicBezTo>
                  <a:pt x="91242" y="115528"/>
                  <a:pt x="119001" y="143262"/>
                  <a:pt x="153211" y="143262"/>
                </a:cubicBezTo>
                <a:cubicBezTo>
                  <a:pt x="187323" y="143262"/>
                  <a:pt x="215081" y="115528"/>
                  <a:pt x="215081" y="81348"/>
                </a:cubicBezTo>
                <a:cubicBezTo>
                  <a:pt x="215081" y="47266"/>
                  <a:pt x="187323" y="19531"/>
                  <a:pt x="153211" y="19531"/>
                </a:cubicBezTo>
                <a:close/>
                <a:moveTo>
                  <a:pt x="368295" y="0"/>
                </a:moveTo>
                <a:cubicBezTo>
                  <a:pt x="413158" y="0"/>
                  <a:pt x="449714" y="36523"/>
                  <a:pt x="449714" y="81348"/>
                </a:cubicBezTo>
                <a:cubicBezTo>
                  <a:pt x="449714" y="126270"/>
                  <a:pt x="413158" y="162794"/>
                  <a:pt x="368295" y="162794"/>
                </a:cubicBezTo>
                <a:cubicBezTo>
                  <a:pt x="323333" y="162794"/>
                  <a:pt x="286778" y="126270"/>
                  <a:pt x="286778" y="81348"/>
                </a:cubicBezTo>
                <a:cubicBezTo>
                  <a:pt x="286778" y="36523"/>
                  <a:pt x="323333" y="0"/>
                  <a:pt x="368295" y="0"/>
                </a:cubicBezTo>
                <a:close/>
                <a:moveTo>
                  <a:pt x="153211" y="0"/>
                </a:moveTo>
                <a:cubicBezTo>
                  <a:pt x="198074" y="0"/>
                  <a:pt x="234630" y="36523"/>
                  <a:pt x="234630" y="81348"/>
                </a:cubicBezTo>
                <a:cubicBezTo>
                  <a:pt x="234630" y="126270"/>
                  <a:pt x="198074" y="162794"/>
                  <a:pt x="153211" y="162794"/>
                </a:cubicBezTo>
                <a:cubicBezTo>
                  <a:pt x="108249" y="162794"/>
                  <a:pt x="71694" y="126270"/>
                  <a:pt x="71694" y="81348"/>
                </a:cubicBezTo>
                <a:cubicBezTo>
                  <a:pt x="71694" y="36523"/>
                  <a:pt x="108249" y="0"/>
                  <a:pt x="153211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íšliḑé">
            <a:extLst>
              <a:ext uri="{FF2B5EF4-FFF2-40B4-BE49-F238E27FC236}">
                <a16:creationId xmlns:a16="http://schemas.microsoft.com/office/drawing/2014/main" xmlns="" id="{F4022C11-A59B-442F-A4B6-1D69F1E35C5C}"/>
              </a:ext>
            </a:extLst>
          </p:cNvPr>
          <p:cNvSpPr/>
          <p:nvPr/>
        </p:nvSpPr>
        <p:spPr bwMode="auto">
          <a:xfrm>
            <a:off x="8916534" y="3511465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Copy paste fonts. Choose the only option to retain text.</a:t>
            </a:r>
          </a:p>
        </p:txBody>
      </p:sp>
      <p:sp>
        <p:nvSpPr>
          <p:cNvPr id="37" name="išľîďè">
            <a:extLst>
              <a:ext uri="{FF2B5EF4-FFF2-40B4-BE49-F238E27FC236}">
                <a16:creationId xmlns:a16="http://schemas.microsoft.com/office/drawing/2014/main" xmlns="" id="{54D60A5A-7492-4786-BD03-EC9534222EEE}"/>
              </a:ext>
            </a:extLst>
          </p:cNvPr>
          <p:cNvSpPr txBox="1"/>
          <p:nvPr/>
        </p:nvSpPr>
        <p:spPr bwMode="auto">
          <a:xfrm>
            <a:off x="8916534" y="3098585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2"/>
                </a:solidFill>
              </a:rPr>
              <a:t>Text here</a:t>
            </a:r>
          </a:p>
        </p:txBody>
      </p:sp>
      <p:sp>
        <p:nvSpPr>
          <p:cNvPr id="38" name="îŝļiḑé">
            <a:extLst>
              <a:ext uri="{FF2B5EF4-FFF2-40B4-BE49-F238E27FC236}">
                <a16:creationId xmlns:a16="http://schemas.microsoft.com/office/drawing/2014/main" xmlns="" id="{27227167-BB8D-4C51-BFB2-5457FBA46D12}"/>
              </a:ext>
            </a:extLst>
          </p:cNvPr>
          <p:cNvSpPr/>
          <p:nvPr/>
        </p:nvSpPr>
        <p:spPr bwMode="auto">
          <a:xfrm>
            <a:off x="8277987" y="3191637"/>
            <a:ext cx="461080" cy="460474"/>
          </a:xfrm>
          <a:custGeom>
            <a:avLst/>
            <a:gdLst>
              <a:gd name="connsiteX0" fmla="*/ 86413 w 591547"/>
              <a:gd name="connsiteY0" fmla="*/ 515758 h 590770"/>
              <a:gd name="connsiteX1" fmla="*/ 171919 w 591547"/>
              <a:gd name="connsiteY1" fmla="*/ 515758 h 590770"/>
              <a:gd name="connsiteX2" fmla="*/ 171919 w 591547"/>
              <a:gd name="connsiteY2" fmla="*/ 537523 h 590770"/>
              <a:gd name="connsiteX3" fmla="*/ 86413 w 591547"/>
              <a:gd name="connsiteY3" fmla="*/ 537523 h 590770"/>
              <a:gd name="connsiteX4" fmla="*/ 86413 w 591547"/>
              <a:gd name="connsiteY4" fmla="*/ 461733 h 590770"/>
              <a:gd name="connsiteX5" fmla="*/ 171919 w 591547"/>
              <a:gd name="connsiteY5" fmla="*/ 461733 h 590770"/>
              <a:gd name="connsiteX6" fmla="*/ 171919 w 591547"/>
              <a:gd name="connsiteY6" fmla="*/ 483498 h 590770"/>
              <a:gd name="connsiteX7" fmla="*/ 86413 w 591547"/>
              <a:gd name="connsiteY7" fmla="*/ 483498 h 590770"/>
              <a:gd name="connsiteX8" fmla="*/ 86413 w 591547"/>
              <a:gd name="connsiteY8" fmla="*/ 408616 h 590770"/>
              <a:gd name="connsiteX9" fmla="*/ 171919 w 591547"/>
              <a:gd name="connsiteY9" fmla="*/ 408616 h 590770"/>
              <a:gd name="connsiteX10" fmla="*/ 171919 w 591547"/>
              <a:gd name="connsiteY10" fmla="*/ 429474 h 590770"/>
              <a:gd name="connsiteX11" fmla="*/ 86413 w 591547"/>
              <a:gd name="connsiteY11" fmla="*/ 429474 h 590770"/>
              <a:gd name="connsiteX12" fmla="*/ 204177 w 591547"/>
              <a:gd name="connsiteY12" fmla="*/ 357041 h 590770"/>
              <a:gd name="connsiteX13" fmla="*/ 204177 w 591547"/>
              <a:gd name="connsiteY13" fmla="*/ 569815 h 590770"/>
              <a:gd name="connsiteX14" fmla="*/ 333300 w 591547"/>
              <a:gd name="connsiteY14" fmla="*/ 569815 h 590770"/>
              <a:gd name="connsiteX15" fmla="*/ 333300 w 591547"/>
              <a:gd name="connsiteY15" fmla="*/ 382026 h 590770"/>
              <a:gd name="connsiteX16" fmla="*/ 183194 w 591547"/>
              <a:gd name="connsiteY16" fmla="*/ 357041 h 590770"/>
              <a:gd name="connsiteX17" fmla="*/ 75053 w 591547"/>
              <a:gd name="connsiteY17" fmla="*/ 382026 h 590770"/>
              <a:gd name="connsiteX18" fmla="*/ 75053 w 591547"/>
              <a:gd name="connsiteY18" fmla="*/ 569815 h 590770"/>
              <a:gd name="connsiteX19" fmla="*/ 183194 w 591547"/>
              <a:gd name="connsiteY19" fmla="*/ 569815 h 590770"/>
              <a:gd name="connsiteX20" fmla="*/ 247709 w 591547"/>
              <a:gd name="connsiteY20" fmla="*/ 311838 h 590770"/>
              <a:gd name="connsiteX21" fmla="*/ 322851 w 591547"/>
              <a:gd name="connsiteY21" fmla="*/ 311838 h 590770"/>
              <a:gd name="connsiteX22" fmla="*/ 322851 w 591547"/>
              <a:gd name="connsiteY22" fmla="*/ 332826 h 590770"/>
              <a:gd name="connsiteX23" fmla="*/ 247709 w 591547"/>
              <a:gd name="connsiteY23" fmla="*/ 332826 h 590770"/>
              <a:gd name="connsiteX24" fmla="*/ 247709 w 591547"/>
              <a:gd name="connsiteY24" fmla="*/ 257944 h 590770"/>
              <a:gd name="connsiteX25" fmla="*/ 322851 w 591547"/>
              <a:gd name="connsiteY25" fmla="*/ 257944 h 590770"/>
              <a:gd name="connsiteX26" fmla="*/ 322851 w 591547"/>
              <a:gd name="connsiteY26" fmla="*/ 279580 h 590770"/>
              <a:gd name="connsiteX27" fmla="*/ 247709 w 591547"/>
              <a:gd name="connsiteY27" fmla="*/ 279580 h 590770"/>
              <a:gd name="connsiteX28" fmla="*/ 247709 w 591547"/>
              <a:gd name="connsiteY28" fmla="*/ 203919 h 590770"/>
              <a:gd name="connsiteX29" fmla="*/ 322851 w 591547"/>
              <a:gd name="connsiteY29" fmla="*/ 203919 h 590770"/>
              <a:gd name="connsiteX30" fmla="*/ 322851 w 591547"/>
              <a:gd name="connsiteY30" fmla="*/ 225684 h 590770"/>
              <a:gd name="connsiteX31" fmla="*/ 247709 w 591547"/>
              <a:gd name="connsiteY31" fmla="*/ 225684 h 590770"/>
              <a:gd name="connsiteX32" fmla="*/ 247709 w 591547"/>
              <a:gd name="connsiteY32" fmla="*/ 150672 h 590770"/>
              <a:gd name="connsiteX33" fmla="*/ 322851 w 591547"/>
              <a:gd name="connsiteY33" fmla="*/ 150672 h 590770"/>
              <a:gd name="connsiteX34" fmla="*/ 322851 w 591547"/>
              <a:gd name="connsiteY34" fmla="*/ 171660 h 590770"/>
              <a:gd name="connsiteX35" fmla="*/ 247709 w 591547"/>
              <a:gd name="connsiteY35" fmla="*/ 171660 h 590770"/>
              <a:gd name="connsiteX36" fmla="*/ 355090 w 591547"/>
              <a:gd name="connsiteY36" fmla="*/ 102357 h 590770"/>
              <a:gd name="connsiteX37" fmla="*/ 355090 w 591547"/>
              <a:gd name="connsiteY37" fmla="*/ 373160 h 590770"/>
              <a:gd name="connsiteX38" fmla="*/ 355090 w 591547"/>
              <a:gd name="connsiteY38" fmla="*/ 376384 h 590770"/>
              <a:gd name="connsiteX39" fmla="*/ 355090 w 591547"/>
              <a:gd name="connsiteY39" fmla="*/ 569815 h 590770"/>
              <a:gd name="connsiteX40" fmla="*/ 484213 w 591547"/>
              <a:gd name="connsiteY40" fmla="*/ 569815 h 590770"/>
              <a:gd name="connsiteX41" fmla="*/ 484213 w 591547"/>
              <a:gd name="connsiteY41" fmla="*/ 154744 h 590770"/>
              <a:gd name="connsiteX42" fmla="*/ 333300 w 591547"/>
              <a:gd name="connsiteY42" fmla="*/ 99939 h 590770"/>
              <a:gd name="connsiteX43" fmla="*/ 236458 w 591547"/>
              <a:gd name="connsiteY43" fmla="*/ 125730 h 590770"/>
              <a:gd name="connsiteX44" fmla="*/ 236458 w 591547"/>
              <a:gd name="connsiteY44" fmla="*/ 341728 h 590770"/>
              <a:gd name="connsiteX45" fmla="*/ 333300 w 591547"/>
              <a:gd name="connsiteY45" fmla="*/ 360265 h 590770"/>
              <a:gd name="connsiteX46" fmla="*/ 397862 w 591547"/>
              <a:gd name="connsiteY46" fmla="*/ 21761 h 590770"/>
              <a:gd name="connsiteX47" fmla="*/ 387371 w 591547"/>
              <a:gd name="connsiteY47" fmla="*/ 32238 h 590770"/>
              <a:gd name="connsiteX48" fmla="*/ 397862 w 591547"/>
              <a:gd name="connsiteY48" fmla="*/ 42716 h 590770"/>
              <a:gd name="connsiteX49" fmla="*/ 409160 w 591547"/>
              <a:gd name="connsiteY49" fmla="*/ 32238 h 590770"/>
              <a:gd name="connsiteX50" fmla="*/ 397862 w 591547"/>
              <a:gd name="connsiteY50" fmla="*/ 21761 h 590770"/>
              <a:gd name="connsiteX51" fmla="*/ 397862 w 591547"/>
              <a:gd name="connsiteY51" fmla="*/ 0 h 590770"/>
              <a:gd name="connsiteX52" fmla="*/ 430143 w 591547"/>
              <a:gd name="connsiteY52" fmla="*/ 32238 h 590770"/>
              <a:gd name="connsiteX53" fmla="*/ 409160 w 591547"/>
              <a:gd name="connsiteY53" fmla="*/ 62865 h 590770"/>
              <a:gd name="connsiteX54" fmla="*/ 409160 w 591547"/>
              <a:gd name="connsiteY54" fmla="*/ 100745 h 590770"/>
              <a:gd name="connsiteX55" fmla="*/ 498740 w 591547"/>
              <a:gd name="connsiteY55" fmla="*/ 137819 h 590770"/>
              <a:gd name="connsiteX56" fmla="*/ 506003 w 591547"/>
              <a:gd name="connsiteY56" fmla="*/ 147491 h 590770"/>
              <a:gd name="connsiteX57" fmla="*/ 506003 w 591547"/>
              <a:gd name="connsiteY57" fmla="*/ 569815 h 590770"/>
              <a:gd name="connsiteX58" fmla="*/ 591547 w 591547"/>
              <a:gd name="connsiteY58" fmla="*/ 569815 h 590770"/>
              <a:gd name="connsiteX59" fmla="*/ 591547 w 591547"/>
              <a:gd name="connsiteY59" fmla="*/ 590770 h 590770"/>
              <a:gd name="connsiteX60" fmla="*/ 494705 w 591547"/>
              <a:gd name="connsiteY60" fmla="*/ 590770 h 590770"/>
              <a:gd name="connsiteX61" fmla="*/ 344598 w 591547"/>
              <a:gd name="connsiteY61" fmla="*/ 590770 h 590770"/>
              <a:gd name="connsiteX62" fmla="*/ 193685 w 591547"/>
              <a:gd name="connsiteY62" fmla="*/ 590770 h 590770"/>
              <a:gd name="connsiteX63" fmla="*/ 64562 w 591547"/>
              <a:gd name="connsiteY63" fmla="*/ 590770 h 590770"/>
              <a:gd name="connsiteX64" fmla="*/ 0 w 591547"/>
              <a:gd name="connsiteY64" fmla="*/ 590770 h 590770"/>
              <a:gd name="connsiteX65" fmla="*/ 0 w 591547"/>
              <a:gd name="connsiteY65" fmla="*/ 569815 h 590770"/>
              <a:gd name="connsiteX66" fmla="*/ 54070 w 591547"/>
              <a:gd name="connsiteY66" fmla="*/ 569815 h 590770"/>
              <a:gd name="connsiteX67" fmla="*/ 54070 w 591547"/>
              <a:gd name="connsiteY67" fmla="*/ 373160 h 590770"/>
              <a:gd name="connsiteX68" fmla="*/ 62141 w 591547"/>
              <a:gd name="connsiteY68" fmla="*/ 362683 h 590770"/>
              <a:gd name="connsiteX69" fmla="*/ 191264 w 591547"/>
              <a:gd name="connsiteY69" fmla="*/ 333668 h 590770"/>
              <a:gd name="connsiteX70" fmla="*/ 195299 w 591547"/>
              <a:gd name="connsiteY70" fmla="*/ 333668 h 590770"/>
              <a:gd name="connsiteX71" fmla="*/ 196106 w 591547"/>
              <a:gd name="connsiteY71" fmla="*/ 333668 h 590770"/>
              <a:gd name="connsiteX72" fmla="*/ 215475 w 591547"/>
              <a:gd name="connsiteY72" fmla="*/ 336892 h 590770"/>
              <a:gd name="connsiteX73" fmla="*/ 215475 w 591547"/>
              <a:gd name="connsiteY73" fmla="*/ 116864 h 590770"/>
              <a:gd name="connsiteX74" fmla="*/ 223545 w 591547"/>
              <a:gd name="connsiteY74" fmla="*/ 106387 h 590770"/>
              <a:gd name="connsiteX75" fmla="*/ 341370 w 591547"/>
              <a:gd name="connsiteY75" fmla="*/ 75760 h 590770"/>
              <a:gd name="connsiteX76" fmla="*/ 342984 w 591547"/>
              <a:gd name="connsiteY76" fmla="*/ 75760 h 590770"/>
              <a:gd name="connsiteX77" fmla="*/ 345405 w 591547"/>
              <a:gd name="connsiteY77" fmla="*/ 75760 h 590770"/>
              <a:gd name="connsiteX78" fmla="*/ 347020 w 591547"/>
              <a:gd name="connsiteY78" fmla="*/ 75760 h 590770"/>
              <a:gd name="connsiteX79" fmla="*/ 348634 w 591547"/>
              <a:gd name="connsiteY79" fmla="*/ 75760 h 590770"/>
              <a:gd name="connsiteX80" fmla="*/ 387371 w 591547"/>
              <a:gd name="connsiteY80" fmla="*/ 91879 h 590770"/>
              <a:gd name="connsiteX81" fmla="*/ 387371 w 591547"/>
              <a:gd name="connsiteY81" fmla="*/ 62865 h 590770"/>
              <a:gd name="connsiteX82" fmla="*/ 365581 w 591547"/>
              <a:gd name="connsiteY82" fmla="*/ 32238 h 590770"/>
              <a:gd name="connsiteX83" fmla="*/ 397862 w 591547"/>
              <a:gd name="connsiteY83" fmla="*/ 0 h 590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91547" h="590770">
                <a:moveTo>
                  <a:pt x="86413" y="515758"/>
                </a:moveTo>
                <a:lnTo>
                  <a:pt x="171919" y="515758"/>
                </a:lnTo>
                <a:lnTo>
                  <a:pt x="171919" y="537523"/>
                </a:lnTo>
                <a:lnTo>
                  <a:pt x="86413" y="537523"/>
                </a:lnTo>
                <a:close/>
                <a:moveTo>
                  <a:pt x="86413" y="461733"/>
                </a:moveTo>
                <a:lnTo>
                  <a:pt x="171919" y="461733"/>
                </a:lnTo>
                <a:lnTo>
                  <a:pt x="171919" y="483498"/>
                </a:lnTo>
                <a:lnTo>
                  <a:pt x="86413" y="483498"/>
                </a:lnTo>
                <a:close/>
                <a:moveTo>
                  <a:pt x="86413" y="408616"/>
                </a:moveTo>
                <a:lnTo>
                  <a:pt x="171919" y="408616"/>
                </a:lnTo>
                <a:lnTo>
                  <a:pt x="171919" y="429474"/>
                </a:lnTo>
                <a:lnTo>
                  <a:pt x="86413" y="429474"/>
                </a:lnTo>
                <a:close/>
                <a:moveTo>
                  <a:pt x="204177" y="357041"/>
                </a:moveTo>
                <a:lnTo>
                  <a:pt x="204177" y="569815"/>
                </a:lnTo>
                <a:lnTo>
                  <a:pt x="333300" y="569815"/>
                </a:lnTo>
                <a:lnTo>
                  <a:pt x="333300" y="382026"/>
                </a:lnTo>
                <a:close/>
                <a:moveTo>
                  <a:pt x="183194" y="357041"/>
                </a:moveTo>
                <a:lnTo>
                  <a:pt x="75053" y="382026"/>
                </a:lnTo>
                <a:lnTo>
                  <a:pt x="75053" y="569815"/>
                </a:lnTo>
                <a:lnTo>
                  <a:pt x="183194" y="569815"/>
                </a:lnTo>
                <a:close/>
                <a:moveTo>
                  <a:pt x="247709" y="311838"/>
                </a:moveTo>
                <a:lnTo>
                  <a:pt x="322851" y="311838"/>
                </a:lnTo>
                <a:lnTo>
                  <a:pt x="322851" y="332826"/>
                </a:lnTo>
                <a:lnTo>
                  <a:pt x="247709" y="332826"/>
                </a:lnTo>
                <a:close/>
                <a:moveTo>
                  <a:pt x="247709" y="257944"/>
                </a:moveTo>
                <a:lnTo>
                  <a:pt x="322851" y="257944"/>
                </a:lnTo>
                <a:lnTo>
                  <a:pt x="322851" y="279580"/>
                </a:lnTo>
                <a:lnTo>
                  <a:pt x="247709" y="279580"/>
                </a:lnTo>
                <a:close/>
                <a:moveTo>
                  <a:pt x="247709" y="203919"/>
                </a:moveTo>
                <a:lnTo>
                  <a:pt x="322851" y="203919"/>
                </a:lnTo>
                <a:lnTo>
                  <a:pt x="322851" y="225684"/>
                </a:lnTo>
                <a:lnTo>
                  <a:pt x="247709" y="225684"/>
                </a:lnTo>
                <a:close/>
                <a:moveTo>
                  <a:pt x="247709" y="150672"/>
                </a:moveTo>
                <a:lnTo>
                  <a:pt x="322851" y="150672"/>
                </a:lnTo>
                <a:lnTo>
                  <a:pt x="322851" y="171660"/>
                </a:lnTo>
                <a:lnTo>
                  <a:pt x="247709" y="171660"/>
                </a:lnTo>
                <a:close/>
                <a:moveTo>
                  <a:pt x="355090" y="102357"/>
                </a:moveTo>
                <a:lnTo>
                  <a:pt x="355090" y="373160"/>
                </a:lnTo>
                <a:lnTo>
                  <a:pt x="355090" y="376384"/>
                </a:lnTo>
                <a:lnTo>
                  <a:pt x="355090" y="569815"/>
                </a:lnTo>
                <a:lnTo>
                  <a:pt x="484213" y="569815"/>
                </a:lnTo>
                <a:lnTo>
                  <a:pt x="484213" y="154744"/>
                </a:lnTo>
                <a:close/>
                <a:moveTo>
                  <a:pt x="333300" y="99939"/>
                </a:moveTo>
                <a:lnTo>
                  <a:pt x="236458" y="125730"/>
                </a:lnTo>
                <a:lnTo>
                  <a:pt x="236458" y="341728"/>
                </a:lnTo>
                <a:lnTo>
                  <a:pt x="333300" y="360265"/>
                </a:lnTo>
                <a:close/>
                <a:moveTo>
                  <a:pt x="397862" y="21761"/>
                </a:moveTo>
                <a:cubicBezTo>
                  <a:pt x="392213" y="21761"/>
                  <a:pt x="387371" y="26596"/>
                  <a:pt x="387371" y="32238"/>
                </a:cubicBezTo>
                <a:cubicBezTo>
                  <a:pt x="387371" y="37880"/>
                  <a:pt x="392213" y="42716"/>
                  <a:pt x="397862" y="42716"/>
                </a:cubicBezTo>
                <a:cubicBezTo>
                  <a:pt x="404318" y="42716"/>
                  <a:pt x="409160" y="37880"/>
                  <a:pt x="409160" y="32238"/>
                </a:cubicBezTo>
                <a:cubicBezTo>
                  <a:pt x="409160" y="26596"/>
                  <a:pt x="404318" y="21761"/>
                  <a:pt x="397862" y="21761"/>
                </a:cubicBezTo>
                <a:close/>
                <a:moveTo>
                  <a:pt x="397862" y="0"/>
                </a:moveTo>
                <a:cubicBezTo>
                  <a:pt x="415616" y="0"/>
                  <a:pt x="430143" y="14507"/>
                  <a:pt x="430143" y="32238"/>
                </a:cubicBezTo>
                <a:cubicBezTo>
                  <a:pt x="430143" y="45940"/>
                  <a:pt x="421266" y="58029"/>
                  <a:pt x="409160" y="62865"/>
                </a:cubicBezTo>
                <a:lnTo>
                  <a:pt x="409160" y="100745"/>
                </a:lnTo>
                <a:lnTo>
                  <a:pt x="498740" y="137819"/>
                </a:lnTo>
                <a:cubicBezTo>
                  <a:pt x="502775" y="139431"/>
                  <a:pt x="506003" y="143461"/>
                  <a:pt x="506003" y="147491"/>
                </a:cubicBezTo>
                <a:lnTo>
                  <a:pt x="506003" y="569815"/>
                </a:lnTo>
                <a:lnTo>
                  <a:pt x="591547" y="569815"/>
                </a:lnTo>
                <a:lnTo>
                  <a:pt x="591547" y="590770"/>
                </a:lnTo>
                <a:lnTo>
                  <a:pt x="494705" y="590770"/>
                </a:lnTo>
                <a:lnTo>
                  <a:pt x="344598" y="590770"/>
                </a:lnTo>
                <a:lnTo>
                  <a:pt x="193685" y="590770"/>
                </a:lnTo>
                <a:lnTo>
                  <a:pt x="64562" y="590770"/>
                </a:lnTo>
                <a:lnTo>
                  <a:pt x="0" y="590770"/>
                </a:lnTo>
                <a:lnTo>
                  <a:pt x="0" y="569815"/>
                </a:lnTo>
                <a:lnTo>
                  <a:pt x="54070" y="569815"/>
                </a:lnTo>
                <a:lnTo>
                  <a:pt x="54070" y="373160"/>
                </a:lnTo>
                <a:cubicBezTo>
                  <a:pt x="54070" y="368324"/>
                  <a:pt x="57298" y="364294"/>
                  <a:pt x="62141" y="362683"/>
                </a:cubicBezTo>
                <a:lnTo>
                  <a:pt x="191264" y="333668"/>
                </a:lnTo>
                <a:cubicBezTo>
                  <a:pt x="192878" y="332862"/>
                  <a:pt x="194492" y="332862"/>
                  <a:pt x="195299" y="333668"/>
                </a:cubicBezTo>
                <a:cubicBezTo>
                  <a:pt x="196106" y="333668"/>
                  <a:pt x="196106" y="333668"/>
                  <a:pt x="196106" y="333668"/>
                </a:cubicBezTo>
                <a:lnTo>
                  <a:pt x="215475" y="336892"/>
                </a:lnTo>
                <a:lnTo>
                  <a:pt x="215475" y="116864"/>
                </a:lnTo>
                <a:cubicBezTo>
                  <a:pt x="215475" y="112028"/>
                  <a:pt x="218703" y="107999"/>
                  <a:pt x="223545" y="106387"/>
                </a:cubicBezTo>
                <a:lnTo>
                  <a:pt x="341370" y="75760"/>
                </a:lnTo>
                <a:cubicBezTo>
                  <a:pt x="342177" y="75760"/>
                  <a:pt x="342177" y="75760"/>
                  <a:pt x="342984" y="75760"/>
                </a:cubicBezTo>
                <a:cubicBezTo>
                  <a:pt x="343791" y="75760"/>
                  <a:pt x="344598" y="74954"/>
                  <a:pt x="345405" y="75760"/>
                </a:cubicBezTo>
                <a:cubicBezTo>
                  <a:pt x="346213" y="75760"/>
                  <a:pt x="347020" y="75760"/>
                  <a:pt x="347020" y="75760"/>
                </a:cubicBezTo>
                <a:cubicBezTo>
                  <a:pt x="347827" y="75760"/>
                  <a:pt x="347827" y="75760"/>
                  <a:pt x="348634" y="75760"/>
                </a:cubicBezTo>
                <a:lnTo>
                  <a:pt x="387371" y="91879"/>
                </a:lnTo>
                <a:lnTo>
                  <a:pt x="387371" y="62865"/>
                </a:lnTo>
                <a:cubicBezTo>
                  <a:pt x="375265" y="58029"/>
                  <a:pt x="365581" y="45940"/>
                  <a:pt x="365581" y="32238"/>
                </a:cubicBezTo>
                <a:cubicBezTo>
                  <a:pt x="365581" y="14507"/>
                  <a:pt x="380107" y="0"/>
                  <a:pt x="397862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xmlns="" id="{1E8FB80B-E56F-4D26-837E-245F3E30A92F}"/>
              </a:ext>
            </a:extLst>
          </p:cNvPr>
          <p:cNvCxnSpPr/>
          <p:nvPr/>
        </p:nvCxnSpPr>
        <p:spPr>
          <a:xfrm>
            <a:off x="7285537" y="3425627"/>
            <a:ext cx="864096" cy="0"/>
          </a:xfrm>
          <a:prstGeom prst="straightConnector1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iṧľïḍè">
            <a:extLst>
              <a:ext uri="{FF2B5EF4-FFF2-40B4-BE49-F238E27FC236}">
                <a16:creationId xmlns:a16="http://schemas.microsoft.com/office/drawing/2014/main" xmlns="" id="{BBEF5FFD-8C16-4C92-979D-F9B3583DFD38}"/>
              </a:ext>
            </a:extLst>
          </p:cNvPr>
          <p:cNvSpPr txBox="1"/>
          <p:nvPr/>
        </p:nvSpPr>
        <p:spPr>
          <a:xfrm>
            <a:off x="7229033" y="2968039"/>
            <a:ext cx="914400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keyword</a:t>
            </a:r>
            <a:endParaRPr lang="zh-CN" altLang="en-US" sz="1400" b="1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xmlns="" id="{1E9CFA21-2593-4B9E-9AED-167831CE275C}"/>
              </a:ext>
            </a:extLst>
          </p:cNvPr>
          <p:cNvCxnSpPr/>
          <p:nvPr/>
        </p:nvCxnSpPr>
        <p:spPr>
          <a:xfrm>
            <a:off x="9785946" y="4077212"/>
            <a:ext cx="0" cy="718825"/>
          </a:xfrm>
          <a:prstGeom prst="straightConnector1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ïṡľíďé">
            <a:extLst>
              <a:ext uri="{FF2B5EF4-FFF2-40B4-BE49-F238E27FC236}">
                <a16:creationId xmlns:a16="http://schemas.microsoft.com/office/drawing/2014/main" xmlns="" id="{D6E97579-F0F5-4964-BC3C-54C054095F7C}"/>
              </a:ext>
            </a:extLst>
          </p:cNvPr>
          <p:cNvSpPr txBox="1"/>
          <p:nvPr/>
        </p:nvSpPr>
        <p:spPr>
          <a:xfrm>
            <a:off x="9794153" y="4192543"/>
            <a:ext cx="914400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keyword</a:t>
            </a:r>
            <a:endParaRPr lang="zh-CN" altLang="en-US" sz="1400" b="1" dirty="0"/>
          </a:p>
        </p:txBody>
      </p:sp>
      <p:sp>
        <p:nvSpPr>
          <p:cNvPr id="44" name="文本框 1"/>
          <p:cNvSpPr txBox="1"/>
          <p:nvPr/>
        </p:nvSpPr>
        <p:spPr>
          <a:xfrm>
            <a:off x="611535" y="1260544"/>
            <a:ext cx="1032479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219555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选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题背景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研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究意义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理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论基础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贡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献创新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ï$ḻide">
            <a:extLst>
              <a:ext uri="{FF2B5EF4-FFF2-40B4-BE49-F238E27FC236}">
                <a16:creationId xmlns:a16="http://schemas.microsoft.com/office/drawing/2014/main" xmlns="" id="{86E3C5C0-92C0-4A4E-A87A-49E03132FF6B}"/>
              </a:ext>
            </a:extLst>
          </p:cNvPr>
          <p:cNvSpPr/>
          <p:nvPr/>
        </p:nvSpPr>
        <p:spPr>
          <a:xfrm>
            <a:off x="4673937" y="1975858"/>
            <a:ext cx="3461727" cy="3461729"/>
          </a:xfrm>
          <a:custGeom>
            <a:avLst/>
            <a:gdLst>
              <a:gd name="connsiteX0" fmla="*/ 1919288 w 3838576"/>
              <a:gd name="connsiteY0" fmla="*/ 0 h 3838576"/>
              <a:gd name="connsiteX1" fmla="*/ 3838576 w 3838576"/>
              <a:gd name="connsiteY1" fmla="*/ 1919288 h 3838576"/>
              <a:gd name="connsiteX2" fmla="*/ 1919288 w 3838576"/>
              <a:gd name="connsiteY2" fmla="*/ 3838576 h 3838576"/>
              <a:gd name="connsiteX3" fmla="*/ 0 w 3838576"/>
              <a:gd name="connsiteY3" fmla="*/ 1919288 h 3838576"/>
              <a:gd name="connsiteX4" fmla="*/ 959644 w 3838576"/>
              <a:gd name="connsiteY4" fmla="*/ 1919288 h 3838576"/>
              <a:gd name="connsiteX5" fmla="*/ 1919288 w 3838576"/>
              <a:gd name="connsiteY5" fmla="*/ 2878932 h 3838576"/>
              <a:gd name="connsiteX6" fmla="*/ 2878932 w 3838576"/>
              <a:gd name="connsiteY6" fmla="*/ 1919288 h 3838576"/>
              <a:gd name="connsiteX7" fmla="*/ 1919288 w 3838576"/>
              <a:gd name="connsiteY7" fmla="*/ 959644 h 3838576"/>
              <a:gd name="connsiteX8" fmla="*/ 1919288 w 3838576"/>
              <a:gd name="connsiteY8" fmla="*/ 0 h 383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8576" h="3838576">
                <a:moveTo>
                  <a:pt x="1919288" y="0"/>
                </a:moveTo>
                <a:cubicBezTo>
                  <a:pt x="2979281" y="0"/>
                  <a:pt x="3838576" y="859295"/>
                  <a:pt x="3838576" y="1919288"/>
                </a:cubicBezTo>
                <a:cubicBezTo>
                  <a:pt x="3838576" y="2979281"/>
                  <a:pt x="2979281" y="3838576"/>
                  <a:pt x="1919288" y="3838576"/>
                </a:cubicBezTo>
                <a:cubicBezTo>
                  <a:pt x="859295" y="3838576"/>
                  <a:pt x="0" y="2979281"/>
                  <a:pt x="0" y="1919288"/>
                </a:cubicBezTo>
                <a:lnTo>
                  <a:pt x="959644" y="1919288"/>
                </a:lnTo>
                <a:cubicBezTo>
                  <a:pt x="959644" y="2449285"/>
                  <a:pt x="1389291" y="2878932"/>
                  <a:pt x="1919288" y="2878932"/>
                </a:cubicBezTo>
                <a:cubicBezTo>
                  <a:pt x="2449285" y="2878932"/>
                  <a:pt x="2878932" y="2449285"/>
                  <a:pt x="2878932" y="1919288"/>
                </a:cubicBezTo>
                <a:cubicBezTo>
                  <a:pt x="2878932" y="1389291"/>
                  <a:pt x="2449285" y="959644"/>
                  <a:pt x="1919288" y="959644"/>
                </a:cubicBezTo>
                <a:lnTo>
                  <a:pt x="1919288" y="0"/>
                </a:lnTo>
                <a:close/>
              </a:path>
            </a:pathLst>
          </a:custGeom>
          <a:solidFill>
            <a:srgbClr val="1C50A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1" name="íṣlïḓè">
            <a:extLst>
              <a:ext uri="{FF2B5EF4-FFF2-40B4-BE49-F238E27FC236}">
                <a16:creationId xmlns:a16="http://schemas.microsoft.com/office/drawing/2014/main" xmlns="" id="{BA8A8175-E92D-4186-8625-26B0746F0C11}"/>
              </a:ext>
            </a:extLst>
          </p:cNvPr>
          <p:cNvSpPr/>
          <p:nvPr/>
        </p:nvSpPr>
        <p:spPr>
          <a:xfrm rot="16200000">
            <a:off x="5408868" y="2139560"/>
            <a:ext cx="1460282" cy="531588"/>
          </a:xfrm>
          <a:prstGeom prst="triangle">
            <a:avLst/>
          </a:prstGeom>
          <a:solidFill>
            <a:srgbClr val="1C50A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2" name="îşḻíḓê">
            <a:extLst>
              <a:ext uri="{FF2B5EF4-FFF2-40B4-BE49-F238E27FC236}">
                <a16:creationId xmlns:a16="http://schemas.microsoft.com/office/drawing/2014/main" xmlns="" id="{26B94718-9A83-4F0B-9C7A-69E7004BEE78}"/>
              </a:ext>
            </a:extLst>
          </p:cNvPr>
          <p:cNvSpPr/>
          <p:nvPr/>
        </p:nvSpPr>
        <p:spPr>
          <a:xfrm>
            <a:off x="4516061" y="2956973"/>
            <a:ext cx="1159986" cy="115998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3" name="íslîḓe">
            <a:extLst>
              <a:ext uri="{FF2B5EF4-FFF2-40B4-BE49-F238E27FC236}">
                <a16:creationId xmlns:a16="http://schemas.microsoft.com/office/drawing/2014/main" xmlns="" id="{14907869-8D86-49D8-8F8B-87AC76594410}"/>
              </a:ext>
            </a:extLst>
          </p:cNvPr>
          <p:cNvSpPr/>
          <p:nvPr/>
        </p:nvSpPr>
        <p:spPr>
          <a:xfrm>
            <a:off x="4588308" y="3029221"/>
            <a:ext cx="1015489" cy="1015489"/>
          </a:xfrm>
          <a:prstGeom prst="round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4" name="í$1îďe">
            <a:extLst>
              <a:ext uri="{FF2B5EF4-FFF2-40B4-BE49-F238E27FC236}">
                <a16:creationId xmlns:a16="http://schemas.microsoft.com/office/drawing/2014/main" xmlns="" id="{71FFDE84-9237-49B8-8318-A66415962C68}"/>
              </a:ext>
            </a:extLst>
          </p:cNvPr>
          <p:cNvSpPr/>
          <p:nvPr/>
        </p:nvSpPr>
        <p:spPr>
          <a:xfrm>
            <a:off x="5923286" y="4928141"/>
            <a:ext cx="963026" cy="96303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5" name="ïṡlïde">
            <a:extLst>
              <a:ext uri="{FF2B5EF4-FFF2-40B4-BE49-F238E27FC236}">
                <a16:creationId xmlns:a16="http://schemas.microsoft.com/office/drawing/2014/main" xmlns="" id="{01A62709-A596-40D1-B1EC-4024F51EC1A4}"/>
              </a:ext>
            </a:extLst>
          </p:cNvPr>
          <p:cNvSpPr/>
          <p:nvPr/>
        </p:nvSpPr>
        <p:spPr bwMode="auto">
          <a:xfrm>
            <a:off x="6159274" y="5168918"/>
            <a:ext cx="491051" cy="481476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7198" dirty="0"/>
          </a:p>
        </p:txBody>
      </p:sp>
      <p:sp>
        <p:nvSpPr>
          <p:cNvPr id="56" name="îṥlíḓê">
            <a:extLst>
              <a:ext uri="{FF2B5EF4-FFF2-40B4-BE49-F238E27FC236}">
                <a16:creationId xmlns:a16="http://schemas.microsoft.com/office/drawing/2014/main" xmlns="" id="{E9A9B910-07D8-44E4-9570-ACCDD03084A0}"/>
              </a:ext>
            </a:extLst>
          </p:cNvPr>
          <p:cNvSpPr/>
          <p:nvPr/>
        </p:nvSpPr>
        <p:spPr>
          <a:xfrm>
            <a:off x="7170886" y="2737276"/>
            <a:ext cx="963026" cy="963034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7" name="îsḷiḑé">
            <a:extLst>
              <a:ext uri="{FF2B5EF4-FFF2-40B4-BE49-F238E27FC236}">
                <a16:creationId xmlns:a16="http://schemas.microsoft.com/office/drawing/2014/main" xmlns="" id="{A5F205A0-259C-4150-ACA4-3851A9891F6C}"/>
              </a:ext>
            </a:extLst>
          </p:cNvPr>
          <p:cNvSpPr/>
          <p:nvPr/>
        </p:nvSpPr>
        <p:spPr bwMode="auto">
          <a:xfrm>
            <a:off x="7406873" y="2978053"/>
            <a:ext cx="491051" cy="481476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7198" dirty="0"/>
          </a:p>
        </p:txBody>
      </p:sp>
      <p:sp>
        <p:nvSpPr>
          <p:cNvPr id="58" name="îṩľidè">
            <a:extLst>
              <a:ext uri="{FF2B5EF4-FFF2-40B4-BE49-F238E27FC236}">
                <a16:creationId xmlns:a16="http://schemas.microsoft.com/office/drawing/2014/main" xmlns="" id="{46373B82-1B4B-45AA-9C79-777BC411E4CE}"/>
              </a:ext>
            </a:extLst>
          </p:cNvPr>
          <p:cNvSpPr txBox="1"/>
          <p:nvPr/>
        </p:nvSpPr>
        <p:spPr>
          <a:xfrm>
            <a:off x="6986414" y="5598011"/>
            <a:ext cx="3589033" cy="80280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/>
              <a:t>Supporting text here.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/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/>
              <a:t>Supporting text here.</a:t>
            </a:r>
            <a:endParaRPr lang="en-US" altLang="zh-CN" sz="1000" dirty="0"/>
          </a:p>
        </p:txBody>
      </p:sp>
      <p:sp>
        <p:nvSpPr>
          <p:cNvPr id="59" name="iSľîďê">
            <a:extLst>
              <a:ext uri="{FF2B5EF4-FFF2-40B4-BE49-F238E27FC236}">
                <a16:creationId xmlns:a16="http://schemas.microsoft.com/office/drawing/2014/main" xmlns="" id="{FEEE1596-0BB0-4669-8ED1-7D94D6F2965A}"/>
              </a:ext>
            </a:extLst>
          </p:cNvPr>
          <p:cNvSpPr txBox="1"/>
          <p:nvPr/>
        </p:nvSpPr>
        <p:spPr>
          <a:xfrm>
            <a:off x="6886312" y="5269050"/>
            <a:ext cx="4918521" cy="4718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Text here</a:t>
            </a:r>
          </a:p>
        </p:txBody>
      </p:sp>
      <p:sp>
        <p:nvSpPr>
          <p:cNvPr id="60" name="iṧḷidè">
            <a:extLst>
              <a:ext uri="{FF2B5EF4-FFF2-40B4-BE49-F238E27FC236}">
                <a16:creationId xmlns:a16="http://schemas.microsoft.com/office/drawing/2014/main" xmlns="" id="{AACC4034-3D78-474C-A3D9-08A1E1ABF149}"/>
              </a:ext>
            </a:extLst>
          </p:cNvPr>
          <p:cNvSpPr txBox="1"/>
          <p:nvPr/>
        </p:nvSpPr>
        <p:spPr>
          <a:xfrm>
            <a:off x="8237125" y="2687093"/>
            <a:ext cx="3627483" cy="684256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Supporting text here.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Supporting text here.</a:t>
            </a:r>
          </a:p>
        </p:txBody>
      </p:sp>
      <p:sp>
        <p:nvSpPr>
          <p:cNvPr id="61" name="iṧḻïḑe">
            <a:extLst>
              <a:ext uri="{FF2B5EF4-FFF2-40B4-BE49-F238E27FC236}">
                <a16:creationId xmlns:a16="http://schemas.microsoft.com/office/drawing/2014/main" xmlns="" id="{39D59B5A-5DAB-40F4-B9E2-91F91BA4AD65}"/>
              </a:ext>
            </a:extLst>
          </p:cNvPr>
          <p:cNvSpPr txBox="1"/>
          <p:nvPr/>
        </p:nvSpPr>
        <p:spPr>
          <a:xfrm>
            <a:off x="8177350" y="2327299"/>
            <a:ext cx="3627483" cy="4718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3"/>
                </a:solidFill>
              </a:rPr>
              <a:t>Text here</a:t>
            </a:r>
          </a:p>
        </p:txBody>
      </p:sp>
      <p:sp>
        <p:nvSpPr>
          <p:cNvPr id="62" name="îşľídé">
            <a:extLst>
              <a:ext uri="{FF2B5EF4-FFF2-40B4-BE49-F238E27FC236}">
                <a16:creationId xmlns:a16="http://schemas.microsoft.com/office/drawing/2014/main" xmlns="" id="{48CC218A-F3A8-4C20-8C54-2735A93FD1B4}"/>
              </a:ext>
            </a:extLst>
          </p:cNvPr>
          <p:cNvSpPr txBox="1"/>
          <p:nvPr/>
        </p:nvSpPr>
        <p:spPr>
          <a:xfrm>
            <a:off x="896468" y="4795801"/>
            <a:ext cx="3672221" cy="1418318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Supporting text here.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Copy paste fonts. Choose the only option to retain text</a:t>
            </a:r>
            <a:r>
              <a:rPr lang="en-US" altLang="zh-CN" sz="1000" dirty="0" smtClean="0"/>
              <a:t>.</a:t>
            </a:r>
            <a:endParaRPr lang="en-US" altLang="zh-CN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Supporting text here</a:t>
            </a:r>
            <a:r>
              <a:rPr lang="en-US" altLang="zh-CN" sz="1000" dirty="0" smtClean="0"/>
              <a:t>.</a:t>
            </a:r>
            <a:endParaRPr lang="en-US" altLang="zh-CN" sz="1000" dirty="0"/>
          </a:p>
        </p:txBody>
      </p:sp>
      <p:sp>
        <p:nvSpPr>
          <p:cNvPr id="63" name="íSļídè">
            <a:extLst>
              <a:ext uri="{FF2B5EF4-FFF2-40B4-BE49-F238E27FC236}">
                <a16:creationId xmlns:a16="http://schemas.microsoft.com/office/drawing/2014/main" xmlns="" id="{819AD2DC-700B-4E95-AD6E-73DB36D368BD}"/>
              </a:ext>
            </a:extLst>
          </p:cNvPr>
          <p:cNvSpPr txBox="1"/>
          <p:nvPr/>
        </p:nvSpPr>
        <p:spPr>
          <a:xfrm>
            <a:off x="879367" y="4518548"/>
            <a:ext cx="3672221" cy="395607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Text here</a:t>
            </a:r>
          </a:p>
        </p:txBody>
      </p:sp>
      <p:sp>
        <p:nvSpPr>
          <p:cNvPr id="64" name="ïṥlïḓe">
            <a:extLst>
              <a:ext uri="{FF2B5EF4-FFF2-40B4-BE49-F238E27FC236}">
                <a16:creationId xmlns:a16="http://schemas.microsoft.com/office/drawing/2014/main" xmlns="" id="{6F9E0C8B-5BCD-431C-B695-87BF5D70A13F}"/>
              </a:ext>
            </a:extLst>
          </p:cNvPr>
          <p:cNvSpPr/>
          <p:nvPr/>
        </p:nvSpPr>
        <p:spPr bwMode="auto">
          <a:xfrm>
            <a:off x="959018" y="4141748"/>
            <a:ext cx="478639" cy="314632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41754 w 607639"/>
              <a:gd name="connsiteY14" fmla="*/ 232583 h 414642"/>
              <a:gd name="connsiteX15" fmla="*/ 161961 w 607639"/>
              <a:gd name="connsiteY15" fmla="*/ 232583 h 414642"/>
              <a:gd name="connsiteX16" fmla="*/ 172110 w 607639"/>
              <a:gd name="connsiteY16" fmla="*/ 242719 h 414642"/>
              <a:gd name="connsiteX17" fmla="*/ 161961 w 607639"/>
              <a:gd name="connsiteY17" fmla="*/ 252765 h 414642"/>
              <a:gd name="connsiteX18" fmla="*/ 141754 w 607639"/>
              <a:gd name="connsiteY18" fmla="*/ 252765 h 414642"/>
              <a:gd name="connsiteX19" fmla="*/ 131605 w 607639"/>
              <a:gd name="connsiteY19" fmla="*/ 242719 h 414642"/>
              <a:gd name="connsiteX20" fmla="*/ 141754 w 607639"/>
              <a:gd name="connsiteY20" fmla="*/ 232583 h 414642"/>
              <a:gd name="connsiteX21" fmla="*/ 141758 w 607639"/>
              <a:gd name="connsiteY21" fmla="*/ 192149 h 414642"/>
              <a:gd name="connsiteX22" fmla="*/ 182279 w 607639"/>
              <a:gd name="connsiteY22" fmla="*/ 192149 h 414642"/>
              <a:gd name="connsiteX23" fmla="*/ 192432 w 607639"/>
              <a:gd name="connsiteY23" fmla="*/ 202196 h 414642"/>
              <a:gd name="connsiteX24" fmla="*/ 182279 w 607639"/>
              <a:gd name="connsiteY24" fmla="*/ 212331 h 414642"/>
              <a:gd name="connsiteX25" fmla="*/ 141758 w 607639"/>
              <a:gd name="connsiteY25" fmla="*/ 212331 h 414642"/>
              <a:gd name="connsiteX26" fmla="*/ 131605 w 607639"/>
              <a:gd name="connsiteY26" fmla="*/ 202196 h 414642"/>
              <a:gd name="connsiteX27" fmla="*/ 141758 w 607639"/>
              <a:gd name="connsiteY27" fmla="*/ 192149 h 414642"/>
              <a:gd name="connsiteX28" fmla="*/ 141754 w 607639"/>
              <a:gd name="connsiteY28" fmla="*/ 151716 h 414642"/>
              <a:gd name="connsiteX29" fmla="*/ 161961 w 607639"/>
              <a:gd name="connsiteY29" fmla="*/ 151716 h 414642"/>
              <a:gd name="connsiteX30" fmla="*/ 172110 w 607639"/>
              <a:gd name="connsiteY30" fmla="*/ 161763 h 414642"/>
              <a:gd name="connsiteX31" fmla="*/ 161961 w 607639"/>
              <a:gd name="connsiteY31" fmla="*/ 171898 h 414642"/>
              <a:gd name="connsiteX32" fmla="*/ 141754 w 607639"/>
              <a:gd name="connsiteY32" fmla="*/ 171898 h 414642"/>
              <a:gd name="connsiteX33" fmla="*/ 131605 w 607639"/>
              <a:gd name="connsiteY33" fmla="*/ 161763 h 414642"/>
              <a:gd name="connsiteX34" fmla="*/ 141754 w 607639"/>
              <a:gd name="connsiteY34" fmla="*/ 151716 h 414642"/>
              <a:gd name="connsiteX35" fmla="*/ 141758 w 607639"/>
              <a:gd name="connsiteY35" fmla="*/ 111211 h 414642"/>
              <a:gd name="connsiteX36" fmla="*/ 182279 w 607639"/>
              <a:gd name="connsiteY36" fmla="*/ 111211 h 414642"/>
              <a:gd name="connsiteX37" fmla="*/ 192432 w 607639"/>
              <a:gd name="connsiteY37" fmla="*/ 121337 h 414642"/>
              <a:gd name="connsiteX38" fmla="*/ 182279 w 607639"/>
              <a:gd name="connsiteY38" fmla="*/ 131463 h 414642"/>
              <a:gd name="connsiteX39" fmla="*/ 141758 w 607639"/>
              <a:gd name="connsiteY39" fmla="*/ 131463 h 414642"/>
              <a:gd name="connsiteX40" fmla="*/ 131605 w 607639"/>
              <a:gd name="connsiteY40" fmla="*/ 121337 h 414642"/>
              <a:gd name="connsiteX41" fmla="*/ 141758 w 607639"/>
              <a:gd name="connsiteY41" fmla="*/ 111211 h 414642"/>
              <a:gd name="connsiteX42" fmla="*/ 425367 w 607639"/>
              <a:gd name="connsiteY42" fmla="*/ 101191 h 414642"/>
              <a:gd name="connsiteX43" fmla="*/ 496228 w 607639"/>
              <a:gd name="connsiteY43" fmla="*/ 101191 h 414642"/>
              <a:gd name="connsiteX44" fmla="*/ 506377 w 607639"/>
              <a:gd name="connsiteY44" fmla="*/ 111231 h 414642"/>
              <a:gd name="connsiteX45" fmla="*/ 506377 w 607639"/>
              <a:gd name="connsiteY45" fmla="*/ 182042 h 414642"/>
              <a:gd name="connsiteX46" fmla="*/ 496228 w 607639"/>
              <a:gd name="connsiteY46" fmla="*/ 192171 h 414642"/>
              <a:gd name="connsiteX47" fmla="*/ 486080 w 607639"/>
              <a:gd name="connsiteY47" fmla="*/ 182042 h 414642"/>
              <a:gd name="connsiteX48" fmla="*/ 486080 w 607639"/>
              <a:gd name="connsiteY48" fmla="*/ 135575 h 414642"/>
              <a:gd name="connsiteX49" fmla="*/ 402043 w 607639"/>
              <a:gd name="connsiteY49" fmla="*/ 219447 h 414642"/>
              <a:gd name="connsiteX50" fmla="*/ 394921 w 607639"/>
              <a:gd name="connsiteY50" fmla="*/ 222468 h 414642"/>
              <a:gd name="connsiteX51" fmla="*/ 387889 w 607639"/>
              <a:gd name="connsiteY51" fmla="*/ 219447 h 414642"/>
              <a:gd name="connsiteX52" fmla="*/ 344268 w 607639"/>
              <a:gd name="connsiteY52" fmla="*/ 176001 h 414642"/>
              <a:gd name="connsiteX53" fmla="*/ 270380 w 607639"/>
              <a:gd name="connsiteY53" fmla="*/ 249744 h 414642"/>
              <a:gd name="connsiteX54" fmla="*/ 263258 w 607639"/>
              <a:gd name="connsiteY54" fmla="*/ 252765 h 414642"/>
              <a:gd name="connsiteX55" fmla="*/ 256225 w 607639"/>
              <a:gd name="connsiteY55" fmla="*/ 249744 h 414642"/>
              <a:gd name="connsiteX56" fmla="*/ 256225 w 607639"/>
              <a:gd name="connsiteY56" fmla="*/ 235617 h 414642"/>
              <a:gd name="connsiteX57" fmla="*/ 337235 w 607639"/>
              <a:gd name="connsiteY57" fmla="*/ 154766 h 414642"/>
              <a:gd name="connsiteX58" fmla="*/ 338837 w 607639"/>
              <a:gd name="connsiteY58" fmla="*/ 153433 h 414642"/>
              <a:gd name="connsiteX59" fmla="*/ 340618 w 607639"/>
              <a:gd name="connsiteY59" fmla="*/ 152456 h 414642"/>
              <a:gd name="connsiteX60" fmla="*/ 341508 w 607639"/>
              <a:gd name="connsiteY60" fmla="*/ 152101 h 414642"/>
              <a:gd name="connsiteX61" fmla="*/ 343378 w 607639"/>
              <a:gd name="connsiteY61" fmla="*/ 151745 h 414642"/>
              <a:gd name="connsiteX62" fmla="*/ 344268 w 607639"/>
              <a:gd name="connsiteY62" fmla="*/ 151745 h 414642"/>
              <a:gd name="connsiteX63" fmla="*/ 346226 w 607639"/>
              <a:gd name="connsiteY63" fmla="*/ 151923 h 414642"/>
              <a:gd name="connsiteX64" fmla="*/ 351390 w 607639"/>
              <a:gd name="connsiteY64" fmla="*/ 154766 h 414642"/>
              <a:gd name="connsiteX65" fmla="*/ 394921 w 607639"/>
              <a:gd name="connsiteY65" fmla="*/ 198213 h 414642"/>
              <a:gd name="connsiteX66" fmla="*/ 471925 w 607639"/>
              <a:gd name="connsiteY66" fmla="*/ 121359 h 414642"/>
              <a:gd name="connsiteX67" fmla="*/ 425367 w 607639"/>
              <a:gd name="connsiteY67" fmla="*/ 121359 h 414642"/>
              <a:gd name="connsiteX68" fmla="*/ 415218 w 607639"/>
              <a:gd name="connsiteY68" fmla="*/ 111231 h 414642"/>
              <a:gd name="connsiteX69" fmla="*/ 425367 w 607639"/>
              <a:gd name="connsiteY69" fmla="*/ 101191 h 414642"/>
              <a:gd name="connsiteX70" fmla="*/ 101297 w 607639"/>
              <a:gd name="connsiteY70" fmla="*/ 91029 h 414642"/>
              <a:gd name="connsiteX71" fmla="*/ 111423 w 607639"/>
              <a:gd name="connsiteY71" fmla="*/ 101159 h 414642"/>
              <a:gd name="connsiteX72" fmla="*/ 111423 w 607639"/>
              <a:gd name="connsiteY72" fmla="*/ 262887 h 414642"/>
              <a:gd name="connsiteX73" fmla="*/ 101297 w 607639"/>
              <a:gd name="connsiteY73" fmla="*/ 273017 h 414642"/>
              <a:gd name="connsiteX74" fmla="*/ 91171 w 607639"/>
              <a:gd name="connsiteY74" fmla="*/ 262887 h 414642"/>
              <a:gd name="connsiteX75" fmla="*/ 91171 w 607639"/>
              <a:gd name="connsiteY75" fmla="*/ 101159 h 414642"/>
              <a:gd name="connsiteX76" fmla="*/ 101297 w 607639"/>
              <a:gd name="connsiteY76" fmla="*/ 91029 h 414642"/>
              <a:gd name="connsiteX77" fmla="*/ 70848 w 607639"/>
              <a:gd name="connsiteY77" fmla="*/ 20177 h 414642"/>
              <a:gd name="connsiteX78" fmla="*/ 60791 w 607639"/>
              <a:gd name="connsiteY78" fmla="*/ 30309 h 414642"/>
              <a:gd name="connsiteX79" fmla="*/ 60791 w 607639"/>
              <a:gd name="connsiteY79" fmla="*/ 343802 h 414642"/>
              <a:gd name="connsiteX80" fmla="*/ 222780 w 607639"/>
              <a:gd name="connsiteY80" fmla="*/ 343802 h 414642"/>
              <a:gd name="connsiteX81" fmla="*/ 232927 w 607639"/>
              <a:gd name="connsiteY81" fmla="*/ 353935 h 414642"/>
              <a:gd name="connsiteX82" fmla="*/ 232927 w 607639"/>
              <a:gd name="connsiteY82" fmla="*/ 364067 h 414642"/>
              <a:gd name="connsiteX83" fmla="*/ 374712 w 607639"/>
              <a:gd name="connsiteY83" fmla="*/ 364067 h 414642"/>
              <a:gd name="connsiteX84" fmla="*/ 374712 w 607639"/>
              <a:gd name="connsiteY84" fmla="*/ 353935 h 414642"/>
              <a:gd name="connsiteX85" fmla="*/ 384859 w 607639"/>
              <a:gd name="connsiteY85" fmla="*/ 343802 h 414642"/>
              <a:gd name="connsiteX86" fmla="*/ 546848 w 607639"/>
              <a:gd name="connsiteY86" fmla="*/ 343802 h 414642"/>
              <a:gd name="connsiteX87" fmla="*/ 546848 w 607639"/>
              <a:gd name="connsiteY87" fmla="*/ 30309 h 414642"/>
              <a:gd name="connsiteX88" fmla="*/ 536702 w 607639"/>
              <a:gd name="connsiteY88" fmla="*/ 20177 h 414642"/>
              <a:gd name="connsiteX89" fmla="*/ 70848 w 607639"/>
              <a:gd name="connsiteY89" fmla="*/ 0 h 414642"/>
              <a:gd name="connsiteX90" fmla="*/ 536702 w 607639"/>
              <a:gd name="connsiteY90" fmla="*/ 0 h 414642"/>
              <a:gd name="connsiteX91" fmla="*/ 567142 w 607639"/>
              <a:gd name="connsiteY91" fmla="*/ 30309 h 414642"/>
              <a:gd name="connsiteX92" fmla="*/ 567142 w 607639"/>
              <a:gd name="connsiteY92" fmla="*/ 343802 h 414642"/>
              <a:gd name="connsiteX93" fmla="*/ 597492 w 607639"/>
              <a:gd name="connsiteY93" fmla="*/ 343802 h 414642"/>
              <a:gd name="connsiteX94" fmla="*/ 607639 w 607639"/>
              <a:gd name="connsiteY94" fmla="*/ 353935 h 414642"/>
              <a:gd name="connsiteX95" fmla="*/ 607639 w 607639"/>
              <a:gd name="connsiteY95" fmla="*/ 384244 h 414642"/>
              <a:gd name="connsiteX96" fmla="*/ 577199 w 607639"/>
              <a:gd name="connsiteY96" fmla="*/ 414642 h 414642"/>
              <a:gd name="connsiteX97" fmla="*/ 30351 w 607639"/>
              <a:gd name="connsiteY97" fmla="*/ 414642 h 414642"/>
              <a:gd name="connsiteX98" fmla="*/ 0 w 607639"/>
              <a:gd name="connsiteY98" fmla="*/ 384244 h 414642"/>
              <a:gd name="connsiteX99" fmla="*/ 0 w 607639"/>
              <a:gd name="connsiteY99" fmla="*/ 353935 h 414642"/>
              <a:gd name="connsiteX100" fmla="*/ 10147 w 607639"/>
              <a:gd name="connsiteY100" fmla="*/ 343802 h 414642"/>
              <a:gd name="connsiteX101" fmla="*/ 40497 w 607639"/>
              <a:gd name="connsiteY101" fmla="*/ 343802 h 414642"/>
              <a:gd name="connsiteX102" fmla="*/ 40497 w 607639"/>
              <a:gd name="connsiteY102" fmla="*/ 30309 h 414642"/>
              <a:gd name="connsiteX103" fmla="*/ 70848 w 607639"/>
              <a:gd name="connsiteY103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41754" y="232583"/>
                </a:moveTo>
                <a:lnTo>
                  <a:pt x="161961" y="232583"/>
                </a:lnTo>
                <a:cubicBezTo>
                  <a:pt x="168104" y="232583"/>
                  <a:pt x="172110" y="236584"/>
                  <a:pt x="172110" y="242719"/>
                </a:cubicBezTo>
                <a:cubicBezTo>
                  <a:pt x="172110" y="248764"/>
                  <a:pt x="168104" y="252765"/>
                  <a:pt x="161961" y="252765"/>
                </a:cubicBezTo>
                <a:lnTo>
                  <a:pt x="141754" y="252765"/>
                </a:lnTo>
                <a:cubicBezTo>
                  <a:pt x="135700" y="252765"/>
                  <a:pt x="131605" y="248764"/>
                  <a:pt x="131605" y="242719"/>
                </a:cubicBezTo>
                <a:cubicBezTo>
                  <a:pt x="131605" y="236584"/>
                  <a:pt x="135700" y="232583"/>
                  <a:pt x="141754" y="232583"/>
                </a:cubicBezTo>
                <a:close/>
                <a:moveTo>
                  <a:pt x="141758" y="192149"/>
                </a:moveTo>
                <a:lnTo>
                  <a:pt x="182279" y="192149"/>
                </a:lnTo>
                <a:cubicBezTo>
                  <a:pt x="188335" y="192149"/>
                  <a:pt x="192432" y="196150"/>
                  <a:pt x="192432" y="202196"/>
                </a:cubicBezTo>
                <a:cubicBezTo>
                  <a:pt x="192432" y="208330"/>
                  <a:pt x="188335" y="212331"/>
                  <a:pt x="182279" y="212331"/>
                </a:cubicBezTo>
                <a:lnTo>
                  <a:pt x="141758" y="212331"/>
                </a:lnTo>
                <a:cubicBezTo>
                  <a:pt x="135702" y="212331"/>
                  <a:pt x="131605" y="208330"/>
                  <a:pt x="131605" y="202196"/>
                </a:cubicBezTo>
                <a:cubicBezTo>
                  <a:pt x="131605" y="196150"/>
                  <a:pt x="135702" y="192149"/>
                  <a:pt x="141758" y="192149"/>
                </a:cubicBezTo>
                <a:close/>
                <a:moveTo>
                  <a:pt x="141754" y="151716"/>
                </a:moveTo>
                <a:lnTo>
                  <a:pt x="161961" y="151716"/>
                </a:lnTo>
                <a:cubicBezTo>
                  <a:pt x="168104" y="151716"/>
                  <a:pt x="172110" y="155717"/>
                  <a:pt x="172110" y="161763"/>
                </a:cubicBezTo>
                <a:cubicBezTo>
                  <a:pt x="172110" y="167897"/>
                  <a:pt x="168104" y="171898"/>
                  <a:pt x="161961" y="171898"/>
                </a:cubicBezTo>
                <a:lnTo>
                  <a:pt x="141754" y="171898"/>
                </a:lnTo>
                <a:cubicBezTo>
                  <a:pt x="135700" y="171898"/>
                  <a:pt x="131605" y="167897"/>
                  <a:pt x="131605" y="161763"/>
                </a:cubicBezTo>
                <a:cubicBezTo>
                  <a:pt x="131605" y="155717"/>
                  <a:pt x="135700" y="151716"/>
                  <a:pt x="141754" y="151716"/>
                </a:cubicBezTo>
                <a:close/>
                <a:moveTo>
                  <a:pt x="141758" y="111211"/>
                </a:moveTo>
                <a:lnTo>
                  <a:pt x="182279" y="111211"/>
                </a:lnTo>
                <a:cubicBezTo>
                  <a:pt x="188335" y="111211"/>
                  <a:pt x="192432" y="115297"/>
                  <a:pt x="192432" y="121337"/>
                </a:cubicBezTo>
                <a:cubicBezTo>
                  <a:pt x="192432" y="127377"/>
                  <a:pt x="188335" y="131463"/>
                  <a:pt x="182279" y="131463"/>
                </a:cubicBezTo>
                <a:lnTo>
                  <a:pt x="141758" y="131463"/>
                </a:lnTo>
                <a:cubicBezTo>
                  <a:pt x="135702" y="131463"/>
                  <a:pt x="131605" y="127377"/>
                  <a:pt x="131605" y="121337"/>
                </a:cubicBezTo>
                <a:cubicBezTo>
                  <a:pt x="131605" y="115297"/>
                  <a:pt x="135702" y="111211"/>
                  <a:pt x="141758" y="111211"/>
                </a:cubicBezTo>
                <a:close/>
                <a:moveTo>
                  <a:pt x="425367" y="101191"/>
                </a:moveTo>
                <a:lnTo>
                  <a:pt x="496228" y="101191"/>
                </a:lnTo>
                <a:cubicBezTo>
                  <a:pt x="502282" y="101191"/>
                  <a:pt x="506377" y="105189"/>
                  <a:pt x="506377" y="111231"/>
                </a:cubicBezTo>
                <a:lnTo>
                  <a:pt x="506377" y="182042"/>
                </a:lnTo>
                <a:cubicBezTo>
                  <a:pt x="506377" y="188084"/>
                  <a:pt x="502282" y="192171"/>
                  <a:pt x="496228" y="192171"/>
                </a:cubicBezTo>
                <a:cubicBezTo>
                  <a:pt x="490175" y="192171"/>
                  <a:pt x="486080" y="188084"/>
                  <a:pt x="486080" y="182042"/>
                </a:cubicBezTo>
                <a:lnTo>
                  <a:pt x="486080" y="135575"/>
                </a:lnTo>
                <a:lnTo>
                  <a:pt x="402043" y="219447"/>
                </a:lnTo>
                <a:cubicBezTo>
                  <a:pt x="399996" y="221491"/>
                  <a:pt x="397948" y="222468"/>
                  <a:pt x="394921" y="222468"/>
                </a:cubicBezTo>
                <a:cubicBezTo>
                  <a:pt x="391895" y="222468"/>
                  <a:pt x="389847" y="221491"/>
                  <a:pt x="387889" y="219447"/>
                </a:cubicBezTo>
                <a:lnTo>
                  <a:pt x="344268" y="176001"/>
                </a:lnTo>
                <a:lnTo>
                  <a:pt x="270380" y="249744"/>
                </a:lnTo>
                <a:cubicBezTo>
                  <a:pt x="268332" y="251788"/>
                  <a:pt x="266285" y="252765"/>
                  <a:pt x="263258" y="252765"/>
                </a:cubicBezTo>
                <a:cubicBezTo>
                  <a:pt x="260231" y="252765"/>
                  <a:pt x="258184" y="251788"/>
                  <a:pt x="256225" y="249744"/>
                </a:cubicBezTo>
                <a:cubicBezTo>
                  <a:pt x="252130" y="245746"/>
                  <a:pt x="252130" y="239616"/>
                  <a:pt x="256225" y="235617"/>
                </a:cubicBezTo>
                <a:lnTo>
                  <a:pt x="337235" y="154766"/>
                </a:lnTo>
                <a:cubicBezTo>
                  <a:pt x="337769" y="154233"/>
                  <a:pt x="338303" y="153789"/>
                  <a:pt x="338837" y="153433"/>
                </a:cubicBezTo>
                <a:cubicBezTo>
                  <a:pt x="339372" y="152989"/>
                  <a:pt x="339995" y="152723"/>
                  <a:pt x="340618" y="152456"/>
                </a:cubicBezTo>
                <a:cubicBezTo>
                  <a:pt x="340885" y="152367"/>
                  <a:pt x="341152" y="152190"/>
                  <a:pt x="341508" y="152101"/>
                </a:cubicBezTo>
                <a:cubicBezTo>
                  <a:pt x="342131" y="151923"/>
                  <a:pt x="342754" y="151834"/>
                  <a:pt x="343378" y="151745"/>
                </a:cubicBezTo>
                <a:cubicBezTo>
                  <a:pt x="343645" y="151745"/>
                  <a:pt x="344001" y="151745"/>
                  <a:pt x="344268" y="151745"/>
                </a:cubicBezTo>
                <a:cubicBezTo>
                  <a:pt x="344980" y="151745"/>
                  <a:pt x="345603" y="151745"/>
                  <a:pt x="346226" y="151923"/>
                </a:cubicBezTo>
                <a:cubicBezTo>
                  <a:pt x="348096" y="152278"/>
                  <a:pt x="349876" y="153256"/>
                  <a:pt x="351390" y="154766"/>
                </a:cubicBezTo>
                <a:lnTo>
                  <a:pt x="394921" y="198213"/>
                </a:lnTo>
                <a:lnTo>
                  <a:pt x="471925" y="121359"/>
                </a:lnTo>
                <a:lnTo>
                  <a:pt x="425367" y="121359"/>
                </a:lnTo>
                <a:cubicBezTo>
                  <a:pt x="419224" y="121359"/>
                  <a:pt x="415218" y="117361"/>
                  <a:pt x="415218" y="111231"/>
                </a:cubicBezTo>
                <a:cubicBezTo>
                  <a:pt x="415218" y="105189"/>
                  <a:pt x="419224" y="101191"/>
                  <a:pt x="425367" y="101191"/>
                </a:cubicBezTo>
                <a:close/>
                <a:moveTo>
                  <a:pt x="101297" y="91029"/>
                </a:moveTo>
                <a:cubicBezTo>
                  <a:pt x="107337" y="91029"/>
                  <a:pt x="111423" y="95028"/>
                  <a:pt x="111423" y="101159"/>
                </a:cubicBezTo>
                <a:lnTo>
                  <a:pt x="111423" y="262887"/>
                </a:lnTo>
                <a:cubicBezTo>
                  <a:pt x="111423" y="268929"/>
                  <a:pt x="107337" y="273017"/>
                  <a:pt x="101297" y="273017"/>
                </a:cubicBezTo>
                <a:cubicBezTo>
                  <a:pt x="95257" y="273017"/>
                  <a:pt x="91171" y="268929"/>
                  <a:pt x="91171" y="262887"/>
                </a:cubicBezTo>
                <a:lnTo>
                  <a:pt x="91171" y="101159"/>
                </a:lnTo>
                <a:cubicBezTo>
                  <a:pt x="91171" y="95028"/>
                  <a:pt x="95257" y="91029"/>
                  <a:pt x="101297" y="91029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0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0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0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0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/>
          </a:p>
        </p:txBody>
      </p:sp>
      <p:sp>
        <p:nvSpPr>
          <p:cNvPr id="65" name="îşļîḋê">
            <a:extLst>
              <a:ext uri="{FF2B5EF4-FFF2-40B4-BE49-F238E27FC236}">
                <a16:creationId xmlns:a16="http://schemas.microsoft.com/office/drawing/2014/main" xmlns="" id="{55DB5E13-FE5A-40F6-A410-1C2A80BFAA92}"/>
              </a:ext>
            </a:extLst>
          </p:cNvPr>
          <p:cNvSpPr txBox="1"/>
          <p:nvPr/>
        </p:nvSpPr>
        <p:spPr>
          <a:xfrm>
            <a:off x="4681136" y="3598015"/>
            <a:ext cx="829833" cy="169068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REPORT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6" name="iṣ1ídê">
            <a:extLst>
              <a:ext uri="{FF2B5EF4-FFF2-40B4-BE49-F238E27FC236}">
                <a16:creationId xmlns:a16="http://schemas.microsoft.com/office/drawing/2014/main" xmlns="" id="{8151212F-1C58-4EE8-96D6-5E1A8A650C4F}"/>
              </a:ext>
            </a:extLst>
          </p:cNvPr>
          <p:cNvSpPr txBox="1"/>
          <p:nvPr/>
        </p:nvSpPr>
        <p:spPr>
          <a:xfrm>
            <a:off x="4682583" y="3462230"/>
            <a:ext cx="592108" cy="101314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ANNUAL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7" name="îŝḻiḑe">
            <a:extLst>
              <a:ext uri="{FF2B5EF4-FFF2-40B4-BE49-F238E27FC236}">
                <a16:creationId xmlns:a16="http://schemas.microsoft.com/office/drawing/2014/main" xmlns="" id="{2F635A80-511E-46A2-B044-B527A1A1908D}"/>
              </a:ext>
            </a:extLst>
          </p:cNvPr>
          <p:cNvSpPr txBox="1"/>
          <p:nvPr/>
        </p:nvSpPr>
        <p:spPr>
          <a:xfrm>
            <a:off x="4993974" y="3274216"/>
            <a:ext cx="369849" cy="151822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</a:rPr>
              <a:t>2021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8" name="ïṥḻîḋê">
            <a:extLst>
              <a:ext uri="{FF2B5EF4-FFF2-40B4-BE49-F238E27FC236}">
                <a16:creationId xmlns:a16="http://schemas.microsoft.com/office/drawing/2014/main" xmlns="" id="{FF884984-BC82-45EC-82FD-753F1EC72D66}"/>
              </a:ext>
            </a:extLst>
          </p:cNvPr>
          <p:cNvSpPr/>
          <p:nvPr/>
        </p:nvSpPr>
        <p:spPr>
          <a:xfrm>
            <a:off x="4681136" y="3274215"/>
            <a:ext cx="274512" cy="14161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69" name="iṣļídé">
            <a:extLst>
              <a:ext uri="{FF2B5EF4-FFF2-40B4-BE49-F238E27FC236}">
                <a16:creationId xmlns:a16="http://schemas.microsoft.com/office/drawing/2014/main" xmlns="" id="{72E1DF1D-BC2E-459C-8DA2-1A0ED829537E}"/>
              </a:ext>
            </a:extLst>
          </p:cNvPr>
          <p:cNvSpPr/>
          <p:nvPr/>
        </p:nvSpPr>
        <p:spPr>
          <a:xfrm>
            <a:off x="4681135" y="3274215"/>
            <a:ext cx="82354" cy="141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0" name="is1ïḋé">
            <a:extLst>
              <a:ext uri="{FF2B5EF4-FFF2-40B4-BE49-F238E27FC236}">
                <a16:creationId xmlns:a16="http://schemas.microsoft.com/office/drawing/2014/main" xmlns="" id="{024FB468-F0BE-4FBC-A055-B671858A53BE}"/>
              </a:ext>
            </a:extLst>
          </p:cNvPr>
          <p:cNvSpPr/>
          <p:nvPr/>
        </p:nvSpPr>
        <p:spPr>
          <a:xfrm>
            <a:off x="5313019" y="3364567"/>
            <a:ext cx="197950" cy="197651"/>
          </a:xfrm>
          <a:custGeom>
            <a:avLst/>
            <a:gdLst>
              <a:gd name="connsiteX0" fmla="*/ 259984 w 607639"/>
              <a:gd name="connsiteY0" fmla="*/ 430308 h 606722"/>
              <a:gd name="connsiteX1" fmla="*/ 287837 w 607639"/>
              <a:gd name="connsiteY1" fmla="*/ 458126 h 606722"/>
              <a:gd name="connsiteX2" fmla="*/ 139047 w 607639"/>
              <a:gd name="connsiteY2" fmla="*/ 606722 h 606722"/>
              <a:gd name="connsiteX3" fmla="*/ 111282 w 607639"/>
              <a:gd name="connsiteY3" fmla="*/ 578905 h 606722"/>
              <a:gd name="connsiteX4" fmla="*/ 204460 w 607639"/>
              <a:gd name="connsiteY4" fmla="*/ 374844 h 606722"/>
              <a:gd name="connsiteX5" fmla="*/ 232231 w 607639"/>
              <a:gd name="connsiteY5" fmla="*/ 402573 h 606722"/>
              <a:gd name="connsiteX6" fmla="*/ 27771 w 607639"/>
              <a:gd name="connsiteY6" fmla="*/ 606722 h 606722"/>
              <a:gd name="connsiteX7" fmla="*/ 0 w 607639"/>
              <a:gd name="connsiteY7" fmla="*/ 578904 h 606722"/>
              <a:gd name="connsiteX8" fmla="*/ 148791 w 607639"/>
              <a:gd name="connsiteY8" fmla="*/ 319309 h 606722"/>
              <a:gd name="connsiteX9" fmla="*/ 176555 w 607639"/>
              <a:gd name="connsiteY9" fmla="*/ 347040 h 606722"/>
              <a:gd name="connsiteX10" fmla="*/ 27853 w 607639"/>
              <a:gd name="connsiteY10" fmla="*/ 495652 h 606722"/>
              <a:gd name="connsiteX11" fmla="*/ 0 w 607639"/>
              <a:gd name="connsiteY11" fmla="*/ 467921 h 606722"/>
              <a:gd name="connsiteX12" fmla="*/ 482456 w 607639"/>
              <a:gd name="connsiteY12" fmla="*/ 291506 h 606722"/>
              <a:gd name="connsiteX13" fmla="*/ 441354 w 607639"/>
              <a:gd name="connsiteY13" fmla="*/ 444829 h 606722"/>
              <a:gd name="connsiteX14" fmla="*/ 385749 w 607639"/>
              <a:gd name="connsiteY14" fmla="*/ 500380 h 606722"/>
              <a:gd name="connsiteX15" fmla="*/ 329611 w 607639"/>
              <a:gd name="connsiteY15" fmla="*/ 444295 h 606722"/>
              <a:gd name="connsiteX16" fmla="*/ 218312 w 607639"/>
              <a:gd name="connsiteY16" fmla="*/ 277605 h 606722"/>
              <a:gd name="connsiteX17" fmla="*/ 329470 w 607639"/>
              <a:gd name="connsiteY17" fmla="*/ 388739 h 606722"/>
              <a:gd name="connsiteX18" fmla="*/ 301703 w 607639"/>
              <a:gd name="connsiteY18" fmla="*/ 416478 h 606722"/>
              <a:gd name="connsiteX19" fmla="*/ 190456 w 607639"/>
              <a:gd name="connsiteY19" fmla="*/ 305433 h 606722"/>
              <a:gd name="connsiteX20" fmla="*/ 315639 w 607639"/>
              <a:gd name="connsiteY20" fmla="*/ 124971 h 606722"/>
              <a:gd name="connsiteX21" fmla="*/ 162720 w 607639"/>
              <a:gd name="connsiteY21" fmla="*/ 277604 h 606722"/>
              <a:gd name="connsiteX22" fmla="*/ 106554 w 607639"/>
              <a:gd name="connsiteY22" fmla="*/ 221544 h 606722"/>
              <a:gd name="connsiteX23" fmla="*/ 162097 w 607639"/>
              <a:gd name="connsiteY23" fmla="*/ 166016 h 606722"/>
              <a:gd name="connsiteX24" fmla="*/ 459243 w 607639"/>
              <a:gd name="connsiteY24" fmla="*/ 120359 h 606722"/>
              <a:gd name="connsiteX25" fmla="*/ 431471 w 607639"/>
              <a:gd name="connsiteY25" fmla="*/ 148088 h 606722"/>
              <a:gd name="connsiteX26" fmla="*/ 459243 w 607639"/>
              <a:gd name="connsiteY26" fmla="*/ 175905 h 606722"/>
              <a:gd name="connsiteX27" fmla="*/ 487103 w 607639"/>
              <a:gd name="connsiteY27" fmla="*/ 148088 h 606722"/>
              <a:gd name="connsiteX28" fmla="*/ 445357 w 607639"/>
              <a:gd name="connsiteY28" fmla="*/ 50948 h 606722"/>
              <a:gd name="connsiteX29" fmla="*/ 556620 w 607639"/>
              <a:gd name="connsiteY29" fmla="*/ 161952 h 606722"/>
              <a:gd name="connsiteX30" fmla="*/ 357326 w 607639"/>
              <a:gd name="connsiteY30" fmla="*/ 360942 h 606722"/>
              <a:gd name="connsiteX31" fmla="*/ 246062 w 607639"/>
              <a:gd name="connsiteY31" fmla="*/ 249938 h 606722"/>
              <a:gd name="connsiteX32" fmla="*/ 607639 w 607639"/>
              <a:gd name="connsiteY32" fmla="*/ 0 h 606722"/>
              <a:gd name="connsiteX33" fmla="*/ 576136 w 607639"/>
              <a:gd name="connsiteY33" fmla="*/ 125818 h 606722"/>
              <a:gd name="connsiteX34" fmla="*/ 481539 w 607639"/>
              <a:gd name="connsiteY34" fmla="*/ 31454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7639" h="606722">
                <a:moveTo>
                  <a:pt x="259984" y="430308"/>
                </a:moveTo>
                <a:lnTo>
                  <a:pt x="287837" y="458126"/>
                </a:lnTo>
                <a:lnTo>
                  <a:pt x="139047" y="606722"/>
                </a:lnTo>
                <a:lnTo>
                  <a:pt x="111282" y="578905"/>
                </a:lnTo>
                <a:close/>
                <a:moveTo>
                  <a:pt x="204460" y="374844"/>
                </a:moveTo>
                <a:lnTo>
                  <a:pt x="232231" y="402573"/>
                </a:lnTo>
                <a:lnTo>
                  <a:pt x="27771" y="606722"/>
                </a:lnTo>
                <a:lnTo>
                  <a:pt x="0" y="578904"/>
                </a:lnTo>
                <a:close/>
                <a:moveTo>
                  <a:pt x="148791" y="319309"/>
                </a:moveTo>
                <a:lnTo>
                  <a:pt x="176555" y="347040"/>
                </a:lnTo>
                <a:lnTo>
                  <a:pt x="27853" y="495652"/>
                </a:lnTo>
                <a:lnTo>
                  <a:pt x="0" y="467921"/>
                </a:lnTo>
                <a:close/>
                <a:moveTo>
                  <a:pt x="482456" y="291506"/>
                </a:moveTo>
                <a:lnTo>
                  <a:pt x="441354" y="444829"/>
                </a:lnTo>
                <a:lnTo>
                  <a:pt x="385749" y="500380"/>
                </a:lnTo>
                <a:lnTo>
                  <a:pt x="329611" y="444295"/>
                </a:lnTo>
                <a:close/>
                <a:moveTo>
                  <a:pt x="218312" y="277605"/>
                </a:moveTo>
                <a:lnTo>
                  <a:pt x="329470" y="388739"/>
                </a:lnTo>
                <a:lnTo>
                  <a:pt x="301703" y="416478"/>
                </a:lnTo>
                <a:lnTo>
                  <a:pt x="190456" y="305433"/>
                </a:lnTo>
                <a:close/>
                <a:moveTo>
                  <a:pt x="315639" y="124971"/>
                </a:moveTo>
                <a:lnTo>
                  <a:pt x="162720" y="277604"/>
                </a:lnTo>
                <a:lnTo>
                  <a:pt x="106554" y="221544"/>
                </a:lnTo>
                <a:lnTo>
                  <a:pt x="162097" y="166016"/>
                </a:lnTo>
                <a:close/>
                <a:moveTo>
                  <a:pt x="459243" y="120359"/>
                </a:moveTo>
                <a:lnTo>
                  <a:pt x="431471" y="148088"/>
                </a:lnTo>
                <a:lnTo>
                  <a:pt x="459243" y="175905"/>
                </a:lnTo>
                <a:lnTo>
                  <a:pt x="487103" y="148088"/>
                </a:lnTo>
                <a:close/>
                <a:moveTo>
                  <a:pt x="445357" y="50948"/>
                </a:moveTo>
                <a:lnTo>
                  <a:pt x="556620" y="161952"/>
                </a:lnTo>
                <a:lnTo>
                  <a:pt x="357326" y="360942"/>
                </a:lnTo>
                <a:lnTo>
                  <a:pt x="246062" y="249938"/>
                </a:lnTo>
                <a:close/>
                <a:moveTo>
                  <a:pt x="607639" y="0"/>
                </a:moveTo>
                <a:lnTo>
                  <a:pt x="576136" y="125818"/>
                </a:lnTo>
                <a:lnTo>
                  <a:pt x="481539" y="31454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1" name="文本框 1"/>
          <p:cNvSpPr txBox="1"/>
          <p:nvPr/>
        </p:nvSpPr>
        <p:spPr>
          <a:xfrm>
            <a:off x="588728" y="1115870"/>
            <a:ext cx="5321711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336591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283753" y="3063924"/>
            <a:ext cx="5419185" cy="48320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accent6"/>
                </a:solidFill>
              </a:rPr>
              <a:t>研究思路与研究方法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04F69230-F3A6-4586-9371-A858F4763E9F}"/>
              </a:ext>
            </a:extLst>
          </p:cNvPr>
          <p:cNvSpPr txBox="1"/>
          <p:nvPr/>
        </p:nvSpPr>
        <p:spPr>
          <a:xfrm>
            <a:off x="5398702" y="2008989"/>
            <a:ext cx="89176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Freeform 222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close/>
                <a:moveTo>
                  <a:pt x="373" y="0"/>
                </a:move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Freeform 223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moveTo>
                  <a:pt x="373" y="0"/>
                </a:moveTo>
                <a:lnTo>
                  <a:pt x="3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Freeform 224"/>
          <p:cNvSpPr>
            <a:spLocks noEditPoints="1"/>
          </p:cNvSpPr>
          <p:nvPr/>
        </p:nvSpPr>
        <p:spPr bwMode="auto">
          <a:xfrm>
            <a:off x="2978151" y="1720850"/>
            <a:ext cx="169863" cy="201613"/>
          </a:xfrm>
          <a:custGeom>
            <a:avLst/>
            <a:gdLst>
              <a:gd name="T0" fmla="*/ 102 w 107"/>
              <a:gd name="T1" fmla="*/ 72 h 127"/>
              <a:gd name="T2" fmla="*/ 65 w 107"/>
              <a:gd name="T3" fmla="*/ 49 h 127"/>
              <a:gd name="T4" fmla="*/ 50 w 107"/>
              <a:gd name="T5" fmla="*/ 46 h 127"/>
              <a:gd name="T6" fmla="*/ 40 w 107"/>
              <a:gd name="T7" fmla="*/ 40 h 127"/>
              <a:gd name="T8" fmla="*/ 45 w 107"/>
              <a:gd name="T9" fmla="*/ 31 h 127"/>
              <a:gd name="T10" fmla="*/ 48 w 107"/>
              <a:gd name="T11" fmla="*/ 30 h 127"/>
              <a:gd name="T12" fmla="*/ 64 w 107"/>
              <a:gd name="T13" fmla="*/ 38 h 127"/>
              <a:gd name="T14" fmla="*/ 64 w 107"/>
              <a:gd name="T15" fmla="*/ 40 h 127"/>
              <a:gd name="T16" fmla="*/ 67 w 107"/>
              <a:gd name="T17" fmla="*/ 41 h 127"/>
              <a:gd name="T18" fmla="*/ 85 w 107"/>
              <a:gd name="T19" fmla="*/ 34 h 127"/>
              <a:gd name="T20" fmla="*/ 82 w 107"/>
              <a:gd name="T21" fmla="*/ 4 h 127"/>
              <a:gd name="T22" fmla="*/ 79 w 107"/>
              <a:gd name="T23" fmla="*/ 1 h 127"/>
              <a:gd name="T24" fmla="*/ 46 w 107"/>
              <a:gd name="T25" fmla="*/ 6 h 127"/>
              <a:gd name="T26" fmla="*/ 39 w 107"/>
              <a:gd name="T27" fmla="*/ 8 h 127"/>
              <a:gd name="T28" fmla="*/ 6 w 107"/>
              <a:gd name="T29" fmla="*/ 55 h 127"/>
              <a:gd name="T30" fmla="*/ 39 w 107"/>
              <a:gd name="T31" fmla="*/ 79 h 127"/>
              <a:gd name="T32" fmla="*/ 60 w 107"/>
              <a:gd name="T33" fmla="*/ 82 h 127"/>
              <a:gd name="T34" fmla="*/ 67 w 107"/>
              <a:gd name="T35" fmla="*/ 88 h 127"/>
              <a:gd name="T36" fmla="*/ 64 w 107"/>
              <a:gd name="T37" fmla="*/ 95 h 127"/>
              <a:gd name="T38" fmla="*/ 58 w 107"/>
              <a:gd name="T39" fmla="*/ 98 h 127"/>
              <a:gd name="T40" fmla="*/ 39 w 107"/>
              <a:gd name="T41" fmla="*/ 85 h 127"/>
              <a:gd name="T42" fmla="*/ 19 w 107"/>
              <a:gd name="T43" fmla="*/ 93 h 127"/>
              <a:gd name="T44" fmla="*/ 23 w 107"/>
              <a:gd name="T45" fmla="*/ 121 h 127"/>
              <a:gd name="T46" fmla="*/ 26 w 107"/>
              <a:gd name="T47" fmla="*/ 123 h 127"/>
              <a:gd name="T48" fmla="*/ 60 w 107"/>
              <a:gd name="T49" fmla="*/ 121 h 127"/>
              <a:gd name="T50" fmla="*/ 70 w 107"/>
              <a:gd name="T51" fmla="*/ 118 h 127"/>
              <a:gd name="T52" fmla="*/ 102 w 107"/>
              <a:gd name="T53" fmla="*/ 72 h 127"/>
              <a:gd name="T54" fmla="*/ 102 w 107"/>
              <a:gd name="T55" fmla="*/ 72 h 127"/>
              <a:gd name="T56" fmla="*/ 102 w 107"/>
              <a:gd name="T57" fmla="*/ 7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7" h="127">
                <a:moveTo>
                  <a:pt x="102" y="72"/>
                </a:moveTo>
                <a:cubicBezTo>
                  <a:pt x="97" y="53"/>
                  <a:pt x="80" y="50"/>
                  <a:pt x="65" y="49"/>
                </a:cubicBezTo>
                <a:cubicBezTo>
                  <a:pt x="59" y="48"/>
                  <a:pt x="54" y="47"/>
                  <a:pt x="50" y="46"/>
                </a:cubicBezTo>
                <a:cubicBezTo>
                  <a:pt x="45" y="45"/>
                  <a:pt x="41" y="43"/>
                  <a:pt x="40" y="40"/>
                </a:cubicBezTo>
                <a:cubicBezTo>
                  <a:pt x="39" y="36"/>
                  <a:pt x="41" y="33"/>
                  <a:pt x="45" y="31"/>
                </a:cubicBezTo>
                <a:cubicBezTo>
                  <a:pt x="46" y="30"/>
                  <a:pt x="47" y="30"/>
                  <a:pt x="48" y="30"/>
                </a:cubicBezTo>
                <a:cubicBezTo>
                  <a:pt x="56" y="28"/>
                  <a:pt x="61" y="30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67" y="41"/>
                  <a:pt x="67" y="41"/>
                  <a:pt x="67" y="41"/>
                </a:cubicBezTo>
                <a:cubicBezTo>
                  <a:pt x="85" y="34"/>
                  <a:pt x="85" y="34"/>
                  <a:pt x="85" y="34"/>
                </a:cubicBezTo>
                <a:cubicBezTo>
                  <a:pt x="82" y="19"/>
                  <a:pt x="82" y="4"/>
                  <a:pt x="82" y="4"/>
                </a:cubicBezTo>
                <a:cubicBezTo>
                  <a:pt x="79" y="1"/>
                  <a:pt x="79" y="1"/>
                  <a:pt x="79" y="1"/>
                </a:cubicBezTo>
                <a:cubicBezTo>
                  <a:pt x="79" y="1"/>
                  <a:pt x="64" y="0"/>
                  <a:pt x="46" y="6"/>
                </a:cubicBezTo>
                <a:cubicBezTo>
                  <a:pt x="44" y="6"/>
                  <a:pt x="41" y="7"/>
                  <a:pt x="39" y="8"/>
                </a:cubicBezTo>
                <a:cubicBezTo>
                  <a:pt x="13" y="18"/>
                  <a:pt x="0" y="36"/>
                  <a:pt x="6" y="55"/>
                </a:cubicBezTo>
                <a:cubicBezTo>
                  <a:pt x="10" y="72"/>
                  <a:pt x="25" y="77"/>
                  <a:pt x="39" y="79"/>
                </a:cubicBezTo>
                <a:cubicBezTo>
                  <a:pt x="47" y="80"/>
                  <a:pt x="55" y="81"/>
                  <a:pt x="60" y="82"/>
                </a:cubicBezTo>
                <a:cubicBezTo>
                  <a:pt x="64" y="83"/>
                  <a:pt x="67" y="85"/>
                  <a:pt x="67" y="88"/>
                </a:cubicBezTo>
                <a:cubicBezTo>
                  <a:pt x="68" y="91"/>
                  <a:pt x="67" y="93"/>
                  <a:pt x="64" y="95"/>
                </a:cubicBezTo>
                <a:cubicBezTo>
                  <a:pt x="62" y="96"/>
                  <a:pt x="61" y="97"/>
                  <a:pt x="58" y="98"/>
                </a:cubicBezTo>
                <a:cubicBezTo>
                  <a:pt x="49" y="101"/>
                  <a:pt x="43" y="97"/>
                  <a:pt x="39" y="85"/>
                </a:cubicBezTo>
                <a:cubicBezTo>
                  <a:pt x="19" y="93"/>
                  <a:pt x="19" y="93"/>
                  <a:pt x="19" y="93"/>
                </a:cubicBezTo>
                <a:cubicBezTo>
                  <a:pt x="22" y="104"/>
                  <a:pt x="23" y="121"/>
                  <a:pt x="23" y="121"/>
                </a:cubicBezTo>
                <a:cubicBezTo>
                  <a:pt x="26" y="123"/>
                  <a:pt x="26" y="123"/>
                  <a:pt x="26" y="123"/>
                </a:cubicBezTo>
                <a:cubicBezTo>
                  <a:pt x="26" y="123"/>
                  <a:pt x="41" y="127"/>
                  <a:pt x="60" y="121"/>
                </a:cubicBezTo>
                <a:cubicBezTo>
                  <a:pt x="64" y="120"/>
                  <a:pt x="67" y="119"/>
                  <a:pt x="70" y="118"/>
                </a:cubicBezTo>
                <a:cubicBezTo>
                  <a:pt x="95" y="107"/>
                  <a:pt x="107" y="91"/>
                  <a:pt x="102" y="72"/>
                </a:cubicBezTo>
                <a:close/>
                <a:moveTo>
                  <a:pt x="102" y="72"/>
                </a:moveTo>
                <a:cubicBezTo>
                  <a:pt x="102" y="72"/>
                  <a:pt x="102" y="72"/>
                  <a:pt x="102" y="7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Freeform 225"/>
          <p:cNvSpPr>
            <a:spLocks noEditPoints="1"/>
          </p:cNvSpPr>
          <p:nvPr/>
        </p:nvSpPr>
        <p:spPr bwMode="auto">
          <a:xfrm>
            <a:off x="3032126" y="1925638"/>
            <a:ext cx="177800" cy="201613"/>
          </a:xfrm>
          <a:custGeom>
            <a:avLst/>
            <a:gdLst>
              <a:gd name="T0" fmla="*/ 104 w 112"/>
              <a:gd name="T1" fmla="*/ 62 h 127"/>
              <a:gd name="T2" fmla="*/ 79 w 112"/>
              <a:gd name="T3" fmla="*/ 71 h 127"/>
              <a:gd name="T4" fmla="*/ 72 w 112"/>
              <a:gd name="T5" fmla="*/ 94 h 127"/>
              <a:gd name="T6" fmla="*/ 66 w 112"/>
              <a:gd name="T7" fmla="*/ 94 h 127"/>
              <a:gd name="T8" fmla="*/ 46 w 112"/>
              <a:gd name="T9" fmla="*/ 62 h 127"/>
              <a:gd name="T10" fmla="*/ 48 w 112"/>
              <a:gd name="T11" fmla="*/ 31 h 127"/>
              <a:gd name="T12" fmla="*/ 53 w 112"/>
              <a:gd name="T13" fmla="*/ 30 h 127"/>
              <a:gd name="T14" fmla="*/ 67 w 112"/>
              <a:gd name="T15" fmla="*/ 39 h 127"/>
              <a:gd name="T16" fmla="*/ 70 w 112"/>
              <a:gd name="T17" fmla="*/ 48 h 127"/>
              <a:gd name="T18" fmla="*/ 94 w 112"/>
              <a:gd name="T19" fmla="*/ 39 h 127"/>
              <a:gd name="T20" fmla="*/ 89 w 112"/>
              <a:gd name="T21" fmla="*/ 3 h 127"/>
              <a:gd name="T22" fmla="*/ 87 w 112"/>
              <a:gd name="T23" fmla="*/ 0 h 127"/>
              <a:gd name="T24" fmla="*/ 51 w 112"/>
              <a:gd name="T25" fmla="*/ 6 h 127"/>
              <a:gd name="T26" fmla="*/ 42 w 112"/>
              <a:gd name="T27" fmla="*/ 9 h 127"/>
              <a:gd name="T28" fmla="*/ 10 w 112"/>
              <a:gd name="T29" fmla="*/ 79 h 127"/>
              <a:gd name="T30" fmla="*/ 73 w 112"/>
              <a:gd name="T31" fmla="*/ 118 h 127"/>
              <a:gd name="T32" fmla="*/ 73 w 112"/>
              <a:gd name="T33" fmla="*/ 118 h 127"/>
              <a:gd name="T34" fmla="*/ 110 w 112"/>
              <a:gd name="T35" fmla="*/ 101 h 127"/>
              <a:gd name="T36" fmla="*/ 112 w 112"/>
              <a:gd name="T37" fmla="*/ 98 h 127"/>
              <a:gd name="T38" fmla="*/ 104 w 112"/>
              <a:gd name="T39" fmla="*/ 62 h 127"/>
              <a:gd name="T40" fmla="*/ 104 w 112"/>
              <a:gd name="T41" fmla="*/ 62 h 127"/>
              <a:gd name="T42" fmla="*/ 104 w 112"/>
              <a:gd name="T43" fmla="*/ 6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2" h="127">
                <a:moveTo>
                  <a:pt x="104" y="62"/>
                </a:moveTo>
                <a:cubicBezTo>
                  <a:pt x="79" y="71"/>
                  <a:pt x="79" y="71"/>
                  <a:pt x="79" y="71"/>
                </a:cubicBezTo>
                <a:cubicBezTo>
                  <a:pt x="82" y="85"/>
                  <a:pt x="80" y="91"/>
                  <a:pt x="72" y="94"/>
                </a:cubicBezTo>
                <a:cubicBezTo>
                  <a:pt x="70" y="94"/>
                  <a:pt x="68" y="94"/>
                  <a:pt x="66" y="94"/>
                </a:cubicBezTo>
                <a:cubicBezTo>
                  <a:pt x="58" y="93"/>
                  <a:pt x="52" y="82"/>
                  <a:pt x="46" y="62"/>
                </a:cubicBezTo>
                <a:cubicBezTo>
                  <a:pt x="40" y="44"/>
                  <a:pt x="41" y="36"/>
                  <a:pt x="48" y="31"/>
                </a:cubicBezTo>
                <a:cubicBezTo>
                  <a:pt x="50" y="31"/>
                  <a:pt x="51" y="30"/>
                  <a:pt x="53" y="30"/>
                </a:cubicBezTo>
                <a:cubicBezTo>
                  <a:pt x="61" y="27"/>
                  <a:pt x="65" y="30"/>
                  <a:pt x="67" y="39"/>
                </a:cubicBezTo>
                <a:cubicBezTo>
                  <a:pt x="69" y="44"/>
                  <a:pt x="70" y="48"/>
                  <a:pt x="70" y="48"/>
                </a:cubicBezTo>
                <a:cubicBezTo>
                  <a:pt x="94" y="39"/>
                  <a:pt x="94" y="39"/>
                  <a:pt x="94" y="39"/>
                </a:cubicBezTo>
                <a:cubicBezTo>
                  <a:pt x="90" y="19"/>
                  <a:pt x="89" y="3"/>
                  <a:pt x="89" y="3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0"/>
                  <a:pt x="65" y="1"/>
                  <a:pt x="51" y="6"/>
                </a:cubicBezTo>
                <a:cubicBezTo>
                  <a:pt x="48" y="7"/>
                  <a:pt x="45" y="8"/>
                  <a:pt x="42" y="9"/>
                </a:cubicBezTo>
                <a:cubicBezTo>
                  <a:pt x="12" y="21"/>
                  <a:pt x="0" y="46"/>
                  <a:pt x="10" y="79"/>
                </a:cubicBezTo>
                <a:cubicBezTo>
                  <a:pt x="19" y="112"/>
                  <a:pt x="43" y="127"/>
                  <a:pt x="73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94" y="112"/>
                  <a:pt x="110" y="101"/>
                  <a:pt x="110" y="101"/>
                </a:cubicBezTo>
                <a:cubicBezTo>
                  <a:pt x="112" y="98"/>
                  <a:pt x="112" y="98"/>
                  <a:pt x="112" y="98"/>
                </a:cubicBezTo>
                <a:cubicBezTo>
                  <a:pt x="107" y="82"/>
                  <a:pt x="104" y="62"/>
                  <a:pt x="104" y="62"/>
                </a:cubicBezTo>
                <a:close/>
                <a:moveTo>
                  <a:pt x="104" y="62"/>
                </a:moveTo>
                <a:cubicBezTo>
                  <a:pt x="104" y="62"/>
                  <a:pt x="104" y="62"/>
                  <a:pt x="104" y="6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Freeform 226"/>
          <p:cNvSpPr>
            <a:spLocks noEditPoints="1"/>
          </p:cNvSpPr>
          <p:nvPr/>
        </p:nvSpPr>
        <p:spPr bwMode="auto">
          <a:xfrm>
            <a:off x="3067051" y="2120900"/>
            <a:ext cx="228600" cy="223838"/>
          </a:xfrm>
          <a:custGeom>
            <a:avLst/>
            <a:gdLst>
              <a:gd name="T0" fmla="*/ 142 w 144"/>
              <a:gd name="T1" fmla="*/ 93 h 141"/>
              <a:gd name="T2" fmla="*/ 140 w 144"/>
              <a:gd name="T3" fmla="*/ 92 h 141"/>
              <a:gd name="T4" fmla="*/ 135 w 144"/>
              <a:gd name="T5" fmla="*/ 94 h 141"/>
              <a:gd name="T6" fmla="*/ 126 w 144"/>
              <a:gd name="T7" fmla="*/ 84 h 141"/>
              <a:gd name="T8" fmla="*/ 111 w 144"/>
              <a:gd name="T9" fmla="*/ 26 h 141"/>
              <a:gd name="T10" fmla="*/ 118 w 144"/>
              <a:gd name="T11" fmla="*/ 14 h 141"/>
              <a:gd name="T12" fmla="*/ 115 w 144"/>
              <a:gd name="T13" fmla="*/ 0 h 141"/>
              <a:gd name="T14" fmla="*/ 86 w 144"/>
              <a:gd name="T15" fmla="*/ 8 h 141"/>
              <a:gd name="T16" fmla="*/ 60 w 144"/>
              <a:gd name="T17" fmla="*/ 16 h 141"/>
              <a:gd name="T18" fmla="*/ 62 w 144"/>
              <a:gd name="T19" fmla="*/ 29 h 141"/>
              <a:gd name="T20" fmla="*/ 64 w 144"/>
              <a:gd name="T21" fmla="*/ 30 h 141"/>
              <a:gd name="T22" fmla="*/ 69 w 144"/>
              <a:gd name="T23" fmla="*/ 29 h 141"/>
              <a:gd name="T24" fmla="*/ 77 w 144"/>
              <a:gd name="T25" fmla="*/ 35 h 141"/>
              <a:gd name="T26" fmla="*/ 83 w 144"/>
              <a:gd name="T27" fmla="*/ 55 h 141"/>
              <a:gd name="T28" fmla="*/ 69 w 144"/>
              <a:gd name="T29" fmla="*/ 59 h 141"/>
              <a:gd name="T30" fmla="*/ 69 w 144"/>
              <a:gd name="T31" fmla="*/ 59 h 141"/>
              <a:gd name="T32" fmla="*/ 55 w 144"/>
              <a:gd name="T33" fmla="*/ 63 h 141"/>
              <a:gd name="T34" fmla="*/ 50 w 144"/>
              <a:gd name="T35" fmla="*/ 43 h 141"/>
              <a:gd name="T36" fmla="*/ 57 w 144"/>
              <a:gd name="T37" fmla="*/ 32 h 141"/>
              <a:gd name="T38" fmla="*/ 54 w 144"/>
              <a:gd name="T39" fmla="*/ 17 h 141"/>
              <a:gd name="T40" fmla="*/ 21 w 144"/>
              <a:gd name="T41" fmla="*/ 28 h 141"/>
              <a:gd name="T42" fmla="*/ 0 w 144"/>
              <a:gd name="T43" fmla="*/ 34 h 141"/>
              <a:gd name="T44" fmla="*/ 2 w 144"/>
              <a:gd name="T45" fmla="*/ 46 h 141"/>
              <a:gd name="T46" fmla="*/ 4 w 144"/>
              <a:gd name="T47" fmla="*/ 48 h 141"/>
              <a:gd name="T48" fmla="*/ 8 w 144"/>
              <a:gd name="T49" fmla="*/ 46 h 141"/>
              <a:gd name="T50" fmla="*/ 16 w 144"/>
              <a:gd name="T51" fmla="*/ 53 h 141"/>
              <a:gd name="T52" fmla="*/ 33 w 144"/>
              <a:gd name="T53" fmla="*/ 110 h 141"/>
              <a:gd name="T54" fmla="*/ 26 w 144"/>
              <a:gd name="T55" fmla="*/ 126 h 141"/>
              <a:gd name="T56" fmla="*/ 28 w 144"/>
              <a:gd name="T57" fmla="*/ 141 h 141"/>
              <a:gd name="T58" fmla="*/ 55 w 144"/>
              <a:gd name="T59" fmla="*/ 132 h 141"/>
              <a:gd name="T60" fmla="*/ 82 w 144"/>
              <a:gd name="T61" fmla="*/ 125 h 141"/>
              <a:gd name="T62" fmla="*/ 80 w 144"/>
              <a:gd name="T63" fmla="*/ 111 h 141"/>
              <a:gd name="T64" fmla="*/ 78 w 144"/>
              <a:gd name="T65" fmla="*/ 110 h 141"/>
              <a:gd name="T66" fmla="*/ 74 w 144"/>
              <a:gd name="T67" fmla="*/ 112 h 141"/>
              <a:gd name="T68" fmla="*/ 65 w 144"/>
              <a:gd name="T69" fmla="*/ 102 h 141"/>
              <a:gd name="T70" fmla="*/ 60 w 144"/>
              <a:gd name="T71" fmla="*/ 85 h 141"/>
              <a:gd name="T72" fmla="*/ 75 w 144"/>
              <a:gd name="T73" fmla="*/ 80 h 141"/>
              <a:gd name="T74" fmla="*/ 79 w 144"/>
              <a:gd name="T75" fmla="*/ 78 h 141"/>
              <a:gd name="T76" fmla="*/ 88 w 144"/>
              <a:gd name="T77" fmla="*/ 76 h 141"/>
              <a:gd name="T78" fmla="*/ 93 w 144"/>
              <a:gd name="T79" fmla="*/ 92 h 141"/>
              <a:gd name="T80" fmla="*/ 86 w 144"/>
              <a:gd name="T81" fmla="*/ 108 h 141"/>
              <a:gd name="T82" fmla="*/ 89 w 144"/>
              <a:gd name="T83" fmla="*/ 123 h 141"/>
              <a:gd name="T84" fmla="*/ 116 w 144"/>
              <a:gd name="T85" fmla="*/ 115 h 141"/>
              <a:gd name="T86" fmla="*/ 144 w 144"/>
              <a:gd name="T87" fmla="*/ 107 h 141"/>
              <a:gd name="T88" fmla="*/ 142 w 144"/>
              <a:gd name="T89" fmla="*/ 93 h 141"/>
              <a:gd name="T90" fmla="*/ 142 w 144"/>
              <a:gd name="T91" fmla="*/ 93 h 141"/>
              <a:gd name="T92" fmla="*/ 142 w 144"/>
              <a:gd name="T93" fmla="*/ 93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4" h="141">
                <a:moveTo>
                  <a:pt x="142" y="93"/>
                </a:moveTo>
                <a:cubicBezTo>
                  <a:pt x="140" y="92"/>
                  <a:pt x="140" y="92"/>
                  <a:pt x="140" y="92"/>
                </a:cubicBezTo>
                <a:cubicBezTo>
                  <a:pt x="140" y="92"/>
                  <a:pt x="138" y="93"/>
                  <a:pt x="135" y="94"/>
                </a:cubicBezTo>
                <a:cubicBezTo>
                  <a:pt x="131" y="95"/>
                  <a:pt x="128" y="93"/>
                  <a:pt x="126" y="84"/>
                </a:cubicBezTo>
                <a:cubicBezTo>
                  <a:pt x="120" y="63"/>
                  <a:pt x="114" y="40"/>
                  <a:pt x="111" y="26"/>
                </a:cubicBezTo>
                <a:cubicBezTo>
                  <a:pt x="109" y="20"/>
                  <a:pt x="111" y="18"/>
                  <a:pt x="118" y="14"/>
                </a:cubicBezTo>
                <a:cubicBezTo>
                  <a:pt x="115" y="0"/>
                  <a:pt x="115" y="0"/>
                  <a:pt x="115" y="0"/>
                </a:cubicBezTo>
                <a:cubicBezTo>
                  <a:pt x="115" y="0"/>
                  <a:pt x="94" y="7"/>
                  <a:pt x="86" y="8"/>
                </a:cubicBezTo>
                <a:cubicBezTo>
                  <a:pt x="60" y="16"/>
                  <a:pt x="60" y="16"/>
                  <a:pt x="60" y="16"/>
                </a:cubicBezTo>
                <a:cubicBezTo>
                  <a:pt x="62" y="29"/>
                  <a:pt x="62" y="29"/>
                  <a:pt x="62" y="29"/>
                </a:cubicBezTo>
                <a:cubicBezTo>
                  <a:pt x="64" y="30"/>
                  <a:pt x="64" y="30"/>
                  <a:pt x="64" y="30"/>
                </a:cubicBezTo>
                <a:cubicBezTo>
                  <a:pt x="69" y="29"/>
                  <a:pt x="69" y="29"/>
                  <a:pt x="69" y="29"/>
                </a:cubicBezTo>
                <a:cubicBezTo>
                  <a:pt x="73" y="28"/>
                  <a:pt x="75" y="29"/>
                  <a:pt x="77" y="35"/>
                </a:cubicBezTo>
                <a:cubicBezTo>
                  <a:pt x="83" y="55"/>
                  <a:pt x="83" y="55"/>
                  <a:pt x="83" y="55"/>
                </a:cubicBezTo>
                <a:cubicBezTo>
                  <a:pt x="80" y="56"/>
                  <a:pt x="77" y="57"/>
                  <a:pt x="69" y="59"/>
                </a:cubicBezTo>
                <a:cubicBezTo>
                  <a:pt x="69" y="59"/>
                  <a:pt x="69" y="59"/>
                  <a:pt x="69" y="59"/>
                </a:cubicBezTo>
                <a:cubicBezTo>
                  <a:pt x="55" y="63"/>
                  <a:pt x="55" y="63"/>
                  <a:pt x="55" y="63"/>
                </a:cubicBezTo>
                <a:cubicBezTo>
                  <a:pt x="50" y="43"/>
                  <a:pt x="50" y="43"/>
                  <a:pt x="50" y="43"/>
                </a:cubicBezTo>
                <a:cubicBezTo>
                  <a:pt x="49" y="37"/>
                  <a:pt x="50" y="36"/>
                  <a:pt x="57" y="32"/>
                </a:cubicBezTo>
                <a:cubicBezTo>
                  <a:pt x="54" y="17"/>
                  <a:pt x="54" y="17"/>
                  <a:pt x="54" y="17"/>
                </a:cubicBezTo>
                <a:cubicBezTo>
                  <a:pt x="54" y="17"/>
                  <a:pt x="31" y="25"/>
                  <a:pt x="21" y="28"/>
                </a:cubicBezTo>
                <a:cubicBezTo>
                  <a:pt x="0" y="34"/>
                  <a:pt x="0" y="34"/>
                  <a:pt x="0" y="34"/>
                </a:cubicBezTo>
                <a:cubicBezTo>
                  <a:pt x="2" y="46"/>
                  <a:pt x="2" y="46"/>
                  <a:pt x="2" y="46"/>
                </a:cubicBezTo>
                <a:cubicBezTo>
                  <a:pt x="4" y="48"/>
                  <a:pt x="4" y="48"/>
                  <a:pt x="4" y="48"/>
                </a:cubicBezTo>
                <a:cubicBezTo>
                  <a:pt x="4" y="48"/>
                  <a:pt x="7" y="47"/>
                  <a:pt x="8" y="46"/>
                </a:cubicBezTo>
                <a:cubicBezTo>
                  <a:pt x="13" y="45"/>
                  <a:pt x="15" y="46"/>
                  <a:pt x="16" y="53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5" y="119"/>
                  <a:pt x="34" y="122"/>
                  <a:pt x="26" y="126"/>
                </a:cubicBezTo>
                <a:cubicBezTo>
                  <a:pt x="28" y="141"/>
                  <a:pt x="28" y="141"/>
                  <a:pt x="28" y="141"/>
                </a:cubicBezTo>
                <a:cubicBezTo>
                  <a:pt x="28" y="141"/>
                  <a:pt x="45" y="135"/>
                  <a:pt x="55" y="132"/>
                </a:cubicBezTo>
                <a:cubicBezTo>
                  <a:pt x="62" y="130"/>
                  <a:pt x="82" y="125"/>
                  <a:pt x="82" y="125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110"/>
                  <a:pt x="77" y="111"/>
                  <a:pt x="74" y="112"/>
                </a:cubicBezTo>
                <a:cubicBezTo>
                  <a:pt x="69" y="113"/>
                  <a:pt x="68" y="111"/>
                  <a:pt x="65" y="102"/>
                </a:cubicBezTo>
                <a:cubicBezTo>
                  <a:pt x="60" y="85"/>
                  <a:pt x="60" y="85"/>
                  <a:pt x="60" y="85"/>
                </a:cubicBezTo>
                <a:cubicBezTo>
                  <a:pt x="60" y="85"/>
                  <a:pt x="69" y="82"/>
                  <a:pt x="75" y="80"/>
                </a:cubicBezTo>
                <a:cubicBezTo>
                  <a:pt x="77" y="79"/>
                  <a:pt x="78" y="79"/>
                  <a:pt x="79" y="78"/>
                </a:cubicBezTo>
                <a:cubicBezTo>
                  <a:pt x="88" y="76"/>
                  <a:pt x="88" y="76"/>
                  <a:pt x="88" y="76"/>
                </a:cubicBezTo>
                <a:cubicBezTo>
                  <a:pt x="93" y="92"/>
                  <a:pt x="93" y="92"/>
                  <a:pt x="93" y="92"/>
                </a:cubicBezTo>
                <a:cubicBezTo>
                  <a:pt x="95" y="101"/>
                  <a:pt x="94" y="106"/>
                  <a:pt x="86" y="108"/>
                </a:cubicBezTo>
                <a:cubicBezTo>
                  <a:pt x="89" y="123"/>
                  <a:pt x="89" y="123"/>
                  <a:pt x="89" y="123"/>
                </a:cubicBezTo>
                <a:cubicBezTo>
                  <a:pt x="89" y="123"/>
                  <a:pt x="108" y="117"/>
                  <a:pt x="116" y="115"/>
                </a:cubicBezTo>
                <a:cubicBezTo>
                  <a:pt x="129" y="111"/>
                  <a:pt x="144" y="107"/>
                  <a:pt x="144" y="107"/>
                </a:cubicBezTo>
                <a:lnTo>
                  <a:pt x="142" y="93"/>
                </a:lnTo>
                <a:close/>
                <a:moveTo>
                  <a:pt x="142" y="93"/>
                </a:moveTo>
                <a:cubicBezTo>
                  <a:pt x="142" y="93"/>
                  <a:pt x="142" y="93"/>
                  <a:pt x="142" y="9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Freeform 227"/>
          <p:cNvSpPr>
            <a:spLocks noEditPoints="1"/>
          </p:cNvSpPr>
          <p:nvPr/>
        </p:nvSpPr>
        <p:spPr bwMode="auto">
          <a:xfrm>
            <a:off x="3143251" y="2336800"/>
            <a:ext cx="192088" cy="204788"/>
          </a:xfrm>
          <a:custGeom>
            <a:avLst/>
            <a:gdLst>
              <a:gd name="T0" fmla="*/ 111 w 121"/>
              <a:gd name="T1" fmla="*/ 47 h 129"/>
              <a:gd name="T2" fmla="*/ 47 w 121"/>
              <a:gd name="T3" fmla="*/ 9 h 129"/>
              <a:gd name="T4" fmla="*/ 46 w 121"/>
              <a:gd name="T5" fmla="*/ 9 h 129"/>
              <a:gd name="T6" fmla="*/ 10 w 121"/>
              <a:gd name="T7" fmla="*/ 81 h 129"/>
              <a:gd name="T8" fmla="*/ 74 w 121"/>
              <a:gd name="T9" fmla="*/ 120 h 129"/>
              <a:gd name="T10" fmla="*/ 77 w 121"/>
              <a:gd name="T11" fmla="*/ 119 h 129"/>
              <a:gd name="T12" fmla="*/ 111 w 121"/>
              <a:gd name="T13" fmla="*/ 47 h 129"/>
              <a:gd name="T14" fmla="*/ 71 w 121"/>
              <a:gd name="T15" fmla="*/ 98 h 129"/>
              <a:gd name="T16" fmla="*/ 71 w 121"/>
              <a:gd name="T17" fmla="*/ 98 h 129"/>
              <a:gd name="T18" fmla="*/ 45 w 121"/>
              <a:gd name="T19" fmla="*/ 62 h 129"/>
              <a:gd name="T20" fmla="*/ 50 w 121"/>
              <a:gd name="T21" fmla="*/ 32 h 129"/>
              <a:gd name="T22" fmla="*/ 52 w 121"/>
              <a:gd name="T23" fmla="*/ 32 h 129"/>
              <a:gd name="T24" fmla="*/ 76 w 121"/>
              <a:gd name="T25" fmla="*/ 68 h 129"/>
              <a:gd name="T26" fmla="*/ 71 w 121"/>
              <a:gd name="T27" fmla="*/ 98 h 129"/>
              <a:gd name="T28" fmla="*/ 71 w 121"/>
              <a:gd name="T29" fmla="*/ 98 h 129"/>
              <a:gd name="T30" fmla="*/ 71 w 121"/>
              <a:gd name="T31" fmla="*/ 98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29">
                <a:moveTo>
                  <a:pt x="111" y="47"/>
                </a:moveTo>
                <a:cubicBezTo>
                  <a:pt x="101" y="12"/>
                  <a:pt x="79" y="0"/>
                  <a:pt x="47" y="9"/>
                </a:cubicBezTo>
                <a:cubicBezTo>
                  <a:pt x="47" y="9"/>
                  <a:pt x="46" y="9"/>
                  <a:pt x="46" y="9"/>
                </a:cubicBezTo>
                <a:cubicBezTo>
                  <a:pt x="12" y="19"/>
                  <a:pt x="0" y="45"/>
                  <a:pt x="10" y="81"/>
                </a:cubicBezTo>
                <a:cubicBezTo>
                  <a:pt x="20" y="115"/>
                  <a:pt x="42" y="129"/>
                  <a:pt x="74" y="120"/>
                </a:cubicBezTo>
                <a:cubicBezTo>
                  <a:pt x="75" y="120"/>
                  <a:pt x="76" y="119"/>
                  <a:pt x="77" y="119"/>
                </a:cubicBezTo>
                <a:cubicBezTo>
                  <a:pt x="109" y="108"/>
                  <a:pt x="121" y="83"/>
                  <a:pt x="111" y="47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  <a:cubicBezTo>
                  <a:pt x="60" y="101"/>
                  <a:pt x="54" y="92"/>
                  <a:pt x="45" y="62"/>
                </a:cubicBezTo>
                <a:cubicBezTo>
                  <a:pt x="40" y="43"/>
                  <a:pt x="41" y="35"/>
                  <a:pt x="50" y="32"/>
                </a:cubicBezTo>
                <a:cubicBezTo>
                  <a:pt x="51" y="32"/>
                  <a:pt x="52" y="32"/>
                  <a:pt x="52" y="32"/>
                </a:cubicBezTo>
                <a:cubicBezTo>
                  <a:pt x="62" y="30"/>
                  <a:pt x="68" y="40"/>
                  <a:pt x="76" y="68"/>
                </a:cubicBezTo>
                <a:cubicBezTo>
                  <a:pt x="82" y="87"/>
                  <a:pt x="80" y="95"/>
                  <a:pt x="71" y="98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Freeform 228"/>
          <p:cNvSpPr>
            <a:spLocks noEditPoints="1"/>
          </p:cNvSpPr>
          <p:nvPr/>
        </p:nvSpPr>
        <p:spPr bwMode="auto">
          <a:xfrm>
            <a:off x="3201988" y="2541588"/>
            <a:ext cx="192088" cy="206375"/>
          </a:xfrm>
          <a:custGeom>
            <a:avLst/>
            <a:gdLst>
              <a:gd name="T0" fmla="*/ 111 w 121"/>
              <a:gd name="T1" fmla="*/ 48 h 130"/>
              <a:gd name="T2" fmla="*/ 47 w 121"/>
              <a:gd name="T3" fmla="*/ 10 h 130"/>
              <a:gd name="T4" fmla="*/ 46 w 121"/>
              <a:gd name="T5" fmla="*/ 10 h 130"/>
              <a:gd name="T6" fmla="*/ 10 w 121"/>
              <a:gd name="T7" fmla="*/ 82 h 130"/>
              <a:gd name="T8" fmla="*/ 74 w 121"/>
              <a:gd name="T9" fmla="*/ 121 h 130"/>
              <a:gd name="T10" fmla="*/ 77 w 121"/>
              <a:gd name="T11" fmla="*/ 120 h 130"/>
              <a:gd name="T12" fmla="*/ 111 w 121"/>
              <a:gd name="T13" fmla="*/ 48 h 130"/>
              <a:gd name="T14" fmla="*/ 71 w 121"/>
              <a:gd name="T15" fmla="*/ 99 h 130"/>
              <a:gd name="T16" fmla="*/ 71 w 121"/>
              <a:gd name="T17" fmla="*/ 99 h 130"/>
              <a:gd name="T18" fmla="*/ 45 w 121"/>
              <a:gd name="T19" fmla="*/ 63 h 130"/>
              <a:gd name="T20" fmla="*/ 50 w 121"/>
              <a:gd name="T21" fmla="*/ 33 h 130"/>
              <a:gd name="T22" fmla="*/ 52 w 121"/>
              <a:gd name="T23" fmla="*/ 32 h 130"/>
              <a:gd name="T24" fmla="*/ 76 w 121"/>
              <a:gd name="T25" fmla="*/ 69 h 130"/>
              <a:gd name="T26" fmla="*/ 71 w 121"/>
              <a:gd name="T27" fmla="*/ 99 h 130"/>
              <a:gd name="T28" fmla="*/ 71 w 121"/>
              <a:gd name="T29" fmla="*/ 99 h 130"/>
              <a:gd name="T30" fmla="*/ 71 w 121"/>
              <a:gd name="T31" fmla="*/ 99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0">
                <a:moveTo>
                  <a:pt x="111" y="48"/>
                </a:moveTo>
                <a:cubicBezTo>
                  <a:pt x="101" y="13"/>
                  <a:pt x="79" y="0"/>
                  <a:pt x="47" y="10"/>
                </a:cubicBezTo>
                <a:cubicBezTo>
                  <a:pt x="47" y="10"/>
                  <a:pt x="46" y="10"/>
                  <a:pt x="46" y="10"/>
                </a:cubicBezTo>
                <a:cubicBezTo>
                  <a:pt x="12" y="20"/>
                  <a:pt x="0" y="45"/>
                  <a:pt x="10" y="82"/>
                </a:cubicBezTo>
                <a:cubicBezTo>
                  <a:pt x="20" y="116"/>
                  <a:pt x="42" y="130"/>
                  <a:pt x="74" y="121"/>
                </a:cubicBezTo>
                <a:cubicBezTo>
                  <a:pt x="75" y="120"/>
                  <a:pt x="76" y="120"/>
                  <a:pt x="77" y="120"/>
                </a:cubicBezTo>
                <a:cubicBezTo>
                  <a:pt x="109" y="109"/>
                  <a:pt x="121" y="83"/>
                  <a:pt x="111" y="48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  <a:cubicBezTo>
                  <a:pt x="60" y="102"/>
                  <a:pt x="54" y="93"/>
                  <a:pt x="45" y="63"/>
                </a:cubicBezTo>
                <a:cubicBezTo>
                  <a:pt x="40" y="44"/>
                  <a:pt x="41" y="35"/>
                  <a:pt x="50" y="33"/>
                </a:cubicBezTo>
                <a:cubicBezTo>
                  <a:pt x="51" y="33"/>
                  <a:pt x="52" y="33"/>
                  <a:pt x="52" y="32"/>
                </a:cubicBezTo>
                <a:cubicBezTo>
                  <a:pt x="62" y="31"/>
                  <a:pt x="68" y="41"/>
                  <a:pt x="76" y="69"/>
                </a:cubicBezTo>
                <a:cubicBezTo>
                  <a:pt x="82" y="88"/>
                  <a:pt x="80" y="97"/>
                  <a:pt x="71" y="99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Freeform 229"/>
          <p:cNvSpPr>
            <a:spLocks noEditPoints="1"/>
          </p:cNvSpPr>
          <p:nvPr/>
        </p:nvSpPr>
        <p:spPr bwMode="auto">
          <a:xfrm>
            <a:off x="3267076" y="2757488"/>
            <a:ext cx="114300" cy="200025"/>
          </a:xfrm>
          <a:custGeom>
            <a:avLst/>
            <a:gdLst>
              <a:gd name="T0" fmla="*/ 66 w 72"/>
              <a:gd name="T1" fmla="*/ 88 h 126"/>
              <a:gd name="T2" fmla="*/ 65 w 72"/>
              <a:gd name="T3" fmla="*/ 86 h 126"/>
              <a:gd name="T4" fmla="*/ 60 w 72"/>
              <a:gd name="T5" fmla="*/ 66 h 126"/>
              <a:gd name="T6" fmla="*/ 51 w 72"/>
              <a:gd name="T7" fmla="*/ 29 h 126"/>
              <a:gd name="T8" fmla="*/ 63 w 72"/>
              <a:gd name="T9" fmla="*/ 17 h 126"/>
              <a:gd name="T10" fmla="*/ 60 w 72"/>
              <a:gd name="T11" fmla="*/ 0 h 126"/>
              <a:gd name="T12" fmla="*/ 42 w 72"/>
              <a:gd name="T13" fmla="*/ 6 h 126"/>
              <a:gd name="T14" fmla="*/ 26 w 72"/>
              <a:gd name="T15" fmla="*/ 11 h 126"/>
              <a:gd name="T16" fmla="*/ 0 w 72"/>
              <a:gd name="T17" fmla="*/ 19 h 126"/>
              <a:gd name="T18" fmla="*/ 2 w 72"/>
              <a:gd name="T19" fmla="*/ 31 h 126"/>
              <a:gd name="T20" fmla="*/ 4 w 72"/>
              <a:gd name="T21" fmla="*/ 33 h 126"/>
              <a:gd name="T22" fmla="*/ 8 w 72"/>
              <a:gd name="T23" fmla="*/ 31 h 126"/>
              <a:gd name="T24" fmla="*/ 16 w 72"/>
              <a:gd name="T25" fmla="*/ 38 h 126"/>
              <a:gd name="T26" fmla="*/ 32 w 72"/>
              <a:gd name="T27" fmla="*/ 93 h 126"/>
              <a:gd name="T28" fmla="*/ 26 w 72"/>
              <a:gd name="T29" fmla="*/ 111 h 126"/>
              <a:gd name="T30" fmla="*/ 28 w 72"/>
              <a:gd name="T31" fmla="*/ 126 h 126"/>
              <a:gd name="T32" fmla="*/ 62 w 72"/>
              <a:gd name="T33" fmla="*/ 115 h 126"/>
              <a:gd name="T34" fmla="*/ 72 w 72"/>
              <a:gd name="T35" fmla="*/ 112 h 126"/>
              <a:gd name="T36" fmla="*/ 66 w 72"/>
              <a:gd name="T37" fmla="*/ 88 h 126"/>
              <a:gd name="T38" fmla="*/ 66 w 72"/>
              <a:gd name="T39" fmla="*/ 88 h 126"/>
              <a:gd name="T40" fmla="*/ 66 w 72"/>
              <a:gd name="T41" fmla="*/ 88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2" h="126">
                <a:moveTo>
                  <a:pt x="66" y="88"/>
                </a:moveTo>
                <a:cubicBezTo>
                  <a:pt x="66" y="88"/>
                  <a:pt x="65" y="87"/>
                  <a:pt x="65" y="86"/>
                </a:cubicBezTo>
                <a:cubicBezTo>
                  <a:pt x="63" y="79"/>
                  <a:pt x="61" y="72"/>
                  <a:pt x="60" y="66"/>
                </a:cubicBezTo>
                <a:cubicBezTo>
                  <a:pt x="56" y="52"/>
                  <a:pt x="53" y="40"/>
                  <a:pt x="51" y="29"/>
                </a:cubicBezTo>
                <a:cubicBezTo>
                  <a:pt x="50" y="24"/>
                  <a:pt x="52" y="21"/>
                  <a:pt x="63" y="17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0"/>
                  <a:pt x="51" y="3"/>
                  <a:pt x="42" y="6"/>
                </a:cubicBezTo>
                <a:cubicBezTo>
                  <a:pt x="36" y="8"/>
                  <a:pt x="29" y="10"/>
                  <a:pt x="26" y="11"/>
                </a:cubicBezTo>
                <a:cubicBezTo>
                  <a:pt x="0" y="19"/>
                  <a:pt x="0" y="19"/>
                  <a:pt x="0" y="19"/>
                </a:cubicBezTo>
                <a:cubicBezTo>
                  <a:pt x="2" y="31"/>
                  <a:pt x="2" y="31"/>
                  <a:pt x="2" y="31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6" y="32"/>
                  <a:pt x="8" y="31"/>
                </a:cubicBezTo>
                <a:cubicBezTo>
                  <a:pt x="13" y="30"/>
                  <a:pt x="15" y="31"/>
                  <a:pt x="16" y="38"/>
                </a:cubicBezTo>
                <a:cubicBezTo>
                  <a:pt x="32" y="93"/>
                  <a:pt x="32" y="93"/>
                  <a:pt x="32" y="93"/>
                </a:cubicBezTo>
                <a:cubicBezTo>
                  <a:pt x="35" y="103"/>
                  <a:pt x="33" y="107"/>
                  <a:pt x="26" y="111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8" y="126"/>
                  <a:pt x="46" y="120"/>
                  <a:pt x="62" y="115"/>
                </a:cubicBezTo>
                <a:cubicBezTo>
                  <a:pt x="72" y="112"/>
                  <a:pt x="72" y="112"/>
                  <a:pt x="72" y="112"/>
                </a:cubicBezTo>
                <a:lnTo>
                  <a:pt x="66" y="88"/>
                </a:lnTo>
                <a:close/>
                <a:moveTo>
                  <a:pt x="66" y="88"/>
                </a:moveTo>
                <a:cubicBezTo>
                  <a:pt x="66" y="88"/>
                  <a:pt x="66" y="88"/>
                  <a:pt x="66" y="8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Freeform 230"/>
          <p:cNvSpPr>
            <a:spLocks noEditPoints="1"/>
          </p:cNvSpPr>
          <p:nvPr/>
        </p:nvSpPr>
        <p:spPr bwMode="auto">
          <a:xfrm>
            <a:off x="3371851" y="2840038"/>
            <a:ext cx="74613" cy="95250"/>
          </a:xfrm>
          <a:custGeom>
            <a:avLst/>
            <a:gdLst>
              <a:gd name="T0" fmla="*/ 47 w 47"/>
              <a:gd name="T1" fmla="*/ 47 h 60"/>
              <a:gd name="T2" fmla="*/ 38 w 47"/>
              <a:gd name="T3" fmla="*/ 2 h 60"/>
              <a:gd name="T4" fmla="*/ 36 w 47"/>
              <a:gd name="T5" fmla="*/ 0 h 60"/>
              <a:gd name="T6" fmla="*/ 15 w 47"/>
              <a:gd name="T7" fmla="*/ 8 h 60"/>
              <a:gd name="T8" fmla="*/ 7 w 47"/>
              <a:gd name="T9" fmla="*/ 39 h 60"/>
              <a:gd name="T10" fmla="*/ 0 w 47"/>
              <a:gd name="T11" fmla="*/ 36 h 60"/>
              <a:gd name="T12" fmla="*/ 7 w 47"/>
              <a:gd name="T13" fmla="*/ 60 h 60"/>
              <a:gd name="T14" fmla="*/ 45 w 47"/>
              <a:gd name="T15" fmla="*/ 50 h 60"/>
              <a:gd name="T16" fmla="*/ 47 w 47"/>
              <a:gd name="T17" fmla="*/ 47 h 60"/>
              <a:gd name="T18" fmla="*/ 47 w 47"/>
              <a:gd name="T19" fmla="*/ 47 h 60"/>
              <a:gd name="T20" fmla="*/ 47 w 47"/>
              <a:gd name="T21" fmla="*/ 4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" h="60">
                <a:moveTo>
                  <a:pt x="47" y="47"/>
                </a:moveTo>
                <a:cubicBezTo>
                  <a:pt x="42" y="23"/>
                  <a:pt x="38" y="2"/>
                  <a:pt x="38" y="2"/>
                </a:cubicBezTo>
                <a:cubicBezTo>
                  <a:pt x="36" y="0"/>
                  <a:pt x="36" y="0"/>
                  <a:pt x="36" y="0"/>
                </a:cubicBezTo>
                <a:cubicBezTo>
                  <a:pt x="15" y="8"/>
                  <a:pt x="15" y="8"/>
                  <a:pt x="15" y="8"/>
                </a:cubicBezTo>
                <a:cubicBezTo>
                  <a:pt x="20" y="30"/>
                  <a:pt x="19" y="36"/>
                  <a:pt x="7" y="39"/>
                </a:cubicBezTo>
                <a:cubicBezTo>
                  <a:pt x="4" y="40"/>
                  <a:pt x="1" y="39"/>
                  <a:pt x="0" y="36"/>
                </a:cubicBezTo>
                <a:cubicBezTo>
                  <a:pt x="7" y="60"/>
                  <a:pt x="7" y="60"/>
                  <a:pt x="7" y="60"/>
                </a:cubicBezTo>
                <a:cubicBezTo>
                  <a:pt x="27" y="54"/>
                  <a:pt x="45" y="50"/>
                  <a:pt x="45" y="50"/>
                </a:cubicBezTo>
                <a:lnTo>
                  <a:pt x="47" y="47"/>
                </a:lnTo>
                <a:close/>
                <a:moveTo>
                  <a:pt x="47" y="47"/>
                </a:moveTo>
                <a:cubicBezTo>
                  <a:pt x="47" y="47"/>
                  <a:pt x="47" y="47"/>
                  <a:pt x="47" y="47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Freeform 231"/>
          <p:cNvSpPr>
            <a:spLocks noEditPoints="1"/>
          </p:cNvSpPr>
          <p:nvPr/>
        </p:nvSpPr>
        <p:spPr bwMode="auto">
          <a:xfrm>
            <a:off x="3373438" y="2260600"/>
            <a:ext cx="71438" cy="71438"/>
          </a:xfrm>
          <a:custGeom>
            <a:avLst/>
            <a:gdLst>
              <a:gd name="T0" fmla="*/ 17 w 45"/>
              <a:gd name="T1" fmla="*/ 3 h 45"/>
              <a:gd name="T2" fmla="*/ 3 w 45"/>
              <a:gd name="T3" fmla="*/ 28 h 45"/>
              <a:gd name="T4" fmla="*/ 28 w 45"/>
              <a:gd name="T5" fmla="*/ 42 h 45"/>
              <a:gd name="T6" fmla="*/ 42 w 45"/>
              <a:gd name="T7" fmla="*/ 17 h 45"/>
              <a:gd name="T8" fmla="*/ 17 w 45"/>
              <a:gd name="T9" fmla="*/ 3 h 45"/>
              <a:gd name="T10" fmla="*/ 17 w 45"/>
              <a:gd name="T11" fmla="*/ 3 h 45"/>
              <a:gd name="T12" fmla="*/ 17 w 45"/>
              <a:gd name="T13" fmla="*/ 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45">
                <a:moveTo>
                  <a:pt x="17" y="3"/>
                </a:moveTo>
                <a:cubicBezTo>
                  <a:pt x="6" y="6"/>
                  <a:pt x="0" y="17"/>
                  <a:pt x="3" y="28"/>
                </a:cubicBezTo>
                <a:cubicBezTo>
                  <a:pt x="6" y="39"/>
                  <a:pt x="17" y="45"/>
                  <a:pt x="28" y="42"/>
                </a:cubicBezTo>
                <a:cubicBezTo>
                  <a:pt x="39" y="39"/>
                  <a:pt x="45" y="28"/>
                  <a:pt x="42" y="17"/>
                </a:cubicBezTo>
                <a:cubicBezTo>
                  <a:pt x="38" y="6"/>
                  <a:pt x="27" y="0"/>
                  <a:pt x="17" y="3"/>
                </a:cubicBezTo>
                <a:close/>
                <a:moveTo>
                  <a:pt x="17" y="3"/>
                </a:moveTo>
                <a:cubicBezTo>
                  <a:pt x="17" y="3"/>
                  <a:pt x="17" y="3"/>
                  <a:pt x="17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0" name="Freeform 234"/>
          <p:cNvSpPr>
            <a:spLocks noEditPoints="1"/>
          </p:cNvSpPr>
          <p:nvPr/>
        </p:nvSpPr>
        <p:spPr bwMode="auto">
          <a:xfrm>
            <a:off x="884238" y="1090613"/>
            <a:ext cx="214313" cy="192088"/>
          </a:xfrm>
          <a:custGeom>
            <a:avLst/>
            <a:gdLst>
              <a:gd name="T0" fmla="*/ 47 w 135"/>
              <a:gd name="T1" fmla="*/ 79 h 121"/>
              <a:gd name="T2" fmla="*/ 46 w 135"/>
              <a:gd name="T3" fmla="*/ 89 h 121"/>
              <a:gd name="T4" fmla="*/ 12 w 135"/>
              <a:gd name="T5" fmla="*/ 118 h 121"/>
              <a:gd name="T6" fmla="*/ 3 w 135"/>
              <a:gd name="T7" fmla="*/ 118 h 121"/>
              <a:gd name="T8" fmla="*/ 3 w 135"/>
              <a:gd name="T9" fmla="*/ 108 h 121"/>
              <a:gd name="T10" fmla="*/ 37 w 135"/>
              <a:gd name="T11" fmla="*/ 78 h 121"/>
              <a:gd name="T12" fmla="*/ 47 w 135"/>
              <a:gd name="T13" fmla="*/ 79 h 121"/>
              <a:gd name="T14" fmla="*/ 133 w 135"/>
              <a:gd name="T15" fmla="*/ 3 h 121"/>
              <a:gd name="T16" fmla="*/ 132 w 135"/>
              <a:gd name="T17" fmla="*/ 13 h 121"/>
              <a:gd name="T18" fmla="*/ 98 w 135"/>
              <a:gd name="T19" fmla="*/ 43 h 121"/>
              <a:gd name="T20" fmla="*/ 88 w 135"/>
              <a:gd name="T21" fmla="*/ 42 h 121"/>
              <a:gd name="T22" fmla="*/ 89 w 135"/>
              <a:gd name="T23" fmla="*/ 32 h 121"/>
              <a:gd name="T24" fmla="*/ 123 w 135"/>
              <a:gd name="T25" fmla="*/ 3 h 121"/>
              <a:gd name="T26" fmla="*/ 133 w 135"/>
              <a:gd name="T27" fmla="*/ 3 h 121"/>
              <a:gd name="T28" fmla="*/ 133 w 135"/>
              <a:gd name="T29" fmla="*/ 3 h 121"/>
              <a:gd name="T30" fmla="*/ 133 w 135"/>
              <a:gd name="T31" fmla="*/ 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5" h="121">
                <a:moveTo>
                  <a:pt x="47" y="79"/>
                </a:moveTo>
                <a:cubicBezTo>
                  <a:pt x="50" y="82"/>
                  <a:pt x="49" y="86"/>
                  <a:pt x="46" y="89"/>
                </a:cubicBezTo>
                <a:cubicBezTo>
                  <a:pt x="12" y="118"/>
                  <a:pt x="12" y="118"/>
                  <a:pt x="12" y="118"/>
                </a:cubicBezTo>
                <a:cubicBezTo>
                  <a:pt x="9" y="121"/>
                  <a:pt x="5" y="121"/>
                  <a:pt x="3" y="118"/>
                </a:cubicBezTo>
                <a:cubicBezTo>
                  <a:pt x="0" y="115"/>
                  <a:pt x="0" y="110"/>
                  <a:pt x="3" y="108"/>
                </a:cubicBezTo>
                <a:cubicBezTo>
                  <a:pt x="37" y="78"/>
                  <a:pt x="37" y="78"/>
                  <a:pt x="37" y="78"/>
                </a:cubicBezTo>
                <a:cubicBezTo>
                  <a:pt x="40" y="75"/>
                  <a:pt x="44" y="76"/>
                  <a:pt x="47" y="79"/>
                </a:cubicBezTo>
                <a:close/>
                <a:moveTo>
                  <a:pt x="133" y="3"/>
                </a:moveTo>
                <a:cubicBezTo>
                  <a:pt x="135" y="6"/>
                  <a:pt x="135" y="11"/>
                  <a:pt x="132" y="13"/>
                </a:cubicBezTo>
                <a:cubicBezTo>
                  <a:pt x="98" y="43"/>
                  <a:pt x="98" y="43"/>
                  <a:pt x="98" y="43"/>
                </a:cubicBezTo>
                <a:cubicBezTo>
                  <a:pt x="95" y="46"/>
                  <a:pt x="91" y="45"/>
                  <a:pt x="88" y="42"/>
                </a:cubicBezTo>
                <a:cubicBezTo>
                  <a:pt x="86" y="39"/>
                  <a:pt x="86" y="35"/>
                  <a:pt x="89" y="32"/>
                </a:cubicBezTo>
                <a:cubicBezTo>
                  <a:pt x="123" y="3"/>
                  <a:pt x="123" y="3"/>
                  <a:pt x="123" y="3"/>
                </a:cubicBezTo>
                <a:cubicBezTo>
                  <a:pt x="126" y="0"/>
                  <a:pt x="130" y="1"/>
                  <a:pt x="133" y="3"/>
                </a:cubicBezTo>
                <a:close/>
                <a:moveTo>
                  <a:pt x="133" y="3"/>
                </a:moveTo>
                <a:cubicBezTo>
                  <a:pt x="133" y="3"/>
                  <a:pt x="133" y="3"/>
                  <a:pt x="133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Freeform 235"/>
          <p:cNvSpPr>
            <a:spLocks noEditPoints="1"/>
          </p:cNvSpPr>
          <p:nvPr/>
        </p:nvSpPr>
        <p:spPr bwMode="auto">
          <a:xfrm>
            <a:off x="895351" y="1079500"/>
            <a:ext cx="192088" cy="214313"/>
          </a:xfrm>
          <a:custGeom>
            <a:avLst/>
            <a:gdLst>
              <a:gd name="T0" fmla="*/ 14 w 121"/>
              <a:gd name="T1" fmla="*/ 3 h 135"/>
              <a:gd name="T2" fmla="*/ 43 w 121"/>
              <a:gd name="T3" fmla="*/ 37 h 135"/>
              <a:gd name="T4" fmla="*/ 43 w 121"/>
              <a:gd name="T5" fmla="*/ 47 h 135"/>
              <a:gd name="T6" fmla="*/ 33 w 121"/>
              <a:gd name="T7" fmla="*/ 46 h 135"/>
              <a:gd name="T8" fmla="*/ 3 w 121"/>
              <a:gd name="T9" fmla="*/ 12 h 135"/>
              <a:gd name="T10" fmla="*/ 4 w 121"/>
              <a:gd name="T11" fmla="*/ 3 h 135"/>
              <a:gd name="T12" fmla="*/ 14 w 121"/>
              <a:gd name="T13" fmla="*/ 3 h 135"/>
              <a:gd name="T14" fmla="*/ 89 w 121"/>
              <a:gd name="T15" fmla="*/ 89 h 135"/>
              <a:gd name="T16" fmla="*/ 118 w 121"/>
              <a:gd name="T17" fmla="*/ 123 h 135"/>
              <a:gd name="T18" fmla="*/ 118 w 121"/>
              <a:gd name="T19" fmla="*/ 133 h 135"/>
              <a:gd name="T20" fmla="*/ 108 w 121"/>
              <a:gd name="T21" fmla="*/ 132 h 135"/>
              <a:gd name="T22" fmla="*/ 78 w 121"/>
              <a:gd name="T23" fmla="*/ 98 h 135"/>
              <a:gd name="T24" fmla="*/ 79 w 121"/>
              <a:gd name="T25" fmla="*/ 88 h 135"/>
              <a:gd name="T26" fmla="*/ 89 w 121"/>
              <a:gd name="T27" fmla="*/ 89 h 135"/>
              <a:gd name="T28" fmla="*/ 89 w 121"/>
              <a:gd name="T29" fmla="*/ 89 h 135"/>
              <a:gd name="T30" fmla="*/ 89 w 121"/>
              <a:gd name="T31" fmla="*/ 89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5">
                <a:moveTo>
                  <a:pt x="14" y="3"/>
                </a:moveTo>
                <a:cubicBezTo>
                  <a:pt x="43" y="37"/>
                  <a:pt x="43" y="37"/>
                  <a:pt x="43" y="37"/>
                </a:cubicBezTo>
                <a:cubicBezTo>
                  <a:pt x="46" y="40"/>
                  <a:pt x="46" y="44"/>
                  <a:pt x="43" y="47"/>
                </a:cubicBezTo>
                <a:cubicBezTo>
                  <a:pt x="40" y="50"/>
                  <a:pt x="35" y="49"/>
                  <a:pt x="33" y="46"/>
                </a:cubicBezTo>
                <a:cubicBezTo>
                  <a:pt x="3" y="12"/>
                  <a:pt x="3" y="12"/>
                  <a:pt x="3" y="12"/>
                </a:cubicBezTo>
                <a:cubicBezTo>
                  <a:pt x="0" y="10"/>
                  <a:pt x="1" y="5"/>
                  <a:pt x="4" y="3"/>
                </a:cubicBezTo>
                <a:cubicBezTo>
                  <a:pt x="6" y="0"/>
                  <a:pt x="11" y="0"/>
                  <a:pt x="14" y="3"/>
                </a:cubicBezTo>
                <a:close/>
                <a:moveTo>
                  <a:pt x="89" y="89"/>
                </a:moveTo>
                <a:cubicBezTo>
                  <a:pt x="118" y="123"/>
                  <a:pt x="118" y="123"/>
                  <a:pt x="118" y="123"/>
                </a:cubicBezTo>
                <a:cubicBezTo>
                  <a:pt x="121" y="126"/>
                  <a:pt x="121" y="130"/>
                  <a:pt x="118" y="133"/>
                </a:cubicBezTo>
                <a:cubicBezTo>
                  <a:pt x="115" y="135"/>
                  <a:pt x="110" y="135"/>
                  <a:pt x="108" y="132"/>
                </a:cubicBezTo>
                <a:cubicBezTo>
                  <a:pt x="78" y="98"/>
                  <a:pt x="78" y="98"/>
                  <a:pt x="78" y="98"/>
                </a:cubicBezTo>
                <a:cubicBezTo>
                  <a:pt x="76" y="95"/>
                  <a:pt x="76" y="91"/>
                  <a:pt x="79" y="88"/>
                </a:cubicBezTo>
                <a:cubicBezTo>
                  <a:pt x="82" y="86"/>
                  <a:pt x="86" y="86"/>
                  <a:pt x="89" y="89"/>
                </a:cubicBezTo>
                <a:close/>
                <a:moveTo>
                  <a:pt x="89" y="89"/>
                </a:moveTo>
                <a:cubicBezTo>
                  <a:pt x="89" y="89"/>
                  <a:pt x="89" y="89"/>
                  <a:pt x="89" y="8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22" name="组合 221"/>
          <p:cNvGrpSpPr/>
          <p:nvPr/>
        </p:nvGrpSpPr>
        <p:grpSpPr>
          <a:xfrm>
            <a:off x="0" y="2002523"/>
            <a:ext cx="11401425" cy="2487613"/>
            <a:chOff x="0" y="2002523"/>
            <a:chExt cx="11401425" cy="2487613"/>
          </a:xfrm>
        </p:grpSpPr>
        <p:grpSp>
          <p:nvGrpSpPr>
            <p:cNvPr id="223" name="Group 221"/>
            <p:cNvGrpSpPr>
              <a:grpSpLocks/>
            </p:cNvGrpSpPr>
            <p:nvPr/>
          </p:nvGrpSpPr>
          <p:grpSpPr bwMode="auto">
            <a:xfrm>
              <a:off x="0" y="2002523"/>
              <a:ext cx="11401425" cy="2487613"/>
              <a:chOff x="249" y="676"/>
              <a:chExt cx="7182" cy="1567"/>
            </a:xfrm>
          </p:grpSpPr>
          <p:sp>
            <p:nvSpPr>
              <p:cNvPr id="226" name="Freeform 22"/>
              <p:cNvSpPr>
                <a:spLocks noEditPoints="1"/>
              </p:cNvSpPr>
              <p:nvPr userDrawn="1"/>
            </p:nvSpPr>
            <p:spPr bwMode="auto">
              <a:xfrm>
                <a:off x="375" y="1179"/>
                <a:ext cx="258" cy="811"/>
              </a:xfrm>
              <a:custGeom>
                <a:avLst/>
                <a:gdLst>
                  <a:gd name="T0" fmla="*/ 37 w 258"/>
                  <a:gd name="T1" fmla="*/ 2 h 811"/>
                  <a:gd name="T2" fmla="*/ 1 w 258"/>
                  <a:gd name="T3" fmla="*/ 12 h 811"/>
                  <a:gd name="T4" fmla="*/ 1 w 258"/>
                  <a:gd name="T5" fmla="*/ 0 h 811"/>
                  <a:gd name="T6" fmla="*/ 1 w 258"/>
                  <a:gd name="T7" fmla="*/ 12 h 811"/>
                  <a:gd name="T8" fmla="*/ 221 w 258"/>
                  <a:gd name="T9" fmla="*/ 811 h 811"/>
                  <a:gd name="T10" fmla="*/ 258 w 258"/>
                  <a:gd name="T11" fmla="*/ 801 h 811"/>
                  <a:gd name="T12" fmla="*/ 38 w 258"/>
                  <a:gd name="T13" fmla="*/ 7 h 811"/>
                  <a:gd name="T14" fmla="*/ 37 w 258"/>
                  <a:gd name="T15" fmla="*/ 2 h 811"/>
                  <a:gd name="T16" fmla="*/ 37 w 258"/>
                  <a:gd name="T17" fmla="*/ 2 h 811"/>
                  <a:gd name="T18" fmla="*/ 37 w 258"/>
                  <a:gd name="T19" fmla="*/ 2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8" h="811">
                    <a:moveTo>
                      <a:pt x="37" y="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0" y="8"/>
                      <a:pt x="1" y="12"/>
                    </a:cubicBezTo>
                    <a:cubicBezTo>
                      <a:pt x="221" y="811"/>
                      <a:pt x="221" y="811"/>
                      <a:pt x="221" y="811"/>
                    </a:cubicBezTo>
                    <a:cubicBezTo>
                      <a:pt x="258" y="801"/>
                      <a:pt x="258" y="801"/>
                      <a:pt x="258" y="80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7" y="2"/>
                    </a:cubicBezTo>
                    <a:close/>
                    <a:moveTo>
                      <a:pt x="37" y="2"/>
                    </a:moveTo>
                    <a:cubicBezTo>
                      <a:pt x="37" y="2"/>
                      <a:pt x="37" y="2"/>
                      <a:pt x="3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7" name="Freeform 23"/>
              <p:cNvSpPr>
                <a:spLocks noEditPoints="1"/>
              </p:cNvSpPr>
              <p:nvPr userDrawn="1"/>
            </p:nvSpPr>
            <p:spPr bwMode="auto">
              <a:xfrm>
                <a:off x="376" y="1165"/>
                <a:ext cx="36" cy="26"/>
              </a:xfrm>
              <a:custGeom>
                <a:avLst/>
                <a:gdLst>
                  <a:gd name="T0" fmla="*/ 36 w 36"/>
                  <a:gd name="T1" fmla="*/ 16 h 26"/>
                  <a:gd name="T2" fmla="*/ 13 w 36"/>
                  <a:gd name="T3" fmla="*/ 3 h 26"/>
                  <a:gd name="T4" fmla="*/ 0 w 36"/>
                  <a:gd name="T5" fmla="*/ 14 h 26"/>
                  <a:gd name="T6" fmla="*/ 0 w 36"/>
                  <a:gd name="T7" fmla="*/ 26 h 26"/>
                  <a:gd name="T8" fmla="*/ 36 w 36"/>
                  <a:gd name="T9" fmla="*/ 16 h 26"/>
                  <a:gd name="T10" fmla="*/ 36 w 36"/>
                  <a:gd name="T11" fmla="*/ 16 h 26"/>
                  <a:gd name="T12" fmla="*/ 36 w 36"/>
                  <a:gd name="T13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6">
                    <a:moveTo>
                      <a:pt x="36" y="16"/>
                    </a:moveTo>
                    <a:cubicBezTo>
                      <a:pt x="33" y="6"/>
                      <a:pt x="23" y="0"/>
                      <a:pt x="13" y="3"/>
                    </a:cubicBezTo>
                    <a:cubicBezTo>
                      <a:pt x="7" y="5"/>
                      <a:pt x="2" y="9"/>
                      <a:pt x="0" y="14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36" y="16"/>
                    </a:lnTo>
                    <a:close/>
                    <a:moveTo>
                      <a:pt x="36" y="16"/>
                    </a:moveTo>
                    <a:cubicBezTo>
                      <a:pt x="36" y="16"/>
                      <a:pt x="36" y="16"/>
                      <a:pt x="36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8" name="Freeform 24"/>
              <p:cNvSpPr>
                <a:spLocks noEditPoints="1"/>
              </p:cNvSpPr>
              <p:nvPr userDrawn="1"/>
            </p:nvSpPr>
            <p:spPr bwMode="auto">
              <a:xfrm>
                <a:off x="376" y="1058"/>
                <a:ext cx="101" cy="122"/>
              </a:xfrm>
              <a:custGeom>
                <a:avLst/>
                <a:gdLst>
                  <a:gd name="T0" fmla="*/ 40 w 101"/>
                  <a:gd name="T1" fmla="*/ 0 h 122"/>
                  <a:gd name="T2" fmla="*/ 22 w 101"/>
                  <a:gd name="T3" fmla="*/ 5 h 122"/>
                  <a:gd name="T4" fmla="*/ 4 w 101"/>
                  <a:gd name="T5" fmla="*/ 10 h 122"/>
                  <a:gd name="T6" fmla="*/ 0 w 101"/>
                  <a:gd name="T7" fmla="*/ 121 h 122"/>
                  <a:gd name="T8" fmla="*/ 13 w 101"/>
                  <a:gd name="T9" fmla="*/ 110 h 122"/>
                  <a:gd name="T10" fmla="*/ 36 w 101"/>
                  <a:gd name="T11" fmla="*/ 122 h 122"/>
                  <a:gd name="T12" fmla="*/ 48 w 101"/>
                  <a:gd name="T13" fmla="*/ 100 h 122"/>
                  <a:gd name="T14" fmla="*/ 71 w 101"/>
                  <a:gd name="T15" fmla="*/ 112 h 122"/>
                  <a:gd name="T16" fmla="*/ 79 w 101"/>
                  <a:gd name="T17" fmla="*/ 92 h 122"/>
                  <a:gd name="T18" fmla="*/ 101 w 101"/>
                  <a:gd name="T19" fmla="*/ 93 h 122"/>
                  <a:gd name="T20" fmla="*/ 40 w 101"/>
                  <a:gd name="T21" fmla="*/ 0 h 122"/>
                  <a:gd name="T22" fmla="*/ 40 w 101"/>
                  <a:gd name="T23" fmla="*/ 0 h 122"/>
                  <a:gd name="T24" fmla="*/ 40 w 101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22">
                    <a:moveTo>
                      <a:pt x="40" y="0"/>
                    </a:moveTo>
                    <a:cubicBezTo>
                      <a:pt x="22" y="5"/>
                      <a:pt x="22" y="5"/>
                      <a:pt x="22" y="5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6"/>
                      <a:pt x="7" y="111"/>
                      <a:pt x="13" y="110"/>
                    </a:cubicBezTo>
                    <a:cubicBezTo>
                      <a:pt x="23" y="107"/>
                      <a:pt x="33" y="112"/>
                      <a:pt x="36" y="122"/>
                    </a:cubicBezTo>
                    <a:cubicBezTo>
                      <a:pt x="33" y="112"/>
                      <a:pt x="39" y="102"/>
                      <a:pt x="48" y="100"/>
                    </a:cubicBezTo>
                    <a:cubicBezTo>
                      <a:pt x="58" y="97"/>
                      <a:pt x="69" y="103"/>
                      <a:pt x="71" y="112"/>
                    </a:cubicBezTo>
                    <a:cubicBezTo>
                      <a:pt x="69" y="105"/>
                      <a:pt x="72" y="96"/>
                      <a:pt x="79" y="92"/>
                    </a:cubicBezTo>
                    <a:cubicBezTo>
                      <a:pt x="86" y="88"/>
                      <a:pt x="95" y="88"/>
                      <a:pt x="101" y="93"/>
                    </a:cubicBezTo>
                    <a:lnTo>
                      <a:pt x="40" y="0"/>
                    </a:lnTo>
                    <a:close/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9" name="Freeform 25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close/>
                    <a:moveTo>
                      <a:pt x="3" y="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0" name="Freeform 26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moveTo>
                      <a:pt x="3" y="0"/>
                    </a:move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1" name="Freeform 27"/>
              <p:cNvSpPr>
                <a:spLocks noEditPoints="1"/>
              </p:cNvSpPr>
              <p:nvPr userDrawn="1"/>
            </p:nvSpPr>
            <p:spPr bwMode="auto">
              <a:xfrm>
                <a:off x="447" y="1161"/>
                <a:ext cx="256" cy="810"/>
              </a:xfrm>
              <a:custGeom>
                <a:avLst/>
                <a:gdLst>
                  <a:gd name="T0" fmla="*/ 1 w 256"/>
                  <a:gd name="T1" fmla="*/ 15 h 810"/>
                  <a:gd name="T2" fmla="*/ 220 w 256"/>
                  <a:gd name="T3" fmla="*/ 810 h 810"/>
                  <a:gd name="T4" fmla="*/ 256 w 256"/>
                  <a:gd name="T5" fmla="*/ 800 h 810"/>
                  <a:gd name="T6" fmla="*/ 35 w 256"/>
                  <a:gd name="T7" fmla="*/ 0 h 810"/>
                  <a:gd name="T8" fmla="*/ 0 w 256"/>
                  <a:gd name="T9" fmla="*/ 10 h 810"/>
                  <a:gd name="T10" fmla="*/ 1 w 256"/>
                  <a:gd name="T11" fmla="*/ 15 h 810"/>
                  <a:gd name="T12" fmla="*/ 1 w 256"/>
                  <a:gd name="T13" fmla="*/ 15 h 810"/>
                  <a:gd name="T14" fmla="*/ 1 w 256"/>
                  <a:gd name="T15" fmla="*/ 15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" h="810">
                    <a:moveTo>
                      <a:pt x="1" y="15"/>
                    </a:moveTo>
                    <a:cubicBezTo>
                      <a:pt x="220" y="810"/>
                      <a:pt x="220" y="810"/>
                      <a:pt x="220" y="810"/>
                    </a:cubicBezTo>
                    <a:cubicBezTo>
                      <a:pt x="256" y="800"/>
                      <a:pt x="256" y="800"/>
                      <a:pt x="256" y="80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1" y="13"/>
                      <a:pt x="1" y="15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2" name="Freeform 28"/>
              <p:cNvSpPr>
                <a:spLocks noEditPoints="1"/>
              </p:cNvSpPr>
              <p:nvPr userDrawn="1"/>
            </p:nvSpPr>
            <p:spPr bwMode="auto">
              <a:xfrm>
                <a:off x="477" y="1152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0 w 5"/>
                  <a:gd name="T3" fmla="*/ 0 h 9"/>
                  <a:gd name="T4" fmla="*/ 5 w 5"/>
                  <a:gd name="T5" fmla="*/ 9 h 9"/>
                  <a:gd name="T6" fmla="*/ 5 w 5"/>
                  <a:gd name="T7" fmla="*/ 9 h 9"/>
                  <a:gd name="T8" fmla="*/ 5 w 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cubicBezTo>
                      <a:pt x="5" y="6"/>
                      <a:pt x="2" y="2"/>
                      <a:pt x="0" y="0"/>
                    </a:cubicBezTo>
                    <a:lnTo>
                      <a:pt x="5" y="9"/>
                    </a:ln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Freeform 29"/>
              <p:cNvSpPr>
                <a:spLocks noEditPoints="1"/>
              </p:cNvSpPr>
              <p:nvPr userDrawn="1"/>
            </p:nvSpPr>
            <p:spPr bwMode="auto">
              <a:xfrm>
                <a:off x="444" y="1147"/>
                <a:ext cx="38" cy="24"/>
              </a:xfrm>
              <a:custGeom>
                <a:avLst/>
                <a:gdLst>
                  <a:gd name="T0" fmla="*/ 16 w 38"/>
                  <a:gd name="T1" fmla="*/ 1 h 24"/>
                  <a:gd name="T2" fmla="*/ 3 w 38"/>
                  <a:gd name="T3" fmla="*/ 24 h 24"/>
                  <a:gd name="T4" fmla="*/ 38 w 38"/>
                  <a:gd name="T5" fmla="*/ 14 h 24"/>
                  <a:gd name="T6" fmla="*/ 33 w 38"/>
                  <a:gd name="T7" fmla="*/ 5 h 24"/>
                  <a:gd name="T8" fmla="*/ 16 w 38"/>
                  <a:gd name="T9" fmla="*/ 1 h 24"/>
                  <a:gd name="T10" fmla="*/ 16 w 38"/>
                  <a:gd name="T11" fmla="*/ 1 h 24"/>
                  <a:gd name="T12" fmla="*/ 16 w 38"/>
                  <a:gd name="T13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4">
                    <a:moveTo>
                      <a:pt x="16" y="1"/>
                    </a:moveTo>
                    <a:cubicBezTo>
                      <a:pt x="6" y="4"/>
                      <a:pt x="0" y="14"/>
                      <a:pt x="3" y="2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1"/>
                      <a:pt x="22" y="0"/>
                      <a:pt x="16" y="1"/>
                    </a:cubicBezTo>
                    <a:close/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Freeform 30"/>
              <p:cNvSpPr>
                <a:spLocks noEditPoints="1"/>
              </p:cNvSpPr>
              <p:nvPr userDrawn="1"/>
            </p:nvSpPr>
            <p:spPr bwMode="auto">
              <a:xfrm>
                <a:off x="410" y="1155"/>
                <a:ext cx="257" cy="825"/>
              </a:xfrm>
              <a:custGeom>
                <a:avLst/>
                <a:gdLst>
                  <a:gd name="T0" fmla="*/ 38 w 257"/>
                  <a:gd name="T1" fmla="*/ 21 h 825"/>
                  <a:gd name="T2" fmla="*/ 37 w 257"/>
                  <a:gd name="T3" fmla="*/ 16 h 825"/>
                  <a:gd name="T4" fmla="*/ 14 w 257"/>
                  <a:gd name="T5" fmla="*/ 3 h 825"/>
                  <a:gd name="T6" fmla="*/ 2 w 257"/>
                  <a:gd name="T7" fmla="*/ 14 h 825"/>
                  <a:gd name="T8" fmla="*/ 3 w 257"/>
                  <a:gd name="T9" fmla="*/ 30 h 825"/>
                  <a:gd name="T10" fmla="*/ 223 w 257"/>
                  <a:gd name="T11" fmla="*/ 825 h 825"/>
                  <a:gd name="T12" fmla="*/ 240 w 257"/>
                  <a:gd name="T13" fmla="*/ 820 h 825"/>
                  <a:gd name="T14" fmla="*/ 257 w 257"/>
                  <a:gd name="T15" fmla="*/ 815 h 825"/>
                  <a:gd name="T16" fmla="*/ 38 w 257"/>
                  <a:gd name="T17" fmla="*/ 21 h 825"/>
                  <a:gd name="T18" fmla="*/ 38 w 257"/>
                  <a:gd name="T19" fmla="*/ 21 h 825"/>
                  <a:gd name="T20" fmla="*/ 38 w 257"/>
                  <a:gd name="T21" fmla="*/ 21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7" h="825">
                    <a:moveTo>
                      <a:pt x="38" y="21"/>
                    </a:moveTo>
                    <a:cubicBezTo>
                      <a:pt x="38" y="19"/>
                      <a:pt x="38" y="18"/>
                      <a:pt x="37" y="16"/>
                    </a:cubicBezTo>
                    <a:cubicBezTo>
                      <a:pt x="34" y="6"/>
                      <a:pt x="24" y="0"/>
                      <a:pt x="14" y="3"/>
                    </a:cubicBezTo>
                    <a:cubicBezTo>
                      <a:pt x="9" y="4"/>
                      <a:pt x="4" y="9"/>
                      <a:pt x="2" y="14"/>
                    </a:cubicBezTo>
                    <a:cubicBezTo>
                      <a:pt x="0" y="19"/>
                      <a:pt x="0" y="26"/>
                      <a:pt x="3" y="30"/>
                    </a:cubicBezTo>
                    <a:cubicBezTo>
                      <a:pt x="223" y="825"/>
                      <a:pt x="223" y="825"/>
                      <a:pt x="223" y="825"/>
                    </a:cubicBezTo>
                    <a:cubicBezTo>
                      <a:pt x="240" y="820"/>
                      <a:pt x="240" y="820"/>
                      <a:pt x="240" y="820"/>
                    </a:cubicBezTo>
                    <a:cubicBezTo>
                      <a:pt x="257" y="815"/>
                      <a:pt x="257" y="815"/>
                      <a:pt x="257" y="815"/>
                    </a:cubicBezTo>
                    <a:lnTo>
                      <a:pt x="38" y="21"/>
                    </a:lnTo>
                    <a:close/>
                    <a:moveTo>
                      <a:pt x="38" y="21"/>
                    </a:moveTo>
                    <a:cubicBezTo>
                      <a:pt x="38" y="21"/>
                      <a:pt x="38" y="21"/>
                      <a:pt x="38" y="21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Freeform 31"/>
              <p:cNvSpPr>
                <a:spLocks noEditPoints="1"/>
              </p:cNvSpPr>
              <p:nvPr userDrawn="1"/>
            </p:nvSpPr>
            <p:spPr bwMode="auto">
              <a:xfrm>
                <a:off x="701" y="1093"/>
                <a:ext cx="72" cy="226"/>
              </a:xfrm>
              <a:custGeom>
                <a:avLst/>
                <a:gdLst>
                  <a:gd name="T0" fmla="*/ 72 w 72"/>
                  <a:gd name="T1" fmla="*/ 2 h 226"/>
                  <a:gd name="T2" fmla="*/ 0 w 72"/>
                  <a:gd name="T3" fmla="*/ 220 h 226"/>
                  <a:gd name="T4" fmla="*/ 41 w 72"/>
                  <a:gd name="T5" fmla="*/ 226 h 226"/>
                  <a:gd name="T6" fmla="*/ 72 w 72"/>
                  <a:gd name="T7" fmla="*/ 2 h 226"/>
                  <a:gd name="T8" fmla="*/ 72 w 72"/>
                  <a:gd name="T9" fmla="*/ 2 h 226"/>
                  <a:gd name="T10" fmla="*/ 72 w 72"/>
                  <a:gd name="T11" fmla="*/ 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226">
                    <a:moveTo>
                      <a:pt x="72" y="2"/>
                    </a:moveTo>
                    <a:cubicBezTo>
                      <a:pt x="54" y="0"/>
                      <a:pt x="27" y="87"/>
                      <a:pt x="0" y="220"/>
                    </a:cubicBezTo>
                    <a:cubicBezTo>
                      <a:pt x="41" y="226"/>
                      <a:pt x="41" y="226"/>
                      <a:pt x="41" y="226"/>
                    </a:cubicBezTo>
                    <a:lnTo>
                      <a:pt x="72" y="2"/>
                    </a:lnTo>
                    <a:close/>
                    <a:moveTo>
                      <a:pt x="72" y="2"/>
                    </a:moveTo>
                    <a:cubicBezTo>
                      <a:pt x="72" y="2"/>
                      <a:pt x="72" y="2"/>
                      <a:pt x="7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Freeform 32"/>
              <p:cNvSpPr>
                <a:spLocks noEditPoints="1"/>
              </p:cNvSpPr>
              <p:nvPr userDrawn="1"/>
            </p:nvSpPr>
            <p:spPr bwMode="auto">
              <a:xfrm>
                <a:off x="803" y="837"/>
                <a:ext cx="5" cy="39"/>
              </a:xfrm>
              <a:custGeom>
                <a:avLst/>
                <a:gdLst>
                  <a:gd name="T0" fmla="*/ 5 w 5"/>
                  <a:gd name="T1" fmla="*/ 0 h 39"/>
                  <a:gd name="T2" fmla="*/ 0 w 5"/>
                  <a:gd name="T3" fmla="*/ 39 h 39"/>
                  <a:gd name="T4" fmla="*/ 5 w 5"/>
                  <a:gd name="T5" fmla="*/ 0 h 39"/>
                  <a:gd name="T6" fmla="*/ 5 w 5"/>
                  <a:gd name="T7" fmla="*/ 0 h 39"/>
                  <a:gd name="T8" fmla="*/ 5 w 5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9">
                    <a:moveTo>
                      <a:pt x="5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16"/>
                      <a:pt x="5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00BE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Freeform 33"/>
              <p:cNvSpPr>
                <a:spLocks noEditPoints="1"/>
              </p:cNvSpPr>
              <p:nvPr userDrawn="1"/>
            </p:nvSpPr>
            <p:spPr bwMode="auto">
              <a:xfrm>
                <a:off x="717" y="837"/>
                <a:ext cx="128" cy="263"/>
              </a:xfrm>
              <a:custGeom>
                <a:avLst/>
                <a:gdLst>
                  <a:gd name="T0" fmla="*/ 91 w 128"/>
                  <a:gd name="T1" fmla="*/ 0 h 263"/>
                  <a:gd name="T2" fmla="*/ 86 w 128"/>
                  <a:gd name="T3" fmla="*/ 39 h 263"/>
                  <a:gd name="T4" fmla="*/ 67 w 128"/>
                  <a:gd name="T5" fmla="*/ 95 h 263"/>
                  <a:gd name="T6" fmla="*/ 4 w 128"/>
                  <a:gd name="T7" fmla="*/ 190 h 263"/>
                  <a:gd name="T8" fmla="*/ 56 w 128"/>
                  <a:gd name="T9" fmla="*/ 258 h 263"/>
                  <a:gd name="T10" fmla="*/ 124 w 128"/>
                  <a:gd name="T11" fmla="*/ 207 h 263"/>
                  <a:gd name="T12" fmla="*/ 91 w 128"/>
                  <a:gd name="T13" fmla="*/ 0 h 263"/>
                  <a:gd name="T14" fmla="*/ 91 w 128"/>
                  <a:gd name="T15" fmla="*/ 0 h 263"/>
                  <a:gd name="T16" fmla="*/ 91 w 128"/>
                  <a:gd name="T1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263">
                    <a:moveTo>
                      <a:pt x="91" y="0"/>
                    </a:moveTo>
                    <a:cubicBezTo>
                      <a:pt x="91" y="0"/>
                      <a:pt x="91" y="16"/>
                      <a:pt x="86" y="39"/>
                    </a:cubicBezTo>
                    <a:cubicBezTo>
                      <a:pt x="82" y="55"/>
                      <a:pt x="76" y="75"/>
                      <a:pt x="67" y="95"/>
                    </a:cubicBezTo>
                    <a:cubicBezTo>
                      <a:pt x="49" y="130"/>
                      <a:pt x="9" y="160"/>
                      <a:pt x="4" y="190"/>
                    </a:cubicBezTo>
                    <a:cubicBezTo>
                      <a:pt x="0" y="223"/>
                      <a:pt x="23" y="254"/>
                      <a:pt x="56" y="258"/>
                    </a:cubicBezTo>
                    <a:cubicBezTo>
                      <a:pt x="89" y="263"/>
                      <a:pt x="119" y="240"/>
                      <a:pt x="124" y="207"/>
                    </a:cubicBezTo>
                    <a:cubicBezTo>
                      <a:pt x="128" y="174"/>
                      <a:pt x="120" y="61"/>
                      <a:pt x="91" y="0"/>
                    </a:cubicBezTo>
                    <a:close/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" name="Freeform 34"/>
              <p:cNvSpPr>
                <a:spLocks noEditPoints="1"/>
              </p:cNvSpPr>
              <p:nvPr userDrawn="1"/>
            </p:nvSpPr>
            <p:spPr bwMode="auto">
              <a:xfrm>
                <a:off x="742" y="1095"/>
                <a:ext cx="51" cy="229"/>
              </a:xfrm>
              <a:custGeom>
                <a:avLst/>
                <a:gdLst>
                  <a:gd name="T0" fmla="*/ 41 w 51"/>
                  <a:gd name="T1" fmla="*/ 229 h 229"/>
                  <a:gd name="T2" fmla="*/ 31 w 51"/>
                  <a:gd name="T3" fmla="*/ 0 h 229"/>
                  <a:gd name="T4" fmla="*/ 0 w 51"/>
                  <a:gd name="T5" fmla="*/ 223 h 229"/>
                  <a:gd name="T6" fmla="*/ 41 w 51"/>
                  <a:gd name="T7" fmla="*/ 229 h 229"/>
                  <a:gd name="T8" fmla="*/ 41 w 51"/>
                  <a:gd name="T9" fmla="*/ 229 h 229"/>
                  <a:gd name="T10" fmla="*/ 41 w 51"/>
                  <a:gd name="T11" fmla="*/ 22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29">
                    <a:moveTo>
                      <a:pt x="41" y="229"/>
                    </a:moveTo>
                    <a:cubicBezTo>
                      <a:pt x="51" y="94"/>
                      <a:pt x="48" y="3"/>
                      <a:pt x="31" y="0"/>
                    </a:cubicBezTo>
                    <a:cubicBezTo>
                      <a:pt x="0" y="223"/>
                      <a:pt x="0" y="223"/>
                      <a:pt x="0" y="223"/>
                    </a:cubicBezTo>
                    <a:lnTo>
                      <a:pt x="41" y="229"/>
                    </a:lnTo>
                    <a:close/>
                    <a:moveTo>
                      <a:pt x="41" y="229"/>
                    </a:moveTo>
                    <a:cubicBezTo>
                      <a:pt x="41" y="229"/>
                      <a:pt x="41" y="229"/>
                      <a:pt x="41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" name="Freeform 35"/>
              <p:cNvSpPr>
                <a:spLocks noEditPoints="1"/>
              </p:cNvSpPr>
              <p:nvPr userDrawn="1"/>
            </p:nvSpPr>
            <p:spPr bwMode="auto">
              <a:xfrm>
                <a:off x="621" y="1313"/>
                <a:ext cx="162" cy="692"/>
              </a:xfrm>
              <a:custGeom>
                <a:avLst/>
                <a:gdLst>
                  <a:gd name="T0" fmla="*/ 121 w 162"/>
                  <a:gd name="T1" fmla="*/ 5 h 692"/>
                  <a:gd name="T2" fmla="*/ 80 w 162"/>
                  <a:gd name="T3" fmla="*/ 0 h 692"/>
                  <a:gd name="T4" fmla="*/ 42 w 162"/>
                  <a:gd name="T5" fmla="*/ 228 h 692"/>
                  <a:gd name="T6" fmla="*/ 27 w 162"/>
                  <a:gd name="T7" fmla="*/ 688 h 692"/>
                  <a:gd name="T8" fmla="*/ 136 w 162"/>
                  <a:gd name="T9" fmla="*/ 241 h 692"/>
                  <a:gd name="T10" fmla="*/ 162 w 162"/>
                  <a:gd name="T11" fmla="*/ 11 h 692"/>
                  <a:gd name="T12" fmla="*/ 121 w 162"/>
                  <a:gd name="T13" fmla="*/ 5 h 692"/>
                  <a:gd name="T14" fmla="*/ 121 w 162"/>
                  <a:gd name="T15" fmla="*/ 5 h 692"/>
                  <a:gd name="T16" fmla="*/ 121 w 162"/>
                  <a:gd name="T17" fmla="*/ 5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692">
                    <a:moveTo>
                      <a:pt x="121" y="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7" y="66"/>
                      <a:pt x="54" y="145"/>
                      <a:pt x="42" y="228"/>
                    </a:cubicBezTo>
                    <a:cubicBezTo>
                      <a:pt x="7" y="479"/>
                      <a:pt x="0" y="684"/>
                      <a:pt x="27" y="688"/>
                    </a:cubicBezTo>
                    <a:cubicBezTo>
                      <a:pt x="53" y="692"/>
                      <a:pt x="102" y="492"/>
                      <a:pt x="136" y="241"/>
                    </a:cubicBezTo>
                    <a:cubicBezTo>
                      <a:pt x="148" y="158"/>
                      <a:pt x="156" y="79"/>
                      <a:pt x="162" y="11"/>
                    </a:cubicBezTo>
                    <a:lnTo>
                      <a:pt x="121" y="5"/>
                    </a:lnTo>
                    <a:close/>
                    <a:moveTo>
                      <a:pt x="121" y="5"/>
                    </a:moveTo>
                    <a:cubicBezTo>
                      <a:pt x="121" y="5"/>
                      <a:pt x="121" y="5"/>
                      <a:pt x="121" y="5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" name="Freeform 36"/>
              <p:cNvSpPr>
                <a:spLocks noEditPoints="1"/>
              </p:cNvSpPr>
              <p:nvPr userDrawn="1"/>
            </p:nvSpPr>
            <p:spPr bwMode="auto">
              <a:xfrm>
                <a:off x="399" y="1468"/>
                <a:ext cx="452" cy="571"/>
              </a:xfrm>
              <a:custGeom>
                <a:avLst/>
                <a:gdLst>
                  <a:gd name="T0" fmla="*/ 414 w 452"/>
                  <a:gd name="T1" fmla="*/ 0 h 571"/>
                  <a:gd name="T2" fmla="*/ 38 w 452"/>
                  <a:gd name="T3" fmla="*/ 0 h 571"/>
                  <a:gd name="T4" fmla="*/ 2 w 452"/>
                  <a:gd name="T5" fmla="*/ 40 h 571"/>
                  <a:gd name="T6" fmla="*/ 12 w 452"/>
                  <a:gd name="T7" fmla="*/ 127 h 571"/>
                  <a:gd name="T8" fmla="*/ 63 w 452"/>
                  <a:gd name="T9" fmla="*/ 90 h 571"/>
                  <a:gd name="T10" fmla="*/ 117 w 452"/>
                  <a:gd name="T11" fmla="*/ 130 h 571"/>
                  <a:gd name="T12" fmla="*/ 171 w 452"/>
                  <a:gd name="T13" fmla="*/ 90 h 571"/>
                  <a:gd name="T14" fmla="*/ 226 w 452"/>
                  <a:gd name="T15" fmla="*/ 130 h 571"/>
                  <a:gd name="T16" fmla="*/ 280 w 452"/>
                  <a:gd name="T17" fmla="*/ 90 h 571"/>
                  <a:gd name="T18" fmla="*/ 335 w 452"/>
                  <a:gd name="T19" fmla="*/ 130 h 571"/>
                  <a:gd name="T20" fmla="*/ 389 w 452"/>
                  <a:gd name="T21" fmla="*/ 90 h 571"/>
                  <a:gd name="T22" fmla="*/ 440 w 452"/>
                  <a:gd name="T23" fmla="*/ 128 h 571"/>
                  <a:gd name="T24" fmla="*/ 450 w 452"/>
                  <a:gd name="T25" fmla="*/ 40 h 571"/>
                  <a:gd name="T26" fmla="*/ 414 w 452"/>
                  <a:gd name="T27" fmla="*/ 0 h 571"/>
                  <a:gd name="T28" fmla="*/ 389 w 452"/>
                  <a:gd name="T29" fmla="*/ 146 h 571"/>
                  <a:gd name="T30" fmla="*/ 334 w 452"/>
                  <a:gd name="T31" fmla="*/ 186 h 571"/>
                  <a:gd name="T32" fmla="*/ 280 w 452"/>
                  <a:gd name="T33" fmla="*/ 146 h 571"/>
                  <a:gd name="T34" fmla="*/ 225 w 452"/>
                  <a:gd name="T35" fmla="*/ 186 h 571"/>
                  <a:gd name="T36" fmla="*/ 171 w 452"/>
                  <a:gd name="T37" fmla="*/ 146 h 571"/>
                  <a:gd name="T38" fmla="*/ 117 w 452"/>
                  <a:gd name="T39" fmla="*/ 186 h 571"/>
                  <a:gd name="T40" fmla="*/ 62 w 452"/>
                  <a:gd name="T41" fmla="*/ 146 h 571"/>
                  <a:gd name="T42" fmla="*/ 18 w 452"/>
                  <a:gd name="T43" fmla="*/ 179 h 571"/>
                  <a:gd name="T44" fmla="*/ 58 w 452"/>
                  <a:gd name="T45" fmla="*/ 531 h 571"/>
                  <a:gd name="T46" fmla="*/ 103 w 452"/>
                  <a:gd name="T47" fmla="*/ 571 h 571"/>
                  <a:gd name="T48" fmla="*/ 353 w 452"/>
                  <a:gd name="T49" fmla="*/ 571 h 571"/>
                  <a:gd name="T50" fmla="*/ 398 w 452"/>
                  <a:gd name="T51" fmla="*/ 531 h 571"/>
                  <a:gd name="T52" fmla="*/ 435 w 452"/>
                  <a:gd name="T53" fmla="*/ 180 h 571"/>
                  <a:gd name="T54" fmla="*/ 389 w 452"/>
                  <a:gd name="T55" fmla="*/ 146 h 571"/>
                  <a:gd name="T56" fmla="*/ 389 w 452"/>
                  <a:gd name="T57" fmla="*/ 146 h 571"/>
                  <a:gd name="T58" fmla="*/ 389 w 452"/>
                  <a:gd name="T59" fmla="*/ 146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2" h="571">
                    <a:moveTo>
                      <a:pt x="414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6" y="0"/>
                      <a:pt x="0" y="18"/>
                      <a:pt x="2" y="40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71" y="90"/>
                      <a:pt x="171" y="90"/>
                      <a:pt x="171" y="90"/>
                    </a:cubicBezTo>
                    <a:cubicBezTo>
                      <a:pt x="226" y="130"/>
                      <a:pt x="226" y="130"/>
                      <a:pt x="226" y="130"/>
                    </a:cubicBezTo>
                    <a:cubicBezTo>
                      <a:pt x="280" y="90"/>
                      <a:pt x="280" y="90"/>
                      <a:pt x="280" y="90"/>
                    </a:cubicBezTo>
                    <a:cubicBezTo>
                      <a:pt x="335" y="130"/>
                      <a:pt x="335" y="130"/>
                      <a:pt x="335" y="130"/>
                    </a:cubicBezTo>
                    <a:cubicBezTo>
                      <a:pt x="389" y="90"/>
                      <a:pt x="389" y="90"/>
                      <a:pt x="389" y="90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50" y="40"/>
                      <a:pt x="450" y="40"/>
                      <a:pt x="450" y="40"/>
                    </a:cubicBezTo>
                    <a:cubicBezTo>
                      <a:pt x="452" y="18"/>
                      <a:pt x="436" y="0"/>
                      <a:pt x="414" y="0"/>
                    </a:cubicBezTo>
                    <a:close/>
                    <a:moveTo>
                      <a:pt x="389" y="146"/>
                    </a:moveTo>
                    <a:cubicBezTo>
                      <a:pt x="334" y="186"/>
                      <a:pt x="334" y="186"/>
                      <a:pt x="334" y="186"/>
                    </a:cubicBezTo>
                    <a:cubicBezTo>
                      <a:pt x="280" y="146"/>
                      <a:pt x="280" y="146"/>
                      <a:pt x="280" y="146"/>
                    </a:cubicBezTo>
                    <a:cubicBezTo>
                      <a:pt x="225" y="186"/>
                      <a:pt x="225" y="186"/>
                      <a:pt x="225" y="186"/>
                    </a:cubicBezTo>
                    <a:cubicBezTo>
                      <a:pt x="171" y="146"/>
                      <a:pt x="171" y="146"/>
                      <a:pt x="171" y="146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58" y="531"/>
                      <a:pt x="58" y="531"/>
                      <a:pt x="58" y="531"/>
                    </a:cubicBezTo>
                    <a:cubicBezTo>
                      <a:pt x="60" y="553"/>
                      <a:pt x="81" y="571"/>
                      <a:pt x="103" y="571"/>
                    </a:cubicBezTo>
                    <a:cubicBezTo>
                      <a:pt x="353" y="571"/>
                      <a:pt x="353" y="571"/>
                      <a:pt x="353" y="571"/>
                    </a:cubicBezTo>
                    <a:cubicBezTo>
                      <a:pt x="376" y="571"/>
                      <a:pt x="395" y="553"/>
                      <a:pt x="398" y="531"/>
                    </a:cubicBezTo>
                    <a:cubicBezTo>
                      <a:pt x="435" y="180"/>
                      <a:pt x="435" y="180"/>
                      <a:pt x="435" y="180"/>
                    </a:cubicBezTo>
                    <a:lnTo>
                      <a:pt x="389" y="146"/>
                    </a:lnTo>
                    <a:close/>
                    <a:moveTo>
                      <a:pt x="389" y="146"/>
                    </a:moveTo>
                    <a:cubicBezTo>
                      <a:pt x="389" y="146"/>
                      <a:pt x="389" y="146"/>
                      <a:pt x="389" y="146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" name="Freeform 37"/>
              <p:cNvSpPr>
                <a:spLocks noEditPoints="1"/>
              </p:cNvSpPr>
              <p:nvPr userDrawn="1"/>
            </p:nvSpPr>
            <p:spPr bwMode="auto">
              <a:xfrm>
                <a:off x="249" y="1558"/>
                <a:ext cx="7182" cy="685"/>
              </a:xfrm>
              <a:custGeom>
                <a:avLst/>
                <a:gdLst>
                  <a:gd name="T0" fmla="*/ 539 w 7184"/>
                  <a:gd name="T1" fmla="*/ 0 h 685"/>
                  <a:gd name="T2" fmla="*/ 484 w 7184"/>
                  <a:gd name="T3" fmla="*/ 40 h 685"/>
                  <a:gd name="T4" fmla="*/ 430 w 7184"/>
                  <a:gd name="T5" fmla="*/ 0 h 685"/>
                  <a:gd name="T6" fmla="*/ 376 w 7184"/>
                  <a:gd name="T7" fmla="*/ 40 h 685"/>
                  <a:gd name="T8" fmla="*/ 375 w 7184"/>
                  <a:gd name="T9" fmla="*/ 40 h 685"/>
                  <a:gd name="T10" fmla="*/ 321 w 7184"/>
                  <a:gd name="T11" fmla="*/ 0 h 685"/>
                  <a:gd name="T12" fmla="*/ 267 w 7184"/>
                  <a:gd name="T13" fmla="*/ 40 h 685"/>
                  <a:gd name="T14" fmla="*/ 213 w 7184"/>
                  <a:gd name="T15" fmla="*/ 0 h 685"/>
                  <a:gd name="T16" fmla="*/ 162 w 7184"/>
                  <a:gd name="T17" fmla="*/ 37 h 685"/>
                  <a:gd name="T18" fmla="*/ 168 w 7184"/>
                  <a:gd name="T19" fmla="*/ 88 h 685"/>
                  <a:gd name="T20" fmla="*/ 213 w 7184"/>
                  <a:gd name="T21" fmla="*/ 56 h 685"/>
                  <a:gd name="T22" fmla="*/ 267 w 7184"/>
                  <a:gd name="T23" fmla="*/ 96 h 685"/>
                  <a:gd name="T24" fmla="*/ 321 w 7184"/>
                  <a:gd name="T25" fmla="*/ 56 h 685"/>
                  <a:gd name="T26" fmla="*/ 375 w 7184"/>
                  <a:gd name="T27" fmla="*/ 96 h 685"/>
                  <a:gd name="T28" fmla="*/ 376 w 7184"/>
                  <a:gd name="T29" fmla="*/ 96 h 685"/>
                  <a:gd name="T30" fmla="*/ 430 w 7184"/>
                  <a:gd name="T31" fmla="*/ 56 h 685"/>
                  <a:gd name="T32" fmla="*/ 484 w 7184"/>
                  <a:gd name="T33" fmla="*/ 96 h 685"/>
                  <a:gd name="T34" fmla="*/ 539 w 7184"/>
                  <a:gd name="T35" fmla="*/ 56 h 685"/>
                  <a:gd name="T36" fmla="*/ 585 w 7184"/>
                  <a:gd name="T37" fmla="*/ 90 h 685"/>
                  <a:gd name="T38" fmla="*/ 590 w 7184"/>
                  <a:gd name="T39" fmla="*/ 38 h 685"/>
                  <a:gd name="T40" fmla="*/ 539 w 7184"/>
                  <a:gd name="T41" fmla="*/ 0 h 685"/>
                  <a:gd name="T42" fmla="*/ 0 w 7184"/>
                  <a:gd name="T43" fmla="*/ 583 h 685"/>
                  <a:gd name="T44" fmla="*/ 102 w 7184"/>
                  <a:gd name="T45" fmla="*/ 685 h 685"/>
                  <a:gd name="T46" fmla="*/ 7082 w 7184"/>
                  <a:gd name="T47" fmla="*/ 685 h 685"/>
                  <a:gd name="T48" fmla="*/ 7184 w 7184"/>
                  <a:gd name="T49" fmla="*/ 583 h 685"/>
                  <a:gd name="T50" fmla="*/ 7082 w 7184"/>
                  <a:gd name="T51" fmla="*/ 481 h 685"/>
                  <a:gd name="T52" fmla="*/ 102 w 7184"/>
                  <a:gd name="T53" fmla="*/ 481 h 685"/>
                  <a:gd name="T54" fmla="*/ 0 w 7184"/>
                  <a:gd name="T55" fmla="*/ 583 h 685"/>
                  <a:gd name="T56" fmla="*/ 0 w 7184"/>
                  <a:gd name="T57" fmla="*/ 583 h 685"/>
                  <a:gd name="T58" fmla="*/ 0 w 7184"/>
                  <a:gd name="T59" fmla="*/ 58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84" h="685">
                    <a:moveTo>
                      <a:pt x="539" y="0"/>
                    </a:moveTo>
                    <a:cubicBezTo>
                      <a:pt x="484" y="40"/>
                      <a:pt x="484" y="40"/>
                      <a:pt x="484" y="4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5" y="40"/>
                      <a:pt x="375" y="40"/>
                      <a:pt x="375" y="40"/>
                    </a:cubicBezTo>
                    <a:cubicBezTo>
                      <a:pt x="321" y="0"/>
                      <a:pt x="321" y="0"/>
                      <a:pt x="321" y="0"/>
                    </a:cubicBezTo>
                    <a:cubicBezTo>
                      <a:pt x="267" y="40"/>
                      <a:pt x="267" y="40"/>
                      <a:pt x="267" y="40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162" y="37"/>
                      <a:pt x="162" y="37"/>
                      <a:pt x="162" y="37"/>
                    </a:cubicBezTo>
                    <a:cubicBezTo>
                      <a:pt x="168" y="88"/>
                      <a:pt x="168" y="88"/>
                      <a:pt x="168" y="88"/>
                    </a:cubicBezTo>
                    <a:cubicBezTo>
                      <a:pt x="213" y="56"/>
                      <a:pt x="213" y="56"/>
                      <a:pt x="213" y="56"/>
                    </a:cubicBezTo>
                    <a:cubicBezTo>
                      <a:pt x="267" y="96"/>
                      <a:pt x="267" y="96"/>
                      <a:pt x="267" y="96"/>
                    </a:cubicBezTo>
                    <a:cubicBezTo>
                      <a:pt x="321" y="56"/>
                      <a:pt x="321" y="56"/>
                      <a:pt x="321" y="56"/>
                    </a:cubicBezTo>
                    <a:cubicBezTo>
                      <a:pt x="375" y="96"/>
                      <a:pt x="375" y="96"/>
                      <a:pt x="375" y="96"/>
                    </a:cubicBezTo>
                    <a:cubicBezTo>
                      <a:pt x="376" y="96"/>
                      <a:pt x="376" y="96"/>
                      <a:pt x="376" y="96"/>
                    </a:cubicBezTo>
                    <a:cubicBezTo>
                      <a:pt x="430" y="56"/>
                      <a:pt x="430" y="56"/>
                      <a:pt x="430" y="56"/>
                    </a:cubicBezTo>
                    <a:cubicBezTo>
                      <a:pt x="484" y="96"/>
                      <a:pt x="484" y="96"/>
                      <a:pt x="484" y="96"/>
                    </a:cubicBezTo>
                    <a:cubicBezTo>
                      <a:pt x="539" y="56"/>
                      <a:pt x="539" y="56"/>
                      <a:pt x="539" y="56"/>
                    </a:cubicBezTo>
                    <a:cubicBezTo>
                      <a:pt x="585" y="90"/>
                      <a:pt x="585" y="90"/>
                      <a:pt x="585" y="90"/>
                    </a:cubicBezTo>
                    <a:cubicBezTo>
                      <a:pt x="590" y="38"/>
                      <a:pt x="590" y="38"/>
                      <a:pt x="590" y="38"/>
                    </a:cubicBezTo>
                    <a:lnTo>
                      <a:pt x="539" y="0"/>
                    </a:lnTo>
                    <a:close/>
                    <a:moveTo>
                      <a:pt x="0" y="583"/>
                    </a:moveTo>
                    <a:cubicBezTo>
                      <a:pt x="0" y="639"/>
                      <a:pt x="46" y="685"/>
                      <a:pt x="102" y="685"/>
                    </a:cubicBezTo>
                    <a:cubicBezTo>
                      <a:pt x="7082" y="685"/>
                      <a:pt x="7082" y="685"/>
                      <a:pt x="7082" y="685"/>
                    </a:cubicBezTo>
                    <a:cubicBezTo>
                      <a:pt x="7138" y="685"/>
                      <a:pt x="7184" y="639"/>
                      <a:pt x="7184" y="583"/>
                    </a:cubicBezTo>
                    <a:cubicBezTo>
                      <a:pt x="7184" y="527"/>
                      <a:pt x="7138" y="481"/>
                      <a:pt x="7082" y="481"/>
                    </a:cubicBezTo>
                    <a:cubicBezTo>
                      <a:pt x="102" y="481"/>
                      <a:pt x="102" y="481"/>
                      <a:pt x="102" y="481"/>
                    </a:cubicBezTo>
                    <a:cubicBezTo>
                      <a:pt x="46" y="481"/>
                      <a:pt x="0" y="527"/>
                      <a:pt x="0" y="583"/>
                    </a:cubicBezTo>
                    <a:close/>
                    <a:moveTo>
                      <a:pt x="0" y="583"/>
                    </a:moveTo>
                    <a:cubicBezTo>
                      <a:pt x="0" y="583"/>
                      <a:pt x="0" y="583"/>
                      <a:pt x="0" y="583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" name="Freeform 38"/>
              <p:cNvSpPr>
                <a:spLocks noEditPoints="1"/>
              </p:cNvSpPr>
              <p:nvPr userDrawn="1"/>
            </p:nvSpPr>
            <p:spPr bwMode="auto">
              <a:xfrm>
                <a:off x="1117" y="1150"/>
                <a:ext cx="12" cy="495"/>
              </a:xfrm>
              <a:custGeom>
                <a:avLst/>
                <a:gdLst>
                  <a:gd name="T0" fmla="*/ 9 w 12"/>
                  <a:gd name="T1" fmla="*/ 0 h 495"/>
                  <a:gd name="T2" fmla="*/ 6 w 12"/>
                  <a:gd name="T3" fmla="*/ 2 h 495"/>
                  <a:gd name="T4" fmla="*/ 4 w 12"/>
                  <a:gd name="T5" fmla="*/ 23 h 495"/>
                  <a:gd name="T6" fmla="*/ 12 w 12"/>
                  <a:gd name="T7" fmla="*/ 25 h 495"/>
                  <a:gd name="T8" fmla="*/ 12 w 12"/>
                  <a:gd name="T9" fmla="*/ 0 h 495"/>
                  <a:gd name="T10" fmla="*/ 9 w 12"/>
                  <a:gd name="T11" fmla="*/ 0 h 495"/>
                  <a:gd name="T12" fmla="*/ 2 w 12"/>
                  <a:gd name="T13" fmla="*/ 424 h 495"/>
                  <a:gd name="T14" fmla="*/ 1 w 12"/>
                  <a:gd name="T15" fmla="*/ 483 h 495"/>
                  <a:gd name="T16" fmla="*/ 6 w 12"/>
                  <a:gd name="T17" fmla="*/ 495 h 495"/>
                  <a:gd name="T18" fmla="*/ 12 w 12"/>
                  <a:gd name="T19" fmla="*/ 494 h 495"/>
                  <a:gd name="T20" fmla="*/ 12 w 12"/>
                  <a:gd name="T21" fmla="*/ 475 h 495"/>
                  <a:gd name="T22" fmla="*/ 2 w 12"/>
                  <a:gd name="T23" fmla="*/ 456 h 495"/>
                  <a:gd name="T24" fmla="*/ 3 w 12"/>
                  <a:gd name="T25" fmla="*/ 451 h 495"/>
                  <a:gd name="T26" fmla="*/ 12 w 12"/>
                  <a:gd name="T27" fmla="*/ 441 h 495"/>
                  <a:gd name="T28" fmla="*/ 12 w 12"/>
                  <a:gd name="T29" fmla="*/ 415 h 495"/>
                  <a:gd name="T30" fmla="*/ 2 w 12"/>
                  <a:gd name="T31" fmla="*/ 424 h 495"/>
                  <a:gd name="T32" fmla="*/ 4 w 12"/>
                  <a:gd name="T33" fmla="*/ 46 h 495"/>
                  <a:gd name="T34" fmla="*/ 3 w 12"/>
                  <a:gd name="T35" fmla="*/ 63 h 495"/>
                  <a:gd name="T36" fmla="*/ 12 w 12"/>
                  <a:gd name="T37" fmla="*/ 70 h 495"/>
                  <a:gd name="T38" fmla="*/ 12 w 12"/>
                  <a:gd name="T39" fmla="*/ 46 h 495"/>
                  <a:gd name="T40" fmla="*/ 4 w 12"/>
                  <a:gd name="T41" fmla="*/ 46 h 495"/>
                  <a:gd name="T42" fmla="*/ 1 w 12"/>
                  <a:gd name="T43" fmla="*/ 311 h 495"/>
                  <a:gd name="T44" fmla="*/ 12 w 12"/>
                  <a:gd name="T45" fmla="*/ 346 h 495"/>
                  <a:gd name="T46" fmla="*/ 12 w 12"/>
                  <a:gd name="T47" fmla="*/ 282 h 495"/>
                  <a:gd name="T48" fmla="*/ 1 w 12"/>
                  <a:gd name="T49" fmla="*/ 311 h 495"/>
                  <a:gd name="T50" fmla="*/ 1 w 12"/>
                  <a:gd name="T51" fmla="*/ 311 h 495"/>
                  <a:gd name="T52" fmla="*/ 1 w 12"/>
                  <a:gd name="T53" fmla="*/ 311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95">
                    <a:moveTo>
                      <a:pt x="9" y="0"/>
                    </a:moveTo>
                    <a:cubicBezTo>
                      <a:pt x="6" y="0"/>
                      <a:pt x="6" y="0"/>
                      <a:pt x="6" y="2"/>
                    </a:cubicBezTo>
                    <a:cubicBezTo>
                      <a:pt x="5" y="10"/>
                      <a:pt x="4" y="23"/>
                      <a:pt x="4" y="23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9" y="0"/>
                    </a:lnTo>
                    <a:close/>
                    <a:moveTo>
                      <a:pt x="2" y="424"/>
                    </a:moveTo>
                    <a:cubicBezTo>
                      <a:pt x="1" y="483"/>
                      <a:pt x="1" y="483"/>
                      <a:pt x="1" y="483"/>
                    </a:cubicBezTo>
                    <a:cubicBezTo>
                      <a:pt x="0" y="493"/>
                      <a:pt x="2" y="495"/>
                      <a:pt x="6" y="495"/>
                    </a:cubicBezTo>
                    <a:cubicBezTo>
                      <a:pt x="10" y="495"/>
                      <a:pt x="12" y="494"/>
                      <a:pt x="12" y="494"/>
                    </a:cubicBezTo>
                    <a:cubicBezTo>
                      <a:pt x="12" y="475"/>
                      <a:pt x="12" y="475"/>
                      <a:pt x="12" y="475"/>
                    </a:cubicBezTo>
                    <a:cubicBezTo>
                      <a:pt x="2" y="456"/>
                      <a:pt x="2" y="456"/>
                      <a:pt x="2" y="456"/>
                    </a:cubicBezTo>
                    <a:cubicBezTo>
                      <a:pt x="3" y="451"/>
                      <a:pt x="3" y="451"/>
                      <a:pt x="3" y="451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12" y="415"/>
                      <a:pt x="12" y="415"/>
                      <a:pt x="12" y="415"/>
                    </a:cubicBezTo>
                    <a:cubicBezTo>
                      <a:pt x="4" y="416"/>
                      <a:pt x="2" y="418"/>
                      <a:pt x="2" y="424"/>
                    </a:cubicBezTo>
                    <a:close/>
                    <a:moveTo>
                      <a:pt x="4" y="46"/>
                    </a:moveTo>
                    <a:cubicBezTo>
                      <a:pt x="3" y="63"/>
                      <a:pt x="3" y="63"/>
                      <a:pt x="3" y="63"/>
                    </a:cubicBezTo>
                    <a:cubicBezTo>
                      <a:pt x="3" y="67"/>
                      <a:pt x="6" y="70"/>
                      <a:pt x="12" y="70"/>
                    </a:cubicBezTo>
                    <a:cubicBezTo>
                      <a:pt x="12" y="46"/>
                      <a:pt x="12" y="46"/>
                      <a:pt x="12" y="46"/>
                    </a:cubicBezTo>
                    <a:lnTo>
                      <a:pt x="4" y="46"/>
                    </a:lnTo>
                    <a:close/>
                    <a:moveTo>
                      <a:pt x="1" y="311"/>
                    </a:moveTo>
                    <a:cubicBezTo>
                      <a:pt x="1" y="331"/>
                      <a:pt x="5" y="342"/>
                      <a:pt x="12" y="346"/>
                    </a:cubicBezTo>
                    <a:cubicBezTo>
                      <a:pt x="12" y="282"/>
                      <a:pt x="12" y="282"/>
                      <a:pt x="12" y="282"/>
                    </a:cubicBezTo>
                    <a:cubicBezTo>
                      <a:pt x="4" y="284"/>
                      <a:pt x="1" y="292"/>
                      <a:pt x="1" y="311"/>
                    </a:cubicBezTo>
                    <a:close/>
                    <a:moveTo>
                      <a:pt x="1" y="311"/>
                    </a:moveTo>
                    <a:cubicBezTo>
                      <a:pt x="1" y="311"/>
                      <a:pt x="1" y="311"/>
                      <a:pt x="1" y="3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" name="Freeform 39"/>
              <p:cNvSpPr>
                <a:spLocks noEditPoints="1"/>
              </p:cNvSpPr>
              <p:nvPr userDrawn="1"/>
            </p:nvSpPr>
            <p:spPr bwMode="auto">
              <a:xfrm>
                <a:off x="960" y="771"/>
                <a:ext cx="169" cy="1268"/>
              </a:xfrm>
              <a:custGeom>
                <a:avLst/>
                <a:gdLst>
                  <a:gd name="T0" fmla="*/ 47 w 169"/>
                  <a:gd name="T1" fmla="*/ 968 h 1268"/>
                  <a:gd name="T2" fmla="*/ 169 w 169"/>
                  <a:gd name="T3" fmla="*/ 988 h 1268"/>
                  <a:gd name="T4" fmla="*/ 145 w 169"/>
                  <a:gd name="T5" fmla="*/ 968 h 1268"/>
                  <a:gd name="T6" fmla="*/ 169 w 169"/>
                  <a:gd name="T7" fmla="*/ 948 h 1268"/>
                  <a:gd name="T8" fmla="*/ 169 w 169"/>
                  <a:gd name="T9" fmla="*/ 890 h 1268"/>
                  <a:gd name="T10" fmla="*/ 112 w 169"/>
                  <a:gd name="T11" fmla="*/ 890 h 1268"/>
                  <a:gd name="T12" fmla="*/ 125 w 169"/>
                  <a:gd name="T13" fmla="*/ 862 h 1268"/>
                  <a:gd name="T14" fmla="*/ 119 w 169"/>
                  <a:gd name="T15" fmla="*/ 794 h 1268"/>
                  <a:gd name="T16" fmla="*/ 113 w 169"/>
                  <a:gd name="T17" fmla="*/ 792 h 1268"/>
                  <a:gd name="T18" fmla="*/ 141 w 169"/>
                  <a:gd name="T19" fmla="*/ 779 h 1268"/>
                  <a:gd name="T20" fmla="*/ 169 w 169"/>
                  <a:gd name="T21" fmla="*/ 751 h 1268"/>
                  <a:gd name="T22" fmla="*/ 169 w 169"/>
                  <a:gd name="T23" fmla="*/ 638 h 1268"/>
                  <a:gd name="T24" fmla="*/ 168 w 169"/>
                  <a:gd name="T25" fmla="*/ 609 h 1268"/>
                  <a:gd name="T26" fmla="*/ 169 w 169"/>
                  <a:gd name="T27" fmla="*/ 595 h 1268"/>
                  <a:gd name="T28" fmla="*/ 165 w 169"/>
                  <a:gd name="T29" fmla="*/ 579 h 1268"/>
                  <a:gd name="T30" fmla="*/ 149 w 169"/>
                  <a:gd name="T31" fmla="*/ 587 h 1268"/>
                  <a:gd name="T32" fmla="*/ 154 w 169"/>
                  <a:gd name="T33" fmla="*/ 594 h 1268"/>
                  <a:gd name="T34" fmla="*/ 160 w 169"/>
                  <a:gd name="T35" fmla="*/ 596 h 1268"/>
                  <a:gd name="T36" fmla="*/ 132 w 169"/>
                  <a:gd name="T37" fmla="*/ 610 h 1268"/>
                  <a:gd name="T38" fmla="*/ 111 w 169"/>
                  <a:gd name="T39" fmla="*/ 595 h 1268"/>
                  <a:gd name="T40" fmla="*/ 147 w 169"/>
                  <a:gd name="T41" fmla="*/ 500 h 1268"/>
                  <a:gd name="T42" fmla="*/ 169 w 169"/>
                  <a:gd name="T43" fmla="*/ 471 h 1268"/>
                  <a:gd name="T44" fmla="*/ 114 w 169"/>
                  <a:gd name="T45" fmla="*/ 471 h 1268"/>
                  <a:gd name="T46" fmla="*/ 127 w 169"/>
                  <a:gd name="T47" fmla="*/ 443 h 1268"/>
                  <a:gd name="T48" fmla="*/ 122 w 169"/>
                  <a:gd name="T49" fmla="*/ 375 h 1268"/>
                  <a:gd name="T50" fmla="*/ 115 w 169"/>
                  <a:gd name="T51" fmla="*/ 373 h 1268"/>
                  <a:gd name="T52" fmla="*/ 145 w 169"/>
                  <a:gd name="T53" fmla="*/ 359 h 1268"/>
                  <a:gd name="T54" fmla="*/ 169 w 169"/>
                  <a:gd name="T55" fmla="*/ 324 h 1268"/>
                  <a:gd name="T56" fmla="*/ 145 w 169"/>
                  <a:gd name="T57" fmla="*/ 304 h 1268"/>
                  <a:gd name="T58" fmla="*/ 169 w 169"/>
                  <a:gd name="T59" fmla="*/ 284 h 1268"/>
                  <a:gd name="T60" fmla="*/ 167 w 169"/>
                  <a:gd name="T61" fmla="*/ 249 h 1268"/>
                  <a:gd name="T62" fmla="*/ 47 w 169"/>
                  <a:gd name="T63" fmla="*/ 49 h 1268"/>
                  <a:gd name="T64" fmla="*/ 169 w 169"/>
                  <a:gd name="T65" fmla="*/ 0 h 1268"/>
                  <a:gd name="T66" fmla="*/ 0 w 169"/>
                  <a:gd name="T67" fmla="*/ 1268 h 1268"/>
                  <a:gd name="T68" fmla="*/ 169 w 169"/>
                  <a:gd name="T69" fmla="*/ 1222 h 1268"/>
                  <a:gd name="T70" fmla="*/ 47 w 169"/>
                  <a:gd name="T71" fmla="*/ 1222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9" h="1268">
                    <a:moveTo>
                      <a:pt x="47" y="1222"/>
                    </a:moveTo>
                    <a:cubicBezTo>
                      <a:pt x="47" y="968"/>
                      <a:pt x="47" y="968"/>
                      <a:pt x="47" y="968"/>
                    </a:cubicBezTo>
                    <a:cubicBezTo>
                      <a:pt x="169" y="1022"/>
                      <a:pt x="169" y="1022"/>
                      <a:pt x="169" y="1022"/>
                    </a:cubicBezTo>
                    <a:cubicBezTo>
                      <a:pt x="169" y="988"/>
                      <a:pt x="169" y="988"/>
                      <a:pt x="169" y="988"/>
                    </a:cubicBezTo>
                    <a:cubicBezTo>
                      <a:pt x="168" y="988"/>
                      <a:pt x="167" y="988"/>
                      <a:pt x="166" y="988"/>
                    </a:cubicBezTo>
                    <a:cubicBezTo>
                      <a:pt x="154" y="988"/>
                      <a:pt x="145" y="979"/>
                      <a:pt x="145" y="968"/>
                    </a:cubicBezTo>
                    <a:cubicBezTo>
                      <a:pt x="145" y="957"/>
                      <a:pt x="154" y="948"/>
                      <a:pt x="166" y="948"/>
                    </a:cubicBezTo>
                    <a:cubicBezTo>
                      <a:pt x="167" y="948"/>
                      <a:pt x="168" y="948"/>
                      <a:pt x="169" y="948"/>
                    </a:cubicBezTo>
                    <a:cubicBezTo>
                      <a:pt x="169" y="889"/>
                      <a:pt x="169" y="889"/>
                      <a:pt x="169" y="889"/>
                    </a:cubicBezTo>
                    <a:cubicBezTo>
                      <a:pt x="169" y="890"/>
                      <a:pt x="169" y="890"/>
                      <a:pt x="169" y="890"/>
                    </a:cubicBezTo>
                    <a:cubicBezTo>
                      <a:pt x="169" y="890"/>
                      <a:pt x="148" y="889"/>
                      <a:pt x="140" y="889"/>
                    </a:cubicBezTo>
                    <a:cubicBezTo>
                      <a:pt x="130" y="889"/>
                      <a:pt x="112" y="890"/>
                      <a:pt x="112" y="890"/>
                    </a:cubicBezTo>
                    <a:cubicBezTo>
                      <a:pt x="113" y="876"/>
                      <a:pt x="113" y="876"/>
                      <a:pt x="113" y="876"/>
                    </a:cubicBezTo>
                    <a:cubicBezTo>
                      <a:pt x="122" y="874"/>
                      <a:pt x="125" y="871"/>
                      <a:pt x="125" y="862"/>
                    </a:cubicBezTo>
                    <a:cubicBezTo>
                      <a:pt x="125" y="803"/>
                      <a:pt x="125" y="803"/>
                      <a:pt x="125" y="803"/>
                    </a:cubicBezTo>
                    <a:cubicBezTo>
                      <a:pt x="125" y="796"/>
                      <a:pt x="123" y="794"/>
                      <a:pt x="119" y="794"/>
                    </a:cubicBezTo>
                    <a:cubicBezTo>
                      <a:pt x="117" y="794"/>
                      <a:pt x="114" y="794"/>
                      <a:pt x="114" y="794"/>
                    </a:cubicBezTo>
                    <a:cubicBezTo>
                      <a:pt x="113" y="792"/>
                      <a:pt x="113" y="792"/>
                      <a:pt x="113" y="792"/>
                    </a:cubicBezTo>
                    <a:cubicBezTo>
                      <a:pt x="114" y="779"/>
                      <a:pt x="114" y="779"/>
                      <a:pt x="114" y="779"/>
                    </a:cubicBezTo>
                    <a:cubicBezTo>
                      <a:pt x="114" y="779"/>
                      <a:pt x="138" y="779"/>
                      <a:pt x="141" y="779"/>
                    </a:cubicBezTo>
                    <a:cubicBezTo>
                      <a:pt x="147" y="779"/>
                      <a:pt x="163" y="779"/>
                      <a:pt x="169" y="779"/>
                    </a:cubicBezTo>
                    <a:cubicBezTo>
                      <a:pt x="169" y="751"/>
                      <a:pt x="169" y="751"/>
                      <a:pt x="169" y="751"/>
                    </a:cubicBezTo>
                    <a:cubicBezTo>
                      <a:pt x="138" y="751"/>
                      <a:pt x="119" y="731"/>
                      <a:pt x="119" y="697"/>
                    </a:cubicBezTo>
                    <a:cubicBezTo>
                      <a:pt x="119" y="662"/>
                      <a:pt x="137" y="642"/>
                      <a:pt x="169" y="638"/>
                    </a:cubicBezTo>
                    <a:cubicBezTo>
                      <a:pt x="169" y="611"/>
                      <a:pt x="169" y="611"/>
                      <a:pt x="169" y="611"/>
                    </a:cubicBezTo>
                    <a:cubicBezTo>
                      <a:pt x="168" y="609"/>
                      <a:pt x="168" y="609"/>
                      <a:pt x="168" y="609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79"/>
                      <a:pt x="169" y="579"/>
                      <a:pt x="169" y="579"/>
                    </a:cubicBezTo>
                    <a:cubicBezTo>
                      <a:pt x="165" y="579"/>
                      <a:pt x="165" y="579"/>
                      <a:pt x="165" y="579"/>
                    </a:cubicBezTo>
                    <a:cubicBezTo>
                      <a:pt x="161" y="579"/>
                      <a:pt x="156" y="579"/>
                      <a:pt x="151" y="580"/>
                    </a:cubicBezTo>
                    <a:cubicBezTo>
                      <a:pt x="149" y="587"/>
                      <a:pt x="149" y="587"/>
                      <a:pt x="149" y="587"/>
                    </a:cubicBezTo>
                    <a:cubicBezTo>
                      <a:pt x="149" y="589"/>
                      <a:pt x="149" y="590"/>
                      <a:pt x="149" y="591"/>
                    </a:cubicBezTo>
                    <a:cubicBezTo>
                      <a:pt x="149" y="594"/>
                      <a:pt x="149" y="594"/>
                      <a:pt x="154" y="594"/>
                    </a:cubicBezTo>
                    <a:cubicBezTo>
                      <a:pt x="159" y="594"/>
                      <a:pt x="159" y="594"/>
                      <a:pt x="159" y="594"/>
                    </a:cubicBezTo>
                    <a:cubicBezTo>
                      <a:pt x="160" y="596"/>
                      <a:pt x="160" y="596"/>
                      <a:pt x="160" y="596"/>
                    </a:cubicBezTo>
                    <a:cubicBezTo>
                      <a:pt x="159" y="610"/>
                      <a:pt x="159" y="610"/>
                      <a:pt x="159" y="610"/>
                    </a:cubicBezTo>
                    <a:cubicBezTo>
                      <a:pt x="159" y="610"/>
                      <a:pt x="143" y="610"/>
                      <a:pt x="132" y="610"/>
                    </a:cubicBezTo>
                    <a:cubicBezTo>
                      <a:pt x="122" y="610"/>
                      <a:pt x="110" y="610"/>
                      <a:pt x="110" y="610"/>
                    </a:cubicBezTo>
                    <a:cubicBezTo>
                      <a:pt x="111" y="595"/>
                      <a:pt x="111" y="595"/>
                      <a:pt x="111" y="595"/>
                    </a:cubicBezTo>
                    <a:cubicBezTo>
                      <a:pt x="115" y="594"/>
                      <a:pt x="118" y="591"/>
                      <a:pt x="119" y="586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169" y="499"/>
                      <a:pt x="169" y="499"/>
                      <a:pt x="169" y="499"/>
                    </a:cubicBezTo>
                    <a:cubicBezTo>
                      <a:pt x="169" y="471"/>
                      <a:pt x="169" y="471"/>
                      <a:pt x="169" y="471"/>
                    </a:cubicBezTo>
                    <a:cubicBezTo>
                      <a:pt x="161" y="471"/>
                      <a:pt x="148" y="470"/>
                      <a:pt x="145" y="470"/>
                    </a:cubicBezTo>
                    <a:cubicBezTo>
                      <a:pt x="134" y="470"/>
                      <a:pt x="114" y="471"/>
                      <a:pt x="114" y="471"/>
                    </a:cubicBezTo>
                    <a:cubicBezTo>
                      <a:pt x="115" y="456"/>
                      <a:pt x="115" y="456"/>
                      <a:pt x="115" y="456"/>
                    </a:cubicBezTo>
                    <a:cubicBezTo>
                      <a:pt x="124" y="454"/>
                      <a:pt x="127" y="452"/>
                      <a:pt x="127" y="443"/>
                    </a:cubicBezTo>
                    <a:cubicBezTo>
                      <a:pt x="127" y="382"/>
                      <a:pt x="127" y="382"/>
                      <a:pt x="127" y="382"/>
                    </a:cubicBezTo>
                    <a:cubicBezTo>
                      <a:pt x="127" y="377"/>
                      <a:pt x="125" y="375"/>
                      <a:pt x="122" y="375"/>
                    </a:cubicBezTo>
                    <a:cubicBezTo>
                      <a:pt x="120" y="375"/>
                      <a:pt x="117" y="375"/>
                      <a:pt x="117" y="375"/>
                    </a:cubicBezTo>
                    <a:cubicBezTo>
                      <a:pt x="115" y="373"/>
                      <a:pt x="115" y="373"/>
                      <a:pt x="115" y="373"/>
                    </a:cubicBezTo>
                    <a:cubicBezTo>
                      <a:pt x="117" y="359"/>
                      <a:pt x="117" y="359"/>
                      <a:pt x="117" y="359"/>
                    </a:cubicBezTo>
                    <a:cubicBezTo>
                      <a:pt x="117" y="359"/>
                      <a:pt x="140" y="359"/>
                      <a:pt x="145" y="359"/>
                    </a:cubicBezTo>
                    <a:cubicBezTo>
                      <a:pt x="149" y="359"/>
                      <a:pt x="160" y="359"/>
                      <a:pt x="169" y="359"/>
                    </a:cubicBezTo>
                    <a:cubicBezTo>
                      <a:pt x="169" y="324"/>
                      <a:pt x="169" y="324"/>
                      <a:pt x="169" y="324"/>
                    </a:cubicBezTo>
                    <a:cubicBezTo>
                      <a:pt x="168" y="324"/>
                      <a:pt x="166" y="324"/>
                      <a:pt x="165" y="324"/>
                    </a:cubicBezTo>
                    <a:cubicBezTo>
                      <a:pt x="154" y="324"/>
                      <a:pt x="145" y="315"/>
                      <a:pt x="145" y="304"/>
                    </a:cubicBezTo>
                    <a:cubicBezTo>
                      <a:pt x="145" y="293"/>
                      <a:pt x="154" y="284"/>
                      <a:pt x="165" y="284"/>
                    </a:cubicBezTo>
                    <a:cubicBezTo>
                      <a:pt x="166" y="284"/>
                      <a:pt x="167" y="284"/>
                      <a:pt x="169" y="284"/>
                    </a:cubicBezTo>
                    <a:cubicBezTo>
                      <a:pt x="169" y="250"/>
                      <a:pt x="169" y="250"/>
                      <a:pt x="169" y="250"/>
                    </a:cubicBezTo>
                    <a:cubicBezTo>
                      <a:pt x="167" y="249"/>
                      <a:pt x="167" y="249"/>
                      <a:pt x="167" y="249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68"/>
                      <a:pt x="0" y="1268"/>
                      <a:pt x="0" y="1268"/>
                    </a:cubicBezTo>
                    <a:cubicBezTo>
                      <a:pt x="169" y="1268"/>
                      <a:pt x="169" y="1268"/>
                      <a:pt x="169" y="1268"/>
                    </a:cubicBezTo>
                    <a:cubicBezTo>
                      <a:pt x="169" y="1222"/>
                      <a:pt x="169" y="1222"/>
                      <a:pt x="169" y="1222"/>
                    </a:cubicBezTo>
                    <a:cubicBezTo>
                      <a:pt x="47" y="1222"/>
                      <a:pt x="47" y="1222"/>
                      <a:pt x="47" y="1222"/>
                    </a:cubicBezTo>
                    <a:close/>
                    <a:moveTo>
                      <a:pt x="47" y="1222"/>
                    </a:moveTo>
                    <a:cubicBezTo>
                      <a:pt x="47" y="1222"/>
                      <a:pt x="47" y="1222"/>
                      <a:pt x="47" y="12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" name="Freeform 40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" name="Freeform 41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moveTo>
                      <a:pt x="12" y="0"/>
                    </a:move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" name="Freeform 42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close/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C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7" name="Freeform 43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8" name="Freeform 4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24" cy="570"/>
              </a:xfrm>
              <a:custGeom>
                <a:avLst/>
                <a:gdLst>
                  <a:gd name="T0" fmla="*/ 15 w 24"/>
                  <a:gd name="T1" fmla="*/ 551 h 570"/>
                  <a:gd name="T2" fmla="*/ 24 w 24"/>
                  <a:gd name="T3" fmla="*/ 570 h 570"/>
                  <a:gd name="T4" fmla="*/ 24 w 24"/>
                  <a:gd name="T5" fmla="*/ 536 h 570"/>
                  <a:gd name="T6" fmla="*/ 15 w 24"/>
                  <a:gd name="T7" fmla="*/ 546 h 570"/>
                  <a:gd name="T8" fmla="*/ 15 w 24"/>
                  <a:gd name="T9" fmla="*/ 551 h 570"/>
                  <a:gd name="T10" fmla="*/ 0 w 24"/>
                  <a:gd name="T11" fmla="*/ 20 h 570"/>
                  <a:gd name="T12" fmla="*/ 21 w 24"/>
                  <a:gd name="T13" fmla="*/ 40 h 570"/>
                  <a:gd name="T14" fmla="*/ 24 w 24"/>
                  <a:gd name="T15" fmla="*/ 39 h 570"/>
                  <a:gd name="T16" fmla="*/ 24 w 24"/>
                  <a:gd name="T17" fmla="*/ 0 h 570"/>
                  <a:gd name="T18" fmla="*/ 21 w 24"/>
                  <a:gd name="T19" fmla="*/ 0 h 570"/>
                  <a:gd name="T20" fmla="*/ 0 w 24"/>
                  <a:gd name="T21" fmla="*/ 20 h 570"/>
                  <a:gd name="T22" fmla="*/ 0 w 24"/>
                  <a:gd name="T23" fmla="*/ 20 h 570"/>
                  <a:gd name="T24" fmla="*/ 0 w 24"/>
                  <a:gd name="T25" fmla="*/ 2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570">
                    <a:moveTo>
                      <a:pt x="15" y="551"/>
                    </a:moveTo>
                    <a:cubicBezTo>
                      <a:pt x="24" y="570"/>
                      <a:pt x="24" y="570"/>
                      <a:pt x="24" y="570"/>
                    </a:cubicBezTo>
                    <a:cubicBezTo>
                      <a:pt x="24" y="536"/>
                      <a:pt x="24" y="536"/>
                      <a:pt x="24" y="536"/>
                    </a:cubicBezTo>
                    <a:cubicBezTo>
                      <a:pt x="15" y="546"/>
                      <a:pt x="15" y="546"/>
                      <a:pt x="15" y="546"/>
                    </a:cubicBezTo>
                    <a:lnTo>
                      <a:pt x="15" y="551"/>
                    </a:lnTo>
                    <a:close/>
                    <a:moveTo>
                      <a:pt x="0" y="20"/>
                    </a:moveTo>
                    <a:cubicBezTo>
                      <a:pt x="0" y="31"/>
                      <a:pt x="9" y="40"/>
                      <a:pt x="21" y="40"/>
                    </a:cubicBezTo>
                    <a:cubicBezTo>
                      <a:pt x="22" y="40"/>
                      <a:pt x="23" y="39"/>
                      <a:pt x="24" y="39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9" y="0"/>
                      <a:pt x="0" y="8"/>
                      <a:pt x="0" y="20"/>
                    </a:cubicBezTo>
                    <a:close/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9" name="Rectangle 45"/>
              <p:cNvSpPr>
                <a:spLocks noChangeArrowheads="1"/>
              </p:cNvSpPr>
              <p:nvPr userDrawn="1"/>
            </p:nvSpPr>
            <p:spPr bwMode="auto">
              <a:xfrm>
                <a:off x="1297" y="771"/>
                <a:ext cx="1" cy="1268"/>
              </a:xfrm>
              <a:prstGeom prst="rect">
                <a:avLst/>
              </a:prstGeom>
              <a:solidFill>
                <a:srgbClr val="3F2B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0" name="Freeform 46"/>
              <p:cNvSpPr>
                <a:spLocks noEditPoints="1"/>
              </p:cNvSpPr>
              <p:nvPr userDrawn="1"/>
            </p:nvSpPr>
            <p:spPr bwMode="auto">
              <a:xfrm>
                <a:off x="1129" y="1300"/>
                <a:ext cx="5" cy="29"/>
              </a:xfrm>
              <a:custGeom>
                <a:avLst/>
                <a:gdLst>
                  <a:gd name="T0" fmla="*/ 0 w 5"/>
                  <a:gd name="T1" fmla="*/ 0 h 29"/>
                  <a:gd name="T2" fmla="*/ 0 w 5"/>
                  <a:gd name="T3" fmla="*/ 29 h 29"/>
                  <a:gd name="T4" fmla="*/ 5 w 5"/>
                  <a:gd name="T5" fmla="*/ 28 h 29"/>
                  <a:gd name="T6" fmla="*/ 0 w 5"/>
                  <a:gd name="T7" fmla="*/ 0 h 29"/>
                  <a:gd name="T8" fmla="*/ 0 w 5"/>
                  <a:gd name="T9" fmla="*/ 0 h 29"/>
                  <a:gd name="T10" fmla="*/ 0 w 5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9">
                    <a:moveTo>
                      <a:pt x="0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" y="29"/>
                      <a:pt x="5" y="28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1" name="Freeform 47"/>
              <p:cNvSpPr>
                <a:spLocks noEditPoints="1"/>
              </p:cNvSpPr>
              <p:nvPr userDrawn="1"/>
            </p:nvSpPr>
            <p:spPr bwMode="auto">
              <a:xfrm>
                <a:off x="1129" y="1196"/>
                <a:ext cx="16" cy="24"/>
              </a:xfrm>
              <a:custGeom>
                <a:avLst/>
                <a:gdLst>
                  <a:gd name="T0" fmla="*/ 16 w 16"/>
                  <a:gd name="T1" fmla="*/ 12 h 24"/>
                  <a:gd name="T2" fmla="*/ 5 w 16"/>
                  <a:gd name="T3" fmla="*/ 0 h 24"/>
                  <a:gd name="T4" fmla="*/ 0 w 16"/>
                  <a:gd name="T5" fmla="*/ 0 h 24"/>
                  <a:gd name="T6" fmla="*/ 0 w 16"/>
                  <a:gd name="T7" fmla="*/ 24 h 24"/>
                  <a:gd name="T8" fmla="*/ 4 w 16"/>
                  <a:gd name="T9" fmla="*/ 24 h 24"/>
                  <a:gd name="T10" fmla="*/ 16 w 16"/>
                  <a:gd name="T11" fmla="*/ 12 h 24"/>
                  <a:gd name="T12" fmla="*/ 16 w 16"/>
                  <a:gd name="T13" fmla="*/ 12 h 24"/>
                  <a:gd name="T14" fmla="*/ 16 w 16"/>
                  <a:gd name="T15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4">
                    <a:moveTo>
                      <a:pt x="16" y="12"/>
                    </a:moveTo>
                    <a:cubicBezTo>
                      <a:pt x="16" y="6"/>
                      <a:pt x="12" y="2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2" y="24"/>
                      <a:pt x="4" y="24"/>
                    </a:cubicBezTo>
                    <a:cubicBezTo>
                      <a:pt x="12" y="24"/>
                      <a:pt x="16" y="20"/>
                      <a:pt x="16" y="12"/>
                    </a:cubicBezTo>
                    <a:close/>
                    <a:moveTo>
                      <a:pt x="16" y="12"/>
                    </a:move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2" name="Freeform 48"/>
              <p:cNvSpPr>
                <a:spLocks noEditPoints="1"/>
              </p:cNvSpPr>
              <p:nvPr userDrawn="1"/>
            </p:nvSpPr>
            <p:spPr bwMode="auto">
              <a:xfrm>
                <a:off x="1129" y="771"/>
                <a:ext cx="169" cy="1270"/>
              </a:xfrm>
              <a:custGeom>
                <a:avLst/>
                <a:gdLst>
                  <a:gd name="T0" fmla="*/ 0 w 169"/>
                  <a:gd name="T1" fmla="*/ 49 h 1270"/>
                  <a:gd name="T2" fmla="*/ 122 w 169"/>
                  <a:gd name="T3" fmla="*/ 304 h 1270"/>
                  <a:gd name="T4" fmla="*/ 0 w 169"/>
                  <a:gd name="T5" fmla="*/ 284 h 1270"/>
                  <a:gd name="T6" fmla="*/ 0 w 169"/>
                  <a:gd name="T7" fmla="*/ 323 h 1270"/>
                  <a:gd name="T8" fmla="*/ 9 w 169"/>
                  <a:gd name="T9" fmla="*/ 358 h 1270"/>
                  <a:gd name="T10" fmla="*/ 32 w 169"/>
                  <a:gd name="T11" fmla="*/ 411 h 1270"/>
                  <a:gd name="T12" fmla="*/ 4 w 169"/>
                  <a:gd name="T13" fmla="*/ 471 h 1270"/>
                  <a:gd name="T14" fmla="*/ 0 w 169"/>
                  <a:gd name="T15" fmla="*/ 498 h 1270"/>
                  <a:gd name="T16" fmla="*/ 26 w 169"/>
                  <a:gd name="T17" fmla="*/ 499 h 1270"/>
                  <a:gd name="T18" fmla="*/ 57 w 169"/>
                  <a:gd name="T19" fmla="*/ 594 h 1270"/>
                  <a:gd name="T20" fmla="*/ 57 w 169"/>
                  <a:gd name="T21" fmla="*/ 610 h 1270"/>
                  <a:gd name="T22" fmla="*/ 0 w 169"/>
                  <a:gd name="T23" fmla="*/ 610 h 1270"/>
                  <a:gd name="T24" fmla="*/ 11 w 169"/>
                  <a:gd name="T25" fmla="*/ 637 h 1270"/>
                  <a:gd name="T26" fmla="*/ 48 w 169"/>
                  <a:gd name="T27" fmla="*/ 645 h 1270"/>
                  <a:gd name="T28" fmla="*/ 17 w 169"/>
                  <a:gd name="T29" fmla="*/ 683 h 1270"/>
                  <a:gd name="T30" fmla="*/ 5 w 169"/>
                  <a:gd name="T31" fmla="*/ 661 h 1270"/>
                  <a:gd name="T32" fmla="*/ 0 w 169"/>
                  <a:gd name="T33" fmla="*/ 726 h 1270"/>
                  <a:gd name="T34" fmla="*/ 20 w 169"/>
                  <a:gd name="T35" fmla="*/ 708 h 1270"/>
                  <a:gd name="T36" fmla="*/ 44 w 169"/>
                  <a:gd name="T37" fmla="*/ 742 h 1270"/>
                  <a:gd name="T38" fmla="*/ 1 w 169"/>
                  <a:gd name="T39" fmla="*/ 751 h 1270"/>
                  <a:gd name="T40" fmla="*/ 0 w 169"/>
                  <a:gd name="T41" fmla="*/ 779 h 1270"/>
                  <a:gd name="T42" fmla="*/ 1 w 169"/>
                  <a:gd name="T43" fmla="*/ 794 h 1270"/>
                  <a:gd name="T44" fmla="*/ 0 w 169"/>
                  <a:gd name="T45" fmla="*/ 820 h 1270"/>
                  <a:gd name="T46" fmla="*/ 14 w 169"/>
                  <a:gd name="T47" fmla="*/ 800 h 1270"/>
                  <a:gd name="T48" fmla="*/ 6 w 169"/>
                  <a:gd name="T49" fmla="*/ 793 h 1270"/>
                  <a:gd name="T50" fmla="*/ 32 w 169"/>
                  <a:gd name="T51" fmla="*/ 779 h 1270"/>
                  <a:gd name="T52" fmla="*/ 58 w 169"/>
                  <a:gd name="T53" fmla="*/ 781 h 1270"/>
                  <a:gd name="T54" fmla="*/ 32 w 169"/>
                  <a:gd name="T55" fmla="*/ 819 h 1270"/>
                  <a:gd name="T56" fmla="*/ 41 w 169"/>
                  <a:gd name="T57" fmla="*/ 860 h 1270"/>
                  <a:gd name="T58" fmla="*/ 59 w 169"/>
                  <a:gd name="T59" fmla="*/ 878 h 1270"/>
                  <a:gd name="T60" fmla="*/ 31 w 169"/>
                  <a:gd name="T61" fmla="*/ 892 h 1270"/>
                  <a:gd name="T62" fmla="*/ 0 w 169"/>
                  <a:gd name="T63" fmla="*/ 854 h 1270"/>
                  <a:gd name="T64" fmla="*/ 2 w 169"/>
                  <a:gd name="T65" fmla="*/ 876 h 1270"/>
                  <a:gd name="T66" fmla="*/ 0 w 169"/>
                  <a:gd name="T67" fmla="*/ 949 h 1270"/>
                  <a:gd name="T68" fmla="*/ 0 w 169"/>
                  <a:gd name="T69" fmla="*/ 988 h 1270"/>
                  <a:gd name="T70" fmla="*/ 2 w 169"/>
                  <a:gd name="T71" fmla="*/ 1024 h 1270"/>
                  <a:gd name="T72" fmla="*/ 122 w 169"/>
                  <a:gd name="T73" fmla="*/ 1224 h 1270"/>
                  <a:gd name="T74" fmla="*/ 0 w 169"/>
                  <a:gd name="T75" fmla="*/ 1270 h 1270"/>
                  <a:gd name="T76" fmla="*/ 169 w 169"/>
                  <a:gd name="T77" fmla="*/ 0 h 1270"/>
                  <a:gd name="T78" fmla="*/ 0 w 169"/>
                  <a:gd name="T79" fmla="*/ 0 h 1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9" h="1270">
                    <a:moveTo>
                      <a:pt x="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304"/>
                      <a:pt x="122" y="304"/>
                      <a:pt x="122" y="304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9" y="285"/>
                      <a:pt x="17" y="294"/>
                      <a:pt x="17" y="304"/>
                    </a:cubicBezTo>
                    <a:cubicBezTo>
                      <a:pt x="17" y="313"/>
                      <a:pt x="9" y="322"/>
                      <a:pt x="0" y="323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5" y="358"/>
                      <a:pt x="9" y="358"/>
                      <a:pt x="9" y="358"/>
                    </a:cubicBezTo>
                    <a:cubicBezTo>
                      <a:pt x="35" y="358"/>
                      <a:pt x="48" y="367"/>
                      <a:pt x="48" y="385"/>
                    </a:cubicBezTo>
                    <a:cubicBezTo>
                      <a:pt x="48" y="397"/>
                      <a:pt x="40" y="405"/>
                      <a:pt x="32" y="411"/>
                    </a:cubicBezTo>
                    <a:cubicBezTo>
                      <a:pt x="42" y="414"/>
                      <a:pt x="53" y="420"/>
                      <a:pt x="53" y="435"/>
                    </a:cubicBezTo>
                    <a:cubicBezTo>
                      <a:pt x="53" y="459"/>
                      <a:pt x="37" y="471"/>
                      <a:pt x="4" y="471"/>
                    </a:cubicBezTo>
                    <a:cubicBezTo>
                      <a:pt x="3" y="471"/>
                      <a:pt x="2" y="471"/>
                      <a:pt x="0" y="471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23" y="497"/>
                      <a:pt x="23" y="497"/>
                      <a:pt x="23" y="497"/>
                    </a:cubicBezTo>
                    <a:cubicBezTo>
                      <a:pt x="26" y="499"/>
                      <a:pt x="26" y="499"/>
                      <a:pt x="26" y="499"/>
                    </a:cubicBezTo>
                    <a:cubicBezTo>
                      <a:pt x="26" y="499"/>
                      <a:pt x="42" y="565"/>
                      <a:pt x="47" y="583"/>
                    </a:cubicBezTo>
                    <a:cubicBezTo>
                      <a:pt x="49" y="591"/>
                      <a:pt x="52" y="594"/>
                      <a:pt x="57" y="594"/>
                    </a:cubicBezTo>
                    <a:cubicBezTo>
                      <a:pt x="58" y="596"/>
                      <a:pt x="58" y="596"/>
                      <a:pt x="58" y="596"/>
                    </a:cubicBezTo>
                    <a:cubicBezTo>
                      <a:pt x="57" y="610"/>
                      <a:pt x="57" y="610"/>
                      <a:pt x="57" y="610"/>
                    </a:cubicBezTo>
                    <a:cubicBezTo>
                      <a:pt x="57" y="610"/>
                      <a:pt x="42" y="609"/>
                      <a:pt x="33" y="609"/>
                    </a:cubicBezTo>
                    <a:cubicBezTo>
                      <a:pt x="17" y="609"/>
                      <a:pt x="0" y="610"/>
                      <a:pt x="0" y="610"/>
                    </a:cubicBezTo>
                    <a:cubicBezTo>
                      <a:pt x="0" y="638"/>
                      <a:pt x="0" y="638"/>
                      <a:pt x="0" y="638"/>
                    </a:cubicBezTo>
                    <a:cubicBezTo>
                      <a:pt x="3" y="637"/>
                      <a:pt x="7" y="637"/>
                      <a:pt x="11" y="637"/>
                    </a:cubicBezTo>
                    <a:cubicBezTo>
                      <a:pt x="25" y="637"/>
                      <a:pt x="46" y="642"/>
                      <a:pt x="46" y="642"/>
                    </a:cubicBezTo>
                    <a:cubicBezTo>
                      <a:pt x="48" y="645"/>
                      <a:pt x="48" y="645"/>
                      <a:pt x="48" y="645"/>
                    </a:cubicBezTo>
                    <a:cubicBezTo>
                      <a:pt x="48" y="645"/>
                      <a:pt x="44" y="660"/>
                      <a:pt x="43" y="681"/>
                    </a:cubicBezTo>
                    <a:cubicBezTo>
                      <a:pt x="17" y="683"/>
                      <a:pt x="17" y="683"/>
                      <a:pt x="17" y="683"/>
                    </a:cubicBezTo>
                    <a:cubicBezTo>
                      <a:pt x="17" y="683"/>
                      <a:pt x="17" y="678"/>
                      <a:pt x="17" y="673"/>
                    </a:cubicBezTo>
                    <a:cubicBezTo>
                      <a:pt x="17" y="664"/>
                      <a:pt x="14" y="661"/>
                      <a:pt x="5" y="661"/>
                    </a:cubicBezTo>
                    <a:cubicBezTo>
                      <a:pt x="3" y="661"/>
                      <a:pt x="2" y="661"/>
                      <a:pt x="0" y="661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2" y="727"/>
                      <a:pt x="4" y="727"/>
                      <a:pt x="6" y="727"/>
                    </a:cubicBezTo>
                    <a:cubicBezTo>
                      <a:pt x="15" y="727"/>
                      <a:pt x="19" y="722"/>
                      <a:pt x="20" y="708"/>
                    </a:cubicBezTo>
                    <a:cubicBezTo>
                      <a:pt x="46" y="706"/>
                      <a:pt x="46" y="706"/>
                      <a:pt x="46" y="706"/>
                    </a:cubicBezTo>
                    <a:cubicBezTo>
                      <a:pt x="46" y="706"/>
                      <a:pt x="44" y="726"/>
                      <a:pt x="44" y="742"/>
                    </a:cubicBezTo>
                    <a:cubicBezTo>
                      <a:pt x="42" y="745"/>
                      <a:pt x="42" y="745"/>
                      <a:pt x="42" y="745"/>
                    </a:cubicBezTo>
                    <a:cubicBezTo>
                      <a:pt x="42" y="745"/>
                      <a:pt x="23" y="751"/>
                      <a:pt x="1" y="751"/>
                    </a:cubicBezTo>
                    <a:cubicBezTo>
                      <a:pt x="0" y="751"/>
                      <a:pt x="0" y="751"/>
                      <a:pt x="0" y="751"/>
                    </a:cubicBezTo>
                    <a:cubicBezTo>
                      <a:pt x="0" y="779"/>
                      <a:pt x="0" y="779"/>
                      <a:pt x="0" y="779"/>
                    </a:cubicBezTo>
                    <a:cubicBezTo>
                      <a:pt x="2" y="779"/>
                      <a:pt x="2" y="779"/>
                      <a:pt x="2" y="779"/>
                    </a:cubicBezTo>
                    <a:cubicBezTo>
                      <a:pt x="1" y="794"/>
                      <a:pt x="1" y="794"/>
                      <a:pt x="1" y="794"/>
                    </a:cubicBezTo>
                    <a:cubicBezTo>
                      <a:pt x="0" y="794"/>
                      <a:pt x="0" y="794"/>
                      <a:pt x="0" y="794"/>
                    </a:cubicBezTo>
                    <a:cubicBezTo>
                      <a:pt x="0" y="820"/>
                      <a:pt x="0" y="820"/>
                      <a:pt x="0" y="820"/>
                    </a:cubicBezTo>
                    <a:cubicBezTo>
                      <a:pt x="11" y="808"/>
                      <a:pt x="11" y="808"/>
                      <a:pt x="11" y="808"/>
                    </a:cubicBezTo>
                    <a:cubicBezTo>
                      <a:pt x="13" y="805"/>
                      <a:pt x="14" y="802"/>
                      <a:pt x="14" y="800"/>
                    </a:cubicBezTo>
                    <a:cubicBezTo>
                      <a:pt x="14" y="796"/>
                      <a:pt x="12" y="795"/>
                      <a:pt x="7" y="794"/>
                    </a:cubicBezTo>
                    <a:cubicBezTo>
                      <a:pt x="6" y="793"/>
                      <a:pt x="6" y="793"/>
                      <a:pt x="6" y="793"/>
                    </a:cubicBezTo>
                    <a:cubicBezTo>
                      <a:pt x="8" y="779"/>
                      <a:pt x="8" y="779"/>
                      <a:pt x="8" y="779"/>
                    </a:cubicBezTo>
                    <a:cubicBezTo>
                      <a:pt x="8" y="779"/>
                      <a:pt x="24" y="779"/>
                      <a:pt x="32" y="779"/>
                    </a:cubicBezTo>
                    <a:cubicBezTo>
                      <a:pt x="39" y="779"/>
                      <a:pt x="57" y="778"/>
                      <a:pt x="57" y="778"/>
                    </a:cubicBezTo>
                    <a:cubicBezTo>
                      <a:pt x="58" y="781"/>
                      <a:pt x="58" y="781"/>
                      <a:pt x="58" y="781"/>
                    </a:cubicBezTo>
                    <a:cubicBezTo>
                      <a:pt x="57" y="794"/>
                      <a:pt x="57" y="794"/>
                      <a:pt x="57" y="794"/>
                    </a:cubicBezTo>
                    <a:cubicBezTo>
                      <a:pt x="49" y="799"/>
                      <a:pt x="41" y="806"/>
                      <a:pt x="32" y="819"/>
                    </a:cubicBezTo>
                    <a:cubicBezTo>
                      <a:pt x="25" y="829"/>
                      <a:pt x="25" y="829"/>
                      <a:pt x="25" y="829"/>
                    </a:cubicBezTo>
                    <a:cubicBezTo>
                      <a:pt x="41" y="860"/>
                      <a:pt x="41" y="860"/>
                      <a:pt x="41" y="860"/>
                    </a:cubicBezTo>
                    <a:cubicBezTo>
                      <a:pt x="46" y="870"/>
                      <a:pt x="50" y="875"/>
                      <a:pt x="58" y="875"/>
                    </a:cubicBezTo>
                    <a:cubicBezTo>
                      <a:pt x="59" y="878"/>
                      <a:pt x="59" y="878"/>
                      <a:pt x="59" y="878"/>
                    </a:cubicBezTo>
                    <a:cubicBezTo>
                      <a:pt x="58" y="891"/>
                      <a:pt x="58" y="891"/>
                      <a:pt x="58" y="891"/>
                    </a:cubicBezTo>
                    <a:cubicBezTo>
                      <a:pt x="58" y="891"/>
                      <a:pt x="36" y="892"/>
                      <a:pt x="31" y="892"/>
                    </a:cubicBezTo>
                    <a:cubicBezTo>
                      <a:pt x="23" y="892"/>
                      <a:pt x="18" y="889"/>
                      <a:pt x="13" y="879"/>
                    </a:cubicBezTo>
                    <a:cubicBezTo>
                      <a:pt x="0" y="854"/>
                      <a:pt x="0" y="854"/>
                      <a:pt x="0" y="854"/>
                    </a:cubicBezTo>
                    <a:cubicBezTo>
                      <a:pt x="0" y="875"/>
                      <a:pt x="0" y="875"/>
                      <a:pt x="0" y="875"/>
                    </a:cubicBezTo>
                    <a:cubicBezTo>
                      <a:pt x="2" y="876"/>
                      <a:pt x="2" y="876"/>
                      <a:pt x="2" y="876"/>
                    </a:cubicBezTo>
                    <a:cubicBezTo>
                      <a:pt x="0" y="889"/>
                      <a:pt x="0" y="889"/>
                      <a:pt x="0" y="889"/>
                    </a:cubicBezTo>
                    <a:cubicBezTo>
                      <a:pt x="0" y="949"/>
                      <a:pt x="0" y="949"/>
                      <a:pt x="0" y="949"/>
                    </a:cubicBezTo>
                    <a:cubicBezTo>
                      <a:pt x="10" y="950"/>
                      <a:pt x="17" y="959"/>
                      <a:pt x="17" y="969"/>
                    </a:cubicBezTo>
                    <a:cubicBezTo>
                      <a:pt x="17" y="979"/>
                      <a:pt x="10" y="987"/>
                      <a:pt x="0" y="988"/>
                    </a:cubicBezTo>
                    <a:cubicBezTo>
                      <a:pt x="0" y="1023"/>
                      <a:pt x="0" y="1023"/>
                      <a:pt x="0" y="1023"/>
                    </a:cubicBezTo>
                    <a:cubicBezTo>
                      <a:pt x="2" y="1024"/>
                      <a:pt x="2" y="1024"/>
                      <a:pt x="2" y="1024"/>
                    </a:cubicBezTo>
                    <a:cubicBezTo>
                      <a:pt x="122" y="969"/>
                      <a:pt x="122" y="969"/>
                      <a:pt x="122" y="969"/>
                    </a:cubicBezTo>
                    <a:cubicBezTo>
                      <a:pt x="122" y="1224"/>
                      <a:pt x="122" y="1224"/>
                      <a:pt x="122" y="1224"/>
                    </a:cubicBezTo>
                    <a:cubicBezTo>
                      <a:pt x="0" y="1224"/>
                      <a:pt x="0" y="1224"/>
                      <a:pt x="0" y="1224"/>
                    </a:cubicBezTo>
                    <a:cubicBezTo>
                      <a:pt x="0" y="1270"/>
                      <a:pt x="0" y="1270"/>
                      <a:pt x="0" y="1270"/>
                    </a:cubicBezTo>
                    <a:cubicBezTo>
                      <a:pt x="169" y="1270"/>
                      <a:pt x="169" y="1270"/>
                      <a:pt x="169" y="1270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3" name="Freeform 49"/>
              <p:cNvSpPr>
                <a:spLocks noEditPoints="1"/>
              </p:cNvSpPr>
              <p:nvPr userDrawn="1"/>
            </p:nvSpPr>
            <p:spPr bwMode="auto">
              <a:xfrm>
                <a:off x="1129" y="1350"/>
                <a:ext cx="11" cy="15"/>
              </a:xfrm>
              <a:custGeom>
                <a:avLst/>
                <a:gdLst>
                  <a:gd name="T0" fmla="*/ 11 w 11"/>
                  <a:gd name="T1" fmla="*/ 9 h 15"/>
                  <a:gd name="T2" fmla="*/ 10 w 11"/>
                  <a:gd name="T3" fmla="*/ 6 h 15"/>
                  <a:gd name="T4" fmla="*/ 9 w 11"/>
                  <a:gd name="T5" fmla="*/ 0 h 15"/>
                  <a:gd name="T6" fmla="*/ 0 w 11"/>
                  <a:gd name="T7" fmla="*/ 0 h 15"/>
                  <a:gd name="T8" fmla="*/ 0 w 11"/>
                  <a:gd name="T9" fmla="*/ 15 h 15"/>
                  <a:gd name="T10" fmla="*/ 11 w 11"/>
                  <a:gd name="T11" fmla="*/ 9 h 15"/>
                  <a:gd name="T12" fmla="*/ 11 w 11"/>
                  <a:gd name="T13" fmla="*/ 9 h 15"/>
                  <a:gd name="T14" fmla="*/ 11 w 11"/>
                  <a:gd name="T15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5">
                    <a:moveTo>
                      <a:pt x="11" y="9"/>
                    </a:moveTo>
                    <a:cubicBezTo>
                      <a:pt x="11" y="9"/>
                      <a:pt x="10" y="8"/>
                      <a:pt x="10" y="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14"/>
                      <a:pt x="11" y="14"/>
                      <a:pt x="11" y="9"/>
                    </a:cubicBezTo>
                    <a:close/>
                    <a:moveTo>
                      <a:pt x="11" y="9"/>
                    </a:moveTo>
                    <a:cubicBezTo>
                      <a:pt x="11" y="9"/>
                      <a:pt x="11" y="9"/>
                      <a:pt x="11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4" name="Freeform 50"/>
              <p:cNvSpPr>
                <a:spLocks noEditPoints="1"/>
              </p:cNvSpPr>
              <p:nvPr userDrawn="1"/>
            </p:nvSpPr>
            <p:spPr bwMode="auto">
              <a:xfrm>
                <a:off x="1129" y="1150"/>
                <a:ext cx="13" cy="26"/>
              </a:xfrm>
              <a:custGeom>
                <a:avLst/>
                <a:gdLst>
                  <a:gd name="T0" fmla="*/ 13 w 13"/>
                  <a:gd name="T1" fmla="*/ 12 h 26"/>
                  <a:gd name="T2" fmla="*/ 0 w 13"/>
                  <a:gd name="T3" fmla="*/ 0 h 26"/>
                  <a:gd name="T4" fmla="*/ 0 w 13"/>
                  <a:gd name="T5" fmla="*/ 25 h 26"/>
                  <a:gd name="T6" fmla="*/ 6 w 13"/>
                  <a:gd name="T7" fmla="*/ 26 h 26"/>
                  <a:gd name="T8" fmla="*/ 13 w 13"/>
                  <a:gd name="T9" fmla="*/ 12 h 26"/>
                  <a:gd name="T10" fmla="*/ 13 w 13"/>
                  <a:gd name="T11" fmla="*/ 12 h 26"/>
                  <a:gd name="T12" fmla="*/ 13 w 13"/>
                  <a:gd name="T1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6">
                    <a:moveTo>
                      <a:pt x="13" y="12"/>
                    </a:moveTo>
                    <a:cubicBezTo>
                      <a:pt x="13" y="4"/>
                      <a:pt x="9" y="1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" y="25"/>
                      <a:pt x="4" y="26"/>
                      <a:pt x="6" y="26"/>
                    </a:cubicBezTo>
                    <a:cubicBezTo>
                      <a:pt x="6" y="26"/>
                      <a:pt x="13" y="21"/>
                      <a:pt x="13" y="12"/>
                    </a:cubicBezTo>
                    <a:close/>
                    <a:moveTo>
                      <a:pt x="13" y="12"/>
                    </a:moveTo>
                    <a:cubicBezTo>
                      <a:pt x="13" y="12"/>
                      <a:pt x="13" y="12"/>
                      <a:pt x="13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5" name="Freeform 51"/>
              <p:cNvSpPr>
                <a:spLocks noEditPoints="1"/>
              </p:cNvSpPr>
              <p:nvPr userDrawn="1"/>
            </p:nvSpPr>
            <p:spPr bwMode="auto">
              <a:xfrm>
                <a:off x="1070" y="1129"/>
                <a:ext cx="117" cy="534"/>
              </a:xfrm>
              <a:custGeom>
                <a:avLst/>
                <a:gdLst>
                  <a:gd name="T0" fmla="*/ 68 w 117"/>
                  <a:gd name="T1" fmla="*/ 0 h 534"/>
                  <a:gd name="T2" fmla="*/ 7 w 117"/>
                  <a:gd name="T3" fmla="*/ 1 h 534"/>
                  <a:gd name="T4" fmla="*/ 12 w 117"/>
                  <a:gd name="T5" fmla="*/ 16 h 534"/>
                  <a:gd name="T6" fmla="*/ 5 w 117"/>
                  <a:gd name="T7" fmla="*/ 97 h 534"/>
                  <a:gd name="T8" fmla="*/ 59 w 117"/>
                  <a:gd name="T9" fmla="*/ 113 h 534"/>
                  <a:gd name="T10" fmla="*/ 90 w 117"/>
                  <a:gd name="T11" fmla="*/ 53 h 534"/>
                  <a:gd name="T12" fmla="*/ 59 w 117"/>
                  <a:gd name="T13" fmla="*/ 21 h 534"/>
                  <a:gd name="T14" fmla="*/ 59 w 117"/>
                  <a:gd name="T15" fmla="*/ 46 h 534"/>
                  <a:gd name="T16" fmla="*/ 62 w 117"/>
                  <a:gd name="T17" fmla="*/ 91 h 534"/>
                  <a:gd name="T18" fmla="*/ 51 w 117"/>
                  <a:gd name="T19" fmla="*/ 67 h 534"/>
                  <a:gd name="T20" fmla="*/ 62 w 117"/>
                  <a:gd name="T21" fmla="*/ 91 h 534"/>
                  <a:gd name="T22" fmla="*/ 84 w 117"/>
                  <a:gd name="T23" fmla="*/ 141 h 534"/>
                  <a:gd name="T24" fmla="*/ 37 w 117"/>
                  <a:gd name="T25" fmla="*/ 141 h 534"/>
                  <a:gd name="T26" fmla="*/ 0 w 117"/>
                  <a:gd name="T27" fmla="*/ 251 h 534"/>
                  <a:gd name="T28" fmla="*/ 50 w 117"/>
                  <a:gd name="T29" fmla="*/ 237 h 534"/>
                  <a:gd name="T30" fmla="*/ 39 w 117"/>
                  <a:gd name="T31" fmla="*/ 232 h 534"/>
                  <a:gd name="T32" fmla="*/ 55 w 117"/>
                  <a:gd name="T33" fmla="*/ 220 h 534"/>
                  <a:gd name="T34" fmla="*/ 69 w 117"/>
                  <a:gd name="T35" fmla="*/ 227 h 534"/>
                  <a:gd name="T36" fmla="*/ 59 w 117"/>
                  <a:gd name="T37" fmla="*/ 251 h 534"/>
                  <a:gd name="T38" fmla="*/ 117 w 117"/>
                  <a:gd name="T39" fmla="*/ 237 h 534"/>
                  <a:gd name="T40" fmla="*/ 47 w 117"/>
                  <a:gd name="T41" fmla="*/ 200 h 534"/>
                  <a:gd name="T42" fmla="*/ 59 w 117"/>
                  <a:gd name="T43" fmla="*/ 171 h 534"/>
                  <a:gd name="T44" fmla="*/ 60 w 117"/>
                  <a:gd name="T45" fmla="*/ 517 h 534"/>
                  <a:gd name="T46" fmla="*/ 60 w 117"/>
                  <a:gd name="T47" fmla="*/ 517 h 534"/>
                  <a:gd name="T48" fmla="*/ 59 w 117"/>
                  <a:gd name="T49" fmla="*/ 420 h 534"/>
                  <a:gd name="T50" fmla="*/ 48 w 117"/>
                  <a:gd name="T51" fmla="*/ 504 h 534"/>
                  <a:gd name="T52" fmla="*/ 59 w 117"/>
                  <a:gd name="T53" fmla="*/ 420 h 534"/>
                  <a:gd name="T54" fmla="*/ 2 w 117"/>
                  <a:gd name="T55" fmla="*/ 433 h 534"/>
                  <a:gd name="T56" fmla="*/ 14 w 117"/>
                  <a:gd name="T57" fmla="*/ 444 h 534"/>
                  <a:gd name="T58" fmla="*/ 2 w 117"/>
                  <a:gd name="T59" fmla="*/ 531 h 534"/>
                  <a:gd name="T60" fmla="*/ 59 w 117"/>
                  <a:gd name="T61" fmla="*/ 515 h 534"/>
                  <a:gd name="T62" fmla="*/ 59 w 117"/>
                  <a:gd name="T63" fmla="*/ 393 h 534"/>
                  <a:gd name="T64" fmla="*/ 102 w 117"/>
                  <a:gd name="T65" fmla="*/ 383 h 534"/>
                  <a:gd name="T66" fmla="*/ 65 w 117"/>
                  <a:gd name="T67" fmla="*/ 369 h 534"/>
                  <a:gd name="T68" fmla="*/ 59 w 117"/>
                  <a:gd name="T69" fmla="*/ 303 h 534"/>
                  <a:gd name="T70" fmla="*/ 75 w 117"/>
                  <a:gd name="T71" fmla="*/ 324 h 534"/>
                  <a:gd name="T72" fmla="*/ 105 w 117"/>
                  <a:gd name="T73" fmla="*/ 283 h 534"/>
                  <a:gd name="T74" fmla="*/ 9 w 117"/>
                  <a:gd name="T75" fmla="*/ 338 h 534"/>
                  <a:gd name="T76" fmla="*/ 99 w 117"/>
                  <a:gd name="T77" fmla="*/ 501 h 534"/>
                  <a:gd name="T78" fmla="*/ 115 w 117"/>
                  <a:gd name="T79" fmla="*/ 435 h 534"/>
                  <a:gd name="T80" fmla="*/ 91 w 117"/>
                  <a:gd name="T81" fmla="*/ 420 h 534"/>
                  <a:gd name="T82" fmla="*/ 66 w 117"/>
                  <a:gd name="T83" fmla="*/ 436 h 534"/>
                  <a:gd name="T84" fmla="*/ 59 w 117"/>
                  <a:gd name="T85" fmla="*/ 461 h 534"/>
                  <a:gd name="T86" fmla="*/ 90 w 117"/>
                  <a:gd name="T87" fmla="*/ 534 h 534"/>
                  <a:gd name="T88" fmla="*/ 116 w 117"/>
                  <a:gd name="T89" fmla="*/ 51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534">
                    <a:moveTo>
                      <a:pt x="90" y="53"/>
                    </a:moveTo>
                    <a:cubicBezTo>
                      <a:pt x="99" y="47"/>
                      <a:pt x="107" y="39"/>
                      <a:pt x="107" y="27"/>
                    </a:cubicBezTo>
                    <a:cubicBezTo>
                      <a:pt x="107" y="9"/>
                      <a:pt x="93" y="0"/>
                      <a:pt x="68" y="0"/>
                    </a:cubicBezTo>
                    <a:cubicBezTo>
                      <a:pt x="68" y="0"/>
                      <a:pt x="64" y="0"/>
                      <a:pt x="59" y="0"/>
                    </a:cubicBezTo>
                    <a:cubicBezTo>
                      <a:pt x="50" y="0"/>
                      <a:pt x="39" y="1"/>
                      <a:pt x="35" y="1"/>
                    </a:cubicBezTo>
                    <a:cubicBezTo>
                      <a:pt x="30" y="1"/>
                      <a:pt x="7" y="1"/>
                      <a:pt x="7" y="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11" y="16"/>
                      <a:pt x="12" y="16"/>
                    </a:cubicBezTo>
                    <a:cubicBezTo>
                      <a:pt x="15" y="16"/>
                      <a:pt x="17" y="19"/>
                      <a:pt x="17" y="24"/>
                    </a:cubicBezTo>
                    <a:cubicBezTo>
                      <a:pt x="17" y="85"/>
                      <a:pt x="17" y="85"/>
                      <a:pt x="17" y="85"/>
                    </a:cubicBezTo>
                    <a:cubicBezTo>
                      <a:pt x="17" y="93"/>
                      <a:pt x="14" y="95"/>
                      <a:pt x="5" y="97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24" y="111"/>
                      <a:pt x="35" y="111"/>
                    </a:cubicBezTo>
                    <a:cubicBezTo>
                      <a:pt x="38" y="111"/>
                      <a:pt x="51" y="112"/>
                      <a:pt x="59" y="113"/>
                    </a:cubicBezTo>
                    <a:cubicBezTo>
                      <a:pt x="60" y="113"/>
                      <a:pt x="62" y="113"/>
                      <a:pt x="63" y="113"/>
                    </a:cubicBezTo>
                    <a:cubicBezTo>
                      <a:pt x="95" y="113"/>
                      <a:pt x="112" y="101"/>
                      <a:pt x="112" y="77"/>
                    </a:cubicBezTo>
                    <a:cubicBezTo>
                      <a:pt x="112" y="62"/>
                      <a:pt x="101" y="56"/>
                      <a:pt x="90" y="53"/>
                    </a:cubicBezTo>
                    <a:close/>
                    <a:moveTo>
                      <a:pt x="53" y="23"/>
                    </a:moveTo>
                    <a:cubicBezTo>
                      <a:pt x="53" y="21"/>
                      <a:pt x="53" y="21"/>
                      <a:pt x="56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8" y="21"/>
                      <a:pt x="72" y="25"/>
                      <a:pt x="72" y="32"/>
                    </a:cubicBezTo>
                    <a:cubicBezTo>
                      <a:pt x="72" y="41"/>
                      <a:pt x="65" y="46"/>
                      <a:pt x="65" y="46"/>
                    </a:cubicBezTo>
                    <a:cubicBezTo>
                      <a:pt x="64" y="46"/>
                      <a:pt x="61" y="46"/>
                      <a:pt x="59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1" y="44"/>
                      <a:pt x="52" y="31"/>
                      <a:pt x="53" y="23"/>
                    </a:cubicBezTo>
                    <a:close/>
                    <a:moveTo>
                      <a:pt x="62" y="91"/>
                    </a:moveTo>
                    <a:cubicBezTo>
                      <a:pt x="61" y="91"/>
                      <a:pt x="60" y="91"/>
                      <a:pt x="59" y="91"/>
                    </a:cubicBezTo>
                    <a:cubicBezTo>
                      <a:pt x="53" y="91"/>
                      <a:pt x="50" y="88"/>
                      <a:pt x="50" y="84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1" y="69"/>
                      <a:pt x="75" y="73"/>
                      <a:pt x="75" y="79"/>
                    </a:cubicBezTo>
                    <a:cubicBezTo>
                      <a:pt x="75" y="87"/>
                      <a:pt x="71" y="91"/>
                      <a:pt x="62" y="91"/>
                    </a:cubicBezTo>
                    <a:close/>
                    <a:moveTo>
                      <a:pt x="116" y="236"/>
                    </a:moveTo>
                    <a:cubicBezTo>
                      <a:pt x="110" y="236"/>
                      <a:pt x="108" y="232"/>
                      <a:pt x="105" y="225"/>
                    </a:cubicBezTo>
                    <a:cubicBezTo>
                      <a:pt x="100" y="206"/>
                      <a:pt x="84" y="141"/>
                      <a:pt x="84" y="141"/>
                    </a:cubicBezTo>
                    <a:cubicBezTo>
                      <a:pt x="82" y="139"/>
                      <a:pt x="82" y="139"/>
                      <a:pt x="82" y="139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9" y="227"/>
                      <a:pt x="9" y="227"/>
                      <a:pt x="9" y="227"/>
                    </a:cubicBezTo>
                    <a:cubicBezTo>
                      <a:pt x="8" y="232"/>
                      <a:pt x="5" y="235"/>
                      <a:pt x="1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251"/>
                      <a:pt x="12" y="251"/>
                      <a:pt x="22" y="251"/>
                    </a:cubicBezTo>
                    <a:cubicBezTo>
                      <a:pt x="33" y="251"/>
                      <a:pt x="49" y="251"/>
                      <a:pt x="49" y="251"/>
                    </a:cubicBezTo>
                    <a:cubicBezTo>
                      <a:pt x="50" y="237"/>
                      <a:pt x="50" y="237"/>
                      <a:pt x="50" y="237"/>
                    </a:cubicBezTo>
                    <a:cubicBezTo>
                      <a:pt x="49" y="236"/>
                      <a:pt x="49" y="236"/>
                      <a:pt x="49" y="236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40" y="236"/>
                      <a:pt x="39" y="235"/>
                      <a:pt x="39" y="232"/>
                    </a:cubicBezTo>
                    <a:cubicBezTo>
                      <a:pt x="39" y="232"/>
                      <a:pt x="39" y="230"/>
                      <a:pt x="39" y="228"/>
                    </a:cubicBezTo>
                    <a:cubicBezTo>
                      <a:pt x="41" y="221"/>
                      <a:pt x="41" y="221"/>
                      <a:pt x="41" y="221"/>
                    </a:cubicBezTo>
                    <a:cubicBezTo>
                      <a:pt x="46" y="221"/>
                      <a:pt x="51" y="220"/>
                      <a:pt x="55" y="220"/>
                    </a:cubicBezTo>
                    <a:cubicBezTo>
                      <a:pt x="59" y="220"/>
                      <a:pt x="59" y="220"/>
                      <a:pt x="59" y="220"/>
                    </a:cubicBezTo>
                    <a:cubicBezTo>
                      <a:pt x="62" y="220"/>
                      <a:pt x="65" y="220"/>
                      <a:pt x="68" y="220"/>
                    </a:cubicBezTo>
                    <a:cubicBezTo>
                      <a:pt x="69" y="227"/>
                      <a:pt x="69" y="227"/>
                      <a:pt x="69" y="227"/>
                    </a:cubicBezTo>
                    <a:cubicBezTo>
                      <a:pt x="69" y="228"/>
                      <a:pt x="69" y="229"/>
                      <a:pt x="69" y="230"/>
                    </a:cubicBezTo>
                    <a:cubicBezTo>
                      <a:pt x="69" y="234"/>
                      <a:pt x="69" y="234"/>
                      <a:pt x="59" y="236"/>
                    </a:cubicBezTo>
                    <a:cubicBezTo>
                      <a:pt x="59" y="251"/>
                      <a:pt x="59" y="251"/>
                      <a:pt x="59" y="251"/>
                    </a:cubicBezTo>
                    <a:cubicBezTo>
                      <a:pt x="59" y="251"/>
                      <a:pt x="75" y="250"/>
                      <a:pt x="91" y="250"/>
                    </a:cubicBezTo>
                    <a:cubicBezTo>
                      <a:pt x="100" y="250"/>
                      <a:pt x="115" y="251"/>
                      <a:pt x="115" y="251"/>
                    </a:cubicBezTo>
                    <a:cubicBezTo>
                      <a:pt x="117" y="237"/>
                      <a:pt x="117" y="237"/>
                      <a:pt x="117" y="237"/>
                    </a:cubicBezTo>
                    <a:lnTo>
                      <a:pt x="116" y="236"/>
                    </a:lnTo>
                    <a:close/>
                    <a:moveTo>
                      <a:pt x="59" y="200"/>
                    </a:moveTo>
                    <a:cubicBezTo>
                      <a:pt x="47" y="200"/>
                      <a:pt x="47" y="200"/>
                      <a:pt x="47" y="200"/>
                    </a:cubicBezTo>
                    <a:cubicBezTo>
                      <a:pt x="55" y="169"/>
                      <a:pt x="55" y="169"/>
                      <a:pt x="55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65" y="199"/>
                      <a:pt x="65" y="199"/>
                      <a:pt x="65" y="199"/>
                    </a:cubicBezTo>
                    <a:cubicBezTo>
                      <a:pt x="62" y="199"/>
                      <a:pt x="61" y="199"/>
                      <a:pt x="59" y="200"/>
                    </a:cubicBezTo>
                    <a:close/>
                    <a:moveTo>
                      <a:pt x="60" y="517"/>
                    </a:moveTo>
                    <a:cubicBezTo>
                      <a:pt x="59" y="516"/>
                      <a:pt x="59" y="516"/>
                      <a:pt x="59" y="516"/>
                    </a:cubicBezTo>
                    <a:cubicBezTo>
                      <a:pt x="59" y="530"/>
                      <a:pt x="59" y="530"/>
                      <a:pt x="59" y="530"/>
                    </a:cubicBezTo>
                    <a:lnTo>
                      <a:pt x="60" y="517"/>
                    </a:lnTo>
                    <a:close/>
                    <a:moveTo>
                      <a:pt x="59" y="435"/>
                    </a:moveTo>
                    <a:cubicBezTo>
                      <a:pt x="61" y="420"/>
                      <a:pt x="61" y="420"/>
                      <a:pt x="61" y="420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9" y="436"/>
                      <a:pt x="59" y="436"/>
                      <a:pt x="59" y="436"/>
                    </a:cubicBezTo>
                    <a:cubicBezTo>
                      <a:pt x="59" y="435"/>
                      <a:pt x="59" y="435"/>
                      <a:pt x="59" y="435"/>
                    </a:cubicBezTo>
                    <a:close/>
                    <a:moveTo>
                      <a:pt x="48" y="504"/>
                    </a:moveTo>
                    <a:cubicBezTo>
                      <a:pt x="49" y="445"/>
                      <a:pt x="49" y="445"/>
                      <a:pt x="49" y="445"/>
                    </a:cubicBezTo>
                    <a:cubicBezTo>
                      <a:pt x="49" y="439"/>
                      <a:pt x="51" y="437"/>
                      <a:pt x="59" y="436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3" y="420"/>
                      <a:pt x="37" y="421"/>
                      <a:pt x="31" y="421"/>
                    </a:cubicBezTo>
                    <a:cubicBezTo>
                      <a:pt x="28" y="421"/>
                      <a:pt x="4" y="421"/>
                      <a:pt x="4" y="421"/>
                    </a:cubicBezTo>
                    <a:cubicBezTo>
                      <a:pt x="2" y="433"/>
                      <a:pt x="2" y="433"/>
                      <a:pt x="2" y="433"/>
                    </a:cubicBezTo>
                    <a:cubicBezTo>
                      <a:pt x="4" y="436"/>
                      <a:pt x="4" y="436"/>
                      <a:pt x="4" y="436"/>
                    </a:cubicBezTo>
                    <a:cubicBezTo>
                      <a:pt x="4" y="436"/>
                      <a:pt x="6" y="436"/>
                      <a:pt x="8" y="436"/>
                    </a:cubicBezTo>
                    <a:cubicBezTo>
                      <a:pt x="13" y="436"/>
                      <a:pt x="14" y="437"/>
                      <a:pt x="14" y="444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14" y="513"/>
                      <a:pt x="12" y="515"/>
                      <a:pt x="3" y="517"/>
                    </a:cubicBezTo>
                    <a:cubicBezTo>
                      <a:pt x="2" y="531"/>
                      <a:pt x="2" y="531"/>
                      <a:pt x="2" y="531"/>
                    </a:cubicBezTo>
                    <a:cubicBezTo>
                      <a:pt x="2" y="531"/>
                      <a:pt x="19" y="531"/>
                      <a:pt x="30" y="531"/>
                    </a:cubicBezTo>
                    <a:cubicBezTo>
                      <a:pt x="37" y="531"/>
                      <a:pt x="59" y="531"/>
                      <a:pt x="59" y="531"/>
                    </a:cubicBezTo>
                    <a:cubicBezTo>
                      <a:pt x="59" y="515"/>
                      <a:pt x="59" y="515"/>
                      <a:pt x="59" y="515"/>
                    </a:cubicBezTo>
                    <a:cubicBezTo>
                      <a:pt x="59" y="515"/>
                      <a:pt x="56" y="516"/>
                      <a:pt x="53" y="516"/>
                    </a:cubicBezTo>
                    <a:cubicBezTo>
                      <a:pt x="49" y="516"/>
                      <a:pt x="48" y="514"/>
                      <a:pt x="48" y="504"/>
                    </a:cubicBezTo>
                    <a:close/>
                    <a:moveTo>
                      <a:pt x="59" y="393"/>
                    </a:moveTo>
                    <a:cubicBezTo>
                      <a:pt x="60" y="393"/>
                      <a:pt x="60" y="393"/>
                      <a:pt x="60" y="393"/>
                    </a:cubicBezTo>
                    <a:cubicBezTo>
                      <a:pt x="82" y="393"/>
                      <a:pt x="100" y="386"/>
                      <a:pt x="100" y="386"/>
                    </a:cubicBezTo>
                    <a:cubicBezTo>
                      <a:pt x="102" y="383"/>
                      <a:pt x="102" y="383"/>
                      <a:pt x="102" y="383"/>
                    </a:cubicBezTo>
                    <a:cubicBezTo>
                      <a:pt x="102" y="367"/>
                      <a:pt x="105" y="347"/>
                      <a:pt x="105" y="347"/>
                    </a:cubicBezTo>
                    <a:cubicBezTo>
                      <a:pt x="78" y="349"/>
                      <a:pt x="78" y="349"/>
                      <a:pt x="78" y="349"/>
                    </a:cubicBezTo>
                    <a:cubicBezTo>
                      <a:pt x="77" y="363"/>
                      <a:pt x="73" y="369"/>
                      <a:pt x="65" y="369"/>
                    </a:cubicBezTo>
                    <a:cubicBezTo>
                      <a:pt x="62" y="369"/>
                      <a:pt x="60" y="368"/>
                      <a:pt x="59" y="367"/>
                    </a:cubicBezTo>
                    <a:cubicBezTo>
                      <a:pt x="51" y="363"/>
                      <a:pt x="48" y="352"/>
                      <a:pt x="48" y="332"/>
                    </a:cubicBezTo>
                    <a:cubicBezTo>
                      <a:pt x="48" y="313"/>
                      <a:pt x="51" y="305"/>
                      <a:pt x="59" y="303"/>
                    </a:cubicBezTo>
                    <a:cubicBezTo>
                      <a:pt x="60" y="302"/>
                      <a:pt x="62" y="302"/>
                      <a:pt x="64" y="302"/>
                    </a:cubicBezTo>
                    <a:cubicBezTo>
                      <a:pt x="73" y="302"/>
                      <a:pt x="76" y="305"/>
                      <a:pt x="76" y="315"/>
                    </a:cubicBezTo>
                    <a:cubicBezTo>
                      <a:pt x="76" y="318"/>
                      <a:pt x="75" y="321"/>
                      <a:pt x="75" y="324"/>
                    </a:cubicBezTo>
                    <a:cubicBezTo>
                      <a:pt x="102" y="323"/>
                      <a:pt x="102" y="323"/>
                      <a:pt x="102" y="323"/>
                    </a:cubicBezTo>
                    <a:cubicBezTo>
                      <a:pt x="103" y="302"/>
                      <a:pt x="106" y="286"/>
                      <a:pt x="106" y="286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05" y="283"/>
                      <a:pt x="84" y="279"/>
                      <a:pt x="69" y="279"/>
                    </a:cubicBezTo>
                    <a:cubicBezTo>
                      <a:pt x="65" y="279"/>
                      <a:pt x="62" y="279"/>
                      <a:pt x="59" y="279"/>
                    </a:cubicBezTo>
                    <a:cubicBezTo>
                      <a:pt x="27" y="283"/>
                      <a:pt x="9" y="303"/>
                      <a:pt x="9" y="338"/>
                    </a:cubicBezTo>
                    <a:cubicBezTo>
                      <a:pt x="9" y="372"/>
                      <a:pt x="28" y="392"/>
                      <a:pt x="59" y="393"/>
                    </a:cubicBezTo>
                    <a:close/>
                    <a:moveTo>
                      <a:pt x="116" y="517"/>
                    </a:moveTo>
                    <a:cubicBezTo>
                      <a:pt x="109" y="516"/>
                      <a:pt x="104" y="511"/>
                      <a:pt x="99" y="501"/>
                    </a:cubicBezTo>
                    <a:cubicBezTo>
                      <a:pt x="83" y="470"/>
                      <a:pt x="83" y="470"/>
                      <a:pt x="83" y="470"/>
                    </a:cubicBezTo>
                    <a:cubicBezTo>
                      <a:pt x="90" y="460"/>
                      <a:pt x="90" y="460"/>
                      <a:pt x="90" y="460"/>
                    </a:cubicBezTo>
                    <a:cubicBezTo>
                      <a:pt x="99" y="447"/>
                      <a:pt x="107" y="440"/>
                      <a:pt x="115" y="435"/>
                    </a:cubicBezTo>
                    <a:cubicBezTo>
                      <a:pt x="117" y="422"/>
                      <a:pt x="117" y="422"/>
                      <a:pt x="117" y="422"/>
                    </a:cubicBezTo>
                    <a:cubicBezTo>
                      <a:pt x="115" y="419"/>
                      <a:pt x="115" y="419"/>
                      <a:pt x="115" y="419"/>
                    </a:cubicBezTo>
                    <a:cubicBezTo>
                      <a:pt x="115" y="419"/>
                      <a:pt x="97" y="420"/>
                      <a:pt x="91" y="420"/>
                    </a:cubicBezTo>
                    <a:cubicBezTo>
                      <a:pt x="83" y="420"/>
                      <a:pt x="66" y="420"/>
                      <a:pt x="66" y="420"/>
                    </a:cubicBezTo>
                    <a:cubicBezTo>
                      <a:pt x="65" y="434"/>
                      <a:pt x="65" y="434"/>
                      <a:pt x="65" y="434"/>
                    </a:cubicBezTo>
                    <a:cubicBezTo>
                      <a:pt x="66" y="436"/>
                      <a:pt x="66" y="436"/>
                      <a:pt x="66" y="436"/>
                    </a:cubicBezTo>
                    <a:cubicBezTo>
                      <a:pt x="71" y="436"/>
                      <a:pt x="73" y="437"/>
                      <a:pt x="73" y="441"/>
                    </a:cubicBezTo>
                    <a:cubicBezTo>
                      <a:pt x="73" y="444"/>
                      <a:pt x="71" y="447"/>
                      <a:pt x="69" y="449"/>
                    </a:cubicBezTo>
                    <a:cubicBezTo>
                      <a:pt x="59" y="461"/>
                      <a:pt x="59" y="461"/>
                      <a:pt x="59" y="461"/>
                    </a:cubicBezTo>
                    <a:cubicBezTo>
                      <a:pt x="59" y="496"/>
                      <a:pt x="59" y="496"/>
                      <a:pt x="59" y="496"/>
                    </a:cubicBezTo>
                    <a:cubicBezTo>
                      <a:pt x="71" y="520"/>
                      <a:pt x="71" y="520"/>
                      <a:pt x="71" y="520"/>
                    </a:cubicBezTo>
                    <a:cubicBezTo>
                      <a:pt x="76" y="530"/>
                      <a:pt x="81" y="534"/>
                      <a:pt x="90" y="534"/>
                    </a:cubicBezTo>
                    <a:cubicBezTo>
                      <a:pt x="94" y="534"/>
                      <a:pt x="116" y="532"/>
                      <a:pt x="116" y="532"/>
                    </a:cubicBezTo>
                    <a:cubicBezTo>
                      <a:pt x="117" y="519"/>
                      <a:pt x="117" y="519"/>
                      <a:pt x="117" y="519"/>
                    </a:cubicBezTo>
                    <a:lnTo>
                      <a:pt x="116" y="517"/>
                    </a:lnTo>
                    <a:close/>
                    <a:moveTo>
                      <a:pt x="116" y="517"/>
                    </a:moveTo>
                    <a:cubicBezTo>
                      <a:pt x="116" y="517"/>
                      <a:pt x="116" y="517"/>
                      <a:pt x="116" y="517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6" name="Freeform 52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close/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close/>
                    <a:moveTo>
                      <a:pt x="124" y="974"/>
                    </a:moveTo>
                    <a:lnTo>
                      <a:pt x="124" y="974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7" name="Freeform 53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moveTo>
                      <a:pt x="124" y="974"/>
                    </a:moveTo>
                    <a:lnTo>
                      <a:pt x="124" y="9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8" name="Freeform 5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41" cy="704"/>
              </a:xfrm>
              <a:custGeom>
                <a:avLst/>
                <a:gdLst>
                  <a:gd name="T0" fmla="*/ 41 w 41"/>
                  <a:gd name="T1" fmla="*/ 20 h 704"/>
                  <a:gd name="T2" fmla="*/ 24 w 41"/>
                  <a:gd name="T3" fmla="*/ 0 h 704"/>
                  <a:gd name="T4" fmla="*/ 24 w 41"/>
                  <a:gd name="T5" fmla="*/ 39 h 704"/>
                  <a:gd name="T6" fmla="*/ 41 w 41"/>
                  <a:gd name="T7" fmla="*/ 20 h 704"/>
                  <a:gd name="T8" fmla="*/ 24 w 41"/>
                  <a:gd name="T9" fmla="*/ 664 h 704"/>
                  <a:gd name="T10" fmla="*/ 21 w 41"/>
                  <a:gd name="T11" fmla="*/ 663 h 704"/>
                  <a:gd name="T12" fmla="*/ 0 w 41"/>
                  <a:gd name="T13" fmla="*/ 683 h 704"/>
                  <a:gd name="T14" fmla="*/ 21 w 41"/>
                  <a:gd name="T15" fmla="*/ 704 h 704"/>
                  <a:gd name="T16" fmla="*/ 24 w 41"/>
                  <a:gd name="T17" fmla="*/ 703 h 704"/>
                  <a:gd name="T18" fmla="*/ 41 w 41"/>
                  <a:gd name="T19" fmla="*/ 683 h 704"/>
                  <a:gd name="T20" fmla="*/ 24 w 41"/>
                  <a:gd name="T21" fmla="*/ 664 h 704"/>
                  <a:gd name="T22" fmla="*/ 24 w 41"/>
                  <a:gd name="T23" fmla="*/ 664 h 704"/>
                  <a:gd name="T24" fmla="*/ 24 w 41"/>
                  <a:gd name="T25" fmla="*/ 66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704">
                    <a:moveTo>
                      <a:pt x="41" y="20"/>
                    </a:moveTo>
                    <a:cubicBezTo>
                      <a:pt x="41" y="10"/>
                      <a:pt x="33" y="1"/>
                      <a:pt x="24" y="0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3" y="38"/>
                      <a:pt x="41" y="29"/>
                      <a:pt x="41" y="20"/>
                    </a:cubicBezTo>
                    <a:close/>
                    <a:moveTo>
                      <a:pt x="24" y="664"/>
                    </a:moveTo>
                    <a:cubicBezTo>
                      <a:pt x="23" y="663"/>
                      <a:pt x="22" y="663"/>
                      <a:pt x="21" y="663"/>
                    </a:cubicBezTo>
                    <a:cubicBezTo>
                      <a:pt x="9" y="663"/>
                      <a:pt x="0" y="672"/>
                      <a:pt x="0" y="683"/>
                    </a:cubicBezTo>
                    <a:cubicBezTo>
                      <a:pt x="0" y="695"/>
                      <a:pt x="9" y="704"/>
                      <a:pt x="21" y="704"/>
                    </a:cubicBezTo>
                    <a:cubicBezTo>
                      <a:pt x="22" y="704"/>
                      <a:pt x="23" y="703"/>
                      <a:pt x="24" y="703"/>
                    </a:cubicBezTo>
                    <a:cubicBezTo>
                      <a:pt x="33" y="702"/>
                      <a:pt x="41" y="693"/>
                      <a:pt x="41" y="683"/>
                    </a:cubicBezTo>
                    <a:cubicBezTo>
                      <a:pt x="41" y="674"/>
                      <a:pt x="33" y="665"/>
                      <a:pt x="24" y="664"/>
                    </a:cubicBezTo>
                    <a:close/>
                    <a:moveTo>
                      <a:pt x="24" y="664"/>
                    </a:moveTo>
                    <a:cubicBezTo>
                      <a:pt x="24" y="664"/>
                      <a:pt x="24" y="664"/>
                      <a:pt x="24" y="664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9" name="Freeform 55"/>
              <p:cNvSpPr>
                <a:spLocks noEditPoints="1"/>
              </p:cNvSpPr>
              <p:nvPr userDrawn="1"/>
            </p:nvSpPr>
            <p:spPr bwMode="auto">
              <a:xfrm>
                <a:off x="1298" y="676"/>
                <a:ext cx="389" cy="1363"/>
              </a:xfrm>
              <a:custGeom>
                <a:avLst/>
                <a:gdLst>
                  <a:gd name="T0" fmla="*/ 195 w 389"/>
                  <a:gd name="T1" fmla="*/ 1295 h 1363"/>
                  <a:gd name="T2" fmla="*/ 0 w 389"/>
                  <a:gd name="T3" fmla="*/ 1295 h 1363"/>
                  <a:gd name="T4" fmla="*/ 0 w 389"/>
                  <a:gd name="T5" fmla="*/ 1363 h 1363"/>
                  <a:gd name="T6" fmla="*/ 389 w 389"/>
                  <a:gd name="T7" fmla="*/ 1363 h 1363"/>
                  <a:gd name="T8" fmla="*/ 389 w 389"/>
                  <a:gd name="T9" fmla="*/ 1295 h 1363"/>
                  <a:gd name="T10" fmla="*/ 195 w 389"/>
                  <a:gd name="T11" fmla="*/ 1295 h 1363"/>
                  <a:gd name="T12" fmla="*/ 195 w 389"/>
                  <a:gd name="T13" fmla="*/ 0 h 1363"/>
                  <a:gd name="T14" fmla="*/ 0 w 389"/>
                  <a:gd name="T15" fmla="*/ 0 h 1363"/>
                  <a:gd name="T16" fmla="*/ 0 w 389"/>
                  <a:gd name="T17" fmla="*/ 72 h 1363"/>
                  <a:gd name="T18" fmla="*/ 389 w 389"/>
                  <a:gd name="T19" fmla="*/ 72 h 1363"/>
                  <a:gd name="T20" fmla="*/ 389 w 389"/>
                  <a:gd name="T21" fmla="*/ 0 h 1363"/>
                  <a:gd name="T22" fmla="*/ 195 w 389"/>
                  <a:gd name="T23" fmla="*/ 0 h 1363"/>
                  <a:gd name="T24" fmla="*/ 195 w 389"/>
                  <a:gd name="T25" fmla="*/ 119 h 1363"/>
                  <a:gd name="T26" fmla="*/ 0 w 389"/>
                  <a:gd name="T27" fmla="*/ 119 h 1363"/>
                  <a:gd name="T28" fmla="*/ 0 w 389"/>
                  <a:gd name="T29" fmla="*/ 1248 h 1363"/>
                  <a:gd name="T30" fmla="*/ 389 w 389"/>
                  <a:gd name="T31" fmla="*/ 1248 h 1363"/>
                  <a:gd name="T32" fmla="*/ 389 w 389"/>
                  <a:gd name="T33" fmla="*/ 119 h 1363"/>
                  <a:gd name="T34" fmla="*/ 195 w 389"/>
                  <a:gd name="T35" fmla="*/ 119 h 1363"/>
                  <a:gd name="T36" fmla="*/ 319 w 389"/>
                  <a:gd name="T37" fmla="*/ 1199 h 1363"/>
                  <a:gd name="T38" fmla="*/ 76 w 389"/>
                  <a:gd name="T39" fmla="*/ 1199 h 1363"/>
                  <a:gd name="T40" fmla="*/ 69 w 389"/>
                  <a:gd name="T41" fmla="*/ 1192 h 1363"/>
                  <a:gd name="T42" fmla="*/ 76 w 389"/>
                  <a:gd name="T43" fmla="*/ 1184 h 1363"/>
                  <a:gd name="T44" fmla="*/ 319 w 389"/>
                  <a:gd name="T45" fmla="*/ 1184 h 1363"/>
                  <a:gd name="T46" fmla="*/ 327 w 389"/>
                  <a:gd name="T47" fmla="*/ 1192 h 1363"/>
                  <a:gd name="T48" fmla="*/ 319 w 389"/>
                  <a:gd name="T49" fmla="*/ 1199 h 1363"/>
                  <a:gd name="T50" fmla="*/ 319 w 389"/>
                  <a:gd name="T51" fmla="*/ 1148 h 1363"/>
                  <a:gd name="T52" fmla="*/ 76 w 389"/>
                  <a:gd name="T53" fmla="*/ 1148 h 1363"/>
                  <a:gd name="T54" fmla="*/ 69 w 389"/>
                  <a:gd name="T55" fmla="*/ 1140 h 1363"/>
                  <a:gd name="T56" fmla="*/ 76 w 389"/>
                  <a:gd name="T57" fmla="*/ 1133 h 1363"/>
                  <a:gd name="T58" fmla="*/ 319 w 389"/>
                  <a:gd name="T59" fmla="*/ 1133 h 1363"/>
                  <a:gd name="T60" fmla="*/ 327 w 389"/>
                  <a:gd name="T61" fmla="*/ 1140 h 1363"/>
                  <a:gd name="T62" fmla="*/ 319 w 389"/>
                  <a:gd name="T63" fmla="*/ 1148 h 1363"/>
                  <a:gd name="T64" fmla="*/ 73 w 389"/>
                  <a:gd name="T65" fmla="*/ 1078 h 1363"/>
                  <a:gd name="T66" fmla="*/ 73 w 389"/>
                  <a:gd name="T67" fmla="*/ 281 h 1363"/>
                  <a:gd name="T68" fmla="*/ 316 w 389"/>
                  <a:gd name="T69" fmla="*/ 281 h 1363"/>
                  <a:gd name="T70" fmla="*/ 316 w 389"/>
                  <a:gd name="T71" fmla="*/ 1078 h 1363"/>
                  <a:gd name="T72" fmla="*/ 73 w 389"/>
                  <a:gd name="T73" fmla="*/ 1078 h 1363"/>
                  <a:gd name="T74" fmla="*/ 319 w 389"/>
                  <a:gd name="T75" fmla="*/ 237 h 1363"/>
                  <a:gd name="T76" fmla="*/ 76 w 389"/>
                  <a:gd name="T77" fmla="*/ 237 h 1363"/>
                  <a:gd name="T78" fmla="*/ 69 w 389"/>
                  <a:gd name="T79" fmla="*/ 230 h 1363"/>
                  <a:gd name="T80" fmla="*/ 76 w 389"/>
                  <a:gd name="T81" fmla="*/ 222 h 1363"/>
                  <a:gd name="T82" fmla="*/ 319 w 389"/>
                  <a:gd name="T83" fmla="*/ 222 h 1363"/>
                  <a:gd name="T84" fmla="*/ 327 w 389"/>
                  <a:gd name="T85" fmla="*/ 230 h 1363"/>
                  <a:gd name="T86" fmla="*/ 319 w 389"/>
                  <a:gd name="T87" fmla="*/ 237 h 1363"/>
                  <a:gd name="T88" fmla="*/ 319 w 389"/>
                  <a:gd name="T89" fmla="*/ 185 h 1363"/>
                  <a:gd name="T90" fmla="*/ 76 w 389"/>
                  <a:gd name="T91" fmla="*/ 185 h 1363"/>
                  <a:gd name="T92" fmla="*/ 69 w 389"/>
                  <a:gd name="T93" fmla="*/ 178 h 1363"/>
                  <a:gd name="T94" fmla="*/ 76 w 389"/>
                  <a:gd name="T95" fmla="*/ 170 h 1363"/>
                  <a:gd name="T96" fmla="*/ 319 w 389"/>
                  <a:gd name="T97" fmla="*/ 170 h 1363"/>
                  <a:gd name="T98" fmla="*/ 327 w 389"/>
                  <a:gd name="T99" fmla="*/ 178 h 1363"/>
                  <a:gd name="T100" fmla="*/ 319 w 389"/>
                  <a:gd name="T101" fmla="*/ 185 h 1363"/>
                  <a:gd name="T102" fmla="*/ 319 w 389"/>
                  <a:gd name="T103" fmla="*/ 185 h 1363"/>
                  <a:gd name="T104" fmla="*/ 319 w 389"/>
                  <a:gd name="T105" fmla="*/ 185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9" h="1363">
                    <a:moveTo>
                      <a:pt x="195" y="1295"/>
                    </a:moveTo>
                    <a:cubicBezTo>
                      <a:pt x="0" y="1295"/>
                      <a:pt x="0" y="1295"/>
                      <a:pt x="0" y="1295"/>
                    </a:cubicBezTo>
                    <a:cubicBezTo>
                      <a:pt x="0" y="1363"/>
                      <a:pt x="0" y="1363"/>
                      <a:pt x="0" y="1363"/>
                    </a:cubicBezTo>
                    <a:cubicBezTo>
                      <a:pt x="389" y="1363"/>
                      <a:pt x="389" y="1363"/>
                      <a:pt x="389" y="1363"/>
                    </a:cubicBezTo>
                    <a:cubicBezTo>
                      <a:pt x="389" y="1295"/>
                      <a:pt x="389" y="1295"/>
                      <a:pt x="389" y="1295"/>
                    </a:cubicBezTo>
                    <a:lnTo>
                      <a:pt x="195" y="1295"/>
                    </a:ln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89" y="72"/>
                      <a:pt x="389" y="72"/>
                      <a:pt x="389" y="72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9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48"/>
                      <a:pt x="0" y="1248"/>
                      <a:pt x="0" y="1248"/>
                    </a:cubicBezTo>
                    <a:cubicBezTo>
                      <a:pt x="389" y="1248"/>
                      <a:pt x="389" y="1248"/>
                      <a:pt x="389" y="1248"/>
                    </a:cubicBezTo>
                    <a:cubicBezTo>
                      <a:pt x="389" y="119"/>
                      <a:pt x="389" y="119"/>
                      <a:pt x="389" y="119"/>
                    </a:cubicBezTo>
                    <a:lnTo>
                      <a:pt x="195" y="119"/>
                    </a:lnTo>
                    <a:close/>
                    <a:moveTo>
                      <a:pt x="319" y="1199"/>
                    </a:moveTo>
                    <a:cubicBezTo>
                      <a:pt x="76" y="1199"/>
                      <a:pt x="76" y="1199"/>
                      <a:pt x="76" y="1199"/>
                    </a:cubicBezTo>
                    <a:cubicBezTo>
                      <a:pt x="72" y="1199"/>
                      <a:pt x="69" y="1196"/>
                      <a:pt x="69" y="1192"/>
                    </a:cubicBezTo>
                    <a:cubicBezTo>
                      <a:pt x="69" y="1188"/>
                      <a:pt x="72" y="1184"/>
                      <a:pt x="76" y="1184"/>
                    </a:cubicBezTo>
                    <a:cubicBezTo>
                      <a:pt x="319" y="1184"/>
                      <a:pt x="319" y="1184"/>
                      <a:pt x="319" y="1184"/>
                    </a:cubicBezTo>
                    <a:cubicBezTo>
                      <a:pt x="323" y="1184"/>
                      <a:pt x="327" y="1188"/>
                      <a:pt x="327" y="1192"/>
                    </a:cubicBezTo>
                    <a:cubicBezTo>
                      <a:pt x="327" y="1196"/>
                      <a:pt x="323" y="1199"/>
                      <a:pt x="319" y="1199"/>
                    </a:cubicBezTo>
                    <a:close/>
                    <a:moveTo>
                      <a:pt x="319" y="1148"/>
                    </a:moveTo>
                    <a:cubicBezTo>
                      <a:pt x="76" y="1148"/>
                      <a:pt x="76" y="1148"/>
                      <a:pt x="76" y="1148"/>
                    </a:cubicBezTo>
                    <a:cubicBezTo>
                      <a:pt x="72" y="1148"/>
                      <a:pt x="69" y="1144"/>
                      <a:pt x="69" y="1140"/>
                    </a:cubicBezTo>
                    <a:cubicBezTo>
                      <a:pt x="69" y="1136"/>
                      <a:pt x="72" y="1133"/>
                      <a:pt x="76" y="1133"/>
                    </a:cubicBezTo>
                    <a:cubicBezTo>
                      <a:pt x="319" y="1133"/>
                      <a:pt x="319" y="1133"/>
                      <a:pt x="319" y="1133"/>
                    </a:cubicBezTo>
                    <a:cubicBezTo>
                      <a:pt x="323" y="1133"/>
                      <a:pt x="327" y="1136"/>
                      <a:pt x="327" y="1140"/>
                    </a:cubicBezTo>
                    <a:cubicBezTo>
                      <a:pt x="327" y="1144"/>
                      <a:pt x="323" y="1148"/>
                      <a:pt x="319" y="1148"/>
                    </a:cubicBezTo>
                    <a:close/>
                    <a:moveTo>
                      <a:pt x="73" y="1078"/>
                    </a:moveTo>
                    <a:cubicBezTo>
                      <a:pt x="73" y="281"/>
                      <a:pt x="73" y="281"/>
                      <a:pt x="73" y="281"/>
                    </a:cubicBezTo>
                    <a:cubicBezTo>
                      <a:pt x="316" y="281"/>
                      <a:pt x="316" y="281"/>
                      <a:pt x="316" y="281"/>
                    </a:cubicBezTo>
                    <a:cubicBezTo>
                      <a:pt x="316" y="1078"/>
                      <a:pt x="316" y="1078"/>
                      <a:pt x="316" y="1078"/>
                    </a:cubicBezTo>
                    <a:lnTo>
                      <a:pt x="73" y="1078"/>
                    </a:lnTo>
                    <a:close/>
                    <a:moveTo>
                      <a:pt x="319" y="237"/>
                    </a:moveTo>
                    <a:cubicBezTo>
                      <a:pt x="76" y="237"/>
                      <a:pt x="76" y="237"/>
                      <a:pt x="76" y="237"/>
                    </a:cubicBezTo>
                    <a:cubicBezTo>
                      <a:pt x="72" y="237"/>
                      <a:pt x="69" y="234"/>
                      <a:pt x="69" y="230"/>
                    </a:cubicBezTo>
                    <a:cubicBezTo>
                      <a:pt x="69" y="226"/>
                      <a:pt x="72" y="222"/>
                      <a:pt x="76" y="222"/>
                    </a:cubicBezTo>
                    <a:cubicBezTo>
                      <a:pt x="319" y="222"/>
                      <a:pt x="319" y="222"/>
                      <a:pt x="319" y="222"/>
                    </a:cubicBezTo>
                    <a:cubicBezTo>
                      <a:pt x="323" y="222"/>
                      <a:pt x="327" y="226"/>
                      <a:pt x="327" y="230"/>
                    </a:cubicBezTo>
                    <a:cubicBezTo>
                      <a:pt x="327" y="234"/>
                      <a:pt x="323" y="237"/>
                      <a:pt x="319" y="237"/>
                    </a:cubicBezTo>
                    <a:close/>
                    <a:moveTo>
                      <a:pt x="319" y="185"/>
                    </a:moveTo>
                    <a:cubicBezTo>
                      <a:pt x="76" y="185"/>
                      <a:pt x="76" y="185"/>
                      <a:pt x="76" y="185"/>
                    </a:cubicBezTo>
                    <a:cubicBezTo>
                      <a:pt x="72" y="185"/>
                      <a:pt x="69" y="182"/>
                      <a:pt x="69" y="178"/>
                    </a:cubicBezTo>
                    <a:cubicBezTo>
                      <a:pt x="69" y="174"/>
                      <a:pt x="72" y="170"/>
                      <a:pt x="76" y="170"/>
                    </a:cubicBezTo>
                    <a:cubicBezTo>
                      <a:pt x="319" y="170"/>
                      <a:pt x="319" y="170"/>
                      <a:pt x="319" y="170"/>
                    </a:cubicBezTo>
                    <a:cubicBezTo>
                      <a:pt x="323" y="170"/>
                      <a:pt x="327" y="174"/>
                      <a:pt x="327" y="178"/>
                    </a:cubicBezTo>
                    <a:cubicBezTo>
                      <a:pt x="327" y="182"/>
                      <a:pt x="323" y="185"/>
                      <a:pt x="319" y="185"/>
                    </a:cubicBezTo>
                    <a:close/>
                    <a:moveTo>
                      <a:pt x="319" y="185"/>
                    </a:moveTo>
                    <a:cubicBezTo>
                      <a:pt x="319" y="185"/>
                      <a:pt x="319" y="185"/>
                      <a:pt x="319" y="185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0" name="Freeform 56"/>
              <p:cNvSpPr>
                <a:spLocks noEditPoints="1"/>
              </p:cNvSpPr>
              <p:nvPr userDrawn="1"/>
            </p:nvSpPr>
            <p:spPr bwMode="auto">
              <a:xfrm>
                <a:off x="1523" y="1340"/>
                <a:ext cx="24" cy="71"/>
              </a:xfrm>
              <a:custGeom>
                <a:avLst/>
                <a:gdLst>
                  <a:gd name="T0" fmla="*/ 10 w 24"/>
                  <a:gd name="T1" fmla="*/ 71 h 71"/>
                  <a:gd name="T2" fmla="*/ 24 w 24"/>
                  <a:gd name="T3" fmla="*/ 26 h 71"/>
                  <a:gd name="T4" fmla="*/ 14 w 24"/>
                  <a:gd name="T5" fmla="*/ 0 h 71"/>
                  <a:gd name="T6" fmla="*/ 0 w 24"/>
                  <a:gd name="T7" fmla="*/ 45 h 71"/>
                  <a:gd name="T8" fmla="*/ 10 w 24"/>
                  <a:gd name="T9" fmla="*/ 71 h 71"/>
                  <a:gd name="T10" fmla="*/ 10 w 24"/>
                  <a:gd name="T11" fmla="*/ 71 h 71"/>
                  <a:gd name="T12" fmla="*/ 10 w 2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71">
                    <a:moveTo>
                      <a:pt x="10" y="71"/>
                    </a:moveTo>
                    <a:cubicBezTo>
                      <a:pt x="20" y="71"/>
                      <a:pt x="24" y="57"/>
                      <a:pt x="24" y="26"/>
                    </a:cubicBezTo>
                    <a:cubicBezTo>
                      <a:pt x="24" y="7"/>
                      <a:pt x="21" y="0"/>
                      <a:pt x="14" y="0"/>
                    </a:cubicBezTo>
                    <a:cubicBezTo>
                      <a:pt x="5" y="0"/>
                      <a:pt x="0" y="17"/>
                      <a:pt x="0" y="45"/>
                    </a:cubicBezTo>
                    <a:cubicBezTo>
                      <a:pt x="0" y="62"/>
                      <a:pt x="3" y="71"/>
                      <a:pt x="10" y="71"/>
                    </a:cubicBezTo>
                    <a:close/>
                    <a:moveTo>
                      <a:pt x="10" y="71"/>
                    </a:moveTo>
                    <a:cubicBezTo>
                      <a:pt x="10" y="71"/>
                      <a:pt x="10" y="71"/>
                      <a:pt x="10" y="7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1" name="Freeform 57"/>
              <p:cNvSpPr>
                <a:spLocks noEditPoints="1"/>
              </p:cNvSpPr>
              <p:nvPr userDrawn="1"/>
            </p:nvSpPr>
            <p:spPr bwMode="auto">
              <a:xfrm>
                <a:off x="1371" y="957"/>
                <a:ext cx="243" cy="797"/>
              </a:xfrm>
              <a:custGeom>
                <a:avLst/>
                <a:gdLst>
                  <a:gd name="T0" fmla="*/ 122 w 243"/>
                  <a:gd name="T1" fmla="*/ 0 h 797"/>
                  <a:gd name="T2" fmla="*/ 0 w 243"/>
                  <a:gd name="T3" fmla="*/ 0 h 797"/>
                  <a:gd name="T4" fmla="*/ 0 w 243"/>
                  <a:gd name="T5" fmla="*/ 797 h 797"/>
                  <a:gd name="T6" fmla="*/ 243 w 243"/>
                  <a:gd name="T7" fmla="*/ 797 h 797"/>
                  <a:gd name="T8" fmla="*/ 243 w 243"/>
                  <a:gd name="T9" fmla="*/ 0 h 797"/>
                  <a:gd name="T10" fmla="*/ 122 w 243"/>
                  <a:gd name="T11" fmla="*/ 0 h 797"/>
                  <a:gd name="T12" fmla="*/ 61 w 243"/>
                  <a:gd name="T13" fmla="*/ 481 h 797"/>
                  <a:gd name="T14" fmla="*/ 26 w 243"/>
                  <a:gd name="T15" fmla="*/ 446 h 797"/>
                  <a:gd name="T16" fmla="*/ 38 w 243"/>
                  <a:gd name="T17" fmla="*/ 382 h 797"/>
                  <a:gd name="T18" fmla="*/ 35 w 243"/>
                  <a:gd name="T19" fmla="*/ 379 h 797"/>
                  <a:gd name="T20" fmla="*/ 21 w 243"/>
                  <a:gd name="T21" fmla="*/ 379 h 797"/>
                  <a:gd name="T22" fmla="*/ 20 w 243"/>
                  <a:gd name="T23" fmla="*/ 378 h 797"/>
                  <a:gd name="T24" fmla="*/ 22 w 243"/>
                  <a:gd name="T25" fmla="*/ 361 h 797"/>
                  <a:gd name="T26" fmla="*/ 41 w 243"/>
                  <a:gd name="T27" fmla="*/ 358 h 797"/>
                  <a:gd name="T28" fmla="*/ 45 w 243"/>
                  <a:gd name="T29" fmla="*/ 329 h 797"/>
                  <a:gd name="T30" fmla="*/ 89 w 243"/>
                  <a:gd name="T31" fmla="*/ 320 h 797"/>
                  <a:gd name="T32" fmla="*/ 92 w 243"/>
                  <a:gd name="T33" fmla="*/ 323 h 797"/>
                  <a:gd name="T34" fmla="*/ 84 w 243"/>
                  <a:gd name="T35" fmla="*/ 358 h 797"/>
                  <a:gd name="T36" fmla="*/ 109 w 243"/>
                  <a:gd name="T37" fmla="*/ 358 h 797"/>
                  <a:gd name="T38" fmla="*/ 111 w 243"/>
                  <a:gd name="T39" fmla="*/ 359 h 797"/>
                  <a:gd name="T40" fmla="*/ 108 w 243"/>
                  <a:gd name="T41" fmla="*/ 379 h 797"/>
                  <a:gd name="T42" fmla="*/ 83 w 243"/>
                  <a:gd name="T43" fmla="*/ 379 h 797"/>
                  <a:gd name="T44" fmla="*/ 80 w 243"/>
                  <a:gd name="T45" fmla="*/ 381 h 797"/>
                  <a:gd name="T46" fmla="*/ 71 w 243"/>
                  <a:gd name="T47" fmla="*/ 431 h 797"/>
                  <a:gd name="T48" fmla="*/ 76 w 243"/>
                  <a:gd name="T49" fmla="*/ 439 h 797"/>
                  <a:gd name="T50" fmla="*/ 91 w 243"/>
                  <a:gd name="T51" fmla="*/ 427 h 797"/>
                  <a:gd name="T52" fmla="*/ 97 w 243"/>
                  <a:gd name="T53" fmla="*/ 428 h 797"/>
                  <a:gd name="T54" fmla="*/ 102 w 243"/>
                  <a:gd name="T55" fmla="*/ 441 h 797"/>
                  <a:gd name="T56" fmla="*/ 61 w 243"/>
                  <a:gd name="T57" fmla="*/ 481 h 797"/>
                  <a:gd name="T58" fmla="*/ 152 w 243"/>
                  <a:gd name="T59" fmla="*/ 481 h 797"/>
                  <a:gd name="T60" fmla="*/ 122 w 243"/>
                  <a:gd name="T61" fmla="*/ 471 h 797"/>
                  <a:gd name="T62" fmla="*/ 105 w 243"/>
                  <a:gd name="T63" fmla="*/ 430 h 797"/>
                  <a:gd name="T64" fmla="*/ 122 w 243"/>
                  <a:gd name="T65" fmla="*/ 377 h 797"/>
                  <a:gd name="T66" fmla="*/ 176 w 243"/>
                  <a:gd name="T67" fmla="*/ 352 h 797"/>
                  <a:gd name="T68" fmla="*/ 223 w 243"/>
                  <a:gd name="T69" fmla="*/ 401 h 797"/>
                  <a:gd name="T70" fmla="*/ 152 w 243"/>
                  <a:gd name="T71" fmla="*/ 481 h 797"/>
                  <a:gd name="T72" fmla="*/ 152 w 243"/>
                  <a:gd name="T73" fmla="*/ 481 h 797"/>
                  <a:gd name="T74" fmla="*/ 152 w 243"/>
                  <a:gd name="T75" fmla="*/ 48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3" h="797">
                    <a:moveTo>
                      <a:pt x="1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243" y="797"/>
                      <a:pt x="243" y="797"/>
                      <a:pt x="243" y="797"/>
                    </a:cubicBezTo>
                    <a:cubicBezTo>
                      <a:pt x="243" y="0"/>
                      <a:pt x="243" y="0"/>
                      <a:pt x="243" y="0"/>
                    </a:cubicBezTo>
                    <a:lnTo>
                      <a:pt x="122" y="0"/>
                    </a:lnTo>
                    <a:close/>
                    <a:moveTo>
                      <a:pt x="61" y="481"/>
                    </a:moveTo>
                    <a:cubicBezTo>
                      <a:pt x="36" y="481"/>
                      <a:pt x="24" y="468"/>
                      <a:pt x="26" y="446"/>
                    </a:cubicBezTo>
                    <a:cubicBezTo>
                      <a:pt x="38" y="382"/>
                      <a:pt x="38" y="382"/>
                      <a:pt x="38" y="382"/>
                    </a:cubicBezTo>
                    <a:cubicBezTo>
                      <a:pt x="35" y="379"/>
                      <a:pt x="35" y="379"/>
                      <a:pt x="35" y="379"/>
                    </a:cubicBezTo>
                    <a:cubicBezTo>
                      <a:pt x="21" y="379"/>
                      <a:pt x="21" y="379"/>
                      <a:pt x="21" y="379"/>
                    </a:cubicBezTo>
                    <a:cubicBezTo>
                      <a:pt x="20" y="378"/>
                      <a:pt x="20" y="378"/>
                      <a:pt x="20" y="378"/>
                    </a:cubicBezTo>
                    <a:cubicBezTo>
                      <a:pt x="22" y="361"/>
                      <a:pt x="22" y="361"/>
                      <a:pt x="22" y="361"/>
                    </a:cubicBezTo>
                    <a:cubicBezTo>
                      <a:pt x="41" y="358"/>
                      <a:pt x="41" y="358"/>
                      <a:pt x="41" y="358"/>
                    </a:cubicBezTo>
                    <a:cubicBezTo>
                      <a:pt x="43" y="344"/>
                      <a:pt x="45" y="329"/>
                      <a:pt x="45" y="329"/>
                    </a:cubicBezTo>
                    <a:cubicBezTo>
                      <a:pt x="89" y="320"/>
                      <a:pt x="89" y="320"/>
                      <a:pt x="89" y="320"/>
                    </a:cubicBezTo>
                    <a:cubicBezTo>
                      <a:pt x="92" y="323"/>
                      <a:pt x="92" y="323"/>
                      <a:pt x="92" y="323"/>
                    </a:cubicBezTo>
                    <a:cubicBezTo>
                      <a:pt x="92" y="323"/>
                      <a:pt x="88" y="340"/>
                      <a:pt x="84" y="358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111" y="359"/>
                      <a:pt x="111" y="359"/>
                      <a:pt x="111" y="359"/>
                    </a:cubicBezTo>
                    <a:cubicBezTo>
                      <a:pt x="108" y="379"/>
                      <a:pt x="108" y="379"/>
                      <a:pt x="108" y="379"/>
                    </a:cubicBezTo>
                    <a:cubicBezTo>
                      <a:pt x="83" y="379"/>
                      <a:pt x="83" y="379"/>
                      <a:pt x="83" y="379"/>
                    </a:cubicBezTo>
                    <a:cubicBezTo>
                      <a:pt x="80" y="381"/>
                      <a:pt x="80" y="381"/>
                      <a:pt x="80" y="381"/>
                    </a:cubicBezTo>
                    <a:cubicBezTo>
                      <a:pt x="71" y="431"/>
                      <a:pt x="71" y="431"/>
                      <a:pt x="71" y="431"/>
                    </a:cubicBezTo>
                    <a:cubicBezTo>
                      <a:pt x="70" y="436"/>
                      <a:pt x="72" y="439"/>
                      <a:pt x="76" y="439"/>
                    </a:cubicBezTo>
                    <a:cubicBezTo>
                      <a:pt x="79" y="439"/>
                      <a:pt x="83" y="436"/>
                      <a:pt x="91" y="427"/>
                    </a:cubicBezTo>
                    <a:cubicBezTo>
                      <a:pt x="97" y="428"/>
                      <a:pt x="97" y="428"/>
                      <a:pt x="97" y="428"/>
                    </a:cubicBezTo>
                    <a:cubicBezTo>
                      <a:pt x="102" y="441"/>
                      <a:pt x="102" y="441"/>
                      <a:pt x="102" y="441"/>
                    </a:cubicBezTo>
                    <a:cubicBezTo>
                      <a:pt x="85" y="466"/>
                      <a:pt x="68" y="481"/>
                      <a:pt x="61" y="481"/>
                    </a:cubicBezTo>
                    <a:close/>
                    <a:moveTo>
                      <a:pt x="152" y="481"/>
                    </a:moveTo>
                    <a:cubicBezTo>
                      <a:pt x="140" y="481"/>
                      <a:pt x="129" y="478"/>
                      <a:pt x="122" y="471"/>
                    </a:cubicBezTo>
                    <a:cubicBezTo>
                      <a:pt x="111" y="463"/>
                      <a:pt x="105" y="449"/>
                      <a:pt x="105" y="430"/>
                    </a:cubicBezTo>
                    <a:cubicBezTo>
                      <a:pt x="105" y="409"/>
                      <a:pt x="111" y="391"/>
                      <a:pt x="122" y="377"/>
                    </a:cubicBezTo>
                    <a:cubicBezTo>
                      <a:pt x="134" y="361"/>
                      <a:pt x="153" y="352"/>
                      <a:pt x="176" y="352"/>
                    </a:cubicBezTo>
                    <a:cubicBezTo>
                      <a:pt x="206" y="352"/>
                      <a:pt x="223" y="369"/>
                      <a:pt x="223" y="401"/>
                    </a:cubicBezTo>
                    <a:cubicBezTo>
                      <a:pt x="223" y="450"/>
                      <a:pt x="195" y="481"/>
                      <a:pt x="152" y="481"/>
                    </a:cubicBezTo>
                    <a:close/>
                    <a:moveTo>
                      <a:pt x="152" y="481"/>
                    </a:moveTo>
                    <a:cubicBezTo>
                      <a:pt x="152" y="481"/>
                      <a:pt x="152" y="481"/>
                      <a:pt x="152" y="48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2" name="Freeform 58"/>
              <p:cNvSpPr>
                <a:spLocks noEditPoints="1"/>
              </p:cNvSpPr>
              <p:nvPr userDrawn="1"/>
            </p:nvSpPr>
            <p:spPr bwMode="auto">
              <a:xfrm>
                <a:off x="1298" y="748"/>
                <a:ext cx="389" cy="1223"/>
              </a:xfrm>
              <a:custGeom>
                <a:avLst/>
                <a:gdLst>
                  <a:gd name="T0" fmla="*/ 149 w 389"/>
                  <a:gd name="T1" fmla="*/ 648 h 1223"/>
                  <a:gd name="T2" fmla="*/ 153 w 389"/>
                  <a:gd name="T3" fmla="*/ 590 h 1223"/>
                  <a:gd name="T4" fmla="*/ 181 w 389"/>
                  <a:gd name="T5" fmla="*/ 588 h 1223"/>
                  <a:gd name="T6" fmla="*/ 182 w 389"/>
                  <a:gd name="T7" fmla="*/ 567 h 1223"/>
                  <a:gd name="T8" fmla="*/ 165 w 389"/>
                  <a:gd name="T9" fmla="*/ 532 h 1223"/>
                  <a:gd name="T10" fmla="*/ 118 w 389"/>
                  <a:gd name="T11" fmla="*/ 538 h 1223"/>
                  <a:gd name="T12" fmla="*/ 95 w 389"/>
                  <a:gd name="T13" fmla="*/ 570 h 1223"/>
                  <a:gd name="T14" fmla="*/ 94 w 389"/>
                  <a:gd name="T15" fmla="*/ 589 h 1223"/>
                  <a:gd name="T16" fmla="*/ 111 w 389"/>
                  <a:gd name="T17" fmla="*/ 591 h 1223"/>
                  <a:gd name="T18" fmla="*/ 134 w 389"/>
                  <a:gd name="T19" fmla="*/ 691 h 1223"/>
                  <a:gd name="T20" fmla="*/ 170 w 389"/>
                  <a:gd name="T21" fmla="*/ 638 h 1223"/>
                  <a:gd name="T22" fmla="*/ 249 w 389"/>
                  <a:gd name="T23" fmla="*/ 561 h 1223"/>
                  <a:gd name="T24" fmla="*/ 178 w 389"/>
                  <a:gd name="T25" fmla="*/ 639 h 1223"/>
                  <a:gd name="T26" fmla="*/ 225 w 389"/>
                  <a:gd name="T27" fmla="*/ 690 h 1223"/>
                  <a:gd name="T28" fmla="*/ 249 w 389"/>
                  <a:gd name="T29" fmla="*/ 561 h 1223"/>
                  <a:gd name="T30" fmla="*/ 225 w 389"/>
                  <a:gd name="T31" fmla="*/ 637 h 1223"/>
                  <a:gd name="T32" fmla="*/ 248 w 389"/>
                  <a:gd name="T33" fmla="*/ 618 h 1223"/>
                  <a:gd name="T34" fmla="*/ 195 w 389"/>
                  <a:gd name="T35" fmla="*/ 0 h 1223"/>
                  <a:gd name="T36" fmla="*/ 0 w 389"/>
                  <a:gd name="T37" fmla="*/ 47 h 1223"/>
                  <a:gd name="T38" fmla="*/ 389 w 389"/>
                  <a:gd name="T39" fmla="*/ 0 h 1223"/>
                  <a:gd name="T40" fmla="*/ 195 w 389"/>
                  <a:gd name="T41" fmla="*/ 1176 h 1223"/>
                  <a:gd name="T42" fmla="*/ 0 w 389"/>
                  <a:gd name="T43" fmla="*/ 1223 h 1223"/>
                  <a:gd name="T44" fmla="*/ 389 w 389"/>
                  <a:gd name="T45" fmla="*/ 1176 h 1223"/>
                  <a:gd name="T46" fmla="*/ 319 w 389"/>
                  <a:gd name="T47" fmla="*/ 98 h 1223"/>
                  <a:gd name="T48" fmla="*/ 69 w 389"/>
                  <a:gd name="T49" fmla="*/ 106 h 1223"/>
                  <a:gd name="T50" fmla="*/ 319 w 389"/>
                  <a:gd name="T51" fmla="*/ 113 h 1223"/>
                  <a:gd name="T52" fmla="*/ 319 w 389"/>
                  <a:gd name="T53" fmla="*/ 98 h 1223"/>
                  <a:gd name="T54" fmla="*/ 76 w 389"/>
                  <a:gd name="T55" fmla="*/ 150 h 1223"/>
                  <a:gd name="T56" fmla="*/ 76 w 389"/>
                  <a:gd name="T57" fmla="*/ 165 h 1223"/>
                  <a:gd name="T58" fmla="*/ 327 w 389"/>
                  <a:gd name="T59" fmla="*/ 158 h 1223"/>
                  <a:gd name="T60" fmla="*/ 319 w 389"/>
                  <a:gd name="T61" fmla="*/ 1061 h 1223"/>
                  <a:gd name="T62" fmla="*/ 69 w 389"/>
                  <a:gd name="T63" fmla="*/ 1068 h 1223"/>
                  <a:gd name="T64" fmla="*/ 319 w 389"/>
                  <a:gd name="T65" fmla="*/ 1076 h 1223"/>
                  <a:gd name="T66" fmla="*/ 319 w 389"/>
                  <a:gd name="T67" fmla="*/ 1061 h 1223"/>
                  <a:gd name="T68" fmla="*/ 76 w 389"/>
                  <a:gd name="T69" fmla="*/ 1112 h 1223"/>
                  <a:gd name="T70" fmla="*/ 76 w 389"/>
                  <a:gd name="T71" fmla="*/ 1127 h 1223"/>
                  <a:gd name="T72" fmla="*/ 327 w 389"/>
                  <a:gd name="T73" fmla="*/ 1120 h 1223"/>
                  <a:gd name="T74" fmla="*/ 319 w 389"/>
                  <a:gd name="T75" fmla="*/ 111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9" h="1223">
                    <a:moveTo>
                      <a:pt x="164" y="637"/>
                    </a:moveTo>
                    <a:cubicBezTo>
                      <a:pt x="156" y="646"/>
                      <a:pt x="152" y="648"/>
                      <a:pt x="149" y="648"/>
                    </a:cubicBezTo>
                    <a:cubicBezTo>
                      <a:pt x="145" y="648"/>
                      <a:pt x="143" y="646"/>
                      <a:pt x="144" y="640"/>
                    </a:cubicBezTo>
                    <a:cubicBezTo>
                      <a:pt x="153" y="590"/>
                      <a:pt x="153" y="590"/>
                      <a:pt x="153" y="590"/>
                    </a:cubicBezTo>
                    <a:cubicBezTo>
                      <a:pt x="156" y="588"/>
                      <a:pt x="156" y="588"/>
                      <a:pt x="156" y="588"/>
                    </a:cubicBezTo>
                    <a:cubicBezTo>
                      <a:pt x="181" y="588"/>
                      <a:pt x="181" y="588"/>
                      <a:pt x="181" y="588"/>
                    </a:cubicBezTo>
                    <a:cubicBezTo>
                      <a:pt x="184" y="569"/>
                      <a:pt x="184" y="569"/>
                      <a:pt x="184" y="569"/>
                    </a:cubicBezTo>
                    <a:cubicBezTo>
                      <a:pt x="182" y="567"/>
                      <a:pt x="182" y="567"/>
                      <a:pt x="182" y="567"/>
                    </a:cubicBezTo>
                    <a:cubicBezTo>
                      <a:pt x="157" y="567"/>
                      <a:pt x="157" y="567"/>
                      <a:pt x="157" y="567"/>
                    </a:cubicBezTo>
                    <a:cubicBezTo>
                      <a:pt x="161" y="550"/>
                      <a:pt x="165" y="532"/>
                      <a:pt x="165" y="532"/>
                    </a:cubicBezTo>
                    <a:cubicBezTo>
                      <a:pt x="162" y="529"/>
                      <a:pt x="162" y="529"/>
                      <a:pt x="162" y="529"/>
                    </a:cubicBezTo>
                    <a:cubicBezTo>
                      <a:pt x="118" y="538"/>
                      <a:pt x="118" y="538"/>
                      <a:pt x="118" y="538"/>
                    </a:cubicBezTo>
                    <a:cubicBezTo>
                      <a:pt x="118" y="538"/>
                      <a:pt x="116" y="554"/>
                      <a:pt x="114" y="567"/>
                    </a:cubicBezTo>
                    <a:cubicBezTo>
                      <a:pt x="95" y="570"/>
                      <a:pt x="95" y="570"/>
                      <a:pt x="95" y="570"/>
                    </a:cubicBezTo>
                    <a:cubicBezTo>
                      <a:pt x="93" y="588"/>
                      <a:pt x="93" y="588"/>
                      <a:pt x="93" y="588"/>
                    </a:cubicBezTo>
                    <a:cubicBezTo>
                      <a:pt x="94" y="589"/>
                      <a:pt x="94" y="589"/>
                      <a:pt x="94" y="589"/>
                    </a:cubicBezTo>
                    <a:cubicBezTo>
                      <a:pt x="108" y="589"/>
                      <a:pt x="108" y="589"/>
                      <a:pt x="108" y="589"/>
                    </a:cubicBezTo>
                    <a:cubicBezTo>
                      <a:pt x="111" y="591"/>
                      <a:pt x="111" y="591"/>
                      <a:pt x="111" y="591"/>
                    </a:cubicBezTo>
                    <a:cubicBezTo>
                      <a:pt x="99" y="656"/>
                      <a:pt x="99" y="656"/>
                      <a:pt x="99" y="656"/>
                    </a:cubicBezTo>
                    <a:cubicBezTo>
                      <a:pt x="97" y="678"/>
                      <a:pt x="109" y="691"/>
                      <a:pt x="134" y="691"/>
                    </a:cubicBezTo>
                    <a:cubicBezTo>
                      <a:pt x="141" y="691"/>
                      <a:pt x="158" y="675"/>
                      <a:pt x="175" y="651"/>
                    </a:cubicBezTo>
                    <a:cubicBezTo>
                      <a:pt x="170" y="638"/>
                      <a:pt x="170" y="638"/>
                      <a:pt x="170" y="638"/>
                    </a:cubicBezTo>
                    <a:lnTo>
                      <a:pt x="164" y="637"/>
                    </a:lnTo>
                    <a:close/>
                    <a:moveTo>
                      <a:pt x="249" y="561"/>
                    </a:moveTo>
                    <a:cubicBezTo>
                      <a:pt x="226" y="561"/>
                      <a:pt x="207" y="570"/>
                      <a:pt x="195" y="586"/>
                    </a:cubicBezTo>
                    <a:cubicBezTo>
                      <a:pt x="184" y="600"/>
                      <a:pt x="178" y="618"/>
                      <a:pt x="178" y="639"/>
                    </a:cubicBezTo>
                    <a:cubicBezTo>
                      <a:pt x="178" y="658"/>
                      <a:pt x="184" y="672"/>
                      <a:pt x="195" y="680"/>
                    </a:cubicBezTo>
                    <a:cubicBezTo>
                      <a:pt x="202" y="687"/>
                      <a:pt x="213" y="690"/>
                      <a:pt x="225" y="690"/>
                    </a:cubicBezTo>
                    <a:cubicBezTo>
                      <a:pt x="268" y="690"/>
                      <a:pt x="296" y="659"/>
                      <a:pt x="296" y="610"/>
                    </a:cubicBezTo>
                    <a:cubicBezTo>
                      <a:pt x="296" y="579"/>
                      <a:pt x="279" y="561"/>
                      <a:pt x="249" y="561"/>
                    </a:cubicBezTo>
                    <a:close/>
                    <a:moveTo>
                      <a:pt x="235" y="663"/>
                    </a:moveTo>
                    <a:cubicBezTo>
                      <a:pt x="228" y="663"/>
                      <a:pt x="225" y="654"/>
                      <a:pt x="225" y="637"/>
                    </a:cubicBezTo>
                    <a:cubicBezTo>
                      <a:pt x="225" y="609"/>
                      <a:pt x="230" y="592"/>
                      <a:pt x="239" y="592"/>
                    </a:cubicBezTo>
                    <a:cubicBezTo>
                      <a:pt x="246" y="592"/>
                      <a:pt x="248" y="599"/>
                      <a:pt x="248" y="618"/>
                    </a:cubicBezTo>
                    <a:cubicBezTo>
                      <a:pt x="248" y="649"/>
                      <a:pt x="245" y="663"/>
                      <a:pt x="235" y="663"/>
                    </a:cubicBez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89" y="47"/>
                      <a:pt x="389" y="47"/>
                      <a:pt x="389" y="47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76"/>
                    </a:moveTo>
                    <a:cubicBezTo>
                      <a:pt x="0" y="1176"/>
                      <a:pt x="0" y="1176"/>
                      <a:pt x="0" y="1176"/>
                    </a:cubicBezTo>
                    <a:cubicBezTo>
                      <a:pt x="0" y="1223"/>
                      <a:pt x="0" y="1223"/>
                      <a:pt x="0" y="1223"/>
                    </a:cubicBezTo>
                    <a:cubicBezTo>
                      <a:pt x="389" y="1223"/>
                      <a:pt x="389" y="1223"/>
                      <a:pt x="389" y="1223"/>
                    </a:cubicBezTo>
                    <a:cubicBezTo>
                      <a:pt x="389" y="1176"/>
                      <a:pt x="389" y="1176"/>
                      <a:pt x="389" y="1176"/>
                    </a:cubicBezTo>
                    <a:lnTo>
                      <a:pt x="195" y="1176"/>
                    </a:lnTo>
                    <a:close/>
                    <a:moveTo>
                      <a:pt x="319" y="98"/>
                    </a:moveTo>
                    <a:cubicBezTo>
                      <a:pt x="76" y="98"/>
                      <a:pt x="76" y="98"/>
                      <a:pt x="76" y="98"/>
                    </a:cubicBezTo>
                    <a:cubicBezTo>
                      <a:pt x="72" y="98"/>
                      <a:pt x="69" y="102"/>
                      <a:pt x="69" y="106"/>
                    </a:cubicBezTo>
                    <a:cubicBezTo>
                      <a:pt x="69" y="110"/>
                      <a:pt x="72" y="113"/>
                      <a:pt x="76" y="113"/>
                    </a:cubicBezTo>
                    <a:cubicBezTo>
                      <a:pt x="319" y="113"/>
                      <a:pt x="319" y="113"/>
                      <a:pt x="319" y="113"/>
                    </a:cubicBezTo>
                    <a:cubicBezTo>
                      <a:pt x="323" y="113"/>
                      <a:pt x="327" y="110"/>
                      <a:pt x="327" y="106"/>
                    </a:cubicBezTo>
                    <a:cubicBezTo>
                      <a:pt x="327" y="102"/>
                      <a:pt x="323" y="98"/>
                      <a:pt x="319" y="98"/>
                    </a:cubicBezTo>
                    <a:close/>
                    <a:moveTo>
                      <a:pt x="319" y="150"/>
                    </a:moveTo>
                    <a:cubicBezTo>
                      <a:pt x="76" y="150"/>
                      <a:pt x="76" y="150"/>
                      <a:pt x="76" y="150"/>
                    </a:cubicBezTo>
                    <a:cubicBezTo>
                      <a:pt x="72" y="150"/>
                      <a:pt x="69" y="153"/>
                      <a:pt x="69" y="158"/>
                    </a:cubicBezTo>
                    <a:cubicBezTo>
                      <a:pt x="69" y="162"/>
                      <a:pt x="72" y="165"/>
                      <a:pt x="76" y="165"/>
                    </a:cubicBezTo>
                    <a:cubicBezTo>
                      <a:pt x="319" y="165"/>
                      <a:pt x="319" y="165"/>
                      <a:pt x="319" y="165"/>
                    </a:cubicBezTo>
                    <a:cubicBezTo>
                      <a:pt x="323" y="165"/>
                      <a:pt x="327" y="162"/>
                      <a:pt x="327" y="158"/>
                    </a:cubicBezTo>
                    <a:cubicBezTo>
                      <a:pt x="327" y="153"/>
                      <a:pt x="323" y="150"/>
                      <a:pt x="319" y="150"/>
                    </a:cubicBezTo>
                    <a:close/>
                    <a:moveTo>
                      <a:pt x="319" y="1061"/>
                    </a:moveTo>
                    <a:cubicBezTo>
                      <a:pt x="76" y="1061"/>
                      <a:pt x="76" y="1061"/>
                      <a:pt x="76" y="1061"/>
                    </a:cubicBezTo>
                    <a:cubicBezTo>
                      <a:pt x="72" y="1061"/>
                      <a:pt x="69" y="1064"/>
                      <a:pt x="69" y="1068"/>
                    </a:cubicBezTo>
                    <a:cubicBezTo>
                      <a:pt x="69" y="1072"/>
                      <a:pt x="72" y="1076"/>
                      <a:pt x="76" y="1076"/>
                    </a:cubicBezTo>
                    <a:cubicBezTo>
                      <a:pt x="319" y="1076"/>
                      <a:pt x="319" y="1076"/>
                      <a:pt x="319" y="1076"/>
                    </a:cubicBezTo>
                    <a:cubicBezTo>
                      <a:pt x="323" y="1076"/>
                      <a:pt x="327" y="1072"/>
                      <a:pt x="327" y="1068"/>
                    </a:cubicBezTo>
                    <a:cubicBezTo>
                      <a:pt x="327" y="1064"/>
                      <a:pt x="323" y="1061"/>
                      <a:pt x="319" y="1061"/>
                    </a:cubicBezTo>
                    <a:close/>
                    <a:moveTo>
                      <a:pt x="319" y="1112"/>
                    </a:moveTo>
                    <a:cubicBezTo>
                      <a:pt x="76" y="1112"/>
                      <a:pt x="76" y="1112"/>
                      <a:pt x="76" y="1112"/>
                    </a:cubicBezTo>
                    <a:cubicBezTo>
                      <a:pt x="72" y="1112"/>
                      <a:pt x="69" y="1116"/>
                      <a:pt x="69" y="1120"/>
                    </a:cubicBezTo>
                    <a:cubicBezTo>
                      <a:pt x="69" y="1124"/>
                      <a:pt x="72" y="1127"/>
                      <a:pt x="76" y="1127"/>
                    </a:cubicBezTo>
                    <a:cubicBezTo>
                      <a:pt x="319" y="1127"/>
                      <a:pt x="319" y="1127"/>
                      <a:pt x="319" y="1127"/>
                    </a:cubicBezTo>
                    <a:cubicBezTo>
                      <a:pt x="323" y="1127"/>
                      <a:pt x="327" y="1124"/>
                      <a:pt x="327" y="1120"/>
                    </a:cubicBezTo>
                    <a:cubicBezTo>
                      <a:pt x="327" y="1116"/>
                      <a:pt x="323" y="1112"/>
                      <a:pt x="319" y="1112"/>
                    </a:cubicBezTo>
                    <a:close/>
                    <a:moveTo>
                      <a:pt x="319" y="1112"/>
                    </a:moveTo>
                    <a:cubicBezTo>
                      <a:pt x="319" y="1112"/>
                      <a:pt x="319" y="1112"/>
                      <a:pt x="319" y="1112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3" name="Freeform 59"/>
              <p:cNvSpPr>
                <a:spLocks noEditPoints="1"/>
              </p:cNvSpPr>
              <p:nvPr userDrawn="1"/>
            </p:nvSpPr>
            <p:spPr bwMode="auto">
              <a:xfrm>
                <a:off x="1915" y="892"/>
                <a:ext cx="418" cy="962"/>
              </a:xfrm>
              <a:custGeom>
                <a:avLst/>
                <a:gdLst>
                  <a:gd name="T0" fmla="*/ 165 w 419"/>
                  <a:gd name="T1" fmla="*/ 71 h 962"/>
                  <a:gd name="T2" fmla="*/ 172 w 419"/>
                  <a:gd name="T3" fmla="*/ 96 h 962"/>
                  <a:gd name="T4" fmla="*/ 419 w 419"/>
                  <a:gd name="T5" fmla="*/ 962 h 962"/>
                  <a:gd name="T6" fmla="*/ 145 w 419"/>
                  <a:gd name="T7" fmla="*/ 0 h 962"/>
                  <a:gd name="T8" fmla="*/ 144 w 419"/>
                  <a:gd name="T9" fmla="*/ 0 h 962"/>
                  <a:gd name="T10" fmla="*/ 165 w 419"/>
                  <a:gd name="T11" fmla="*/ 71 h 962"/>
                  <a:gd name="T12" fmla="*/ 1 w 419"/>
                  <a:gd name="T13" fmla="*/ 232 h 962"/>
                  <a:gd name="T14" fmla="*/ 11 w 419"/>
                  <a:gd name="T15" fmla="*/ 238 h 962"/>
                  <a:gd name="T16" fmla="*/ 6 w 419"/>
                  <a:gd name="T17" fmla="*/ 223 h 962"/>
                  <a:gd name="T18" fmla="*/ 1 w 419"/>
                  <a:gd name="T19" fmla="*/ 232 h 962"/>
                  <a:gd name="T20" fmla="*/ 1 w 419"/>
                  <a:gd name="T21" fmla="*/ 232 h 962"/>
                  <a:gd name="T22" fmla="*/ 1 w 419"/>
                  <a:gd name="T23" fmla="*/ 232 h 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9" h="962">
                    <a:moveTo>
                      <a:pt x="165" y="71"/>
                    </a:moveTo>
                    <a:cubicBezTo>
                      <a:pt x="172" y="96"/>
                      <a:pt x="172" y="96"/>
                      <a:pt x="172" y="96"/>
                    </a:cubicBezTo>
                    <a:cubicBezTo>
                      <a:pt x="419" y="962"/>
                      <a:pt x="419" y="962"/>
                      <a:pt x="419" y="96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65" y="71"/>
                      <a:pt x="165" y="71"/>
                      <a:pt x="165" y="71"/>
                    </a:cubicBezTo>
                    <a:close/>
                    <a:moveTo>
                      <a:pt x="1" y="232"/>
                    </a:moveTo>
                    <a:cubicBezTo>
                      <a:pt x="2" y="235"/>
                      <a:pt x="6" y="237"/>
                      <a:pt x="11" y="238"/>
                    </a:cubicBezTo>
                    <a:cubicBezTo>
                      <a:pt x="6" y="223"/>
                      <a:pt x="6" y="223"/>
                      <a:pt x="6" y="223"/>
                    </a:cubicBezTo>
                    <a:cubicBezTo>
                      <a:pt x="2" y="225"/>
                      <a:pt x="0" y="228"/>
                      <a:pt x="1" y="232"/>
                    </a:cubicBezTo>
                    <a:close/>
                    <a:moveTo>
                      <a:pt x="1" y="232"/>
                    </a:moveTo>
                    <a:cubicBezTo>
                      <a:pt x="1" y="232"/>
                      <a:pt x="1" y="232"/>
                      <a:pt x="1" y="232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4" name="Freeform 60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5" name="Freeform 61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moveTo>
                      <a:pt x="2" y="0"/>
                    </a:move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6" name="Rectangle 62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7" name="Rectangle 63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8" name="Rectangle 64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9" name="Rectangle 65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0" name="Rectangle 66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1" name="Rectangle 67"/>
              <p:cNvSpPr>
                <a:spLocks noChangeArrowheads="1"/>
              </p:cNvSpPr>
              <p:nvPr userDrawn="1"/>
            </p:nvSpPr>
            <p:spPr bwMode="auto">
              <a:xfrm>
                <a:off x="1955" y="1245"/>
                <a:ext cx="1" cy="62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2" name="Rectangle 68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3" name="Rectangle 69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4" name="Rectangle 70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5" name="Rectangle 71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6" name="Rectangle 72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7" name="Rectangle 73"/>
              <p:cNvSpPr>
                <a:spLocks noChangeArrowheads="1"/>
              </p:cNvSpPr>
              <p:nvPr userDrawn="1"/>
            </p:nvSpPr>
            <p:spPr bwMode="auto">
              <a:xfrm>
                <a:off x="1958" y="1245"/>
                <a:ext cx="1" cy="62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8" name="Rectangle 74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9" name="Rectangle 75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0" name="Rectangle 76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1" name="Rectangle 77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2" name="Rectangle 78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3" name="Rectangle 79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4" name="Rectangle 80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5" name="Rectangle 81"/>
              <p:cNvSpPr>
                <a:spLocks noChangeArrowheads="1"/>
              </p:cNvSpPr>
              <p:nvPr userDrawn="1"/>
            </p:nvSpPr>
            <p:spPr bwMode="auto">
              <a:xfrm>
                <a:off x="1962" y="1245"/>
                <a:ext cx="1" cy="62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6" name="Rectangle 82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" name="Rectangle 83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" name="Rectangle 84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" name="Rectangle 85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" name="Rectangle 86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" name="Rectangle 87"/>
              <p:cNvSpPr>
                <a:spLocks noChangeArrowheads="1"/>
              </p:cNvSpPr>
              <p:nvPr userDrawn="1"/>
            </p:nvSpPr>
            <p:spPr bwMode="auto">
              <a:xfrm>
                <a:off x="1965" y="1245"/>
                <a:ext cx="1" cy="62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" name="Rectangle 88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" name="Rectangle 89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4" name="Rectangle 90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5" name="Rectangle 91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6" name="Rectangle 92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7" name="Rectangle 93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8" name="Rectangle 94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9" name="Rectangle 95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0" name="Rectangle 96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1" name="Rectangle 97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2" name="Rectangle 98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3" name="Rectangle 99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4" name="Rectangle 100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5" name="Rectangle 101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6" name="Rectangle 102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7" name="Rectangle 103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8" name="Rectangle 104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9" name="Rectangle 105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0" name="Rectangle 106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1" name="Rectangle 107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2" name="Rectangle 108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3" name="Rectangle 109"/>
              <p:cNvSpPr>
                <a:spLocks noChangeArrowheads="1"/>
              </p:cNvSpPr>
              <p:nvPr userDrawn="1"/>
            </p:nvSpPr>
            <p:spPr bwMode="auto">
              <a:xfrm>
                <a:off x="1976" y="1245"/>
                <a:ext cx="1" cy="62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4" name="Freeform 110"/>
              <p:cNvSpPr>
                <a:spLocks noEditPoints="1"/>
              </p:cNvSpPr>
              <p:nvPr userDrawn="1"/>
            </p:nvSpPr>
            <p:spPr bwMode="auto">
              <a:xfrm>
                <a:off x="2118" y="1803"/>
                <a:ext cx="238" cy="130"/>
              </a:xfrm>
              <a:custGeom>
                <a:avLst/>
                <a:gdLst>
                  <a:gd name="T0" fmla="*/ 6 w 239"/>
                  <a:gd name="T1" fmla="*/ 22 h 130"/>
                  <a:gd name="T2" fmla="*/ 0 w 239"/>
                  <a:gd name="T3" fmla="*/ 0 h 130"/>
                  <a:gd name="T4" fmla="*/ 5 w 239"/>
                  <a:gd name="T5" fmla="*/ 20 h 130"/>
                  <a:gd name="T6" fmla="*/ 6 w 239"/>
                  <a:gd name="T7" fmla="*/ 22 h 130"/>
                  <a:gd name="T8" fmla="*/ 239 w 239"/>
                  <a:gd name="T9" fmla="*/ 130 h 130"/>
                  <a:gd name="T10" fmla="*/ 223 w 239"/>
                  <a:gd name="T11" fmla="*/ 76 h 130"/>
                  <a:gd name="T12" fmla="*/ 239 w 239"/>
                  <a:gd name="T13" fmla="*/ 130 h 130"/>
                  <a:gd name="T14" fmla="*/ 239 w 239"/>
                  <a:gd name="T15" fmla="*/ 130 h 130"/>
                  <a:gd name="T16" fmla="*/ 239 w 239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30">
                    <a:moveTo>
                      <a:pt x="6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3" y="13"/>
                      <a:pt x="5" y="20"/>
                    </a:cubicBezTo>
                    <a:cubicBezTo>
                      <a:pt x="5" y="21"/>
                      <a:pt x="6" y="21"/>
                      <a:pt x="6" y="22"/>
                    </a:cubicBezTo>
                    <a:close/>
                    <a:moveTo>
                      <a:pt x="239" y="130"/>
                    </a:moveTo>
                    <a:cubicBezTo>
                      <a:pt x="223" y="76"/>
                      <a:pt x="223" y="76"/>
                      <a:pt x="223" y="76"/>
                    </a:cubicBezTo>
                    <a:lnTo>
                      <a:pt x="239" y="130"/>
                    </a:lnTo>
                    <a:close/>
                    <a:moveTo>
                      <a:pt x="239" y="130"/>
                    </a:moveTo>
                    <a:cubicBezTo>
                      <a:pt x="239" y="130"/>
                      <a:pt x="239" y="130"/>
                      <a:pt x="239" y="130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5" name="Freeform 111"/>
              <p:cNvSpPr>
                <a:spLocks noEditPoints="1"/>
              </p:cNvSpPr>
              <p:nvPr userDrawn="1"/>
            </p:nvSpPr>
            <p:spPr bwMode="auto">
              <a:xfrm>
                <a:off x="1881" y="963"/>
                <a:ext cx="459" cy="916"/>
              </a:xfrm>
              <a:custGeom>
                <a:avLst/>
                <a:gdLst>
                  <a:gd name="T0" fmla="*/ 206 w 460"/>
                  <a:gd name="T1" fmla="*/ 25 h 916"/>
                  <a:gd name="T2" fmla="*/ 199 w 460"/>
                  <a:gd name="T3" fmla="*/ 0 h 916"/>
                  <a:gd name="T4" fmla="*/ 199 w 460"/>
                  <a:gd name="T5" fmla="*/ 0 h 916"/>
                  <a:gd name="T6" fmla="*/ 206 w 460"/>
                  <a:gd name="T7" fmla="*/ 25 h 916"/>
                  <a:gd name="T8" fmla="*/ 460 w 460"/>
                  <a:gd name="T9" fmla="*/ 916 h 916"/>
                  <a:gd name="T10" fmla="*/ 453 w 460"/>
                  <a:gd name="T11" fmla="*/ 891 h 916"/>
                  <a:gd name="T12" fmla="*/ 460 w 460"/>
                  <a:gd name="T13" fmla="*/ 916 h 916"/>
                  <a:gd name="T14" fmla="*/ 453 w 460"/>
                  <a:gd name="T15" fmla="*/ 891 h 916"/>
                  <a:gd name="T16" fmla="*/ 460 w 460"/>
                  <a:gd name="T17" fmla="*/ 916 h 916"/>
                  <a:gd name="T18" fmla="*/ 453 w 460"/>
                  <a:gd name="T19" fmla="*/ 891 h 916"/>
                  <a:gd name="T20" fmla="*/ 28 w 460"/>
                  <a:gd name="T21" fmla="*/ 572 h 916"/>
                  <a:gd name="T22" fmla="*/ 42 w 460"/>
                  <a:gd name="T23" fmla="*/ 547 h 916"/>
                  <a:gd name="T24" fmla="*/ 17 w 460"/>
                  <a:gd name="T25" fmla="*/ 534 h 916"/>
                  <a:gd name="T26" fmla="*/ 3 w 460"/>
                  <a:gd name="T27" fmla="*/ 558 h 916"/>
                  <a:gd name="T28" fmla="*/ 28 w 460"/>
                  <a:gd name="T29" fmla="*/ 572 h 916"/>
                  <a:gd name="T30" fmla="*/ 28 w 460"/>
                  <a:gd name="T31" fmla="*/ 572 h 916"/>
                  <a:gd name="T32" fmla="*/ 28 w 460"/>
                  <a:gd name="T33" fmla="*/ 572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0" h="916">
                    <a:moveTo>
                      <a:pt x="206" y="25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206" y="25"/>
                    </a:lnTo>
                    <a:close/>
                    <a:moveTo>
                      <a:pt x="460" y="916"/>
                    </a:moveTo>
                    <a:cubicBezTo>
                      <a:pt x="453" y="891"/>
                      <a:pt x="453" y="891"/>
                      <a:pt x="453" y="891"/>
                    </a:cubicBezTo>
                    <a:lnTo>
                      <a:pt x="460" y="916"/>
                    </a:lnTo>
                    <a:close/>
                    <a:moveTo>
                      <a:pt x="453" y="891"/>
                    </a:moveTo>
                    <a:cubicBezTo>
                      <a:pt x="460" y="916"/>
                      <a:pt x="460" y="916"/>
                      <a:pt x="460" y="916"/>
                    </a:cubicBezTo>
                    <a:lnTo>
                      <a:pt x="453" y="891"/>
                    </a:lnTo>
                    <a:close/>
                    <a:moveTo>
                      <a:pt x="28" y="572"/>
                    </a:moveTo>
                    <a:cubicBezTo>
                      <a:pt x="39" y="569"/>
                      <a:pt x="45" y="558"/>
                      <a:pt x="42" y="547"/>
                    </a:cubicBezTo>
                    <a:cubicBezTo>
                      <a:pt x="39" y="537"/>
                      <a:pt x="28" y="531"/>
                      <a:pt x="17" y="534"/>
                    </a:cubicBezTo>
                    <a:cubicBezTo>
                      <a:pt x="6" y="537"/>
                      <a:pt x="0" y="548"/>
                      <a:pt x="3" y="558"/>
                    </a:cubicBezTo>
                    <a:cubicBezTo>
                      <a:pt x="6" y="569"/>
                      <a:pt x="17" y="575"/>
                      <a:pt x="28" y="572"/>
                    </a:cubicBezTo>
                    <a:close/>
                    <a:moveTo>
                      <a:pt x="28" y="572"/>
                    </a:moveTo>
                    <a:cubicBezTo>
                      <a:pt x="28" y="572"/>
                      <a:pt x="28" y="572"/>
                      <a:pt x="28" y="5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112"/>
              <p:cNvSpPr>
                <a:spLocks noEditPoints="1"/>
              </p:cNvSpPr>
              <p:nvPr userDrawn="1"/>
            </p:nvSpPr>
            <p:spPr bwMode="auto">
              <a:xfrm>
                <a:off x="1789" y="1136"/>
                <a:ext cx="229" cy="760"/>
              </a:xfrm>
              <a:custGeom>
                <a:avLst/>
                <a:gdLst>
                  <a:gd name="T0" fmla="*/ 99 w 229"/>
                  <a:gd name="T1" fmla="*/ 328 h 760"/>
                  <a:gd name="T2" fmla="*/ 104 w 229"/>
                  <a:gd name="T3" fmla="*/ 319 h 760"/>
                  <a:gd name="T4" fmla="*/ 15 w 229"/>
                  <a:gd name="T5" fmla="*/ 7 h 760"/>
                  <a:gd name="T6" fmla="*/ 6 w 229"/>
                  <a:gd name="T7" fmla="*/ 2 h 760"/>
                  <a:gd name="T8" fmla="*/ 1 w 229"/>
                  <a:gd name="T9" fmla="*/ 11 h 760"/>
                  <a:gd name="T10" fmla="*/ 90 w 229"/>
                  <a:gd name="T11" fmla="*/ 323 h 760"/>
                  <a:gd name="T12" fmla="*/ 99 w 229"/>
                  <a:gd name="T13" fmla="*/ 328 h 760"/>
                  <a:gd name="T14" fmla="*/ 129 w 229"/>
                  <a:gd name="T15" fmla="*/ 432 h 760"/>
                  <a:gd name="T16" fmla="*/ 124 w 229"/>
                  <a:gd name="T17" fmla="*/ 441 h 760"/>
                  <a:gd name="T18" fmla="*/ 213 w 229"/>
                  <a:gd name="T19" fmla="*/ 753 h 760"/>
                  <a:gd name="T20" fmla="*/ 223 w 229"/>
                  <a:gd name="T21" fmla="*/ 759 h 760"/>
                  <a:gd name="T22" fmla="*/ 228 w 229"/>
                  <a:gd name="T23" fmla="*/ 749 h 760"/>
                  <a:gd name="T24" fmla="*/ 139 w 229"/>
                  <a:gd name="T25" fmla="*/ 437 h 760"/>
                  <a:gd name="T26" fmla="*/ 129 w 229"/>
                  <a:gd name="T27" fmla="*/ 432 h 760"/>
                  <a:gd name="T28" fmla="*/ 129 w 229"/>
                  <a:gd name="T29" fmla="*/ 432 h 760"/>
                  <a:gd name="T30" fmla="*/ 129 w 229"/>
                  <a:gd name="T31" fmla="*/ 432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9" h="760">
                    <a:moveTo>
                      <a:pt x="99" y="328"/>
                    </a:moveTo>
                    <a:cubicBezTo>
                      <a:pt x="103" y="327"/>
                      <a:pt x="106" y="323"/>
                      <a:pt x="104" y="31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3"/>
                      <a:pt x="10" y="0"/>
                      <a:pt x="6" y="2"/>
                    </a:cubicBezTo>
                    <a:cubicBezTo>
                      <a:pt x="2" y="3"/>
                      <a:pt x="0" y="7"/>
                      <a:pt x="1" y="11"/>
                    </a:cubicBezTo>
                    <a:cubicBezTo>
                      <a:pt x="90" y="323"/>
                      <a:pt x="90" y="323"/>
                      <a:pt x="90" y="323"/>
                    </a:cubicBezTo>
                    <a:cubicBezTo>
                      <a:pt x="91" y="327"/>
                      <a:pt x="96" y="329"/>
                      <a:pt x="99" y="328"/>
                    </a:cubicBezTo>
                    <a:close/>
                    <a:moveTo>
                      <a:pt x="129" y="432"/>
                    </a:moveTo>
                    <a:cubicBezTo>
                      <a:pt x="125" y="433"/>
                      <a:pt x="123" y="437"/>
                      <a:pt x="124" y="441"/>
                    </a:cubicBezTo>
                    <a:cubicBezTo>
                      <a:pt x="213" y="753"/>
                      <a:pt x="213" y="753"/>
                      <a:pt x="213" y="753"/>
                    </a:cubicBezTo>
                    <a:cubicBezTo>
                      <a:pt x="215" y="757"/>
                      <a:pt x="219" y="760"/>
                      <a:pt x="223" y="759"/>
                    </a:cubicBezTo>
                    <a:cubicBezTo>
                      <a:pt x="226" y="757"/>
                      <a:pt x="229" y="753"/>
                      <a:pt x="228" y="749"/>
                    </a:cubicBezTo>
                    <a:cubicBezTo>
                      <a:pt x="139" y="437"/>
                      <a:pt x="139" y="437"/>
                      <a:pt x="139" y="437"/>
                    </a:cubicBezTo>
                    <a:cubicBezTo>
                      <a:pt x="137" y="433"/>
                      <a:pt x="133" y="431"/>
                      <a:pt x="129" y="432"/>
                    </a:cubicBezTo>
                    <a:close/>
                    <a:moveTo>
                      <a:pt x="129" y="432"/>
                    </a:moveTo>
                    <a:cubicBezTo>
                      <a:pt x="129" y="432"/>
                      <a:pt x="129" y="432"/>
                      <a:pt x="129" y="43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113"/>
              <p:cNvSpPr>
                <a:spLocks noEditPoints="1"/>
              </p:cNvSpPr>
              <p:nvPr userDrawn="1"/>
            </p:nvSpPr>
            <p:spPr bwMode="auto">
              <a:xfrm>
                <a:off x="1873" y="892"/>
                <a:ext cx="483" cy="1094"/>
              </a:xfrm>
              <a:custGeom>
                <a:avLst/>
                <a:gdLst>
                  <a:gd name="T0" fmla="*/ 186 w 484"/>
                  <a:gd name="T1" fmla="*/ 0 h 1094"/>
                  <a:gd name="T2" fmla="*/ 0 w 484"/>
                  <a:gd name="T3" fmla="*/ 53 h 1094"/>
                  <a:gd name="T4" fmla="*/ 186 w 484"/>
                  <a:gd name="T5" fmla="*/ 0 h 1094"/>
                  <a:gd name="T6" fmla="*/ 297 w 484"/>
                  <a:gd name="T7" fmla="*/ 1094 h 1094"/>
                  <a:gd name="T8" fmla="*/ 484 w 484"/>
                  <a:gd name="T9" fmla="*/ 1041 h 1094"/>
                  <a:gd name="T10" fmla="*/ 297 w 484"/>
                  <a:gd name="T11" fmla="*/ 1094 h 1094"/>
                  <a:gd name="T12" fmla="*/ 70 w 484"/>
                  <a:gd name="T13" fmla="*/ 280 h 1094"/>
                  <a:gd name="T14" fmla="*/ 63 w 484"/>
                  <a:gd name="T15" fmla="*/ 274 h 1094"/>
                  <a:gd name="T16" fmla="*/ 67 w 484"/>
                  <a:gd name="T17" fmla="*/ 287 h 1094"/>
                  <a:gd name="T18" fmla="*/ 70 w 484"/>
                  <a:gd name="T19" fmla="*/ 280 h 1094"/>
                  <a:gd name="T20" fmla="*/ 70 w 484"/>
                  <a:gd name="T21" fmla="*/ 280 h 1094"/>
                  <a:gd name="T22" fmla="*/ 70 w 484"/>
                  <a:gd name="T23" fmla="*/ 28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4" h="1094">
                    <a:moveTo>
                      <a:pt x="186" y="0"/>
                    </a:moveTo>
                    <a:cubicBezTo>
                      <a:pt x="0" y="53"/>
                      <a:pt x="0" y="53"/>
                      <a:pt x="0" y="53"/>
                    </a:cubicBezTo>
                    <a:lnTo>
                      <a:pt x="186" y="0"/>
                    </a:lnTo>
                    <a:close/>
                    <a:moveTo>
                      <a:pt x="297" y="1094"/>
                    </a:moveTo>
                    <a:cubicBezTo>
                      <a:pt x="484" y="1041"/>
                      <a:pt x="484" y="1041"/>
                      <a:pt x="484" y="1041"/>
                    </a:cubicBezTo>
                    <a:lnTo>
                      <a:pt x="297" y="1094"/>
                    </a:lnTo>
                    <a:close/>
                    <a:moveTo>
                      <a:pt x="70" y="280"/>
                    </a:moveTo>
                    <a:cubicBezTo>
                      <a:pt x="69" y="277"/>
                      <a:pt x="67" y="275"/>
                      <a:pt x="63" y="274"/>
                    </a:cubicBezTo>
                    <a:cubicBezTo>
                      <a:pt x="67" y="287"/>
                      <a:pt x="67" y="287"/>
                      <a:pt x="67" y="287"/>
                    </a:cubicBezTo>
                    <a:cubicBezTo>
                      <a:pt x="70" y="285"/>
                      <a:pt x="71" y="282"/>
                      <a:pt x="70" y="280"/>
                    </a:cubicBezTo>
                    <a:close/>
                    <a:moveTo>
                      <a:pt x="70" y="280"/>
                    </a:moveTo>
                    <a:cubicBezTo>
                      <a:pt x="70" y="280"/>
                      <a:pt x="70" y="280"/>
                      <a:pt x="70" y="280"/>
                    </a:cubicBezTo>
                  </a:path>
                </a:pathLst>
              </a:custGeom>
              <a:solidFill>
                <a:srgbClr val="E086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8" name="Rectangle 114"/>
              <p:cNvSpPr>
                <a:spLocks noChangeArrowheads="1"/>
              </p:cNvSpPr>
              <p:nvPr userDrawn="1"/>
            </p:nvSpPr>
            <p:spPr bwMode="auto">
              <a:xfrm>
                <a:off x="2057" y="163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9" name="Rectangle 115"/>
              <p:cNvSpPr>
                <a:spLocks noChangeArrowheads="1"/>
              </p:cNvSpPr>
              <p:nvPr userDrawn="1"/>
            </p:nvSpPr>
            <p:spPr bwMode="auto">
              <a:xfrm>
                <a:off x="2059" y="163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0" name="Rectangle 116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1" name="Rectangle 117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2" name="Rectangle 118"/>
              <p:cNvSpPr>
                <a:spLocks noChangeArrowheads="1"/>
              </p:cNvSpPr>
              <p:nvPr userDrawn="1"/>
            </p:nvSpPr>
            <p:spPr bwMode="auto">
              <a:xfrm>
                <a:off x="2061" y="163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3" name="Rectangle 119"/>
              <p:cNvSpPr>
                <a:spLocks noChangeArrowheads="1"/>
              </p:cNvSpPr>
              <p:nvPr userDrawn="1"/>
            </p:nvSpPr>
            <p:spPr bwMode="auto">
              <a:xfrm>
                <a:off x="2062" y="163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4" name="Rectangle 120"/>
              <p:cNvSpPr>
                <a:spLocks noChangeArrowheads="1"/>
              </p:cNvSpPr>
              <p:nvPr userDrawn="1"/>
            </p:nvSpPr>
            <p:spPr bwMode="auto">
              <a:xfrm>
                <a:off x="2063" y="163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5" name="Rectangle 121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6" name="Rectangle 122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7" name="Rectangle 123"/>
              <p:cNvSpPr>
                <a:spLocks noChangeArrowheads="1"/>
              </p:cNvSpPr>
              <p:nvPr userDrawn="1"/>
            </p:nvSpPr>
            <p:spPr bwMode="auto">
              <a:xfrm>
                <a:off x="2065" y="163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8" name="Rectangle 124"/>
              <p:cNvSpPr>
                <a:spLocks noChangeArrowheads="1"/>
              </p:cNvSpPr>
              <p:nvPr userDrawn="1"/>
            </p:nvSpPr>
            <p:spPr bwMode="auto">
              <a:xfrm>
                <a:off x="2066" y="163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9" name="Rectangle 125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0" name="Rectangle 126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1" name="Rectangle 127"/>
              <p:cNvSpPr>
                <a:spLocks noChangeArrowheads="1"/>
              </p:cNvSpPr>
              <p:nvPr userDrawn="1"/>
            </p:nvSpPr>
            <p:spPr bwMode="auto">
              <a:xfrm>
                <a:off x="2068" y="163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2" name="Rectangle 128"/>
              <p:cNvSpPr>
                <a:spLocks noChangeArrowheads="1"/>
              </p:cNvSpPr>
              <p:nvPr userDrawn="1"/>
            </p:nvSpPr>
            <p:spPr bwMode="auto">
              <a:xfrm>
                <a:off x="2069" y="163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3" name="Rectangle 129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4" name="Rectangle 130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5" name="Rectangle 131"/>
              <p:cNvSpPr>
                <a:spLocks noChangeArrowheads="1"/>
              </p:cNvSpPr>
              <p:nvPr userDrawn="1"/>
            </p:nvSpPr>
            <p:spPr bwMode="auto">
              <a:xfrm>
                <a:off x="2071" y="163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6" name="Rectangle 132"/>
              <p:cNvSpPr>
                <a:spLocks noChangeArrowheads="1"/>
              </p:cNvSpPr>
              <p:nvPr userDrawn="1"/>
            </p:nvSpPr>
            <p:spPr bwMode="auto">
              <a:xfrm>
                <a:off x="2072" y="163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7" name="Rectangle 133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8" name="Rectangle 134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9" name="Rectangle 135"/>
              <p:cNvSpPr>
                <a:spLocks noChangeArrowheads="1"/>
              </p:cNvSpPr>
              <p:nvPr userDrawn="1"/>
            </p:nvSpPr>
            <p:spPr bwMode="auto">
              <a:xfrm>
                <a:off x="2074" y="163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0" name="Rectangle 136"/>
              <p:cNvSpPr>
                <a:spLocks noChangeArrowheads="1"/>
              </p:cNvSpPr>
              <p:nvPr userDrawn="1"/>
            </p:nvSpPr>
            <p:spPr bwMode="auto">
              <a:xfrm>
                <a:off x="2075" y="163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1" name="Rectangle 137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2" name="Rectangle 138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3" name="Rectangle 139"/>
              <p:cNvSpPr>
                <a:spLocks noChangeArrowheads="1"/>
              </p:cNvSpPr>
              <p:nvPr userDrawn="1"/>
            </p:nvSpPr>
            <p:spPr bwMode="auto">
              <a:xfrm>
                <a:off x="2077" y="163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4" name="Rectangle 140"/>
              <p:cNvSpPr>
                <a:spLocks noChangeArrowheads="1"/>
              </p:cNvSpPr>
              <p:nvPr userDrawn="1"/>
            </p:nvSpPr>
            <p:spPr bwMode="auto">
              <a:xfrm>
                <a:off x="2078" y="163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5" name="Rectangle 141"/>
              <p:cNvSpPr>
                <a:spLocks noChangeArrowheads="1"/>
              </p:cNvSpPr>
              <p:nvPr userDrawn="1"/>
            </p:nvSpPr>
            <p:spPr bwMode="auto">
              <a:xfrm>
                <a:off x="2079" y="163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6" name="Rectangle 142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7" name="Rectangle 143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8" name="Rectangle 144"/>
              <p:cNvSpPr>
                <a:spLocks noChangeArrowheads="1"/>
              </p:cNvSpPr>
              <p:nvPr userDrawn="1"/>
            </p:nvSpPr>
            <p:spPr bwMode="auto">
              <a:xfrm>
                <a:off x="2081" y="163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9" name="Rectangle 145"/>
              <p:cNvSpPr>
                <a:spLocks noChangeArrowheads="1"/>
              </p:cNvSpPr>
              <p:nvPr userDrawn="1"/>
            </p:nvSpPr>
            <p:spPr bwMode="auto">
              <a:xfrm>
                <a:off x="2082" y="163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0" name="Rectangle 146"/>
              <p:cNvSpPr>
                <a:spLocks noChangeArrowheads="1"/>
              </p:cNvSpPr>
              <p:nvPr userDrawn="1"/>
            </p:nvSpPr>
            <p:spPr bwMode="auto">
              <a:xfrm>
                <a:off x="2083" y="163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1" name="Rectangle 147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2" name="Rectangle 148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3" name="Rectangle 149"/>
              <p:cNvSpPr>
                <a:spLocks noChangeArrowheads="1"/>
              </p:cNvSpPr>
              <p:nvPr userDrawn="1"/>
            </p:nvSpPr>
            <p:spPr bwMode="auto">
              <a:xfrm>
                <a:off x="2085" y="163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4" name="Rectangle 150"/>
              <p:cNvSpPr>
                <a:spLocks noChangeArrowheads="1"/>
              </p:cNvSpPr>
              <p:nvPr userDrawn="1"/>
            </p:nvSpPr>
            <p:spPr bwMode="auto">
              <a:xfrm>
                <a:off x="2086" y="163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5" name="Rectangle 151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6" name="Rectangle 152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7" name="Rectangle 153"/>
              <p:cNvSpPr>
                <a:spLocks noChangeArrowheads="1"/>
              </p:cNvSpPr>
              <p:nvPr userDrawn="1"/>
            </p:nvSpPr>
            <p:spPr bwMode="auto">
              <a:xfrm>
                <a:off x="2088" y="163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8" name="Rectangle 154"/>
              <p:cNvSpPr>
                <a:spLocks noChangeArrowheads="1"/>
              </p:cNvSpPr>
              <p:nvPr userDrawn="1"/>
            </p:nvSpPr>
            <p:spPr bwMode="auto">
              <a:xfrm>
                <a:off x="2089" y="163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9" name="Rectangle 155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0" name="Rectangle 156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1" name="Rectangle 157"/>
              <p:cNvSpPr>
                <a:spLocks noChangeArrowheads="1"/>
              </p:cNvSpPr>
              <p:nvPr userDrawn="1"/>
            </p:nvSpPr>
            <p:spPr bwMode="auto">
              <a:xfrm>
                <a:off x="2091" y="163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2" name="Rectangle 158"/>
              <p:cNvSpPr>
                <a:spLocks noChangeArrowheads="1"/>
              </p:cNvSpPr>
              <p:nvPr userDrawn="1"/>
            </p:nvSpPr>
            <p:spPr bwMode="auto">
              <a:xfrm>
                <a:off x="2092" y="163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3" name="Rectangle 159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4" name="Rectangle 160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5" name="Rectangle 161"/>
              <p:cNvSpPr>
                <a:spLocks noChangeArrowheads="1"/>
              </p:cNvSpPr>
              <p:nvPr userDrawn="1"/>
            </p:nvSpPr>
            <p:spPr bwMode="auto">
              <a:xfrm>
                <a:off x="2094" y="163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6" name="Rectangle 162"/>
              <p:cNvSpPr>
                <a:spLocks noChangeArrowheads="1"/>
              </p:cNvSpPr>
              <p:nvPr userDrawn="1"/>
            </p:nvSpPr>
            <p:spPr bwMode="auto">
              <a:xfrm>
                <a:off x="2095" y="163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7" name="Rectangle 163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8" name="Rectangle 164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9" name="Freeform 165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close/>
                    <a:moveTo>
                      <a:pt x="374" y="0"/>
                    </a:move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0" name="Freeform 166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moveTo>
                      <a:pt x="374" y="0"/>
                    </a:moveTo>
                    <a:lnTo>
                      <a:pt x="3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1" name="Rectangle 167"/>
              <p:cNvSpPr>
                <a:spLocks noChangeArrowheads="1"/>
              </p:cNvSpPr>
              <p:nvPr userDrawn="1"/>
            </p:nvSpPr>
            <p:spPr bwMode="auto">
              <a:xfrm>
                <a:off x="2020" y="150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2" name="Rectangle 168"/>
              <p:cNvSpPr>
                <a:spLocks noChangeArrowheads="1"/>
              </p:cNvSpPr>
              <p:nvPr userDrawn="1"/>
            </p:nvSpPr>
            <p:spPr bwMode="auto">
              <a:xfrm>
                <a:off x="2022" y="150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3" name="Rectangle 169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4" name="Rectangle 170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5" name="Rectangle 171"/>
              <p:cNvSpPr>
                <a:spLocks noChangeArrowheads="1"/>
              </p:cNvSpPr>
              <p:nvPr userDrawn="1"/>
            </p:nvSpPr>
            <p:spPr bwMode="auto">
              <a:xfrm>
                <a:off x="2024" y="150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6" name="Rectangle 172"/>
              <p:cNvSpPr>
                <a:spLocks noChangeArrowheads="1"/>
              </p:cNvSpPr>
              <p:nvPr userDrawn="1"/>
            </p:nvSpPr>
            <p:spPr bwMode="auto">
              <a:xfrm>
                <a:off x="2025" y="150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7" name="Rectangle 173"/>
              <p:cNvSpPr>
                <a:spLocks noChangeArrowheads="1"/>
              </p:cNvSpPr>
              <p:nvPr userDrawn="1"/>
            </p:nvSpPr>
            <p:spPr bwMode="auto">
              <a:xfrm>
                <a:off x="2026" y="150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8" name="Rectangle 174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9" name="Rectangle 175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0" name="Rectangle 176"/>
              <p:cNvSpPr>
                <a:spLocks noChangeArrowheads="1"/>
              </p:cNvSpPr>
              <p:nvPr userDrawn="1"/>
            </p:nvSpPr>
            <p:spPr bwMode="auto">
              <a:xfrm>
                <a:off x="2028" y="150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1" name="Rectangle 177"/>
              <p:cNvSpPr>
                <a:spLocks noChangeArrowheads="1"/>
              </p:cNvSpPr>
              <p:nvPr userDrawn="1"/>
            </p:nvSpPr>
            <p:spPr bwMode="auto">
              <a:xfrm>
                <a:off x="2029" y="150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2" name="Rectangle 178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3" name="Rectangle 179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4" name="Rectangle 180"/>
              <p:cNvSpPr>
                <a:spLocks noChangeArrowheads="1"/>
              </p:cNvSpPr>
              <p:nvPr userDrawn="1"/>
            </p:nvSpPr>
            <p:spPr bwMode="auto">
              <a:xfrm>
                <a:off x="2031" y="150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5" name="Rectangle 181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6" name="Rectangle 182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7" name="Rectangle 183"/>
              <p:cNvSpPr>
                <a:spLocks noChangeArrowheads="1"/>
              </p:cNvSpPr>
              <p:nvPr userDrawn="1"/>
            </p:nvSpPr>
            <p:spPr bwMode="auto">
              <a:xfrm>
                <a:off x="2033" y="150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8" name="Rectangle 184"/>
              <p:cNvSpPr>
                <a:spLocks noChangeArrowheads="1"/>
              </p:cNvSpPr>
              <p:nvPr userDrawn="1"/>
            </p:nvSpPr>
            <p:spPr bwMode="auto">
              <a:xfrm>
                <a:off x="2034" y="150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9" name="Rectangle 185"/>
              <p:cNvSpPr>
                <a:spLocks noChangeArrowheads="1"/>
              </p:cNvSpPr>
              <p:nvPr userDrawn="1"/>
            </p:nvSpPr>
            <p:spPr bwMode="auto">
              <a:xfrm>
                <a:off x="2035" y="150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0" name="Rectangle 186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1" name="Rectangle 187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2" name="Rectangle 188"/>
              <p:cNvSpPr>
                <a:spLocks noChangeArrowheads="1"/>
              </p:cNvSpPr>
              <p:nvPr userDrawn="1"/>
            </p:nvSpPr>
            <p:spPr bwMode="auto">
              <a:xfrm>
                <a:off x="2037" y="150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3" name="Rectangle 189"/>
              <p:cNvSpPr>
                <a:spLocks noChangeArrowheads="1"/>
              </p:cNvSpPr>
              <p:nvPr userDrawn="1"/>
            </p:nvSpPr>
            <p:spPr bwMode="auto">
              <a:xfrm>
                <a:off x="2038" y="150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4" name="Rectangle 190"/>
              <p:cNvSpPr>
                <a:spLocks noChangeArrowheads="1"/>
              </p:cNvSpPr>
              <p:nvPr userDrawn="1"/>
            </p:nvSpPr>
            <p:spPr bwMode="auto">
              <a:xfrm>
                <a:off x="2039" y="150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5" name="Rectangle 191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6" name="Rectangle 192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7" name="Rectangle 193"/>
              <p:cNvSpPr>
                <a:spLocks noChangeArrowheads="1"/>
              </p:cNvSpPr>
              <p:nvPr userDrawn="1"/>
            </p:nvSpPr>
            <p:spPr bwMode="auto">
              <a:xfrm>
                <a:off x="2041" y="150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8" name="Rectangle 194"/>
              <p:cNvSpPr>
                <a:spLocks noChangeArrowheads="1"/>
              </p:cNvSpPr>
              <p:nvPr userDrawn="1"/>
            </p:nvSpPr>
            <p:spPr bwMode="auto">
              <a:xfrm>
                <a:off x="2042" y="150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9" name="Rectangle 195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0" name="Rectangle 196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1" name="Rectangle 197"/>
              <p:cNvSpPr>
                <a:spLocks noChangeArrowheads="1"/>
              </p:cNvSpPr>
              <p:nvPr userDrawn="1"/>
            </p:nvSpPr>
            <p:spPr bwMode="auto">
              <a:xfrm>
                <a:off x="2044" y="150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2" name="Rectangle 198"/>
              <p:cNvSpPr>
                <a:spLocks noChangeArrowheads="1"/>
              </p:cNvSpPr>
              <p:nvPr userDrawn="1"/>
            </p:nvSpPr>
            <p:spPr bwMode="auto">
              <a:xfrm>
                <a:off x="2045" y="150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3" name="Rectangle 199"/>
              <p:cNvSpPr>
                <a:spLocks noChangeArrowheads="1"/>
              </p:cNvSpPr>
              <p:nvPr userDrawn="1"/>
            </p:nvSpPr>
            <p:spPr bwMode="auto">
              <a:xfrm>
                <a:off x="2046" y="150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4" name="Rectangle 200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5" name="Rectangle 201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6" name="Rectangle 202"/>
              <p:cNvSpPr>
                <a:spLocks noChangeArrowheads="1"/>
              </p:cNvSpPr>
              <p:nvPr userDrawn="1"/>
            </p:nvSpPr>
            <p:spPr bwMode="auto">
              <a:xfrm>
                <a:off x="2048" y="150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7" name="Rectangle 203"/>
              <p:cNvSpPr>
                <a:spLocks noChangeArrowheads="1"/>
              </p:cNvSpPr>
              <p:nvPr userDrawn="1"/>
            </p:nvSpPr>
            <p:spPr bwMode="auto">
              <a:xfrm>
                <a:off x="2049" y="150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8" name="Rectangle 204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9" name="Rectangle 205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0" name="Rectangle 206"/>
              <p:cNvSpPr>
                <a:spLocks noChangeArrowheads="1"/>
              </p:cNvSpPr>
              <p:nvPr userDrawn="1"/>
            </p:nvSpPr>
            <p:spPr bwMode="auto">
              <a:xfrm>
                <a:off x="2051" y="150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1" name="Rectangle 207"/>
              <p:cNvSpPr>
                <a:spLocks noChangeArrowheads="1"/>
              </p:cNvSpPr>
              <p:nvPr userDrawn="1"/>
            </p:nvSpPr>
            <p:spPr bwMode="auto">
              <a:xfrm>
                <a:off x="2052" y="150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2" name="Rectangle 208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3" name="Rectangle 209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4" name="Rectangle 210"/>
              <p:cNvSpPr>
                <a:spLocks noChangeArrowheads="1"/>
              </p:cNvSpPr>
              <p:nvPr userDrawn="1"/>
            </p:nvSpPr>
            <p:spPr bwMode="auto">
              <a:xfrm>
                <a:off x="2054" y="150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5" name="Rectangle 211"/>
              <p:cNvSpPr>
                <a:spLocks noChangeArrowheads="1"/>
              </p:cNvSpPr>
              <p:nvPr userDrawn="1"/>
            </p:nvSpPr>
            <p:spPr bwMode="auto">
              <a:xfrm>
                <a:off x="2055" y="150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6" name="Rectangle 212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7" name="Rectangle 213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8" name="Rectangle 214"/>
              <p:cNvSpPr>
                <a:spLocks noChangeArrowheads="1"/>
              </p:cNvSpPr>
              <p:nvPr userDrawn="1"/>
            </p:nvSpPr>
            <p:spPr bwMode="auto">
              <a:xfrm>
                <a:off x="2057" y="150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9" name="Rectangle 215"/>
              <p:cNvSpPr>
                <a:spLocks noChangeArrowheads="1"/>
              </p:cNvSpPr>
              <p:nvPr userDrawn="1"/>
            </p:nvSpPr>
            <p:spPr bwMode="auto">
              <a:xfrm>
                <a:off x="2058" y="150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0" name="Rectangle 216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1" name="Rectangle 217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2" name="Freeform 218"/>
              <p:cNvSpPr>
                <a:spLocks noEditPoints="1"/>
              </p:cNvSpPr>
              <p:nvPr userDrawn="1"/>
            </p:nvSpPr>
            <p:spPr bwMode="auto">
              <a:xfrm>
                <a:off x="1713" y="988"/>
                <a:ext cx="642" cy="1051"/>
              </a:xfrm>
              <a:custGeom>
                <a:avLst/>
                <a:gdLst>
                  <a:gd name="T0" fmla="*/ 254 w 643"/>
                  <a:gd name="T1" fmla="*/ 998 h 1051"/>
                  <a:gd name="T2" fmla="*/ 621 w 643"/>
                  <a:gd name="T3" fmla="*/ 866 h 1051"/>
                  <a:gd name="T4" fmla="*/ 0 w 643"/>
                  <a:gd name="T5" fmla="*/ 107 h 1051"/>
                  <a:gd name="T6" fmla="*/ 643 w 643"/>
                  <a:gd name="T7" fmla="*/ 945 h 1051"/>
                  <a:gd name="T8" fmla="*/ 350 w 643"/>
                  <a:gd name="T9" fmla="*/ 623 h 1051"/>
                  <a:gd name="T10" fmla="*/ 381 w 643"/>
                  <a:gd name="T11" fmla="*/ 733 h 1051"/>
                  <a:gd name="T12" fmla="*/ 252 w 643"/>
                  <a:gd name="T13" fmla="*/ 458 h 1051"/>
                  <a:gd name="T14" fmla="*/ 224 w 643"/>
                  <a:gd name="T15" fmla="*/ 396 h 1051"/>
                  <a:gd name="T16" fmla="*/ 241 w 643"/>
                  <a:gd name="T17" fmla="*/ 376 h 1051"/>
                  <a:gd name="T18" fmla="*/ 270 w 643"/>
                  <a:gd name="T19" fmla="*/ 392 h 1051"/>
                  <a:gd name="T20" fmla="*/ 289 w 643"/>
                  <a:gd name="T21" fmla="*/ 408 h 1051"/>
                  <a:gd name="T22" fmla="*/ 288 w 643"/>
                  <a:gd name="T23" fmla="*/ 378 h 1051"/>
                  <a:gd name="T24" fmla="*/ 280 w 643"/>
                  <a:gd name="T25" fmla="*/ 365 h 1051"/>
                  <a:gd name="T26" fmla="*/ 338 w 643"/>
                  <a:gd name="T27" fmla="*/ 363 h 1051"/>
                  <a:gd name="T28" fmla="*/ 355 w 643"/>
                  <a:gd name="T29" fmla="*/ 443 h 1051"/>
                  <a:gd name="T30" fmla="*/ 364 w 643"/>
                  <a:gd name="T31" fmla="*/ 457 h 1051"/>
                  <a:gd name="T32" fmla="*/ 306 w 643"/>
                  <a:gd name="T33" fmla="*/ 458 h 1051"/>
                  <a:gd name="T34" fmla="*/ 299 w 643"/>
                  <a:gd name="T35" fmla="*/ 428 h 1051"/>
                  <a:gd name="T36" fmla="*/ 285 w 643"/>
                  <a:gd name="T37" fmla="*/ 452 h 1051"/>
                  <a:gd name="T38" fmla="*/ 299 w 643"/>
                  <a:gd name="T39" fmla="*/ 461 h 1051"/>
                  <a:gd name="T40" fmla="*/ 248 w 643"/>
                  <a:gd name="T41" fmla="*/ 490 h 1051"/>
                  <a:gd name="T42" fmla="*/ 313 w 643"/>
                  <a:gd name="T43" fmla="*/ 493 h 1051"/>
                  <a:gd name="T44" fmla="*/ 344 w 643"/>
                  <a:gd name="T45" fmla="*/ 603 h 1051"/>
                  <a:gd name="T46" fmla="*/ 313 w 643"/>
                  <a:gd name="T47" fmla="*/ 493 h 1051"/>
                  <a:gd name="T48" fmla="*/ 408 w 643"/>
                  <a:gd name="T49" fmla="*/ 863 h 1051"/>
                  <a:gd name="T50" fmla="*/ 378 w 643"/>
                  <a:gd name="T51" fmla="*/ 842 h 1051"/>
                  <a:gd name="T52" fmla="*/ 350 w 643"/>
                  <a:gd name="T53" fmla="*/ 782 h 1051"/>
                  <a:gd name="T54" fmla="*/ 372 w 643"/>
                  <a:gd name="T55" fmla="*/ 760 h 1051"/>
                  <a:gd name="T56" fmla="*/ 408 w 643"/>
                  <a:gd name="T57" fmla="*/ 765 h 1051"/>
                  <a:gd name="T58" fmla="*/ 412 w 643"/>
                  <a:gd name="T59" fmla="*/ 837 h 1051"/>
                  <a:gd name="T60" fmla="*/ 447 w 643"/>
                  <a:gd name="T61" fmla="*/ 801 h 1051"/>
                  <a:gd name="T62" fmla="*/ 456 w 643"/>
                  <a:gd name="T63" fmla="*/ 851 h 1051"/>
                  <a:gd name="T64" fmla="*/ 543 w 643"/>
                  <a:gd name="T65" fmla="*/ 837 h 1051"/>
                  <a:gd name="T66" fmla="*/ 449 w 643"/>
                  <a:gd name="T67" fmla="*/ 511 h 1051"/>
                  <a:gd name="T68" fmla="*/ 440 w 643"/>
                  <a:gd name="T69" fmla="*/ 478 h 1051"/>
                  <a:gd name="T70" fmla="*/ 454 w 643"/>
                  <a:gd name="T71" fmla="*/ 453 h 1051"/>
                  <a:gd name="T72" fmla="*/ 425 w 643"/>
                  <a:gd name="T73" fmla="*/ 397 h 1051"/>
                  <a:gd name="T74" fmla="*/ 321 w 643"/>
                  <a:gd name="T75" fmla="*/ 89 h 1051"/>
                  <a:gd name="T76" fmla="*/ 291 w 643"/>
                  <a:gd name="T77" fmla="*/ 265 h 1051"/>
                  <a:gd name="T78" fmla="*/ 250 w 643"/>
                  <a:gd name="T79" fmla="*/ 255 h 1051"/>
                  <a:gd name="T80" fmla="*/ 269 w 643"/>
                  <a:gd name="T81" fmla="*/ 319 h 1051"/>
                  <a:gd name="T82" fmla="*/ 309 w 643"/>
                  <a:gd name="T83" fmla="*/ 323 h 1051"/>
                  <a:gd name="T84" fmla="*/ 270 w 643"/>
                  <a:gd name="T85" fmla="*/ 344 h 1051"/>
                  <a:gd name="T86" fmla="*/ 248 w 643"/>
                  <a:gd name="T87" fmla="*/ 231 h 1051"/>
                  <a:gd name="T88" fmla="*/ 202 w 643"/>
                  <a:gd name="T89" fmla="*/ 104 h 1051"/>
                  <a:gd name="T90" fmla="*/ 244 w 643"/>
                  <a:gd name="T91" fmla="*/ 100 h 1051"/>
                  <a:gd name="T92" fmla="*/ 227 w 643"/>
                  <a:gd name="T93" fmla="*/ 136 h 1051"/>
                  <a:gd name="T94" fmla="*/ 208 w 643"/>
                  <a:gd name="T95" fmla="*/ 127 h 1051"/>
                  <a:gd name="T96" fmla="*/ 264 w 643"/>
                  <a:gd name="T97" fmla="*/ 168 h 1051"/>
                  <a:gd name="T98" fmla="*/ 189 w 643"/>
                  <a:gd name="T99" fmla="*/ 219 h 1051"/>
                  <a:gd name="T100" fmla="*/ 202 w 643"/>
                  <a:gd name="T101" fmla="*/ 181 h 1051"/>
                  <a:gd name="T102" fmla="*/ 223 w 643"/>
                  <a:gd name="T103" fmla="*/ 178 h 1051"/>
                  <a:gd name="T104" fmla="*/ 202 w 643"/>
                  <a:gd name="T105" fmla="*/ 104 h 1051"/>
                  <a:gd name="T106" fmla="*/ 82 w 643"/>
                  <a:gd name="T107" fmla="*/ 150 h 1051"/>
                  <a:gd name="T108" fmla="*/ 175 w 643"/>
                  <a:gd name="T109" fmla="*/ 476 h 1051"/>
                  <a:gd name="T110" fmla="*/ 185 w 643"/>
                  <a:gd name="T111" fmla="*/ 509 h 1051"/>
                  <a:gd name="T112" fmla="*/ 181 w 643"/>
                  <a:gd name="T113" fmla="*/ 546 h 1051"/>
                  <a:gd name="T114" fmla="*/ 215 w 643"/>
                  <a:gd name="T115" fmla="*/ 585 h 1051"/>
                  <a:gd name="T116" fmla="*/ 289 w 643"/>
                  <a:gd name="T117" fmla="*/ 901 h 1051"/>
                  <a:gd name="T118" fmla="*/ 205 w 643"/>
                  <a:gd name="T119" fmla="*/ 580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3" h="1051">
                    <a:moveTo>
                      <a:pt x="628" y="891"/>
                    </a:moveTo>
                    <a:cubicBezTo>
                      <a:pt x="442" y="945"/>
                      <a:pt x="442" y="945"/>
                      <a:pt x="442" y="945"/>
                    </a:cubicBezTo>
                    <a:cubicBezTo>
                      <a:pt x="254" y="998"/>
                      <a:pt x="254" y="998"/>
                      <a:pt x="254" y="998"/>
                    </a:cubicBezTo>
                    <a:cubicBezTo>
                      <a:pt x="247" y="973"/>
                      <a:pt x="247" y="973"/>
                      <a:pt x="247" y="973"/>
                    </a:cubicBezTo>
                    <a:cubicBezTo>
                      <a:pt x="435" y="919"/>
                      <a:pt x="435" y="919"/>
                      <a:pt x="435" y="919"/>
                    </a:cubicBezTo>
                    <a:cubicBezTo>
                      <a:pt x="621" y="866"/>
                      <a:pt x="621" y="866"/>
                      <a:pt x="621" y="86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187" y="54"/>
                      <a:pt x="187" y="54"/>
                      <a:pt x="187" y="5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69" y="1051"/>
                      <a:pt x="269" y="1051"/>
                      <a:pt x="269" y="1051"/>
                    </a:cubicBezTo>
                    <a:cubicBezTo>
                      <a:pt x="457" y="998"/>
                      <a:pt x="457" y="998"/>
                      <a:pt x="457" y="998"/>
                    </a:cubicBezTo>
                    <a:cubicBezTo>
                      <a:pt x="643" y="945"/>
                      <a:pt x="643" y="945"/>
                      <a:pt x="643" y="945"/>
                    </a:cubicBezTo>
                    <a:lnTo>
                      <a:pt x="628" y="891"/>
                    </a:lnTo>
                    <a:close/>
                    <a:moveTo>
                      <a:pt x="314" y="695"/>
                    </a:moveTo>
                    <a:cubicBezTo>
                      <a:pt x="303" y="658"/>
                      <a:pt x="316" y="633"/>
                      <a:pt x="350" y="623"/>
                    </a:cubicBezTo>
                    <a:cubicBezTo>
                      <a:pt x="350" y="623"/>
                      <a:pt x="351" y="623"/>
                      <a:pt x="351" y="623"/>
                    </a:cubicBezTo>
                    <a:cubicBezTo>
                      <a:pt x="384" y="613"/>
                      <a:pt x="405" y="626"/>
                      <a:pt x="415" y="661"/>
                    </a:cubicBezTo>
                    <a:cubicBezTo>
                      <a:pt x="425" y="696"/>
                      <a:pt x="413" y="722"/>
                      <a:pt x="381" y="733"/>
                    </a:cubicBezTo>
                    <a:cubicBezTo>
                      <a:pt x="380" y="733"/>
                      <a:pt x="379" y="733"/>
                      <a:pt x="378" y="734"/>
                    </a:cubicBezTo>
                    <a:cubicBezTo>
                      <a:pt x="346" y="743"/>
                      <a:pt x="324" y="729"/>
                      <a:pt x="314" y="695"/>
                    </a:cubicBezTo>
                    <a:close/>
                    <a:moveTo>
                      <a:pt x="252" y="458"/>
                    </a:moveTo>
                    <a:cubicBezTo>
                      <a:pt x="236" y="401"/>
                      <a:pt x="236" y="401"/>
                      <a:pt x="236" y="401"/>
                    </a:cubicBezTo>
                    <a:cubicBezTo>
                      <a:pt x="234" y="395"/>
                      <a:pt x="232" y="393"/>
                      <a:pt x="228" y="395"/>
                    </a:cubicBezTo>
                    <a:cubicBezTo>
                      <a:pt x="226" y="395"/>
                      <a:pt x="224" y="396"/>
                      <a:pt x="224" y="396"/>
                    </a:cubicBezTo>
                    <a:cubicBezTo>
                      <a:pt x="221" y="394"/>
                      <a:pt x="221" y="394"/>
                      <a:pt x="221" y="394"/>
                    </a:cubicBezTo>
                    <a:cubicBezTo>
                      <a:pt x="219" y="382"/>
                      <a:pt x="219" y="382"/>
                      <a:pt x="219" y="382"/>
                    </a:cubicBezTo>
                    <a:cubicBezTo>
                      <a:pt x="241" y="376"/>
                      <a:pt x="241" y="376"/>
                      <a:pt x="241" y="376"/>
                    </a:cubicBezTo>
                    <a:cubicBezTo>
                      <a:pt x="250" y="373"/>
                      <a:pt x="273" y="366"/>
                      <a:pt x="273" y="366"/>
                    </a:cubicBezTo>
                    <a:cubicBezTo>
                      <a:pt x="276" y="381"/>
                      <a:pt x="276" y="381"/>
                      <a:pt x="276" y="381"/>
                    </a:cubicBezTo>
                    <a:cubicBezTo>
                      <a:pt x="269" y="384"/>
                      <a:pt x="268" y="386"/>
                      <a:pt x="270" y="392"/>
                    </a:cubicBezTo>
                    <a:cubicBezTo>
                      <a:pt x="274" y="412"/>
                      <a:pt x="274" y="412"/>
                      <a:pt x="274" y="412"/>
                    </a:cubicBezTo>
                    <a:cubicBezTo>
                      <a:pt x="288" y="408"/>
                      <a:pt x="288" y="408"/>
                      <a:pt x="288" y="408"/>
                    </a:cubicBezTo>
                    <a:cubicBezTo>
                      <a:pt x="289" y="408"/>
                      <a:pt x="289" y="408"/>
                      <a:pt x="289" y="408"/>
                    </a:cubicBezTo>
                    <a:cubicBezTo>
                      <a:pt x="296" y="406"/>
                      <a:pt x="299" y="405"/>
                      <a:pt x="302" y="404"/>
                    </a:cubicBezTo>
                    <a:cubicBezTo>
                      <a:pt x="296" y="385"/>
                      <a:pt x="296" y="385"/>
                      <a:pt x="296" y="385"/>
                    </a:cubicBezTo>
                    <a:cubicBezTo>
                      <a:pt x="295" y="378"/>
                      <a:pt x="293" y="377"/>
                      <a:pt x="288" y="378"/>
                    </a:cubicBezTo>
                    <a:cubicBezTo>
                      <a:pt x="284" y="379"/>
                      <a:pt x="284" y="379"/>
                      <a:pt x="284" y="379"/>
                    </a:cubicBezTo>
                    <a:cubicBezTo>
                      <a:pt x="282" y="378"/>
                      <a:pt x="282" y="378"/>
                      <a:pt x="282" y="378"/>
                    </a:cubicBezTo>
                    <a:cubicBezTo>
                      <a:pt x="280" y="365"/>
                      <a:pt x="280" y="365"/>
                      <a:pt x="280" y="365"/>
                    </a:cubicBezTo>
                    <a:cubicBezTo>
                      <a:pt x="306" y="358"/>
                      <a:pt x="306" y="358"/>
                      <a:pt x="306" y="358"/>
                    </a:cubicBezTo>
                    <a:cubicBezTo>
                      <a:pt x="313" y="356"/>
                      <a:pt x="335" y="349"/>
                      <a:pt x="335" y="349"/>
                    </a:cubicBezTo>
                    <a:cubicBezTo>
                      <a:pt x="338" y="363"/>
                      <a:pt x="338" y="363"/>
                      <a:pt x="338" y="363"/>
                    </a:cubicBezTo>
                    <a:cubicBezTo>
                      <a:pt x="330" y="367"/>
                      <a:pt x="329" y="369"/>
                      <a:pt x="331" y="375"/>
                    </a:cubicBezTo>
                    <a:cubicBezTo>
                      <a:pt x="333" y="388"/>
                      <a:pt x="340" y="412"/>
                      <a:pt x="346" y="434"/>
                    </a:cubicBezTo>
                    <a:cubicBezTo>
                      <a:pt x="348" y="442"/>
                      <a:pt x="350" y="444"/>
                      <a:pt x="355" y="443"/>
                    </a:cubicBezTo>
                    <a:cubicBezTo>
                      <a:pt x="357" y="442"/>
                      <a:pt x="360" y="441"/>
                      <a:pt x="360" y="441"/>
                    </a:cubicBezTo>
                    <a:cubicBezTo>
                      <a:pt x="361" y="443"/>
                      <a:pt x="361" y="443"/>
                      <a:pt x="361" y="443"/>
                    </a:cubicBezTo>
                    <a:cubicBezTo>
                      <a:pt x="364" y="457"/>
                      <a:pt x="364" y="457"/>
                      <a:pt x="364" y="457"/>
                    </a:cubicBezTo>
                    <a:cubicBezTo>
                      <a:pt x="364" y="457"/>
                      <a:pt x="349" y="461"/>
                      <a:pt x="336" y="464"/>
                    </a:cubicBezTo>
                    <a:cubicBezTo>
                      <a:pt x="328" y="466"/>
                      <a:pt x="308" y="472"/>
                      <a:pt x="308" y="472"/>
                    </a:cubicBezTo>
                    <a:cubicBezTo>
                      <a:pt x="306" y="458"/>
                      <a:pt x="306" y="458"/>
                      <a:pt x="306" y="458"/>
                    </a:cubicBezTo>
                    <a:cubicBezTo>
                      <a:pt x="314" y="455"/>
                      <a:pt x="316" y="451"/>
                      <a:pt x="313" y="442"/>
                    </a:cubicBezTo>
                    <a:cubicBezTo>
                      <a:pt x="308" y="426"/>
                      <a:pt x="308" y="426"/>
                      <a:pt x="308" y="426"/>
                    </a:cubicBezTo>
                    <a:cubicBezTo>
                      <a:pt x="308" y="426"/>
                      <a:pt x="302" y="427"/>
                      <a:pt x="299" y="428"/>
                    </a:cubicBezTo>
                    <a:cubicBezTo>
                      <a:pt x="298" y="429"/>
                      <a:pt x="296" y="429"/>
                      <a:pt x="295" y="429"/>
                    </a:cubicBezTo>
                    <a:cubicBezTo>
                      <a:pt x="289" y="432"/>
                      <a:pt x="280" y="435"/>
                      <a:pt x="280" y="435"/>
                    </a:cubicBezTo>
                    <a:cubicBezTo>
                      <a:pt x="285" y="452"/>
                      <a:pt x="285" y="452"/>
                      <a:pt x="285" y="452"/>
                    </a:cubicBezTo>
                    <a:cubicBezTo>
                      <a:pt x="288" y="461"/>
                      <a:pt x="289" y="463"/>
                      <a:pt x="293" y="461"/>
                    </a:cubicBezTo>
                    <a:cubicBezTo>
                      <a:pt x="296" y="461"/>
                      <a:pt x="298" y="460"/>
                      <a:pt x="298" y="460"/>
                    </a:cubicBezTo>
                    <a:cubicBezTo>
                      <a:pt x="299" y="461"/>
                      <a:pt x="299" y="461"/>
                      <a:pt x="299" y="461"/>
                    </a:cubicBezTo>
                    <a:cubicBezTo>
                      <a:pt x="302" y="475"/>
                      <a:pt x="302" y="475"/>
                      <a:pt x="302" y="475"/>
                    </a:cubicBezTo>
                    <a:cubicBezTo>
                      <a:pt x="302" y="475"/>
                      <a:pt x="282" y="480"/>
                      <a:pt x="275" y="482"/>
                    </a:cubicBezTo>
                    <a:cubicBezTo>
                      <a:pt x="265" y="485"/>
                      <a:pt x="248" y="490"/>
                      <a:pt x="248" y="490"/>
                    </a:cubicBezTo>
                    <a:cubicBezTo>
                      <a:pt x="246" y="476"/>
                      <a:pt x="246" y="476"/>
                      <a:pt x="246" y="476"/>
                    </a:cubicBezTo>
                    <a:cubicBezTo>
                      <a:pt x="253" y="470"/>
                      <a:pt x="254" y="467"/>
                      <a:pt x="252" y="458"/>
                    </a:cubicBezTo>
                    <a:close/>
                    <a:moveTo>
                      <a:pt x="313" y="493"/>
                    </a:moveTo>
                    <a:cubicBezTo>
                      <a:pt x="313" y="493"/>
                      <a:pt x="314" y="493"/>
                      <a:pt x="314" y="493"/>
                    </a:cubicBezTo>
                    <a:cubicBezTo>
                      <a:pt x="347" y="484"/>
                      <a:pt x="368" y="497"/>
                      <a:pt x="378" y="531"/>
                    </a:cubicBezTo>
                    <a:cubicBezTo>
                      <a:pt x="388" y="567"/>
                      <a:pt x="376" y="592"/>
                      <a:pt x="344" y="603"/>
                    </a:cubicBezTo>
                    <a:cubicBezTo>
                      <a:pt x="343" y="603"/>
                      <a:pt x="342" y="604"/>
                      <a:pt x="341" y="604"/>
                    </a:cubicBezTo>
                    <a:cubicBezTo>
                      <a:pt x="309" y="613"/>
                      <a:pt x="287" y="599"/>
                      <a:pt x="277" y="565"/>
                    </a:cubicBezTo>
                    <a:cubicBezTo>
                      <a:pt x="267" y="529"/>
                      <a:pt x="279" y="503"/>
                      <a:pt x="313" y="493"/>
                    </a:cubicBezTo>
                    <a:close/>
                    <a:moveTo>
                      <a:pt x="456" y="851"/>
                    </a:moveTo>
                    <a:cubicBezTo>
                      <a:pt x="456" y="851"/>
                      <a:pt x="438" y="855"/>
                      <a:pt x="418" y="861"/>
                    </a:cubicBezTo>
                    <a:cubicBezTo>
                      <a:pt x="408" y="863"/>
                      <a:pt x="408" y="863"/>
                      <a:pt x="408" y="863"/>
                    </a:cubicBezTo>
                    <a:cubicBezTo>
                      <a:pt x="391" y="868"/>
                      <a:pt x="374" y="875"/>
                      <a:pt x="374" y="875"/>
                    </a:cubicBezTo>
                    <a:cubicBezTo>
                      <a:pt x="371" y="859"/>
                      <a:pt x="371" y="859"/>
                      <a:pt x="371" y="859"/>
                    </a:cubicBezTo>
                    <a:cubicBezTo>
                      <a:pt x="379" y="856"/>
                      <a:pt x="380" y="852"/>
                      <a:pt x="378" y="842"/>
                    </a:cubicBezTo>
                    <a:cubicBezTo>
                      <a:pt x="362" y="787"/>
                      <a:pt x="362" y="787"/>
                      <a:pt x="362" y="787"/>
                    </a:cubicBezTo>
                    <a:cubicBezTo>
                      <a:pt x="360" y="780"/>
                      <a:pt x="358" y="779"/>
                      <a:pt x="354" y="780"/>
                    </a:cubicBezTo>
                    <a:cubicBezTo>
                      <a:pt x="352" y="781"/>
                      <a:pt x="350" y="782"/>
                      <a:pt x="350" y="782"/>
                    </a:cubicBezTo>
                    <a:cubicBezTo>
                      <a:pt x="348" y="780"/>
                      <a:pt x="348" y="780"/>
                      <a:pt x="348" y="780"/>
                    </a:cubicBezTo>
                    <a:cubicBezTo>
                      <a:pt x="346" y="767"/>
                      <a:pt x="346" y="767"/>
                      <a:pt x="346" y="767"/>
                    </a:cubicBezTo>
                    <a:cubicBezTo>
                      <a:pt x="372" y="760"/>
                      <a:pt x="372" y="760"/>
                      <a:pt x="372" y="760"/>
                    </a:cubicBezTo>
                    <a:cubicBezTo>
                      <a:pt x="375" y="759"/>
                      <a:pt x="382" y="757"/>
                      <a:pt x="388" y="755"/>
                    </a:cubicBezTo>
                    <a:cubicBezTo>
                      <a:pt x="397" y="752"/>
                      <a:pt x="406" y="749"/>
                      <a:pt x="406" y="749"/>
                    </a:cubicBezTo>
                    <a:cubicBezTo>
                      <a:pt x="408" y="765"/>
                      <a:pt x="408" y="765"/>
                      <a:pt x="408" y="765"/>
                    </a:cubicBezTo>
                    <a:cubicBezTo>
                      <a:pt x="397" y="770"/>
                      <a:pt x="395" y="772"/>
                      <a:pt x="396" y="778"/>
                    </a:cubicBezTo>
                    <a:cubicBezTo>
                      <a:pt x="399" y="789"/>
                      <a:pt x="401" y="800"/>
                      <a:pt x="405" y="815"/>
                    </a:cubicBezTo>
                    <a:cubicBezTo>
                      <a:pt x="412" y="837"/>
                      <a:pt x="412" y="837"/>
                      <a:pt x="412" y="837"/>
                    </a:cubicBezTo>
                    <a:cubicBezTo>
                      <a:pt x="413" y="840"/>
                      <a:pt x="415" y="841"/>
                      <a:pt x="419" y="840"/>
                    </a:cubicBezTo>
                    <a:cubicBezTo>
                      <a:pt x="430" y="837"/>
                      <a:pt x="432" y="831"/>
                      <a:pt x="427" y="809"/>
                    </a:cubicBezTo>
                    <a:cubicBezTo>
                      <a:pt x="447" y="801"/>
                      <a:pt x="447" y="801"/>
                      <a:pt x="447" y="801"/>
                    </a:cubicBezTo>
                    <a:cubicBezTo>
                      <a:pt x="450" y="803"/>
                      <a:pt x="450" y="803"/>
                      <a:pt x="450" y="803"/>
                    </a:cubicBezTo>
                    <a:cubicBezTo>
                      <a:pt x="450" y="803"/>
                      <a:pt x="453" y="825"/>
                      <a:pt x="459" y="848"/>
                    </a:cubicBezTo>
                    <a:lnTo>
                      <a:pt x="456" y="851"/>
                    </a:lnTo>
                    <a:close/>
                    <a:moveTo>
                      <a:pt x="459" y="516"/>
                    </a:moveTo>
                    <a:cubicBezTo>
                      <a:pt x="548" y="828"/>
                      <a:pt x="548" y="828"/>
                      <a:pt x="548" y="828"/>
                    </a:cubicBezTo>
                    <a:cubicBezTo>
                      <a:pt x="549" y="832"/>
                      <a:pt x="546" y="836"/>
                      <a:pt x="543" y="837"/>
                    </a:cubicBezTo>
                    <a:cubicBezTo>
                      <a:pt x="539" y="838"/>
                      <a:pt x="534" y="836"/>
                      <a:pt x="533" y="832"/>
                    </a:cubicBezTo>
                    <a:cubicBezTo>
                      <a:pt x="444" y="520"/>
                      <a:pt x="444" y="520"/>
                      <a:pt x="444" y="520"/>
                    </a:cubicBezTo>
                    <a:cubicBezTo>
                      <a:pt x="443" y="516"/>
                      <a:pt x="445" y="512"/>
                      <a:pt x="449" y="511"/>
                    </a:cubicBezTo>
                    <a:cubicBezTo>
                      <a:pt x="453" y="510"/>
                      <a:pt x="457" y="512"/>
                      <a:pt x="459" y="516"/>
                    </a:cubicBezTo>
                    <a:close/>
                    <a:moveTo>
                      <a:pt x="454" y="453"/>
                    </a:moveTo>
                    <a:cubicBezTo>
                      <a:pt x="457" y="464"/>
                      <a:pt x="451" y="475"/>
                      <a:pt x="440" y="478"/>
                    </a:cubicBezTo>
                    <a:cubicBezTo>
                      <a:pt x="429" y="481"/>
                      <a:pt x="418" y="475"/>
                      <a:pt x="415" y="464"/>
                    </a:cubicBezTo>
                    <a:cubicBezTo>
                      <a:pt x="412" y="453"/>
                      <a:pt x="418" y="442"/>
                      <a:pt x="429" y="439"/>
                    </a:cubicBezTo>
                    <a:cubicBezTo>
                      <a:pt x="439" y="436"/>
                      <a:pt x="450" y="442"/>
                      <a:pt x="454" y="453"/>
                    </a:cubicBezTo>
                    <a:close/>
                    <a:moveTo>
                      <a:pt x="326" y="80"/>
                    </a:moveTo>
                    <a:cubicBezTo>
                      <a:pt x="330" y="79"/>
                      <a:pt x="334" y="81"/>
                      <a:pt x="336" y="85"/>
                    </a:cubicBezTo>
                    <a:cubicBezTo>
                      <a:pt x="425" y="397"/>
                      <a:pt x="425" y="397"/>
                      <a:pt x="425" y="397"/>
                    </a:cubicBezTo>
                    <a:cubicBezTo>
                      <a:pt x="426" y="401"/>
                      <a:pt x="424" y="405"/>
                      <a:pt x="420" y="406"/>
                    </a:cubicBezTo>
                    <a:cubicBezTo>
                      <a:pt x="416" y="408"/>
                      <a:pt x="412" y="405"/>
                      <a:pt x="410" y="401"/>
                    </a:cubicBezTo>
                    <a:cubicBezTo>
                      <a:pt x="321" y="89"/>
                      <a:pt x="321" y="89"/>
                      <a:pt x="321" y="89"/>
                    </a:cubicBezTo>
                    <a:cubicBezTo>
                      <a:pt x="320" y="85"/>
                      <a:pt x="322" y="81"/>
                      <a:pt x="326" y="80"/>
                    </a:cubicBezTo>
                    <a:close/>
                    <a:moveTo>
                      <a:pt x="286" y="228"/>
                    </a:moveTo>
                    <a:cubicBezTo>
                      <a:pt x="286" y="228"/>
                      <a:pt x="287" y="244"/>
                      <a:pt x="291" y="265"/>
                    </a:cubicBezTo>
                    <a:cubicBezTo>
                      <a:pt x="267" y="273"/>
                      <a:pt x="267" y="273"/>
                      <a:pt x="267" y="273"/>
                    </a:cubicBezTo>
                    <a:cubicBezTo>
                      <a:pt x="267" y="273"/>
                      <a:pt x="266" y="269"/>
                      <a:pt x="264" y="264"/>
                    </a:cubicBezTo>
                    <a:cubicBezTo>
                      <a:pt x="262" y="255"/>
                      <a:pt x="258" y="252"/>
                      <a:pt x="250" y="255"/>
                    </a:cubicBezTo>
                    <a:cubicBezTo>
                      <a:pt x="248" y="255"/>
                      <a:pt x="247" y="256"/>
                      <a:pt x="245" y="257"/>
                    </a:cubicBezTo>
                    <a:cubicBezTo>
                      <a:pt x="263" y="319"/>
                      <a:pt x="263" y="319"/>
                      <a:pt x="263" y="319"/>
                    </a:cubicBezTo>
                    <a:cubicBezTo>
                      <a:pt x="265" y="319"/>
                      <a:pt x="267" y="319"/>
                      <a:pt x="269" y="319"/>
                    </a:cubicBezTo>
                    <a:cubicBezTo>
                      <a:pt x="277" y="316"/>
                      <a:pt x="279" y="310"/>
                      <a:pt x="276" y="296"/>
                    </a:cubicBezTo>
                    <a:cubicBezTo>
                      <a:pt x="301" y="287"/>
                      <a:pt x="301" y="287"/>
                      <a:pt x="301" y="287"/>
                    </a:cubicBezTo>
                    <a:cubicBezTo>
                      <a:pt x="301" y="287"/>
                      <a:pt x="305" y="307"/>
                      <a:pt x="309" y="323"/>
                    </a:cubicBezTo>
                    <a:cubicBezTo>
                      <a:pt x="308" y="326"/>
                      <a:pt x="308" y="326"/>
                      <a:pt x="308" y="326"/>
                    </a:cubicBezTo>
                    <a:cubicBezTo>
                      <a:pt x="308" y="326"/>
                      <a:pt x="292" y="338"/>
                      <a:pt x="270" y="344"/>
                    </a:cubicBezTo>
                    <a:cubicBezTo>
                      <a:pt x="270" y="344"/>
                      <a:pt x="270" y="344"/>
                      <a:pt x="270" y="344"/>
                    </a:cubicBezTo>
                    <a:cubicBezTo>
                      <a:pt x="240" y="352"/>
                      <a:pt x="217" y="338"/>
                      <a:pt x="207" y="304"/>
                    </a:cubicBezTo>
                    <a:cubicBezTo>
                      <a:pt x="198" y="271"/>
                      <a:pt x="209" y="246"/>
                      <a:pt x="239" y="234"/>
                    </a:cubicBezTo>
                    <a:cubicBezTo>
                      <a:pt x="242" y="233"/>
                      <a:pt x="245" y="232"/>
                      <a:pt x="248" y="231"/>
                    </a:cubicBezTo>
                    <a:cubicBezTo>
                      <a:pt x="262" y="227"/>
                      <a:pt x="284" y="225"/>
                      <a:pt x="284" y="225"/>
                    </a:cubicBezTo>
                    <a:lnTo>
                      <a:pt x="286" y="228"/>
                    </a:lnTo>
                    <a:close/>
                    <a:moveTo>
                      <a:pt x="202" y="104"/>
                    </a:moveTo>
                    <a:cubicBezTo>
                      <a:pt x="204" y="103"/>
                      <a:pt x="207" y="102"/>
                      <a:pt x="209" y="102"/>
                    </a:cubicBezTo>
                    <a:cubicBezTo>
                      <a:pt x="227" y="97"/>
                      <a:pt x="241" y="97"/>
                      <a:pt x="241" y="97"/>
                    </a:cubicBezTo>
                    <a:cubicBezTo>
                      <a:pt x="244" y="100"/>
                      <a:pt x="244" y="100"/>
                      <a:pt x="244" y="100"/>
                    </a:cubicBezTo>
                    <a:cubicBezTo>
                      <a:pt x="244" y="100"/>
                      <a:pt x="245" y="115"/>
                      <a:pt x="248" y="130"/>
                    </a:cubicBezTo>
                    <a:cubicBezTo>
                      <a:pt x="230" y="137"/>
                      <a:pt x="230" y="137"/>
                      <a:pt x="230" y="137"/>
                    </a:cubicBezTo>
                    <a:cubicBezTo>
                      <a:pt x="227" y="136"/>
                      <a:pt x="227" y="136"/>
                      <a:pt x="227" y="136"/>
                    </a:cubicBezTo>
                    <a:cubicBezTo>
                      <a:pt x="226" y="134"/>
                      <a:pt x="226" y="134"/>
                      <a:pt x="226" y="134"/>
                    </a:cubicBezTo>
                    <a:cubicBezTo>
                      <a:pt x="224" y="126"/>
                      <a:pt x="219" y="124"/>
                      <a:pt x="211" y="126"/>
                    </a:cubicBezTo>
                    <a:cubicBezTo>
                      <a:pt x="210" y="126"/>
                      <a:pt x="209" y="126"/>
                      <a:pt x="208" y="127"/>
                    </a:cubicBezTo>
                    <a:cubicBezTo>
                      <a:pt x="212" y="142"/>
                      <a:pt x="212" y="142"/>
                      <a:pt x="212" y="142"/>
                    </a:cubicBezTo>
                    <a:cubicBezTo>
                      <a:pt x="217" y="143"/>
                      <a:pt x="222" y="144"/>
                      <a:pt x="228" y="145"/>
                    </a:cubicBezTo>
                    <a:cubicBezTo>
                      <a:pt x="243" y="146"/>
                      <a:pt x="259" y="150"/>
                      <a:pt x="264" y="168"/>
                    </a:cubicBezTo>
                    <a:cubicBezTo>
                      <a:pt x="270" y="187"/>
                      <a:pt x="258" y="203"/>
                      <a:pt x="233" y="213"/>
                    </a:cubicBezTo>
                    <a:cubicBezTo>
                      <a:pt x="230" y="214"/>
                      <a:pt x="227" y="216"/>
                      <a:pt x="223" y="217"/>
                    </a:cubicBezTo>
                    <a:cubicBezTo>
                      <a:pt x="204" y="222"/>
                      <a:pt x="189" y="219"/>
                      <a:pt x="189" y="219"/>
                    </a:cubicBezTo>
                    <a:cubicBezTo>
                      <a:pt x="186" y="216"/>
                      <a:pt x="186" y="216"/>
                      <a:pt x="186" y="216"/>
                    </a:cubicBezTo>
                    <a:cubicBezTo>
                      <a:pt x="186" y="216"/>
                      <a:pt x="184" y="199"/>
                      <a:pt x="182" y="188"/>
                    </a:cubicBezTo>
                    <a:cubicBezTo>
                      <a:pt x="202" y="181"/>
                      <a:pt x="202" y="181"/>
                      <a:pt x="202" y="181"/>
                    </a:cubicBezTo>
                    <a:cubicBezTo>
                      <a:pt x="206" y="192"/>
                      <a:pt x="212" y="196"/>
                      <a:pt x="221" y="193"/>
                    </a:cubicBezTo>
                    <a:cubicBezTo>
                      <a:pt x="224" y="193"/>
                      <a:pt x="225" y="192"/>
                      <a:pt x="227" y="191"/>
                    </a:cubicBezTo>
                    <a:cubicBezTo>
                      <a:pt x="223" y="178"/>
                      <a:pt x="223" y="178"/>
                      <a:pt x="223" y="178"/>
                    </a:cubicBezTo>
                    <a:cubicBezTo>
                      <a:pt x="218" y="176"/>
                      <a:pt x="210" y="176"/>
                      <a:pt x="202" y="174"/>
                    </a:cubicBezTo>
                    <a:cubicBezTo>
                      <a:pt x="188" y="172"/>
                      <a:pt x="173" y="168"/>
                      <a:pt x="169" y="151"/>
                    </a:cubicBezTo>
                    <a:cubicBezTo>
                      <a:pt x="163" y="132"/>
                      <a:pt x="176" y="113"/>
                      <a:pt x="202" y="104"/>
                    </a:cubicBezTo>
                    <a:close/>
                    <a:moveTo>
                      <a:pt x="166" y="471"/>
                    </a:moveTo>
                    <a:cubicBezTo>
                      <a:pt x="77" y="159"/>
                      <a:pt x="77" y="159"/>
                      <a:pt x="77" y="159"/>
                    </a:cubicBezTo>
                    <a:cubicBezTo>
                      <a:pt x="76" y="155"/>
                      <a:pt x="78" y="151"/>
                      <a:pt x="82" y="150"/>
                    </a:cubicBezTo>
                    <a:cubicBezTo>
                      <a:pt x="86" y="148"/>
                      <a:pt x="90" y="151"/>
                      <a:pt x="91" y="155"/>
                    </a:cubicBezTo>
                    <a:cubicBezTo>
                      <a:pt x="180" y="467"/>
                      <a:pt x="180" y="467"/>
                      <a:pt x="180" y="467"/>
                    </a:cubicBezTo>
                    <a:cubicBezTo>
                      <a:pt x="182" y="471"/>
                      <a:pt x="179" y="475"/>
                      <a:pt x="175" y="476"/>
                    </a:cubicBezTo>
                    <a:cubicBezTo>
                      <a:pt x="172" y="477"/>
                      <a:pt x="167" y="475"/>
                      <a:pt x="166" y="471"/>
                    </a:cubicBezTo>
                    <a:close/>
                    <a:moveTo>
                      <a:pt x="171" y="533"/>
                    </a:moveTo>
                    <a:cubicBezTo>
                      <a:pt x="168" y="523"/>
                      <a:pt x="174" y="512"/>
                      <a:pt x="185" y="509"/>
                    </a:cubicBezTo>
                    <a:cubicBezTo>
                      <a:pt x="196" y="506"/>
                      <a:pt x="207" y="512"/>
                      <a:pt x="210" y="522"/>
                    </a:cubicBezTo>
                    <a:cubicBezTo>
                      <a:pt x="213" y="533"/>
                      <a:pt x="207" y="544"/>
                      <a:pt x="196" y="547"/>
                    </a:cubicBezTo>
                    <a:cubicBezTo>
                      <a:pt x="191" y="549"/>
                      <a:pt x="185" y="548"/>
                      <a:pt x="181" y="546"/>
                    </a:cubicBezTo>
                    <a:cubicBezTo>
                      <a:pt x="176" y="543"/>
                      <a:pt x="173" y="539"/>
                      <a:pt x="171" y="533"/>
                    </a:cubicBezTo>
                    <a:close/>
                    <a:moveTo>
                      <a:pt x="205" y="580"/>
                    </a:moveTo>
                    <a:cubicBezTo>
                      <a:pt x="209" y="579"/>
                      <a:pt x="213" y="581"/>
                      <a:pt x="215" y="585"/>
                    </a:cubicBezTo>
                    <a:cubicBezTo>
                      <a:pt x="304" y="897"/>
                      <a:pt x="304" y="897"/>
                      <a:pt x="304" y="897"/>
                    </a:cubicBezTo>
                    <a:cubicBezTo>
                      <a:pt x="305" y="901"/>
                      <a:pt x="302" y="905"/>
                      <a:pt x="299" y="907"/>
                    </a:cubicBezTo>
                    <a:cubicBezTo>
                      <a:pt x="295" y="908"/>
                      <a:pt x="291" y="905"/>
                      <a:pt x="289" y="901"/>
                    </a:cubicBezTo>
                    <a:cubicBezTo>
                      <a:pt x="200" y="589"/>
                      <a:pt x="200" y="589"/>
                      <a:pt x="200" y="589"/>
                    </a:cubicBezTo>
                    <a:cubicBezTo>
                      <a:pt x="199" y="585"/>
                      <a:pt x="201" y="581"/>
                      <a:pt x="205" y="580"/>
                    </a:cubicBezTo>
                    <a:close/>
                    <a:moveTo>
                      <a:pt x="205" y="580"/>
                    </a:moveTo>
                    <a:cubicBezTo>
                      <a:pt x="205" y="580"/>
                      <a:pt x="205" y="580"/>
                      <a:pt x="205" y="580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3" name="Freeform 219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close/>
                    <a:moveTo>
                      <a:pt x="375" y="0"/>
                    </a:move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4" name="Freeform 220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moveTo>
                      <a:pt x="375" y="0"/>
                    </a:moveTo>
                    <a:lnTo>
                      <a:pt x="3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24" name="Freeform 232"/>
            <p:cNvSpPr>
              <a:spLocks noEditPoints="1"/>
            </p:cNvSpPr>
            <p:nvPr/>
          </p:nvSpPr>
          <p:spPr bwMode="auto">
            <a:xfrm>
              <a:off x="2828926" y="2614955"/>
              <a:ext cx="168275" cy="522288"/>
            </a:xfrm>
            <a:custGeom>
              <a:avLst/>
              <a:gdLst>
                <a:gd name="T0" fmla="*/ 99 w 106"/>
                <a:gd name="T1" fmla="*/ 327 h 329"/>
                <a:gd name="T2" fmla="*/ 104 w 106"/>
                <a:gd name="T3" fmla="*/ 318 h 329"/>
                <a:gd name="T4" fmla="*/ 15 w 106"/>
                <a:gd name="T5" fmla="*/ 6 h 329"/>
                <a:gd name="T6" fmla="*/ 6 w 106"/>
                <a:gd name="T7" fmla="*/ 1 h 329"/>
                <a:gd name="T8" fmla="*/ 1 w 106"/>
                <a:gd name="T9" fmla="*/ 10 h 329"/>
                <a:gd name="T10" fmla="*/ 90 w 106"/>
                <a:gd name="T11" fmla="*/ 322 h 329"/>
                <a:gd name="T12" fmla="*/ 99 w 106"/>
                <a:gd name="T13" fmla="*/ 327 h 329"/>
                <a:gd name="T14" fmla="*/ 99 w 106"/>
                <a:gd name="T15" fmla="*/ 327 h 329"/>
                <a:gd name="T16" fmla="*/ 99 w 106"/>
                <a:gd name="T17" fmla="*/ 32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9">
                  <a:moveTo>
                    <a:pt x="99" y="327"/>
                  </a:moveTo>
                  <a:cubicBezTo>
                    <a:pt x="103" y="326"/>
                    <a:pt x="106" y="322"/>
                    <a:pt x="104" y="31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2"/>
                    <a:pt x="10" y="0"/>
                    <a:pt x="6" y="1"/>
                  </a:cubicBez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5" y="329"/>
                    <a:pt x="99" y="327"/>
                  </a:cubicBezTo>
                  <a:close/>
                  <a:moveTo>
                    <a:pt x="99" y="327"/>
                  </a:moveTo>
                  <a:cubicBezTo>
                    <a:pt x="99" y="327"/>
                    <a:pt x="99" y="327"/>
                    <a:pt x="99" y="32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233"/>
            <p:cNvSpPr>
              <a:spLocks noEditPoints="1"/>
            </p:cNvSpPr>
            <p:nvPr/>
          </p:nvSpPr>
          <p:spPr bwMode="auto">
            <a:xfrm>
              <a:off x="3025247" y="3293161"/>
              <a:ext cx="166688" cy="520700"/>
            </a:xfrm>
            <a:custGeom>
              <a:avLst/>
              <a:gdLst>
                <a:gd name="T0" fmla="*/ 6 w 106"/>
                <a:gd name="T1" fmla="*/ 1 h 328"/>
                <a:gd name="T2" fmla="*/ 1 w 106"/>
                <a:gd name="T3" fmla="*/ 10 h 328"/>
                <a:gd name="T4" fmla="*/ 90 w 106"/>
                <a:gd name="T5" fmla="*/ 322 h 328"/>
                <a:gd name="T6" fmla="*/ 100 w 106"/>
                <a:gd name="T7" fmla="*/ 327 h 328"/>
                <a:gd name="T8" fmla="*/ 105 w 106"/>
                <a:gd name="T9" fmla="*/ 318 h 328"/>
                <a:gd name="T10" fmla="*/ 16 w 106"/>
                <a:gd name="T11" fmla="*/ 6 h 328"/>
                <a:gd name="T12" fmla="*/ 6 w 106"/>
                <a:gd name="T13" fmla="*/ 1 h 328"/>
                <a:gd name="T14" fmla="*/ 6 w 106"/>
                <a:gd name="T15" fmla="*/ 1 h 328"/>
                <a:gd name="T16" fmla="*/ 6 w 106"/>
                <a:gd name="T17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8">
                  <a:moveTo>
                    <a:pt x="6" y="1"/>
                  </a:move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6" y="328"/>
                    <a:pt x="100" y="327"/>
                  </a:cubicBezTo>
                  <a:cubicBezTo>
                    <a:pt x="103" y="326"/>
                    <a:pt x="106" y="322"/>
                    <a:pt x="105" y="31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2"/>
                    <a:pt x="10" y="0"/>
                    <a:pt x="6" y="1"/>
                  </a:cubicBezTo>
                  <a:close/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9" name="矩形 218"/>
          <p:cNvSpPr/>
          <p:nvPr/>
        </p:nvSpPr>
        <p:spPr>
          <a:xfrm>
            <a:off x="5283753" y="3545208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2-1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研究思路</a:t>
            </a:r>
          </a:p>
        </p:txBody>
      </p:sp>
      <p:sp>
        <p:nvSpPr>
          <p:cNvPr id="425" name="矩形 424"/>
          <p:cNvSpPr/>
          <p:nvPr/>
        </p:nvSpPr>
        <p:spPr>
          <a:xfrm>
            <a:off x="6633360" y="3544352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2-2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研究方法</a:t>
            </a:r>
          </a:p>
        </p:txBody>
      </p:sp>
      <p:sp>
        <p:nvSpPr>
          <p:cNvPr id="426" name="矩形 425"/>
          <p:cNvSpPr/>
          <p:nvPr/>
        </p:nvSpPr>
        <p:spPr>
          <a:xfrm>
            <a:off x="7958976" y="3546743"/>
            <a:ext cx="139012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2-3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可行性说明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研究思路</a:t>
            </a:r>
          </a:p>
        </p:txBody>
      </p:sp>
      <p:sp>
        <p:nvSpPr>
          <p:cNvPr id="84" name="矩形 8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研究方法</a:t>
            </a:r>
          </a:p>
        </p:txBody>
      </p:sp>
      <p:sp>
        <p:nvSpPr>
          <p:cNvPr id="85" name="矩形 84"/>
          <p:cNvSpPr/>
          <p:nvPr/>
        </p:nvSpPr>
        <p:spPr>
          <a:xfrm>
            <a:off x="10441652" y="29469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可行性说明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11624733" y="308217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组合 89"/>
          <p:cNvGrpSpPr/>
          <p:nvPr/>
        </p:nvGrpSpPr>
        <p:grpSpPr>
          <a:xfrm>
            <a:off x="396217" y="128165"/>
            <a:ext cx="670385" cy="604428"/>
            <a:chOff x="5424755" y="1340768"/>
            <a:chExt cx="670560" cy="604586"/>
          </a:xfrm>
        </p:grpSpPr>
        <p:grpSp>
          <p:nvGrpSpPr>
            <p:cNvPr id="97" name="组合 9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9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1" name="文本框 9"/>
          <p:cNvSpPr txBox="1"/>
          <p:nvPr/>
        </p:nvSpPr>
        <p:spPr>
          <a:xfrm>
            <a:off x="1113221" y="246916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sp>
        <p:nvSpPr>
          <p:cNvPr id="94" name="Freeform 126"/>
          <p:cNvSpPr>
            <a:spLocks noChangeAspect="1" noEditPoints="1"/>
          </p:cNvSpPr>
          <p:nvPr/>
        </p:nvSpPr>
        <p:spPr bwMode="auto">
          <a:xfrm>
            <a:off x="600314" y="289155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xmlns="" id="{267A19A2-1FCD-4F07-ADF9-BF2896CA0F17}"/>
              </a:ext>
            </a:extLst>
          </p:cNvPr>
          <p:cNvCxnSpPr>
            <a:cxnSpLocks/>
          </p:cNvCxnSpPr>
          <p:nvPr/>
        </p:nvCxnSpPr>
        <p:spPr>
          <a:xfrm>
            <a:off x="683310" y="3607097"/>
            <a:ext cx="10850563" cy="0"/>
          </a:xfrm>
          <a:prstGeom prst="line">
            <a:avLst/>
          </a:prstGeom>
          <a:ln w="952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ïṩļídé">
            <a:extLst>
              <a:ext uri="{FF2B5EF4-FFF2-40B4-BE49-F238E27FC236}">
                <a16:creationId xmlns:a16="http://schemas.microsoft.com/office/drawing/2014/main" xmlns="" id="{60E585FD-BC04-47A1-AD37-D19CEF5B97AC}"/>
              </a:ext>
            </a:extLst>
          </p:cNvPr>
          <p:cNvSpPr/>
          <p:nvPr/>
        </p:nvSpPr>
        <p:spPr>
          <a:xfrm>
            <a:off x="1965015" y="3246506"/>
            <a:ext cx="675000" cy="67500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7" name="iśḻidé">
            <a:extLst>
              <a:ext uri="{FF2B5EF4-FFF2-40B4-BE49-F238E27FC236}">
                <a16:creationId xmlns:a16="http://schemas.microsoft.com/office/drawing/2014/main" xmlns="" id="{C0CC2D70-5E45-4213-8D1F-1B77375DFBC6}"/>
              </a:ext>
            </a:extLst>
          </p:cNvPr>
          <p:cNvSpPr/>
          <p:nvPr/>
        </p:nvSpPr>
        <p:spPr bwMode="auto">
          <a:xfrm>
            <a:off x="2130422" y="3415270"/>
            <a:ext cx="344185" cy="337474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7198" dirty="0"/>
          </a:p>
        </p:txBody>
      </p:sp>
      <p:sp>
        <p:nvSpPr>
          <p:cNvPr id="20" name="íṡḷîḍé">
            <a:extLst>
              <a:ext uri="{FF2B5EF4-FFF2-40B4-BE49-F238E27FC236}">
                <a16:creationId xmlns:a16="http://schemas.microsoft.com/office/drawing/2014/main" xmlns="" id="{528370B0-A0B2-492C-921D-2E54D7391462}"/>
              </a:ext>
            </a:extLst>
          </p:cNvPr>
          <p:cNvSpPr/>
          <p:nvPr/>
        </p:nvSpPr>
        <p:spPr>
          <a:xfrm>
            <a:off x="5769304" y="3246506"/>
            <a:ext cx="675000" cy="67500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solidFill>
                <a:schemeClr val="accent3"/>
              </a:solidFill>
            </a:endParaRPr>
          </a:p>
        </p:txBody>
      </p:sp>
      <p:sp>
        <p:nvSpPr>
          <p:cNvPr id="21" name="íšḷîdé">
            <a:extLst>
              <a:ext uri="{FF2B5EF4-FFF2-40B4-BE49-F238E27FC236}">
                <a16:creationId xmlns:a16="http://schemas.microsoft.com/office/drawing/2014/main" xmlns="" id="{DBE833D6-E98B-4BDE-91B6-98F2D37AD88D}"/>
              </a:ext>
            </a:extLst>
          </p:cNvPr>
          <p:cNvSpPr/>
          <p:nvPr/>
        </p:nvSpPr>
        <p:spPr bwMode="auto">
          <a:xfrm>
            <a:off x="5934711" y="3466574"/>
            <a:ext cx="344185" cy="234865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82270 w 607639"/>
              <a:gd name="connsiteY14" fmla="*/ 262926 h 414642"/>
              <a:gd name="connsiteX15" fmla="*/ 192432 w 607639"/>
              <a:gd name="connsiteY15" fmla="*/ 262926 h 414642"/>
              <a:gd name="connsiteX16" fmla="*/ 202593 w 607639"/>
              <a:gd name="connsiteY16" fmla="*/ 273052 h 414642"/>
              <a:gd name="connsiteX17" fmla="*/ 192432 w 607639"/>
              <a:gd name="connsiteY17" fmla="*/ 283178 h 414642"/>
              <a:gd name="connsiteX18" fmla="*/ 182270 w 607639"/>
              <a:gd name="connsiteY18" fmla="*/ 283178 h 414642"/>
              <a:gd name="connsiteX19" fmla="*/ 172109 w 607639"/>
              <a:gd name="connsiteY19" fmla="*/ 273052 h 414642"/>
              <a:gd name="connsiteX20" fmla="*/ 182270 w 607639"/>
              <a:gd name="connsiteY20" fmla="*/ 262926 h 414642"/>
              <a:gd name="connsiteX21" fmla="*/ 91153 w 607639"/>
              <a:gd name="connsiteY21" fmla="*/ 262926 h 414642"/>
              <a:gd name="connsiteX22" fmla="*/ 141783 w 607639"/>
              <a:gd name="connsiteY22" fmla="*/ 262926 h 414642"/>
              <a:gd name="connsiteX23" fmla="*/ 151927 w 607639"/>
              <a:gd name="connsiteY23" fmla="*/ 273052 h 414642"/>
              <a:gd name="connsiteX24" fmla="*/ 141783 w 607639"/>
              <a:gd name="connsiteY24" fmla="*/ 283178 h 414642"/>
              <a:gd name="connsiteX25" fmla="*/ 91153 w 607639"/>
              <a:gd name="connsiteY25" fmla="*/ 283178 h 414642"/>
              <a:gd name="connsiteX26" fmla="*/ 81009 w 607639"/>
              <a:gd name="connsiteY26" fmla="*/ 273052 h 414642"/>
              <a:gd name="connsiteX27" fmla="*/ 91153 w 607639"/>
              <a:gd name="connsiteY27" fmla="*/ 262926 h 414642"/>
              <a:gd name="connsiteX28" fmla="*/ 161988 w 607639"/>
              <a:gd name="connsiteY28" fmla="*/ 222493 h 414642"/>
              <a:gd name="connsiteX29" fmla="*/ 232948 w 607639"/>
              <a:gd name="connsiteY29" fmla="*/ 222493 h 414642"/>
              <a:gd name="connsiteX30" fmla="*/ 243098 w 607639"/>
              <a:gd name="connsiteY30" fmla="*/ 232619 h 414642"/>
              <a:gd name="connsiteX31" fmla="*/ 232948 w 607639"/>
              <a:gd name="connsiteY31" fmla="*/ 242745 h 414642"/>
              <a:gd name="connsiteX32" fmla="*/ 161988 w 607639"/>
              <a:gd name="connsiteY32" fmla="*/ 242745 h 414642"/>
              <a:gd name="connsiteX33" fmla="*/ 151927 w 607639"/>
              <a:gd name="connsiteY33" fmla="*/ 232619 h 414642"/>
              <a:gd name="connsiteX34" fmla="*/ 161988 w 607639"/>
              <a:gd name="connsiteY34" fmla="*/ 222493 h 414642"/>
              <a:gd name="connsiteX35" fmla="*/ 91146 w 607639"/>
              <a:gd name="connsiteY35" fmla="*/ 222493 h 414642"/>
              <a:gd name="connsiteX36" fmla="*/ 121467 w 607639"/>
              <a:gd name="connsiteY36" fmla="*/ 222493 h 414642"/>
              <a:gd name="connsiteX37" fmla="*/ 131604 w 607639"/>
              <a:gd name="connsiteY37" fmla="*/ 232619 h 414642"/>
              <a:gd name="connsiteX38" fmla="*/ 121467 w 607639"/>
              <a:gd name="connsiteY38" fmla="*/ 242745 h 414642"/>
              <a:gd name="connsiteX39" fmla="*/ 91146 w 607639"/>
              <a:gd name="connsiteY39" fmla="*/ 242745 h 414642"/>
              <a:gd name="connsiteX40" fmla="*/ 81009 w 607639"/>
              <a:gd name="connsiteY40" fmla="*/ 232619 h 414642"/>
              <a:gd name="connsiteX41" fmla="*/ 91146 w 607639"/>
              <a:gd name="connsiteY41" fmla="*/ 222493 h 414642"/>
              <a:gd name="connsiteX42" fmla="*/ 182270 w 607639"/>
              <a:gd name="connsiteY42" fmla="*/ 182059 h 414642"/>
              <a:gd name="connsiteX43" fmla="*/ 192432 w 607639"/>
              <a:gd name="connsiteY43" fmla="*/ 182059 h 414642"/>
              <a:gd name="connsiteX44" fmla="*/ 202593 w 607639"/>
              <a:gd name="connsiteY44" fmla="*/ 192195 h 414642"/>
              <a:gd name="connsiteX45" fmla="*/ 192432 w 607639"/>
              <a:gd name="connsiteY45" fmla="*/ 202241 h 414642"/>
              <a:gd name="connsiteX46" fmla="*/ 182270 w 607639"/>
              <a:gd name="connsiteY46" fmla="*/ 202241 h 414642"/>
              <a:gd name="connsiteX47" fmla="*/ 172109 w 607639"/>
              <a:gd name="connsiteY47" fmla="*/ 192195 h 414642"/>
              <a:gd name="connsiteX48" fmla="*/ 182270 w 607639"/>
              <a:gd name="connsiteY48" fmla="*/ 182059 h 414642"/>
              <a:gd name="connsiteX49" fmla="*/ 91153 w 607639"/>
              <a:gd name="connsiteY49" fmla="*/ 182059 h 414642"/>
              <a:gd name="connsiteX50" fmla="*/ 141783 w 607639"/>
              <a:gd name="connsiteY50" fmla="*/ 182059 h 414642"/>
              <a:gd name="connsiteX51" fmla="*/ 151927 w 607639"/>
              <a:gd name="connsiteY51" fmla="*/ 192195 h 414642"/>
              <a:gd name="connsiteX52" fmla="*/ 141783 w 607639"/>
              <a:gd name="connsiteY52" fmla="*/ 202241 h 414642"/>
              <a:gd name="connsiteX53" fmla="*/ 91153 w 607639"/>
              <a:gd name="connsiteY53" fmla="*/ 202241 h 414642"/>
              <a:gd name="connsiteX54" fmla="*/ 81009 w 607639"/>
              <a:gd name="connsiteY54" fmla="*/ 192195 h 414642"/>
              <a:gd name="connsiteX55" fmla="*/ 91153 w 607639"/>
              <a:gd name="connsiteY55" fmla="*/ 182059 h 414642"/>
              <a:gd name="connsiteX56" fmla="*/ 161988 w 607639"/>
              <a:gd name="connsiteY56" fmla="*/ 141625 h 414642"/>
              <a:gd name="connsiteX57" fmla="*/ 232948 w 607639"/>
              <a:gd name="connsiteY57" fmla="*/ 141625 h 414642"/>
              <a:gd name="connsiteX58" fmla="*/ 243098 w 607639"/>
              <a:gd name="connsiteY58" fmla="*/ 151761 h 414642"/>
              <a:gd name="connsiteX59" fmla="*/ 232948 w 607639"/>
              <a:gd name="connsiteY59" fmla="*/ 161807 h 414642"/>
              <a:gd name="connsiteX60" fmla="*/ 161988 w 607639"/>
              <a:gd name="connsiteY60" fmla="*/ 161807 h 414642"/>
              <a:gd name="connsiteX61" fmla="*/ 151927 w 607639"/>
              <a:gd name="connsiteY61" fmla="*/ 151761 h 414642"/>
              <a:gd name="connsiteX62" fmla="*/ 161988 w 607639"/>
              <a:gd name="connsiteY62" fmla="*/ 141625 h 414642"/>
              <a:gd name="connsiteX63" fmla="*/ 91146 w 607639"/>
              <a:gd name="connsiteY63" fmla="*/ 141625 h 414642"/>
              <a:gd name="connsiteX64" fmla="*/ 121467 w 607639"/>
              <a:gd name="connsiteY64" fmla="*/ 141625 h 414642"/>
              <a:gd name="connsiteX65" fmla="*/ 131604 w 607639"/>
              <a:gd name="connsiteY65" fmla="*/ 151761 h 414642"/>
              <a:gd name="connsiteX66" fmla="*/ 121467 w 607639"/>
              <a:gd name="connsiteY66" fmla="*/ 161807 h 414642"/>
              <a:gd name="connsiteX67" fmla="*/ 91146 w 607639"/>
              <a:gd name="connsiteY67" fmla="*/ 161807 h 414642"/>
              <a:gd name="connsiteX68" fmla="*/ 81009 w 607639"/>
              <a:gd name="connsiteY68" fmla="*/ 151761 h 414642"/>
              <a:gd name="connsiteX69" fmla="*/ 91146 w 607639"/>
              <a:gd name="connsiteY69" fmla="*/ 141625 h 414642"/>
              <a:gd name="connsiteX70" fmla="*/ 364566 w 607639"/>
              <a:gd name="connsiteY70" fmla="*/ 102176 h 414642"/>
              <a:gd name="connsiteX71" fmla="*/ 283573 w 607639"/>
              <a:gd name="connsiteY71" fmla="*/ 192194 h 414642"/>
              <a:gd name="connsiteX72" fmla="*/ 374712 w 607639"/>
              <a:gd name="connsiteY72" fmla="*/ 283188 h 414642"/>
              <a:gd name="connsiteX73" fmla="*/ 464783 w 607639"/>
              <a:gd name="connsiteY73" fmla="*/ 202235 h 414642"/>
              <a:gd name="connsiteX74" fmla="*/ 374712 w 607639"/>
              <a:gd name="connsiteY74" fmla="*/ 202235 h 414642"/>
              <a:gd name="connsiteX75" fmla="*/ 364566 w 607639"/>
              <a:gd name="connsiteY75" fmla="*/ 192194 h 414642"/>
              <a:gd name="connsiteX76" fmla="*/ 182270 w 607639"/>
              <a:gd name="connsiteY76" fmla="*/ 101191 h 414642"/>
              <a:gd name="connsiteX77" fmla="*/ 192432 w 607639"/>
              <a:gd name="connsiteY77" fmla="*/ 101191 h 414642"/>
              <a:gd name="connsiteX78" fmla="*/ 202593 w 607639"/>
              <a:gd name="connsiteY78" fmla="*/ 111238 h 414642"/>
              <a:gd name="connsiteX79" fmla="*/ 192432 w 607639"/>
              <a:gd name="connsiteY79" fmla="*/ 121373 h 414642"/>
              <a:gd name="connsiteX80" fmla="*/ 182270 w 607639"/>
              <a:gd name="connsiteY80" fmla="*/ 121373 h 414642"/>
              <a:gd name="connsiteX81" fmla="*/ 172109 w 607639"/>
              <a:gd name="connsiteY81" fmla="*/ 111238 h 414642"/>
              <a:gd name="connsiteX82" fmla="*/ 182270 w 607639"/>
              <a:gd name="connsiteY82" fmla="*/ 101191 h 414642"/>
              <a:gd name="connsiteX83" fmla="*/ 91153 w 607639"/>
              <a:gd name="connsiteY83" fmla="*/ 101191 h 414642"/>
              <a:gd name="connsiteX84" fmla="*/ 141783 w 607639"/>
              <a:gd name="connsiteY84" fmla="*/ 101191 h 414642"/>
              <a:gd name="connsiteX85" fmla="*/ 151927 w 607639"/>
              <a:gd name="connsiteY85" fmla="*/ 111238 h 414642"/>
              <a:gd name="connsiteX86" fmla="*/ 141783 w 607639"/>
              <a:gd name="connsiteY86" fmla="*/ 121373 h 414642"/>
              <a:gd name="connsiteX87" fmla="*/ 91153 w 607639"/>
              <a:gd name="connsiteY87" fmla="*/ 121373 h 414642"/>
              <a:gd name="connsiteX88" fmla="*/ 81009 w 607639"/>
              <a:gd name="connsiteY88" fmla="*/ 111238 h 414642"/>
              <a:gd name="connsiteX89" fmla="*/ 91153 w 607639"/>
              <a:gd name="connsiteY89" fmla="*/ 101191 h 414642"/>
              <a:gd name="connsiteX90" fmla="*/ 374712 w 607639"/>
              <a:gd name="connsiteY90" fmla="*/ 80938 h 414642"/>
              <a:gd name="connsiteX91" fmla="*/ 384858 w 607639"/>
              <a:gd name="connsiteY91" fmla="*/ 91068 h 414642"/>
              <a:gd name="connsiteX92" fmla="*/ 384858 w 607639"/>
              <a:gd name="connsiteY92" fmla="*/ 182063 h 414642"/>
              <a:gd name="connsiteX93" fmla="*/ 475998 w 607639"/>
              <a:gd name="connsiteY93" fmla="*/ 182063 h 414642"/>
              <a:gd name="connsiteX94" fmla="*/ 486055 w 607639"/>
              <a:gd name="connsiteY94" fmla="*/ 192194 h 414642"/>
              <a:gd name="connsiteX95" fmla="*/ 374712 w 607639"/>
              <a:gd name="connsiteY95" fmla="*/ 303360 h 414642"/>
              <a:gd name="connsiteX96" fmla="*/ 263280 w 607639"/>
              <a:gd name="connsiteY96" fmla="*/ 192194 h 414642"/>
              <a:gd name="connsiteX97" fmla="*/ 374712 w 607639"/>
              <a:gd name="connsiteY97" fmla="*/ 80938 h 414642"/>
              <a:gd name="connsiteX98" fmla="*/ 425343 w 607639"/>
              <a:gd name="connsiteY98" fmla="*/ 61744 h 414642"/>
              <a:gd name="connsiteX99" fmla="*/ 425343 w 607639"/>
              <a:gd name="connsiteY99" fmla="*/ 141635 h 414642"/>
              <a:gd name="connsiteX100" fmla="*/ 505373 w 607639"/>
              <a:gd name="connsiteY100" fmla="*/ 141635 h 414642"/>
              <a:gd name="connsiteX101" fmla="*/ 425343 w 607639"/>
              <a:gd name="connsiteY101" fmla="*/ 61744 h 414642"/>
              <a:gd name="connsiteX102" fmla="*/ 161988 w 607639"/>
              <a:gd name="connsiteY102" fmla="*/ 60757 h 414642"/>
              <a:gd name="connsiteX103" fmla="*/ 232948 w 607639"/>
              <a:gd name="connsiteY103" fmla="*/ 60757 h 414642"/>
              <a:gd name="connsiteX104" fmla="*/ 243098 w 607639"/>
              <a:gd name="connsiteY104" fmla="*/ 70804 h 414642"/>
              <a:gd name="connsiteX105" fmla="*/ 232948 w 607639"/>
              <a:gd name="connsiteY105" fmla="*/ 80939 h 414642"/>
              <a:gd name="connsiteX106" fmla="*/ 161988 w 607639"/>
              <a:gd name="connsiteY106" fmla="*/ 80939 h 414642"/>
              <a:gd name="connsiteX107" fmla="*/ 151927 w 607639"/>
              <a:gd name="connsiteY107" fmla="*/ 70804 h 414642"/>
              <a:gd name="connsiteX108" fmla="*/ 161988 w 607639"/>
              <a:gd name="connsiteY108" fmla="*/ 60757 h 414642"/>
              <a:gd name="connsiteX109" fmla="*/ 91146 w 607639"/>
              <a:gd name="connsiteY109" fmla="*/ 60757 h 414642"/>
              <a:gd name="connsiteX110" fmla="*/ 121467 w 607639"/>
              <a:gd name="connsiteY110" fmla="*/ 60757 h 414642"/>
              <a:gd name="connsiteX111" fmla="*/ 131604 w 607639"/>
              <a:gd name="connsiteY111" fmla="*/ 70804 h 414642"/>
              <a:gd name="connsiteX112" fmla="*/ 121467 w 607639"/>
              <a:gd name="connsiteY112" fmla="*/ 80939 h 414642"/>
              <a:gd name="connsiteX113" fmla="*/ 91146 w 607639"/>
              <a:gd name="connsiteY113" fmla="*/ 80939 h 414642"/>
              <a:gd name="connsiteX114" fmla="*/ 81009 w 607639"/>
              <a:gd name="connsiteY114" fmla="*/ 70804 h 414642"/>
              <a:gd name="connsiteX115" fmla="*/ 91146 w 607639"/>
              <a:gd name="connsiteY115" fmla="*/ 60757 h 414642"/>
              <a:gd name="connsiteX116" fmla="*/ 415194 w 607639"/>
              <a:gd name="connsiteY116" fmla="*/ 40505 h 414642"/>
              <a:gd name="connsiteX117" fmla="*/ 526560 w 607639"/>
              <a:gd name="connsiteY117" fmla="*/ 151765 h 414642"/>
              <a:gd name="connsiteX118" fmla="*/ 516501 w 607639"/>
              <a:gd name="connsiteY118" fmla="*/ 161807 h 414642"/>
              <a:gd name="connsiteX119" fmla="*/ 415194 w 607639"/>
              <a:gd name="connsiteY119" fmla="*/ 161807 h 414642"/>
              <a:gd name="connsiteX120" fmla="*/ 405046 w 607639"/>
              <a:gd name="connsiteY120" fmla="*/ 151765 h 414642"/>
              <a:gd name="connsiteX121" fmla="*/ 405046 w 607639"/>
              <a:gd name="connsiteY121" fmla="*/ 50636 h 414642"/>
              <a:gd name="connsiteX122" fmla="*/ 415194 w 607639"/>
              <a:gd name="connsiteY122" fmla="*/ 40505 h 414642"/>
              <a:gd name="connsiteX123" fmla="*/ 70848 w 607639"/>
              <a:gd name="connsiteY123" fmla="*/ 20177 h 414642"/>
              <a:gd name="connsiteX124" fmla="*/ 60791 w 607639"/>
              <a:gd name="connsiteY124" fmla="*/ 30309 h 414642"/>
              <a:gd name="connsiteX125" fmla="*/ 60791 w 607639"/>
              <a:gd name="connsiteY125" fmla="*/ 343802 h 414642"/>
              <a:gd name="connsiteX126" fmla="*/ 222780 w 607639"/>
              <a:gd name="connsiteY126" fmla="*/ 343802 h 414642"/>
              <a:gd name="connsiteX127" fmla="*/ 232927 w 607639"/>
              <a:gd name="connsiteY127" fmla="*/ 353935 h 414642"/>
              <a:gd name="connsiteX128" fmla="*/ 232927 w 607639"/>
              <a:gd name="connsiteY128" fmla="*/ 364067 h 414642"/>
              <a:gd name="connsiteX129" fmla="*/ 374712 w 607639"/>
              <a:gd name="connsiteY129" fmla="*/ 364067 h 414642"/>
              <a:gd name="connsiteX130" fmla="*/ 374712 w 607639"/>
              <a:gd name="connsiteY130" fmla="*/ 353935 h 414642"/>
              <a:gd name="connsiteX131" fmla="*/ 384859 w 607639"/>
              <a:gd name="connsiteY131" fmla="*/ 343802 h 414642"/>
              <a:gd name="connsiteX132" fmla="*/ 546848 w 607639"/>
              <a:gd name="connsiteY132" fmla="*/ 343802 h 414642"/>
              <a:gd name="connsiteX133" fmla="*/ 546848 w 607639"/>
              <a:gd name="connsiteY133" fmla="*/ 30309 h 414642"/>
              <a:gd name="connsiteX134" fmla="*/ 536702 w 607639"/>
              <a:gd name="connsiteY134" fmla="*/ 20177 h 414642"/>
              <a:gd name="connsiteX135" fmla="*/ 70848 w 607639"/>
              <a:gd name="connsiteY135" fmla="*/ 0 h 414642"/>
              <a:gd name="connsiteX136" fmla="*/ 536702 w 607639"/>
              <a:gd name="connsiteY136" fmla="*/ 0 h 414642"/>
              <a:gd name="connsiteX137" fmla="*/ 567142 w 607639"/>
              <a:gd name="connsiteY137" fmla="*/ 30309 h 414642"/>
              <a:gd name="connsiteX138" fmla="*/ 567142 w 607639"/>
              <a:gd name="connsiteY138" fmla="*/ 343802 h 414642"/>
              <a:gd name="connsiteX139" fmla="*/ 597492 w 607639"/>
              <a:gd name="connsiteY139" fmla="*/ 343802 h 414642"/>
              <a:gd name="connsiteX140" fmla="*/ 607639 w 607639"/>
              <a:gd name="connsiteY140" fmla="*/ 353935 h 414642"/>
              <a:gd name="connsiteX141" fmla="*/ 607639 w 607639"/>
              <a:gd name="connsiteY141" fmla="*/ 384244 h 414642"/>
              <a:gd name="connsiteX142" fmla="*/ 577199 w 607639"/>
              <a:gd name="connsiteY142" fmla="*/ 414642 h 414642"/>
              <a:gd name="connsiteX143" fmla="*/ 30351 w 607639"/>
              <a:gd name="connsiteY143" fmla="*/ 414642 h 414642"/>
              <a:gd name="connsiteX144" fmla="*/ 0 w 607639"/>
              <a:gd name="connsiteY144" fmla="*/ 384244 h 414642"/>
              <a:gd name="connsiteX145" fmla="*/ 0 w 607639"/>
              <a:gd name="connsiteY145" fmla="*/ 353935 h 414642"/>
              <a:gd name="connsiteX146" fmla="*/ 10147 w 607639"/>
              <a:gd name="connsiteY146" fmla="*/ 343802 h 414642"/>
              <a:gd name="connsiteX147" fmla="*/ 40497 w 607639"/>
              <a:gd name="connsiteY147" fmla="*/ 343802 h 414642"/>
              <a:gd name="connsiteX148" fmla="*/ 40497 w 607639"/>
              <a:gd name="connsiteY148" fmla="*/ 30309 h 414642"/>
              <a:gd name="connsiteX149" fmla="*/ 70848 w 607639"/>
              <a:gd name="connsiteY149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9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82270" y="262926"/>
                </a:moveTo>
                <a:lnTo>
                  <a:pt x="192432" y="262926"/>
                </a:lnTo>
                <a:cubicBezTo>
                  <a:pt x="198493" y="262926"/>
                  <a:pt x="202593" y="267012"/>
                  <a:pt x="202593" y="273052"/>
                </a:cubicBezTo>
                <a:cubicBezTo>
                  <a:pt x="202593" y="279092"/>
                  <a:pt x="198493" y="283178"/>
                  <a:pt x="192432" y="283178"/>
                </a:cubicBezTo>
                <a:lnTo>
                  <a:pt x="182270" y="283178"/>
                </a:lnTo>
                <a:cubicBezTo>
                  <a:pt x="176209" y="283178"/>
                  <a:pt x="172109" y="279092"/>
                  <a:pt x="172109" y="273052"/>
                </a:cubicBezTo>
                <a:cubicBezTo>
                  <a:pt x="172109" y="267012"/>
                  <a:pt x="176209" y="262926"/>
                  <a:pt x="182270" y="262926"/>
                </a:cubicBezTo>
                <a:close/>
                <a:moveTo>
                  <a:pt x="91153" y="262926"/>
                </a:moveTo>
                <a:lnTo>
                  <a:pt x="141783" y="262926"/>
                </a:lnTo>
                <a:cubicBezTo>
                  <a:pt x="147834" y="262926"/>
                  <a:pt x="151927" y="267012"/>
                  <a:pt x="151927" y="273052"/>
                </a:cubicBezTo>
                <a:cubicBezTo>
                  <a:pt x="151927" y="279092"/>
                  <a:pt x="147834" y="283178"/>
                  <a:pt x="141783" y="283178"/>
                </a:cubicBezTo>
                <a:lnTo>
                  <a:pt x="91153" y="283178"/>
                </a:lnTo>
                <a:cubicBezTo>
                  <a:pt x="85102" y="283178"/>
                  <a:pt x="81009" y="279092"/>
                  <a:pt x="81009" y="273052"/>
                </a:cubicBezTo>
                <a:cubicBezTo>
                  <a:pt x="81009" y="267012"/>
                  <a:pt x="85102" y="262926"/>
                  <a:pt x="91153" y="262926"/>
                </a:cubicBezTo>
                <a:close/>
                <a:moveTo>
                  <a:pt x="161988" y="222493"/>
                </a:moveTo>
                <a:lnTo>
                  <a:pt x="232948" y="222493"/>
                </a:lnTo>
                <a:cubicBezTo>
                  <a:pt x="239002" y="222493"/>
                  <a:pt x="243098" y="226579"/>
                  <a:pt x="243098" y="232619"/>
                </a:cubicBezTo>
                <a:cubicBezTo>
                  <a:pt x="243098" y="238659"/>
                  <a:pt x="239002" y="242745"/>
                  <a:pt x="232948" y="242745"/>
                </a:cubicBezTo>
                <a:lnTo>
                  <a:pt x="161988" y="242745"/>
                </a:lnTo>
                <a:cubicBezTo>
                  <a:pt x="155934" y="242745"/>
                  <a:pt x="151927" y="238659"/>
                  <a:pt x="151927" y="232619"/>
                </a:cubicBezTo>
                <a:cubicBezTo>
                  <a:pt x="151927" y="226579"/>
                  <a:pt x="155934" y="222493"/>
                  <a:pt x="161988" y="222493"/>
                </a:cubicBezTo>
                <a:close/>
                <a:moveTo>
                  <a:pt x="91146" y="222493"/>
                </a:moveTo>
                <a:lnTo>
                  <a:pt x="121467" y="222493"/>
                </a:lnTo>
                <a:cubicBezTo>
                  <a:pt x="127603" y="222493"/>
                  <a:pt x="131604" y="226579"/>
                  <a:pt x="131604" y="232619"/>
                </a:cubicBezTo>
                <a:cubicBezTo>
                  <a:pt x="131604" y="238659"/>
                  <a:pt x="127603" y="242745"/>
                  <a:pt x="121467" y="242745"/>
                </a:cubicBezTo>
                <a:lnTo>
                  <a:pt x="91146" y="242745"/>
                </a:lnTo>
                <a:cubicBezTo>
                  <a:pt x="85099" y="242745"/>
                  <a:pt x="81009" y="238659"/>
                  <a:pt x="81009" y="232619"/>
                </a:cubicBezTo>
                <a:cubicBezTo>
                  <a:pt x="81009" y="226579"/>
                  <a:pt x="85099" y="222493"/>
                  <a:pt x="91146" y="222493"/>
                </a:cubicBezTo>
                <a:close/>
                <a:moveTo>
                  <a:pt x="182270" y="182059"/>
                </a:moveTo>
                <a:lnTo>
                  <a:pt x="192432" y="182059"/>
                </a:lnTo>
                <a:cubicBezTo>
                  <a:pt x="198493" y="182059"/>
                  <a:pt x="202593" y="186060"/>
                  <a:pt x="202593" y="192195"/>
                </a:cubicBezTo>
                <a:cubicBezTo>
                  <a:pt x="202593" y="198240"/>
                  <a:pt x="198493" y="202241"/>
                  <a:pt x="192432" y="202241"/>
                </a:cubicBezTo>
                <a:lnTo>
                  <a:pt x="182270" y="202241"/>
                </a:lnTo>
                <a:cubicBezTo>
                  <a:pt x="176209" y="202241"/>
                  <a:pt x="172109" y="198240"/>
                  <a:pt x="172109" y="192195"/>
                </a:cubicBezTo>
                <a:cubicBezTo>
                  <a:pt x="172109" y="186060"/>
                  <a:pt x="176209" y="182059"/>
                  <a:pt x="182270" y="182059"/>
                </a:cubicBezTo>
                <a:close/>
                <a:moveTo>
                  <a:pt x="91153" y="182059"/>
                </a:moveTo>
                <a:lnTo>
                  <a:pt x="141783" y="182059"/>
                </a:lnTo>
                <a:cubicBezTo>
                  <a:pt x="147834" y="182059"/>
                  <a:pt x="151927" y="186060"/>
                  <a:pt x="151927" y="192195"/>
                </a:cubicBezTo>
                <a:cubicBezTo>
                  <a:pt x="151927" y="198240"/>
                  <a:pt x="147834" y="202241"/>
                  <a:pt x="141783" y="202241"/>
                </a:cubicBezTo>
                <a:lnTo>
                  <a:pt x="91153" y="202241"/>
                </a:lnTo>
                <a:cubicBezTo>
                  <a:pt x="85102" y="202241"/>
                  <a:pt x="81009" y="198240"/>
                  <a:pt x="81009" y="192195"/>
                </a:cubicBezTo>
                <a:cubicBezTo>
                  <a:pt x="81009" y="186060"/>
                  <a:pt x="85102" y="182059"/>
                  <a:pt x="91153" y="182059"/>
                </a:cubicBezTo>
                <a:close/>
                <a:moveTo>
                  <a:pt x="161988" y="141625"/>
                </a:moveTo>
                <a:lnTo>
                  <a:pt x="232948" y="141625"/>
                </a:lnTo>
                <a:cubicBezTo>
                  <a:pt x="239002" y="141625"/>
                  <a:pt x="243098" y="145626"/>
                  <a:pt x="243098" y="151761"/>
                </a:cubicBezTo>
                <a:cubicBezTo>
                  <a:pt x="243098" y="157806"/>
                  <a:pt x="239002" y="161807"/>
                  <a:pt x="232948" y="161807"/>
                </a:cubicBezTo>
                <a:lnTo>
                  <a:pt x="161988" y="161807"/>
                </a:lnTo>
                <a:cubicBezTo>
                  <a:pt x="155934" y="161807"/>
                  <a:pt x="151927" y="157806"/>
                  <a:pt x="151927" y="151761"/>
                </a:cubicBezTo>
                <a:cubicBezTo>
                  <a:pt x="151927" y="145626"/>
                  <a:pt x="155934" y="141625"/>
                  <a:pt x="161988" y="141625"/>
                </a:cubicBezTo>
                <a:close/>
                <a:moveTo>
                  <a:pt x="91146" y="141625"/>
                </a:moveTo>
                <a:lnTo>
                  <a:pt x="121467" y="141625"/>
                </a:lnTo>
                <a:cubicBezTo>
                  <a:pt x="127603" y="141625"/>
                  <a:pt x="131604" y="145626"/>
                  <a:pt x="131604" y="151761"/>
                </a:cubicBezTo>
                <a:cubicBezTo>
                  <a:pt x="131604" y="157806"/>
                  <a:pt x="127603" y="161807"/>
                  <a:pt x="121467" y="161807"/>
                </a:cubicBezTo>
                <a:lnTo>
                  <a:pt x="91146" y="161807"/>
                </a:lnTo>
                <a:cubicBezTo>
                  <a:pt x="85099" y="161807"/>
                  <a:pt x="81009" y="157806"/>
                  <a:pt x="81009" y="151761"/>
                </a:cubicBezTo>
                <a:cubicBezTo>
                  <a:pt x="81009" y="145626"/>
                  <a:pt x="85099" y="141625"/>
                  <a:pt x="91146" y="141625"/>
                </a:cubicBezTo>
                <a:close/>
                <a:moveTo>
                  <a:pt x="364566" y="102176"/>
                </a:moveTo>
                <a:cubicBezTo>
                  <a:pt x="318996" y="107241"/>
                  <a:pt x="283573" y="145630"/>
                  <a:pt x="283573" y="192194"/>
                </a:cubicBezTo>
                <a:cubicBezTo>
                  <a:pt x="283573" y="242756"/>
                  <a:pt x="324069" y="283188"/>
                  <a:pt x="374712" y="283188"/>
                </a:cubicBezTo>
                <a:cubicBezTo>
                  <a:pt x="421261" y="283188"/>
                  <a:pt x="459799" y="247732"/>
                  <a:pt x="464783" y="202235"/>
                </a:cubicBezTo>
                <a:lnTo>
                  <a:pt x="374712" y="202235"/>
                </a:lnTo>
                <a:cubicBezTo>
                  <a:pt x="368660" y="202235"/>
                  <a:pt x="364566" y="198236"/>
                  <a:pt x="364566" y="192194"/>
                </a:cubicBezTo>
                <a:close/>
                <a:moveTo>
                  <a:pt x="182270" y="101191"/>
                </a:moveTo>
                <a:lnTo>
                  <a:pt x="192432" y="101191"/>
                </a:lnTo>
                <a:cubicBezTo>
                  <a:pt x="198493" y="101191"/>
                  <a:pt x="202593" y="105192"/>
                  <a:pt x="202593" y="111238"/>
                </a:cubicBezTo>
                <a:cubicBezTo>
                  <a:pt x="202593" y="117372"/>
                  <a:pt x="198493" y="121373"/>
                  <a:pt x="192432" y="121373"/>
                </a:cubicBezTo>
                <a:lnTo>
                  <a:pt x="182270" y="121373"/>
                </a:lnTo>
                <a:cubicBezTo>
                  <a:pt x="176209" y="121373"/>
                  <a:pt x="172109" y="117372"/>
                  <a:pt x="172109" y="111238"/>
                </a:cubicBezTo>
                <a:cubicBezTo>
                  <a:pt x="172109" y="105192"/>
                  <a:pt x="176209" y="101191"/>
                  <a:pt x="182270" y="101191"/>
                </a:cubicBezTo>
                <a:close/>
                <a:moveTo>
                  <a:pt x="91153" y="101191"/>
                </a:moveTo>
                <a:lnTo>
                  <a:pt x="141783" y="101191"/>
                </a:lnTo>
                <a:cubicBezTo>
                  <a:pt x="147834" y="101191"/>
                  <a:pt x="151927" y="105192"/>
                  <a:pt x="151927" y="111238"/>
                </a:cubicBezTo>
                <a:cubicBezTo>
                  <a:pt x="151927" y="117372"/>
                  <a:pt x="147834" y="121373"/>
                  <a:pt x="141783" y="121373"/>
                </a:cubicBezTo>
                <a:lnTo>
                  <a:pt x="91153" y="121373"/>
                </a:lnTo>
                <a:cubicBezTo>
                  <a:pt x="85102" y="121373"/>
                  <a:pt x="81009" y="117372"/>
                  <a:pt x="81009" y="111238"/>
                </a:cubicBezTo>
                <a:cubicBezTo>
                  <a:pt x="81009" y="105192"/>
                  <a:pt x="85102" y="101191"/>
                  <a:pt x="91153" y="101191"/>
                </a:cubicBezTo>
                <a:close/>
                <a:moveTo>
                  <a:pt x="374712" y="80938"/>
                </a:moveTo>
                <a:cubicBezTo>
                  <a:pt x="380764" y="80938"/>
                  <a:pt x="384858" y="85026"/>
                  <a:pt x="384858" y="91068"/>
                </a:cubicBezTo>
                <a:lnTo>
                  <a:pt x="384858" y="182063"/>
                </a:lnTo>
                <a:lnTo>
                  <a:pt x="475998" y="182063"/>
                </a:lnTo>
                <a:cubicBezTo>
                  <a:pt x="482050" y="182063"/>
                  <a:pt x="486055" y="186062"/>
                  <a:pt x="486055" y="192194"/>
                </a:cubicBezTo>
                <a:cubicBezTo>
                  <a:pt x="486055" y="253864"/>
                  <a:pt x="436480" y="303360"/>
                  <a:pt x="374712" y="303360"/>
                </a:cubicBezTo>
                <a:cubicBezTo>
                  <a:pt x="312944" y="303360"/>
                  <a:pt x="263280" y="253864"/>
                  <a:pt x="263280" y="192194"/>
                </a:cubicBezTo>
                <a:cubicBezTo>
                  <a:pt x="263280" y="130523"/>
                  <a:pt x="312944" y="80938"/>
                  <a:pt x="374712" y="80938"/>
                </a:cubicBezTo>
                <a:close/>
                <a:moveTo>
                  <a:pt x="425343" y="61744"/>
                </a:moveTo>
                <a:lnTo>
                  <a:pt x="425343" y="141635"/>
                </a:lnTo>
                <a:lnTo>
                  <a:pt x="505373" y="141635"/>
                </a:lnTo>
                <a:cubicBezTo>
                  <a:pt x="500299" y="99157"/>
                  <a:pt x="466827" y="65743"/>
                  <a:pt x="425343" y="61744"/>
                </a:cubicBezTo>
                <a:close/>
                <a:moveTo>
                  <a:pt x="161988" y="60757"/>
                </a:moveTo>
                <a:lnTo>
                  <a:pt x="232948" y="60757"/>
                </a:lnTo>
                <a:cubicBezTo>
                  <a:pt x="239002" y="60757"/>
                  <a:pt x="243098" y="64758"/>
                  <a:pt x="243098" y="70804"/>
                </a:cubicBezTo>
                <a:cubicBezTo>
                  <a:pt x="243098" y="76938"/>
                  <a:pt x="239002" y="80939"/>
                  <a:pt x="232948" y="80939"/>
                </a:cubicBezTo>
                <a:lnTo>
                  <a:pt x="161988" y="80939"/>
                </a:lnTo>
                <a:cubicBezTo>
                  <a:pt x="155934" y="80939"/>
                  <a:pt x="151927" y="76938"/>
                  <a:pt x="151927" y="70804"/>
                </a:cubicBezTo>
                <a:cubicBezTo>
                  <a:pt x="151927" y="64758"/>
                  <a:pt x="155934" y="60757"/>
                  <a:pt x="161988" y="60757"/>
                </a:cubicBezTo>
                <a:close/>
                <a:moveTo>
                  <a:pt x="91146" y="60757"/>
                </a:moveTo>
                <a:lnTo>
                  <a:pt x="121467" y="60757"/>
                </a:lnTo>
                <a:cubicBezTo>
                  <a:pt x="127603" y="60757"/>
                  <a:pt x="131604" y="64758"/>
                  <a:pt x="131604" y="70804"/>
                </a:cubicBezTo>
                <a:cubicBezTo>
                  <a:pt x="131604" y="76938"/>
                  <a:pt x="127603" y="80939"/>
                  <a:pt x="121467" y="80939"/>
                </a:cubicBezTo>
                <a:lnTo>
                  <a:pt x="91146" y="80939"/>
                </a:lnTo>
                <a:cubicBezTo>
                  <a:pt x="85099" y="80939"/>
                  <a:pt x="81009" y="76938"/>
                  <a:pt x="81009" y="70804"/>
                </a:cubicBezTo>
                <a:cubicBezTo>
                  <a:pt x="81009" y="64758"/>
                  <a:pt x="85099" y="60757"/>
                  <a:pt x="91146" y="60757"/>
                </a:cubicBezTo>
                <a:close/>
                <a:moveTo>
                  <a:pt x="415194" y="40505"/>
                </a:moveTo>
                <a:cubicBezTo>
                  <a:pt x="476975" y="40505"/>
                  <a:pt x="526560" y="90092"/>
                  <a:pt x="526560" y="151765"/>
                </a:cubicBezTo>
                <a:cubicBezTo>
                  <a:pt x="526560" y="157808"/>
                  <a:pt x="522554" y="161807"/>
                  <a:pt x="516501" y="161807"/>
                </a:cubicBezTo>
                <a:lnTo>
                  <a:pt x="415194" y="161807"/>
                </a:lnTo>
                <a:cubicBezTo>
                  <a:pt x="409141" y="161807"/>
                  <a:pt x="405046" y="157808"/>
                  <a:pt x="405046" y="151765"/>
                </a:cubicBezTo>
                <a:lnTo>
                  <a:pt x="405046" y="50636"/>
                </a:lnTo>
                <a:cubicBezTo>
                  <a:pt x="405046" y="44593"/>
                  <a:pt x="409141" y="40505"/>
                  <a:pt x="415194" y="40505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1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1"/>
                  <a:pt x="378718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1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1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7198" dirty="0"/>
          </a:p>
        </p:txBody>
      </p:sp>
      <p:sp>
        <p:nvSpPr>
          <p:cNvPr id="25" name="iṡḻïdè">
            <a:extLst>
              <a:ext uri="{FF2B5EF4-FFF2-40B4-BE49-F238E27FC236}">
                <a16:creationId xmlns:a16="http://schemas.microsoft.com/office/drawing/2014/main" xmlns="" id="{32B7E4A6-197E-4F60-A0BE-704BA8E78555}"/>
              </a:ext>
            </a:extLst>
          </p:cNvPr>
          <p:cNvSpPr/>
          <p:nvPr/>
        </p:nvSpPr>
        <p:spPr>
          <a:xfrm>
            <a:off x="9573593" y="3246506"/>
            <a:ext cx="675000" cy="67500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6" name="íṩḷiďé">
            <a:extLst>
              <a:ext uri="{FF2B5EF4-FFF2-40B4-BE49-F238E27FC236}">
                <a16:creationId xmlns:a16="http://schemas.microsoft.com/office/drawing/2014/main" xmlns="" id="{86DE37C1-4432-4531-BA2D-C4BF228C4A6C}"/>
              </a:ext>
            </a:extLst>
          </p:cNvPr>
          <p:cNvSpPr/>
          <p:nvPr/>
        </p:nvSpPr>
        <p:spPr bwMode="auto">
          <a:xfrm>
            <a:off x="9739000" y="3412140"/>
            <a:ext cx="344185" cy="343732"/>
          </a:xfrm>
          <a:custGeom>
            <a:avLst/>
            <a:gdLst>
              <a:gd name="connsiteX0" fmla="*/ 86413 w 591547"/>
              <a:gd name="connsiteY0" fmla="*/ 515758 h 590770"/>
              <a:gd name="connsiteX1" fmla="*/ 171919 w 591547"/>
              <a:gd name="connsiteY1" fmla="*/ 515758 h 590770"/>
              <a:gd name="connsiteX2" fmla="*/ 171919 w 591547"/>
              <a:gd name="connsiteY2" fmla="*/ 537523 h 590770"/>
              <a:gd name="connsiteX3" fmla="*/ 86413 w 591547"/>
              <a:gd name="connsiteY3" fmla="*/ 537523 h 590770"/>
              <a:gd name="connsiteX4" fmla="*/ 86413 w 591547"/>
              <a:gd name="connsiteY4" fmla="*/ 461733 h 590770"/>
              <a:gd name="connsiteX5" fmla="*/ 171919 w 591547"/>
              <a:gd name="connsiteY5" fmla="*/ 461733 h 590770"/>
              <a:gd name="connsiteX6" fmla="*/ 171919 w 591547"/>
              <a:gd name="connsiteY6" fmla="*/ 483498 h 590770"/>
              <a:gd name="connsiteX7" fmla="*/ 86413 w 591547"/>
              <a:gd name="connsiteY7" fmla="*/ 483498 h 590770"/>
              <a:gd name="connsiteX8" fmla="*/ 86413 w 591547"/>
              <a:gd name="connsiteY8" fmla="*/ 408616 h 590770"/>
              <a:gd name="connsiteX9" fmla="*/ 171919 w 591547"/>
              <a:gd name="connsiteY9" fmla="*/ 408616 h 590770"/>
              <a:gd name="connsiteX10" fmla="*/ 171919 w 591547"/>
              <a:gd name="connsiteY10" fmla="*/ 429474 h 590770"/>
              <a:gd name="connsiteX11" fmla="*/ 86413 w 591547"/>
              <a:gd name="connsiteY11" fmla="*/ 429474 h 590770"/>
              <a:gd name="connsiteX12" fmla="*/ 204177 w 591547"/>
              <a:gd name="connsiteY12" fmla="*/ 357041 h 590770"/>
              <a:gd name="connsiteX13" fmla="*/ 204177 w 591547"/>
              <a:gd name="connsiteY13" fmla="*/ 569815 h 590770"/>
              <a:gd name="connsiteX14" fmla="*/ 333300 w 591547"/>
              <a:gd name="connsiteY14" fmla="*/ 569815 h 590770"/>
              <a:gd name="connsiteX15" fmla="*/ 333300 w 591547"/>
              <a:gd name="connsiteY15" fmla="*/ 382026 h 590770"/>
              <a:gd name="connsiteX16" fmla="*/ 183194 w 591547"/>
              <a:gd name="connsiteY16" fmla="*/ 357041 h 590770"/>
              <a:gd name="connsiteX17" fmla="*/ 75053 w 591547"/>
              <a:gd name="connsiteY17" fmla="*/ 382026 h 590770"/>
              <a:gd name="connsiteX18" fmla="*/ 75053 w 591547"/>
              <a:gd name="connsiteY18" fmla="*/ 569815 h 590770"/>
              <a:gd name="connsiteX19" fmla="*/ 183194 w 591547"/>
              <a:gd name="connsiteY19" fmla="*/ 569815 h 590770"/>
              <a:gd name="connsiteX20" fmla="*/ 247709 w 591547"/>
              <a:gd name="connsiteY20" fmla="*/ 311838 h 590770"/>
              <a:gd name="connsiteX21" fmla="*/ 322851 w 591547"/>
              <a:gd name="connsiteY21" fmla="*/ 311838 h 590770"/>
              <a:gd name="connsiteX22" fmla="*/ 322851 w 591547"/>
              <a:gd name="connsiteY22" fmla="*/ 332826 h 590770"/>
              <a:gd name="connsiteX23" fmla="*/ 247709 w 591547"/>
              <a:gd name="connsiteY23" fmla="*/ 332826 h 590770"/>
              <a:gd name="connsiteX24" fmla="*/ 247709 w 591547"/>
              <a:gd name="connsiteY24" fmla="*/ 257944 h 590770"/>
              <a:gd name="connsiteX25" fmla="*/ 322851 w 591547"/>
              <a:gd name="connsiteY25" fmla="*/ 257944 h 590770"/>
              <a:gd name="connsiteX26" fmla="*/ 322851 w 591547"/>
              <a:gd name="connsiteY26" fmla="*/ 279580 h 590770"/>
              <a:gd name="connsiteX27" fmla="*/ 247709 w 591547"/>
              <a:gd name="connsiteY27" fmla="*/ 279580 h 590770"/>
              <a:gd name="connsiteX28" fmla="*/ 247709 w 591547"/>
              <a:gd name="connsiteY28" fmla="*/ 203919 h 590770"/>
              <a:gd name="connsiteX29" fmla="*/ 322851 w 591547"/>
              <a:gd name="connsiteY29" fmla="*/ 203919 h 590770"/>
              <a:gd name="connsiteX30" fmla="*/ 322851 w 591547"/>
              <a:gd name="connsiteY30" fmla="*/ 225684 h 590770"/>
              <a:gd name="connsiteX31" fmla="*/ 247709 w 591547"/>
              <a:gd name="connsiteY31" fmla="*/ 225684 h 590770"/>
              <a:gd name="connsiteX32" fmla="*/ 247709 w 591547"/>
              <a:gd name="connsiteY32" fmla="*/ 150672 h 590770"/>
              <a:gd name="connsiteX33" fmla="*/ 322851 w 591547"/>
              <a:gd name="connsiteY33" fmla="*/ 150672 h 590770"/>
              <a:gd name="connsiteX34" fmla="*/ 322851 w 591547"/>
              <a:gd name="connsiteY34" fmla="*/ 171660 h 590770"/>
              <a:gd name="connsiteX35" fmla="*/ 247709 w 591547"/>
              <a:gd name="connsiteY35" fmla="*/ 171660 h 590770"/>
              <a:gd name="connsiteX36" fmla="*/ 355090 w 591547"/>
              <a:gd name="connsiteY36" fmla="*/ 102357 h 590770"/>
              <a:gd name="connsiteX37" fmla="*/ 355090 w 591547"/>
              <a:gd name="connsiteY37" fmla="*/ 373160 h 590770"/>
              <a:gd name="connsiteX38" fmla="*/ 355090 w 591547"/>
              <a:gd name="connsiteY38" fmla="*/ 376384 h 590770"/>
              <a:gd name="connsiteX39" fmla="*/ 355090 w 591547"/>
              <a:gd name="connsiteY39" fmla="*/ 569815 h 590770"/>
              <a:gd name="connsiteX40" fmla="*/ 484213 w 591547"/>
              <a:gd name="connsiteY40" fmla="*/ 569815 h 590770"/>
              <a:gd name="connsiteX41" fmla="*/ 484213 w 591547"/>
              <a:gd name="connsiteY41" fmla="*/ 154744 h 590770"/>
              <a:gd name="connsiteX42" fmla="*/ 333300 w 591547"/>
              <a:gd name="connsiteY42" fmla="*/ 99939 h 590770"/>
              <a:gd name="connsiteX43" fmla="*/ 236458 w 591547"/>
              <a:gd name="connsiteY43" fmla="*/ 125730 h 590770"/>
              <a:gd name="connsiteX44" fmla="*/ 236458 w 591547"/>
              <a:gd name="connsiteY44" fmla="*/ 341728 h 590770"/>
              <a:gd name="connsiteX45" fmla="*/ 333300 w 591547"/>
              <a:gd name="connsiteY45" fmla="*/ 360265 h 590770"/>
              <a:gd name="connsiteX46" fmla="*/ 397862 w 591547"/>
              <a:gd name="connsiteY46" fmla="*/ 21761 h 590770"/>
              <a:gd name="connsiteX47" fmla="*/ 387371 w 591547"/>
              <a:gd name="connsiteY47" fmla="*/ 32238 h 590770"/>
              <a:gd name="connsiteX48" fmla="*/ 397862 w 591547"/>
              <a:gd name="connsiteY48" fmla="*/ 42716 h 590770"/>
              <a:gd name="connsiteX49" fmla="*/ 409160 w 591547"/>
              <a:gd name="connsiteY49" fmla="*/ 32238 h 590770"/>
              <a:gd name="connsiteX50" fmla="*/ 397862 w 591547"/>
              <a:gd name="connsiteY50" fmla="*/ 21761 h 590770"/>
              <a:gd name="connsiteX51" fmla="*/ 397862 w 591547"/>
              <a:gd name="connsiteY51" fmla="*/ 0 h 590770"/>
              <a:gd name="connsiteX52" fmla="*/ 430143 w 591547"/>
              <a:gd name="connsiteY52" fmla="*/ 32238 h 590770"/>
              <a:gd name="connsiteX53" fmla="*/ 409160 w 591547"/>
              <a:gd name="connsiteY53" fmla="*/ 62865 h 590770"/>
              <a:gd name="connsiteX54" fmla="*/ 409160 w 591547"/>
              <a:gd name="connsiteY54" fmla="*/ 100745 h 590770"/>
              <a:gd name="connsiteX55" fmla="*/ 498740 w 591547"/>
              <a:gd name="connsiteY55" fmla="*/ 137819 h 590770"/>
              <a:gd name="connsiteX56" fmla="*/ 506003 w 591547"/>
              <a:gd name="connsiteY56" fmla="*/ 147491 h 590770"/>
              <a:gd name="connsiteX57" fmla="*/ 506003 w 591547"/>
              <a:gd name="connsiteY57" fmla="*/ 569815 h 590770"/>
              <a:gd name="connsiteX58" fmla="*/ 591547 w 591547"/>
              <a:gd name="connsiteY58" fmla="*/ 569815 h 590770"/>
              <a:gd name="connsiteX59" fmla="*/ 591547 w 591547"/>
              <a:gd name="connsiteY59" fmla="*/ 590770 h 590770"/>
              <a:gd name="connsiteX60" fmla="*/ 494705 w 591547"/>
              <a:gd name="connsiteY60" fmla="*/ 590770 h 590770"/>
              <a:gd name="connsiteX61" fmla="*/ 344598 w 591547"/>
              <a:gd name="connsiteY61" fmla="*/ 590770 h 590770"/>
              <a:gd name="connsiteX62" fmla="*/ 193685 w 591547"/>
              <a:gd name="connsiteY62" fmla="*/ 590770 h 590770"/>
              <a:gd name="connsiteX63" fmla="*/ 64562 w 591547"/>
              <a:gd name="connsiteY63" fmla="*/ 590770 h 590770"/>
              <a:gd name="connsiteX64" fmla="*/ 0 w 591547"/>
              <a:gd name="connsiteY64" fmla="*/ 590770 h 590770"/>
              <a:gd name="connsiteX65" fmla="*/ 0 w 591547"/>
              <a:gd name="connsiteY65" fmla="*/ 569815 h 590770"/>
              <a:gd name="connsiteX66" fmla="*/ 54070 w 591547"/>
              <a:gd name="connsiteY66" fmla="*/ 569815 h 590770"/>
              <a:gd name="connsiteX67" fmla="*/ 54070 w 591547"/>
              <a:gd name="connsiteY67" fmla="*/ 373160 h 590770"/>
              <a:gd name="connsiteX68" fmla="*/ 62141 w 591547"/>
              <a:gd name="connsiteY68" fmla="*/ 362683 h 590770"/>
              <a:gd name="connsiteX69" fmla="*/ 191264 w 591547"/>
              <a:gd name="connsiteY69" fmla="*/ 333668 h 590770"/>
              <a:gd name="connsiteX70" fmla="*/ 195299 w 591547"/>
              <a:gd name="connsiteY70" fmla="*/ 333668 h 590770"/>
              <a:gd name="connsiteX71" fmla="*/ 196106 w 591547"/>
              <a:gd name="connsiteY71" fmla="*/ 333668 h 590770"/>
              <a:gd name="connsiteX72" fmla="*/ 215475 w 591547"/>
              <a:gd name="connsiteY72" fmla="*/ 336892 h 590770"/>
              <a:gd name="connsiteX73" fmla="*/ 215475 w 591547"/>
              <a:gd name="connsiteY73" fmla="*/ 116864 h 590770"/>
              <a:gd name="connsiteX74" fmla="*/ 223545 w 591547"/>
              <a:gd name="connsiteY74" fmla="*/ 106387 h 590770"/>
              <a:gd name="connsiteX75" fmla="*/ 341370 w 591547"/>
              <a:gd name="connsiteY75" fmla="*/ 75760 h 590770"/>
              <a:gd name="connsiteX76" fmla="*/ 342984 w 591547"/>
              <a:gd name="connsiteY76" fmla="*/ 75760 h 590770"/>
              <a:gd name="connsiteX77" fmla="*/ 345405 w 591547"/>
              <a:gd name="connsiteY77" fmla="*/ 75760 h 590770"/>
              <a:gd name="connsiteX78" fmla="*/ 347020 w 591547"/>
              <a:gd name="connsiteY78" fmla="*/ 75760 h 590770"/>
              <a:gd name="connsiteX79" fmla="*/ 348634 w 591547"/>
              <a:gd name="connsiteY79" fmla="*/ 75760 h 590770"/>
              <a:gd name="connsiteX80" fmla="*/ 387371 w 591547"/>
              <a:gd name="connsiteY80" fmla="*/ 91879 h 590770"/>
              <a:gd name="connsiteX81" fmla="*/ 387371 w 591547"/>
              <a:gd name="connsiteY81" fmla="*/ 62865 h 590770"/>
              <a:gd name="connsiteX82" fmla="*/ 365581 w 591547"/>
              <a:gd name="connsiteY82" fmla="*/ 32238 h 590770"/>
              <a:gd name="connsiteX83" fmla="*/ 397862 w 591547"/>
              <a:gd name="connsiteY83" fmla="*/ 0 h 590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91547" h="590770">
                <a:moveTo>
                  <a:pt x="86413" y="515758"/>
                </a:moveTo>
                <a:lnTo>
                  <a:pt x="171919" y="515758"/>
                </a:lnTo>
                <a:lnTo>
                  <a:pt x="171919" y="537523"/>
                </a:lnTo>
                <a:lnTo>
                  <a:pt x="86413" y="537523"/>
                </a:lnTo>
                <a:close/>
                <a:moveTo>
                  <a:pt x="86413" y="461733"/>
                </a:moveTo>
                <a:lnTo>
                  <a:pt x="171919" y="461733"/>
                </a:lnTo>
                <a:lnTo>
                  <a:pt x="171919" y="483498"/>
                </a:lnTo>
                <a:lnTo>
                  <a:pt x="86413" y="483498"/>
                </a:lnTo>
                <a:close/>
                <a:moveTo>
                  <a:pt x="86413" y="408616"/>
                </a:moveTo>
                <a:lnTo>
                  <a:pt x="171919" y="408616"/>
                </a:lnTo>
                <a:lnTo>
                  <a:pt x="171919" y="429474"/>
                </a:lnTo>
                <a:lnTo>
                  <a:pt x="86413" y="429474"/>
                </a:lnTo>
                <a:close/>
                <a:moveTo>
                  <a:pt x="204177" y="357041"/>
                </a:moveTo>
                <a:lnTo>
                  <a:pt x="204177" y="569815"/>
                </a:lnTo>
                <a:lnTo>
                  <a:pt x="333300" y="569815"/>
                </a:lnTo>
                <a:lnTo>
                  <a:pt x="333300" y="382026"/>
                </a:lnTo>
                <a:close/>
                <a:moveTo>
                  <a:pt x="183194" y="357041"/>
                </a:moveTo>
                <a:lnTo>
                  <a:pt x="75053" y="382026"/>
                </a:lnTo>
                <a:lnTo>
                  <a:pt x="75053" y="569815"/>
                </a:lnTo>
                <a:lnTo>
                  <a:pt x="183194" y="569815"/>
                </a:lnTo>
                <a:close/>
                <a:moveTo>
                  <a:pt x="247709" y="311838"/>
                </a:moveTo>
                <a:lnTo>
                  <a:pt x="322851" y="311838"/>
                </a:lnTo>
                <a:lnTo>
                  <a:pt x="322851" y="332826"/>
                </a:lnTo>
                <a:lnTo>
                  <a:pt x="247709" y="332826"/>
                </a:lnTo>
                <a:close/>
                <a:moveTo>
                  <a:pt x="247709" y="257944"/>
                </a:moveTo>
                <a:lnTo>
                  <a:pt x="322851" y="257944"/>
                </a:lnTo>
                <a:lnTo>
                  <a:pt x="322851" y="279580"/>
                </a:lnTo>
                <a:lnTo>
                  <a:pt x="247709" y="279580"/>
                </a:lnTo>
                <a:close/>
                <a:moveTo>
                  <a:pt x="247709" y="203919"/>
                </a:moveTo>
                <a:lnTo>
                  <a:pt x="322851" y="203919"/>
                </a:lnTo>
                <a:lnTo>
                  <a:pt x="322851" y="225684"/>
                </a:lnTo>
                <a:lnTo>
                  <a:pt x="247709" y="225684"/>
                </a:lnTo>
                <a:close/>
                <a:moveTo>
                  <a:pt x="247709" y="150672"/>
                </a:moveTo>
                <a:lnTo>
                  <a:pt x="322851" y="150672"/>
                </a:lnTo>
                <a:lnTo>
                  <a:pt x="322851" y="171660"/>
                </a:lnTo>
                <a:lnTo>
                  <a:pt x="247709" y="171660"/>
                </a:lnTo>
                <a:close/>
                <a:moveTo>
                  <a:pt x="355090" y="102357"/>
                </a:moveTo>
                <a:lnTo>
                  <a:pt x="355090" y="373160"/>
                </a:lnTo>
                <a:lnTo>
                  <a:pt x="355090" y="376384"/>
                </a:lnTo>
                <a:lnTo>
                  <a:pt x="355090" y="569815"/>
                </a:lnTo>
                <a:lnTo>
                  <a:pt x="484213" y="569815"/>
                </a:lnTo>
                <a:lnTo>
                  <a:pt x="484213" y="154744"/>
                </a:lnTo>
                <a:close/>
                <a:moveTo>
                  <a:pt x="333300" y="99939"/>
                </a:moveTo>
                <a:lnTo>
                  <a:pt x="236458" y="125730"/>
                </a:lnTo>
                <a:lnTo>
                  <a:pt x="236458" y="341728"/>
                </a:lnTo>
                <a:lnTo>
                  <a:pt x="333300" y="360265"/>
                </a:lnTo>
                <a:close/>
                <a:moveTo>
                  <a:pt x="397862" y="21761"/>
                </a:moveTo>
                <a:cubicBezTo>
                  <a:pt x="392213" y="21761"/>
                  <a:pt x="387371" y="26596"/>
                  <a:pt x="387371" y="32238"/>
                </a:cubicBezTo>
                <a:cubicBezTo>
                  <a:pt x="387371" y="37880"/>
                  <a:pt x="392213" y="42716"/>
                  <a:pt x="397862" y="42716"/>
                </a:cubicBezTo>
                <a:cubicBezTo>
                  <a:pt x="404318" y="42716"/>
                  <a:pt x="409160" y="37880"/>
                  <a:pt x="409160" y="32238"/>
                </a:cubicBezTo>
                <a:cubicBezTo>
                  <a:pt x="409160" y="26596"/>
                  <a:pt x="404318" y="21761"/>
                  <a:pt x="397862" y="21761"/>
                </a:cubicBezTo>
                <a:close/>
                <a:moveTo>
                  <a:pt x="397862" y="0"/>
                </a:moveTo>
                <a:cubicBezTo>
                  <a:pt x="415616" y="0"/>
                  <a:pt x="430143" y="14507"/>
                  <a:pt x="430143" y="32238"/>
                </a:cubicBezTo>
                <a:cubicBezTo>
                  <a:pt x="430143" y="45940"/>
                  <a:pt x="421266" y="58029"/>
                  <a:pt x="409160" y="62865"/>
                </a:cubicBezTo>
                <a:lnTo>
                  <a:pt x="409160" y="100745"/>
                </a:lnTo>
                <a:lnTo>
                  <a:pt x="498740" y="137819"/>
                </a:lnTo>
                <a:cubicBezTo>
                  <a:pt x="502775" y="139431"/>
                  <a:pt x="506003" y="143461"/>
                  <a:pt x="506003" y="147491"/>
                </a:cubicBezTo>
                <a:lnTo>
                  <a:pt x="506003" y="569815"/>
                </a:lnTo>
                <a:lnTo>
                  <a:pt x="591547" y="569815"/>
                </a:lnTo>
                <a:lnTo>
                  <a:pt x="591547" y="590770"/>
                </a:lnTo>
                <a:lnTo>
                  <a:pt x="494705" y="590770"/>
                </a:lnTo>
                <a:lnTo>
                  <a:pt x="344598" y="590770"/>
                </a:lnTo>
                <a:lnTo>
                  <a:pt x="193685" y="590770"/>
                </a:lnTo>
                <a:lnTo>
                  <a:pt x="64562" y="590770"/>
                </a:lnTo>
                <a:lnTo>
                  <a:pt x="0" y="590770"/>
                </a:lnTo>
                <a:lnTo>
                  <a:pt x="0" y="569815"/>
                </a:lnTo>
                <a:lnTo>
                  <a:pt x="54070" y="569815"/>
                </a:lnTo>
                <a:lnTo>
                  <a:pt x="54070" y="373160"/>
                </a:lnTo>
                <a:cubicBezTo>
                  <a:pt x="54070" y="368324"/>
                  <a:pt x="57298" y="364294"/>
                  <a:pt x="62141" y="362683"/>
                </a:cubicBezTo>
                <a:lnTo>
                  <a:pt x="191264" y="333668"/>
                </a:lnTo>
                <a:cubicBezTo>
                  <a:pt x="192878" y="332862"/>
                  <a:pt x="194492" y="332862"/>
                  <a:pt x="195299" y="333668"/>
                </a:cubicBezTo>
                <a:cubicBezTo>
                  <a:pt x="196106" y="333668"/>
                  <a:pt x="196106" y="333668"/>
                  <a:pt x="196106" y="333668"/>
                </a:cubicBezTo>
                <a:lnTo>
                  <a:pt x="215475" y="336892"/>
                </a:lnTo>
                <a:lnTo>
                  <a:pt x="215475" y="116864"/>
                </a:lnTo>
                <a:cubicBezTo>
                  <a:pt x="215475" y="112028"/>
                  <a:pt x="218703" y="107999"/>
                  <a:pt x="223545" y="106387"/>
                </a:cubicBezTo>
                <a:lnTo>
                  <a:pt x="341370" y="75760"/>
                </a:lnTo>
                <a:cubicBezTo>
                  <a:pt x="342177" y="75760"/>
                  <a:pt x="342177" y="75760"/>
                  <a:pt x="342984" y="75760"/>
                </a:cubicBezTo>
                <a:cubicBezTo>
                  <a:pt x="343791" y="75760"/>
                  <a:pt x="344598" y="74954"/>
                  <a:pt x="345405" y="75760"/>
                </a:cubicBezTo>
                <a:cubicBezTo>
                  <a:pt x="346213" y="75760"/>
                  <a:pt x="347020" y="75760"/>
                  <a:pt x="347020" y="75760"/>
                </a:cubicBezTo>
                <a:cubicBezTo>
                  <a:pt x="347827" y="75760"/>
                  <a:pt x="347827" y="75760"/>
                  <a:pt x="348634" y="75760"/>
                </a:cubicBezTo>
                <a:lnTo>
                  <a:pt x="387371" y="91879"/>
                </a:lnTo>
                <a:lnTo>
                  <a:pt x="387371" y="62865"/>
                </a:lnTo>
                <a:cubicBezTo>
                  <a:pt x="375265" y="58029"/>
                  <a:pt x="365581" y="45940"/>
                  <a:pt x="365581" y="32238"/>
                </a:cubicBezTo>
                <a:cubicBezTo>
                  <a:pt x="365581" y="14507"/>
                  <a:pt x="380107" y="0"/>
                  <a:pt x="3978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7198" dirty="0"/>
          </a:p>
        </p:txBody>
      </p:sp>
      <p:sp>
        <p:nvSpPr>
          <p:cNvPr id="30" name="ïS1íḑê">
            <a:extLst>
              <a:ext uri="{FF2B5EF4-FFF2-40B4-BE49-F238E27FC236}">
                <a16:creationId xmlns:a16="http://schemas.microsoft.com/office/drawing/2014/main" xmlns="" id="{5ECB346D-740B-4208-B75E-2E7BFDFCA1AA}"/>
              </a:ext>
            </a:extLst>
          </p:cNvPr>
          <p:cNvSpPr/>
          <p:nvPr/>
        </p:nvSpPr>
        <p:spPr bwMode="auto">
          <a:xfrm>
            <a:off x="7740853" y="1142466"/>
            <a:ext cx="2131690" cy="1391785"/>
          </a:xfrm>
          <a:custGeom>
            <a:avLst/>
            <a:gdLst>
              <a:gd name="T0" fmla="*/ 3244 w 3244"/>
              <a:gd name="T1" fmla="*/ 1973 h 2120"/>
              <a:gd name="T2" fmla="*/ 3097 w 3244"/>
              <a:gd name="T3" fmla="*/ 2120 h 2120"/>
              <a:gd name="T4" fmla="*/ 147 w 3244"/>
              <a:gd name="T5" fmla="*/ 2120 h 2120"/>
              <a:gd name="T6" fmla="*/ 0 w 3244"/>
              <a:gd name="T7" fmla="*/ 1973 h 2120"/>
              <a:gd name="T8" fmla="*/ 0 w 3244"/>
              <a:gd name="T9" fmla="*/ 148 h 2120"/>
              <a:gd name="T10" fmla="*/ 147 w 3244"/>
              <a:gd name="T11" fmla="*/ 0 h 2120"/>
              <a:gd name="T12" fmla="*/ 3097 w 3244"/>
              <a:gd name="T13" fmla="*/ 0 h 2120"/>
              <a:gd name="T14" fmla="*/ 3244 w 3244"/>
              <a:gd name="T15" fmla="*/ 148 h 2120"/>
              <a:gd name="T16" fmla="*/ 3244 w 3244"/>
              <a:gd name="T17" fmla="*/ 1973 h 2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44" h="2120">
                <a:moveTo>
                  <a:pt x="3244" y="1973"/>
                </a:moveTo>
                <a:cubicBezTo>
                  <a:pt x="3244" y="2054"/>
                  <a:pt x="3178" y="2120"/>
                  <a:pt x="3097" y="2120"/>
                </a:cubicBezTo>
                <a:cubicBezTo>
                  <a:pt x="147" y="2120"/>
                  <a:pt x="147" y="2120"/>
                  <a:pt x="147" y="2120"/>
                </a:cubicBezTo>
                <a:cubicBezTo>
                  <a:pt x="66" y="2120"/>
                  <a:pt x="0" y="2054"/>
                  <a:pt x="0" y="1973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66"/>
                  <a:pt x="66" y="0"/>
                  <a:pt x="147" y="0"/>
                </a:cubicBezTo>
                <a:cubicBezTo>
                  <a:pt x="3097" y="0"/>
                  <a:pt x="3097" y="0"/>
                  <a:pt x="3097" y="0"/>
                </a:cubicBezTo>
                <a:cubicBezTo>
                  <a:pt x="3178" y="0"/>
                  <a:pt x="3244" y="66"/>
                  <a:pt x="3244" y="148"/>
                </a:cubicBezTo>
                <a:cubicBezTo>
                  <a:pt x="3244" y="1973"/>
                  <a:pt x="3244" y="1973"/>
                  <a:pt x="3244" y="1973"/>
                </a:cubicBezTo>
              </a:path>
            </a:pathLst>
          </a:custGeom>
          <a:solidFill>
            <a:srgbClr val="1531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1" name="îṧļïḋê">
            <a:extLst>
              <a:ext uri="{FF2B5EF4-FFF2-40B4-BE49-F238E27FC236}">
                <a16:creationId xmlns:a16="http://schemas.microsoft.com/office/drawing/2014/main" xmlns="" id="{5AA6F669-C969-414A-8183-B17A828B1ACD}"/>
              </a:ext>
            </a:extLst>
          </p:cNvPr>
          <p:cNvSpPr/>
          <p:nvPr/>
        </p:nvSpPr>
        <p:spPr bwMode="auto">
          <a:xfrm>
            <a:off x="7836351" y="1234643"/>
            <a:ext cx="1949828" cy="1202449"/>
          </a:xfrm>
          <a:prstGeom prst="rect">
            <a:avLst/>
          </a:pr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ïṥḷíḋé">
            <a:extLst>
              <a:ext uri="{FF2B5EF4-FFF2-40B4-BE49-F238E27FC236}">
                <a16:creationId xmlns:a16="http://schemas.microsoft.com/office/drawing/2014/main" xmlns="" id="{369C2583-5A4A-4A0F-A2B6-67E7B38F5A7B}"/>
              </a:ext>
            </a:extLst>
          </p:cNvPr>
          <p:cNvSpPr/>
          <p:nvPr/>
        </p:nvSpPr>
        <p:spPr bwMode="auto">
          <a:xfrm>
            <a:off x="7836351" y="1234643"/>
            <a:ext cx="1949828" cy="120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ïṩ1idê">
            <a:extLst>
              <a:ext uri="{FF2B5EF4-FFF2-40B4-BE49-F238E27FC236}">
                <a16:creationId xmlns:a16="http://schemas.microsoft.com/office/drawing/2014/main" xmlns="" id="{1DB7E096-5296-4B90-898F-0BC64E23E4F9}"/>
              </a:ext>
            </a:extLst>
          </p:cNvPr>
          <p:cNvSpPr/>
          <p:nvPr/>
        </p:nvSpPr>
        <p:spPr bwMode="auto">
          <a:xfrm>
            <a:off x="7322321" y="2526777"/>
            <a:ext cx="2977058" cy="165254"/>
          </a:xfrm>
          <a:custGeom>
            <a:avLst/>
            <a:gdLst>
              <a:gd name="T0" fmla="*/ 3 w 4532"/>
              <a:gd name="T1" fmla="*/ 0 h 252"/>
              <a:gd name="T2" fmla="*/ 0 w 4532"/>
              <a:gd name="T3" fmla="*/ 41 h 252"/>
              <a:gd name="T4" fmla="*/ 158 w 4532"/>
              <a:gd name="T5" fmla="*/ 252 h 252"/>
              <a:gd name="T6" fmla="*/ 4374 w 4532"/>
              <a:gd name="T7" fmla="*/ 252 h 252"/>
              <a:gd name="T8" fmla="*/ 4532 w 4532"/>
              <a:gd name="T9" fmla="*/ 41 h 252"/>
              <a:gd name="T10" fmla="*/ 4529 w 4532"/>
              <a:gd name="T11" fmla="*/ 0 h 252"/>
              <a:gd name="T12" fmla="*/ 3 w 4532"/>
              <a:gd name="T13" fmla="*/ 0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32" h="252">
                <a:moveTo>
                  <a:pt x="3" y="0"/>
                </a:moveTo>
                <a:cubicBezTo>
                  <a:pt x="1" y="14"/>
                  <a:pt x="0" y="27"/>
                  <a:pt x="0" y="41"/>
                </a:cubicBezTo>
                <a:cubicBezTo>
                  <a:pt x="0" y="157"/>
                  <a:pt x="71" y="252"/>
                  <a:pt x="158" y="252"/>
                </a:cubicBezTo>
                <a:cubicBezTo>
                  <a:pt x="4374" y="252"/>
                  <a:pt x="4374" y="252"/>
                  <a:pt x="4374" y="252"/>
                </a:cubicBezTo>
                <a:cubicBezTo>
                  <a:pt x="4461" y="252"/>
                  <a:pt x="4532" y="157"/>
                  <a:pt x="4532" y="41"/>
                </a:cubicBezTo>
                <a:cubicBezTo>
                  <a:pt x="4532" y="27"/>
                  <a:pt x="4531" y="14"/>
                  <a:pt x="4529" y="0"/>
                </a:cubicBezTo>
                <a:cubicBezTo>
                  <a:pt x="3" y="0"/>
                  <a:pt x="3" y="0"/>
                  <a:pt x="3" y="0"/>
                </a:cubicBezTo>
              </a:path>
            </a:pathLst>
          </a:custGeom>
          <a:solidFill>
            <a:srgbClr val="A3A3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iṧḻîḓè">
            <a:extLst>
              <a:ext uri="{FF2B5EF4-FFF2-40B4-BE49-F238E27FC236}">
                <a16:creationId xmlns:a16="http://schemas.microsoft.com/office/drawing/2014/main" xmlns="" id="{B4BE5BCE-757A-4114-9138-6E6D85D43ABD}"/>
              </a:ext>
            </a:extLst>
          </p:cNvPr>
          <p:cNvSpPr/>
          <p:nvPr/>
        </p:nvSpPr>
        <p:spPr bwMode="auto">
          <a:xfrm>
            <a:off x="7331455" y="2609820"/>
            <a:ext cx="2959619" cy="82212"/>
          </a:xfrm>
          <a:custGeom>
            <a:avLst/>
            <a:gdLst>
              <a:gd name="T0" fmla="*/ 0 w 4505"/>
              <a:gd name="T1" fmla="*/ 0 h 126"/>
              <a:gd name="T2" fmla="*/ 144 w 4505"/>
              <a:gd name="T3" fmla="*/ 126 h 126"/>
              <a:gd name="T4" fmla="*/ 4360 w 4505"/>
              <a:gd name="T5" fmla="*/ 126 h 126"/>
              <a:gd name="T6" fmla="*/ 4505 w 4505"/>
              <a:gd name="T7" fmla="*/ 0 h 126"/>
              <a:gd name="T8" fmla="*/ 0 w 4505"/>
              <a:gd name="T9" fmla="*/ 0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05" h="126">
                <a:moveTo>
                  <a:pt x="0" y="0"/>
                </a:moveTo>
                <a:cubicBezTo>
                  <a:pt x="24" y="74"/>
                  <a:pt x="80" y="126"/>
                  <a:pt x="144" y="126"/>
                </a:cubicBezTo>
                <a:cubicBezTo>
                  <a:pt x="4360" y="126"/>
                  <a:pt x="4360" y="126"/>
                  <a:pt x="4360" y="126"/>
                </a:cubicBezTo>
                <a:cubicBezTo>
                  <a:pt x="4425" y="126"/>
                  <a:pt x="4480" y="74"/>
                  <a:pt x="4505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1531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ïṣľîďê">
            <a:extLst>
              <a:ext uri="{FF2B5EF4-FFF2-40B4-BE49-F238E27FC236}">
                <a16:creationId xmlns:a16="http://schemas.microsoft.com/office/drawing/2014/main" xmlns="" id="{86CE0C33-5920-4CBA-9BC7-AFDA7623BF0E}"/>
              </a:ext>
            </a:extLst>
          </p:cNvPr>
          <p:cNvSpPr/>
          <p:nvPr/>
        </p:nvSpPr>
        <p:spPr bwMode="auto">
          <a:xfrm>
            <a:off x="7968388" y="1333463"/>
            <a:ext cx="689249" cy="33217"/>
          </a:xfrm>
          <a:prstGeom prst="rect">
            <a:avLst/>
          </a:prstGeom>
          <a:solidFill>
            <a:srgbClr val="F39C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íšḻîḑe">
            <a:extLst>
              <a:ext uri="{FF2B5EF4-FFF2-40B4-BE49-F238E27FC236}">
                <a16:creationId xmlns:a16="http://schemas.microsoft.com/office/drawing/2014/main" xmlns="" id="{B01291B0-04A1-4E81-81A8-4496D323E55D}"/>
              </a:ext>
            </a:extLst>
          </p:cNvPr>
          <p:cNvSpPr/>
          <p:nvPr/>
        </p:nvSpPr>
        <p:spPr bwMode="auto">
          <a:xfrm>
            <a:off x="7968388" y="1380797"/>
            <a:ext cx="689249" cy="33217"/>
          </a:xfrm>
          <a:prstGeom prst="rect">
            <a:avLst/>
          </a:prstGeom>
          <a:solidFill>
            <a:srgbClr val="F39C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7" name="iş1iḍè">
            <a:extLst>
              <a:ext uri="{FF2B5EF4-FFF2-40B4-BE49-F238E27FC236}">
                <a16:creationId xmlns:a16="http://schemas.microsoft.com/office/drawing/2014/main" xmlns="" id="{369C164A-510D-4631-85C4-A078EE001264}"/>
              </a:ext>
            </a:extLst>
          </p:cNvPr>
          <p:cNvSpPr/>
          <p:nvPr/>
        </p:nvSpPr>
        <p:spPr bwMode="auto">
          <a:xfrm>
            <a:off x="7968388" y="1430622"/>
            <a:ext cx="689249" cy="33217"/>
          </a:xfrm>
          <a:prstGeom prst="rect">
            <a:avLst/>
          </a:prstGeom>
          <a:solidFill>
            <a:srgbClr val="F39C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8" name="îṥlíḑé">
            <a:extLst>
              <a:ext uri="{FF2B5EF4-FFF2-40B4-BE49-F238E27FC236}">
                <a16:creationId xmlns:a16="http://schemas.microsoft.com/office/drawing/2014/main" xmlns="" id="{92C04FB3-757F-4178-8ADA-128FC21B6764}"/>
              </a:ext>
            </a:extLst>
          </p:cNvPr>
          <p:cNvSpPr/>
          <p:nvPr/>
        </p:nvSpPr>
        <p:spPr bwMode="auto">
          <a:xfrm>
            <a:off x="7968388" y="1480447"/>
            <a:ext cx="689249" cy="33217"/>
          </a:xfrm>
          <a:prstGeom prst="rect">
            <a:avLst/>
          </a:prstGeom>
          <a:solidFill>
            <a:srgbClr val="F39C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9" name="iṣḻiḍé">
            <a:extLst>
              <a:ext uri="{FF2B5EF4-FFF2-40B4-BE49-F238E27FC236}">
                <a16:creationId xmlns:a16="http://schemas.microsoft.com/office/drawing/2014/main" xmlns="" id="{C02A6E53-31FA-481A-8249-4FC315BDCB8F}"/>
              </a:ext>
            </a:extLst>
          </p:cNvPr>
          <p:cNvSpPr/>
          <p:nvPr/>
        </p:nvSpPr>
        <p:spPr bwMode="auto">
          <a:xfrm>
            <a:off x="8679228" y="2014408"/>
            <a:ext cx="315560" cy="88025"/>
          </a:xfrm>
          <a:custGeom>
            <a:avLst/>
            <a:gdLst>
              <a:gd name="T0" fmla="*/ 7 w 380"/>
              <a:gd name="T1" fmla="*/ 106 h 106"/>
              <a:gd name="T2" fmla="*/ 0 w 380"/>
              <a:gd name="T3" fmla="*/ 79 h 106"/>
              <a:gd name="T4" fmla="*/ 374 w 380"/>
              <a:gd name="T5" fmla="*/ 0 h 106"/>
              <a:gd name="T6" fmla="*/ 380 w 380"/>
              <a:gd name="T7" fmla="*/ 28 h 106"/>
              <a:gd name="T8" fmla="*/ 7 w 380"/>
              <a:gd name="T9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0" h="106">
                <a:moveTo>
                  <a:pt x="7" y="106"/>
                </a:moveTo>
                <a:lnTo>
                  <a:pt x="0" y="79"/>
                </a:lnTo>
                <a:lnTo>
                  <a:pt x="374" y="0"/>
                </a:lnTo>
                <a:lnTo>
                  <a:pt x="380" y="28"/>
                </a:lnTo>
                <a:lnTo>
                  <a:pt x="7" y="106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" name="iSḻíďé">
            <a:extLst>
              <a:ext uri="{FF2B5EF4-FFF2-40B4-BE49-F238E27FC236}">
                <a16:creationId xmlns:a16="http://schemas.microsoft.com/office/drawing/2014/main" xmlns="" id="{CFCAAC2A-4D56-40D4-95DA-CC129FB24925}"/>
              </a:ext>
            </a:extLst>
          </p:cNvPr>
          <p:cNvSpPr/>
          <p:nvPr/>
        </p:nvSpPr>
        <p:spPr bwMode="auto">
          <a:xfrm>
            <a:off x="8782200" y="1756977"/>
            <a:ext cx="241653" cy="249957"/>
          </a:xfrm>
          <a:custGeom>
            <a:avLst/>
            <a:gdLst>
              <a:gd name="T0" fmla="*/ 0 w 291"/>
              <a:gd name="T1" fmla="*/ 19 h 301"/>
              <a:gd name="T2" fmla="*/ 20 w 291"/>
              <a:gd name="T3" fmla="*/ 0 h 301"/>
              <a:gd name="T4" fmla="*/ 291 w 291"/>
              <a:gd name="T5" fmla="*/ 281 h 301"/>
              <a:gd name="T6" fmla="*/ 271 w 291"/>
              <a:gd name="T7" fmla="*/ 301 h 301"/>
              <a:gd name="T8" fmla="*/ 0 w 291"/>
              <a:gd name="T9" fmla="*/ 19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1" h="301">
                <a:moveTo>
                  <a:pt x="0" y="19"/>
                </a:moveTo>
                <a:lnTo>
                  <a:pt x="20" y="0"/>
                </a:lnTo>
                <a:lnTo>
                  <a:pt x="291" y="281"/>
                </a:lnTo>
                <a:lnTo>
                  <a:pt x="271" y="301"/>
                </a:lnTo>
                <a:lnTo>
                  <a:pt x="0" y="19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1" name="î$ļïďè">
            <a:extLst>
              <a:ext uri="{FF2B5EF4-FFF2-40B4-BE49-F238E27FC236}">
                <a16:creationId xmlns:a16="http://schemas.microsoft.com/office/drawing/2014/main" xmlns="" id="{1ED01A31-FB57-4BA4-B4E3-DAF431EAD7F6}"/>
              </a:ext>
            </a:extLst>
          </p:cNvPr>
          <p:cNvSpPr/>
          <p:nvPr/>
        </p:nvSpPr>
        <p:spPr bwMode="auto">
          <a:xfrm>
            <a:off x="8610303" y="1791855"/>
            <a:ext cx="170237" cy="290647"/>
          </a:xfrm>
          <a:custGeom>
            <a:avLst/>
            <a:gdLst>
              <a:gd name="T0" fmla="*/ 180 w 205"/>
              <a:gd name="T1" fmla="*/ 0 h 350"/>
              <a:gd name="T2" fmla="*/ 205 w 205"/>
              <a:gd name="T3" fmla="*/ 14 h 350"/>
              <a:gd name="T4" fmla="*/ 25 w 205"/>
              <a:gd name="T5" fmla="*/ 350 h 350"/>
              <a:gd name="T6" fmla="*/ 0 w 205"/>
              <a:gd name="T7" fmla="*/ 336 h 350"/>
              <a:gd name="T8" fmla="*/ 180 w 205"/>
              <a:gd name="T9" fmla="*/ 0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350">
                <a:moveTo>
                  <a:pt x="180" y="0"/>
                </a:moveTo>
                <a:lnTo>
                  <a:pt x="205" y="14"/>
                </a:lnTo>
                <a:lnTo>
                  <a:pt x="25" y="350"/>
                </a:lnTo>
                <a:lnTo>
                  <a:pt x="0" y="336"/>
                </a:lnTo>
                <a:lnTo>
                  <a:pt x="180" y="0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2" name="ïśḻïḋe">
            <a:extLst>
              <a:ext uri="{FF2B5EF4-FFF2-40B4-BE49-F238E27FC236}">
                <a16:creationId xmlns:a16="http://schemas.microsoft.com/office/drawing/2014/main" xmlns="" id="{9F3D916F-3FE1-4AD6-8912-DB4ACE2C540A}"/>
              </a:ext>
            </a:extLst>
          </p:cNvPr>
          <p:cNvSpPr/>
          <p:nvPr/>
        </p:nvSpPr>
        <p:spPr bwMode="auto">
          <a:xfrm>
            <a:off x="8514805" y="2001121"/>
            <a:ext cx="190997" cy="191827"/>
          </a:xfrm>
          <a:custGeom>
            <a:avLst/>
            <a:gdLst>
              <a:gd name="T0" fmla="*/ 247 w 290"/>
              <a:gd name="T1" fmla="*/ 71 h 293"/>
              <a:gd name="T2" fmla="*/ 223 w 290"/>
              <a:gd name="T3" fmla="*/ 252 h 293"/>
              <a:gd name="T4" fmla="*/ 43 w 290"/>
              <a:gd name="T5" fmla="*/ 222 h 293"/>
              <a:gd name="T6" fmla="*/ 68 w 290"/>
              <a:gd name="T7" fmla="*/ 41 h 293"/>
              <a:gd name="T8" fmla="*/ 247 w 290"/>
              <a:gd name="T9" fmla="*/ 71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0" h="293">
                <a:moveTo>
                  <a:pt x="247" y="71"/>
                </a:moveTo>
                <a:cubicBezTo>
                  <a:pt x="290" y="129"/>
                  <a:pt x="279" y="210"/>
                  <a:pt x="223" y="252"/>
                </a:cubicBezTo>
                <a:cubicBezTo>
                  <a:pt x="166" y="293"/>
                  <a:pt x="86" y="280"/>
                  <a:pt x="43" y="222"/>
                </a:cubicBezTo>
                <a:cubicBezTo>
                  <a:pt x="0" y="163"/>
                  <a:pt x="11" y="83"/>
                  <a:pt x="68" y="41"/>
                </a:cubicBezTo>
                <a:cubicBezTo>
                  <a:pt x="124" y="0"/>
                  <a:pt x="204" y="13"/>
                  <a:pt x="247" y="71"/>
                </a:cubicBezTo>
                <a:close/>
              </a:path>
            </a:pathLst>
          </a:custGeom>
          <a:solidFill>
            <a:srgbClr val="3449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3" name="îSlîdè">
            <a:extLst>
              <a:ext uri="{FF2B5EF4-FFF2-40B4-BE49-F238E27FC236}">
                <a16:creationId xmlns:a16="http://schemas.microsoft.com/office/drawing/2014/main" xmlns="" id="{F1A369BD-A078-4BBD-9744-1E977AC9709A}"/>
              </a:ext>
            </a:extLst>
          </p:cNvPr>
          <p:cNvSpPr/>
          <p:nvPr/>
        </p:nvSpPr>
        <p:spPr bwMode="auto">
          <a:xfrm>
            <a:off x="8711614" y="1688883"/>
            <a:ext cx="158611" cy="160271"/>
          </a:xfrm>
          <a:custGeom>
            <a:avLst/>
            <a:gdLst>
              <a:gd name="T0" fmla="*/ 205 w 241"/>
              <a:gd name="T1" fmla="*/ 59 h 244"/>
              <a:gd name="T2" fmla="*/ 185 w 241"/>
              <a:gd name="T3" fmla="*/ 209 h 244"/>
              <a:gd name="T4" fmla="*/ 36 w 241"/>
              <a:gd name="T5" fmla="*/ 184 h 244"/>
              <a:gd name="T6" fmla="*/ 56 w 241"/>
              <a:gd name="T7" fmla="*/ 35 h 244"/>
              <a:gd name="T8" fmla="*/ 205 w 241"/>
              <a:gd name="T9" fmla="*/ 59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" h="244">
                <a:moveTo>
                  <a:pt x="205" y="59"/>
                </a:moveTo>
                <a:cubicBezTo>
                  <a:pt x="241" y="108"/>
                  <a:pt x="232" y="175"/>
                  <a:pt x="185" y="209"/>
                </a:cubicBezTo>
                <a:cubicBezTo>
                  <a:pt x="138" y="244"/>
                  <a:pt x="71" y="233"/>
                  <a:pt x="36" y="184"/>
                </a:cubicBezTo>
                <a:cubicBezTo>
                  <a:pt x="0" y="136"/>
                  <a:pt x="9" y="69"/>
                  <a:pt x="56" y="35"/>
                </a:cubicBezTo>
                <a:cubicBezTo>
                  <a:pt x="103" y="0"/>
                  <a:pt x="170" y="11"/>
                  <a:pt x="205" y="59"/>
                </a:cubicBezTo>
                <a:close/>
              </a:path>
            </a:pathLst>
          </a:custGeom>
          <a:solidFill>
            <a:srgbClr val="F464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4" name="ïṣḻïḍè">
            <a:extLst>
              <a:ext uri="{FF2B5EF4-FFF2-40B4-BE49-F238E27FC236}">
                <a16:creationId xmlns:a16="http://schemas.microsoft.com/office/drawing/2014/main" xmlns="" id="{A462DB8F-89DC-45A5-AB85-67AC0C5EED86}"/>
              </a:ext>
            </a:extLst>
          </p:cNvPr>
          <p:cNvSpPr/>
          <p:nvPr/>
        </p:nvSpPr>
        <p:spPr bwMode="auto">
          <a:xfrm>
            <a:off x="8934998" y="1889014"/>
            <a:ext cx="239992" cy="243314"/>
          </a:xfrm>
          <a:custGeom>
            <a:avLst/>
            <a:gdLst>
              <a:gd name="T0" fmla="*/ 311 w 365"/>
              <a:gd name="T1" fmla="*/ 90 h 370"/>
              <a:gd name="T2" fmla="*/ 280 w 365"/>
              <a:gd name="T3" fmla="*/ 318 h 370"/>
              <a:gd name="T4" fmla="*/ 54 w 365"/>
              <a:gd name="T5" fmla="*/ 280 h 370"/>
              <a:gd name="T6" fmla="*/ 85 w 365"/>
              <a:gd name="T7" fmla="*/ 52 h 370"/>
              <a:gd name="T8" fmla="*/ 311 w 365"/>
              <a:gd name="T9" fmla="*/ 90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5" h="370">
                <a:moveTo>
                  <a:pt x="311" y="90"/>
                </a:moveTo>
                <a:cubicBezTo>
                  <a:pt x="365" y="163"/>
                  <a:pt x="351" y="265"/>
                  <a:pt x="280" y="318"/>
                </a:cubicBezTo>
                <a:cubicBezTo>
                  <a:pt x="209" y="370"/>
                  <a:pt x="108" y="353"/>
                  <a:pt x="54" y="280"/>
                </a:cubicBezTo>
                <a:cubicBezTo>
                  <a:pt x="0" y="207"/>
                  <a:pt x="13" y="105"/>
                  <a:pt x="85" y="52"/>
                </a:cubicBezTo>
                <a:cubicBezTo>
                  <a:pt x="156" y="0"/>
                  <a:pt x="257" y="17"/>
                  <a:pt x="311" y="90"/>
                </a:cubicBezTo>
                <a:close/>
              </a:path>
            </a:pathLst>
          </a:custGeom>
          <a:solidFill>
            <a:srgbClr val="14AF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5" name="isļiḑé">
            <a:extLst>
              <a:ext uri="{FF2B5EF4-FFF2-40B4-BE49-F238E27FC236}">
                <a16:creationId xmlns:a16="http://schemas.microsoft.com/office/drawing/2014/main" xmlns="" id="{66CB7332-D0C2-45FB-AA77-4E2B55B8245B}"/>
              </a:ext>
            </a:extLst>
          </p:cNvPr>
          <p:cNvSpPr/>
          <p:nvPr/>
        </p:nvSpPr>
        <p:spPr bwMode="auto">
          <a:xfrm>
            <a:off x="9364325" y="1964582"/>
            <a:ext cx="95499" cy="66434"/>
          </a:xfrm>
          <a:custGeom>
            <a:avLst/>
            <a:gdLst>
              <a:gd name="T0" fmla="*/ 0 w 115"/>
              <a:gd name="T1" fmla="*/ 8 h 80"/>
              <a:gd name="T2" fmla="*/ 5 w 115"/>
              <a:gd name="T3" fmla="*/ 0 h 80"/>
              <a:gd name="T4" fmla="*/ 115 w 115"/>
              <a:gd name="T5" fmla="*/ 72 h 80"/>
              <a:gd name="T6" fmla="*/ 110 w 115"/>
              <a:gd name="T7" fmla="*/ 80 h 80"/>
              <a:gd name="T8" fmla="*/ 0 w 115"/>
              <a:gd name="T9" fmla="*/ 8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" h="80">
                <a:moveTo>
                  <a:pt x="0" y="8"/>
                </a:moveTo>
                <a:lnTo>
                  <a:pt x="5" y="0"/>
                </a:lnTo>
                <a:lnTo>
                  <a:pt x="115" y="72"/>
                </a:lnTo>
                <a:lnTo>
                  <a:pt x="110" y="80"/>
                </a:lnTo>
                <a:lnTo>
                  <a:pt x="0" y="8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6" name="iŝḻíḍe">
            <a:extLst>
              <a:ext uri="{FF2B5EF4-FFF2-40B4-BE49-F238E27FC236}">
                <a16:creationId xmlns:a16="http://schemas.microsoft.com/office/drawing/2014/main" xmlns="" id="{F7E56433-38DF-4E68-885C-62A5EF0A9760}"/>
              </a:ext>
            </a:extLst>
          </p:cNvPr>
          <p:cNvSpPr/>
          <p:nvPr/>
        </p:nvSpPr>
        <p:spPr bwMode="auto">
          <a:xfrm>
            <a:off x="9442385" y="1899810"/>
            <a:ext cx="24913" cy="108785"/>
          </a:xfrm>
          <a:custGeom>
            <a:avLst/>
            <a:gdLst>
              <a:gd name="T0" fmla="*/ 30 w 30"/>
              <a:gd name="T1" fmla="*/ 129 h 131"/>
              <a:gd name="T2" fmla="*/ 20 w 30"/>
              <a:gd name="T3" fmla="*/ 131 h 131"/>
              <a:gd name="T4" fmla="*/ 0 w 30"/>
              <a:gd name="T5" fmla="*/ 1 h 131"/>
              <a:gd name="T6" fmla="*/ 9 w 30"/>
              <a:gd name="T7" fmla="*/ 0 h 131"/>
              <a:gd name="T8" fmla="*/ 30 w 30"/>
              <a:gd name="T9" fmla="*/ 129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131">
                <a:moveTo>
                  <a:pt x="30" y="129"/>
                </a:moveTo>
                <a:lnTo>
                  <a:pt x="20" y="131"/>
                </a:lnTo>
                <a:lnTo>
                  <a:pt x="0" y="1"/>
                </a:lnTo>
                <a:lnTo>
                  <a:pt x="9" y="0"/>
                </a:lnTo>
                <a:lnTo>
                  <a:pt x="30" y="129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7" name="ïŝḷïḍè">
            <a:extLst>
              <a:ext uri="{FF2B5EF4-FFF2-40B4-BE49-F238E27FC236}">
                <a16:creationId xmlns:a16="http://schemas.microsoft.com/office/drawing/2014/main" xmlns="" id="{F507D27E-EF52-44D3-A40D-9438F3D51D43}"/>
              </a:ext>
            </a:extLst>
          </p:cNvPr>
          <p:cNvSpPr/>
          <p:nvPr/>
        </p:nvSpPr>
        <p:spPr bwMode="auto">
          <a:xfrm>
            <a:off x="9353530" y="1888184"/>
            <a:ext cx="86364" cy="74738"/>
          </a:xfrm>
          <a:custGeom>
            <a:avLst/>
            <a:gdLst>
              <a:gd name="T0" fmla="*/ 6 w 104"/>
              <a:gd name="T1" fmla="*/ 90 h 90"/>
              <a:gd name="T2" fmla="*/ 0 w 104"/>
              <a:gd name="T3" fmla="*/ 82 h 90"/>
              <a:gd name="T4" fmla="*/ 98 w 104"/>
              <a:gd name="T5" fmla="*/ 0 h 90"/>
              <a:gd name="T6" fmla="*/ 104 w 104"/>
              <a:gd name="T7" fmla="*/ 8 h 90"/>
              <a:gd name="T8" fmla="*/ 6 w 104"/>
              <a:gd name="T9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" h="90">
                <a:moveTo>
                  <a:pt x="6" y="90"/>
                </a:moveTo>
                <a:lnTo>
                  <a:pt x="0" y="82"/>
                </a:lnTo>
                <a:lnTo>
                  <a:pt x="98" y="0"/>
                </a:lnTo>
                <a:lnTo>
                  <a:pt x="104" y="8"/>
                </a:lnTo>
                <a:lnTo>
                  <a:pt x="6" y="90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8" name="îṡľïḑè">
            <a:extLst>
              <a:ext uri="{FF2B5EF4-FFF2-40B4-BE49-F238E27FC236}">
                <a16:creationId xmlns:a16="http://schemas.microsoft.com/office/drawing/2014/main" xmlns="" id="{5A5B84F7-4B80-4E40-80FD-1BE2997E496C}"/>
              </a:ext>
            </a:extLst>
          </p:cNvPr>
          <p:cNvSpPr/>
          <p:nvPr/>
        </p:nvSpPr>
        <p:spPr bwMode="auto">
          <a:xfrm>
            <a:off x="9431589" y="1998630"/>
            <a:ext cx="64773" cy="66434"/>
          </a:xfrm>
          <a:custGeom>
            <a:avLst/>
            <a:gdLst>
              <a:gd name="T0" fmla="*/ 26 w 98"/>
              <a:gd name="T1" fmla="*/ 13 h 100"/>
              <a:gd name="T2" fmla="*/ 86 w 98"/>
              <a:gd name="T3" fmla="*/ 27 h 100"/>
              <a:gd name="T4" fmla="*/ 73 w 98"/>
              <a:gd name="T5" fmla="*/ 87 h 100"/>
              <a:gd name="T6" fmla="*/ 13 w 98"/>
              <a:gd name="T7" fmla="*/ 73 h 100"/>
              <a:gd name="T8" fmla="*/ 26 w 98"/>
              <a:gd name="T9" fmla="*/ 13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8" h="100">
                <a:moveTo>
                  <a:pt x="26" y="13"/>
                </a:moveTo>
                <a:cubicBezTo>
                  <a:pt x="46" y="0"/>
                  <a:pt x="72" y="7"/>
                  <a:pt x="86" y="27"/>
                </a:cubicBezTo>
                <a:cubicBezTo>
                  <a:pt x="98" y="48"/>
                  <a:pt x="93" y="74"/>
                  <a:pt x="73" y="87"/>
                </a:cubicBezTo>
                <a:cubicBezTo>
                  <a:pt x="53" y="100"/>
                  <a:pt x="26" y="93"/>
                  <a:pt x="13" y="73"/>
                </a:cubicBezTo>
                <a:cubicBezTo>
                  <a:pt x="0" y="52"/>
                  <a:pt x="6" y="25"/>
                  <a:pt x="26" y="13"/>
                </a:cubicBezTo>
                <a:close/>
              </a:path>
            </a:pathLst>
          </a:custGeom>
          <a:solidFill>
            <a:srgbClr val="3449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9" name="íṩ1îḍè">
            <a:extLst>
              <a:ext uri="{FF2B5EF4-FFF2-40B4-BE49-F238E27FC236}">
                <a16:creationId xmlns:a16="http://schemas.microsoft.com/office/drawing/2014/main" xmlns="" id="{050A0EDC-1AA7-45DF-B7E7-DCEFBDAD1F31}"/>
              </a:ext>
            </a:extLst>
          </p:cNvPr>
          <p:cNvSpPr/>
          <p:nvPr/>
        </p:nvSpPr>
        <p:spPr bwMode="auto">
          <a:xfrm>
            <a:off x="9331108" y="1933026"/>
            <a:ext cx="53147" cy="53147"/>
          </a:xfrm>
          <a:custGeom>
            <a:avLst/>
            <a:gdLst>
              <a:gd name="T0" fmla="*/ 21 w 81"/>
              <a:gd name="T1" fmla="*/ 10 h 82"/>
              <a:gd name="T2" fmla="*/ 70 w 81"/>
              <a:gd name="T3" fmla="*/ 22 h 82"/>
              <a:gd name="T4" fmla="*/ 60 w 81"/>
              <a:gd name="T5" fmla="*/ 72 h 82"/>
              <a:gd name="T6" fmla="*/ 10 w 81"/>
              <a:gd name="T7" fmla="*/ 60 h 82"/>
              <a:gd name="T8" fmla="*/ 21 w 81"/>
              <a:gd name="T9" fmla="*/ 1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" h="82">
                <a:moveTo>
                  <a:pt x="21" y="10"/>
                </a:moveTo>
                <a:cubicBezTo>
                  <a:pt x="38" y="0"/>
                  <a:pt x="60" y="5"/>
                  <a:pt x="70" y="22"/>
                </a:cubicBezTo>
                <a:cubicBezTo>
                  <a:pt x="81" y="39"/>
                  <a:pt x="77" y="62"/>
                  <a:pt x="60" y="72"/>
                </a:cubicBezTo>
                <a:cubicBezTo>
                  <a:pt x="43" y="82"/>
                  <a:pt x="21" y="77"/>
                  <a:pt x="10" y="60"/>
                </a:cubicBezTo>
                <a:cubicBezTo>
                  <a:pt x="0" y="43"/>
                  <a:pt x="4" y="21"/>
                  <a:pt x="21" y="10"/>
                </a:cubicBezTo>
                <a:close/>
              </a:path>
            </a:pathLst>
          </a:custGeom>
          <a:solidFill>
            <a:srgbClr val="F464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0" name="îŝḷiḓé">
            <a:extLst>
              <a:ext uri="{FF2B5EF4-FFF2-40B4-BE49-F238E27FC236}">
                <a16:creationId xmlns:a16="http://schemas.microsoft.com/office/drawing/2014/main" xmlns="" id="{0DFF639E-A3CF-4DDA-8240-FE20B4822CAE}"/>
              </a:ext>
            </a:extLst>
          </p:cNvPr>
          <p:cNvSpPr/>
          <p:nvPr/>
        </p:nvSpPr>
        <p:spPr bwMode="auto">
          <a:xfrm>
            <a:off x="9401694" y="1837528"/>
            <a:ext cx="81381" cy="82212"/>
          </a:xfrm>
          <a:custGeom>
            <a:avLst/>
            <a:gdLst>
              <a:gd name="T0" fmla="*/ 32 w 124"/>
              <a:gd name="T1" fmla="*/ 16 h 125"/>
              <a:gd name="T2" fmla="*/ 107 w 124"/>
              <a:gd name="T3" fmla="*/ 34 h 125"/>
              <a:gd name="T4" fmla="*/ 91 w 124"/>
              <a:gd name="T5" fmla="*/ 109 h 125"/>
              <a:gd name="T6" fmla="*/ 16 w 124"/>
              <a:gd name="T7" fmla="*/ 91 h 125"/>
              <a:gd name="T8" fmla="*/ 32 w 124"/>
              <a:gd name="T9" fmla="*/ 16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" h="125">
                <a:moveTo>
                  <a:pt x="32" y="16"/>
                </a:moveTo>
                <a:cubicBezTo>
                  <a:pt x="57" y="0"/>
                  <a:pt x="91" y="8"/>
                  <a:pt x="107" y="34"/>
                </a:cubicBezTo>
                <a:cubicBezTo>
                  <a:pt x="124" y="60"/>
                  <a:pt x="116" y="94"/>
                  <a:pt x="91" y="109"/>
                </a:cubicBezTo>
                <a:cubicBezTo>
                  <a:pt x="66" y="125"/>
                  <a:pt x="33" y="117"/>
                  <a:pt x="16" y="91"/>
                </a:cubicBezTo>
                <a:cubicBezTo>
                  <a:pt x="0" y="65"/>
                  <a:pt x="7" y="32"/>
                  <a:pt x="32" y="16"/>
                </a:cubicBezTo>
                <a:close/>
              </a:path>
            </a:pathLst>
          </a:custGeom>
          <a:solidFill>
            <a:srgbClr val="14AF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1" name="ïṣļíḑé">
            <a:extLst>
              <a:ext uri="{FF2B5EF4-FFF2-40B4-BE49-F238E27FC236}">
                <a16:creationId xmlns:a16="http://schemas.microsoft.com/office/drawing/2014/main" xmlns="" id="{8DB55E42-F539-4AE5-9232-4995D64A4665}"/>
              </a:ext>
            </a:extLst>
          </p:cNvPr>
          <p:cNvSpPr/>
          <p:nvPr/>
        </p:nvSpPr>
        <p:spPr bwMode="auto">
          <a:xfrm>
            <a:off x="9156720" y="1423148"/>
            <a:ext cx="44013" cy="193488"/>
          </a:xfrm>
          <a:custGeom>
            <a:avLst/>
            <a:gdLst>
              <a:gd name="T0" fmla="*/ 53 w 53"/>
              <a:gd name="T1" fmla="*/ 230 h 233"/>
              <a:gd name="T2" fmla="*/ 37 w 53"/>
              <a:gd name="T3" fmla="*/ 233 h 233"/>
              <a:gd name="T4" fmla="*/ 0 w 53"/>
              <a:gd name="T5" fmla="*/ 3 h 233"/>
              <a:gd name="T6" fmla="*/ 17 w 53"/>
              <a:gd name="T7" fmla="*/ 0 h 233"/>
              <a:gd name="T8" fmla="*/ 53 w 53"/>
              <a:gd name="T9" fmla="*/ 230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233">
                <a:moveTo>
                  <a:pt x="53" y="230"/>
                </a:moveTo>
                <a:lnTo>
                  <a:pt x="37" y="233"/>
                </a:lnTo>
                <a:lnTo>
                  <a:pt x="0" y="3"/>
                </a:lnTo>
                <a:lnTo>
                  <a:pt x="17" y="0"/>
                </a:lnTo>
                <a:lnTo>
                  <a:pt x="53" y="230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2" name="i$ļiďè">
            <a:extLst>
              <a:ext uri="{FF2B5EF4-FFF2-40B4-BE49-F238E27FC236}">
                <a16:creationId xmlns:a16="http://schemas.microsoft.com/office/drawing/2014/main" xmlns="" id="{B8744BF2-3F15-4828-8ADF-16C84636ED1A}"/>
              </a:ext>
            </a:extLst>
          </p:cNvPr>
          <p:cNvSpPr/>
          <p:nvPr/>
        </p:nvSpPr>
        <p:spPr bwMode="auto">
          <a:xfrm>
            <a:off x="8998940" y="1403218"/>
            <a:ext cx="153628" cy="132037"/>
          </a:xfrm>
          <a:custGeom>
            <a:avLst/>
            <a:gdLst>
              <a:gd name="T0" fmla="*/ 11 w 185"/>
              <a:gd name="T1" fmla="*/ 159 h 159"/>
              <a:gd name="T2" fmla="*/ 0 w 185"/>
              <a:gd name="T3" fmla="*/ 146 h 159"/>
              <a:gd name="T4" fmla="*/ 174 w 185"/>
              <a:gd name="T5" fmla="*/ 0 h 159"/>
              <a:gd name="T6" fmla="*/ 185 w 185"/>
              <a:gd name="T7" fmla="*/ 13 h 159"/>
              <a:gd name="T8" fmla="*/ 11 w 185"/>
              <a:gd name="T9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" h="159">
                <a:moveTo>
                  <a:pt x="11" y="159"/>
                </a:moveTo>
                <a:lnTo>
                  <a:pt x="0" y="146"/>
                </a:lnTo>
                <a:lnTo>
                  <a:pt x="174" y="0"/>
                </a:lnTo>
                <a:lnTo>
                  <a:pt x="185" y="13"/>
                </a:lnTo>
                <a:lnTo>
                  <a:pt x="11" y="159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3" name="îSlîde">
            <a:extLst>
              <a:ext uri="{FF2B5EF4-FFF2-40B4-BE49-F238E27FC236}">
                <a16:creationId xmlns:a16="http://schemas.microsoft.com/office/drawing/2014/main" xmlns="" id="{B456965E-676A-4C59-A5AE-E2DFCCE5AEAD}"/>
              </a:ext>
            </a:extLst>
          </p:cNvPr>
          <p:cNvSpPr/>
          <p:nvPr/>
        </p:nvSpPr>
        <p:spPr bwMode="auto">
          <a:xfrm>
            <a:off x="9018040" y="1538577"/>
            <a:ext cx="170237" cy="118750"/>
          </a:xfrm>
          <a:custGeom>
            <a:avLst/>
            <a:gdLst>
              <a:gd name="T0" fmla="*/ 0 w 205"/>
              <a:gd name="T1" fmla="*/ 14 h 143"/>
              <a:gd name="T2" fmla="*/ 9 w 205"/>
              <a:gd name="T3" fmla="*/ 0 h 143"/>
              <a:gd name="T4" fmla="*/ 205 w 205"/>
              <a:gd name="T5" fmla="*/ 129 h 143"/>
              <a:gd name="T6" fmla="*/ 195 w 205"/>
              <a:gd name="T7" fmla="*/ 143 h 143"/>
              <a:gd name="T8" fmla="*/ 0 w 205"/>
              <a:gd name="T9" fmla="*/ 14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143">
                <a:moveTo>
                  <a:pt x="0" y="14"/>
                </a:moveTo>
                <a:lnTo>
                  <a:pt x="9" y="0"/>
                </a:lnTo>
                <a:lnTo>
                  <a:pt x="205" y="129"/>
                </a:lnTo>
                <a:lnTo>
                  <a:pt x="195" y="143"/>
                </a:lnTo>
                <a:lnTo>
                  <a:pt x="0" y="14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4" name="ïsļiḓe">
            <a:extLst>
              <a:ext uri="{FF2B5EF4-FFF2-40B4-BE49-F238E27FC236}">
                <a16:creationId xmlns:a16="http://schemas.microsoft.com/office/drawing/2014/main" xmlns="" id="{931AF50F-668A-4907-8D79-F7EE8F41A2CA}"/>
              </a:ext>
            </a:extLst>
          </p:cNvPr>
          <p:cNvSpPr/>
          <p:nvPr/>
        </p:nvSpPr>
        <p:spPr bwMode="auto">
          <a:xfrm>
            <a:off x="9137620" y="1600858"/>
            <a:ext cx="116259" cy="116259"/>
          </a:xfrm>
          <a:custGeom>
            <a:avLst/>
            <a:gdLst>
              <a:gd name="T0" fmla="*/ 46 w 176"/>
              <a:gd name="T1" fmla="*/ 23 h 178"/>
              <a:gd name="T2" fmla="*/ 153 w 176"/>
              <a:gd name="T3" fmla="*/ 49 h 178"/>
              <a:gd name="T4" fmla="*/ 130 w 176"/>
              <a:gd name="T5" fmla="*/ 155 h 178"/>
              <a:gd name="T6" fmla="*/ 24 w 176"/>
              <a:gd name="T7" fmla="*/ 129 h 178"/>
              <a:gd name="T8" fmla="*/ 46 w 176"/>
              <a:gd name="T9" fmla="*/ 23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6" h="178">
                <a:moveTo>
                  <a:pt x="46" y="23"/>
                </a:moveTo>
                <a:cubicBezTo>
                  <a:pt x="82" y="0"/>
                  <a:pt x="129" y="12"/>
                  <a:pt x="153" y="49"/>
                </a:cubicBezTo>
                <a:cubicBezTo>
                  <a:pt x="176" y="85"/>
                  <a:pt x="166" y="133"/>
                  <a:pt x="130" y="155"/>
                </a:cubicBezTo>
                <a:cubicBezTo>
                  <a:pt x="94" y="178"/>
                  <a:pt x="47" y="166"/>
                  <a:pt x="24" y="129"/>
                </a:cubicBezTo>
                <a:cubicBezTo>
                  <a:pt x="0" y="93"/>
                  <a:pt x="11" y="45"/>
                  <a:pt x="46" y="23"/>
                </a:cubicBezTo>
                <a:close/>
              </a:path>
            </a:pathLst>
          </a:custGeom>
          <a:solidFill>
            <a:srgbClr val="3449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5" name="íṥlîḓê">
            <a:extLst>
              <a:ext uri="{FF2B5EF4-FFF2-40B4-BE49-F238E27FC236}">
                <a16:creationId xmlns:a16="http://schemas.microsoft.com/office/drawing/2014/main" xmlns="" id="{FEB32EF3-A371-4D83-A6B6-553F03C39049}"/>
              </a:ext>
            </a:extLst>
          </p:cNvPr>
          <p:cNvSpPr/>
          <p:nvPr/>
        </p:nvSpPr>
        <p:spPr bwMode="auto">
          <a:xfrm>
            <a:off x="8958250" y="1482108"/>
            <a:ext cx="95499" cy="97159"/>
          </a:xfrm>
          <a:custGeom>
            <a:avLst/>
            <a:gdLst>
              <a:gd name="T0" fmla="*/ 38 w 146"/>
              <a:gd name="T1" fmla="*/ 19 h 148"/>
              <a:gd name="T2" fmla="*/ 127 w 146"/>
              <a:gd name="T3" fmla="*/ 40 h 148"/>
              <a:gd name="T4" fmla="*/ 108 w 146"/>
              <a:gd name="T5" fmla="*/ 129 h 148"/>
              <a:gd name="T6" fmla="*/ 19 w 146"/>
              <a:gd name="T7" fmla="*/ 108 h 148"/>
              <a:gd name="T8" fmla="*/ 38 w 146"/>
              <a:gd name="T9" fmla="*/ 19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6" h="148">
                <a:moveTo>
                  <a:pt x="38" y="19"/>
                </a:moveTo>
                <a:cubicBezTo>
                  <a:pt x="68" y="0"/>
                  <a:pt x="107" y="10"/>
                  <a:pt x="127" y="40"/>
                </a:cubicBezTo>
                <a:cubicBezTo>
                  <a:pt x="146" y="71"/>
                  <a:pt x="137" y="111"/>
                  <a:pt x="108" y="129"/>
                </a:cubicBezTo>
                <a:cubicBezTo>
                  <a:pt x="78" y="148"/>
                  <a:pt x="39" y="138"/>
                  <a:pt x="19" y="108"/>
                </a:cubicBezTo>
                <a:cubicBezTo>
                  <a:pt x="0" y="77"/>
                  <a:pt x="9" y="38"/>
                  <a:pt x="38" y="19"/>
                </a:cubicBezTo>
                <a:close/>
              </a:path>
            </a:pathLst>
          </a:custGeom>
          <a:solidFill>
            <a:srgbClr val="F464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6" name="íṥḻïdê">
            <a:extLst>
              <a:ext uri="{FF2B5EF4-FFF2-40B4-BE49-F238E27FC236}">
                <a16:creationId xmlns:a16="http://schemas.microsoft.com/office/drawing/2014/main" xmlns="" id="{33F12B16-4CA9-41DB-A375-0C1B06B203FA}"/>
              </a:ext>
            </a:extLst>
          </p:cNvPr>
          <p:cNvSpPr/>
          <p:nvPr/>
        </p:nvSpPr>
        <p:spPr bwMode="auto">
          <a:xfrm>
            <a:off x="9083643" y="1312702"/>
            <a:ext cx="145324" cy="146154"/>
          </a:xfrm>
          <a:custGeom>
            <a:avLst/>
            <a:gdLst>
              <a:gd name="T0" fmla="*/ 58 w 221"/>
              <a:gd name="T1" fmla="*/ 28 h 223"/>
              <a:gd name="T2" fmla="*/ 192 w 221"/>
              <a:gd name="T3" fmla="*/ 60 h 223"/>
              <a:gd name="T4" fmla="*/ 164 w 221"/>
              <a:gd name="T5" fmla="*/ 195 h 223"/>
              <a:gd name="T6" fmla="*/ 30 w 221"/>
              <a:gd name="T7" fmla="*/ 163 h 223"/>
              <a:gd name="T8" fmla="*/ 58 w 221"/>
              <a:gd name="T9" fmla="*/ 28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1" h="223">
                <a:moveTo>
                  <a:pt x="58" y="28"/>
                </a:moveTo>
                <a:cubicBezTo>
                  <a:pt x="103" y="0"/>
                  <a:pt x="163" y="14"/>
                  <a:pt x="192" y="60"/>
                </a:cubicBezTo>
                <a:cubicBezTo>
                  <a:pt x="221" y="107"/>
                  <a:pt x="209" y="167"/>
                  <a:pt x="164" y="195"/>
                </a:cubicBezTo>
                <a:cubicBezTo>
                  <a:pt x="119" y="223"/>
                  <a:pt x="59" y="209"/>
                  <a:pt x="30" y="163"/>
                </a:cubicBezTo>
                <a:cubicBezTo>
                  <a:pt x="0" y="116"/>
                  <a:pt x="13" y="56"/>
                  <a:pt x="58" y="28"/>
                </a:cubicBezTo>
                <a:close/>
              </a:path>
            </a:pathLst>
          </a:custGeom>
          <a:solidFill>
            <a:srgbClr val="14AF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7" name="ïṡḷïḓè">
            <a:extLst>
              <a:ext uri="{FF2B5EF4-FFF2-40B4-BE49-F238E27FC236}">
                <a16:creationId xmlns:a16="http://schemas.microsoft.com/office/drawing/2014/main" xmlns="" id="{E4528BA6-9E61-4D02-AD0C-B03B6ADABF1C}"/>
              </a:ext>
            </a:extLst>
          </p:cNvPr>
          <p:cNvSpPr/>
          <p:nvPr/>
        </p:nvSpPr>
        <p:spPr bwMode="auto">
          <a:xfrm>
            <a:off x="9668259" y="1810955"/>
            <a:ext cx="856164" cy="1093664"/>
          </a:xfrm>
          <a:custGeom>
            <a:avLst/>
            <a:gdLst>
              <a:gd name="T0" fmla="*/ 78 w 1303"/>
              <a:gd name="T1" fmla="*/ 0 h 1667"/>
              <a:gd name="T2" fmla="*/ 1225 w 1303"/>
              <a:gd name="T3" fmla="*/ 0 h 1667"/>
              <a:gd name="T4" fmla="*/ 1303 w 1303"/>
              <a:gd name="T5" fmla="*/ 85 h 1667"/>
              <a:gd name="T6" fmla="*/ 1303 w 1303"/>
              <a:gd name="T7" fmla="*/ 1582 h 1667"/>
              <a:gd name="T8" fmla="*/ 1225 w 1303"/>
              <a:gd name="T9" fmla="*/ 1667 h 1667"/>
              <a:gd name="T10" fmla="*/ 78 w 1303"/>
              <a:gd name="T11" fmla="*/ 1667 h 1667"/>
              <a:gd name="T12" fmla="*/ 0 w 1303"/>
              <a:gd name="T13" fmla="*/ 1582 h 1667"/>
              <a:gd name="T14" fmla="*/ 0 w 1303"/>
              <a:gd name="T15" fmla="*/ 85 h 1667"/>
              <a:gd name="T16" fmla="*/ 78 w 1303"/>
              <a:gd name="T17" fmla="*/ 0 h 1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3" h="1667">
                <a:moveTo>
                  <a:pt x="78" y="0"/>
                </a:moveTo>
                <a:cubicBezTo>
                  <a:pt x="1225" y="0"/>
                  <a:pt x="1225" y="0"/>
                  <a:pt x="1225" y="0"/>
                </a:cubicBezTo>
                <a:cubicBezTo>
                  <a:pt x="1268" y="0"/>
                  <a:pt x="1303" y="38"/>
                  <a:pt x="1303" y="85"/>
                </a:cubicBezTo>
                <a:cubicBezTo>
                  <a:pt x="1303" y="1582"/>
                  <a:pt x="1303" y="1582"/>
                  <a:pt x="1303" y="1582"/>
                </a:cubicBezTo>
                <a:cubicBezTo>
                  <a:pt x="1303" y="1629"/>
                  <a:pt x="1268" y="1667"/>
                  <a:pt x="1225" y="1667"/>
                </a:cubicBezTo>
                <a:cubicBezTo>
                  <a:pt x="78" y="1667"/>
                  <a:pt x="78" y="1667"/>
                  <a:pt x="78" y="1667"/>
                </a:cubicBezTo>
                <a:cubicBezTo>
                  <a:pt x="35" y="1667"/>
                  <a:pt x="0" y="1629"/>
                  <a:pt x="0" y="1582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38"/>
                  <a:pt x="35" y="0"/>
                  <a:pt x="78" y="0"/>
                </a:cubicBezTo>
              </a:path>
            </a:pathLst>
          </a:custGeom>
          <a:solidFill>
            <a:srgbClr val="F39C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8" name="îśļîdè">
            <a:extLst>
              <a:ext uri="{FF2B5EF4-FFF2-40B4-BE49-F238E27FC236}">
                <a16:creationId xmlns:a16="http://schemas.microsoft.com/office/drawing/2014/main" xmlns="" id="{B3FE1343-BDE3-4F78-8137-F23067AD7E41}"/>
              </a:ext>
            </a:extLst>
          </p:cNvPr>
          <p:cNvSpPr/>
          <p:nvPr/>
        </p:nvSpPr>
        <p:spPr bwMode="auto">
          <a:xfrm>
            <a:off x="9709780" y="1859119"/>
            <a:ext cx="773122" cy="997335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9" name="isļîḋé">
            <a:extLst>
              <a:ext uri="{FF2B5EF4-FFF2-40B4-BE49-F238E27FC236}">
                <a16:creationId xmlns:a16="http://schemas.microsoft.com/office/drawing/2014/main" xmlns="" id="{02B32FF4-06EA-4E48-9A81-BCB5013C9BEC}"/>
              </a:ext>
            </a:extLst>
          </p:cNvPr>
          <p:cNvSpPr/>
          <p:nvPr/>
        </p:nvSpPr>
        <p:spPr bwMode="auto">
          <a:xfrm>
            <a:off x="9709780" y="1859119"/>
            <a:ext cx="773122" cy="99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0" name="iṣḻíďe">
            <a:extLst>
              <a:ext uri="{FF2B5EF4-FFF2-40B4-BE49-F238E27FC236}">
                <a16:creationId xmlns:a16="http://schemas.microsoft.com/office/drawing/2014/main" xmlns="" id="{DCF6808F-349A-49B9-9C87-E3DB97D0F1E6}"/>
              </a:ext>
            </a:extLst>
          </p:cNvPr>
          <p:cNvSpPr/>
          <p:nvPr/>
        </p:nvSpPr>
        <p:spPr bwMode="auto">
          <a:xfrm>
            <a:off x="9935654" y="1701339"/>
            <a:ext cx="321373" cy="157780"/>
          </a:xfrm>
          <a:custGeom>
            <a:avLst/>
            <a:gdLst>
              <a:gd name="T0" fmla="*/ 0 w 387"/>
              <a:gd name="T1" fmla="*/ 0 h 190"/>
              <a:gd name="T2" fmla="*/ 387 w 387"/>
              <a:gd name="T3" fmla="*/ 0 h 190"/>
              <a:gd name="T4" fmla="*/ 387 w 387"/>
              <a:gd name="T5" fmla="*/ 190 h 190"/>
              <a:gd name="T6" fmla="*/ 366 w 387"/>
              <a:gd name="T7" fmla="*/ 190 h 190"/>
              <a:gd name="T8" fmla="*/ 366 w 387"/>
              <a:gd name="T9" fmla="*/ 24 h 190"/>
              <a:gd name="T10" fmla="*/ 21 w 387"/>
              <a:gd name="T11" fmla="*/ 24 h 190"/>
              <a:gd name="T12" fmla="*/ 21 w 387"/>
              <a:gd name="T13" fmla="*/ 190 h 190"/>
              <a:gd name="T14" fmla="*/ 0 w 387"/>
              <a:gd name="T15" fmla="*/ 190 h 190"/>
              <a:gd name="T16" fmla="*/ 0 w 387"/>
              <a:gd name="T17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7" h="190">
                <a:moveTo>
                  <a:pt x="0" y="0"/>
                </a:moveTo>
                <a:lnTo>
                  <a:pt x="387" y="0"/>
                </a:lnTo>
                <a:lnTo>
                  <a:pt x="387" y="190"/>
                </a:lnTo>
                <a:lnTo>
                  <a:pt x="366" y="190"/>
                </a:lnTo>
                <a:lnTo>
                  <a:pt x="366" y="24"/>
                </a:lnTo>
                <a:lnTo>
                  <a:pt x="21" y="24"/>
                </a:lnTo>
                <a:lnTo>
                  <a:pt x="21" y="190"/>
                </a:lnTo>
                <a:lnTo>
                  <a:pt x="0" y="190"/>
                </a:lnTo>
                <a:lnTo>
                  <a:pt x="0" y="0"/>
                </a:lnTo>
                <a:close/>
              </a:path>
            </a:pathLst>
          </a:custGeom>
          <a:solidFill>
            <a:srgbClr val="4746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1" name="iṥľïḑè">
            <a:extLst>
              <a:ext uri="{FF2B5EF4-FFF2-40B4-BE49-F238E27FC236}">
                <a16:creationId xmlns:a16="http://schemas.microsoft.com/office/drawing/2014/main" xmlns="" id="{EEA6E7D8-62C7-400E-B554-CAC902BF16DF}"/>
              </a:ext>
            </a:extLst>
          </p:cNvPr>
          <p:cNvSpPr/>
          <p:nvPr/>
        </p:nvSpPr>
        <p:spPr bwMode="auto">
          <a:xfrm>
            <a:off x="9935654" y="1701339"/>
            <a:ext cx="321373" cy="157780"/>
          </a:xfrm>
          <a:custGeom>
            <a:avLst/>
            <a:gdLst>
              <a:gd name="T0" fmla="*/ 0 w 387"/>
              <a:gd name="T1" fmla="*/ 0 h 190"/>
              <a:gd name="T2" fmla="*/ 387 w 387"/>
              <a:gd name="T3" fmla="*/ 0 h 190"/>
              <a:gd name="T4" fmla="*/ 387 w 387"/>
              <a:gd name="T5" fmla="*/ 190 h 190"/>
              <a:gd name="T6" fmla="*/ 366 w 387"/>
              <a:gd name="T7" fmla="*/ 190 h 190"/>
              <a:gd name="T8" fmla="*/ 366 w 387"/>
              <a:gd name="T9" fmla="*/ 24 h 190"/>
              <a:gd name="T10" fmla="*/ 21 w 387"/>
              <a:gd name="T11" fmla="*/ 24 h 190"/>
              <a:gd name="T12" fmla="*/ 21 w 387"/>
              <a:gd name="T13" fmla="*/ 190 h 190"/>
              <a:gd name="T14" fmla="*/ 0 w 387"/>
              <a:gd name="T15" fmla="*/ 190 h 190"/>
              <a:gd name="T16" fmla="*/ 0 w 387"/>
              <a:gd name="T17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7" h="190">
                <a:moveTo>
                  <a:pt x="0" y="0"/>
                </a:moveTo>
                <a:lnTo>
                  <a:pt x="387" y="0"/>
                </a:lnTo>
                <a:lnTo>
                  <a:pt x="387" y="190"/>
                </a:lnTo>
                <a:lnTo>
                  <a:pt x="366" y="190"/>
                </a:lnTo>
                <a:lnTo>
                  <a:pt x="366" y="24"/>
                </a:lnTo>
                <a:lnTo>
                  <a:pt x="21" y="24"/>
                </a:lnTo>
                <a:lnTo>
                  <a:pt x="21" y="190"/>
                </a:lnTo>
                <a:lnTo>
                  <a:pt x="0" y="19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2" name="íṣḻíďé">
            <a:extLst>
              <a:ext uri="{FF2B5EF4-FFF2-40B4-BE49-F238E27FC236}">
                <a16:creationId xmlns:a16="http://schemas.microsoft.com/office/drawing/2014/main" xmlns="" id="{0C1C26F5-E99C-429D-A394-EADC4C4A04D8}"/>
              </a:ext>
            </a:extLst>
          </p:cNvPr>
          <p:cNvSpPr/>
          <p:nvPr/>
        </p:nvSpPr>
        <p:spPr bwMode="auto">
          <a:xfrm>
            <a:off x="9896625" y="1795177"/>
            <a:ext cx="399433" cy="101311"/>
          </a:xfrm>
          <a:custGeom>
            <a:avLst/>
            <a:gdLst>
              <a:gd name="T0" fmla="*/ 21 w 609"/>
              <a:gd name="T1" fmla="*/ 0 h 154"/>
              <a:gd name="T2" fmla="*/ 587 w 609"/>
              <a:gd name="T3" fmla="*/ 0 h 154"/>
              <a:gd name="T4" fmla="*/ 609 w 609"/>
              <a:gd name="T5" fmla="*/ 23 h 154"/>
              <a:gd name="T6" fmla="*/ 609 w 609"/>
              <a:gd name="T7" fmla="*/ 131 h 154"/>
              <a:gd name="T8" fmla="*/ 587 w 609"/>
              <a:gd name="T9" fmla="*/ 154 h 154"/>
              <a:gd name="T10" fmla="*/ 21 w 609"/>
              <a:gd name="T11" fmla="*/ 154 h 154"/>
              <a:gd name="T12" fmla="*/ 0 w 609"/>
              <a:gd name="T13" fmla="*/ 131 h 154"/>
              <a:gd name="T14" fmla="*/ 0 w 609"/>
              <a:gd name="T15" fmla="*/ 23 h 154"/>
              <a:gd name="T16" fmla="*/ 21 w 609"/>
              <a:gd name="T17" fmla="*/ 0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09" h="154">
                <a:moveTo>
                  <a:pt x="21" y="0"/>
                </a:moveTo>
                <a:cubicBezTo>
                  <a:pt x="587" y="0"/>
                  <a:pt x="587" y="0"/>
                  <a:pt x="587" y="0"/>
                </a:cubicBezTo>
                <a:cubicBezTo>
                  <a:pt x="599" y="0"/>
                  <a:pt x="609" y="10"/>
                  <a:pt x="609" y="23"/>
                </a:cubicBezTo>
                <a:cubicBezTo>
                  <a:pt x="609" y="131"/>
                  <a:pt x="609" y="131"/>
                  <a:pt x="609" y="131"/>
                </a:cubicBezTo>
                <a:cubicBezTo>
                  <a:pt x="609" y="144"/>
                  <a:pt x="599" y="154"/>
                  <a:pt x="587" y="154"/>
                </a:cubicBezTo>
                <a:cubicBezTo>
                  <a:pt x="21" y="154"/>
                  <a:pt x="21" y="154"/>
                  <a:pt x="21" y="154"/>
                </a:cubicBezTo>
                <a:cubicBezTo>
                  <a:pt x="10" y="154"/>
                  <a:pt x="0" y="144"/>
                  <a:pt x="0" y="131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10"/>
                  <a:pt x="10" y="0"/>
                  <a:pt x="21" y="0"/>
                </a:cubicBezTo>
              </a:path>
            </a:pathLst>
          </a:custGeom>
          <a:solidFill>
            <a:srgbClr val="D8484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3" name="íşľiḑè">
            <a:extLst>
              <a:ext uri="{FF2B5EF4-FFF2-40B4-BE49-F238E27FC236}">
                <a16:creationId xmlns:a16="http://schemas.microsoft.com/office/drawing/2014/main" xmlns="" id="{925D08CA-DEAC-4BD8-9E25-436F0361F6AC}"/>
              </a:ext>
            </a:extLst>
          </p:cNvPr>
          <p:cNvSpPr/>
          <p:nvPr/>
        </p:nvSpPr>
        <p:spPr bwMode="auto">
          <a:xfrm>
            <a:off x="10087622" y="1795177"/>
            <a:ext cx="208436" cy="101311"/>
          </a:xfrm>
          <a:custGeom>
            <a:avLst/>
            <a:gdLst>
              <a:gd name="T0" fmla="*/ 296 w 318"/>
              <a:gd name="T1" fmla="*/ 0 h 154"/>
              <a:gd name="T2" fmla="*/ 258 w 318"/>
              <a:gd name="T3" fmla="*/ 0 h 154"/>
              <a:gd name="T4" fmla="*/ 231 w 318"/>
              <a:gd name="T5" fmla="*/ 0 h 154"/>
              <a:gd name="T6" fmla="*/ 0 w 318"/>
              <a:gd name="T7" fmla="*/ 0 h 154"/>
              <a:gd name="T8" fmla="*/ 0 w 318"/>
              <a:gd name="T9" fmla="*/ 154 h 154"/>
              <a:gd name="T10" fmla="*/ 0 w 318"/>
              <a:gd name="T11" fmla="*/ 23 h 154"/>
              <a:gd name="T12" fmla="*/ 318 w 318"/>
              <a:gd name="T13" fmla="*/ 23 h 154"/>
              <a:gd name="T14" fmla="*/ 296 w 318"/>
              <a:gd name="T15" fmla="*/ 0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8" h="154">
                <a:moveTo>
                  <a:pt x="296" y="0"/>
                </a:moveTo>
                <a:cubicBezTo>
                  <a:pt x="258" y="0"/>
                  <a:pt x="258" y="0"/>
                  <a:pt x="258" y="0"/>
                </a:cubicBezTo>
                <a:cubicBezTo>
                  <a:pt x="231" y="0"/>
                  <a:pt x="231" y="0"/>
                  <a:pt x="23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23"/>
                  <a:pt x="0" y="23"/>
                  <a:pt x="0" y="23"/>
                </a:cubicBezTo>
                <a:cubicBezTo>
                  <a:pt x="318" y="23"/>
                  <a:pt x="318" y="23"/>
                  <a:pt x="318" y="23"/>
                </a:cubicBezTo>
                <a:cubicBezTo>
                  <a:pt x="318" y="10"/>
                  <a:pt x="308" y="0"/>
                  <a:pt x="296" y="0"/>
                </a:cubicBezTo>
              </a:path>
            </a:pathLst>
          </a:custGeom>
          <a:solidFill>
            <a:srgbClr val="B4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4" name="îŝľïḍé">
            <a:extLst>
              <a:ext uri="{FF2B5EF4-FFF2-40B4-BE49-F238E27FC236}">
                <a16:creationId xmlns:a16="http://schemas.microsoft.com/office/drawing/2014/main" xmlns="" id="{963C6A51-299B-4095-B9A5-96A1388D9AEB}"/>
              </a:ext>
            </a:extLst>
          </p:cNvPr>
          <p:cNvSpPr/>
          <p:nvPr/>
        </p:nvSpPr>
        <p:spPr bwMode="auto">
          <a:xfrm>
            <a:off x="10087622" y="1810955"/>
            <a:ext cx="436801" cy="1093664"/>
          </a:xfrm>
          <a:custGeom>
            <a:avLst/>
            <a:gdLst>
              <a:gd name="T0" fmla="*/ 587 w 665"/>
              <a:gd name="T1" fmla="*/ 0 h 1667"/>
              <a:gd name="T2" fmla="*/ 318 w 665"/>
              <a:gd name="T3" fmla="*/ 0 h 1667"/>
              <a:gd name="T4" fmla="*/ 318 w 665"/>
              <a:gd name="T5" fmla="*/ 74 h 1667"/>
              <a:gd name="T6" fmla="*/ 602 w 665"/>
              <a:gd name="T7" fmla="*/ 74 h 1667"/>
              <a:gd name="T8" fmla="*/ 602 w 665"/>
              <a:gd name="T9" fmla="*/ 1593 h 1667"/>
              <a:gd name="T10" fmla="*/ 0 w 665"/>
              <a:gd name="T11" fmla="*/ 1593 h 1667"/>
              <a:gd name="T12" fmla="*/ 0 w 665"/>
              <a:gd name="T13" fmla="*/ 1667 h 1667"/>
              <a:gd name="T14" fmla="*/ 587 w 665"/>
              <a:gd name="T15" fmla="*/ 1667 h 1667"/>
              <a:gd name="T16" fmla="*/ 665 w 665"/>
              <a:gd name="T17" fmla="*/ 1582 h 1667"/>
              <a:gd name="T18" fmla="*/ 665 w 665"/>
              <a:gd name="T19" fmla="*/ 85 h 1667"/>
              <a:gd name="T20" fmla="*/ 587 w 665"/>
              <a:gd name="T21" fmla="*/ 0 h 1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65" h="1667">
                <a:moveTo>
                  <a:pt x="587" y="0"/>
                </a:moveTo>
                <a:cubicBezTo>
                  <a:pt x="318" y="0"/>
                  <a:pt x="318" y="0"/>
                  <a:pt x="318" y="0"/>
                </a:cubicBezTo>
                <a:cubicBezTo>
                  <a:pt x="318" y="74"/>
                  <a:pt x="318" y="74"/>
                  <a:pt x="318" y="74"/>
                </a:cubicBezTo>
                <a:cubicBezTo>
                  <a:pt x="602" y="74"/>
                  <a:pt x="602" y="74"/>
                  <a:pt x="602" y="74"/>
                </a:cubicBezTo>
                <a:cubicBezTo>
                  <a:pt x="602" y="1593"/>
                  <a:pt x="602" y="1593"/>
                  <a:pt x="602" y="1593"/>
                </a:cubicBezTo>
                <a:cubicBezTo>
                  <a:pt x="0" y="1593"/>
                  <a:pt x="0" y="1593"/>
                  <a:pt x="0" y="1593"/>
                </a:cubicBezTo>
                <a:cubicBezTo>
                  <a:pt x="0" y="1667"/>
                  <a:pt x="0" y="1667"/>
                  <a:pt x="0" y="1667"/>
                </a:cubicBezTo>
                <a:cubicBezTo>
                  <a:pt x="587" y="1667"/>
                  <a:pt x="587" y="1667"/>
                  <a:pt x="587" y="1667"/>
                </a:cubicBezTo>
                <a:cubicBezTo>
                  <a:pt x="630" y="1667"/>
                  <a:pt x="665" y="1629"/>
                  <a:pt x="665" y="1582"/>
                </a:cubicBezTo>
                <a:cubicBezTo>
                  <a:pt x="665" y="85"/>
                  <a:pt x="665" y="85"/>
                  <a:pt x="665" y="85"/>
                </a:cubicBezTo>
                <a:cubicBezTo>
                  <a:pt x="665" y="38"/>
                  <a:pt x="630" y="0"/>
                  <a:pt x="587" y="0"/>
                </a:cubicBezTo>
              </a:path>
            </a:pathLst>
          </a:custGeom>
          <a:solidFill>
            <a:srgbClr val="DE8F1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5" name="iṧliḓè">
            <a:extLst>
              <a:ext uri="{FF2B5EF4-FFF2-40B4-BE49-F238E27FC236}">
                <a16:creationId xmlns:a16="http://schemas.microsoft.com/office/drawing/2014/main" xmlns="" id="{6C21BABA-541D-4968-9AB8-3C379370BEAD}"/>
              </a:ext>
            </a:extLst>
          </p:cNvPr>
          <p:cNvSpPr/>
          <p:nvPr/>
        </p:nvSpPr>
        <p:spPr bwMode="auto">
          <a:xfrm>
            <a:off x="10087622" y="1859119"/>
            <a:ext cx="395280" cy="997335"/>
          </a:xfrm>
          <a:custGeom>
            <a:avLst/>
            <a:gdLst>
              <a:gd name="T0" fmla="*/ 602 w 602"/>
              <a:gd name="T1" fmla="*/ 0 h 1519"/>
              <a:gd name="T2" fmla="*/ 318 w 602"/>
              <a:gd name="T3" fmla="*/ 0 h 1519"/>
              <a:gd name="T4" fmla="*/ 318 w 602"/>
              <a:gd name="T5" fmla="*/ 34 h 1519"/>
              <a:gd name="T6" fmla="*/ 318 w 602"/>
              <a:gd name="T7" fmla="*/ 34 h 1519"/>
              <a:gd name="T8" fmla="*/ 296 w 602"/>
              <a:gd name="T9" fmla="*/ 57 h 1519"/>
              <a:gd name="T10" fmla="*/ 0 w 602"/>
              <a:gd name="T11" fmla="*/ 57 h 1519"/>
              <a:gd name="T12" fmla="*/ 0 w 602"/>
              <a:gd name="T13" fmla="*/ 1519 h 1519"/>
              <a:gd name="T14" fmla="*/ 602 w 602"/>
              <a:gd name="T15" fmla="*/ 1519 h 1519"/>
              <a:gd name="T16" fmla="*/ 602 w 602"/>
              <a:gd name="T17" fmla="*/ 0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02" h="1519">
                <a:moveTo>
                  <a:pt x="602" y="0"/>
                </a:moveTo>
                <a:cubicBezTo>
                  <a:pt x="318" y="0"/>
                  <a:pt x="318" y="0"/>
                  <a:pt x="318" y="0"/>
                </a:cubicBezTo>
                <a:cubicBezTo>
                  <a:pt x="318" y="34"/>
                  <a:pt x="318" y="34"/>
                  <a:pt x="318" y="34"/>
                </a:cubicBezTo>
                <a:cubicBezTo>
                  <a:pt x="318" y="34"/>
                  <a:pt x="318" y="34"/>
                  <a:pt x="318" y="34"/>
                </a:cubicBezTo>
                <a:cubicBezTo>
                  <a:pt x="318" y="47"/>
                  <a:pt x="308" y="57"/>
                  <a:pt x="296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1519"/>
                  <a:pt x="0" y="1519"/>
                  <a:pt x="0" y="1519"/>
                </a:cubicBezTo>
                <a:cubicBezTo>
                  <a:pt x="602" y="1519"/>
                  <a:pt x="602" y="1519"/>
                  <a:pt x="602" y="1519"/>
                </a:cubicBezTo>
                <a:cubicBezTo>
                  <a:pt x="602" y="0"/>
                  <a:pt x="602" y="0"/>
                  <a:pt x="602" y="0"/>
                </a:cubicBezTo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6" name="iṡľîḓe">
            <a:extLst>
              <a:ext uri="{FF2B5EF4-FFF2-40B4-BE49-F238E27FC236}">
                <a16:creationId xmlns:a16="http://schemas.microsoft.com/office/drawing/2014/main" xmlns="" id="{7C3FA8A9-ABFD-4C52-8FD4-3691D43FFD80}"/>
              </a:ext>
            </a:extLst>
          </p:cNvPr>
          <p:cNvSpPr/>
          <p:nvPr/>
        </p:nvSpPr>
        <p:spPr bwMode="auto">
          <a:xfrm>
            <a:off x="10087622" y="1810955"/>
            <a:ext cx="208436" cy="85534"/>
          </a:xfrm>
          <a:custGeom>
            <a:avLst/>
            <a:gdLst>
              <a:gd name="T0" fmla="*/ 318 w 318"/>
              <a:gd name="T1" fmla="*/ 0 h 131"/>
              <a:gd name="T2" fmla="*/ 0 w 318"/>
              <a:gd name="T3" fmla="*/ 0 h 131"/>
              <a:gd name="T4" fmla="*/ 0 w 318"/>
              <a:gd name="T5" fmla="*/ 131 h 131"/>
              <a:gd name="T6" fmla="*/ 296 w 318"/>
              <a:gd name="T7" fmla="*/ 131 h 131"/>
              <a:gd name="T8" fmla="*/ 318 w 318"/>
              <a:gd name="T9" fmla="*/ 108 h 131"/>
              <a:gd name="T10" fmla="*/ 318 w 318"/>
              <a:gd name="T11" fmla="*/ 74 h 131"/>
              <a:gd name="T12" fmla="*/ 318 w 318"/>
              <a:gd name="T13" fmla="*/ 0 h 131"/>
              <a:gd name="T14" fmla="*/ 318 w 318"/>
              <a:gd name="T15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8" h="131">
                <a:moveTo>
                  <a:pt x="31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1"/>
                  <a:pt x="0" y="131"/>
                  <a:pt x="0" y="131"/>
                </a:cubicBezTo>
                <a:cubicBezTo>
                  <a:pt x="296" y="131"/>
                  <a:pt x="296" y="131"/>
                  <a:pt x="296" y="131"/>
                </a:cubicBezTo>
                <a:cubicBezTo>
                  <a:pt x="308" y="131"/>
                  <a:pt x="318" y="121"/>
                  <a:pt x="318" y="108"/>
                </a:cubicBezTo>
                <a:cubicBezTo>
                  <a:pt x="318" y="74"/>
                  <a:pt x="318" y="74"/>
                  <a:pt x="318" y="74"/>
                </a:cubicBezTo>
                <a:cubicBezTo>
                  <a:pt x="318" y="0"/>
                  <a:pt x="318" y="0"/>
                  <a:pt x="318" y="0"/>
                </a:cubicBezTo>
                <a:cubicBezTo>
                  <a:pt x="318" y="0"/>
                  <a:pt x="318" y="0"/>
                  <a:pt x="318" y="0"/>
                </a:cubicBezTo>
              </a:path>
            </a:pathLst>
          </a:custGeom>
          <a:solidFill>
            <a:srgbClr val="A53D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7" name="išḷíḋé">
            <a:extLst>
              <a:ext uri="{FF2B5EF4-FFF2-40B4-BE49-F238E27FC236}">
                <a16:creationId xmlns:a16="http://schemas.microsoft.com/office/drawing/2014/main" xmlns="" id="{278EC32D-9790-4574-AF04-6BA8C5D9450A}"/>
              </a:ext>
            </a:extLst>
          </p:cNvPr>
          <p:cNvSpPr/>
          <p:nvPr/>
        </p:nvSpPr>
        <p:spPr bwMode="auto">
          <a:xfrm>
            <a:off x="9805279" y="2045964"/>
            <a:ext cx="563025" cy="18269"/>
          </a:xfrm>
          <a:prstGeom prst="rect">
            <a:avLst/>
          </a:pr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8" name="íšlïḍè">
            <a:extLst>
              <a:ext uri="{FF2B5EF4-FFF2-40B4-BE49-F238E27FC236}">
                <a16:creationId xmlns:a16="http://schemas.microsoft.com/office/drawing/2014/main" xmlns="" id="{24849F99-0CBB-45C7-AF21-59C80AE838D0}"/>
              </a:ext>
            </a:extLst>
          </p:cNvPr>
          <p:cNvSpPr/>
          <p:nvPr/>
        </p:nvSpPr>
        <p:spPr bwMode="auto">
          <a:xfrm>
            <a:off x="9805279" y="2089146"/>
            <a:ext cx="563025" cy="18269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9" name="is1íḓe">
            <a:extLst>
              <a:ext uri="{FF2B5EF4-FFF2-40B4-BE49-F238E27FC236}">
                <a16:creationId xmlns:a16="http://schemas.microsoft.com/office/drawing/2014/main" xmlns="" id="{2F147382-B046-4BEB-BDE0-7E8187769628}"/>
              </a:ext>
            </a:extLst>
          </p:cNvPr>
          <p:cNvSpPr/>
          <p:nvPr/>
        </p:nvSpPr>
        <p:spPr bwMode="auto">
          <a:xfrm>
            <a:off x="9805279" y="2129836"/>
            <a:ext cx="563025" cy="18269"/>
          </a:xfrm>
          <a:prstGeom prst="rect">
            <a:avLst/>
          </a:pr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0" name="ïś1ïḓê">
            <a:extLst>
              <a:ext uri="{FF2B5EF4-FFF2-40B4-BE49-F238E27FC236}">
                <a16:creationId xmlns:a16="http://schemas.microsoft.com/office/drawing/2014/main" xmlns="" id="{852D725B-CC01-4F4B-BB06-CDE8CD214F8A}"/>
              </a:ext>
            </a:extLst>
          </p:cNvPr>
          <p:cNvSpPr/>
          <p:nvPr/>
        </p:nvSpPr>
        <p:spPr bwMode="auto">
          <a:xfrm>
            <a:off x="9805279" y="2173018"/>
            <a:ext cx="563025" cy="18269"/>
          </a:xfrm>
          <a:prstGeom prst="rect">
            <a:avLst/>
          </a:pr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1" name="i$ḷîḋé">
            <a:extLst>
              <a:ext uri="{FF2B5EF4-FFF2-40B4-BE49-F238E27FC236}">
                <a16:creationId xmlns:a16="http://schemas.microsoft.com/office/drawing/2014/main" xmlns="" id="{E242BF02-E5B4-4929-87EE-DB9B692965CC}"/>
              </a:ext>
            </a:extLst>
          </p:cNvPr>
          <p:cNvSpPr/>
          <p:nvPr/>
        </p:nvSpPr>
        <p:spPr bwMode="auto">
          <a:xfrm>
            <a:off x="9805279" y="2215369"/>
            <a:ext cx="563025" cy="18269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2" name="iŝlídé">
            <a:extLst>
              <a:ext uri="{FF2B5EF4-FFF2-40B4-BE49-F238E27FC236}">
                <a16:creationId xmlns:a16="http://schemas.microsoft.com/office/drawing/2014/main" xmlns="" id="{064C10C5-E6EA-4B6B-A439-F9F80DE8CAA6}"/>
              </a:ext>
            </a:extLst>
          </p:cNvPr>
          <p:cNvSpPr/>
          <p:nvPr/>
        </p:nvSpPr>
        <p:spPr bwMode="auto">
          <a:xfrm>
            <a:off x="9805279" y="2256060"/>
            <a:ext cx="563025" cy="18269"/>
          </a:xfrm>
          <a:prstGeom prst="rect">
            <a:avLst/>
          </a:pr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" name="îṡľïḍé">
            <a:extLst>
              <a:ext uri="{FF2B5EF4-FFF2-40B4-BE49-F238E27FC236}">
                <a16:creationId xmlns:a16="http://schemas.microsoft.com/office/drawing/2014/main" xmlns="" id="{86304836-E8B6-4573-A0F0-253AA4D8CEE2}"/>
              </a:ext>
            </a:extLst>
          </p:cNvPr>
          <p:cNvSpPr/>
          <p:nvPr/>
        </p:nvSpPr>
        <p:spPr bwMode="auto">
          <a:xfrm>
            <a:off x="9805279" y="2299242"/>
            <a:ext cx="563025" cy="19100"/>
          </a:xfrm>
          <a:prstGeom prst="rect">
            <a:avLst/>
          </a:pr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4" name="í$ľïďé">
            <a:extLst>
              <a:ext uri="{FF2B5EF4-FFF2-40B4-BE49-F238E27FC236}">
                <a16:creationId xmlns:a16="http://schemas.microsoft.com/office/drawing/2014/main" xmlns="" id="{7B798FC8-9B97-4195-9575-BD7CD98BC4CA}"/>
              </a:ext>
            </a:extLst>
          </p:cNvPr>
          <p:cNvSpPr/>
          <p:nvPr/>
        </p:nvSpPr>
        <p:spPr bwMode="auto">
          <a:xfrm>
            <a:off x="9793653" y="2776734"/>
            <a:ext cx="563025" cy="14948"/>
          </a:xfrm>
          <a:prstGeom prst="rect">
            <a:avLst/>
          </a:pr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5" name="iṣļíḓè">
            <a:extLst>
              <a:ext uri="{FF2B5EF4-FFF2-40B4-BE49-F238E27FC236}">
                <a16:creationId xmlns:a16="http://schemas.microsoft.com/office/drawing/2014/main" xmlns="" id="{02EFEB8F-F398-480C-9FC2-1B89F5EB4725}"/>
              </a:ext>
            </a:extLst>
          </p:cNvPr>
          <p:cNvSpPr/>
          <p:nvPr/>
        </p:nvSpPr>
        <p:spPr bwMode="auto">
          <a:xfrm>
            <a:off x="9829361" y="2623106"/>
            <a:ext cx="29065" cy="149476"/>
          </a:xfrm>
          <a:custGeom>
            <a:avLst/>
            <a:gdLst>
              <a:gd name="T0" fmla="*/ 22 w 45"/>
              <a:gd name="T1" fmla="*/ 0 h 228"/>
              <a:gd name="T2" fmla="*/ 22 w 45"/>
              <a:gd name="T3" fmla="*/ 0 h 228"/>
              <a:gd name="T4" fmla="*/ 45 w 45"/>
              <a:gd name="T5" fmla="*/ 20 h 228"/>
              <a:gd name="T6" fmla="*/ 45 w 45"/>
              <a:gd name="T7" fmla="*/ 228 h 228"/>
              <a:gd name="T8" fmla="*/ 0 w 45"/>
              <a:gd name="T9" fmla="*/ 228 h 228"/>
              <a:gd name="T10" fmla="*/ 0 w 45"/>
              <a:gd name="T11" fmla="*/ 20 h 228"/>
              <a:gd name="T12" fmla="*/ 22 w 45"/>
              <a:gd name="T13" fmla="*/ 0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228">
                <a:moveTo>
                  <a:pt x="22" y="0"/>
                </a:moveTo>
                <a:cubicBezTo>
                  <a:pt x="22" y="0"/>
                  <a:pt x="22" y="0"/>
                  <a:pt x="22" y="0"/>
                </a:cubicBezTo>
                <a:cubicBezTo>
                  <a:pt x="35" y="0"/>
                  <a:pt x="45" y="9"/>
                  <a:pt x="45" y="20"/>
                </a:cubicBezTo>
                <a:cubicBezTo>
                  <a:pt x="45" y="228"/>
                  <a:pt x="45" y="228"/>
                  <a:pt x="45" y="228"/>
                </a:cubicBezTo>
                <a:cubicBezTo>
                  <a:pt x="0" y="228"/>
                  <a:pt x="0" y="228"/>
                  <a:pt x="0" y="228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10" y="0"/>
                  <a:pt x="22" y="0"/>
                </a:cubicBezTo>
                <a:close/>
              </a:path>
            </a:pathLst>
          </a:custGeom>
          <a:solidFill>
            <a:srgbClr val="FF66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6" name="i$lïḋe">
            <a:extLst>
              <a:ext uri="{FF2B5EF4-FFF2-40B4-BE49-F238E27FC236}">
                <a16:creationId xmlns:a16="http://schemas.microsoft.com/office/drawing/2014/main" xmlns="" id="{EE2AA0FA-9D3B-4335-8227-AF242B05480D}"/>
              </a:ext>
            </a:extLst>
          </p:cNvPr>
          <p:cNvSpPr/>
          <p:nvPr/>
        </p:nvSpPr>
        <p:spPr bwMode="auto">
          <a:xfrm>
            <a:off x="9886660" y="2607328"/>
            <a:ext cx="29065" cy="165254"/>
          </a:xfrm>
          <a:custGeom>
            <a:avLst/>
            <a:gdLst>
              <a:gd name="T0" fmla="*/ 23 w 45"/>
              <a:gd name="T1" fmla="*/ 0 h 252"/>
              <a:gd name="T2" fmla="*/ 23 w 45"/>
              <a:gd name="T3" fmla="*/ 0 h 252"/>
              <a:gd name="T4" fmla="*/ 45 w 45"/>
              <a:gd name="T5" fmla="*/ 22 h 252"/>
              <a:gd name="T6" fmla="*/ 45 w 45"/>
              <a:gd name="T7" fmla="*/ 252 h 252"/>
              <a:gd name="T8" fmla="*/ 0 w 45"/>
              <a:gd name="T9" fmla="*/ 252 h 252"/>
              <a:gd name="T10" fmla="*/ 0 w 45"/>
              <a:gd name="T11" fmla="*/ 22 h 252"/>
              <a:gd name="T12" fmla="*/ 23 w 45"/>
              <a:gd name="T13" fmla="*/ 0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252">
                <a:moveTo>
                  <a:pt x="23" y="0"/>
                </a:moveTo>
                <a:cubicBezTo>
                  <a:pt x="23" y="0"/>
                  <a:pt x="23" y="0"/>
                  <a:pt x="23" y="0"/>
                </a:cubicBezTo>
                <a:cubicBezTo>
                  <a:pt x="35" y="0"/>
                  <a:pt x="45" y="10"/>
                  <a:pt x="45" y="22"/>
                </a:cubicBezTo>
                <a:cubicBezTo>
                  <a:pt x="45" y="252"/>
                  <a:pt x="45" y="252"/>
                  <a:pt x="45" y="252"/>
                </a:cubicBezTo>
                <a:cubicBezTo>
                  <a:pt x="0" y="252"/>
                  <a:pt x="0" y="252"/>
                  <a:pt x="0" y="25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005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7" name="ïṧļïḓé">
            <a:extLst>
              <a:ext uri="{FF2B5EF4-FFF2-40B4-BE49-F238E27FC236}">
                <a16:creationId xmlns:a16="http://schemas.microsoft.com/office/drawing/2014/main" xmlns="" id="{A81B5F9F-2B89-42E6-9349-E36D464B4F2F}"/>
              </a:ext>
            </a:extLst>
          </p:cNvPr>
          <p:cNvSpPr/>
          <p:nvPr/>
        </p:nvSpPr>
        <p:spPr bwMode="auto">
          <a:xfrm>
            <a:off x="9943959" y="2623936"/>
            <a:ext cx="29065" cy="150306"/>
          </a:xfrm>
          <a:custGeom>
            <a:avLst/>
            <a:gdLst>
              <a:gd name="T0" fmla="*/ 23 w 45"/>
              <a:gd name="T1" fmla="*/ 0 h 229"/>
              <a:gd name="T2" fmla="*/ 23 w 45"/>
              <a:gd name="T3" fmla="*/ 0 h 229"/>
              <a:gd name="T4" fmla="*/ 45 w 45"/>
              <a:gd name="T5" fmla="*/ 20 h 229"/>
              <a:gd name="T6" fmla="*/ 45 w 45"/>
              <a:gd name="T7" fmla="*/ 229 h 229"/>
              <a:gd name="T8" fmla="*/ 0 w 45"/>
              <a:gd name="T9" fmla="*/ 229 h 229"/>
              <a:gd name="T10" fmla="*/ 0 w 45"/>
              <a:gd name="T11" fmla="*/ 20 h 229"/>
              <a:gd name="T12" fmla="*/ 23 w 45"/>
              <a:gd name="T13" fmla="*/ 0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229">
                <a:moveTo>
                  <a:pt x="23" y="0"/>
                </a:moveTo>
                <a:cubicBezTo>
                  <a:pt x="23" y="0"/>
                  <a:pt x="23" y="0"/>
                  <a:pt x="23" y="0"/>
                </a:cubicBezTo>
                <a:cubicBezTo>
                  <a:pt x="35" y="0"/>
                  <a:pt x="45" y="9"/>
                  <a:pt x="45" y="20"/>
                </a:cubicBezTo>
                <a:cubicBezTo>
                  <a:pt x="45" y="229"/>
                  <a:pt x="45" y="229"/>
                  <a:pt x="45" y="229"/>
                </a:cubicBezTo>
                <a:cubicBezTo>
                  <a:pt x="0" y="229"/>
                  <a:pt x="0" y="229"/>
                  <a:pt x="0" y="229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10" y="0"/>
                  <a:pt x="23" y="0"/>
                </a:cubicBezTo>
                <a:close/>
              </a:path>
            </a:pathLst>
          </a:custGeom>
          <a:solidFill>
            <a:srgbClr val="FF66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8" name="iş1íḑè">
            <a:extLst>
              <a:ext uri="{FF2B5EF4-FFF2-40B4-BE49-F238E27FC236}">
                <a16:creationId xmlns:a16="http://schemas.microsoft.com/office/drawing/2014/main" xmlns="" id="{6937B006-A175-464B-8714-C8EC556D497D}"/>
              </a:ext>
            </a:extLst>
          </p:cNvPr>
          <p:cNvSpPr/>
          <p:nvPr/>
        </p:nvSpPr>
        <p:spPr bwMode="auto">
          <a:xfrm>
            <a:off x="10006240" y="2546708"/>
            <a:ext cx="29065" cy="227535"/>
          </a:xfrm>
          <a:custGeom>
            <a:avLst/>
            <a:gdLst>
              <a:gd name="T0" fmla="*/ 22 w 45"/>
              <a:gd name="T1" fmla="*/ 0 h 347"/>
              <a:gd name="T2" fmla="*/ 22 w 45"/>
              <a:gd name="T3" fmla="*/ 0 h 347"/>
              <a:gd name="T4" fmla="*/ 45 w 45"/>
              <a:gd name="T5" fmla="*/ 30 h 347"/>
              <a:gd name="T6" fmla="*/ 45 w 45"/>
              <a:gd name="T7" fmla="*/ 347 h 347"/>
              <a:gd name="T8" fmla="*/ 0 w 45"/>
              <a:gd name="T9" fmla="*/ 347 h 347"/>
              <a:gd name="T10" fmla="*/ 0 w 45"/>
              <a:gd name="T11" fmla="*/ 30 h 347"/>
              <a:gd name="T12" fmla="*/ 22 w 45"/>
              <a:gd name="T13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347">
                <a:moveTo>
                  <a:pt x="22" y="0"/>
                </a:moveTo>
                <a:cubicBezTo>
                  <a:pt x="22" y="0"/>
                  <a:pt x="22" y="0"/>
                  <a:pt x="22" y="0"/>
                </a:cubicBezTo>
                <a:cubicBezTo>
                  <a:pt x="34" y="0"/>
                  <a:pt x="45" y="13"/>
                  <a:pt x="45" y="30"/>
                </a:cubicBezTo>
                <a:cubicBezTo>
                  <a:pt x="45" y="347"/>
                  <a:pt x="45" y="347"/>
                  <a:pt x="45" y="347"/>
                </a:cubicBezTo>
                <a:cubicBezTo>
                  <a:pt x="0" y="347"/>
                  <a:pt x="0" y="347"/>
                  <a:pt x="0" y="347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10" y="0"/>
                  <a:pt x="22" y="0"/>
                </a:cubicBezTo>
                <a:close/>
              </a:path>
            </a:pathLst>
          </a:custGeom>
          <a:solidFill>
            <a:srgbClr val="005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9" name="ïşḻíḍè">
            <a:extLst>
              <a:ext uri="{FF2B5EF4-FFF2-40B4-BE49-F238E27FC236}">
                <a16:creationId xmlns:a16="http://schemas.microsoft.com/office/drawing/2014/main" xmlns="" id="{A28F6CFF-238B-42FD-BD2E-1FC176B69526}"/>
              </a:ext>
            </a:extLst>
          </p:cNvPr>
          <p:cNvSpPr/>
          <p:nvPr/>
        </p:nvSpPr>
        <p:spPr bwMode="auto">
          <a:xfrm>
            <a:off x="10066031" y="2630580"/>
            <a:ext cx="29065" cy="143663"/>
          </a:xfrm>
          <a:custGeom>
            <a:avLst/>
            <a:gdLst>
              <a:gd name="T0" fmla="*/ 23 w 45"/>
              <a:gd name="T1" fmla="*/ 0 h 219"/>
              <a:gd name="T2" fmla="*/ 23 w 45"/>
              <a:gd name="T3" fmla="*/ 0 h 219"/>
              <a:gd name="T4" fmla="*/ 45 w 45"/>
              <a:gd name="T5" fmla="*/ 20 h 219"/>
              <a:gd name="T6" fmla="*/ 45 w 45"/>
              <a:gd name="T7" fmla="*/ 219 h 219"/>
              <a:gd name="T8" fmla="*/ 0 w 45"/>
              <a:gd name="T9" fmla="*/ 219 h 219"/>
              <a:gd name="T10" fmla="*/ 0 w 45"/>
              <a:gd name="T11" fmla="*/ 20 h 219"/>
              <a:gd name="T12" fmla="*/ 23 w 45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219">
                <a:moveTo>
                  <a:pt x="23" y="0"/>
                </a:moveTo>
                <a:cubicBezTo>
                  <a:pt x="23" y="0"/>
                  <a:pt x="23" y="0"/>
                  <a:pt x="23" y="0"/>
                </a:cubicBezTo>
                <a:cubicBezTo>
                  <a:pt x="35" y="0"/>
                  <a:pt x="45" y="9"/>
                  <a:pt x="45" y="20"/>
                </a:cubicBezTo>
                <a:cubicBezTo>
                  <a:pt x="45" y="219"/>
                  <a:pt x="45" y="219"/>
                  <a:pt x="45" y="219"/>
                </a:cubicBezTo>
                <a:cubicBezTo>
                  <a:pt x="0" y="219"/>
                  <a:pt x="0" y="219"/>
                  <a:pt x="0" y="219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10" y="0"/>
                  <a:pt x="23" y="0"/>
                </a:cubicBezTo>
                <a:close/>
              </a:path>
            </a:pathLst>
          </a:custGeom>
          <a:solidFill>
            <a:srgbClr val="FF66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0" name="í$liḍé">
            <a:extLst>
              <a:ext uri="{FF2B5EF4-FFF2-40B4-BE49-F238E27FC236}">
                <a16:creationId xmlns:a16="http://schemas.microsoft.com/office/drawing/2014/main" xmlns="" id="{8AC79724-CAC1-4CE8-84B6-583511723AB4}"/>
              </a:ext>
            </a:extLst>
          </p:cNvPr>
          <p:cNvSpPr/>
          <p:nvPr/>
        </p:nvSpPr>
        <p:spPr bwMode="auto">
          <a:xfrm>
            <a:off x="10126651" y="2687879"/>
            <a:ext cx="29895" cy="86364"/>
          </a:xfrm>
          <a:custGeom>
            <a:avLst/>
            <a:gdLst>
              <a:gd name="T0" fmla="*/ 22 w 45"/>
              <a:gd name="T1" fmla="*/ 0 h 131"/>
              <a:gd name="T2" fmla="*/ 23 w 45"/>
              <a:gd name="T3" fmla="*/ 0 h 131"/>
              <a:gd name="T4" fmla="*/ 45 w 45"/>
              <a:gd name="T5" fmla="*/ 12 h 131"/>
              <a:gd name="T6" fmla="*/ 45 w 45"/>
              <a:gd name="T7" fmla="*/ 131 h 131"/>
              <a:gd name="T8" fmla="*/ 0 w 45"/>
              <a:gd name="T9" fmla="*/ 131 h 131"/>
              <a:gd name="T10" fmla="*/ 0 w 45"/>
              <a:gd name="T11" fmla="*/ 12 h 131"/>
              <a:gd name="T12" fmla="*/ 22 w 45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131">
                <a:moveTo>
                  <a:pt x="22" y="0"/>
                </a:moveTo>
                <a:cubicBezTo>
                  <a:pt x="23" y="0"/>
                  <a:pt x="23" y="0"/>
                  <a:pt x="23" y="0"/>
                </a:cubicBezTo>
                <a:cubicBezTo>
                  <a:pt x="35" y="0"/>
                  <a:pt x="45" y="5"/>
                  <a:pt x="45" y="12"/>
                </a:cubicBezTo>
                <a:cubicBezTo>
                  <a:pt x="45" y="131"/>
                  <a:pt x="45" y="131"/>
                  <a:pt x="45" y="131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10" y="0"/>
                  <a:pt x="22" y="0"/>
                </a:cubicBezTo>
                <a:close/>
              </a:path>
            </a:pathLst>
          </a:custGeom>
          <a:solidFill>
            <a:srgbClr val="005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1" name="ïşḻïdê">
            <a:extLst>
              <a:ext uri="{FF2B5EF4-FFF2-40B4-BE49-F238E27FC236}">
                <a16:creationId xmlns:a16="http://schemas.microsoft.com/office/drawing/2014/main" xmlns="" id="{936579EE-5643-498C-A6BF-32BA6DC70EBB}"/>
              </a:ext>
            </a:extLst>
          </p:cNvPr>
          <p:cNvSpPr/>
          <p:nvPr/>
        </p:nvSpPr>
        <p:spPr bwMode="auto">
          <a:xfrm>
            <a:off x="10189763" y="2546708"/>
            <a:ext cx="29895" cy="227535"/>
          </a:xfrm>
          <a:custGeom>
            <a:avLst/>
            <a:gdLst>
              <a:gd name="T0" fmla="*/ 22 w 45"/>
              <a:gd name="T1" fmla="*/ 0 h 346"/>
              <a:gd name="T2" fmla="*/ 22 w 45"/>
              <a:gd name="T3" fmla="*/ 0 h 346"/>
              <a:gd name="T4" fmla="*/ 45 w 45"/>
              <a:gd name="T5" fmla="*/ 30 h 346"/>
              <a:gd name="T6" fmla="*/ 45 w 45"/>
              <a:gd name="T7" fmla="*/ 346 h 346"/>
              <a:gd name="T8" fmla="*/ 0 w 45"/>
              <a:gd name="T9" fmla="*/ 346 h 346"/>
              <a:gd name="T10" fmla="*/ 0 w 45"/>
              <a:gd name="T11" fmla="*/ 30 h 346"/>
              <a:gd name="T12" fmla="*/ 22 w 45"/>
              <a:gd name="T13" fmla="*/ 0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346">
                <a:moveTo>
                  <a:pt x="22" y="0"/>
                </a:moveTo>
                <a:cubicBezTo>
                  <a:pt x="22" y="0"/>
                  <a:pt x="22" y="0"/>
                  <a:pt x="22" y="0"/>
                </a:cubicBezTo>
                <a:cubicBezTo>
                  <a:pt x="35" y="0"/>
                  <a:pt x="45" y="14"/>
                  <a:pt x="45" y="30"/>
                </a:cubicBezTo>
                <a:cubicBezTo>
                  <a:pt x="45" y="346"/>
                  <a:pt x="45" y="346"/>
                  <a:pt x="45" y="346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4"/>
                  <a:pt x="10" y="0"/>
                  <a:pt x="22" y="0"/>
                </a:cubicBezTo>
                <a:close/>
              </a:path>
            </a:pathLst>
          </a:custGeom>
          <a:solidFill>
            <a:srgbClr val="005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2" name="íš1ídé">
            <a:extLst>
              <a:ext uri="{FF2B5EF4-FFF2-40B4-BE49-F238E27FC236}">
                <a16:creationId xmlns:a16="http://schemas.microsoft.com/office/drawing/2014/main" xmlns="" id="{41A92223-A88A-4B57-A0C3-6AD8972D6E61}"/>
              </a:ext>
            </a:extLst>
          </p:cNvPr>
          <p:cNvSpPr/>
          <p:nvPr/>
        </p:nvSpPr>
        <p:spPr bwMode="auto">
          <a:xfrm>
            <a:off x="10244571" y="2562485"/>
            <a:ext cx="29065" cy="211758"/>
          </a:xfrm>
          <a:custGeom>
            <a:avLst/>
            <a:gdLst>
              <a:gd name="T0" fmla="*/ 22 w 45"/>
              <a:gd name="T1" fmla="*/ 0 h 323"/>
              <a:gd name="T2" fmla="*/ 22 w 45"/>
              <a:gd name="T3" fmla="*/ 0 h 323"/>
              <a:gd name="T4" fmla="*/ 45 w 45"/>
              <a:gd name="T5" fmla="*/ 28 h 323"/>
              <a:gd name="T6" fmla="*/ 45 w 45"/>
              <a:gd name="T7" fmla="*/ 323 h 323"/>
              <a:gd name="T8" fmla="*/ 0 w 45"/>
              <a:gd name="T9" fmla="*/ 323 h 323"/>
              <a:gd name="T10" fmla="*/ 0 w 45"/>
              <a:gd name="T11" fmla="*/ 28 h 323"/>
              <a:gd name="T12" fmla="*/ 22 w 45"/>
              <a:gd name="T1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323">
                <a:moveTo>
                  <a:pt x="22" y="0"/>
                </a:moveTo>
                <a:cubicBezTo>
                  <a:pt x="22" y="0"/>
                  <a:pt x="22" y="0"/>
                  <a:pt x="22" y="0"/>
                </a:cubicBezTo>
                <a:cubicBezTo>
                  <a:pt x="34" y="0"/>
                  <a:pt x="45" y="13"/>
                  <a:pt x="45" y="28"/>
                </a:cubicBezTo>
                <a:cubicBezTo>
                  <a:pt x="45" y="323"/>
                  <a:pt x="45" y="323"/>
                  <a:pt x="45" y="323"/>
                </a:cubicBezTo>
                <a:cubicBezTo>
                  <a:pt x="0" y="323"/>
                  <a:pt x="0" y="323"/>
                  <a:pt x="0" y="32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0" y="0"/>
                  <a:pt x="22" y="0"/>
                </a:cubicBezTo>
                <a:close/>
              </a:path>
            </a:pathLst>
          </a:custGeom>
          <a:solidFill>
            <a:srgbClr val="33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6" name="iṥļïḓe">
            <a:extLst>
              <a:ext uri="{FF2B5EF4-FFF2-40B4-BE49-F238E27FC236}">
                <a16:creationId xmlns:a16="http://schemas.microsoft.com/office/drawing/2014/main" xmlns="" id="{270326A5-1578-497B-9704-0366E1AF457B}"/>
              </a:ext>
            </a:extLst>
          </p:cNvPr>
          <p:cNvSpPr/>
          <p:nvPr/>
        </p:nvSpPr>
        <p:spPr bwMode="auto">
          <a:xfrm>
            <a:off x="10293566" y="2509338"/>
            <a:ext cx="29895" cy="264904"/>
          </a:xfrm>
          <a:custGeom>
            <a:avLst/>
            <a:gdLst>
              <a:gd name="T0" fmla="*/ 23 w 45"/>
              <a:gd name="T1" fmla="*/ 0 h 403"/>
              <a:gd name="T2" fmla="*/ 23 w 45"/>
              <a:gd name="T3" fmla="*/ 0 h 403"/>
              <a:gd name="T4" fmla="*/ 45 w 45"/>
              <a:gd name="T5" fmla="*/ 35 h 403"/>
              <a:gd name="T6" fmla="*/ 45 w 45"/>
              <a:gd name="T7" fmla="*/ 403 h 403"/>
              <a:gd name="T8" fmla="*/ 0 w 45"/>
              <a:gd name="T9" fmla="*/ 403 h 403"/>
              <a:gd name="T10" fmla="*/ 0 w 45"/>
              <a:gd name="T11" fmla="*/ 35 h 403"/>
              <a:gd name="T12" fmla="*/ 23 w 45"/>
              <a:gd name="T13" fmla="*/ 0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403">
                <a:moveTo>
                  <a:pt x="23" y="0"/>
                </a:moveTo>
                <a:cubicBezTo>
                  <a:pt x="23" y="0"/>
                  <a:pt x="23" y="0"/>
                  <a:pt x="23" y="0"/>
                </a:cubicBezTo>
                <a:cubicBezTo>
                  <a:pt x="35" y="0"/>
                  <a:pt x="45" y="16"/>
                  <a:pt x="45" y="35"/>
                </a:cubicBezTo>
                <a:cubicBezTo>
                  <a:pt x="45" y="403"/>
                  <a:pt x="45" y="403"/>
                  <a:pt x="45" y="403"/>
                </a:cubicBezTo>
                <a:cubicBezTo>
                  <a:pt x="0" y="403"/>
                  <a:pt x="0" y="403"/>
                  <a:pt x="0" y="403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16"/>
                  <a:pt x="11" y="0"/>
                  <a:pt x="23" y="0"/>
                </a:cubicBezTo>
                <a:close/>
              </a:path>
            </a:pathLst>
          </a:custGeom>
          <a:solidFill>
            <a:srgbClr val="FF66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2" name="îŝḻiḍê">
            <a:extLst>
              <a:ext uri="{FF2B5EF4-FFF2-40B4-BE49-F238E27FC236}">
                <a16:creationId xmlns:a16="http://schemas.microsoft.com/office/drawing/2014/main" xmlns="" id="{3DB43376-BF72-422B-ADB8-CE310F6B7CC8}"/>
              </a:ext>
            </a:extLst>
          </p:cNvPr>
          <p:cNvSpPr/>
          <p:nvPr/>
        </p:nvSpPr>
        <p:spPr bwMode="auto">
          <a:xfrm>
            <a:off x="10392386" y="2558333"/>
            <a:ext cx="52317" cy="46504"/>
          </a:xfrm>
          <a:prstGeom prst="rect">
            <a:avLst/>
          </a:prstGeom>
          <a:solidFill>
            <a:srgbClr val="FF66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3" name="îṧḷîḍe">
            <a:extLst>
              <a:ext uri="{FF2B5EF4-FFF2-40B4-BE49-F238E27FC236}">
                <a16:creationId xmlns:a16="http://schemas.microsoft.com/office/drawing/2014/main" xmlns="" id="{65902339-C5DC-4F70-AFB7-91C4EB1997D0}"/>
              </a:ext>
            </a:extLst>
          </p:cNvPr>
          <p:cNvSpPr/>
          <p:nvPr/>
        </p:nvSpPr>
        <p:spPr bwMode="auto">
          <a:xfrm>
            <a:off x="10392386" y="2635562"/>
            <a:ext cx="52317" cy="46504"/>
          </a:xfrm>
          <a:prstGeom prst="rect">
            <a:avLst/>
          </a:prstGeom>
          <a:solidFill>
            <a:srgbClr val="33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5" name="ïṣľïḓé">
            <a:extLst>
              <a:ext uri="{FF2B5EF4-FFF2-40B4-BE49-F238E27FC236}">
                <a16:creationId xmlns:a16="http://schemas.microsoft.com/office/drawing/2014/main" xmlns="" id="{04776B6F-5F76-4862-B027-28CF24EFE4C4}"/>
              </a:ext>
            </a:extLst>
          </p:cNvPr>
          <p:cNvSpPr/>
          <p:nvPr/>
        </p:nvSpPr>
        <p:spPr bwMode="auto">
          <a:xfrm>
            <a:off x="10392386" y="2715283"/>
            <a:ext cx="52317" cy="46504"/>
          </a:xfrm>
          <a:prstGeom prst="rect">
            <a:avLst/>
          </a:prstGeom>
          <a:solidFill>
            <a:srgbClr val="005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6" name="îṡḻidê">
            <a:extLst>
              <a:ext uri="{FF2B5EF4-FFF2-40B4-BE49-F238E27FC236}">
                <a16:creationId xmlns:a16="http://schemas.microsoft.com/office/drawing/2014/main" xmlns="" id="{1FC2FC0B-488A-4796-AE49-074ABC714C6F}"/>
              </a:ext>
            </a:extLst>
          </p:cNvPr>
          <p:cNvSpPr/>
          <p:nvPr/>
        </p:nvSpPr>
        <p:spPr bwMode="auto">
          <a:xfrm>
            <a:off x="7009252" y="2443735"/>
            <a:ext cx="620325" cy="684267"/>
          </a:xfrm>
          <a:custGeom>
            <a:avLst/>
            <a:gdLst>
              <a:gd name="T0" fmla="*/ 306 w 944"/>
              <a:gd name="T1" fmla="*/ 965 h 1042"/>
              <a:gd name="T2" fmla="*/ 76 w 944"/>
              <a:gd name="T3" fmla="*/ 983 h 1042"/>
              <a:gd name="T4" fmla="*/ 58 w 944"/>
              <a:gd name="T5" fmla="*/ 753 h 1042"/>
              <a:gd name="T6" fmla="*/ 638 w 944"/>
              <a:gd name="T7" fmla="*/ 76 h 1042"/>
              <a:gd name="T8" fmla="*/ 868 w 944"/>
              <a:gd name="T9" fmla="*/ 59 h 1042"/>
              <a:gd name="T10" fmla="*/ 886 w 944"/>
              <a:gd name="T11" fmla="*/ 288 h 1042"/>
              <a:gd name="T12" fmla="*/ 306 w 944"/>
              <a:gd name="T13" fmla="*/ 965 h 1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44" h="1042">
                <a:moveTo>
                  <a:pt x="306" y="965"/>
                </a:moveTo>
                <a:cubicBezTo>
                  <a:pt x="247" y="1034"/>
                  <a:pt x="144" y="1042"/>
                  <a:pt x="76" y="983"/>
                </a:cubicBezTo>
                <a:cubicBezTo>
                  <a:pt x="8" y="924"/>
                  <a:pt x="0" y="821"/>
                  <a:pt x="58" y="753"/>
                </a:cubicBezTo>
                <a:cubicBezTo>
                  <a:pt x="638" y="76"/>
                  <a:pt x="638" y="76"/>
                  <a:pt x="638" y="76"/>
                </a:cubicBezTo>
                <a:cubicBezTo>
                  <a:pt x="697" y="8"/>
                  <a:pt x="800" y="0"/>
                  <a:pt x="868" y="59"/>
                </a:cubicBezTo>
                <a:cubicBezTo>
                  <a:pt x="937" y="117"/>
                  <a:pt x="944" y="220"/>
                  <a:pt x="886" y="288"/>
                </a:cubicBezTo>
                <a:cubicBezTo>
                  <a:pt x="306" y="965"/>
                  <a:pt x="306" y="965"/>
                  <a:pt x="306" y="965"/>
                </a:cubicBezTo>
              </a:path>
            </a:pathLst>
          </a:custGeom>
          <a:solidFill>
            <a:srgbClr val="CE64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1" name="íṩḻiḍê">
            <a:extLst>
              <a:ext uri="{FF2B5EF4-FFF2-40B4-BE49-F238E27FC236}">
                <a16:creationId xmlns:a16="http://schemas.microsoft.com/office/drawing/2014/main" xmlns="" id="{D6A34431-C724-4BB8-819B-98728A687883}"/>
              </a:ext>
            </a:extLst>
          </p:cNvPr>
          <p:cNvSpPr/>
          <p:nvPr/>
        </p:nvSpPr>
        <p:spPr bwMode="auto">
          <a:xfrm>
            <a:off x="7055756" y="2506017"/>
            <a:ext cx="527317" cy="558873"/>
          </a:xfrm>
          <a:custGeom>
            <a:avLst/>
            <a:gdLst>
              <a:gd name="T0" fmla="*/ 647 w 802"/>
              <a:gd name="T1" fmla="*/ 0 h 851"/>
              <a:gd name="T2" fmla="*/ 542 w 802"/>
              <a:gd name="T3" fmla="*/ 49 h 851"/>
              <a:gd name="T4" fmla="*/ 50 w 802"/>
              <a:gd name="T5" fmla="*/ 623 h 851"/>
              <a:gd name="T6" fmla="*/ 65 w 802"/>
              <a:gd name="T7" fmla="*/ 818 h 851"/>
              <a:gd name="T8" fmla="*/ 155 w 802"/>
              <a:gd name="T9" fmla="*/ 851 h 851"/>
              <a:gd name="T10" fmla="*/ 260 w 802"/>
              <a:gd name="T11" fmla="*/ 803 h 851"/>
              <a:gd name="T12" fmla="*/ 752 w 802"/>
              <a:gd name="T13" fmla="*/ 229 h 851"/>
              <a:gd name="T14" fmla="*/ 737 w 802"/>
              <a:gd name="T15" fmla="*/ 34 h 851"/>
              <a:gd name="T16" fmla="*/ 647 w 802"/>
              <a:gd name="T17" fmla="*/ 0 h 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2" h="851">
                <a:moveTo>
                  <a:pt x="647" y="0"/>
                </a:moveTo>
                <a:cubicBezTo>
                  <a:pt x="608" y="0"/>
                  <a:pt x="569" y="17"/>
                  <a:pt x="542" y="49"/>
                </a:cubicBezTo>
                <a:cubicBezTo>
                  <a:pt x="50" y="623"/>
                  <a:pt x="50" y="623"/>
                  <a:pt x="50" y="623"/>
                </a:cubicBezTo>
                <a:cubicBezTo>
                  <a:pt x="0" y="681"/>
                  <a:pt x="7" y="768"/>
                  <a:pt x="65" y="818"/>
                </a:cubicBezTo>
                <a:cubicBezTo>
                  <a:pt x="91" y="840"/>
                  <a:pt x="123" y="851"/>
                  <a:pt x="155" y="851"/>
                </a:cubicBezTo>
                <a:cubicBezTo>
                  <a:pt x="194" y="851"/>
                  <a:pt x="233" y="835"/>
                  <a:pt x="260" y="803"/>
                </a:cubicBezTo>
                <a:cubicBezTo>
                  <a:pt x="752" y="229"/>
                  <a:pt x="752" y="229"/>
                  <a:pt x="752" y="229"/>
                </a:cubicBezTo>
                <a:cubicBezTo>
                  <a:pt x="802" y="171"/>
                  <a:pt x="795" y="83"/>
                  <a:pt x="737" y="34"/>
                </a:cubicBezTo>
                <a:cubicBezTo>
                  <a:pt x="711" y="11"/>
                  <a:pt x="679" y="0"/>
                  <a:pt x="647" y="0"/>
                </a:cubicBezTo>
              </a:path>
            </a:pathLst>
          </a:custGeom>
          <a:solidFill>
            <a:srgbClr val="D883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2" name="ïṣľiḍé">
            <a:extLst>
              <a:ext uri="{FF2B5EF4-FFF2-40B4-BE49-F238E27FC236}">
                <a16:creationId xmlns:a16="http://schemas.microsoft.com/office/drawing/2014/main" xmlns="" id="{D595AB8D-8DB8-42E7-9234-79D536BEC268}"/>
              </a:ext>
            </a:extLst>
          </p:cNvPr>
          <p:cNvSpPr/>
          <p:nvPr/>
        </p:nvSpPr>
        <p:spPr bwMode="auto">
          <a:xfrm>
            <a:off x="7538230" y="1599197"/>
            <a:ext cx="860316" cy="859486"/>
          </a:xfrm>
          <a:custGeom>
            <a:avLst/>
            <a:gdLst>
              <a:gd name="T0" fmla="*/ 1099 w 1310"/>
              <a:gd name="T1" fmla="*/ 1036 h 1309"/>
              <a:gd name="T2" fmla="*/ 274 w 1310"/>
              <a:gd name="T3" fmla="*/ 1099 h 1309"/>
              <a:gd name="T4" fmla="*/ 211 w 1310"/>
              <a:gd name="T5" fmla="*/ 274 h 1309"/>
              <a:gd name="T6" fmla="*/ 1036 w 1310"/>
              <a:gd name="T7" fmla="*/ 210 h 1309"/>
              <a:gd name="T8" fmla="*/ 1099 w 1310"/>
              <a:gd name="T9" fmla="*/ 1036 h 1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0" h="1309">
                <a:moveTo>
                  <a:pt x="1099" y="1036"/>
                </a:moveTo>
                <a:cubicBezTo>
                  <a:pt x="889" y="1281"/>
                  <a:pt x="520" y="1309"/>
                  <a:pt x="274" y="1099"/>
                </a:cubicBezTo>
                <a:cubicBezTo>
                  <a:pt x="29" y="889"/>
                  <a:pt x="0" y="519"/>
                  <a:pt x="211" y="274"/>
                </a:cubicBezTo>
                <a:cubicBezTo>
                  <a:pt x="421" y="29"/>
                  <a:pt x="790" y="0"/>
                  <a:pt x="1036" y="210"/>
                </a:cubicBezTo>
                <a:cubicBezTo>
                  <a:pt x="1281" y="421"/>
                  <a:pt x="1310" y="790"/>
                  <a:pt x="1099" y="1036"/>
                </a:cubicBezTo>
              </a:path>
            </a:pathLst>
          </a:custGeom>
          <a:solidFill>
            <a:srgbClr val="D3D3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3" name="îšľiḋè">
            <a:extLst>
              <a:ext uri="{FF2B5EF4-FFF2-40B4-BE49-F238E27FC236}">
                <a16:creationId xmlns:a16="http://schemas.microsoft.com/office/drawing/2014/main" xmlns="" id="{227560C8-2BA5-4937-9C18-5B6A56D6D558}"/>
              </a:ext>
            </a:extLst>
          </p:cNvPr>
          <p:cNvSpPr/>
          <p:nvPr/>
        </p:nvSpPr>
        <p:spPr bwMode="auto">
          <a:xfrm>
            <a:off x="7502522" y="2457022"/>
            <a:ext cx="114598" cy="107955"/>
          </a:xfrm>
          <a:custGeom>
            <a:avLst/>
            <a:gdLst>
              <a:gd name="T0" fmla="*/ 11 w 174"/>
              <a:gd name="T1" fmla="*/ 0 h 164"/>
              <a:gd name="T2" fmla="*/ 3 w 174"/>
              <a:gd name="T3" fmla="*/ 0 h 164"/>
              <a:gd name="T4" fmla="*/ 66 w 174"/>
              <a:gd name="T5" fmla="*/ 117 h 164"/>
              <a:gd name="T6" fmla="*/ 174 w 174"/>
              <a:gd name="T7" fmla="*/ 164 h 164"/>
              <a:gd name="T8" fmla="*/ 174 w 174"/>
              <a:gd name="T9" fmla="*/ 164 h 164"/>
              <a:gd name="T10" fmla="*/ 171 w 174"/>
              <a:gd name="T11" fmla="*/ 133 h 164"/>
              <a:gd name="T12" fmla="*/ 171 w 174"/>
              <a:gd name="T13" fmla="*/ 134 h 164"/>
              <a:gd name="T14" fmla="*/ 161 w 174"/>
              <a:gd name="T15" fmla="*/ 134 h 164"/>
              <a:gd name="T16" fmla="*/ 31 w 174"/>
              <a:gd name="T17" fmla="*/ 1 h 164"/>
              <a:gd name="T18" fmla="*/ 11 w 174"/>
              <a:gd name="T19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4" h="164">
                <a:moveTo>
                  <a:pt x="11" y="0"/>
                </a:moveTo>
                <a:cubicBezTo>
                  <a:pt x="8" y="0"/>
                  <a:pt x="5" y="0"/>
                  <a:pt x="3" y="0"/>
                </a:cubicBezTo>
                <a:cubicBezTo>
                  <a:pt x="0" y="34"/>
                  <a:pt x="24" y="80"/>
                  <a:pt x="66" y="117"/>
                </a:cubicBezTo>
                <a:cubicBezTo>
                  <a:pt x="102" y="147"/>
                  <a:pt x="142" y="164"/>
                  <a:pt x="174" y="164"/>
                </a:cubicBezTo>
                <a:cubicBezTo>
                  <a:pt x="174" y="164"/>
                  <a:pt x="174" y="164"/>
                  <a:pt x="174" y="164"/>
                </a:cubicBezTo>
                <a:cubicBezTo>
                  <a:pt x="174" y="153"/>
                  <a:pt x="173" y="143"/>
                  <a:pt x="171" y="133"/>
                </a:cubicBezTo>
                <a:cubicBezTo>
                  <a:pt x="171" y="134"/>
                  <a:pt x="171" y="134"/>
                  <a:pt x="171" y="134"/>
                </a:cubicBezTo>
                <a:cubicBezTo>
                  <a:pt x="167" y="134"/>
                  <a:pt x="164" y="134"/>
                  <a:pt x="161" y="134"/>
                </a:cubicBezTo>
                <a:cubicBezTo>
                  <a:pt x="40" y="134"/>
                  <a:pt x="32" y="6"/>
                  <a:pt x="31" y="1"/>
                </a:cubicBezTo>
                <a:cubicBezTo>
                  <a:pt x="25" y="0"/>
                  <a:pt x="18" y="0"/>
                  <a:pt x="11" y="0"/>
                </a:cubicBezTo>
              </a:path>
            </a:pathLst>
          </a:custGeom>
          <a:solidFill>
            <a:srgbClr val="B95A0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4" name="iŝľiḑè">
            <a:extLst>
              <a:ext uri="{FF2B5EF4-FFF2-40B4-BE49-F238E27FC236}">
                <a16:creationId xmlns:a16="http://schemas.microsoft.com/office/drawing/2014/main" xmlns="" id="{C6BBD3C5-BBB8-491E-95DB-046A90265872}"/>
              </a:ext>
            </a:extLst>
          </p:cNvPr>
          <p:cNvSpPr/>
          <p:nvPr/>
        </p:nvSpPr>
        <p:spPr bwMode="auto">
          <a:xfrm>
            <a:off x="7700993" y="1628262"/>
            <a:ext cx="162762" cy="784748"/>
          </a:xfrm>
          <a:custGeom>
            <a:avLst/>
            <a:gdLst>
              <a:gd name="T0" fmla="*/ 0 w 196"/>
              <a:gd name="T1" fmla="*/ 88 h 945"/>
              <a:gd name="T2" fmla="*/ 0 w 196"/>
              <a:gd name="T3" fmla="*/ 893 h 945"/>
              <a:gd name="T4" fmla="*/ 196 w 196"/>
              <a:gd name="T5" fmla="*/ 945 h 945"/>
              <a:gd name="T6" fmla="*/ 196 w 196"/>
              <a:gd name="T7" fmla="*/ 0 h 945"/>
              <a:gd name="T8" fmla="*/ 0 w 196"/>
              <a:gd name="T9" fmla="*/ 88 h 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" h="945">
                <a:moveTo>
                  <a:pt x="0" y="88"/>
                </a:moveTo>
                <a:lnTo>
                  <a:pt x="0" y="893"/>
                </a:lnTo>
                <a:lnTo>
                  <a:pt x="196" y="945"/>
                </a:lnTo>
                <a:lnTo>
                  <a:pt x="196" y="0"/>
                </a:lnTo>
                <a:lnTo>
                  <a:pt x="0" y="88"/>
                </a:lnTo>
                <a:close/>
              </a:path>
            </a:pathLst>
          </a:custGeom>
          <a:solidFill>
            <a:srgbClr val="1C3B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5" name="isḷïdè">
            <a:extLst>
              <a:ext uri="{FF2B5EF4-FFF2-40B4-BE49-F238E27FC236}">
                <a16:creationId xmlns:a16="http://schemas.microsoft.com/office/drawing/2014/main" xmlns="" id="{830C9C1E-B1F0-48C6-BF32-91746EC4C2F4}"/>
              </a:ext>
            </a:extLst>
          </p:cNvPr>
          <p:cNvSpPr/>
          <p:nvPr/>
        </p:nvSpPr>
        <p:spPr bwMode="auto">
          <a:xfrm>
            <a:off x="7700993" y="1628262"/>
            <a:ext cx="162762" cy="784748"/>
          </a:xfrm>
          <a:custGeom>
            <a:avLst/>
            <a:gdLst>
              <a:gd name="T0" fmla="*/ 0 w 196"/>
              <a:gd name="T1" fmla="*/ 88 h 945"/>
              <a:gd name="T2" fmla="*/ 0 w 196"/>
              <a:gd name="T3" fmla="*/ 893 h 945"/>
              <a:gd name="T4" fmla="*/ 196 w 196"/>
              <a:gd name="T5" fmla="*/ 945 h 945"/>
              <a:gd name="T6" fmla="*/ 196 w 196"/>
              <a:gd name="T7" fmla="*/ 0 h 945"/>
              <a:gd name="T8" fmla="*/ 0 w 196"/>
              <a:gd name="T9" fmla="*/ 88 h 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" h="945">
                <a:moveTo>
                  <a:pt x="0" y="88"/>
                </a:moveTo>
                <a:lnTo>
                  <a:pt x="0" y="893"/>
                </a:lnTo>
                <a:lnTo>
                  <a:pt x="196" y="945"/>
                </a:lnTo>
                <a:lnTo>
                  <a:pt x="196" y="0"/>
                </a:lnTo>
                <a:lnTo>
                  <a:pt x="0" y="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6" name="iṥḷiďe">
            <a:extLst>
              <a:ext uri="{FF2B5EF4-FFF2-40B4-BE49-F238E27FC236}">
                <a16:creationId xmlns:a16="http://schemas.microsoft.com/office/drawing/2014/main" xmlns="" id="{EB1004B0-2A68-4CA1-9D1B-1A7B3B6CE9BA}"/>
              </a:ext>
            </a:extLst>
          </p:cNvPr>
          <p:cNvSpPr/>
          <p:nvPr/>
        </p:nvSpPr>
        <p:spPr bwMode="auto">
          <a:xfrm>
            <a:off x="7431936" y="1479617"/>
            <a:ext cx="1086190" cy="1093664"/>
          </a:xfrm>
          <a:custGeom>
            <a:avLst/>
            <a:gdLst>
              <a:gd name="T0" fmla="*/ 1385 w 1654"/>
              <a:gd name="T1" fmla="*/ 1324 h 1666"/>
              <a:gd name="T2" fmla="*/ 1304 w 1654"/>
              <a:gd name="T3" fmla="*/ 269 h 1666"/>
              <a:gd name="T4" fmla="*/ 249 w 1654"/>
              <a:gd name="T5" fmla="*/ 350 h 1666"/>
              <a:gd name="T6" fmla="*/ 266 w 1654"/>
              <a:gd name="T7" fmla="*/ 1342 h 1666"/>
              <a:gd name="T8" fmla="*/ 139 w 1654"/>
              <a:gd name="T9" fmla="*/ 1490 h 1666"/>
              <a:gd name="T10" fmla="*/ 279 w 1654"/>
              <a:gd name="T11" fmla="*/ 1623 h 1666"/>
              <a:gd name="T12" fmla="*/ 413 w 1654"/>
              <a:gd name="T13" fmla="*/ 1466 h 1666"/>
              <a:gd name="T14" fmla="*/ 1385 w 1654"/>
              <a:gd name="T15" fmla="*/ 1324 h 1666"/>
              <a:gd name="T16" fmla="*/ 436 w 1654"/>
              <a:gd name="T17" fmla="*/ 1281 h 1666"/>
              <a:gd name="T18" fmla="*/ 373 w 1654"/>
              <a:gd name="T19" fmla="*/ 456 h 1666"/>
              <a:gd name="T20" fmla="*/ 1198 w 1654"/>
              <a:gd name="T21" fmla="*/ 392 h 1666"/>
              <a:gd name="T22" fmla="*/ 1261 w 1654"/>
              <a:gd name="T23" fmla="*/ 1218 h 1666"/>
              <a:gd name="T24" fmla="*/ 436 w 1654"/>
              <a:gd name="T25" fmla="*/ 1281 h 1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54" h="1666">
                <a:moveTo>
                  <a:pt x="1385" y="1324"/>
                </a:moveTo>
                <a:cubicBezTo>
                  <a:pt x="1654" y="1010"/>
                  <a:pt x="1618" y="537"/>
                  <a:pt x="1304" y="269"/>
                </a:cubicBezTo>
                <a:cubicBezTo>
                  <a:pt x="990" y="0"/>
                  <a:pt x="518" y="36"/>
                  <a:pt x="249" y="350"/>
                </a:cubicBezTo>
                <a:cubicBezTo>
                  <a:pt x="0" y="641"/>
                  <a:pt x="13" y="1067"/>
                  <a:pt x="266" y="1342"/>
                </a:cubicBezTo>
                <a:cubicBezTo>
                  <a:pt x="139" y="1490"/>
                  <a:pt x="139" y="1490"/>
                  <a:pt x="139" y="1490"/>
                </a:cubicBezTo>
                <a:cubicBezTo>
                  <a:pt x="139" y="1490"/>
                  <a:pt x="146" y="1630"/>
                  <a:pt x="279" y="1623"/>
                </a:cubicBezTo>
                <a:cubicBezTo>
                  <a:pt x="413" y="1466"/>
                  <a:pt x="413" y="1466"/>
                  <a:pt x="413" y="1466"/>
                </a:cubicBezTo>
                <a:cubicBezTo>
                  <a:pt x="722" y="1666"/>
                  <a:pt x="1139" y="1611"/>
                  <a:pt x="1385" y="1324"/>
                </a:cubicBezTo>
                <a:moveTo>
                  <a:pt x="436" y="1281"/>
                </a:moveTo>
                <a:cubicBezTo>
                  <a:pt x="191" y="1071"/>
                  <a:pt x="162" y="701"/>
                  <a:pt x="373" y="456"/>
                </a:cubicBezTo>
                <a:cubicBezTo>
                  <a:pt x="583" y="211"/>
                  <a:pt x="952" y="182"/>
                  <a:pt x="1198" y="392"/>
                </a:cubicBezTo>
                <a:cubicBezTo>
                  <a:pt x="1443" y="603"/>
                  <a:pt x="1472" y="972"/>
                  <a:pt x="1261" y="1218"/>
                </a:cubicBezTo>
                <a:cubicBezTo>
                  <a:pt x="1051" y="1463"/>
                  <a:pt x="682" y="1491"/>
                  <a:pt x="436" y="1281"/>
                </a:cubicBezTo>
              </a:path>
            </a:pathLst>
          </a:custGeom>
          <a:solidFill>
            <a:srgbClr val="1ABC9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7" name="ïṡľïḓê">
            <a:extLst>
              <a:ext uri="{FF2B5EF4-FFF2-40B4-BE49-F238E27FC236}">
                <a16:creationId xmlns:a16="http://schemas.microsoft.com/office/drawing/2014/main" xmlns="" id="{2496EE6E-A3AC-4416-86BA-17EE60C2FAC8}"/>
              </a:ext>
            </a:extLst>
          </p:cNvPr>
          <p:cNvSpPr/>
          <p:nvPr/>
        </p:nvSpPr>
        <p:spPr bwMode="auto">
          <a:xfrm>
            <a:off x="7863755" y="1644871"/>
            <a:ext cx="462545" cy="242483"/>
          </a:xfrm>
          <a:custGeom>
            <a:avLst/>
            <a:gdLst>
              <a:gd name="T0" fmla="*/ 159 w 703"/>
              <a:gd name="T1" fmla="*/ 0 h 369"/>
              <a:gd name="T2" fmla="*/ 0 w 703"/>
              <a:gd name="T3" fmla="*/ 21 h 369"/>
              <a:gd name="T4" fmla="*/ 0 w 703"/>
              <a:gd name="T5" fmla="*/ 74 h 369"/>
              <a:gd name="T6" fmla="*/ 133 w 703"/>
              <a:gd name="T7" fmla="*/ 61 h 369"/>
              <a:gd name="T8" fmla="*/ 703 w 703"/>
              <a:gd name="T9" fmla="*/ 369 h 369"/>
              <a:gd name="T10" fmla="*/ 540 w 703"/>
              <a:gd name="T11" fmla="*/ 140 h 369"/>
              <a:gd name="T12" fmla="*/ 159 w 703"/>
              <a:gd name="T13" fmla="*/ 0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3" h="369">
                <a:moveTo>
                  <a:pt x="159" y="0"/>
                </a:moveTo>
                <a:cubicBezTo>
                  <a:pt x="106" y="0"/>
                  <a:pt x="52" y="7"/>
                  <a:pt x="0" y="21"/>
                </a:cubicBezTo>
                <a:cubicBezTo>
                  <a:pt x="0" y="74"/>
                  <a:pt x="0" y="74"/>
                  <a:pt x="0" y="74"/>
                </a:cubicBezTo>
                <a:cubicBezTo>
                  <a:pt x="47" y="65"/>
                  <a:pt x="91" y="61"/>
                  <a:pt x="133" y="61"/>
                </a:cubicBezTo>
                <a:cubicBezTo>
                  <a:pt x="407" y="61"/>
                  <a:pt x="598" y="236"/>
                  <a:pt x="703" y="369"/>
                </a:cubicBezTo>
                <a:cubicBezTo>
                  <a:pt x="669" y="283"/>
                  <a:pt x="615" y="204"/>
                  <a:pt x="540" y="140"/>
                </a:cubicBezTo>
                <a:cubicBezTo>
                  <a:pt x="430" y="46"/>
                  <a:pt x="294" y="0"/>
                  <a:pt x="159" y="0"/>
                </a:cubicBezTo>
              </a:path>
            </a:pathLst>
          </a:custGeom>
          <a:solidFill>
            <a:srgbClr val="A9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8" name="îṥlïḋê">
            <a:extLst>
              <a:ext uri="{FF2B5EF4-FFF2-40B4-BE49-F238E27FC236}">
                <a16:creationId xmlns:a16="http://schemas.microsoft.com/office/drawing/2014/main" xmlns="" id="{BAFFE23C-183A-482B-8ADC-5D0054EC0B1B}"/>
              </a:ext>
            </a:extLst>
          </p:cNvPr>
          <p:cNvSpPr/>
          <p:nvPr/>
        </p:nvSpPr>
        <p:spPr bwMode="auto">
          <a:xfrm>
            <a:off x="7700993" y="1658988"/>
            <a:ext cx="162762" cy="95499"/>
          </a:xfrm>
          <a:custGeom>
            <a:avLst/>
            <a:gdLst>
              <a:gd name="T0" fmla="*/ 248 w 248"/>
              <a:gd name="T1" fmla="*/ 0 h 145"/>
              <a:gd name="T2" fmla="*/ 94 w 248"/>
              <a:gd name="T3" fmla="*/ 69 h 145"/>
              <a:gd name="T4" fmla="*/ 0 w 248"/>
              <a:gd name="T5" fmla="*/ 145 h 145"/>
              <a:gd name="T6" fmla="*/ 248 w 248"/>
              <a:gd name="T7" fmla="*/ 53 h 145"/>
              <a:gd name="T8" fmla="*/ 248 w 248"/>
              <a:gd name="T9" fmla="*/ 0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8" h="145">
                <a:moveTo>
                  <a:pt x="248" y="0"/>
                </a:moveTo>
                <a:cubicBezTo>
                  <a:pt x="194" y="16"/>
                  <a:pt x="142" y="39"/>
                  <a:pt x="94" y="69"/>
                </a:cubicBezTo>
                <a:cubicBezTo>
                  <a:pt x="60" y="91"/>
                  <a:pt x="29" y="116"/>
                  <a:pt x="0" y="145"/>
                </a:cubicBezTo>
                <a:cubicBezTo>
                  <a:pt x="88" y="98"/>
                  <a:pt x="171" y="68"/>
                  <a:pt x="248" y="53"/>
                </a:cubicBezTo>
                <a:cubicBezTo>
                  <a:pt x="248" y="0"/>
                  <a:pt x="248" y="0"/>
                  <a:pt x="248" y="0"/>
                </a:cubicBezTo>
              </a:path>
            </a:pathLst>
          </a:custGeom>
          <a:solidFill>
            <a:srgbClr val="162F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9" name="íṣlîďè">
            <a:extLst>
              <a:ext uri="{FF2B5EF4-FFF2-40B4-BE49-F238E27FC236}">
                <a16:creationId xmlns:a16="http://schemas.microsoft.com/office/drawing/2014/main" xmlns="" id="{7BAA23F0-CDD4-40BB-B9FC-30FC3DEE23E4}"/>
              </a:ext>
            </a:extLst>
          </p:cNvPr>
          <p:cNvSpPr/>
          <p:nvPr/>
        </p:nvSpPr>
        <p:spPr bwMode="auto">
          <a:xfrm>
            <a:off x="7762444" y="1644040"/>
            <a:ext cx="568008" cy="249126"/>
          </a:xfrm>
          <a:custGeom>
            <a:avLst/>
            <a:gdLst>
              <a:gd name="T0" fmla="*/ 317 w 864"/>
              <a:gd name="T1" fmla="*/ 0 h 380"/>
              <a:gd name="T2" fmla="*/ 0 w 864"/>
              <a:gd name="T3" fmla="*/ 92 h 380"/>
              <a:gd name="T4" fmla="*/ 154 w 864"/>
              <a:gd name="T5" fmla="*/ 23 h 380"/>
              <a:gd name="T6" fmla="*/ 313 w 864"/>
              <a:gd name="T7" fmla="*/ 2 h 380"/>
              <a:gd name="T8" fmla="*/ 694 w 864"/>
              <a:gd name="T9" fmla="*/ 142 h 380"/>
              <a:gd name="T10" fmla="*/ 857 w 864"/>
              <a:gd name="T11" fmla="*/ 371 h 380"/>
              <a:gd name="T12" fmla="*/ 864 w 864"/>
              <a:gd name="T13" fmla="*/ 380 h 380"/>
              <a:gd name="T14" fmla="*/ 697 w 864"/>
              <a:gd name="T15" fmla="*/ 140 h 380"/>
              <a:gd name="T16" fmla="*/ 317 w 864"/>
              <a:gd name="T17" fmla="*/ 0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4" h="380">
                <a:moveTo>
                  <a:pt x="317" y="0"/>
                </a:moveTo>
                <a:cubicBezTo>
                  <a:pt x="206" y="0"/>
                  <a:pt x="95" y="31"/>
                  <a:pt x="0" y="92"/>
                </a:cubicBezTo>
                <a:cubicBezTo>
                  <a:pt x="48" y="62"/>
                  <a:pt x="100" y="39"/>
                  <a:pt x="154" y="23"/>
                </a:cubicBezTo>
                <a:cubicBezTo>
                  <a:pt x="206" y="9"/>
                  <a:pt x="260" y="2"/>
                  <a:pt x="313" y="2"/>
                </a:cubicBezTo>
                <a:cubicBezTo>
                  <a:pt x="448" y="2"/>
                  <a:pt x="584" y="48"/>
                  <a:pt x="694" y="142"/>
                </a:cubicBezTo>
                <a:cubicBezTo>
                  <a:pt x="769" y="206"/>
                  <a:pt x="823" y="285"/>
                  <a:pt x="857" y="371"/>
                </a:cubicBezTo>
                <a:cubicBezTo>
                  <a:pt x="859" y="374"/>
                  <a:pt x="862" y="377"/>
                  <a:pt x="864" y="380"/>
                </a:cubicBezTo>
                <a:cubicBezTo>
                  <a:pt x="831" y="290"/>
                  <a:pt x="775" y="207"/>
                  <a:pt x="697" y="140"/>
                </a:cubicBezTo>
                <a:cubicBezTo>
                  <a:pt x="587" y="46"/>
                  <a:pt x="451" y="0"/>
                  <a:pt x="317" y="0"/>
                </a:cubicBezTo>
              </a:path>
            </a:pathLst>
          </a:custGeom>
          <a:solidFill>
            <a:srgbClr val="15967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10" name="ísḻîďe">
            <a:extLst>
              <a:ext uri="{FF2B5EF4-FFF2-40B4-BE49-F238E27FC236}">
                <a16:creationId xmlns:a16="http://schemas.microsoft.com/office/drawing/2014/main" xmlns="" id="{46CA2B46-3B60-400F-9F1F-C668C7B32136}"/>
              </a:ext>
            </a:extLst>
          </p:cNvPr>
          <p:cNvSpPr/>
          <p:nvPr/>
        </p:nvSpPr>
        <p:spPr bwMode="auto">
          <a:xfrm>
            <a:off x="10623384" y="2008980"/>
            <a:ext cx="907705" cy="897460"/>
          </a:xfrm>
          <a:prstGeom prst="wedgeEllipseCallout">
            <a:avLst>
              <a:gd name="adj1" fmla="val -61075"/>
              <a:gd name="adj2" fmla="val -40893"/>
            </a:avLst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111" name="i$ļidê">
            <a:extLst>
              <a:ext uri="{FF2B5EF4-FFF2-40B4-BE49-F238E27FC236}">
                <a16:creationId xmlns:a16="http://schemas.microsoft.com/office/drawing/2014/main" xmlns="" id="{68F6FF7C-EED9-4D4C-A987-6E6FC48C7C8F}"/>
              </a:ext>
            </a:extLst>
          </p:cNvPr>
          <p:cNvSpPr txBox="1"/>
          <p:nvPr/>
        </p:nvSpPr>
        <p:spPr>
          <a:xfrm>
            <a:off x="10777490" y="2506448"/>
            <a:ext cx="619573" cy="134686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6600" dirty="0">
                <a:solidFill>
                  <a:schemeClr val="bg1"/>
                </a:solidFill>
              </a:rPr>
              <a:t>REPORT</a:t>
            </a:r>
            <a:endParaRPr lang="zh-CN" altLang="en-US" sz="16600" dirty="0">
              <a:solidFill>
                <a:schemeClr val="bg1"/>
              </a:solidFill>
            </a:endParaRPr>
          </a:p>
        </p:txBody>
      </p:sp>
      <p:sp>
        <p:nvSpPr>
          <p:cNvPr id="112" name="ïṥ1íḋê">
            <a:extLst>
              <a:ext uri="{FF2B5EF4-FFF2-40B4-BE49-F238E27FC236}">
                <a16:creationId xmlns:a16="http://schemas.microsoft.com/office/drawing/2014/main" xmlns="" id="{71A3E28F-F358-4170-A99D-B36A08948251}"/>
              </a:ext>
            </a:extLst>
          </p:cNvPr>
          <p:cNvSpPr txBox="1"/>
          <p:nvPr/>
        </p:nvSpPr>
        <p:spPr>
          <a:xfrm>
            <a:off x="10778643" y="2293959"/>
            <a:ext cx="618420" cy="19238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9600" dirty="0" smtClean="0">
                <a:solidFill>
                  <a:schemeClr val="bg1"/>
                </a:solidFill>
              </a:rPr>
              <a:t>2021</a:t>
            </a:r>
            <a:endParaRPr lang="zh-CN" altLang="en-US" sz="9600" dirty="0">
              <a:solidFill>
                <a:schemeClr val="bg1"/>
              </a:solidFill>
            </a:endParaRPr>
          </a:p>
        </p:txBody>
      </p:sp>
      <p:sp>
        <p:nvSpPr>
          <p:cNvPr id="114" name="文本框 1"/>
          <p:cNvSpPr txBox="1"/>
          <p:nvPr/>
        </p:nvSpPr>
        <p:spPr>
          <a:xfrm>
            <a:off x="560950" y="1200396"/>
            <a:ext cx="6079294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115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626462" y="4279809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16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675283" y="4713800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change</a:t>
            </a:r>
            <a:r>
              <a:rPr lang="en-US" altLang="zh-CN" sz="1000" dirty="0" smtClean="0"/>
              <a:t>.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117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68261" y="3944571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18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4661865" y="4279809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19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4710686" y="4713800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change</a:t>
            </a:r>
            <a:r>
              <a:rPr lang="en-US" altLang="zh-CN" sz="1000" dirty="0" smtClean="0"/>
              <a:t>.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120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4803664" y="3944571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2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357960" y="4327091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2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406781" y="4761082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change</a:t>
            </a:r>
            <a:r>
              <a:rPr lang="en-US" altLang="zh-CN" sz="1000" dirty="0" smtClean="0"/>
              <a:t>.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12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499759" y="3991853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8069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研究思路</a:t>
            </a:r>
          </a:p>
        </p:txBody>
      </p:sp>
      <p:sp>
        <p:nvSpPr>
          <p:cNvPr id="84" name="矩形 8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研究方法</a:t>
            </a:r>
          </a:p>
        </p:txBody>
      </p:sp>
      <p:sp>
        <p:nvSpPr>
          <p:cNvPr id="85" name="矩形 84"/>
          <p:cNvSpPr/>
          <p:nvPr/>
        </p:nvSpPr>
        <p:spPr>
          <a:xfrm>
            <a:off x="10441652" y="29469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可行性说明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11624733" y="308217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组合 89"/>
          <p:cNvGrpSpPr/>
          <p:nvPr/>
        </p:nvGrpSpPr>
        <p:grpSpPr>
          <a:xfrm>
            <a:off x="396217" y="128165"/>
            <a:ext cx="670385" cy="604428"/>
            <a:chOff x="5424755" y="1340768"/>
            <a:chExt cx="670560" cy="604586"/>
          </a:xfrm>
        </p:grpSpPr>
        <p:grpSp>
          <p:nvGrpSpPr>
            <p:cNvPr id="97" name="组合 9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9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1" name="文本框 9"/>
          <p:cNvSpPr txBox="1"/>
          <p:nvPr/>
        </p:nvSpPr>
        <p:spPr>
          <a:xfrm>
            <a:off x="1113221" y="246916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sp>
        <p:nvSpPr>
          <p:cNvPr id="94" name="Freeform 126"/>
          <p:cNvSpPr>
            <a:spLocks noChangeAspect="1" noEditPoints="1"/>
          </p:cNvSpPr>
          <p:nvPr/>
        </p:nvSpPr>
        <p:spPr bwMode="auto">
          <a:xfrm>
            <a:off x="600314" y="289155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2700" y="2454010"/>
            <a:ext cx="5907087" cy="4252913"/>
            <a:chOff x="3247633" y="2250810"/>
            <a:chExt cx="5907087" cy="4252913"/>
          </a:xfrm>
        </p:grpSpPr>
        <p:sp>
          <p:nvSpPr>
            <p:cNvPr id="15" name="矩形 14"/>
            <p:cNvSpPr>
              <a:spLocks noChangeArrowheads="1"/>
            </p:cNvSpPr>
            <p:nvPr/>
          </p:nvSpPr>
          <p:spPr bwMode="auto">
            <a:xfrm rot="5400000" flipH="1">
              <a:off x="2595964" y="4309004"/>
              <a:ext cx="3584575" cy="804863"/>
            </a:xfrm>
            <a:prstGeom prst="rect">
              <a:avLst/>
            </a:prstGeom>
            <a:solidFill>
              <a:srgbClr val="1C50A2"/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矩形 15"/>
            <p:cNvSpPr>
              <a:spLocks noChangeArrowheads="1"/>
            </p:cNvSpPr>
            <p:nvPr/>
          </p:nvSpPr>
          <p:spPr bwMode="auto">
            <a:xfrm rot="2700000">
              <a:off x="4003282" y="2250811"/>
              <a:ext cx="785813" cy="785812"/>
            </a:xfrm>
            <a:prstGeom prst="rect">
              <a:avLst/>
            </a:prstGeom>
            <a:solidFill>
              <a:srgbClr val="1C50A2"/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矩形 16"/>
            <p:cNvSpPr>
              <a:spLocks noChangeArrowheads="1"/>
            </p:cNvSpPr>
            <p:nvPr/>
          </p:nvSpPr>
          <p:spPr bwMode="auto">
            <a:xfrm rot="2700000">
              <a:off x="4003283" y="2442898"/>
              <a:ext cx="785812" cy="78581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8" name="矩形 17"/>
            <p:cNvSpPr>
              <a:spLocks noChangeArrowheads="1"/>
            </p:cNvSpPr>
            <p:nvPr/>
          </p:nvSpPr>
          <p:spPr bwMode="auto">
            <a:xfrm rot="5400000" flipH="1">
              <a:off x="4090595" y="4603485"/>
              <a:ext cx="2995613" cy="8048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9" name="矩形 18"/>
            <p:cNvSpPr>
              <a:spLocks noChangeArrowheads="1"/>
            </p:cNvSpPr>
            <p:nvPr/>
          </p:nvSpPr>
          <p:spPr bwMode="auto">
            <a:xfrm rot="2700000">
              <a:off x="5203433" y="2839773"/>
              <a:ext cx="785812" cy="7858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0" name="矩形 19"/>
            <p:cNvSpPr>
              <a:spLocks noChangeArrowheads="1"/>
            </p:cNvSpPr>
            <p:nvPr/>
          </p:nvSpPr>
          <p:spPr bwMode="auto">
            <a:xfrm rot="2700000">
              <a:off x="5203432" y="3031861"/>
              <a:ext cx="785813" cy="78581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1" name="矩形 20"/>
            <p:cNvSpPr>
              <a:spLocks noChangeArrowheads="1"/>
            </p:cNvSpPr>
            <p:nvPr/>
          </p:nvSpPr>
          <p:spPr bwMode="auto">
            <a:xfrm rot="5400000" flipH="1">
              <a:off x="5652695" y="4911460"/>
              <a:ext cx="2379663" cy="804863"/>
            </a:xfrm>
            <a:prstGeom prst="rect">
              <a:avLst/>
            </a:prstGeom>
            <a:solidFill>
              <a:srgbClr val="1C50A2"/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21"/>
            <p:cNvSpPr>
              <a:spLocks noChangeArrowheads="1"/>
            </p:cNvSpPr>
            <p:nvPr/>
          </p:nvSpPr>
          <p:spPr bwMode="auto">
            <a:xfrm rot="2700000">
              <a:off x="6458351" y="3456517"/>
              <a:ext cx="784225" cy="785812"/>
            </a:xfrm>
            <a:prstGeom prst="rect">
              <a:avLst/>
            </a:prstGeom>
            <a:solidFill>
              <a:srgbClr val="1C50A2"/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矩形 22"/>
            <p:cNvSpPr>
              <a:spLocks noChangeArrowheads="1"/>
            </p:cNvSpPr>
            <p:nvPr/>
          </p:nvSpPr>
          <p:spPr bwMode="auto">
            <a:xfrm rot="2700000">
              <a:off x="6457558" y="3649398"/>
              <a:ext cx="785812" cy="78581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4" name="矩形 23"/>
            <p:cNvSpPr>
              <a:spLocks noChangeArrowheads="1"/>
            </p:cNvSpPr>
            <p:nvPr/>
          </p:nvSpPr>
          <p:spPr bwMode="auto">
            <a:xfrm rot="5400000" flipH="1">
              <a:off x="7206064" y="5210704"/>
              <a:ext cx="1782763" cy="803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5" name="矩形 24"/>
            <p:cNvSpPr>
              <a:spLocks noChangeArrowheads="1"/>
            </p:cNvSpPr>
            <p:nvPr/>
          </p:nvSpPr>
          <p:spPr bwMode="auto">
            <a:xfrm rot="2700000">
              <a:off x="7712477" y="4053416"/>
              <a:ext cx="785812" cy="7842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6" name="矩形 25"/>
            <p:cNvSpPr>
              <a:spLocks noChangeArrowheads="1"/>
            </p:cNvSpPr>
            <p:nvPr/>
          </p:nvSpPr>
          <p:spPr bwMode="auto">
            <a:xfrm rot="2700000">
              <a:off x="7712476" y="4245504"/>
              <a:ext cx="785813" cy="7842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pic>
          <p:nvPicPr>
            <p:cNvPr id="27" name="图片 26"/>
            <p:cNvPicPr>
              <a:picLocks noChangeAspect="1" noChangeArrowheads="1"/>
            </p:cNvPicPr>
            <p:nvPr/>
          </p:nvPicPr>
          <p:blipFill>
            <a:blip r:embed="rId2" cstate="screen">
              <a:biLevel thresh="50000"/>
              <a:grayscl/>
            </a:blip>
            <a:srcRect/>
            <a:stretch>
              <a:fillRect/>
            </a:stretch>
          </p:blipFill>
          <p:spPr bwMode="auto">
            <a:xfrm>
              <a:off x="3247633" y="6267185"/>
              <a:ext cx="59070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</p:pic>
        <p:sp>
          <p:nvSpPr>
            <p:cNvPr id="28" name="文本框 24"/>
            <p:cNvSpPr>
              <a:spLocks noChangeArrowheads="1"/>
            </p:cNvSpPr>
            <p:nvPr/>
          </p:nvSpPr>
          <p:spPr bwMode="auto">
            <a:xfrm>
              <a:off x="4108058" y="2514335"/>
              <a:ext cx="561975" cy="585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3200">
                  <a:solidFill>
                    <a:srgbClr val="1C50A2"/>
                  </a:solidFill>
                  <a:latin typeface="Impact" panose="020B0806030902050204" pitchFamily="34" charset="0"/>
                  <a:ea typeface="方正姚体简体" panose="03000509000000000000" pitchFamily="65" charset="-122"/>
                  <a:sym typeface="Impact" panose="020B0806030902050204" pitchFamily="34" charset="0"/>
                </a:rPr>
                <a:t>01</a:t>
              </a:r>
              <a:endParaRPr lang="zh-CN" altLang="en-US" sz="3200">
                <a:solidFill>
                  <a:srgbClr val="1C50A2"/>
                </a:solidFill>
                <a:latin typeface="Impact" panose="020B0806030902050204" pitchFamily="34" charset="0"/>
                <a:ea typeface="方正姚体简体" panose="03000509000000000000" pitchFamily="65" charset="-122"/>
                <a:sym typeface="Impact" panose="020B0806030902050204" pitchFamily="34" charset="0"/>
              </a:endParaRPr>
            </a:p>
          </p:txBody>
        </p:sp>
        <p:sp>
          <p:nvSpPr>
            <p:cNvPr id="29" name="文本框 25"/>
            <p:cNvSpPr>
              <a:spLocks noChangeArrowheads="1"/>
            </p:cNvSpPr>
            <p:nvPr/>
          </p:nvSpPr>
          <p:spPr bwMode="auto">
            <a:xfrm>
              <a:off x="5287570" y="3133460"/>
              <a:ext cx="611188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3200">
                  <a:solidFill>
                    <a:srgbClr val="000000"/>
                  </a:solidFill>
                  <a:latin typeface="Impact" panose="020B0806030902050204" pitchFamily="34" charset="0"/>
                  <a:ea typeface="方正姚体简体" panose="03000509000000000000" pitchFamily="65" charset="-122"/>
                  <a:sym typeface="Impact" panose="020B0806030902050204" pitchFamily="34" charset="0"/>
                </a:rPr>
                <a:t>02</a:t>
              </a:r>
              <a:endParaRPr lang="zh-CN" altLang="en-US" sz="3200">
                <a:solidFill>
                  <a:srgbClr val="000000"/>
                </a:solidFill>
                <a:latin typeface="Impact" panose="020B0806030902050204" pitchFamily="34" charset="0"/>
                <a:ea typeface="方正姚体简体" panose="03000509000000000000" pitchFamily="65" charset="-122"/>
                <a:sym typeface="Impact" panose="020B0806030902050204" pitchFamily="34" charset="0"/>
              </a:endParaRPr>
            </a:p>
          </p:txBody>
        </p:sp>
        <p:sp>
          <p:nvSpPr>
            <p:cNvPr id="30" name="文本框 26"/>
            <p:cNvSpPr>
              <a:spLocks noChangeArrowheads="1"/>
            </p:cNvSpPr>
            <p:nvPr/>
          </p:nvSpPr>
          <p:spPr bwMode="auto">
            <a:xfrm>
              <a:off x="6538520" y="3746235"/>
              <a:ext cx="622300" cy="585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3200" dirty="0">
                  <a:solidFill>
                    <a:srgbClr val="1C50A2"/>
                  </a:solidFill>
                  <a:latin typeface="Impact" panose="020B0806030902050204" pitchFamily="34" charset="0"/>
                  <a:ea typeface="方正姚体简体" panose="03000509000000000000" pitchFamily="65" charset="-122"/>
                  <a:sym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1C50A2"/>
                </a:solidFill>
                <a:latin typeface="Impact" panose="020B0806030902050204" pitchFamily="34" charset="0"/>
                <a:ea typeface="方正姚体简体" panose="03000509000000000000" pitchFamily="65" charset="-122"/>
                <a:sym typeface="Impact" panose="020B0806030902050204" pitchFamily="34" charset="0"/>
              </a:endParaRPr>
            </a:p>
          </p:txBody>
        </p:sp>
        <p:sp>
          <p:nvSpPr>
            <p:cNvPr id="31" name="文本框 27"/>
            <p:cNvSpPr>
              <a:spLocks noChangeArrowheads="1"/>
            </p:cNvSpPr>
            <p:nvPr/>
          </p:nvSpPr>
          <p:spPr bwMode="auto">
            <a:xfrm>
              <a:off x="7786295" y="4332023"/>
              <a:ext cx="6223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sym typeface="Calibri" panose="020F050202020403020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3200">
                  <a:solidFill>
                    <a:srgbClr val="000000"/>
                  </a:solidFill>
                  <a:latin typeface="Impact" panose="020B0806030902050204" pitchFamily="34" charset="0"/>
                  <a:ea typeface="方正姚体简体" panose="03000509000000000000" pitchFamily="65" charset="-122"/>
                  <a:sym typeface="Impact" panose="020B0806030902050204" pitchFamily="34" charset="0"/>
                </a:rPr>
                <a:t>04</a:t>
              </a:r>
              <a:endParaRPr lang="zh-CN" altLang="en-US" sz="3200">
                <a:solidFill>
                  <a:srgbClr val="000000"/>
                </a:solidFill>
                <a:latin typeface="Impact" panose="020B0806030902050204" pitchFamily="34" charset="0"/>
                <a:ea typeface="方正姚体简体" panose="03000509000000000000" pitchFamily="65" charset="-122"/>
                <a:sym typeface="Impact" panose="020B0806030902050204" pitchFamily="34" charset="0"/>
              </a:endParaRPr>
            </a:p>
          </p:txBody>
        </p:sp>
        <p:grpSp>
          <p:nvGrpSpPr>
            <p:cNvPr id="32" name="组合 31"/>
            <p:cNvGrpSpPr/>
            <p:nvPr/>
          </p:nvGrpSpPr>
          <p:grpSpPr bwMode="auto">
            <a:xfrm>
              <a:off x="6640120" y="5876660"/>
              <a:ext cx="414337" cy="396875"/>
              <a:chOff x="0" y="0"/>
              <a:chExt cx="2438400" cy="2332038"/>
            </a:xfrm>
            <a:solidFill>
              <a:schemeClr val="bg1"/>
            </a:solidFill>
          </p:grpSpPr>
          <p:sp>
            <p:nvSpPr>
              <p:cNvPr id="41" name="Freeform 25"/>
              <p:cNvSpPr>
                <a:spLocks noChangeArrowheads="1"/>
              </p:cNvSpPr>
              <p:nvPr/>
            </p:nvSpPr>
            <p:spPr bwMode="auto">
              <a:xfrm>
                <a:off x="893763" y="1676400"/>
                <a:ext cx="655638" cy="655638"/>
              </a:xfrm>
              <a:custGeom>
                <a:avLst/>
                <a:gdLst>
                  <a:gd name="T0" fmla="*/ 2147483646 w 413"/>
                  <a:gd name="T1" fmla="*/ 2147483646 h 413"/>
                  <a:gd name="T2" fmla="*/ 0 w 413"/>
                  <a:gd name="T3" fmla="*/ 0 h 413"/>
                  <a:gd name="T4" fmla="*/ 2147483646 w 413"/>
                  <a:gd name="T5" fmla="*/ 0 h 413"/>
                  <a:gd name="T6" fmla="*/ 2147483646 w 413"/>
                  <a:gd name="T7" fmla="*/ 2147483646 h 4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3"/>
                  <a:gd name="T13" fmla="*/ 0 h 413"/>
                  <a:gd name="T14" fmla="*/ 413 w 413"/>
                  <a:gd name="T15" fmla="*/ 413 h 4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3" h="413">
                    <a:moveTo>
                      <a:pt x="206" y="413"/>
                    </a:moveTo>
                    <a:lnTo>
                      <a:pt x="0" y="0"/>
                    </a:lnTo>
                    <a:lnTo>
                      <a:pt x="413" y="0"/>
                    </a:lnTo>
                    <a:lnTo>
                      <a:pt x="206" y="4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任意多边形 4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38400" cy="1774825"/>
              </a:xfrm>
              <a:custGeom>
                <a:avLst/>
                <a:gdLst>
                  <a:gd name="T0" fmla="*/ 290196 w 2438400"/>
                  <a:gd name="T1" fmla="*/ 0 h 1774825"/>
                  <a:gd name="T2" fmla="*/ 2151972 w 2438400"/>
                  <a:gd name="T3" fmla="*/ 0 h 1774825"/>
                  <a:gd name="T4" fmla="*/ 2438400 w 2438400"/>
                  <a:gd name="T5" fmla="*/ 286384 h 1774825"/>
                  <a:gd name="T6" fmla="*/ 2438400 w 2438400"/>
                  <a:gd name="T7" fmla="*/ 1484673 h 1774825"/>
                  <a:gd name="T8" fmla="*/ 2151972 w 2438400"/>
                  <a:gd name="T9" fmla="*/ 1774825 h 1774825"/>
                  <a:gd name="T10" fmla="*/ 290196 w 2438400"/>
                  <a:gd name="T11" fmla="*/ 1774825 h 1774825"/>
                  <a:gd name="T12" fmla="*/ 0 w 2438400"/>
                  <a:gd name="T13" fmla="*/ 1484673 h 1774825"/>
                  <a:gd name="T14" fmla="*/ 0 w 2438400"/>
                  <a:gd name="T15" fmla="*/ 286384 h 1774825"/>
                  <a:gd name="T16" fmla="*/ 290196 w 2438400"/>
                  <a:gd name="T17" fmla="*/ 0 h 1774825"/>
                  <a:gd name="T18" fmla="*/ 471488 w 2438400"/>
                  <a:gd name="T19" fmla="*/ 425450 h 1774825"/>
                  <a:gd name="T20" fmla="*/ 471488 w 2438400"/>
                  <a:gd name="T21" fmla="*/ 598488 h 1774825"/>
                  <a:gd name="T22" fmla="*/ 1971676 w 2438400"/>
                  <a:gd name="T23" fmla="*/ 598488 h 1774825"/>
                  <a:gd name="T24" fmla="*/ 1971676 w 2438400"/>
                  <a:gd name="T25" fmla="*/ 425450 h 1774825"/>
                  <a:gd name="T26" fmla="*/ 471488 w 2438400"/>
                  <a:gd name="T27" fmla="*/ 425450 h 1774825"/>
                  <a:gd name="T28" fmla="*/ 471488 w 2438400"/>
                  <a:gd name="T29" fmla="*/ 801688 h 1774825"/>
                  <a:gd name="T30" fmla="*/ 471488 w 2438400"/>
                  <a:gd name="T31" fmla="*/ 971551 h 1774825"/>
                  <a:gd name="T32" fmla="*/ 1971676 w 2438400"/>
                  <a:gd name="T33" fmla="*/ 971551 h 1774825"/>
                  <a:gd name="T34" fmla="*/ 1971676 w 2438400"/>
                  <a:gd name="T35" fmla="*/ 801688 h 1774825"/>
                  <a:gd name="T36" fmla="*/ 471488 w 2438400"/>
                  <a:gd name="T37" fmla="*/ 801688 h 1774825"/>
                  <a:gd name="T38" fmla="*/ 471488 w 2438400"/>
                  <a:gd name="T39" fmla="*/ 1174750 h 1774825"/>
                  <a:gd name="T40" fmla="*/ 471488 w 2438400"/>
                  <a:gd name="T41" fmla="*/ 1347788 h 1774825"/>
                  <a:gd name="T42" fmla="*/ 1971676 w 2438400"/>
                  <a:gd name="T43" fmla="*/ 1347788 h 1774825"/>
                  <a:gd name="T44" fmla="*/ 1971676 w 2438400"/>
                  <a:gd name="T45" fmla="*/ 1174750 h 1774825"/>
                  <a:gd name="T46" fmla="*/ 471488 w 2438400"/>
                  <a:gd name="T47" fmla="*/ 1174750 h 177482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2438400"/>
                  <a:gd name="T73" fmla="*/ 0 h 1774825"/>
                  <a:gd name="T74" fmla="*/ 2438400 w 2438400"/>
                  <a:gd name="T75" fmla="*/ 1774825 h 177482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2438400" h="1774825">
                    <a:moveTo>
                      <a:pt x="290196" y="0"/>
                    </a:moveTo>
                    <a:cubicBezTo>
                      <a:pt x="2151973" y="0"/>
                      <a:pt x="2151973" y="0"/>
                      <a:pt x="2151973" y="0"/>
                    </a:cubicBezTo>
                    <a:cubicBezTo>
                      <a:pt x="2310262" y="0"/>
                      <a:pt x="2438400" y="128119"/>
                      <a:pt x="2438400" y="286384"/>
                    </a:cubicBezTo>
                    <a:lnTo>
                      <a:pt x="2438400" y="1484673"/>
                    </a:lnTo>
                    <a:cubicBezTo>
                      <a:pt x="2438400" y="1646706"/>
                      <a:pt x="2310262" y="1774825"/>
                      <a:pt x="2151973" y="1774825"/>
                    </a:cubicBezTo>
                    <a:cubicBezTo>
                      <a:pt x="290196" y="1774825"/>
                      <a:pt x="290196" y="1774825"/>
                      <a:pt x="290196" y="1774825"/>
                    </a:cubicBezTo>
                    <a:cubicBezTo>
                      <a:pt x="131907" y="1774825"/>
                      <a:pt x="0" y="1646706"/>
                      <a:pt x="0" y="1484673"/>
                    </a:cubicBezTo>
                    <a:cubicBezTo>
                      <a:pt x="0" y="286384"/>
                      <a:pt x="0" y="286384"/>
                      <a:pt x="0" y="286384"/>
                    </a:cubicBezTo>
                    <a:cubicBezTo>
                      <a:pt x="0" y="128119"/>
                      <a:pt x="131907" y="0"/>
                      <a:pt x="290196" y="0"/>
                    </a:cubicBezTo>
                    <a:close/>
                    <a:moveTo>
                      <a:pt x="471488" y="425450"/>
                    </a:moveTo>
                    <a:lnTo>
                      <a:pt x="471488" y="598488"/>
                    </a:lnTo>
                    <a:lnTo>
                      <a:pt x="1971676" y="598488"/>
                    </a:lnTo>
                    <a:lnTo>
                      <a:pt x="1971676" y="425450"/>
                    </a:lnTo>
                    <a:lnTo>
                      <a:pt x="471488" y="425450"/>
                    </a:lnTo>
                    <a:close/>
                    <a:moveTo>
                      <a:pt x="471488" y="801688"/>
                    </a:moveTo>
                    <a:lnTo>
                      <a:pt x="471488" y="971551"/>
                    </a:lnTo>
                    <a:lnTo>
                      <a:pt x="1971676" y="971551"/>
                    </a:lnTo>
                    <a:lnTo>
                      <a:pt x="1971676" y="801688"/>
                    </a:lnTo>
                    <a:lnTo>
                      <a:pt x="471488" y="801688"/>
                    </a:lnTo>
                    <a:close/>
                    <a:moveTo>
                      <a:pt x="471488" y="1174750"/>
                    </a:moveTo>
                    <a:lnTo>
                      <a:pt x="471488" y="1347788"/>
                    </a:lnTo>
                    <a:lnTo>
                      <a:pt x="1971676" y="1347788"/>
                    </a:lnTo>
                    <a:lnTo>
                      <a:pt x="1971676" y="1174750"/>
                    </a:lnTo>
                    <a:lnTo>
                      <a:pt x="471488" y="11747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 bwMode="auto">
            <a:xfrm>
              <a:off x="4122345" y="5844910"/>
              <a:ext cx="552451" cy="419100"/>
              <a:chOff x="0" y="0"/>
              <a:chExt cx="509646" cy="387231"/>
            </a:xfrm>
            <a:solidFill>
              <a:schemeClr val="bg1"/>
            </a:solidFill>
          </p:grpSpPr>
          <p:sp>
            <p:nvSpPr>
              <p:cNvPr id="39" name="Freeform 20"/>
              <p:cNvSpPr>
                <a:spLocks noEditPoints="1" noChangeArrowheads="1"/>
              </p:cNvSpPr>
              <p:nvPr/>
            </p:nvSpPr>
            <p:spPr bwMode="auto">
              <a:xfrm>
                <a:off x="0" y="51839"/>
                <a:ext cx="337890" cy="335392"/>
              </a:xfrm>
              <a:custGeom>
                <a:avLst/>
                <a:gdLst>
                  <a:gd name="T0" fmla="*/ 2147483646 w 229"/>
                  <a:gd name="T1" fmla="*/ 2147483646 h 227"/>
                  <a:gd name="T2" fmla="*/ 2147483646 w 229"/>
                  <a:gd name="T3" fmla="*/ 2147483646 h 227"/>
                  <a:gd name="T4" fmla="*/ 2147483646 w 229"/>
                  <a:gd name="T5" fmla="*/ 2147483646 h 227"/>
                  <a:gd name="T6" fmla="*/ 2147483646 w 229"/>
                  <a:gd name="T7" fmla="*/ 2147483646 h 227"/>
                  <a:gd name="T8" fmla="*/ 2147483646 w 229"/>
                  <a:gd name="T9" fmla="*/ 2147483646 h 227"/>
                  <a:gd name="T10" fmla="*/ 2147483646 w 229"/>
                  <a:gd name="T11" fmla="*/ 2147483646 h 227"/>
                  <a:gd name="T12" fmla="*/ 2147483646 w 229"/>
                  <a:gd name="T13" fmla="*/ 2147483646 h 227"/>
                  <a:gd name="T14" fmla="*/ 2147483646 w 229"/>
                  <a:gd name="T15" fmla="*/ 2147483646 h 227"/>
                  <a:gd name="T16" fmla="*/ 2147483646 w 229"/>
                  <a:gd name="T17" fmla="*/ 2147483646 h 227"/>
                  <a:gd name="T18" fmla="*/ 2147483646 w 229"/>
                  <a:gd name="T19" fmla="*/ 0 h 227"/>
                  <a:gd name="T20" fmla="*/ 2147483646 w 229"/>
                  <a:gd name="T21" fmla="*/ 2147483646 h 227"/>
                  <a:gd name="T22" fmla="*/ 2147483646 w 229"/>
                  <a:gd name="T23" fmla="*/ 2147483646 h 227"/>
                  <a:gd name="T24" fmla="*/ 2147483646 w 229"/>
                  <a:gd name="T25" fmla="*/ 2147483646 h 227"/>
                  <a:gd name="T26" fmla="*/ 2147483646 w 229"/>
                  <a:gd name="T27" fmla="*/ 0 h 227"/>
                  <a:gd name="T28" fmla="*/ 2147483646 w 229"/>
                  <a:gd name="T29" fmla="*/ 2147483646 h 227"/>
                  <a:gd name="T30" fmla="*/ 2147483646 w 229"/>
                  <a:gd name="T31" fmla="*/ 2147483646 h 227"/>
                  <a:gd name="T32" fmla="*/ 2147483646 w 229"/>
                  <a:gd name="T33" fmla="*/ 2147483646 h 227"/>
                  <a:gd name="T34" fmla="*/ 2147483646 w 229"/>
                  <a:gd name="T35" fmla="*/ 2147483646 h 227"/>
                  <a:gd name="T36" fmla="*/ 2147483646 w 229"/>
                  <a:gd name="T37" fmla="*/ 2147483646 h 227"/>
                  <a:gd name="T38" fmla="*/ 2147483646 w 229"/>
                  <a:gd name="T39" fmla="*/ 2147483646 h 227"/>
                  <a:gd name="T40" fmla="*/ 2147483646 w 229"/>
                  <a:gd name="T41" fmla="*/ 2147483646 h 227"/>
                  <a:gd name="T42" fmla="*/ 0 w 229"/>
                  <a:gd name="T43" fmla="*/ 2147483646 h 227"/>
                  <a:gd name="T44" fmla="*/ 0 w 229"/>
                  <a:gd name="T45" fmla="*/ 2147483646 h 227"/>
                  <a:gd name="T46" fmla="*/ 2147483646 w 229"/>
                  <a:gd name="T47" fmla="*/ 2147483646 h 227"/>
                  <a:gd name="T48" fmla="*/ 2147483646 w 229"/>
                  <a:gd name="T49" fmla="*/ 2147483646 h 227"/>
                  <a:gd name="T50" fmla="*/ 2147483646 w 229"/>
                  <a:gd name="T51" fmla="*/ 2147483646 h 227"/>
                  <a:gd name="T52" fmla="*/ 2147483646 w 229"/>
                  <a:gd name="T53" fmla="*/ 2147483646 h 227"/>
                  <a:gd name="T54" fmla="*/ 2147483646 w 229"/>
                  <a:gd name="T55" fmla="*/ 2147483646 h 227"/>
                  <a:gd name="T56" fmla="*/ 2147483646 w 229"/>
                  <a:gd name="T57" fmla="*/ 2147483646 h 227"/>
                  <a:gd name="T58" fmla="*/ 2147483646 w 229"/>
                  <a:gd name="T59" fmla="*/ 2147483646 h 227"/>
                  <a:gd name="T60" fmla="*/ 2147483646 w 229"/>
                  <a:gd name="T61" fmla="*/ 2147483646 h 227"/>
                  <a:gd name="T62" fmla="*/ 2147483646 w 229"/>
                  <a:gd name="T63" fmla="*/ 2147483646 h 227"/>
                  <a:gd name="T64" fmla="*/ 2147483646 w 229"/>
                  <a:gd name="T65" fmla="*/ 2147483646 h 227"/>
                  <a:gd name="T66" fmla="*/ 2147483646 w 229"/>
                  <a:gd name="T67" fmla="*/ 2147483646 h 227"/>
                  <a:gd name="T68" fmla="*/ 2147483646 w 229"/>
                  <a:gd name="T69" fmla="*/ 2147483646 h 227"/>
                  <a:gd name="T70" fmla="*/ 2147483646 w 229"/>
                  <a:gd name="T71" fmla="*/ 2147483646 h 227"/>
                  <a:gd name="T72" fmla="*/ 2147483646 w 229"/>
                  <a:gd name="T73" fmla="*/ 2147483646 h 227"/>
                  <a:gd name="T74" fmla="*/ 2147483646 w 229"/>
                  <a:gd name="T75" fmla="*/ 2147483646 h 227"/>
                  <a:gd name="T76" fmla="*/ 2147483646 w 229"/>
                  <a:gd name="T77" fmla="*/ 2147483646 h 227"/>
                  <a:gd name="T78" fmla="*/ 2147483646 w 229"/>
                  <a:gd name="T79" fmla="*/ 2147483646 h 227"/>
                  <a:gd name="T80" fmla="*/ 2147483646 w 229"/>
                  <a:gd name="T81" fmla="*/ 2147483646 h 227"/>
                  <a:gd name="T82" fmla="*/ 2147483646 w 229"/>
                  <a:gd name="T83" fmla="*/ 2147483646 h 227"/>
                  <a:gd name="T84" fmla="*/ 2147483646 w 229"/>
                  <a:gd name="T85" fmla="*/ 2147483646 h 227"/>
                  <a:gd name="T86" fmla="*/ 2147483646 w 229"/>
                  <a:gd name="T87" fmla="*/ 2147483646 h 227"/>
                  <a:gd name="T88" fmla="*/ 2147483646 w 229"/>
                  <a:gd name="T89" fmla="*/ 2147483646 h 227"/>
                  <a:gd name="T90" fmla="*/ 2147483646 w 229"/>
                  <a:gd name="T91" fmla="*/ 2147483646 h 227"/>
                  <a:gd name="T92" fmla="*/ 2147483646 w 229"/>
                  <a:gd name="T93" fmla="*/ 2147483646 h 227"/>
                  <a:gd name="T94" fmla="*/ 2147483646 w 229"/>
                  <a:gd name="T95" fmla="*/ 2147483646 h 227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29"/>
                  <a:gd name="T145" fmla="*/ 0 h 227"/>
                  <a:gd name="T146" fmla="*/ 229 w 229"/>
                  <a:gd name="T147" fmla="*/ 227 h 227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29" h="227">
                    <a:moveTo>
                      <a:pt x="229" y="128"/>
                    </a:moveTo>
                    <a:cubicBezTo>
                      <a:pt x="229" y="98"/>
                      <a:pt x="229" y="98"/>
                      <a:pt x="229" y="98"/>
                    </a:cubicBezTo>
                    <a:cubicBezTo>
                      <a:pt x="206" y="93"/>
                      <a:pt x="206" y="93"/>
                      <a:pt x="206" y="93"/>
                    </a:cubicBezTo>
                    <a:cubicBezTo>
                      <a:pt x="204" y="87"/>
                      <a:pt x="202" y="81"/>
                      <a:pt x="200" y="76"/>
                    </a:cubicBezTo>
                    <a:cubicBezTo>
                      <a:pt x="216" y="58"/>
                      <a:pt x="216" y="58"/>
                      <a:pt x="216" y="58"/>
                    </a:cubicBezTo>
                    <a:cubicBezTo>
                      <a:pt x="198" y="34"/>
                      <a:pt x="198" y="34"/>
                      <a:pt x="198" y="34"/>
                    </a:cubicBezTo>
                    <a:cubicBezTo>
                      <a:pt x="176" y="44"/>
                      <a:pt x="176" y="44"/>
                      <a:pt x="176" y="44"/>
                    </a:cubicBezTo>
                    <a:cubicBezTo>
                      <a:pt x="172" y="39"/>
                      <a:pt x="167" y="36"/>
                      <a:pt x="161" y="33"/>
                    </a:cubicBezTo>
                    <a:cubicBezTo>
                      <a:pt x="164" y="9"/>
                      <a:pt x="164" y="9"/>
                      <a:pt x="164" y="9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23" y="20"/>
                      <a:pt x="123" y="20"/>
                      <a:pt x="123" y="20"/>
                    </a:cubicBezTo>
                    <a:cubicBezTo>
                      <a:pt x="120" y="20"/>
                      <a:pt x="117" y="20"/>
                      <a:pt x="114" y="20"/>
                    </a:cubicBezTo>
                    <a:cubicBezTo>
                      <a:pt x="111" y="20"/>
                      <a:pt x="108" y="20"/>
                      <a:pt x="105" y="20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7" y="33"/>
                      <a:pt x="67" y="33"/>
                      <a:pt x="67" y="33"/>
                    </a:cubicBezTo>
                    <a:cubicBezTo>
                      <a:pt x="62" y="36"/>
                      <a:pt x="57" y="39"/>
                      <a:pt x="52" y="4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6" y="81"/>
                      <a:pt x="24" y="87"/>
                      <a:pt x="23" y="9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3" y="133"/>
                      <a:pt x="23" y="133"/>
                      <a:pt x="23" y="133"/>
                    </a:cubicBezTo>
                    <a:cubicBezTo>
                      <a:pt x="24" y="139"/>
                      <a:pt x="26" y="145"/>
                      <a:pt x="29" y="151"/>
                    </a:cubicBezTo>
                    <a:cubicBezTo>
                      <a:pt x="13" y="169"/>
                      <a:pt x="13" y="169"/>
                      <a:pt x="13" y="169"/>
                    </a:cubicBezTo>
                    <a:cubicBezTo>
                      <a:pt x="31" y="193"/>
                      <a:pt x="31" y="193"/>
                      <a:pt x="31" y="19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7" y="187"/>
                      <a:pt x="62" y="191"/>
                      <a:pt x="67" y="194"/>
                    </a:cubicBezTo>
                    <a:cubicBezTo>
                      <a:pt x="65" y="218"/>
                      <a:pt x="65" y="218"/>
                      <a:pt x="65" y="218"/>
                    </a:cubicBezTo>
                    <a:cubicBezTo>
                      <a:pt x="93" y="227"/>
                      <a:pt x="93" y="227"/>
                      <a:pt x="93" y="227"/>
                    </a:cubicBezTo>
                    <a:cubicBezTo>
                      <a:pt x="105" y="206"/>
                      <a:pt x="105" y="206"/>
                      <a:pt x="105" y="206"/>
                    </a:cubicBezTo>
                    <a:cubicBezTo>
                      <a:pt x="108" y="207"/>
                      <a:pt x="111" y="207"/>
                      <a:pt x="114" y="207"/>
                    </a:cubicBezTo>
                    <a:cubicBezTo>
                      <a:pt x="117" y="207"/>
                      <a:pt x="121" y="207"/>
                      <a:pt x="124" y="206"/>
                    </a:cubicBezTo>
                    <a:cubicBezTo>
                      <a:pt x="135" y="227"/>
                      <a:pt x="135" y="227"/>
                      <a:pt x="135" y="227"/>
                    </a:cubicBezTo>
                    <a:cubicBezTo>
                      <a:pt x="164" y="217"/>
                      <a:pt x="164" y="217"/>
                      <a:pt x="164" y="217"/>
                    </a:cubicBezTo>
                    <a:cubicBezTo>
                      <a:pt x="161" y="194"/>
                      <a:pt x="161" y="194"/>
                      <a:pt x="161" y="194"/>
                    </a:cubicBezTo>
                    <a:cubicBezTo>
                      <a:pt x="167" y="191"/>
                      <a:pt x="172" y="187"/>
                      <a:pt x="176" y="183"/>
                    </a:cubicBezTo>
                    <a:cubicBezTo>
                      <a:pt x="198" y="193"/>
                      <a:pt x="198" y="193"/>
                      <a:pt x="198" y="193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00" y="151"/>
                      <a:pt x="200" y="151"/>
                      <a:pt x="200" y="151"/>
                    </a:cubicBezTo>
                    <a:cubicBezTo>
                      <a:pt x="202" y="145"/>
                      <a:pt x="204" y="139"/>
                      <a:pt x="206" y="133"/>
                    </a:cubicBezTo>
                    <a:lnTo>
                      <a:pt x="229" y="128"/>
                    </a:lnTo>
                    <a:close/>
                    <a:moveTo>
                      <a:pt x="114" y="180"/>
                    </a:moveTo>
                    <a:cubicBezTo>
                      <a:pt x="77" y="180"/>
                      <a:pt x="47" y="150"/>
                      <a:pt x="47" y="113"/>
                    </a:cubicBezTo>
                    <a:cubicBezTo>
                      <a:pt x="47" y="76"/>
                      <a:pt x="77" y="46"/>
                      <a:pt x="114" y="46"/>
                    </a:cubicBezTo>
                    <a:cubicBezTo>
                      <a:pt x="151" y="46"/>
                      <a:pt x="181" y="76"/>
                      <a:pt x="181" y="113"/>
                    </a:cubicBezTo>
                    <a:cubicBezTo>
                      <a:pt x="181" y="150"/>
                      <a:pt x="151" y="180"/>
                      <a:pt x="114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0" name="Freeform 21"/>
              <p:cNvSpPr>
                <a:spLocks noEditPoints="1" noChangeArrowheads="1"/>
              </p:cNvSpPr>
              <p:nvPr/>
            </p:nvSpPr>
            <p:spPr bwMode="auto">
              <a:xfrm>
                <a:off x="309785" y="0"/>
                <a:ext cx="199861" cy="199861"/>
              </a:xfrm>
              <a:custGeom>
                <a:avLst/>
                <a:gdLst>
                  <a:gd name="T0" fmla="*/ 2147483646 w 135"/>
                  <a:gd name="T1" fmla="*/ 2147483646 h 135"/>
                  <a:gd name="T2" fmla="*/ 2147483646 w 135"/>
                  <a:gd name="T3" fmla="*/ 2147483646 h 135"/>
                  <a:gd name="T4" fmla="*/ 2147483646 w 135"/>
                  <a:gd name="T5" fmla="*/ 2147483646 h 135"/>
                  <a:gd name="T6" fmla="*/ 2147483646 w 135"/>
                  <a:gd name="T7" fmla="*/ 2147483646 h 135"/>
                  <a:gd name="T8" fmla="*/ 2147483646 w 135"/>
                  <a:gd name="T9" fmla="*/ 2147483646 h 135"/>
                  <a:gd name="T10" fmla="*/ 2147483646 w 135"/>
                  <a:gd name="T11" fmla="*/ 2147483646 h 135"/>
                  <a:gd name="T12" fmla="*/ 2147483646 w 135"/>
                  <a:gd name="T13" fmla="*/ 2147483646 h 135"/>
                  <a:gd name="T14" fmla="*/ 2147483646 w 135"/>
                  <a:gd name="T15" fmla="*/ 2147483646 h 135"/>
                  <a:gd name="T16" fmla="*/ 2147483646 w 135"/>
                  <a:gd name="T17" fmla="*/ 2147483646 h 135"/>
                  <a:gd name="T18" fmla="*/ 2147483646 w 135"/>
                  <a:gd name="T19" fmla="*/ 0 h 135"/>
                  <a:gd name="T20" fmla="*/ 2147483646 w 135"/>
                  <a:gd name="T21" fmla="*/ 2147483646 h 135"/>
                  <a:gd name="T22" fmla="*/ 2147483646 w 135"/>
                  <a:gd name="T23" fmla="*/ 2147483646 h 135"/>
                  <a:gd name="T24" fmla="*/ 2147483646 w 135"/>
                  <a:gd name="T25" fmla="*/ 2147483646 h 135"/>
                  <a:gd name="T26" fmla="*/ 2147483646 w 135"/>
                  <a:gd name="T27" fmla="*/ 0 h 135"/>
                  <a:gd name="T28" fmla="*/ 2147483646 w 135"/>
                  <a:gd name="T29" fmla="*/ 2147483646 h 135"/>
                  <a:gd name="T30" fmla="*/ 2147483646 w 135"/>
                  <a:gd name="T31" fmla="*/ 2147483646 h 135"/>
                  <a:gd name="T32" fmla="*/ 2147483646 w 135"/>
                  <a:gd name="T33" fmla="*/ 2147483646 h 135"/>
                  <a:gd name="T34" fmla="*/ 2147483646 w 135"/>
                  <a:gd name="T35" fmla="*/ 2147483646 h 135"/>
                  <a:gd name="T36" fmla="*/ 2147483646 w 135"/>
                  <a:gd name="T37" fmla="*/ 2147483646 h 135"/>
                  <a:gd name="T38" fmla="*/ 2147483646 w 135"/>
                  <a:gd name="T39" fmla="*/ 2147483646 h 135"/>
                  <a:gd name="T40" fmla="*/ 2147483646 w 135"/>
                  <a:gd name="T41" fmla="*/ 2147483646 h 135"/>
                  <a:gd name="T42" fmla="*/ 0 w 135"/>
                  <a:gd name="T43" fmla="*/ 2147483646 h 135"/>
                  <a:gd name="T44" fmla="*/ 0 w 135"/>
                  <a:gd name="T45" fmla="*/ 2147483646 h 135"/>
                  <a:gd name="T46" fmla="*/ 2147483646 w 135"/>
                  <a:gd name="T47" fmla="*/ 2147483646 h 135"/>
                  <a:gd name="T48" fmla="*/ 2147483646 w 135"/>
                  <a:gd name="T49" fmla="*/ 2147483646 h 135"/>
                  <a:gd name="T50" fmla="*/ 2147483646 w 135"/>
                  <a:gd name="T51" fmla="*/ 2147483646 h 135"/>
                  <a:gd name="T52" fmla="*/ 2147483646 w 135"/>
                  <a:gd name="T53" fmla="*/ 2147483646 h 135"/>
                  <a:gd name="T54" fmla="*/ 2147483646 w 135"/>
                  <a:gd name="T55" fmla="*/ 2147483646 h 135"/>
                  <a:gd name="T56" fmla="*/ 2147483646 w 135"/>
                  <a:gd name="T57" fmla="*/ 2147483646 h 135"/>
                  <a:gd name="T58" fmla="*/ 2147483646 w 135"/>
                  <a:gd name="T59" fmla="*/ 2147483646 h 135"/>
                  <a:gd name="T60" fmla="*/ 2147483646 w 135"/>
                  <a:gd name="T61" fmla="*/ 2147483646 h 135"/>
                  <a:gd name="T62" fmla="*/ 2147483646 w 135"/>
                  <a:gd name="T63" fmla="*/ 2147483646 h 135"/>
                  <a:gd name="T64" fmla="*/ 2147483646 w 135"/>
                  <a:gd name="T65" fmla="*/ 2147483646 h 135"/>
                  <a:gd name="T66" fmla="*/ 2147483646 w 135"/>
                  <a:gd name="T67" fmla="*/ 2147483646 h 135"/>
                  <a:gd name="T68" fmla="*/ 2147483646 w 135"/>
                  <a:gd name="T69" fmla="*/ 2147483646 h 135"/>
                  <a:gd name="T70" fmla="*/ 2147483646 w 135"/>
                  <a:gd name="T71" fmla="*/ 2147483646 h 135"/>
                  <a:gd name="T72" fmla="*/ 2147483646 w 135"/>
                  <a:gd name="T73" fmla="*/ 2147483646 h 135"/>
                  <a:gd name="T74" fmla="*/ 2147483646 w 135"/>
                  <a:gd name="T75" fmla="*/ 2147483646 h 135"/>
                  <a:gd name="T76" fmla="*/ 2147483646 w 135"/>
                  <a:gd name="T77" fmla="*/ 2147483646 h 135"/>
                  <a:gd name="T78" fmla="*/ 2147483646 w 135"/>
                  <a:gd name="T79" fmla="*/ 2147483646 h 135"/>
                  <a:gd name="T80" fmla="*/ 2147483646 w 135"/>
                  <a:gd name="T81" fmla="*/ 2147483646 h 135"/>
                  <a:gd name="T82" fmla="*/ 2147483646 w 135"/>
                  <a:gd name="T83" fmla="*/ 2147483646 h 135"/>
                  <a:gd name="T84" fmla="*/ 2147483646 w 135"/>
                  <a:gd name="T85" fmla="*/ 2147483646 h 135"/>
                  <a:gd name="T86" fmla="*/ 2147483646 w 135"/>
                  <a:gd name="T87" fmla="*/ 2147483646 h 135"/>
                  <a:gd name="T88" fmla="*/ 2147483646 w 135"/>
                  <a:gd name="T89" fmla="*/ 2147483646 h 135"/>
                  <a:gd name="T90" fmla="*/ 2147483646 w 135"/>
                  <a:gd name="T91" fmla="*/ 2147483646 h 135"/>
                  <a:gd name="T92" fmla="*/ 2147483646 w 135"/>
                  <a:gd name="T93" fmla="*/ 2147483646 h 135"/>
                  <a:gd name="T94" fmla="*/ 2147483646 w 135"/>
                  <a:gd name="T95" fmla="*/ 2147483646 h 13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35"/>
                  <a:gd name="T145" fmla="*/ 0 h 135"/>
                  <a:gd name="T146" fmla="*/ 135 w 135"/>
                  <a:gd name="T147" fmla="*/ 135 h 13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35" h="135">
                    <a:moveTo>
                      <a:pt x="135" y="76"/>
                    </a:moveTo>
                    <a:cubicBezTo>
                      <a:pt x="135" y="58"/>
                      <a:pt x="135" y="58"/>
                      <a:pt x="135" y="58"/>
                    </a:cubicBezTo>
                    <a:cubicBezTo>
                      <a:pt x="122" y="55"/>
                      <a:pt x="122" y="55"/>
                      <a:pt x="122" y="55"/>
                    </a:cubicBezTo>
                    <a:cubicBezTo>
                      <a:pt x="121" y="52"/>
                      <a:pt x="120" y="48"/>
                      <a:pt x="118" y="45"/>
                    </a:cubicBezTo>
                    <a:cubicBezTo>
                      <a:pt x="128" y="34"/>
                      <a:pt x="128" y="34"/>
                      <a:pt x="128" y="34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04" y="26"/>
                      <a:pt x="104" y="26"/>
                      <a:pt x="104" y="26"/>
                    </a:cubicBezTo>
                    <a:cubicBezTo>
                      <a:pt x="102" y="23"/>
                      <a:pt x="99" y="21"/>
                      <a:pt x="96" y="19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2"/>
                      <a:pt x="73" y="12"/>
                      <a:pt x="73" y="12"/>
                    </a:cubicBezTo>
                    <a:cubicBezTo>
                      <a:pt x="71" y="12"/>
                      <a:pt x="69" y="12"/>
                      <a:pt x="67" y="12"/>
                    </a:cubicBezTo>
                    <a:cubicBezTo>
                      <a:pt x="66" y="12"/>
                      <a:pt x="64" y="12"/>
                      <a:pt x="62" y="1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6" y="21"/>
                      <a:pt x="33" y="23"/>
                      <a:pt x="30" y="26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5" y="48"/>
                      <a:pt x="14" y="52"/>
                      <a:pt x="13" y="55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14" y="83"/>
                      <a:pt x="15" y="86"/>
                      <a:pt x="17" y="90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3" y="111"/>
                      <a:pt x="36" y="113"/>
                      <a:pt x="39" y="115"/>
                    </a:cubicBezTo>
                    <a:cubicBezTo>
                      <a:pt x="38" y="129"/>
                      <a:pt x="38" y="129"/>
                      <a:pt x="38" y="129"/>
                    </a:cubicBezTo>
                    <a:cubicBezTo>
                      <a:pt x="55" y="135"/>
                      <a:pt x="55" y="135"/>
                      <a:pt x="55" y="135"/>
                    </a:cubicBezTo>
                    <a:cubicBezTo>
                      <a:pt x="62" y="122"/>
                      <a:pt x="62" y="122"/>
                      <a:pt x="62" y="122"/>
                    </a:cubicBezTo>
                    <a:cubicBezTo>
                      <a:pt x="64" y="123"/>
                      <a:pt x="66" y="123"/>
                      <a:pt x="68" y="123"/>
                    </a:cubicBezTo>
                    <a:cubicBezTo>
                      <a:pt x="69" y="123"/>
                      <a:pt x="71" y="123"/>
                      <a:pt x="73" y="122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97" y="129"/>
                      <a:pt x="97" y="129"/>
                      <a:pt x="97" y="129"/>
                    </a:cubicBezTo>
                    <a:cubicBezTo>
                      <a:pt x="96" y="115"/>
                      <a:pt x="96" y="115"/>
                      <a:pt x="96" y="115"/>
                    </a:cubicBezTo>
                    <a:cubicBezTo>
                      <a:pt x="99" y="113"/>
                      <a:pt x="102" y="111"/>
                      <a:pt x="104" y="109"/>
                    </a:cubicBezTo>
                    <a:cubicBezTo>
                      <a:pt x="117" y="114"/>
                      <a:pt x="117" y="114"/>
                      <a:pt x="117" y="114"/>
                    </a:cubicBezTo>
                    <a:cubicBezTo>
                      <a:pt x="128" y="100"/>
                      <a:pt x="128" y="100"/>
                      <a:pt x="128" y="100"/>
                    </a:cubicBezTo>
                    <a:cubicBezTo>
                      <a:pt x="118" y="89"/>
                      <a:pt x="118" y="89"/>
                      <a:pt x="118" y="89"/>
                    </a:cubicBezTo>
                    <a:cubicBezTo>
                      <a:pt x="120" y="86"/>
                      <a:pt x="121" y="83"/>
                      <a:pt x="122" y="79"/>
                    </a:cubicBezTo>
                    <a:lnTo>
                      <a:pt x="135" y="76"/>
                    </a:lnTo>
                    <a:close/>
                    <a:moveTo>
                      <a:pt x="67" y="107"/>
                    </a:moveTo>
                    <a:cubicBezTo>
                      <a:pt x="46" y="107"/>
                      <a:pt x="28" y="89"/>
                      <a:pt x="28" y="67"/>
                    </a:cubicBezTo>
                    <a:cubicBezTo>
                      <a:pt x="28" y="45"/>
                      <a:pt x="46" y="27"/>
                      <a:pt x="67" y="27"/>
                    </a:cubicBezTo>
                    <a:cubicBezTo>
                      <a:pt x="89" y="27"/>
                      <a:pt x="107" y="45"/>
                      <a:pt x="107" y="67"/>
                    </a:cubicBezTo>
                    <a:cubicBezTo>
                      <a:pt x="107" y="89"/>
                      <a:pt x="89" y="107"/>
                      <a:pt x="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/>
          </p:nvGrpSpPr>
          <p:grpSpPr bwMode="auto">
            <a:xfrm>
              <a:off x="7911708" y="5797285"/>
              <a:ext cx="373061" cy="476250"/>
              <a:chOff x="0" y="0"/>
              <a:chExt cx="563562" cy="720725"/>
            </a:xfrm>
          </p:grpSpPr>
          <p:sp>
            <p:nvSpPr>
              <p:cNvPr id="36" name="Freeform 32"/>
              <p:cNvSpPr>
                <a:spLocks noChangeArrowheads="1"/>
              </p:cNvSpPr>
              <p:nvPr/>
            </p:nvSpPr>
            <p:spPr bwMode="auto">
              <a:xfrm>
                <a:off x="209550" y="0"/>
                <a:ext cx="142875" cy="720725"/>
              </a:xfrm>
              <a:custGeom>
                <a:avLst/>
                <a:gdLst>
                  <a:gd name="T0" fmla="*/ 2147483646 w 64"/>
                  <a:gd name="T1" fmla="*/ 2147483646 h 321"/>
                  <a:gd name="T2" fmla="*/ 2147483646 w 64"/>
                  <a:gd name="T3" fmla="*/ 2147483646 h 321"/>
                  <a:gd name="T4" fmla="*/ 0 w 64"/>
                  <a:gd name="T5" fmla="*/ 2147483646 h 321"/>
                  <a:gd name="T6" fmla="*/ 0 w 64"/>
                  <a:gd name="T7" fmla="*/ 2147483646 h 321"/>
                  <a:gd name="T8" fmla="*/ 2147483646 w 64"/>
                  <a:gd name="T9" fmla="*/ 0 h 321"/>
                  <a:gd name="T10" fmla="*/ 2147483646 w 64"/>
                  <a:gd name="T11" fmla="*/ 2147483646 h 321"/>
                  <a:gd name="T12" fmla="*/ 2147483646 w 64"/>
                  <a:gd name="T13" fmla="*/ 2147483646 h 3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321"/>
                  <a:gd name="T23" fmla="*/ 64 w 64"/>
                  <a:gd name="T24" fmla="*/ 321 h 3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321">
                    <a:moveTo>
                      <a:pt x="64" y="289"/>
                    </a:moveTo>
                    <a:cubicBezTo>
                      <a:pt x="64" y="307"/>
                      <a:pt x="49" y="321"/>
                      <a:pt x="32" y="321"/>
                    </a:cubicBezTo>
                    <a:cubicBezTo>
                      <a:pt x="14" y="321"/>
                      <a:pt x="0" y="307"/>
                      <a:pt x="0" y="28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2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" name="Freeform 33"/>
              <p:cNvSpPr>
                <a:spLocks noChangeArrowheads="1"/>
              </p:cNvSpPr>
              <p:nvPr/>
            </p:nvSpPr>
            <p:spPr bwMode="auto">
              <a:xfrm>
                <a:off x="0" y="439737"/>
                <a:ext cx="141288" cy="280988"/>
              </a:xfrm>
              <a:custGeom>
                <a:avLst/>
                <a:gdLst>
                  <a:gd name="T0" fmla="*/ 2147483646 w 63"/>
                  <a:gd name="T1" fmla="*/ 2147483646 h 125"/>
                  <a:gd name="T2" fmla="*/ 2147483646 w 63"/>
                  <a:gd name="T3" fmla="*/ 2147483646 h 125"/>
                  <a:gd name="T4" fmla="*/ 0 w 63"/>
                  <a:gd name="T5" fmla="*/ 2147483646 h 125"/>
                  <a:gd name="T6" fmla="*/ 0 w 63"/>
                  <a:gd name="T7" fmla="*/ 2147483646 h 125"/>
                  <a:gd name="T8" fmla="*/ 2147483646 w 63"/>
                  <a:gd name="T9" fmla="*/ 0 h 125"/>
                  <a:gd name="T10" fmla="*/ 2147483646 w 63"/>
                  <a:gd name="T11" fmla="*/ 2147483646 h 125"/>
                  <a:gd name="T12" fmla="*/ 2147483646 w 63"/>
                  <a:gd name="T13" fmla="*/ 2147483646 h 1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"/>
                  <a:gd name="T22" fmla="*/ 0 h 125"/>
                  <a:gd name="T23" fmla="*/ 63 w 63"/>
                  <a:gd name="T24" fmla="*/ 125 h 1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" h="125">
                    <a:moveTo>
                      <a:pt x="63" y="93"/>
                    </a:moveTo>
                    <a:cubicBezTo>
                      <a:pt x="63" y="111"/>
                      <a:pt x="49" y="125"/>
                      <a:pt x="32" y="125"/>
                    </a:cubicBezTo>
                    <a:cubicBezTo>
                      <a:pt x="14" y="125"/>
                      <a:pt x="0" y="111"/>
                      <a:pt x="0" y="9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3" y="14"/>
                      <a:pt x="63" y="32"/>
                    </a:cubicBezTo>
                    <a:lnTo>
                      <a:pt x="63" y="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8" name="Freeform 34"/>
              <p:cNvSpPr>
                <a:spLocks noChangeArrowheads="1"/>
              </p:cNvSpPr>
              <p:nvPr/>
            </p:nvSpPr>
            <p:spPr bwMode="auto">
              <a:xfrm>
                <a:off x="420687" y="231775"/>
                <a:ext cx="142875" cy="488950"/>
              </a:xfrm>
              <a:custGeom>
                <a:avLst/>
                <a:gdLst>
                  <a:gd name="T0" fmla="*/ 2147483646 w 64"/>
                  <a:gd name="T1" fmla="*/ 2147483646 h 218"/>
                  <a:gd name="T2" fmla="*/ 2147483646 w 64"/>
                  <a:gd name="T3" fmla="*/ 2147483646 h 218"/>
                  <a:gd name="T4" fmla="*/ 0 w 64"/>
                  <a:gd name="T5" fmla="*/ 2147483646 h 218"/>
                  <a:gd name="T6" fmla="*/ 0 w 64"/>
                  <a:gd name="T7" fmla="*/ 2147483646 h 218"/>
                  <a:gd name="T8" fmla="*/ 2147483646 w 64"/>
                  <a:gd name="T9" fmla="*/ 0 h 218"/>
                  <a:gd name="T10" fmla="*/ 2147483646 w 64"/>
                  <a:gd name="T11" fmla="*/ 2147483646 h 218"/>
                  <a:gd name="T12" fmla="*/ 2147483646 w 64"/>
                  <a:gd name="T13" fmla="*/ 2147483646 h 2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218"/>
                  <a:gd name="T23" fmla="*/ 64 w 64"/>
                  <a:gd name="T24" fmla="*/ 218 h 2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218">
                    <a:moveTo>
                      <a:pt x="64" y="186"/>
                    </a:moveTo>
                    <a:cubicBezTo>
                      <a:pt x="64" y="204"/>
                      <a:pt x="49" y="218"/>
                      <a:pt x="32" y="218"/>
                    </a:cubicBezTo>
                    <a:cubicBezTo>
                      <a:pt x="14" y="218"/>
                      <a:pt x="0" y="204"/>
                      <a:pt x="0" y="18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1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5" name="Freeform 223"/>
            <p:cNvSpPr>
              <a:spLocks noChangeAspect="1" noChangeArrowheads="1"/>
            </p:cNvSpPr>
            <p:nvPr/>
          </p:nvSpPr>
          <p:spPr bwMode="auto">
            <a:xfrm>
              <a:off x="5351070" y="5889360"/>
              <a:ext cx="474663" cy="384175"/>
            </a:xfrm>
            <a:custGeom>
              <a:avLst/>
              <a:gdLst>
                <a:gd name="T0" fmla="*/ 2147483646 w 107"/>
                <a:gd name="T1" fmla="*/ 2147483646 h 87"/>
                <a:gd name="T2" fmla="*/ 2147483646 w 107"/>
                <a:gd name="T3" fmla="*/ 2147483646 h 87"/>
                <a:gd name="T4" fmla="*/ 2147483646 w 107"/>
                <a:gd name="T5" fmla="*/ 2147483646 h 87"/>
                <a:gd name="T6" fmla="*/ 2147483646 w 107"/>
                <a:gd name="T7" fmla="*/ 2147483646 h 87"/>
                <a:gd name="T8" fmla="*/ 2147483646 w 107"/>
                <a:gd name="T9" fmla="*/ 0 h 87"/>
                <a:gd name="T10" fmla="*/ 2147483646 w 107"/>
                <a:gd name="T11" fmla="*/ 2147483646 h 87"/>
                <a:gd name="T12" fmla="*/ 2147483646 w 107"/>
                <a:gd name="T13" fmla="*/ 2147483646 h 87"/>
                <a:gd name="T14" fmla="*/ 2147483646 w 107"/>
                <a:gd name="T15" fmla="*/ 2147483646 h 87"/>
                <a:gd name="T16" fmla="*/ 2147483646 w 107"/>
                <a:gd name="T17" fmla="*/ 2147483646 h 87"/>
                <a:gd name="T18" fmla="*/ 2147483646 w 107"/>
                <a:gd name="T19" fmla="*/ 2147483646 h 87"/>
                <a:gd name="T20" fmla="*/ 2147483646 w 107"/>
                <a:gd name="T21" fmla="*/ 2147483646 h 87"/>
                <a:gd name="T22" fmla="*/ 2147483646 w 107"/>
                <a:gd name="T23" fmla="*/ 2147483646 h 87"/>
                <a:gd name="T24" fmla="*/ 2147483646 w 107"/>
                <a:gd name="T25" fmla="*/ 2147483646 h 87"/>
                <a:gd name="T26" fmla="*/ 2147483646 w 107"/>
                <a:gd name="T27" fmla="*/ 2147483646 h 87"/>
                <a:gd name="T28" fmla="*/ 2147483646 w 107"/>
                <a:gd name="T29" fmla="*/ 2147483646 h 87"/>
                <a:gd name="T30" fmla="*/ 2147483646 w 107"/>
                <a:gd name="T31" fmla="*/ 2147483646 h 87"/>
                <a:gd name="T32" fmla="*/ 2147483646 w 107"/>
                <a:gd name="T33" fmla="*/ 2147483646 h 87"/>
                <a:gd name="T34" fmla="*/ 0 w 107"/>
                <a:gd name="T35" fmla="*/ 2147483646 h 87"/>
                <a:gd name="T36" fmla="*/ 2147483646 w 107"/>
                <a:gd name="T37" fmla="*/ 2147483646 h 87"/>
                <a:gd name="T38" fmla="*/ 2147483646 w 107"/>
                <a:gd name="T39" fmla="*/ 2147483646 h 87"/>
                <a:gd name="T40" fmla="*/ 2147483646 w 107"/>
                <a:gd name="T41" fmla="*/ 2147483646 h 87"/>
                <a:gd name="T42" fmla="*/ 2147483646 w 107"/>
                <a:gd name="T43" fmla="*/ 2147483646 h 8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07"/>
                <a:gd name="T67" fmla="*/ 0 h 87"/>
                <a:gd name="T68" fmla="*/ 107 w 107"/>
                <a:gd name="T69" fmla="*/ 87 h 8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07" h="87">
                  <a:moveTo>
                    <a:pt x="107" y="10"/>
                  </a:moveTo>
                  <a:cubicBezTo>
                    <a:pt x="103" y="12"/>
                    <a:pt x="99" y="13"/>
                    <a:pt x="95" y="13"/>
                  </a:cubicBezTo>
                  <a:cubicBezTo>
                    <a:pt x="99" y="11"/>
                    <a:pt x="103" y="6"/>
                    <a:pt x="104" y="1"/>
                  </a:cubicBezTo>
                  <a:cubicBezTo>
                    <a:pt x="100" y="4"/>
                    <a:pt x="95" y="6"/>
                    <a:pt x="90" y="7"/>
                  </a:cubicBezTo>
                  <a:cubicBezTo>
                    <a:pt x="86" y="2"/>
                    <a:pt x="80" y="0"/>
                    <a:pt x="74" y="0"/>
                  </a:cubicBezTo>
                  <a:cubicBezTo>
                    <a:pt x="62" y="0"/>
                    <a:pt x="52" y="9"/>
                    <a:pt x="52" y="22"/>
                  </a:cubicBezTo>
                  <a:cubicBezTo>
                    <a:pt x="52" y="23"/>
                    <a:pt x="52" y="25"/>
                    <a:pt x="53" y="27"/>
                  </a:cubicBezTo>
                  <a:cubicBezTo>
                    <a:pt x="34" y="26"/>
                    <a:pt x="18" y="17"/>
                    <a:pt x="7" y="4"/>
                  </a:cubicBezTo>
                  <a:cubicBezTo>
                    <a:pt x="5" y="7"/>
                    <a:pt x="4" y="11"/>
                    <a:pt x="4" y="15"/>
                  </a:cubicBezTo>
                  <a:cubicBezTo>
                    <a:pt x="4" y="22"/>
                    <a:pt x="8" y="29"/>
                    <a:pt x="14" y="33"/>
                  </a:cubicBezTo>
                  <a:cubicBezTo>
                    <a:pt x="10" y="33"/>
                    <a:pt x="7" y="32"/>
                    <a:pt x="4" y="30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41"/>
                    <a:pt x="12" y="50"/>
                    <a:pt x="22" y="52"/>
                  </a:cubicBezTo>
                  <a:cubicBezTo>
                    <a:pt x="20" y="53"/>
                    <a:pt x="18" y="53"/>
                    <a:pt x="16" y="53"/>
                  </a:cubicBezTo>
                  <a:cubicBezTo>
                    <a:pt x="14" y="53"/>
                    <a:pt x="13" y="53"/>
                    <a:pt x="12" y="53"/>
                  </a:cubicBezTo>
                  <a:cubicBezTo>
                    <a:pt x="15" y="61"/>
                    <a:pt x="23" y="68"/>
                    <a:pt x="32" y="68"/>
                  </a:cubicBezTo>
                  <a:cubicBezTo>
                    <a:pt x="25" y="74"/>
                    <a:pt x="15" y="77"/>
                    <a:pt x="5" y="77"/>
                  </a:cubicBezTo>
                  <a:cubicBezTo>
                    <a:pt x="3" y="77"/>
                    <a:pt x="1" y="77"/>
                    <a:pt x="0" y="77"/>
                  </a:cubicBezTo>
                  <a:cubicBezTo>
                    <a:pt x="9" y="83"/>
                    <a:pt x="21" y="87"/>
                    <a:pt x="33" y="87"/>
                  </a:cubicBezTo>
                  <a:cubicBezTo>
                    <a:pt x="74" y="87"/>
                    <a:pt x="96" y="53"/>
                    <a:pt x="96" y="24"/>
                  </a:cubicBezTo>
                  <a:cubicBezTo>
                    <a:pt x="96" y="23"/>
                    <a:pt x="96" y="22"/>
                    <a:pt x="96" y="21"/>
                  </a:cubicBezTo>
                  <a:cubicBezTo>
                    <a:pt x="101" y="18"/>
                    <a:pt x="104" y="14"/>
                    <a:pt x="107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52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900874" y="2491701"/>
            <a:ext cx="2737637" cy="559204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3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949695" y="2961526"/>
            <a:ext cx="2737637" cy="12471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54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6042673" y="2146349"/>
            <a:ext cx="409172" cy="365022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55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829131" y="2507451"/>
            <a:ext cx="2737637" cy="559204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6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877952" y="2977276"/>
            <a:ext cx="2737637" cy="12471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57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970930" y="2162099"/>
            <a:ext cx="409172" cy="365022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58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900874" y="4760901"/>
            <a:ext cx="2737637" cy="559204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9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949695" y="5230726"/>
            <a:ext cx="2737637" cy="12471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60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6042673" y="4415549"/>
            <a:ext cx="409172" cy="365022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6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829131" y="4776651"/>
            <a:ext cx="2737637" cy="559204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6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877952" y="5246476"/>
            <a:ext cx="2737637" cy="12471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6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970930" y="4431299"/>
            <a:ext cx="409172" cy="365022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64" name="文本框 1"/>
          <p:cNvSpPr txBox="1"/>
          <p:nvPr/>
        </p:nvSpPr>
        <p:spPr>
          <a:xfrm>
            <a:off x="560949" y="1200396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153572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研究思路</a:t>
            </a:r>
          </a:p>
        </p:txBody>
      </p:sp>
      <p:sp>
        <p:nvSpPr>
          <p:cNvPr id="84" name="矩形 8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</a:rPr>
              <a:t>研究方法</a:t>
            </a:r>
          </a:p>
        </p:txBody>
      </p:sp>
      <p:sp>
        <p:nvSpPr>
          <p:cNvPr id="85" name="矩形 84"/>
          <p:cNvSpPr/>
          <p:nvPr/>
        </p:nvSpPr>
        <p:spPr>
          <a:xfrm>
            <a:off x="10441652" y="29469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可行性说明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11624733" y="308217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组合 89"/>
          <p:cNvGrpSpPr/>
          <p:nvPr/>
        </p:nvGrpSpPr>
        <p:grpSpPr>
          <a:xfrm>
            <a:off x="396217" y="128165"/>
            <a:ext cx="670385" cy="604428"/>
            <a:chOff x="5424755" y="1340768"/>
            <a:chExt cx="670560" cy="604586"/>
          </a:xfrm>
        </p:grpSpPr>
        <p:grpSp>
          <p:nvGrpSpPr>
            <p:cNvPr id="97" name="组合 9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9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1" name="文本框 9"/>
          <p:cNvSpPr txBox="1"/>
          <p:nvPr/>
        </p:nvSpPr>
        <p:spPr>
          <a:xfrm>
            <a:off x="1113221" y="246916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sp>
        <p:nvSpPr>
          <p:cNvPr id="94" name="Freeform 126"/>
          <p:cNvSpPr>
            <a:spLocks noChangeAspect="1" noEditPoints="1"/>
          </p:cNvSpPr>
          <p:nvPr/>
        </p:nvSpPr>
        <p:spPr bwMode="auto">
          <a:xfrm>
            <a:off x="600314" y="289155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48001" y="2109627"/>
            <a:ext cx="8696666" cy="4211451"/>
            <a:chOff x="786000" y="1144062"/>
            <a:chExt cx="10766879" cy="5213973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xmlns="" id="{80A93D83-EE3A-4767-966D-D34F7E6B0AB5}"/>
                </a:ext>
              </a:extLst>
            </p:cNvPr>
            <p:cNvCxnSpPr>
              <a:cxnSpLocks/>
              <a:stCxn id="41" idx="4"/>
              <a:endCxn id="28" idx="0"/>
            </p:cNvCxnSpPr>
            <p:nvPr/>
          </p:nvCxnSpPr>
          <p:spPr>
            <a:xfrm flipH="1">
              <a:off x="9963972" y="3284906"/>
              <a:ext cx="1" cy="328569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xmlns="" id="{16E9CE09-7D7B-4A8A-9614-C7EFA1D9EA42}"/>
                </a:ext>
              </a:extLst>
            </p:cNvPr>
            <p:cNvCxnSpPr>
              <a:cxnSpLocks/>
              <a:stCxn id="26" idx="2"/>
              <a:endCxn id="22" idx="6"/>
            </p:cNvCxnSpPr>
            <p:nvPr/>
          </p:nvCxnSpPr>
          <p:spPr>
            <a:xfrm flipH="1">
              <a:off x="6647014" y="4393579"/>
              <a:ext cx="2763918" cy="0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xmlns="" id="{63C82EC5-6CC9-47D4-9C17-C7BCF2AD28F9}"/>
                </a:ext>
              </a:extLst>
            </p:cNvPr>
            <p:cNvCxnSpPr>
              <a:cxnSpLocks/>
              <a:stCxn id="22" idx="2"/>
              <a:endCxn id="20" idx="6"/>
            </p:cNvCxnSpPr>
            <p:nvPr/>
          </p:nvCxnSpPr>
          <p:spPr>
            <a:xfrm flipH="1" flipV="1">
              <a:off x="2993462" y="4393578"/>
              <a:ext cx="2547470" cy="1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ïşľiḋê">
              <a:extLst>
                <a:ext uri="{FF2B5EF4-FFF2-40B4-BE49-F238E27FC236}">
                  <a16:creationId xmlns:a16="http://schemas.microsoft.com/office/drawing/2014/main" xmlns="" id="{E541B18F-A445-47BD-AC2A-71997D2E25C0}"/>
                </a:ext>
              </a:extLst>
            </p:cNvPr>
            <p:cNvSpPr/>
            <p:nvPr/>
          </p:nvSpPr>
          <p:spPr>
            <a:xfrm>
              <a:off x="1670931" y="3840540"/>
              <a:ext cx="1106082" cy="1106078"/>
            </a:xfrm>
            <a:prstGeom prst="ellipse">
              <a:avLst/>
            </a:prstGeom>
            <a:solidFill>
              <a:schemeClr val="accent1"/>
            </a:solidFill>
            <a:ln w="1016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19" name="iŝḻiḋê">
              <a:extLst>
                <a:ext uri="{FF2B5EF4-FFF2-40B4-BE49-F238E27FC236}">
                  <a16:creationId xmlns:a16="http://schemas.microsoft.com/office/drawing/2014/main" xmlns="" id="{865C2DC7-E2A4-4AC1-82BE-2F9E6872465B}"/>
                </a:ext>
              </a:extLst>
            </p:cNvPr>
            <p:cNvSpPr/>
            <p:nvPr/>
          </p:nvSpPr>
          <p:spPr bwMode="auto">
            <a:xfrm>
              <a:off x="1909272" y="4090833"/>
              <a:ext cx="629400" cy="605491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ïṩ1ïḓé">
              <a:extLst>
                <a:ext uri="{FF2B5EF4-FFF2-40B4-BE49-F238E27FC236}">
                  <a16:creationId xmlns:a16="http://schemas.microsoft.com/office/drawing/2014/main" xmlns="" id="{BFA73C93-C271-4850-9260-805A937BBFC8}"/>
                </a:ext>
              </a:extLst>
            </p:cNvPr>
            <p:cNvSpPr/>
            <p:nvPr/>
          </p:nvSpPr>
          <p:spPr>
            <a:xfrm>
              <a:off x="2641254" y="4217472"/>
              <a:ext cx="352208" cy="3522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5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íṣļîḍê">
              <a:extLst>
                <a:ext uri="{FF2B5EF4-FFF2-40B4-BE49-F238E27FC236}">
                  <a16:creationId xmlns:a16="http://schemas.microsoft.com/office/drawing/2014/main" xmlns="" id="{3FD82A31-7742-47C5-8CB7-C708A6687FE3}"/>
                </a:ext>
              </a:extLst>
            </p:cNvPr>
            <p:cNvSpPr txBox="1"/>
            <p:nvPr/>
          </p:nvSpPr>
          <p:spPr bwMode="auto">
            <a:xfrm>
              <a:off x="786000" y="5113933"/>
              <a:ext cx="2875945" cy="419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 fontScale="92500" lnSpcReduction="100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spcBef>
                  <a:spcPct val="0"/>
                </a:spcBef>
                <a:buFontTx/>
                <a:buNone/>
                <a:defRPr b="1">
                  <a:solidFill>
                    <a:schemeClr val="accent2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Text here</a:t>
              </a:r>
            </a:p>
          </p:txBody>
        </p:sp>
        <p:sp>
          <p:nvSpPr>
            <p:cNvPr id="22" name="ïSļíḓè">
              <a:extLst>
                <a:ext uri="{FF2B5EF4-FFF2-40B4-BE49-F238E27FC236}">
                  <a16:creationId xmlns:a16="http://schemas.microsoft.com/office/drawing/2014/main" xmlns="" id="{E0769B63-5A2A-4865-AACD-8C37290933A9}"/>
                </a:ext>
              </a:extLst>
            </p:cNvPr>
            <p:cNvSpPr/>
            <p:nvPr/>
          </p:nvSpPr>
          <p:spPr>
            <a:xfrm>
              <a:off x="5540932" y="3840540"/>
              <a:ext cx="1106082" cy="1106078"/>
            </a:xfrm>
            <a:prstGeom prst="ellipse">
              <a:avLst/>
            </a:prstGeom>
            <a:solidFill>
              <a:schemeClr val="accent1"/>
            </a:solidFill>
            <a:ln w="1016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23" name="îŝḷîḓê">
              <a:extLst>
                <a:ext uri="{FF2B5EF4-FFF2-40B4-BE49-F238E27FC236}">
                  <a16:creationId xmlns:a16="http://schemas.microsoft.com/office/drawing/2014/main" xmlns="" id="{A031C540-2D25-41C4-9ABB-E18ADC487BF4}"/>
                </a:ext>
              </a:extLst>
            </p:cNvPr>
            <p:cNvSpPr/>
            <p:nvPr/>
          </p:nvSpPr>
          <p:spPr bwMode="auto">
            <a:xfrm>
              <a:off x="5779273" y="4090833"/>
              <a:ext cx="629400" cy="605491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iśḻíḑê">
              <a:extLst>
                <a:ext uri="{FF2B5EF4-FFF2-40B4-BE49-F238E27FC236}">
                  <a16:creationId xmlns:a16="http://schemas.microsoft.com/office/drawing/2014/main" xmlns="" id="{BCC78F10-7718-4FA7-953C-657992188637}"/>
                </a:ext>
              </a:extLst>
            </p:cNvPr>
            <p:cNvSpPr/>
            <p:nvPr/>
          </p:nvSpPr>
          <p:spPr>
            <a:xfrm>
              <a:off x="6470910" y="4217472"/>
              <a:ext cx="352208" cy="3522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4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iś1îďé">
              <a:extLst>
                <a:ext uri="{FF2B5EF4-FFF2-40B4-BE49-F238E27FC236}">
                  <a16:creationId xmlns:a16="http://schemas.microsoft.com/office/drawing/2014/main" xmlns="" id="{74505705-429A-42E0-BDEC-4161148D6732}"/>
                </a:ext>
              </a:extLst>
            </p:cNvPr>
            <p:cNvSpPr txBox="1"/>
            <p:nvPr/>
          </p:nvSpPr>
          <p:spPr bwMode="auto">
            <a:xfrm>
              <a:off x="4656000" y="5113933"/>
              <a:ext cx="2875945" cy="419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 fontScale="92500" lnSpcReduction="100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spcBef>
                  <a:spcPct val="0"/>
                </a:spcBef>
                <a:buFontTx/>
                <a:buNone/>
                <a:defRPr b="1">
                  <a:solidFill>
                    <a:schemeClr val="accent2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Text here</a:t>
              </a:r>
            </a:p>
          </p:txBody>
        </p:sp>
        <p:sp>
          <p:nvSpPr>
            <p:cNvPr id="26" name="iṩlïḍe">
              <a:extLst>
                <a:ext uri="{FF2B5EF4-FFF2-40B4-BE49-F238E27FC236}">
                  <a16:creationId xmlns:a16="http://schemas.microsoft.com/office/drawing/2014/main" xmlns="" id="{AA37B962-A4C2-4882-A6AB-83720396C664}"/>
                </a:ext>
              </a:extLst>
            </p:cNvPr>
            <p:cNvSpPr/>
            <p:nvPr/>
          </p:nvSpPr>
          <p:spPr>
            <a:xfrm>
              <a:off x="9410932" y="3840540"/>
              <a:ext cx="1106082" cy="1106078"/>
            </a:xfrm>
            <a:prstGeom prst="ellipse">
              <a:avLst/>
            </a:prstGeom>
            <a:solidFill>
              <a:schemeClr val="accent1"/>
            </a:solidFill>
            <a:ln w="1016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27" name="íṡḷîḋe">
              <a:extLst>
                <a:ext uri="{FF2B5EF4-FFF2-40B4-BE49-F238E27FC236}">
                  <a16:creationId xmlns:a16="http://schemas.microsoft.com/office/drawing/2014/main" xmlns="" id="{213E739F-C074-4CB3-A16E-26D94DD579C1}"/>
                </a:ext>
              </a:extLst>
            </p:cNvPr>
            <p:cNvSpPr/>
            <p:nvPr/>
          </p:nvSpPr>
          <p:spPr bwMode="auto">
            <a:xfrm>
              <a:off x="9649273" y="4090833"/>
              <a:ext cx="629400" cy="605491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ïšlîḑé">
              <a:extLst>
                <a:ext uri="{FF2B5EF4-FFF2-40B4-BE49-F238E27FC236}">
                  <a16:creationId xmlns:a16="http://schemas.microsoft.com/office/drawing/2014/main" xmlns="" id="{FB1B27A9-41FF-4645-8BB2-31DD3D0D7846}"/>
                </a:ext>
              </a:extLst>
            </p:cNvPr>
            <p:cNvSpPr/>
            <p:nvPr/>
          </p:nvSpPr>
          <p:spPr>
            <a:xfrm>
              <a:off x="9787868" y="3613475"/>
              <a:ext cx="352208" cy="3522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3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íṩḷïḍè">
              <a:extLst>
                <a:ext uri="{FF2B5EF4-FFF2-40B4-BE49-F238E27FC236}">
                  <a16:creationId xmlns:a16="http://schemas.microsoft.com/office/drawing/2014/main" xmlns="" id="{CAD168FB-BFD4-48E2-A2E6-4CAE00F56AF6}"/>
                </a:ext>
              </a:extLst>
            </p:cNvPr>
            <p:cNvSpPr txBox="1"/>
            <p:nvPr/>
          </p:nvSpPr>
          <p:spPr bwMode="auto">
            <a:xfrm>
              <a:off x="8526000" y="5113933"/>
              <a:ext cx="2875945" cy="419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 fontScale="92500" lnSpcReduction="100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spcBef>
                  <a:spcPct val="0"/>
                </a:spcBef>
                <a:buFontTx/>
                <a:buNone/>
                <a:defRPr b="1">
                  <a:solidFill>
                    <a:schemeClr val="accent2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Text here</a:t>
              </a:r>
            </a:p>
          </p:txBody>
        </p:sp>
        <p:sp>
          <p:nvSpPr>
            <p:cNvPr id="30" name="ísḷiḍè">
              <a:extLst>
                <a:ext uri="{FF2B5EF4-FFF2-40B4-BE49-F238E27FC236}">
                  <a16:creationId xmlns:a16="http://schemas.microsoft.com/office/drawing/2014/main" xmlns="" id="{560C1C25-B40D-485F-8E93-89E45BA88288}"/>
                </a:ext>
              </a:extLst>
            </p:cNvPr>
            <p:cNvSpPr/>
            <p:nvPr/>
          </p:nvSpPr>
          <p:spPr>
            <a:xfrm>
              <a:off x="1670931" y="2178828"/>
              <a:ext cx="1106082" cy="1106078"/>
            </a:xfrm>
            <a:prstGeom prst="ellipse">
              <a:avLst/>
            </a:prstGeom>
            <a:solidFill>
              <a:schemeClr val="accent3"/>
            </a:solidFill>
            <a:ln w="10160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31" name="îsḻïde">
              <a:extLst>
                <a:ext uri="{FF2B5EF4-FFF2-40B4-BE49-F238E27FC236}">
                  <a16:creationId xmlns:a16="http://schemas.microsoft.com/office/drawing/2014/main" xmlns="" id="{84648DB0-6CCA-4972-B0D4-091BA273AC18}"/>
                </a:ext>
              </a:extLst>
            </p:cNvPr>
            <p:cNvSpPr/>
            <p:nvPr/>
          </p:nvSpPr>
          <p:spPr bwMode="auto">
            <a:xfrm>
              <a:off x="1909272" y="2429121"/>
              <a:ext cx="629400" cy="605491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iṥḷîḑè">
              <a:extLst>
                <a:ext uri="{FF2B5EF4-FFF2-40B4-BE49-F238E27FC236}">
                  <a16:creationId xmlns:a16="http://schemas.microsoft.com/office/drawing/2014/main" xmlns="" id="{89CD7139-2EE8-4E92-973F-7164997F1350}"/>
                </a:ext>
              </a:extLst>
            </p:cNvPr>
            <p:cNvSpPr/>
            <p:nvPr/>
          </p:nvSpPr>
          <p:spPr>
            <a:xfrm>
              <a:off x="2641254" y="2555760"/>
              <a:ext cx="352208" cy="35221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1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íṩḷîḓê">
              <a:extLst>
                <a:ext uri="{FF2B5EF4-FFF2-40B4-BE49-F238E27FC236}">
                  <a16:creationId xmlns:a16="http://schemas.microsoft.com/office/drawing/2014/main" xmlns="" id="{4B720A0E-B836-41F2-AC83-BB943B25EFE2}"/>
                </a:ext>
              </a:extLst>
            </p:cNvPr>
            <p:cNvSpPr/>
            <p:nvPr/>
          </p:nvSpPr>
          <p:spPr bwMode="auto">
            <a:xfrm>
              <a:off x="786000" y="1563297"/>
              <a:ext cx="2875945" cy="61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Supporting text here.</a:t>
              </a:r>
            </a:p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Copy paste fonts. Choose the only option to retain text.</a:t>
              </a:r>
            </a:p>
          </p:txBody>
        </p:sp>
        <p:sp>
          <p:nvSpPr>
            <p:cNvPr id="34" name="íṩ1ïḑê">
              <a:extLst>
                <a:ext uri="{FF2B5EF4-FFF2-40B4-BE49-F238E27FC236}">
                  <a16:creationId xmlns:a16="http://schemas.microsoft.com/office/drawing/2014/main" xmlns="" id="{3EB8B6E2-F8A8-4D28-B57B-E50B417DC832}"/>
                </a:ext>
              </a:extLst>
            </p:cNvPr>
            <p:cNvSpPr txBox="1"/>
            <p:nvPr/>
          </p:nvSpPr>
          <p:spPr bwMode="auto">
            <a:xfrm>
              <a:off x="786000" y="1144062"/>
              <a:ext cx="2875945" cy="419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 fontScale="92500" lnSpcReduction="100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spcBef>
                  <a:spcPct val="0"/>
                </a:spcBef>
                <a:buFontTx/>
                <a:buNone/>
                <a:defRPr b="1">
                  <a:solidFill>
                    <a:schemeClr val="accent2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accent3"/>
                  </a:solidFill>
                </a:rPr>
                <a:t>Text here</a:t>
              </a:r>
            </a:p>
          </p:txBody>
        </p:sp>
        <p:sp>
          <p:nvSpPr>
            <p:cNvPr id="35" name="íśḻiḋe">
              <a:extLst>
                <a:ext uri="{FF2B5EF4-FFF2-40B4-BE49-F238E27FC236}">
                  <a16:creationId xmlns:a16="http://schemas.microsoft.com/office/drawing/2014/main" xmlns="" id="{D2C15EE1-8CA2-4283-9AFD-5794E9BF966E}"/>
                </a:ext>
              </a:extLst>
            </p:cNvPr>
            <p:cNvSpPr/>
            <p:nvPr/>
          </p:nvSpPr>
          <p:spPr>
            <a:xfrm>
              <a:off x="5540932" y="2178828"/>
              <a:ext cx="1106082" cy="1106078"/>
            </a:xfrm>
            <a:prstGeom prst="ellipse">
              <a:avLst/>
            </a:prstGeom>
            <a:solidFill>
              <a:schemeClr val="accent3"/>
            </a:solidFill>
            <a:ln w="10160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36" name="íŝľïďé">
              <a:extLst>
                <a:ext uri="{FF2B5EF4-FFF2-40B4-BE49-F238E27FC236}">
                  <a16:creationId xmlns:a16="http://schemas.microsoft.com/office/drawing/2014/main" xmlns="" id="{A649A4F6-CCB6-43BB-B21E-C727DCA1829D}"/>
                </a:ext>
              </a:extLst>
            </p:cNvPr>
            <p:cNvSpPr/>
            <p:nvPr/>
          </p:nvSpPr>
          <p:spPr bwMode="auto">
            <a:xfrm>
              <a:off x="5779273" y="2429121"/>
              <a:ext cx="629400" cy="605491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îSḻïḑê">
              <a:extLst>
                <a:ext uri="{FF2B5EF4-FFF2-40B4-BE49-F238E27FC236}">
                  <a16:creationId xmlns:a16="http://schemas.microsoft.com/office/drawing/2014/main" xmlns="" id="{36B210E9-A07F-419C-BAE3-1D3BE3FA9FBC}"/>
                </a:ext>
              </a:extLst>
            </p:cNvPr>
            <p:cNvSpPr/>
            <p:nvPr/>
          </p:nvSpPr>
          <p:spPr>
            <a:xfrm>
              <a:off x="5307895" y="2555760"/>
              <a:ext cx="352208" cy="35221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îṧḻíḑê">
              <a:extLst>
                <a:ext uri="{FF2B5EF4-FFF2-40B4-BE49-F238E27FC236}">
                  <a16:creationId xmlns:a16="http://schemas.microsoft.com/office/drawing/2014/main" xmlns="" id="{7248BEF9-CD3C-487F-8BCE-ADE11C36F4A3}"/>
                </a:ext>
              </a:extLst>
            </p:cNvPr>
            <p:cNvSpPr/>
            <p:nvPr/>
          </p:nvSpPr>
          <p:spPr bwMode="auto">
            <a:xfrm>
              <a:off x="4656000" y="1563297"/>
              <a:ext cx="2875945" cy="61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Supporting text here.</a:t>
              </a:r>
            </a:p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Copy paste fonts. Choose the only option to retain text.</a:t>
              </a:r>
            </a:p>
          </p:txBody>
        </p:sp>
        <p:sp>
          <p:nvSpPr>
            <p:cNvPr id="39" name="ïšľïḓê">
              <a:extLst>
                <a:ext uri="{FF2B5EF4-FFF2-40B4-BE49-F238E27FC236}">
                  <a16:creationId xmlns:a16="http://schemas.microsoft.com/office/drawing/2014/main" xmlns="" id="{8F7EA54E-778A-44AE-9024-1AF44266845C}"/>
                </a:ext>
              </a:extLst>
            </p:cNvPr>
            <p:cNvSpPr txBox="1"/>
            <p:nvPr/>
          </p:nvSpPr>
          <p:spPr bwMode="auto">
            <a:xfrm>
              <a:off x="4656000" y="1144062"/>
              <a:ext cx="2875945" cy="419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 fontScale="92500" lnSpcReduction="100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spcBef>
                  <a:spcPct val="0"/>
                </a:spcBef>
                <a:buFontTx/>
                <a:buNone/>
                <a:defRPr b="1">
                  <a:solidFill>
                    <a:schemeClr val="accent2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accent3"/>
                  </a:solidFill>
                </a:rPr>
                <a:t>Text here</a:t>
              </a: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xmlns="" id="{8986F324-C07D-421B-8E9F-11E04DDD72D6}"/>
                </a:ext>
              </a:extLst>
            </p:cNvPr>
            <p:cNvCxnSpPr>
              <a:stCxn id="32" idx="6"/>
              <a:endCxn id="37" idx="2"/>
            </p:cNvCxnSpPr>
            <p:nvPr/>
          </p:nvCxnSpPr>
          <p:spPr>
            <a:xfrm>
              <a:off x="2993462" y="2731866"/>
              <a:ext cx="2314433" cy="0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iṧľiḍé">
              <a:extLst>
                <a:ext uri="{FF2B5EF4-FFF2-40B4-BE49-F238E27FC236}">
                  <a16:creationId xmlns:a16="http://schemas.microsoft.com/office/drawing/2014/main" xmlns="" id="{838CBF4C-143D-4BD4-938A-7976FAE50301}"/>
                </a:ext>
              </a:extLst>
            </p:cNvPr>
            <p:cNvSpPr/>
            <p:nvPr/>
          </p:nvSpPr>
          <p:spPr>
            <a:xfrm>
              <a:off x="9410932" y="2178828"/>
              <a:ext cx="1106082" cy="1106078"/>
            </a:xfrm>
            <a:prstGeom prst="ellipse">
              <a:avLst/>
            </a:prstGeom>
            <a:solidFill>
              <a:schemeClr val="accent3"/>
            </a:solidFill>
            <a:ln w="10160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42" name="işlîdê">
              <a:extLst>
                <a:ext uri="{FF2B5EF4-FFF2-40B4-BE49-F238E27FC236}">
                  <a16:creationId xmlns:a16="http://schemas.microsoft.com/office/drawing/2014/main" xmlns="" id="{5E897697-59C7-4CD3-9A97-391DE1BEE5D5}"/>
                </a:ext>
              </a:extLst>
            </p:cNvPr>
            <p:cNvSpPr/>
            <p:nvPr/>
          </p:nvSpPr>
          <p:spPr bwMode="auto">
            <a:xfrm>
              <a:off x="9649273" y="2429121"/>
              <a:ext cx="629400" cy="605491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iṡļiďé">
              <a:extLst>
                <a:ext uri="{FF2B5EF4-FFF2-40B4-BE49-F238E27FC236}">
                  <a16:creationId xmlns:a16="http://schemas.microsoft.com/office/drawing/2014/main" xmlns="" id="{6ABE1898-C494-41CA-AB9D-15875C022535}"/>
                </a:ext>
              </a:extLst>
            </p:cNvPr>
            <p:cNvSpPr/>
            <p:nvPr/>
          </p:nvSpPr>
          <p:spPr>
            <a:xfrm>
              <a:off x="9177895" y="2555760"/>
              <a:ext cx="352208" cy="35221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3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iṥḻidê">
              <a:extLst>
                <a:ext uri="{FF2B5EF4-FFF2-40B4-BE49-F238E27FC236}">
                  <a16:creationId xmlns:a16="http://schemas.microsoft.com/office/drawing/2014/main" xmlns="" id="{12AE600E-421C-4F45-8CAB-BD857083014A}"/>
                </a:ext>
              </a:extLst>
            </p:cNvPr>
            <p:cNvSpPr/>
            <p:nvPr/>
          </p:nvSpPr>
          <p:spPr bwMode="auto">
            <a:xfrm>
              <a:off x="8526000" y="1563297"/>
              <a:ext cx="2875945" cy="61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Supporting text here.</a:t>
              </a:r>
            </a:p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Copy paste fonts. Choose the only option to retain text.</a:t>
              </a:r>
            </a:p>
          </p:txBody>
        </p:sp>
        <p:sp>
          <p:nvSpPr>
            <p:cNvPr id="45" name="iSļiḍè">
              <a:extLst>
                <a:ext uri="{FF2B5EF4-FFF2-40B4-BE49-F238E27FC236}">
                  <a16:creationId xmlns:a16="http://schemas.microsoft.com/office/drawing/2014/main" xmlns="" id="{82F1BF37-D43E-4FCC-B744-C05FA75265A8}"/>
                </a:ext>
              </a:extLst>
            </p:cNvPr>
            <p:cNvSpPr txBox="1"/>
            <p:nvPr/>
          </p:nvSpPr>
          <p:spPr bwMode="auto">
            <a:xfrm>
              <a:off x="8526000" y="1144062"/>
              <a:ext cx="2875945" cy="419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 fontScale="92500" lnSpcReduction="100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spcBef>
                  <a:spcPct val="0"/>
                </a:spcBef>
                <a:buFontTx/>
                <a:buNone/>
                <a:defRPr b="1">
                  <a:solidFill>
                    <a:schemeClr val="accent2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accent3"/>
                  </a:solidFill>
                </a:rPr>
                <a:t>Text here</a:t>
              </a:r>
            </a:p>
          </p:txBody>
        </p:sp>
        <p:cxnSp>
          <p:nvCxnSpPr>
            <p:cNvPr id="46" name="肘形连接符 3">
              <a:extLst>
                <a:ext uri="{FF2B5EF4-FFF2-40B4-BE49-F238E27FC236}">
                  <a16:creationId xmlns:a16="http://schemas.microsoft.com/office/drawing/2014/main" xmlns="" id="{E2F3AFBA-0B8E-430A-8DF6-EA9F4A3D36B7}"/>
                </a:ext>
              </a:extLst>
            </p:cNvPr>
            <p:cNvCxnSpPr>
              <a:stCxn id="18" idx="2"/>
              <a:endCxn id="30" idx="2"/>
            </p:cNvCxnSpPr>
            <p:nvPr/>
          </p:nvCxnSpPr>
          <p:spPr>
            <a:xfrm rot="10800000">
              <a:off x="1670931" y="2731867"/>
              <a:ext cx="12700" cy="1661712"/>
            </a:xfrm>
            <a:prstGeom prst="bentConnector3">
              <a:avLst>
                <a:gd name="adj1" fmla="val 1800000"/>
              </a:avLst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xmlns="" id="{F0ABB901-7F54-44EC-842E-356AE791AC4B}"/>
                </a:ext>
              </a:extLst>
            </p:cNvPr>
            <p:cNvCxnSpPr>
              <a:stCxn id="35" idx="6"/>
              <a:endCxn id="43" idx="2"/>
            </p:cNvCxnSpPr>
            <p:nvPr/>
          </p:nvCxnSpPr>
          <p:spPr>
            <a:xfrm flipV="1">
              <a:off x="6647014" y="2731866"/>
              <a:ext cx="2530881" cy="1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íṩḷîḓê">
              <a:extLst>
                <a:ext uri="{FF2B5EF4-FFF2-40B4-BE49-F238E27FC236}">
                  <a16:creationId xmlns:a16="http://schemas.microsoft.com/office/drawing/2014/main" xmlns="" id="{4B720A0E-B836-41F2-AC83-BB943B25EFE2}"/>
                </a:ext>
              </a:extLst>
            </p:cNvPr>
            <p:cNvSpPr/>
            <p:nvPr/>
          </p:nvSpPr>
          <p:spPr bwMode="auto">
            <a:xfrm>
              <a:off x="786000" y="5747578"/>
              <a:ext cx="2875945" cy="61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Supporting text here.</a:t>
              </a:r>
            </a:p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Copy paste fonts. Choose the only option to retain text.</a:t>
              </a:r>
            </a:p>
          </p:txBody>
        </p:sp>
        <p:sp>
          <p:nvSpPr>
            <p:cNvPr id="49" name="íṩḷîḓê">
              <a:extLst>
                <a:ext uri="{FF2B5EF4-FFF2-40B4-BE49-F238E27FC236}">
                  <a16:creationId xmlns:a16="http://schemas.microsoft.com/office/drawing/2014/main" xmlns="" id="{4B720A0E-B836-41F2-AC83-BB943B25EFE2}"/>
                </a:ext>
              </a:extLst>
            </p:cNvPr>
            <p:cNvSpPr/>
            <p:nvPr/>
          </p:nvSpPr>
          <p:spPr bwMode="auto">
            <a:xfrm>
              <a:off x="4731467" y="5747578"/>
              <a:ext cx="2875945" cy="61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Supporting text here.</a:t>
              </a:r>
            </a:p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Copy paste fonts. Choose the only option to retain text.</a:t>
              </a:r>
            </a:p>
          </p:txBody>
        </p:sp>
        <p:sp>
          <p:nvSpPr>
            <p:cNvPr id="50" name="íṩḷîḓê">
              <a:extLst>
                <a:ext uri="{FF2B5EF4-FFF2-40B4-BE49-F238E27FC236}">
                  <a16:creationId xmlns:a16="http://schemas.microsoft.com/office/drawing/2014/main" xmlns="" id="{4B720A0E-B836-41F2-AC83-BB943B25EFE2}"/>
                </a:ext>
              </a:extLst>
            </p:cNvPr>
            <p:cNvSpPr/>
            <p:nvPr/>
          </p:nvSpPr>
          <p:spPr bwMode="auto">
            <a:xfrm>
              <a:off x="8676934" y="5747578"/>
              <a:ext cx="2875945" cy="61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Supporting text here.</a:t>
              </a:r>
            </a:p>
            <a:p>
              <a:pPr algn="ctr">
                <a:lnSpc>
                  <a:spcPct val="150000"/>
                </a:lnSpc>
                <a:tabLst>
                  <a:tab pos="228594" algn="l"/>
                </a:tabLst>
                <a:defRPr/>
              </a:pPr>
              <a:r>
                <a:rPr lang="en-US" altLang="zh-CN" sz="800" dirty="0"/>
                <a:t>Copy paste fonts. Choose the only option to retain text.</a:t>
              </a:r>
            </a:p>
          </p:txBody>
        </p:sp>
      </p:grpSp>
      <p:sp>
        <p:nvSpPr>
          <p:cNvPr id="52" name="文本框 1"/>
          <p:cNvSpPr txBox="1"/>
          <p:nvPr/>
        </p:nvSpPr>
        <p:spPr>
          <a:xfrm>
            <a:off x="560950" y="1003705"/>
            <a:ext cx="10963050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160997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研究思路</a:t>
            </a:r>
          </a:p>
        </p:txBody>
      </p:sp>
      <p:sp>
        <p:nvSpPr>
          <p:cNvPr id="84" name="矩形 8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</a:rPr>
              <a:t>研究方法</a:t>
            </a:r>
          </a:p>
        </p:txBody>
      </p:sp>
      <p:sp>
        <p:nvSpPr>
          <p:cNvPr id="85" name="矩形 84"/>
          <p:cNvSpPr/>
          <p:nvPr/>
        </p:nvSpPr>
        <p:spPr>
          <a:xfrm>
            <a:off x="10441652" y="29469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可行性说明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11624733" y="308217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组合 89"/>
          <p:cNvGrpSpPr/>
          <p:nvPr/>
        </p:nvGrpSpPr>
        <p:grpSpPr>
          <a:xfrm>
            <a:off x="396217" y="128165"/>
            <a:ext cx="670385" cy="604428"/>
            <a:chOff x="5424755" y="1340768"/>
            <a:chExt cx="670560" cy="604586"/>
          </a:xfrm>
        </p:grpSpPr>
        <p:grpSp>
          <p:nvGrpSpPr>
            <p:cNvPr id="97" name="组合 9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9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1" name="文本框 9"/>
          <p:cNvSpPr txBox="1"/>
          <p:nvPr/>
        </p:nvSpPr>
        <p:spPr>
          <a:xfrm>
            <a:off x="1113221" y="246916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sp>
        <p:nvSpPr>
          <p:cNvPr id="94" name="Freeform 126"/>
          <p:cNvSpPr>
            <a:spLocks noChangeAspect="1" noEditPoints="1"/>
          </p:cNvSpPr>
          <p:nvPr/>
        </p:nvSpPr>
        <p:spPr bwMode="auto">
          <a:xfrm>
            <a:off x="600314" y="289155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8146" y="1864377"/>
            <a:ext cx="9698254" cy="4516314"/>
            <a:chOff x="669925" y="1127657"/>
            <a:chExt cx="10771203" cy="5015968"/>
          </a:xfrm>
        </p:grpSpPr>
        <p:sp>
          <p:nvSpPr>
            <p:cNvPr id="15" name="îśļíḑé">
              <a:extLst>
                <a:ext uri="{FF2B5EF4-FFF2-40B4-BE49-F238E27FC236}">
                  <a16:creationId xmlns:a16="http://schemas.microsoft.com/office/drawing/2014/main" xmlns="" id="{CF34DFF8-A845-4B0E-A917-0058C9C3AD5E}"/>
                </a:ext>
              </a:extLst>
            </p:cNvPr>
            <p:cNvSpPr/>
            <p:nvPr/>
          </p:nvSpPr>
          <p:spPr bwMode="auto">
            <a:xfrm flipH="1">
              <a:off x="4793142" y="1964601"/>
              <a:ext cx="1671989" cy="1670091"/>
            </a:xfrm>
            <a:prstGeom prst="chevron">
              <a:avLst>
                <a:gd name="adj" fmla="val 50057"/>
              </a:avLst>
            </a:prstGeom>
            <a:solidFill>
              <a:srgbClr val="1C50A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îŝḷïḍe">
              <a:extLst>
                <a:ext uri="{FF2B5EF4-FFF2-40B4-BE49-F238E27FC236}">
                  <a16:creationId xmlns:a16="http://schemas.microsoft.com/office/drawing/2014/main" xmlns="" id="{30A99C88-6125-4B1D-B750-E346EB2D0E46}"/>
                </a:ext>
              </a:extLst>
            </p:cNvPr>
            <p:cNvSpPr/>
            <p:nvPr/>
          </p:nvSpPr>
          <p:spPr>
            <a:xfrm flipH="1">
              <a:off x="4793142" y="3636590"/>
              <a:ext cx="1671989" cy="1671990"/>
            </a:xfrm>
            <a:prstGeom prst="chevron">
              <a:avLst/>
            </a:prstGeom>
            <a:solidFill>
              <a:schemeClr val="accent3"/>
            </a:solidFill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ïśḷïḍê">
              <a:extLst>
                <a:ext uri="{FF2B5EF4-FFF2-40B4-BE49-F238E27FC236}">
                  <a16:creationId xmlns:a16="http://schemas.microsoft.com/office/drawing/2014/main" xmlns="" id="{AD931F1A-17F9-48E1-B997-CB3E4F31B2B9}"/>
                </a:ext>
              </a:extLst>
            </p:cNvPr>
            <p:cNvSpPr/>
            <p:nvPr/>
          </p:nvSpPr>
          <p:spPr>
            <a:xfrm>
              <a:off x="5726874" y="1127657"/>
              <a:ext cx="1671989" cy="1671990"/>
            </a:xfrm>
            <a:prstGeom prst="chevron">
              <a:avLst/>
            </a:prstGeom>
            <a:solidFill>
              <a:schemeClr val="accent3"/>
            </a:solidFill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ïṡlíḓê">
              <a:extLst>
                <a:ext uri="{FF2B5EF4-FFF2-40B4-BE49-F238E27FC236}">
                  <a16:creationId xmlns:a16="http://schemas.microsoft.com/office/drawing/2014/main" xmlns="" id="{F724F56C-E91A-47F5-8540-A0D02818A9DD}"/>
                </a:ext>
              </a:extLst>
            </p:cNvPr>
            <p:cNvSpPr/>
            <p:nvPr/>
          </p:nvSpPr>
          <p:spPr bwMode="auto">
            <a:xfrm>
              <a:off x="5726874" y="2799648"/>
              <a:ext cx="1671989" cy="1671989"/>
            </a:xfrm>
            <a:prstGeom prst="chevron">
              <a:avLst>
                <a:gd name="adj" fmla="val 50000"/>
              </a:avLst>
            </a:prstGeom>
            <a:solidFill>
              <a:srgbClr val="1C50A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îṡḻïḋé">
              <a:extLst>
                <a:ext uri="{FF2B5EF4-FFF2-40B4-BE49-F238E27FC236}">
                  <a16:creationId xmlns:a16="http://schemas.microsoft.com/office/drawing/2014/main" xmlns="" id="{B6FE00A2-4AC8-4B0B-84A9-03BF06871032}"/>
                </a:ext>
              </a:extLst>
            </p:cNvPr>
            <p:cNvSpPr/>
            <p:nvPr/>
          </p:nvSpPr>
          <p:spPr>
            <a:xfrm>
              <a:off x="5726874" y="4473534"/>
              <a:ext cx="1671989" cy="1670091"/>
            </a:xfrm>
            <a:prstGeom prst="chevron">
              <a:avLst/>
            </a:prstGeom>
            <a:solidFill>
              <a:srgbClr val="1C50A2"/>
            </a:solidFill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ṣľiḋe">
              <a:extLst>
                <a:ext uri="{FF2B5EF4-FFF2-40B4-BE49-F238E27FC236}">
                  <a16:creationId xmlns:a16="http://schemas.microsoft.com/office/drawing/2014/main" xmlns="" id="{7EDD0D0C-8B27-40F0-BD37-8F72E5BA6AE4}"/>
                </a:ext>
              </a:extLst>
            </p:cNvPr>
            <p:cNvSpPr/>
            <p:nvPr/>
          </p:nvSpPr>
          <p:spPr bwMode="auto">
            <a:xfrm>
              <a:off x="1360332" y="3364703"/>
              <a:ext cx="2381231" cy="62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 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When you copy &amp; paste, choose "keep text only" option.</a:t>
              </a:r>
            </a:p>
          </p:txBody>
        </p:sp>
        <p:sp>
          <p:nvSpPr>
            <p:cNvPr id="21" name="ïṣļiḑé">
              <a:extLst>
                <a:ext uri="{FF2B5EF4-FFF2-40B4-BE49-F238E27FC236}">
                  <a16:creationId xmlns:a16="http://schemas.microsoft.com/office/drawing/2014/main" xmlns="" id="{2F78E8F2-E2CC-41D6-99CC-B8A9828F8C9F}"/>
                </a:ext>
              </a:extLst>
            </p:cNvPr>
            <p:cNvSpPr txBox="1"/>
            <p:nvPr/>
          </p:nvSpPr>
          <p:spPr bwMode="auto">
            <a:xfrm>
              <a:off x="1360332" y="2951823"/>
              <a:ext cx="2381231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</a:rPr>
                <a:t>Text here</a:t>
              </a:r>
              <a:endParaRPr lang="zh-CN" altLang="en-US" sz="1800" b="1" dirty="0">
                <a:solidFill>
                  <a:schemeClr val="accent1"/>
                </a:solidFill>
              </a:endParaRPr>
            </a:p>
          </p:txBody>
        </p:sp>
        <p:sp>
          <p:nvSpPr>
            <p:cNvPr id="22" name="iṣḷiḍè">
              <a:extLst>
                <a:ext uri="{FF2B5EF4-FFF2-40B4-BE49-F238E27FC236}">
                  <a16:creationId xmlns:a16="http://schemas.microsoft.com/office/drawing/2014/main" xmlns="" id="{DE9C9493-4196-41F0-94DD-00189CD045C2}"/>
                </a:ext>
              </a:extLst>
            </p:cNvPr>
            <p:cNvSpPr/>
            <p:nvPr/>
          </p:nvSpPr>
          <p:spPr bwMode="auto">
            <a:xfrm>
              <a:off x="721785" y="3092424"/>
              <a:ext cx="461080" cy="365375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xmlns="" id="{D5C3E3C9-E425-4F0D-B1D9-4DDED9ABB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024" y="2819103"/>
              <a:ext cx="4075116" cy="7976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xmlns="" id="{C67A201A-2AD2-4150-8689-D02CA7875D87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H="1">
              <a:off x="669925" y="4472585"/>
              <a:ext cx="4123217" cy="16609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ŝliḑe">
              <a:extLst>
                <a:ext uri="{FF2B5EF4-FFF2-40B4-BE49-F238E27FC236}">
                  <a16:creationId xmlns:a16="http://schemas.microsoft.com/office/drawing/2014/main" xmlns="" id="{E73E990C-CD1D-4DB3-B033-4726B02B7BEB}"/>
                </a:ext>
              </a:extLst>
            </p:cNvPr>
            <p:cNvSpPr/>
            <p:nvPr/>
          </p:nvSpPr>
          <p:spPr bwMode="auto">
            <a:xfrm>
              <a:off x="1360332" y="5025433"/>
              <a:ext cx="2676416" cy="682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 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When you copy &amp; paste, choose "keep text only" option.</a:t>
              </a:r>
            </a:p>
          </p:txBody>
        </p:sp>
        <p:sp>
          <p:nvSpPr>
            <p:cNvPr id="26" name="íśļîḓe">
              <a:extLst>
                <a:ext uri="{FF2B5EF4-FFF2-40B4-BE49-F238E27FC236}">
                  <a16:creationId xmlns:a16="http://schemas.microsoft.com/office/drawing/2014/main" xmlns="" id="{FADA21E3-57BC-437B-9C4A-EBFD13515ECB}"/>
                </a:ext>
              </a:extLst>
            </p:cNvPr>
            <p:cNvSpPr txBox="1"/>
            <p:nvPr/>
          </p:nvSpPr>
          <p:spPr bwMode="auto">
            <a:xfrm>
              <a:off x="1360331" y="4612553"/>
              <a:ext cx="2676416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chemeClr val="accent3"/>
                  </a:solidFill>
                </a:rPr>
                <a:t>Text here</a:t>
              </a:r>
              <a:endParaRPr lang="zh-CN" altLang="en-US" sz="1800" b="1" dirty="0">
                <a:solidFill>
                  <a:schemeClr val="accent3"/>
                </a:solidFill>
              </a:endParaRPr>
            </a:p>
          </p:txBody>
        </p:sp>
        <p:sp>
          <p:nvSpPr>
            <p:cNvPr id="27" name="ïšľiḋê">
              <a:extLst>
                <a:ext uri="{FF2B5EF4-FFF2-40B4-BE49-F238E27FC236}">
                  <a16:creationId xmlns:a16="http://schemas.microsoft.com/office/drawing/2014/main" xmlns="" id="{7E788420-4874-4E05-9D5C-A5FD1BD312A0}"/>
                </a:ext>
              </a:extLst>
            </p:cNvPr>
            <p:cNvSpPr/>
            <p:nvPr/>
          </p:nvSpPr>
          <p:spPr bwMode="auto">
            <a:xfrm>
              <a:off x="721785" y="4705605"/>
              <a:ext cx="461080" cy="460474"/>
            </a:xfrm>
            <a:custGeom>
              <a:avLst/>
              <a:gdLst>
                <a:gd name="connsiteX0" fmla="*/ 86413 w 591547"/>
                <a:gd name="connsiteY0" fmla="*/ 515758 h 590770"/>
                <a:gd name="connsiteX1" fmla="*/ 171919 w 591547"/>
                <a:gd name="connsiteY1" fmla="*/ 515758 h 590770"/>
                <a:gd name="connsiteX2" fmla="*/ 171919 w 591547"/>
                <a:gd name="connsiteY2" fmla="*/ 537523 h 590770"/>
                <a:gd name="connsiteX3" fmla="*/ 86413 w 591547"/>
                <a:gd name="connsiteY3" fmla="*/ 537523 h 590770"/>
                <a:gd name="connsiteX4" fmla="*/ 86413 w 591547"/>
                <a:gd name="connsiteY4" fmla="*/ 461733 h 590770"/>
                <a:gd name="connsiteX5" fmla="*/ 171919 w 591547"/>
                <a:gd name="connsiteY5" fmla="*/ 461733 h 590770"/>
                <a:gd name="connsiteX6" fmla="*/ 171919 w 591547"/>
                <a:gd name="connsiteY6" fmla="*/ 483498 h 590770"/>
                <a:gd name="connsiteX7" fmla="*/ 86413 w 591547"/>
                <a:gd name="connsiteY7" fmla="*/ 483498 h 590770"/>
                <a:gd name="connsiteX8" fmla="*/ 86413 w 591547"/>
                <a:gd name="connsiteY8" fmla="*/ 408616 h 590770"/>
                <a:gd name="connsiteX9" fmla="*/ 171919 w 591547"/>
                <a:gd name="connsiteY9" fmla="*/ 408616 h 590770"/>
                <a:gd name="connsiteX10" fmla="*/ 171919 w 591547"/>
                <a:gd name="connsiteY10" fmla="*/ 429474 h 590770"/>
                <a:gd name="connsiteX11" fmla="*/ 86413 w 591547"/>
                <a:gd name="connsiteY11" fmla="*/ 429474 h 590770"/>
                <a:gd name="connsiteX12" fmla="*/ 204177 w 591547"/>
                <a:gd name="connsiteY12" fmla="*/ 357041 h 590770"/>
                <a:gd name="connsiteX13" fmla="*/ 204177 w 591547"/>
                <a:gd name="connsiteY13" fmla="*/ 569815 h 590770"/>
                <a:gd name="connsiteX14" fmla="*/ 333300 w 591547"/>
                <a:gd name="connsiteY14" fmla="*/ 569815 h 590770"/>
                <a:gd name="connsiteX15" fmla="*/ 333300 w 591547"/>
                <a:gd name="connsiteY15" fmla="*/ 382026 h 590770"/>
                <a:gd name="connsiteX16" fmla="*/ 183194 w 591547"/>
                <a:gd name="connsiteY16" fmla="*/ 357041 h 590770"/>
                <a:gd name="connsiteX17" fmla="*/ 75053 w 591547"/>
                <a:gd name="connsiteY17" fmla="*/ 382026 h 590770"/>
                <a:gd name="connsiteX18" fmla="*/ 75053 w 591547"/>
                <a:gd name="connsiteY18" fmla="*/ 569815 h 590770"/>
                <a:gd name="connsiteX19" fmla="*/ 183194 w 591547"/>
                <a:gd name="connsiteY19" fmla="*/ 569815 h 590770"/>
                <a:gd name="connsiteX20" fmla="*/ 247709 w 591547"/>
                <a:gd name="connsiteY20" fmla="*/ 311838 h 590770"/>
                <a:gd name="connsiteX21" fmla="*/ 322851 w 591547"/>
                <a:gd name="connsiteY21" fmla="*/ 311838 h 590770"/>
                <a:gd name="connsiteX22" fmla="*/ 322851 w 591547"/>
                <a:gd name="connsiteY22" fmla="*/ 332826 h 590770"/>
                <a:gd name="connsiteX23" fmla="*/ 247709 w 591547"/>
                <a:gd name="connsiteY23" fmla="*/ 332826 h 590770"/>
                <a:gd name="connsiteX24" fmla="*/ 247709 w 591547"/>
                <a:gd name="connsiteY24" fmla="*/ 257944 h 590770"/>
                <a:gd name="connsiteX25" fmla="*/ 322851 w 591547"/>
                <a:gd name="connsiteY25" fmla="*/ 257944 h 590770"/>
                <a:gd name="connsiteX26" fmla="*/ 322851 w 591547"/>
                <a:gd name="connsiteY26" fmla="*/ 279580 h 590770"/>
                <a:gd name="connsiteX27" fmla="*/ 247709 w 591547"/>
                <a:gd name="connsiteY27" fmla="*/ 279580 h 590770"/>
                <a:gd name="connsiteX28" fmla="*/ 247709 w 591547"/>
                <a:gd name="connsiteY28" fmla="*/ 203919 h 590770"/>
                <a:gd name="connsiteX29" fmla="*/ 322851 w 591547"/>
                <a:gd name="connsiteY29" fmla="*/ 203919 h 590770"/>
                <a:gd name="connsiteX30" fmla="*/ 322851 w 591547"/>
                <a:gd name="connsiteY30" fmla="*/ 225684 h 590770"/>
                <a:gd name="connsiteX31" fmla="*/ 247709 w 591547"/>
                <a:gd name="connsiteY31" fmla="*/ 225684 h 590770"/>
                <a:gd name="connsiteX32" fmla="*/ 247709 w 591547"/>
                <a:gd name="connsiteY32" fmla="*/ 150672 h 590770"/>
                <a:gd name="connsiteX33" fmla="*/ 322851 w 591547"/>
                <a:gd name="connsiteY33" fmla="*/ 150672 h 590770"/>
                <a:gd name="connsiteX34" fmla="*/ 322851 w 591547"/>
                <a:gd name="connsiteY34" fmla="*/ 171660 h 590770"/>
                <a:gd name="connsiteX35" fmla="*/ 247709 w 591547"/>
                <a:gd name="connsiteY35" fmla="*/ 171660 h 590770"/>
                <a:gd name="connsiteX36" fmla="*/ 355090 w 591547"/>
                <a:gd name="connsiteY36" fmla="*/ 102357 h 590770"/>
                <a:gd name="connsiteX37" fmla="*/ 355090 w 591547"/>
                <a:gd name="connsiteY37" fmla="*/ 373160 h 590770"/>
                <a:gd name="connsiteX38" fmla="*/ 355090 w 591547"/>
                <a:gd name="connsiteY38" fmla="*/ 376384 h 590770"/>
                <a:gd name="connsiteX39" fmla="*/ 355090 w 591547"/>
                <a:gd name="connsiteY39" fmla="*/ 569815 h 590770"/>
                <a:gd name="connsiteX40" fmla="*/ 484213 w 591547"/>
                <a:gd name="connsiteY40" fmla="*/ 569815 h 590770"/>
                <a:gd name="connsiteX41" fmla="*/ 484213 w 591547"/>
                <a:gd name="connsiteY41" fmla="*/ 154744 h 590770"/>
                <a:gd name="connsiteX42" fmla="*/ 333300 w 591547"/>
                <a:gd name="connsiteY42" fmla="*/ 99939 h 590770"/>
                <a:gd name="connsiteX43" fmla="*/ 236458 w 591547"/>
                <a:gd name="connsiteY43" fmla="*/ 125730 h 590770"/>
                <a:gd name="connsiteX44" fmla="*/ 236458 w 591547"/>
                <a:gd name="connsiteY44" fmla="*/ 341728 h 590770"/>
                <a:gd name="connsiteX45" fmla="*/ 333300 w 591547"/>
                <a:gd name="connsiteY45" fmla="*/ 360265 h 590770"/>
                <a:gd name="connsiteX46" fmla="*/ 397862 w 591547"/>
                <a:gd name="connsiteY46" fmla="*/ 21761 h 590770"/>
                <a:gd name="connsiteX47" fmla="*/ 387371 w 591547"/>
                <a:gd name="connsiteY47" fmla="*/ 32238 h 590770"/>
                <a:gd name="connsiteX48" fmla="*/ 397862 w 591547"/>
                <a:gd name="connsiteY48" fmla="*/ 42716 h 590770"/>
                <a:gd name="connsiteX49" fmla="*/ 409160 w 591547"/>
                <a:gd name="connsiteY49" fmla="*/ 32238 h 590770"/>
                <a:gd name="connsiteX50" fmla="*/ 397862 w 591547"/>
                <a:gd name="connsiteY50" fmla="*/ 21761 h 590770"/>
                <a:gd name="connsiteX51" fmla="*/ 397862 w 591547"/>
                <a:gd name="connsiteY51" fmla="*/ 0 h 590770"/>
                <a:gd name="connsiteX52" fmla="*/ 430143 w 591547"/>
                <a:gd name="connsiteY52" fmla="*/ 32238 h 590770"/>
                <a:gd name="connsiteX53" fmla="*/ 409160 w 591547"/>
                <a:gd name="connsiteY53" fmla="*/ 62865 h 590770"/>
                <a:gd name="connsiteX54" fmla="*/ 409160 w 591547"/>
                <a:gd name="connsiteY54" fmla="*/ 100745 h 590770"/>
                <a:gd name="connsiteX55" fmla="*/ 498740 w 591547"/>
                <a:gd name="connsiteY55" fmla="*/ 137819 h 590770"/>
                <a:gd name="connsiteX56" fmla="*/ 506003 w 591547"/>
                <a:gd name="connsiteY56" fmla="*/ 147491 h 590770"/>
                <a:gd name="connsiteX57" fmla="*/ 506003 w 591547"/>
                <a:gd name="connsiteY57" fmla="*/ 569815 h 590770"/>
                <a:gd name="connsiteX58" fmla="*/ 591547 w 591547"/>
                <a:gd name="connsiteY58" fmla="*/ 569815 h 590770"/>
                <a:gd name="connsiteX59" fmla="*/ 591547 w 591547"/>
                <a:gd name="connsiteY59" fmla="*/ 590770 h 590770"/>
                <a:gd name="connsiteX60" fmla="*/ 494705 w 591547"/>
                <a:gd name="connsiteY60" fmla="*/ 590770 h 590770"/>
                <a:gd name="connsiteX61" fmla="*/ 344598 w 591547"/>
                <a:gd name="connsiteY61" fmla="*/ 590770 h 590770"/>
                <a:gd name="connsiteX62" fmla="*/ 193685 w 591547"/>
                <a:gd name="connsiteY62" fmla="*/ 590770 h 590770"/>
                <a:gd name="connsiteX63" fmla="*/ 64562 w 591547"/>
                <a:gd name="connsiteY63" fmla="*/ 590770 h 590770"/>
                <a:gd name="connsiteX64" fmla="*/ 0 w 591547"/>
                <a:gd name="connsiteY64" fmla="*/ 590770 h 590770"/>
                <a:gd name="connsiteX65" fmla="*/ 0 w 591547"/>
                <a:gd name="connsiteY65" fmla="*/ 569815 h 590770"/>
                <a:gd name="connsiteX66" fmla="*/ 54070 w 591547"/>
                <a:gd name="connsiteY66" fmla="*/ 569815 h 590770"/>
                <a:gd name="connsiteX67" fmla="*/ 54070 w 591547"/>
                <a:gd name="connsiteY67" fmla="*/ 373160 h 590770"/>
                <a:gd name="connsiteX68" fmla="*/ 62141 w 591547"/>
                <a:gd name="connsiteY68" fmla="*/ 362683 h 590770"/>
                <a:gd name="connsiteX69" fmla="*/ 191264 w 591547"/>
                <a:gd name="connsiteY69" fmla="*/ 333668 h 590770"/>
                <a:gd name="connsiteX70" fmla="*/ 195299 w 591547"/>
                <a:gd name="connsiteY70" fmla="*/ 333668 h 590770"/>
                <a:gd name="connsiteX71" fmla="*/ 196106 w 591547"/>
                <a:gd name="connsiteY71" fmla="*/ 333668 h 590770"/>
                <a:gd name="connsiteX72" fmla="*/ 215475 w 591547"/>
                <a:gd name="connsiteY72" fmla="*/ 336892 h 590770"/>
                <a:gd name="connsiteX73" fmla="*/ 215475 w 591547"/>
                <a:gd name="connsiteY73" fmla="*/ 116864 h 590770"/>
                <a:gd name="connsiteX74" fmla="*/ 223545 w 591547"/>
                <a:gd name="connsiteY74" fmla="*/ 106387 h 590770"/>
                <a:gd name="connsiteX75" fmla="*/ 341370 w 591547"/>
                <a:gd name="connsiteY75" fmla="*/ 75760 h 590770"/>
                <a:gd name="connsiteX76" fmla="*/ 342984 w 591547"/>
                <a:gd name="connsiteY76" fmla="*/ 75760 h 590770"/>
                <a:gd name="connsiteX77" fmla="*/ 345405 w 591547"/>
                <a:gd name="connsiteY77" fmla="*/ 75760 h 590770"/>
                <a:gd name="connsiteX78" fmla="*/ 347020 w 591547"/>
                <a:gd name="connsiteY78" fmla="*/ 75760 h 590770"/>
                <a:gd name="connsiteX79" fmla="*/ 348634 w 591547"/>
                <a:gd name="connsiteY79" fmla="*/ 75760 h 590770"/>
                <a:gd name="connsiteX80" fmla="*/ 387371 w 591547"/>
                <a:gd name="connsiteY80" fmla="*/ 91879 h 590770"/>
                <a:gd name="connsiteX81" fmla="*/ 387371 w 591547"/>
                <a:gd name="connsiteY81" fmla="*/ 62865 h 590770"/>
                <a:gd name="connsiteX82" fmla="*/ 365581 w 591547"/>
                <a:gd name="connsiteY82" fmla="*/ 32238 h 590770"/>
                <a:gd name="connsiteX83" fmla="*/ 397862 w 591547"/>
                <a:gd name="connsiteY83" fmla="*/ 0 h 590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591547" h="590770">
                  <a:moveTo>
                    <a:pt x="86413" y="515758"/>
                  </a:moveTo>
                  <a:lnTo>
                    <a:pt x="171919" y="515758"/>
                  </a:lnTo>
                  <a:lnTo>
                    <a:pt x="171919" y="537523"/>
                  </a:lnTo>
                  <a:lnTo>
                    <a:pt x="86413" y="537523"/>
                  </a:lnTo>
                  <a:close/>
                  <a:moveTo>
                    <a:pt x="86413" y="461733"/>
                  </a:moveTo>
                  <a:lnTo>
                    <a:pt x="171919" y="461733"/>
                  </a:lnTo>
                  <a:lnTo>
                    <a:pt x="171919" y="483498"/>
                  </a:lnTo>
                  <a:lnTo>
                    <a:pt x="86413" y="483498"/>
                  </a:lnTo>
                  <a:close/>
                  <a:moveTo>
                    <a:pt x="86413" y="408616"/>
                  </a:moveTo>
                  <a:lnTo>
                    <a:pt x="171919" y="408616"/>
                  </a:lnTo>
                  <a:lnTo>
                    <a:pt x="171919" y="429474"/>
                  </a:lnTo>
                  <a:lnTo>
                    <a:pt x="86413" y="429474"/>
                  </a:lnTo>
                  <a:close/>
                  <a:moveTo>
                    <a:pt x="204177" y="357041"/>
                  </a:moveTo>
                  <a:lnTo>
                    <a:pt x="204177" y="569815"/>
                  </a:lnTo>
                  <a:lnTo>
                    <a:pt x="333300" y="569815"/>
                  </a:lnTo>
                  <a:lnTo>
                    <a:pt x="333300" y="382026"/>
                  </a:lnTo>
                  <a:close/>
                  <a:moveTo>
                    <a:pt x="183194" y="357041"/>
                  </a:moveTo>
                  <a:lnTo>
                    <a:pt x="75053" y="382026"/>
                  </a:lnTo>
                  <a:lnTo>
                    <a:pt x="75053" y="569815"/>
                  </a:lnTo>
                  <a:lnTo>
                    <a:pt x="183194" y="569815"/>
                  </a:lnTo>
                  <a:close/>
                  <a:moveTo>
                    <a:pt x="247709" y="311838"/>
                  </a:moveTo>
                  <a:lnTo>
                    <a:pt x="322851" y="311838"/>
                  </a:lnTo>
                  <a:lnTo>
                    <a:pt x="322851" y="332826"/>
                  </a:lnTo>
                  <a:lnTo>
                    <a:pt x="247709" y="332826"/>
                  </a:lnTo>
                  <a:close/>
                  <a:moveTo>
                    <a:pt x="247709" y="257944"/>
                  </a:moveTo>
                  <a:lnTo>
                    <a:pt x="322851" y="257944"/>
                  </a:lnTo>
                  <a:lnTo>
                    <a:pt x="322851" y="279580"/>
                  </a:lnTo>
                  <a:lnTo>
                    <a:pt x="247709" y="279580"/>
                  </a:lnTo>
                  <a:close/>
                  <a:moveTo>
                    <a:pt x="247709" y="203919"/>
                  </a:moveTo>
                  <a:lnTo>
                    <a:pt x="322851" y="203919"/>
                  </a:lnTo>
                  <a:lnTo>
                    <a:pt x="322851" y="225684"/>
                  </a:lnTo>
                  <a:lnTo>
                    <a:pt x="247709" y="225684"/>
                  </a:lnTo>
                  <a:close/>
                  <a:moveTo>
                    <a:pt x="247709" y="150672"/>
                  </a:moveTo>
                  <a:lnTo>
                    <a:pt x="322851" y="150672"/>
                  </a:lnTo>
                  <a:lnTo>
                    <a:pt x="322851" y="171660"/>
                  </a:lnTo>
                  <a:lnTo>
                    <a:pt x="247709" y="171660"/>
                  </a:lnTo>
                  <a:close/>
                  <a:moveTo>
                    <a:pt x="355090" y="102357"/>
                  </a:moveTo>
                  <a:lnTo>
                    <a:pt x="355090" y="373160"/>
                  </a:lnTo>
                  <a:lnTo>
                    <a:pt x="355090" y="376384"/>
                  </a:lnTo>
                  <a:lnTo>
                    <a:pt x="355090" y="569815"/>
                  </a:lnTo>
                  <a:lnTo>
                    <a:pt x="484213" y="569815"/>
                  </a:lnTo>
                  <a:lnTo>
                    <a:pt x="484213" y="154744"/>
                  </a:lnTo>
                  <a:close/>
                  <a:moveTo>
                    <a:pt x="333300" y="99939"/>
                  </a:moveTo>
                  <a:lnTo>
                    <a:pt x="236458" y="125730"/>
                  </a:lnTo>
                  <a:lnTo>
                    <a:pt x="236458" y="341728"/>
                  </a:lnTo>
                  <a:lnTo>
                    <a:pt x="333300" y="360265"/>
                  </a:lnTo>
                  <a:close/>
                  <a:moveTo>
                    <a:pt x="397862" y="21761"/>
                  </a:moveTo>
                  <a:cubicBezTo>
                    <a:pt x="392213" y="21761"/>
                    <a:pt x="387371" y="26596"/>
                    <a:pt x="387371" y="32238"/>
                  </a:cubicBezTo>
                  <a:cubicBezTo>
                    <a:pt x="387371" y="37880"/>
                    <a:pt x="392213" y="42716"/>
                    <a:pt x="397862" y="42716"/>
                  </a:cubicBezTo>
                  <a:cubicBezTo>
                    <a:pt x="404318" y="42716"/>
                    <a:pt x="409160" y="37880"/>
                    <a:pt x="409160" y="32238"/>
                  </a:cubicBezTo>
                  <a:cubicBezTo>
                    <a:pt x="409160" y="26596"/>
                    <a:pt x="404318" y="21761"/>
                    <a:pt x="397862" y="21761"/>
                  </a:cubicBezTo>
                  <a:close/>
                  <a:moveTo>
                    <a:pt x="397862" y="0"/>
                  </a:moveTo>
                  <a:cubicBezTo>
                    <a:pt x="415616" y="0"/>
                    <a:pt x="430143" y="14507"/>
                    <a:pt x="430143" y="32238"/>
                  </a:cubicBezTo>
                  <a:cubicBezTo>
                    <a:pt x="430143" y="45940"/>
                    <a:pt x="421266" y="58029"/>
                    <a:pt x="409160" y="62865"/>
                  </a:cubicBezTo>
                  <a:lnTo>
                    <a:pt x="409160" y="100745"/>
                  </a:lnTo>
                  <a:lnTo>
                    <a:pt x="498740" y="137819"/>
                  </a:lnTo>
                  <a:cubicBezTo>
                    <a:pt x="502775" y="139431"/>
                    <a:pt x="506003" y="143461"/>
                    <a:pt x="506003" y="147491"/>
                  </a:cubicBezTo>
                  <a:lnTo>
                    <a:pt x="506003" y="569815"/>
                  </a:lnTo>
                  <a:lnTo>
                    <a:pt x="591547" y="569815"/>
                  </a:lnTo>
                  <a:lnTo>
                    <a:pt x="591547" y="590770"/>
                  </a:lnTo>
                  <a:lnTo>
                    <a:pt x="494705" y="590770"/>
                  </a:lnTo>
                  <a:lnTo>
                    <a:pt x="344598" y="590770"/>
                  </a:lnTo>
                  <a:lnTo>
                    <a:pt x="193685" y="590770"/>
                  </a:lnTo>
                  <a:lnTo>
                    <a:pt x="64562" y="590770"/>
                  </a:lnTo>
                  <a:lnTo>
                    <a:pt x="0" y="590770"/>
                  </a:lnTo>
                  <a:lnTo>
                    <a:pt x="0" y="569815"/>
                  </a:lnTo>
                  <a:lnTo>
                    <a:pt x="54070" y="569815"/>
                  </a:lnTo>
                  <a:lnTo>
                    <a:pt x="54070" y="373160"/>
                  </a:lnTo>
                  <a:cubicBezTo>
                    <a:pt x="54070" y="368324"/>
                    <a:pt x="57298" y="364294"/>
                    <a:pt x="62141" y="362683"/>
                  </a:cubicBezTo>
                  <a:lnTo>
                    <a:pt x="191264" y="333668"/>
                  </a:lnTo>
                  <a:cubicBezTo>
                    <a:pt x="192878" y="332862"/>
                    <a:pt x="194492" y="332862"/>
                    <a:pt x="195299" y="333668"/>
                  </a:cubicBezTo>
                  <a:cubicBezTo>
                    <a:pt x="196106" y="333668"/>
                    <a:pt x="196106" y="333668"/>
                    <a:pt x="196106" y="333668"/>
                  </a:cubicBezTo>
                  <a:lnTo>
                    <a:pt x="215475" y="336892"/>
                  </a:lnTo>
                  <a:lnTo>
                    <a:pt x="215475" y="116864"/>
                  </a:lnTo>
                  <a:cubicBezTo>
                    <a:pt x="215475" y="112028"/>
                    <a:pt x="218703" y="107999"/>
                    <a:pt x="223545" y="106387"/>
                  </a:cubicBezTo>
                  <a:lnTo>
                    <a:pt x="341370" y="75760"/>
                  </a:lnTo>
                  <a:cubicBezTo>
                    <a:pt x="342177" y="75760"/>
                    <a:pt x="342177" y="75760"/>
                    <a:pt x="342984" y="75760"/>
                  </a:cubicBezTo>
                  <a:cubicBezTo>
                    <a:pt x="343791" y="75760"/>
                    <a:pt x="344598" y="74954"/>
                    <a:pt x="345405" y="75760"/>
                  </a:cubicBezTo>
                  <a:cubicBezTo>
                    <a:pt x="346213" y="75760"/>
                    <a:pt x="347020" y="75760"/>
                    <a:pt x="347020" y="75760"/>
                  </a:cubicBezTo>
                  <a:cubicBezTo>
                    <a:pt x="347827" y="75760"/>
                    <a:pt x="347827" y="75760"/>
                    <a:pt x="348634" y="75760"/>
                  </a:cubicBezTo>
                  <a:lnTo>
                    <a:pt x="387371" y="91879"/>
                  </a:lnTo>
                  <a:lnTo>
                    <a:pt x="387371" y="62865"/>
                  </a:lnTo>
                  <a:cubicBezTo>
                    <a:pt x="375265" y="58029"/>
                    <a:pt x="365581" y="45940"/>
                    <a:pt x="365581" y="32238"/>
                  </a:cubicBezTo>
                  <a:cubicBezTo>
                    <a:pt x="365581" y="14507"/>
                    <a:pt x="380107" y="0"/>
                    <a:pt x="3978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îṧ1îďê">
              <a:extLst>
                <a:ext uri="{FF2B5EF4-FFF2-40B4-BE49-F238E27FC236}">
                  <a16:creationId xmlns:a16="http://schemas.microsoft.com/office/drawing/2014/main" xmlns="" id="{6AFFC9AE-F246-4892-A44C-CAA4097F9BCD}"/>
                </a:ext>
              </a:extLst>
            </p:cNvPr>
            <p:cNvSpPr/>
            <p:nvPr/>
          </p:nvSpPr>
          <p:spPr bwMode="auto">
            <a:xfrm>
              <a:off x="9011740" y="2049343"/>
              <a:ext cx="2429388" cy="6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 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When you copy &amp; paste, choose "keep text only" option.</a:t>
              </a:r>
            </a:p>
          </p:txBody>
        </p:sp>
        <p:sp>
          <p:nvSpPr>
            <p:cNvPr id="29" name="íṧḷîḋe">
              <a:extLst>
                <a:ext uri="{FF2B5EF4-FFF2-40B4-BE49-F238E27FC236}">
                  <a16:creationId xmlns:a16="http://schemas.microsoft.com/office/drawing/2014/main" xmlns="" id="{4B6DE48F-CBA6-4D7A-B23E-216A311AAFE4}"/>
                </a:ext>
              </a:extLst>
            </p:cNvPr>
            <p:cNvSpPr txBox="1"/>
            <p:nvPr/>
          </p:nvSpPr>
          <p:spPr bwMode="auto">
            <a:xfrm>
              <a:off x="9011739" y="1636463"/>
              <a:ext cx="24293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b="1" dirty="0">
                  <a:solidFill>
                    <a:schemeClr val="accent3"/>
                  </a:solidFill>
                </a:rPr>
                <a:t>Text here</a:t>
              </a:r>
              <a:endParaRPr lang="zh-CN" altLang="en-US" b="1" dirty="0">
                <a:solidFill>
                  <a:schemeClr val="accent3"/>
                </a:solidFill>
              </a:endParaRPr>
            </a:p>
          </p:txBody>
        </p:sp>
        <p:sp>
          <p:nvSpPr>
            <p:cNvPr id="30" name="iṩḻîḓé">
              <a:extLst>
                <a:ext uri="{FF2B5EF4-FFF2-40B4-BE49-F238E27FC236}">
                  <a16:creationId xmlns:a16="http://schemas.microsoft.com/office/drawing/2014/main" xmlns="" id="{B6743D0B-6D30-42FA-ADB6-F1BE7612ADBC}"/>
                </a:ext>
              </a:extLst>
            </p:cNvPr>
            <p:cNvSpPr/>
            <p:nvPr/>
          </p:nvSpPr>
          <p:spPr bwMode="auto">
            <a:xfrm>
              <a:off x="8373193" y="1793386"/>
              <a:ext cx="461080" cy="332731"/>
            </a:xfrm>
            <a:custGeom>
              <a:avLst/>
              <a:gdLst>
                <a:gd name="connsiteX0" fmla="*/ 91000 w 605879"/>
                <a:gd name="connsiteY0" fmla="*/ 173662 h 437224"/>
                <a:gd name="connsiteX1" fmla="*/ 331193 w 605879"/>
                <a:gd name="connsiteY1" fmla="*/ 173662 h 437224"/>
                <a:gd name="connsiteX2" fmla="*/ 342454 w 605879"/>
                <a:gd name="connsiteY2" fmla="*/ 184882 h 437224"/>
                <a:gd name="connsiteX3" fmla="*/ 331193 w 605879"/>
                <a:gd name="connsiteY3" fmla="*/ 196102 h 437224"/>
                <a:gd name="connsiteX4" fmla="*/ 91000 w 605879"/>
                <a:gd name="connsiteY4" fmla="*/ 196102 h 437224"/>
                <a:gd name="connsiteX5" fmla="*/ 79739 w 605879"/>
                <a:gd name="connsiteY5" fmla="*/ 184882 h 437224"/>
                <a:gd name="connsiteX6" fmla="*/ 91000 w 605879"/>
                <a:gd name="connsiteY6" fmla="*/ 173662 h 437224"/>
                <a:gd name="connsiteX7" fmla="*/ 421630 w 605879"/>
                <a:gd name="connsiteY7" fmla="*/ 131441 h 437224"/>
                <a:gd name="connsiteX8" fmla="*/ 423552 w 605879"/>
                <a:gd name="connsiteY8" fmla="*/ 152274 h 437224"/>
                <a:gd name="connsiteX9" fmla="*/ 275961 w 605879"/>
                <a:gd name="connsiteY9" fmla="*/ 300986 h 437224"/>
                <a:gd name="connsiteX10" fmla="*/ 408175 w 605879"/>
                <a:gd name="connsiteY10" fmla="*/ 358277 h 437224"/>
                <a:gd name="connsiteX11" fmla="*/ 418060 w 605879"/>
                <a:gd name="connsiteY11" fmla="*/ 365267 h 437224"/>
                <a:gd name="connsiteX12" fmla="*/ 488218 w 605879"/>
                <a:gd name="connsiteY12" fmla="*/ 410360 h 437224"/>
                <a:gd name="connsiteX13" fmla="*/ 474214 w 605879"/>
                <a:gd name="connsiteY13" fmla="*/ 363348 h 437224"/>
                <a:gd name="connsiteX14" fmla="*/ 482039 w 605879"/>
                <a:gd name="connsiteY14" fmla="*/ 349916 h 437224"/>
                <a:gd name="connsiteX15" fmla="*/ 583363 w 605879"/>
                <a:gd name="connsiteY15" fmla="*/ 244928 h 437224"/>
                <a:gd name="connsiteX16" fmla="*/ 421630 w 605879"/>
                <a:gd name="connsiteY16" fmla="*/ 131441 h 437224"/>
                <a:gd name="connsiteX17" fmla="*/ 75898 w 605879"/>
                <a:gd name="connsiteY17" fmla="*/ 120173 h 437224"/>
                <a:gd name="connsiteX18" fmla="*/ 340509 w 605879"/>
                <a:gd name="connsiteY18" fmla="*/ 120173 h 437224"/>
                <a:gd name="connsiteX19" fmla="*/ 351769 w 605879"/>
                <a:gd name="connsiteY19" fmla="*/ 131428 h 437224"/>
                <a:gd name="connsiteX20" fmla="*/ 340509 w 605879"/>
                <a:gd name="connsiteY20" fmla="*/ 142683 h 437224"/>
                <a:gd name="connsiteX21" fmla="*/ 75898 w 605879"/>
                <a:gd name="connsiteY21" fmla="*/ 142683 h 437224"/>
                <a:gd name="connsiteX22" fmla="*/ 64638 w 605879"/>
                <a:gd name="connsiteY22" fmla="*/ 131428 h 437224"/>
                <a:gd name="connsiteX23" fmla="*/ 75898 w 605879"/>
                <a:gd name="connsiteY23" fmla="*/ 120173 h 437224"/>
                <a:gd name="connsiteX24" fmla="*/ 210609 w 605879"/>
                <a:gd name="connsiteY24" fmla="*/ 22478 h 437224"/>
                <a:gd name="connsiteX25" fmla="*/ 22516 w 605879"/>
                <a:gd name="connsiteY25" fmla="*/ 153508 h 437224"/>
                <a:gd name="connsiteX26" fmla="*/ 139216 w 605879"/>
                <a:gd name="connsiteY26" fmla="*/ 274807 h 437224"/>
                <a:gd name="connsiteX27" fmla="*/ 147042 w 605879"/>
                <a:gd name="connsiteY27" fmla="*/ 288102 h 437224"/>
                <a:gd name="connsiteX28" fmla="*/ 130017 w 605879"/>
                <a:gd name="connsiteY28" fmla="*/ 344297 h 437224"/>
                <a:gd name="connsiteX29" fmla="*/ 214041 w 605879"/>
                <a:gd name="connsiteY29" fmla="*/ 291254 h 437224"/>
                <a:gd name="connsiteX30" fmla="*/ 223927 w 605879"/>
                <a:gd name="connsiteY30" fmla="*/ 284264 h 437224"/>
                <a:gd name="connsiteX31" fmla="*/ 398839 w 605879"/>
                <a:gd name="connsiteY31" fmla="*/ 152960 h 437224"/>
                <a:gd name="connsiteX32" fmla="*/ 369596 w 605879"/>
                <a:gd name="connsiteY32" fmla="*/ 80592 h 437224"/>
                <a:gd name="connsiteX33" fmla="*/ 210609 w 605879"/>
                <a:gd name="connsiteY33" fmla="*/ 22478 h 437224"/>
                <a:gd name="connsiteX34" fmla="*/ 210609 w 605879"/>
                <a:gd name="connsiteY34" fmla="*/ 0 h 437224"/>
                <a:gd name="connsiteX35" fmla="*/ 385796 w 605879"/>
                <a:gd name="connsiteY35" fmla="*/ 64967 h 437224"/>
                <a:gd name="connsiteX36" fmla="*/ 414079 w 605879"/>
                <a:gd name="connsiteY36" fmla="*/ 109100 h 437224"/>
                <a:gd name="connsiteX37" fmla="*/ 419845 w 605879"/>
                <a:gd name="connsiteY37" fmla="*/ 108963 h 437224"/>
                <a:gd name="connsiteX38" fmla="*/ 605879 w 605879"/>
                <a:gd name="connsiteY38" fmla="*/ 244928 h 437224"/>
                <a:gd name="connsiteX39" fmla="*/ 498515 w 605879"/>
                <a:gd name="connsiteY39" fmla="*/ 368420 h 437224"/>
                <a:gd name="connsiteX40" fmla="*/ 516088 w 605879"/>
                <a:gd name="connsiteY40" fmla="*/ 414609 h 437224"/>
                <a:gd name="connsiteX41" fmla="*/ 522953 w 605879"/>
                <a:gd name="connsiteY41" fmla="*/ 428178 h 437224"/>
                <a:gd name="connsiteX42" fmla="*/ 510185 w 605879"/>
                <a:gd name="connsiteY42" fmla="*/ 437224 h 437224"/>
                <a:gd name="connsiteX43" fmla="*/ 400487 w 605879"/>
                <a:gd name="connsiteY43" fmla="*/ 380344 h 437224"/>
                <a:gd name="connsiteX44" fmla="*/ 250836 w 605879"/>
                <a:gd name="connsiteY44" fmla="*/ 304275 h 437224"/>
                <a:gd name="connsiteX45" fmla="*/ 231752 w 605879"/>
                <a:gd name="connsiteY45" fmla="*/ 306331 h 437224"/>
                <a:gd name="connsiteX46" fmla="*/ 107639 w 605879"/>
                <a:gd name="connsiteY46" fmla="*/ 371161 h 437224"/>
                <a:gd name="connsiteX47" fmla="*/ 94596 w 605879"/>
                <a:gd name="connsiteY47" fmla="*/ 361978 h 437224"/>
                <a:gd name="connsiteX48" fmla="*/ 102009 w 605879"/>
                <a:gd name="connsiteY48" fmla="*/ 348135 h 437224"/>
                <a:gd name="connsiteX49" fmla="*/ 122741 w 605879"/>
                <a:gd name="connsiteY49" fmla="*/ 293173 h 437224"/>
                <a:gd name="connsiteX50" fmla="*/ 0 w 605879"/>
                <a:gd name="connsiteY50" fmla="*/ 153508 h 437224"/>
                <a:gd name="connsiteX51" fmla="*/ 210609 w 605879"/>
                <a:gd name="connsiteY51" fmla="*/ 0 h 43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05879" h="437224">
                  <a:moveTo>
                    <a:pt x="91000" y="173662"/>
                  </a:moveTo>
                  <a:lnTo>
                    <a:pt x="331193" y="173662"/>
                  </a:lnTo>
                  <a:cubicBezTo>
                    <a:pt x="337373" y="173662"/>
                    <a:pt x="342454" y="178725"/>
                    <a:pt x="342454" y="184882"/>
                  </a:cubicBezTo>
                  <a:cubicBezTo>
                    <a:pt x="342454" y="191040"/>
                    <a:pt x="337373" y="196102"/>
                    <a:pt x="331193" y="196102"/>
                  </a:cubicBezTo>
                  <a:lnTo>
                    <a:pt x="91000" y="196102"/>
                  </a:lnTo>
                  <a:cubicBezTo>
                    <a:pt x="84683" y="196102"/>
                    <a:pt x="79739" y="191040"/>
                    <a:pt x="79739" y="184882"/>
                  </a:cubicBezTo>
                  <a:cubicBezTo>
                    <a:pt x="79739" y="178725"/>
                    <a:pt x="84683" y="173662"/>
                    <a:pt x="91000" y="173662"/>
                  </a:cubicBezTo>
                  <a:close/>
                  <a:moveTo>
                    <a:pt x="421630" y="131441"/>
                  </a:moveTo>
                  <a:cubicBezTo>
                    <a:pt x="423003" y="138294"/>
                    <a:pt x="423552" y="145284"/>
                    <a:pt x="423552" y="152274"/>
                  </a:cubicBezTo>
                  <a:cubicBezTo>
                    <a:pt x="423552" y="220668"/>
                    <a:pt x="362456" y="281249"/>
                    <a:pt x="275961" y="300986"/>
                  </a:cubicBezTo>
                  <a:cubicBezTo>
                    <a:pt x="302047" y="334017"/>
                    <a:pt x="350924" y="355536"/>
                    <a:pt x="408175" y="358277"/>
                  </a:cubicBezTo>
                  <a:cubicBezTo>
                    <a:pt x="412569" y="358551"/>
                    <a:pt x="416413" y="361293"/>
                    <a:pt x="418060" y="365267"/>
                  </a:cubicBezTo>
                  <a:cubicBezTo>
                    <a:pt x="427259" y="388019"/>
                    <a:pt x="463505" y="403370"/>
                    <a:pt x="488218" y="410360"/>
                  </a:cubicBezTo>
                  <a:cubicBezTo>
                    <a:pt x="483962" y="399944"/>
                    <a:pt x="479156" y="385004"/>
                    <a:pt x="474214" y="363348"/>
                  </a:cubicBezTo>
                  <a:cubicBezTo>
                    <a:pt x="472841" y="357455"/>
                    <a:pt x="476273" y="351698"/>
                    <a:pt x="482039" y="349916"/>
                  </a:cubicBezTo>
                  <a:cubicBezTo>
                    <a:pt x="543685" y="332236"/>
                    <a:pt x="583500" y="290980"/>
                    <a:pt x="583363" y="244928"/>
                  </a:cubicBezTo>
                  <a:cubicBezTo>
                    <a:pt x="583363" y="182839"/>
                    <a:pt x="511009" y="132126"/>
                    <a:pt x="421630" y="131441"/>
                  </a:cubicBezTo>
                  <a:close/>
                  <a:moveTo>
                    <a:pt x="75898" y="120173"/>
                  </a:moveTo>
                  <a:lnTo>
                    <a:pt x="340509" y="120173"/>
                  </a:lnTo>
                  <a:cubicBezTo>
                    <a:pt x="346826" y="120173"/>
                    <a:pt x="351769" y="125114"/>
                    <a:pt x="351769" y="131428"/>
                  </a:cubicBezTo>
                  <a:cubicBezTo>
                    <a:pt x="351769" y="137604"/>
                    <a:pt x="346826" y="142683"/>
                    <a:pt x="340509" y="142683"/>
                  </a:cubicBezTo>
                  <a:lnTo>
                    <a:pt x="75898" y="142683"/>
                  </a:lnTo>
                  <a:cubicBezTo>
                    <a:pt x="69719" y="142683"/>
                    <a:pt x="64638" y="137604"/>
                    <a:pt x="64638" y="131428"/>
                  </a:cubicBezTo>
                  <a:cubicBezTo>
                    <a:pt x="64638" y="125114"/>
                    <a:pt x="69719" y="120173"/>
                    <a:pt x="75898" y="120173"/>
                  </a:cubicBezTo>
                  <a:close/>
                  <a:moveTo>
                    <a:pt x="210609" y="22478"/>
                  </a:moveTo>
                  <a:cubicBezTo>
                    <a:pt x="106952" y="22478"/>
                    <a:pt x="22516" y="81277"/>
                    <a:pt x="22516" y="153508"/>
                  </a:cubicBezTo>
                  <a:cubicBezTo>
                    <a:pt x="22516" y="206688"/>
                    <a:pt x="68372" y="254385"/>
                    <a:pt x="139216" y="274807"/>
                  </a:cubicBezTo>
                  <a:cubicBezTo>
                    <a:pt x="144983" y="276452"/>
                    <a:pt x="148415" y="282208"/>
                    <a:pt x="147042" y="288102"/>
                  </a:cubicBezTo>
                  <a:cubicBezTo>
                    <a:pt x="140864" y="314966"/>
                    <a:pt x="135097" y="332647"/>
                    <a:pt x="130017" y="344297"/>
                  </a:cubicBezTo>
                  <a:cubicBezTo>
                    <a:pt x="158437" y="336622"/>
                    <a:pt x="203058" y="318667"/>
                    <a:pt x="214041" y="291254"/>
                  </a:cubicBezTo>
                  <a:cubicBezTo>
                    <a:pt x="215689" y="287280"/>
                    <a:pt x="219533" y="284538"/>
                    <a:pt x="223927" y="284264"/>
                  </a:cubicBezTo>
                  <a:cubicBezTo>
                    <a:pt x="320170" y="279604"/>
                    <a:pt x="395407" y="223135"/>
                    <a:pt x="398839" y="152960"/>
                  </a:cubicBezTo>
                  <a:cubicBezTo>
                    <a:pt x="400075" y="126918"/>
                    <a:pt x="389915" y="101836"/>
                    <a:pt x="369596" y="80592"/>
                  </a:cubicBezTo>
                  <a:cubicBezTo>
                    <a:pt x="334860" y="44133"/>
                    <a:pt x="275412" y="22478"/>
                    <a:pt x="210609" y="22478"/>
                  </a:cubicBezTo>
                  <a:close/>
                  <a:moveTo>
                    <a:pt x="210609" y="0"/>
                  </a:moveTo>
                  <a:cubicBezTo>
                    <a:pt x="281453" y="0"/>
                    <a:pt x="346942" y="24260"/>
                    <a:pt x="385796" y="64967"/>
                  </a:cubicBezTo>
                  <a:cubicBezTo>
                    <a:pt x="398702" y="78536"/>
                    <a:pt x="408175" y="93338"/>
                    <a:pt x="414079" y="109100"/>
                  </a:cubicBezTo>
                  <a:cubicBezTo>
                    <a:pt x="416001" y="108963"/>
                    <a:pt x="417923" y="108963"/>
                    <a:pt x="419845" y="108963"/>
                  </a:cubicBezTo>
                  <a:cubicBezTo>
                    <a:pt x="522404" y="108963"/>
                    <a:pt x="606016" y="169955"/>
                    <a:pt x="605879" y="244928"/>
                  </a:cubicBezTo>
                  <a:cubicBezTo>
                    <a:pt x="605879" y="298519"/>
                    <a:pt x="564141" y="346079"/>
                    <a:pt x="498515" y="368420"/>
                  </a:cubicBezTo>
                  <a:cubicBezTo>
                    <a:pt x="506066" y="398025"/>
                    <a:pt x="512931" y="412279"/>
                    <a:pt x="516088" y="414609"/>
                  </a:cubicBezTo>
                  <a:cubicBezTo>
                    <a:pt x="524601" y="418858"/>
                    <a:pt x="523228" y="426671"/>
                    <a:pt x="522953" y="428178"/>
                  </a:cubicBezTo>
                  <a:cubicBezTo>
                    <a:pt x="522541" y="429686"/>
                    <a:pt x="520207" y="437224"/>
                    <a:pt x="510185" y="437224"/>
                  </a:cubicBezTo>
                  <a:cubicBezTo>
                    <a:pt x="497828" y="437224"/>
                    <a:pt x="423689" y="421325"/>
                    <a:pt x="400487" y="380344"/>
                  </a:cubicBezTo>
                  <a:cubicBezTo>
                    <a:pt x="333899" y="375410"/>
                    <a:pt x="277746" y="346764"/>
                    <a:pt x="250836" y="304275"/>
                  </a:cubicBezTo>
                  <a:cubicBezTo>
                    <a:pt x="244521" y="305098"/>
                    <a:pt x="238205" y="305783"/>
                    <a:pt x="231752" y="306331"/>
                  </a:cubicBezTo>
                  <a:cubicBezTo>
                    <a:pt x="206216" y="353069"/>
                    <a:pt x="121643" y="371161"/>
                    <a:pt x="107639" y="371161"/>
                  </a:cubicBezTo>
                  <a:cubicBezTo>
                    <a:pt x="97616" y="371161"/>
                    <a:pt x="95145" y="364171"/>
                    <a:pt x="94596" y="361978"/>
                  </a:cubicBezTo>
                  <a:cubicBezTo>
                    <a:pt x="94184" y="360470"/>
                    <a:pt x="92948" y="352658"/>
                    <a:pt x="102009" y="348135"/>
                  </a:cubicBezTo>
                  <a:cubicBezTo>
                    <a:pt x="105030" y="345942"/>
                    <a:pt x="113130" y="331550"/>
                    <a:pt x="122741" y="293173"/>
                  </a:cubicBezTo>
                  <a:cubicBezTo>
                    <a:pt x="47778" y="268228"/>
                    <a:pt x="0" y="214226"/>
                    <a:pt x="0" y="153508"/>
                  </a:cubicBezTo>
                  <a:cubicBezTo>
                    <a:pt x="0" y="68804"/>
                    <a:pt x="94458" y="0"/>
                    <a:pt x="2106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íṩḻíḓê">
              <a:extLst>
                <a:ext uri="{FF2B5EF4-FFF2-40B4-BE49-F238E27FC236}">
                  <a16:creationId xmlns:a16="http://schemas.microsoft.com/office/drawing/2014/main" xmlns="" id="{4B301C5F-114A-4BBF-8A8E-9830491E98CB}"/>
                </a:ext>
              </a:extLst>
            </p:cNvPr>
            <p:cNvSpPr/>
            <p:nvPr/>
          </p:nvSpPr>
          <p:spPr bwMode="auto">
            <a:xfrm>
              <a:off x="9011740" y="5319874"/>
              <a:ext cx="2429388" cy="6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 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When you copy &amp; paste, choose "keep text only" option.</a:t>
              </a:r>
            </a:p>
          </p:txBody>
        </p:sp>
        <p:sp>
          <p:nvSpPr>
            <p:cNvPr id="32" name="îśḻíḋé">
              <a:extLst>
                <a:ext uri="{FF2B5EF4-FFF2-40B4-BE49-F238E27FC236}">
                  <a16:creationId xmlns:a16="http://schemas.microsoft.com/office/drawing/2014/main" xmlns="" id="{BEF2C671-7E25-4A8F-B01B-191BDEB8AA47}"/>
                </a:ext>
              </a:extLst>
            </p:cNvPr>
            <p:cNvSpPr txBox="1"/>
            <p:nvPr/>
          </p:nvSpPr>
          <p:spPr bwMode="auto">
            <a:xfrm>
              <a:off x="9011739" y="4906994"/>
              <a:ext cx="24293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b="1" dirty="0">
                  <a:solidFill>
                    <a:schemeClr val="accent1"/>
                  </a:solidFill>
                </a:rPr>
                <a:t>Text here</a:t>
              </a:r>
            </a:p>
          </p:txBody>
        </p:sp>
        <p:sp>
          <p:nvSpPr>
            <p:cNvPr id="33" name="išlïḍé">
              <a:extLst>
                <a:ext uri="{FF2B5EF4-FFF2-40B4-BE49-F238E27FC236}">
                  <a16:creationId xmlns:a16="http://schemas.microsoft.com/office/drawing/2014/main" xmlns="" id="{70E42DE2-2F12-442D-9C49-9851CFF3B23B}"/>
                </a:ext>
              </a:extLst>
            </p:cNvPr>
            <p:cNvSpPr/>
            <p:nvPr/>
          </p:nvSpPr>
          <p:spPr bwMode="auto">
            <a:xfrm>
              <a:off x="8373193" y="5000091"/>
              <a:ext cx="461080" cy="460384"/>
            </a:xfrm>
            <a:custGeom>
              <a:avLst/>
              <a:gdLst>
                <a:gd name="connsiteX0" fmla="*/ 303775 w 607639"/>
                <a:gd name="connsiteY0" fmla="*/ 525007 h 606722"/>
                <a:gd name="connsiteX1" fmla="*/ 315710 w 607639"/>
                <a:gd name="connsiteY1" fmla="*/ 536902 h 606722"/>
                <a:gd name="connsiteX2" fmla="*/ 315710 w 607639"/>
                <a:gd name="connsiteY2" fmla="*/ 552347 h 606722"/>
                <a:gd name="connsiteX3" fmla="*/ 303775 w 607639"/>
                <a:gd name="connsiteY3" fmla="*/ 564241 h 606722"/>
                <a:gd name="connsiteX4" fmla="*/ 291929 w 607639"/>
                <a:gd name="connsiteY4" fmla="*/ 552347 h 606722"/>
                <a:gd name="connsiteX5" fmla="*/ 291929 w 607639"/>
                <a:gd name="connsiteY5" fmla="*/ 536902 h 606722"/>
                <a:gd name="connsiteX6" fmla="*/ 303775 w 607639"/>
                <a:gd name="connsiteY6" fmla="*/ 525007 h 606722"/>
                <a:gd name="connsiteX7" fmla="*/ 429885 w 607639"/>
                <a:gd name="connsiteY7" fmla="*/ 509483 h 606722"/>
                <a:gd name="connsiteX8" fmla="*/ 441811 w 607639"/>
                <a:gd name="connsiteY8" fmla="*/ 521409 h 606722"/>
                <a:gd name="connsiteX9" fmla="*/ 429885 w 607639"/>
                <a:gd name="connsiteY9" fmla="*/ 533335 h 606722"/>
                <a:gd name="connsiteX10" fmla="*/ 417959 w 607639"/>
                <a:gd name="connsiteY10" fmla="*/ 521409 h 606722"/>
                <a:gd name="connsiteX11" fmla="*/ 429885 w 607639"/>
                <a:gd name="connsiteY11" fmla="*/ 509483 h 606722"/>
                <a:gd name="connsiteX12" fmla="*/ 177720 w 607639"/>
                <a:gd name="connsiteY12" fmla="*/ 509483 h 606722"/>
                <a:gd name="connsiteX13" fmla="*/ 189611 w 607639"/>
                <a:gd name="connsiteY13" fmla="*/ 521409 h 606722"/>
                <a:gd name="connsiteX14" fmla="*/ 177720 w 607639"/>
                <a:gd name="connsiteY14" fmla="*/ 533335 h 606722"/>
                <a:gd name="connsiteX15" fmla="*/ 165829 w 607639"/>
                <a:gd name="connsiteY15" fmla="*/ 521409 h 606722"/>
                <a:gd name="connsiteX16" fmla="*/ 177720 w 607639"/>
                <a:gd name="connsiteY16" fmla="*/ 509483 h 606722"/>
                <a:gd name="connsiteX17" fmla="*/ 522185 w 607639"/>
                <a:gd name="connsiteY17" fmla="*/ 417324 h 606722"/>
                <a:gd name="connsiteX18" fmla="*/ 534111 w 607639"/>
                <a:gd name="connsiteY18" fmla="*/ 429250 h 606722"/>
                <a:gd name="connsiteX19" fmla="*/ 522185 w 607639"/>
                <a:gd name="connsiteY19" fmla="*/ 441176 h 606722"/>
                <a:gd name="connsiteX20" fmla="*/ 510259 w 607639"/>
                <a:gd name="connsiteY20" fmla="*/ 429250 h 606722"/>
                <a:gd name="connsiteX21" fmla="*/ 522185 w 607639"/>
                <a:gd name="connsiteY21" fmla="*/ 417324 h 606722"/>
                <a:gd name="connsiteX22" fmla="*/ 85420 w 607639"/>
                <a:gd name="connsiteY22" fmla="*/ 417324 h 606722"/>
                <a:gd name="connsiteX23" fmla="*/ 97311 w 607639"/>
                <a:gd name="connsiteY23" fmla="*/ 429250 h 606722"/>
                <a:gd name="connsiteX24" fmla="*/ 85420 w 607639"/>
                <a:gd name="connsiteY24" fmla="*/ 441176 h 606722"/>
                <a:gd name="connsiteX25" fmla="*/ 73529 w 607639"/>
                <a:gd name="connsiteY25" fmla="*/ 429250 h 606722"/>
                <a:gd name="connsiteX26" fmla="*/ 85420 w 607639"/>
                <a:gd name="connsiteY26" fmla="*/ 417324 h 606722"/>
                <a:gd name="connsiteX27" fmla="*/ 537643 w 607639"/>
                <a:gd name="connsiteY27" fmla="*/ 291506 h 606722"/>
                <a:gd name="connsiteX28" fmla="*/ 555628 w 607639"/>
                <a:gd name="connsiteY28" fmla="*/ 291506 h 606722"/>
                <a:gd name="connsiteX29" fmla="*/ 567558 w 607639"/>
                <a:gd name="connsiteY29" fmla="*/ 303316 h 606722"/>
                <a:gd name="connsiteX30" fmla="*/ 555628 w 607639"/>
                <a:gd name="connsiteY30" fmla="*/ 315216 h 606722"/>
                <a:gd name="connsiteX31" fmla="*/ 537643 w 607639"/>
                <a:gd name="connsiteY31" fmla="*/ 315216 h 606722"/>
                <a:gd name="connsiteX32" fmla="*/ 525713 w 607639"/>
                <a:gd name="connsiteY32" fmla="*/ 303316 h 606722"/>
                <a:gd name="connsiteX33" fmla="*/ 537643 w 607639"/>
                <a:gd name="connsiteY33" fmla="*/ 291506 h 606722"/>
                <a:gd name="connsiteX34" fmla="*/ 51991 w 607639"/>
                <a:gd name="connsiteY34" fmla="*/ 291506 h 606722"/>
                <a:gd name="connsiteX35" fmla="*/ 69946 w 607639"/>
                <a:gd name="connsiteY35" fmla="*/ 291506 h 606722"/>
                <a:gd name="connsiteX36" fmla="*/ 81856 w 607639"/>
                <a:gd name="connsiteY36" fmla="*/ 303316 h 606722"/>
                <a:gd name="connsiteX37" fmla="*/ 69946 w 607639"/>
                <a:gd name="connsiteY37" fmla="*/ 315216 h 606722"/>
                <a:gd name="connsiteX38" fmla="*/ 51991 w 607639"/>
                <a:gd name="connsiteY38" fmla="*/ 315216 h 606722"/>
                <a:gd name="connsiteX39" fmla="*/ 40081 w 607639"/>
                <a:gd name="connsiteY39" fmla="*/ 303316 h 606722"/>
                <a:gd name="connsiteX40" fmla="*/ 51991 w 607639"/>
                <a:gd name="connsiteY40" fmla="*/ 291506 h 606722"/>
                <a:gd name="connsiteX41" fmla="*/ 412608 w 607639"/>
                <a:gd name="connsiteY41" fmla="*/ 222096 h 606722"/>
                <a:gd name="connsiteX42" fmla="*/ 345491 w 607639"/>
                <a:gd name="connsiteY42" fmla="*/ 334245 h 606722"/>
                <a:gd name="connsiteX43" fmla="*/ 412608 w 607639"/>
                <a:gd name="connsiteY43" fmla="*/ 334245 h 606722"/>
                <a:gd name="connsiteX44" fmla="*/ 427651 w 607639"/>
                <a:gd name="connsiteY44" fmla="*/ 167533 h 606722"/>
                <a:gd name="connsiteX45" fmla="*/ 436375 w 607639"/>
                <a:gd name="connsiteY45" fmla="*/ 178996 h 606722"/>
                <a:gd name="connsiteX46" fmla="*/ 436375 w 607639"/>
                <a:gd name="connsiteY46" fmla="*/ 334245 h 606722"/>
                <a:gd name="connsiteX47" fmla="*/ 469399 w 607639"/>
                <a:gd name="connsiteY47" fmla="*/ 334245 h 606722"/>
                <a:gd name="connsiteX48" fmla="*/ 481327 w 607639"/>
                <a:gd name="connsiteY48" fmla="*/ 346153 h 606722"/>
                <a:gd name="connsiteX49" fmla="*/ 469399 w 607639"/>
                <a:gd name="connsiteY49" fmla="*/ 357973 h 606722"/>
                <a:gd name="connsiteX50" fmla="*/ 436375 w 607639"/>
                <a:gd name="connsiteY50" fmla="*/ 357973 h 606722"/>
                <a:gd name="connsiteX51" fmla="*/ 436375 w 607639"/>
                <a:gd name="connsiteY51" fmla="*/ 427733 h 606722"/>
                <a:gd name="connsiteX52" fmla="*/ 424536 w 607639"/>
                <a:gd name="connsiteY52" fmla="*/ 439552 h 606722"/>
                <a:gd name="connsiteX53" fmla="*/ 412608 w 607639"/>
                <a:gd name="connsiteY53" fmla="*/ 427733 h 606722"/>
                <a:gd name="connsiteX54" fmla="*/ 412608 w 607639"/>
                <a:gd name="connsiteY54" fmla="*/ 357973 h 606722"/>
                <a:gd name="connsiteX55" fmla="*/ 324573 w 607639"/>
                <a:gd name="connsiteY55" fmla="*/ 357973 h 606722"/>
                <a:gd name="connsiteX56" fmla="*/ 314158 w 607639"/>
                <a:gd name="connsiteY56" fmla="*/ 352019 h 606722"/>
                <a:gd name="connsiteX57" fmla="*/ 314336 w 607639"/>
                <a:gd name="connsiteY57" fmla="*/ 340022 h 606722"/>
                <a:gd name="connsiteX58" fmla="*/ 414299 w 607639"/>
                <a:gd name="connsiteY58" fmla="*/ 172953 h 606722"/>
                <a:gd name="connsiteX59" fmla="*/ 427651 w 607639"/>
                <a:gd name="connsiteY59" fmla="*/ 167533 h 606722"/>
                <a:gd name="connsiteX60" fmla="*/ 216270 w 607639"/>
                <a:gd name="connsiteY60" fmla="*/ 167099 h 606722"/>
                <a:gd name="connsiteX61" fmla="*/ 290518 w 607639"/>
                <a:gd name="connsiteY61" fmla="*/ 241210 h 606722"/>
                <a:gd name="connsiteX62" fmla="*/ 242978 w 607639"/>
                <a:gd name="connsiteY62" fmla="*/ 355754 h 606722"/>
                <a:gd name="connsiteX63" fmla="*/ 182707 w 607639"/>
                <a:gd name="connsiteY63" fmla="*/ 415825 h 606722"/>
                <a:gd name="connsiteX64" fmla="*/ 278588 w 607639"/>
                <a:gd name="connsiteY64" fmla="*/ 415825 h 606722"/>
                <a:gd name="connsiteX65" fmla="*/ 290518 w 607639"/>
                <a:gd name="connsiteY65" fmla="*/ 427734 h 606722"/>
                <a:gd name="connsiteX66" fmla="*/ 278588 w 607639"/>
                <a:gd name="connsiteY66" fmla="*/ 439552 h 606722"/>
                <a:gd name="connsiteX67" fmla="*/ 154040 w 607639"/>
                <a:gd name="connsiteY67" fmla="*/ 439552 h 606722"/>
                <a:gd name="connsiteX68" fmla="*/ 143001 w 607639"/>
                <a:gd name="connsiteY68" fmla="*/ 432265 h 606722"/>
                <a:gd name="connsiteX69" fmla="*/ 145582 w 607639"/>
                <a:gd name="connsiteY69" fmla="*/ 419292 h 606722"/>
                <a:gd name="connsiteX70" fmla="*/ 226152 w 607639"/>
                <a:gd name="connsiteY70" fmla="*/ 338959 h 606722"/>
                <a:gd name="connsiteX71" fmla="*/ 266659 w 607639"/>
                <a:gd name="connsiteY71" fmla="*/ 241210 h 606722"/>
                <a:gd name="connsiteX72" fmla="*/ 216270 w 607639"/>
                <a:gd name="connsiteY72" fmla="*/ 190914 h 606722"/>
                <a:gd name="connsiteX73" fmla="*/ 165880 w 607639"/>
                <a:gd name="connsiteY73" fmla="*/ 241210 h 606722"/>
                <a:gd name="connsiteX74" fmla="*/ 154040 w 607639"/>
                <a:gd name="connsiteY74" fmla="*/ 253029 h 606722"/>
                <a:gd name="connsiteX75" fmla="*/ 142110 w 607639"/>
                <a:gd name="connsiteY75" fmla="*/ 241210 h 606722"/>
                <a:gd name="connsiteX76" fmla="*/ 216270 w 607639"/>
                <a:gd name="connsiteY76" fmla="*/ 167099 h 606722"/>
                <a:gd name="connsiteX77" fmla="*/ 522185 w 607639"/>
                <a:gd name="connsiteY77" fmla="*/ 165547 h 606722"/>
                <a:gd name="connsiteX78" fmla="*/ 534111 w 607639"/>
                <a:gd name="connsiteY78" fmla="*/ 177438 h 606722"/>
                <a:gd name="connsiteX79" fmla="*/ 522185 w 607639"/>
                <a:gd name="connsiteY79" fmla="*/ 189329 h 606722"/>
                <a:gd name="connsiteX80" fmla="*/ 510259 w 607639"/>
                <a:gd name="connsiteY80" fmla="*/ 177438 h 606722"/>
                <a:gd name="connsiteX81" fmla="*/ 522185 w 607639"/>
                <a:gd name="connsiteY81" fmla="*/ 165547 h 606722"/>
                <a:gd name="connsiteX82" fmla="*/ 85420 w 607639"/>
                <a:gd name="connsiteY82" fmla="*/ 165547 h 606722"/>
                <a:gd name="connsiteX83" fmla="*/ 97311 w 607639"/>
                <a:gd name="connsiteY83" fmla="*/ 177438 h 606722"/>
                <a:gd name="connsiteX84" fmla="*/ 85420 w 607639"/>
                <a:gd name="connsiteY84" fmla="*/ 189329 h 606722"/>
                <a:gd name="connsiteX85" fmla="*/ 73529 w 607639"/>
                <a:gd name="connsiteY85" fmla="*/ 177438 h 606722"/>
                <a:gd name="connsiteX86" fmla="*/ 85420 w 607639"/>
                <a:gd name="connsiteY86" fmla="*/ 165547 h 606722"/>
                <a:gd name="connsiteX87" fmla="*/ 429885 w 607639"/>
                <a:gd name="connsiteY87" fmla="*/ 73388 h 606722"/>
                <a:gd name="connsiteX88" fmla="*/ 441811 w 607639"/>
                <a:gd name="connsiteY88" fmla="*/ 85279 h 606722"/>
                <a:gd name="connsiteX89" fmla="*/ 429885 w 607639"/>
                <a:gd name="connsiteY89" fmla="*/ 97170 h 606722"/>
                <a:gd name="connsiteX90" fmla="*/ 417959 w 607639"/>
                <a:gd name="connsiteY90" fmla="*/ 85279 h 606722"/>
                <a:gd name="connsiteX91" fmla="*/ 429885 w 607639"/>
                <a:gd name="connsiteY91" fmla="*/ 73388 h 606722"/>
                <a:gd name="connsiteX92" fmla="*/ 177720 w 607639"/>
                <a:gd name="connsiteY92" fmla="*/ 73388 h 606722"/>
                <a:gd name="connsiteX93" fmla="*/ 189611 w 607639"/>
                <a:gd name="connsiteY93" fmla="*/ 85279 h 606722"/>
                <a:gd name="connsiteX94" fmla="*/ 177720 w 607639"/>
                <a:gd name="connsiteY94" fmla="*/ 97170 h 606722"/>
                <a:gd name="connsiteX95" fmla="*/ 165829 w 607639"/>
                <a:gd name="connsiteY95" fmla="*/ 85279 h 606722"/>
                <a:gd name="connsiteX96" fmla="*/ 177720 w 607639"/>
                <a:gd name="connsiteY96" fmla="*/ 73388 h 606722"/>
                <a:gd name="connsiteX97" fmla="*/ 303775 w 607639"/>
                <a:gd name="connsiteY97" fmla="*/ 42480 h 606722"/>
                <a:gd name="connsiteX98" fmla="*/ 315710 w 607639"/>
                <a:gd name="connsiteY98" fmla="*/ 54396 h 606722"/>
                <a:gd name="connsiteX99" fmla="*/ 315710 w 607639"/>
                <a:gd name="connsiteY99" fmla="*/ 69869 h 606722"/>
                <a:gd name="connsiteX100" fmla="*/ 303775 w 607639"/>
                <a:gd name="connsiteY100" fmla="*/ 81785 h 606722"/>
                <a:gd name="connsiteX101" fmla="*/ 291929 w 607639"/>
                <a:gd name="connsiteY101" fmla="*/ 69869 h 606722"/>
                <a:gd name="connsiteX102" fmla="*/ 291929 w 607639"/>
                <a:gd name="connsiteY102" fmla="*/ 54396 h 606722"/>
                <a:gd name="connsiteX103" fmla="*/ 303775 w 607639"/>
                <a:gd name="connsiteY103" fmla="*/ 42480 h 606722"/>
                <a:gd name="connsiteX104" fmla="*/ 303775 w 607639"/>
                <a:gd name="connsiteY104" fmla="*/ 0 h 606722"/>
                <a:gd name="connsiteX105" fmla="*/ 537058 w 607639"/>
                <a:gd name="connsiteY105" fmla="*/ 108956 h 606722"/>
                <a:gd name="connsiteX106" fmla="*/ 537058 w 607639"/>
                <a:gd name="connsiteY106" fmla="*/ 93048 h 606722"/>
                <a:gd name="connsiteX107" fmla="*/ 548895 w 607639"/>
                <a:gd name="connsiteY107" fmla="*/ 81139 h 606722"/>
                <a:gd name="connsiteX108" fmla="*/ 560822 w 607639"/>
                <a:gd name="connsiteY108" fmla="*/ 93048 h 606722"/>
                <a:gd name="connsiteX109" fmla="*/ 560822 w 607639"/>
                <a:gd name="connsiteY109" fmla="*/ 138994 h 606722"/>
                <a:gd name="connsiteX110" fmla="*/ 548895 w 607639"/>
                <a:gd name="connsiteY110" fmla="*/ 150903 h 606722"/>
                <a:gd name="connsiteX111" fmla="*/ 502880 w 607639"/>
                <a:gd name="connsiteY111" fmla="*/ 150903 h 606722"/>
                <a:gd name="connsiteX112" fmla="*/ 490953 w 607639"/>
                <a:gd name="connsiteY112" fmla="*/ 138994 h 606722"/>
                <a:gd name="connsiteX113" fmla="*/ 502880 w 607639"/>
                <a:gd name="connsiteY113" fmla="*/ 127174 h 606722"/>
                <a:gd name="connsiteX114" fmla="*/ 521126 w 607639"/>
                <a:gd name="connsiteY114" fmla="*/ 127174 h 606722"/>
                <a:gd name="connsiteX115" fmla="*/ 303775 w 607639"/>
                <a:gd name="connsiteY115" fmla="*/ 23728 h 606722"/>
                <a:gd name="connsiteX116" fmla="*/ 23764 w 607639"/>
                <a:gd name="connsiteY116" fmla="*/ 303316 h 606722"/>
                <a:gd name="connsiteX117" fmla="*/ 303775 w 607639"/>
                <a:gd name="connsiteY117" fmla="*/ 582905 h 606722"/>
                <a:gd name="connsiteX118" fmla="*/ 583786 w 607639"/>
                <a:gd name="connsiteY118" fmla="*/ 303316 h 606722"/>
                <a:gd name="connsiteX119" fmla="*/ 573906 w 607639"/>
                <a:gd name="connsiteY119" fmla="*/ 229376 h 606722"/>
                <a:gd name="connsiteX120" fmla="*/ 582273 w 607639"/>
                <a:gd name="connsiteY120" fmla="*/ 214801 h 606722"/>
                <a:gd name="connsiteX121" fmla="*/ 596869 w 607639"/>
                <a:gd name="connsiteY121" fmla="*/ 223066 h 606722"/>
                <a:gd name="connsiteX122" fmla="*/ 607639 w 607639"/>
                <a:gd name="connsiteY122" fmla="*/ 303316 h 606722"/>
                <a:gd name="connsiteX123" fmla="*/ 303775 w 607639"/>
                <a:gd name="connsiteY123" fmla="*/ 606722 h 606722"/>
                <a:gd name="connsiteX124" fmla="*/ 0 w 607639"/>
                <a:gd name="connsiteY124" fmla="*/ 303316 h 606722"/>
                <a:gd name="connsiteX125" fmla="*/ 303775 w 607639"/>
                <a:gd name="connsiteY125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07639" h="606722">
                  <a:moveTo>
                    <a:pt x="303775" y="525007"/>
                  </a:moveTo>
                  <a:cubicBezTo>
                    <a:pt x="310366" y="525007"/>
                    <a:pt x="315710" y="530333"/>
                    <a:pt x="315710" y="536902"/>
                  </a:cubicBezTo>
                  <a:lnTo>
                    <a:pt x="315710" y="552347"/>
                  </a:lnTo>
                  <a:cubicBezTo>
                    <a:pt x="315710" y="558915"/>
                    <a:pt x="310366" y="564241"/>
                    <a:pt x="303775" y="564241"/>
                  </a:cubicBezTo>
                  <a:cubicBezTo>
                    <a:pt x="297184" y="564241"/>
                    <a:pt x="291929" y="558915"/>
                    <a:pt x="291929" y="552347"/>
                  </a:cubicBezTo>
                  <a:lnTo>
                    <a:pt x="291929" y="536902"/>
                  </a:lnTo>
                  <a:cubicBezTo>
                    <a:pt x="291929" y="530333"/>
                    <a:pt x="297184" y="525007"/>
                    <a:pt x="303775" y="525007"/>
                  </a:cubicBezTo>
                  <a:close/>
                  <a:moveTo>
                    <a:pt x="429885" y="509483"/>
                  </a:moveTo>
                  <a:cubicBezTo>
                    <a:pt x="436472" y="509483"/>
                    <a:pt x="441811" y="514822"/>
                    <a:pt x="441811" y="521409"/>
                  </a:cubicBezTo>
                  <a:cubicBezTo>
                    <a:pt x="441811" y="527996"/>
                    <a:pt x="436472" y="533335"/>
                    <a:pt x="429885" y="533335"/>
                  </a:cubicBezTo>
                  <a:cubicBezTo>
                    <a:pt x="423298" y="533335"/>
                    <a:pt x="417959" y="527996"/>
                    <a:pt x="417959" y="521409"/>
                  </a:cubicBezTo>
                  <a:cubicBezTo>
                    <a:pt x="417959" y="514822"/>
                    <a:pt x="423298" y="509483"/>
                    <a:pt x="429885" y="509483"/>
                  </a:cubicBezTo>
                  <a:close/>
                  <a:moveTo>
                    <a:pt x="177720" y="509483"/>
                  </a:moveTo>
                  <a:cubicBezTo>
                    <a:pt x="184287" y="509483"/>
                    <a:pt x="189611" y="514822"/>
                    <a:pt x="189611" y="521409"/>
                  </a:cubicBezTo>
                  <a:cubicBezTo>
                    <a:pt x="189611" y="527996"/>
                    <a:pt x="184287" y="533335"/>
                    <a:pt x="177720" y="533335"/>
                  </a:cubicBezTo>
                  <a:cubicBezTo>
                    <a:pt x="171153" y="533335"/>
                    <a:pt x="165829" y="527996"/>
                    <a:pt x="165829" y="521409"/>
                  </a:cubicBezTo>
                  <a:cubicBezTo>
                    <a:pt x="165829" y="514822"/>
                    <a:pt x="171153" y="509483"/>
                    <a:pt x="177720" y="509483"/>
                  </a:cubicBezTo>
                  <a:close/>
                  <a:moveTo>
                    <a:pt x="522185" y="417324"/>
                  </a:moveTo>
                  <a:cubicBezTo>
                    <a:pt x="528772" y="417324"/>
                    <a:pt x="534111" y="422663"/>
                    <a:pt x="534111" y="429250"/>
                  </a:cubicBezTo>
                  <a:cubicBezTo>
                    <a:pt x="534111" y="435837"/>
                    <a:pt x="528772" y="441176"/>
                    <a:pt x="522185" y="441176"/>
                  </a:cubicBezTo>
                  <a:cubicBezTo>
                    <a:pt x="515598" y="441176"/>
                    <a:pt x="510259" y="435837"/>
                    <a:pt x="510259" y="429250"/>
                  </a:cubicBezTo>
                  <a:cubicBezTo>
                    <a:pt x="510259" y="422663"/>
                    <a:pt x="515598" y="417324"/>
                    <a:pt x="522185" y="417324"/>
                  </a:cubicBezTo>
                  <a:close/>
                  <a:moveTo>
                    <a:pt x="85420" y="417324"/>
                  </a:moveTo>
                  <a:cubicBezTo>
                    <a:pt x="91987" y="417324"/>
                    <a:pt x="97311" y="422663"/>
                    <a:pt x="97311" y="429250"/>
                  </a:cubicBezTo>
                  <a:cubicBezTo>
                    <a:pt x="97311" y="435837"/>
                    <a:pt x="91987" y="441176"/>
                    <a:pt x="85420" y="441176"/>
                  </a:cubicBezTo>
                  <a:cubicBezTo>
                    <a:pt x="78853" y="441176"/>
                    <a:pt x="73529" y="435837"/>
                    <a:pt x="73529" y="429250"/>
                  </a:cubicBezTo>
                  <a:cubicBezTo>
                    <a:pt x="73529" y="422663"/>
                    <a:pt x="78853" y="417324"/>
                    <a:pt x="85420" y="417324"/>
                  </a:cubicBezTo>
                  <a:close/>
                  <a:moveTo>
                    <a:pt x="537643" y="291506"/>
                  </a:moveTo>
                  <a:lnTo>
                    <a:pt x="555628" y="291506"/>
                  </a:lnTo>
                  <a:cubicBezTo>
                    <a:pt x="562216" y="291506"/>
                    <a:pt x="567558" y="296745"/>
                    <a:pt x="567558" y="303316"/>
                  </a:cubicBezTo>
                  <a:cubicBezTo>
                    <a:pt x="567558" y="309888"/>
                    <a:pt x="562216" y="315216"/>
                    <a:pt x="555628" y="315216"/>
                  </a:cubicBezTo>
                  <a:lnTo>
                    <a:pt x="537643" y="315216"/>
                  </a:lnTo>
                  <a:cubicBezTo>
                    <a:pt x="531055" y="315216"/>
                    <a:pt x="525713" y="309888"/>
                    <a:pt x="525713" y="303316"/>
                  </a:cubicBezTo>
                  <a:cubicBezTo>
                    <a:pt x="525713" y="296745"/>
                    <a:pt x="531055" y="291506"/>
                    <a:pt x="537643" y="291506"/>
                  </a:cubicBezTo>
                  <a:close/>
                  <a:moveTo>
                    <a:pt x="51991" y="291506"/>
                  </a:moveTo>
                  <a:lnTo>
                    <a:pt x="69946" y="291506"/>
                  </a:lnTo>
                  <a:cubicBezTo>
                    <a:pt x="76523" y="291506"/>
                    <a:pt x="81856" y="296745"/>
                    <a:pt x="81856" y="303316"/>
                  </a:cubicBezTo>
                  <a:cubicBezTo>
                    <a:pt x="81856" y="309888"/>
                    <a:pt x="76523" y="315216"/>
                    <a:pt x="69946" y="315216"/>
                  </a:cubicBezTo>
                  <a:lnTo>
                    <a:pt x="51991" y="315216"/>
                  </a:lnTo>
                  <a:cubicBezTo>
                    <a:pt x="45414" y="315216"/>
                    <a:pt x="40081" y="309888"/>
                    <a:pt x="40081" y="303316"/>
                  </a:cubicBezTo>
                  <a:cubicBezTo>
                    <a:pt x="40081" y="296745"/>
                    <a:pt x="45414" y="291506"/>
                    <a:pt x="51991" y="291506"/>
                  </a:cubicBezTo>
                  <a:close/>
                  <a:moveTo>
                    <a:pt x="412608" y="222096"/>
                  </a:moveTo>
                  <a:lnTo>
                    <a:pt x="345491" y="334245"/>
                  </a:lnTo>
                  <a:lnTo>
                    <a:pt x="412608" y="334245"/>
                  </a:lnTo>
                  <a:close/>
                  <a:moveTo>
                    <a:pt x="427651" y="167533"/>
                  </a:moveTo>
                  <a:cubicBezTo>
                    <a:pt x="432814" y="168954"/>
                    <a:pt x="436375" y="173664"/>
                    <a:pt x="436375" y="178996"/>
                  </a:cubicBezTo>
                  <a:lnTo>
                    <a:pt x="436375" y="334245"/>
                  </a:lnTo>
                  <a:lnTo>
                    <a:pt x="469399" y="334245"/>
                  </a:lnTo>
                  <a:cubicBezTo>
                    <a:pt x="475986" y="334245"/>
                    <a:pt x="481327" y="339577"/>
                    <a:pt x="481327" y="346153"/>
                  </a:cubicBezTo>
                  <a:cubicBezTo>
                    <a:pt x="481327" y="352641"/>
                    <a:pt x="475986" y="357973"/>
                    <a:pt x="469399" y="357973"/>
                  </a:cubicBezTo>
                  <a:lnTo>
                    <a:pt x="436375" y="357973"/>
                  </a:lnTo>
                  <a:lnTo>
                    <a:pt x="436375" y="427733"/>
                  </a:lnTo>
                  <a:cubicBezTo>
                    <a:pt x="436375" y="434220"/>
                    <a:pt x="431123" y="439552"/>
                    <a:pt x="424536" y="439552"/>
                  </a:cubicBezTo>
                  <a:cubicBezTo>
                    <a:pt x="417949" y="439552"/>
                    <a:pt x="412608" y="434220"/>
                    <a:pt x="412608" y="427733"/>
                  </a:cubicBezTo>
                  <a:lnTo>
                    <a:pt x="412608" y="357973"/>
                  </a:lnTo>
                  <a:lnTo>
                    <a:pt x="324573" y="357973"/>
                  </a:lnTo>
                  <a:cubicBezTo>
                    <a:pt x="320300" y="357973"/>
                    <a:pt x="316295" y="355662"/>
                    <a:pt x="314158" y="352019"/>
                  </a:cubicBezTo>
                  <a:cubicBezTo>
                    <a:pt x="312111" y="348286"/>
                    <a:pt x="312111" y="343665"/>
                    <a:pt x="314336" y="340022"/>
                  </a:cubicBezTo>
                  <a:lnTo>
                    <a:pt x="414299" y="172953"/>
                  </a:lnTo>
                  <a:cubicBezTo>
                    <a:pt x="417059" y="168332"/>
                    <a:pt x="422489" y="166111"/>
                    <a:pt x="427651" y="167533"/>
                  </a:cubicBezTo>
                  <a:close/>
                  <a:moveTo>
                    <a:pt x="216270" y="167099"/>
                  </a:moveTo>
                  <a:cubicBezTo>
                    <a:pt x="257222" y="167099"/>
                    <a:pt x="290518" y="200333"/>
                    <a:pt x="290518" y="241210"/>
                  </a:cubicBezTo>
                  <a:cubicBezTo>
                    <a:pt x="290518" y="284486"/>
                    <a:pt x="273603" y="325097"/>
                    <a:pt x="242978" y="355754"/>
                  </a:cubicBezTo>
                  <a:lnTo>
                    <a:pt x="182707" y="415825"/>
                  </a:lnTo>
                  <a:lnTo>
                    <a:pt x="278588" y="415825"/>
                  </a:lnTo>
                  <a:cubicBezTo>
                    <a:pt x="285176" y="415825"/>
                    <a:pt x="290518" y="421158"/>
                    <a:pt x="290518" y="427734"/>
                  </a:cubicBezTo>
                  <a:cubicBezTo>
                    <a:pt x="290518" y="434220"/>
                    <a:pt x="285176" y="439552"/>
                    <a:pt x="278588" y="439552"/>
                  </a:cubicBezTo>
                  <a:lnTo>
                    <a:pt x="154040" y="439552"/>
                  </a:lnTo>
                  <a:cubicBezTo>
                    <a:pt x="149232" y="439552"/>
                    <a:pt x="144870" y="436709"/>
                    <a:pt x="143001" y="432265"/>
                  </a:cubicBezTo>
                  <a:cubicBezTo>
                    <a:pt x="141131" y="427822"/>
                    <a:pt x="142199" y="422668"/>
                    <a:pt x="145582" y="419292"/>
                  </a:cubicBezTo>
                  <a:lnTo>
                    <a:pt x="226152" y="338959"/>
                  </a:lnTo>
                  <a:cubicBezTo>
                    <a:pt x="252236" y="312834"/>
                    <a:pt x="266659" y="278088"/>
                    <a:pt x="266659" y="241210"/>
                  </a:cubicBezTo>
                  <a:cubicBezTo>
                    <a:pt x="266659" y="213485"/>
                    <a:pt x="244046" y="190914"/>
                    <a:pt x="216270" y="190914"/>
                  </a:cubicBezTo>
                  <a:cubicBezTo>
                    <a:pt x="188493" y="190914"/>
                    <a:pt x="165880" y="213485"/>
                    <a:pt x="165880" y="241210"/>
                  </a:cubicBezTo>
                  <a:cubicBezTo>
                    <a:pt x="165880" y="247786"/>
                    <a:pt x="160539" y="253029"/>
                    <a:pt x="154040" y="253029"/>
                  </a:cubicBezTo>
                  <a:cubicBezTo>
                    <a:pt x="147452" y="253029"/>
                    <a:pt x="142110" y="247786"/>
                    <a:pt x="142110" y="241210"/>
                  </a:cubicBezTo>
                  <a:cubicBezTo>
                    <a:pt x="142110" y="200333"/>
                    <a:pt x="175406" y="167099"/>
                    <a:pt x="216270" y="167099"/>
                  </a:cubicBezTo>
                  <a:close/>
                  <a:moveTo>
                    <a:pt x="522185" y="165547"/>
                  </a:moveTo>
                  <a:cubicBezTo>
                    <a:pt x="528772" y="165547"/>
                    <a:pt x="534111" y="170871"/>
                    <a:pt x="534111" y="177438"/>
                  </a:cubicBezTo>
                  <a:cubicBezTo>
                    <a:pt x="534111" y="184005"/>
                    <a:pt x="528772" y="189329"/>
                    <a:pt x="522185" y="189329"/>
                  </a:cubicBezTo>
                  <a:cubicBezTo>
                    <a:pt x="515598" y="189329"/>
                    <a:pt x="510259" y="184005"/>
                    <a:pt x="510259" y="177438"/>
                  </a:cubicBezTo>
                  <a:cubicBezTo>
                    <a:pt x="510259" y="170871"/>
                    <a:pt x="515598" y="165547"/>
                    <a:pt x="522185" y="165547"/>
                  </a:cubicBezTo>
                  <a:close/>
                  <a:moveTo>
                    <a:pt x="85420" y="165547"/>
                  </a:moveTo>
                  <a:cubicBezTo>
                    <a:pt x="91987" y="165547"/>
                    <a:pt x="97311" y="170871"/>
                    <a:pt x="97311" y="177438"/>
                  </a:cubicBezTo>
                  <a:cubicBezTo>
                    <a:pt x="97311" y="184005"/>
                    <a:pt x="91987" y="189329"/>
                    <a:pt x="85420" y="189329"/>
                  </a:cubicBezTo>
                  <a:cubicBezTo>
                    <a:pt x="78853" y="189329"/>
                    <a:pt x="73529" y="184005"/>
                    <a:pt x="73529" y="177438"/>
                  </a:cubicBezTo>
                  <a:cubicBezTo>
                    <a:pt x="73529" y="170871"/>
                    <a:pt x="78853" y="165547"/>
                    <a:pt x="85420" y="165547"/>
                  </a:cubicBezTo>
                  <a:close/>
                  <a:moveTo>
                    <a:pt x="429885" y="73388"/>
                  </a:moveTo>
                  <a:cubicBezTo>
                    <a:pt x="436472" y="73388"/>
                    <a:pt x="441811" y="78712"/>
                    <a:pt x="441811" y="85279"/>
                  </a:cubicBezTo>
                  <a:cubicBezTo>
                    <a:pt x="441811" y="91846"/>
                    <a:pt x="436472" y="97170"/>
                    <a:pt x="429885" y="97170"/>
                  </a:cubicBezTo>
                  <a:cubicBezTo>
                    <a:pt x="423298" y="97170"/>
                    <a:pt x="417959" y="91846"/>
                    <a:pt x="417959" y="85279"/>
                  </a:cubicBezTo>
                  <a:cubicBezTo>
                    <a:pt x="417959" y="78712"/>
                    <a:pt x="423298" y="73388"/>
                    <a:pt x="429885" y="73388"/>
                  </a:cubicBezTo>
                  <a:close/>
                  <a:moveTo>
                    <a:pt x="177720" y="73388"/>
                  </a:moveTo>
                  <a:cubicBezTo>
                    <a:pt x="184287" y="73388"/>
                    <a:pt x="189611" y="78712"/>
                    <a:pt x="189611" y="85279"/>
                  </a:cubicBezTo>
                  <a:cubicBezTo>
                    <a:pt x="189611" y="91846"/>
                    <a:pt x="184287" y="97170"/>
                    <a:pt x="177720" y="97170"/>
                  </a:cubicBezTo>
                  <a:cubicBezTo>
                    <a:pt x="171153" y="97170"/>
                    <a:pt x="165829" y="91846"/>
                    <a:pt x="165829" y="85279"/>
                  </a:cubicBezTo>
                  <a:cubicBezTo>
                    <a:pt x="165829" y="78712"/>
                    <a:pt x="171153" y="73388"/>
                    <a:pt x="177720" y="73388"/>
                  </a:cubicBezTo>
                  <a:close/>
                  <a:moveTo>
                    <a:pt x="303775" y="42480"/>
                  </a:moveTo>
                  <a:cubicBezTo>
                    <a:pt x="310366" y="42480"/>
                    <a:pt x="315710" y="47815"/>
                    <a:pt x="315710" y="54396"/>
                  </a:cubicBezTo>
                  <a:lnTo>
                    <a:pt x="315710" y="69869"/>
                  </a:lnTo>
                  <a:cubicBezTo>
                    <a:pt x="315710" y="76449"/>
                    <a:pt x="310366" y="81785"/>
                    <a:pt x="303775" y="81785"/>
                  </a:cubicBezTo>
                  <a:cubicBezTo>
                    <a:pt x="297184" y="81785"/>
                    <a:pt x="291929" y="76449"/>
                    <a:pt x="291929" y="69869"/>
                  </a:cubicBezTo>
                  <a:lnTo>
                    <a:pt x="291929" y="54396"/>
                  </a:lnTo>
                  <a:cubicBezTo>
                    <a:pt x="291929" y="47815"/>
                    <a:pt x="297184" y="42480"/>
                    <a:pt x="303775" y="42480"/>
                  </a:cubicBezTo>
                  <a:close/>
                  <a:moveTo>
                    <a:pt x="303775" y="0"/>
                  </a:moveTo>
                  <a:cubicBezTo>
                    <a:pt x="394204" y="0"/>
                    <a:pt x="479560" y="40347"/>
                    <a:pt x="537058" y="108956"/>
                  </a:cubicBezTo>
                  <a:lnTo>
                    <a:pt x="537058" y="93048"/>
                  </a:lnTo>
                  <a:cubicBezTo>
                    <a:pt x="537058" y="86471"/>
                    <a:pt x="542309" y="81139"/>
                    <a:pt x="548895" y="81139"/>
                  </a:cubicBezTo>
                  <a:cubicBezTo>
                    <a:pt x="555482" y="81139"/>
                    <a:pt x="560822" y="86471"/>
                    <a:pt x="560822" y="93048"/>
                  </a:cubicBezTo>
                  <a:lnTo>
                    <a:pt x="560822" y="138994"/>
                  </a:lnTo>
                  <a:cubicBezTo>
                    <a:pt x="560822" y="145570"/>
                    <a:pt x="555482" y="150903"/>
                    <a:pt x="548895" y="150903"/>
                  </a:cubicBezTo>
                  <a:lnTo>
                    <a:pt x="502880" y="150903"/>
                  </a:lnTo>
                  <a:cubicBezTo>
                    <a:pt x="496293" y="150903"/>
                    <a:pt x="490953" y="145570"/>
                    <a:pt x="490953" y="138994"/>
                  </a:cubicBezTo>
                  <a:cubicBezTo>
                    <a:pt x="490953" y="132417"/>
                    <a:pt x="496293" y="127174"/>
                    <a:pt x="502880" y="127174"/>
                  </a:cubicBezTo>
                  <a:lnTo>
                    <a:pt x="521126" y="127174"/>
                  </a:lnTo>
                  <a:cubicBezTo>
                    <a:pt x="468168" y="62032"/>
                    <a:pt x="388419" y="23728"/>
                    <a:pt x="303775" y="23728"/>
                  </a:cubicBezTo>
                  <a:cubicBezTo>
                    <a:pt x="149440" y="23728"/>
                    <a:pt x="23764" y="149214"/>
                    <a:pt x="23764" y="303316"/>
                  </a:cubicBezTo>
                  <a:cubicBezTo>
                    <a:pt x="23764" y="457508"/>
                    <a:pt x="149440" y="582905"/>
                    <a:pt x="303775" y="582905"/>
                  </a:cubicBezTo>
                  <a:cubicBezTo>
                    <a:pt x="458199" y="582905"/>
                    <a:pt x="583786" y="457508"/>
                    <a:pt x="583786" y="303316"/>
                  </a:cubicBezTo>
                  <a:cubicBezTo>
                    <a:pt x="583786" y="278255"/>
                    <a:pt x="580492" y="253371"/>
                    <a:pt x="573906" y="229376"/>
                  </a:cubicBezTo>
                  <a:cubicBezTo>
                    <a:pt x="572126" y="223066"/>
                    <a:pt x="575864" y="216489"/>
                    <a:pt x="582273" y="214801"/>
                  </a:cubicBezTo>
                  <a:cubicBezTo>
                    <a:pt x="588592" y="213023"/>
                    <a:pt x="595089" y="216756"/>
                    <a:pt x="596869" y="223066"/>
                  </a:cubicBezTo>
                  <a:cubicBezTo>
                    <a:pt x="603990" y="249194"/>
                    <a:pt x="607639" y="276122"/>
                    <a:pt x="607639" y="303316"/>
                  </a:cubicBezTo>
                  <a:cubicBezTo>
                    <a:pt x="607639" y="470572"/>
                    <a:pt x="471283" y="606722"/>
                    <a:pt x="303775" y="606722"/>
                  </a:cubicBezTo>
                  <a:cubicBezTo>
                    <a:pt x="136267" y="606722"/>
                    <a:pt x="0" y="470572"/>
                    <a:pt x="0" y="303316"/>
                  </a:cubicBezTo>
                  <a:cubicBezTo>
                    <a:pt x="0" y="136061"/>
                    <a:pt x="136267" y="0"/>
                    <a:pt x="303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ṩḻîḓê">
              <a:extLst>
                <a:ext uri="{FF2B5EF4-FFF2-40B4-BE49-F238E27FC236}">
                  <a16:creationId xmlns:a16="http://schemas.microsoft.com/office/drawing/2014/main" xmlns="" id="{F09DD11C-010C-4E71-93AF-9D8A44AA232F}"/>
                </a:ext>
              </a:extLst>
            </p:cNvPr>
            <p:cNvSpPr/>
            <p:nvPr/>
          </p:nvSpPr>
          <p:spPr bwMode="auto">
            <a:xfrm>
              <a:off x="9011740" y="3712149"/>
              <a:ext cx="2429388" cy="6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 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000" dirty="0"/>
                <a:t>When you copy &amp; paste, choose "keep text only" option.</a:t>
              </a:r>
            </a:p>
          </p:txBody>
        </p:sp>
        <p:sp>
          <p:nvSpPr>
            <p:cNvPr id="35" name="íŝ1íḑe">
              <a:extLst>
                <a:ext uri="{FF2B5EF4-FFF2-40B4-BE49-F238E27FC236}">
                  <a16:creationId xmlns:a16="http://schemas.microsoft.com/office/drawing/2014/main" xmlns="" id="{0F012D4E-B058-4DCC-B6D2-310A85F074A0}"/>
                </a:ext>
              </a:extLst>
            </p:cNvPr>
            <p:cNvSpPr txBox="1"/>
            <p:nvPr/>
          </p:nvSpPr>
          <p:spPr bwMode="auto">
            <a:xfrm>
              <a:off x="9011739" y="3299269"/>
              <a:ext cx="24293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b="1" dirty="0">
                  <a:solidFill>
                    <a:schemeClr val="tx2"/>
                  </a:solidFill>
                </a:rPr>
                <a:t>Text here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  <p:sp>
          <p:nvSpPr>
            <p:cNvPr id="36" name="i$1ïďê">
              <a:extLst>
                <a:ext uri="{FF2B5EF4-FFF2-40B4-BE49-F238E27FC236}">
                  <a16:creationId xmlns:a16="http://schemas.microsoft.com/office/drawing/2014/main" xmlns="" id="{5FFAC7D0-64F3-42DF-856F-C5F0E8E6C9F4}"/>
                </a:ext>
              </a:extLst>
            </p:cNvPr>
            <p:cNvSpPr/>
            <p:nvPr/>
          </p:nvSpPr>
          <p:spPr bwMode="auto">
            <a:xfrm>
              <a:off x="8373193" y="3465242"/>
              <a:ext cx="461080" cy="314632"/>
            </a:xfrm>
            <a:custGeom>
              <a:avLst/>
              <a:gdLst>
                <a:gd name="connsiteX0" fmla="*/ 20293 w 607639"/>
                <a:gd name="connsiteY0" fmla="*/ 364067 h 414642"/>
                <a:gd name="connsiteX1" fmla="*/ 20293 w 607639"/>
                <a:gd name="connsiteY1" fmla="*/ 384244 h 414642"/>
                <a:gd name="connsiteX2" fmla="*/ 30351 w 607639"/>
                <a:gd name="connsiteY2" fmla="*/ 394377 h 414642"/>
                <a:gd name="connsiteX3" fmla="*/ 577199 w 607639"/>
                <a:gd name="connsiteY3" fmla="*/ 394377 h 414642"/>
                <a:gd name="connsiteX4" fmla="*/ 587346 w 607639"/>
                <a:gd name="connsiteY4" fmla="*/ 384244 h 414642"/>
                <a:gd name="connsiteX5" fmla="*/ 587346 w 607639"/>
                <a:gd name="connsiteY5" fmla="*/ 364067 h 414642"/>
                <a:gd name="connsiteX6" fmla="*/ 556995 w 607639"/>
                <a:gd name="connsiteY6" fmla="*/ 364067 h 414642"/>
                <a:gd name="connsiteX7" fmla="*/ 394916 w 607639"/>
                <a:gd name="connsiteY7" fmla="*/ 364067 h 414642"/>
                <a:gd name="connsiteX8" fmla="*/ 394916 w 607639"/>
                <a:gd name="connsiteY8" fmla="*/ 374200 h 414642"/>
                <a:gd name="connsiteX9" fmla="*/ 384859 w 607639"/>
                <a:gd name="connsiteY9" fmla="*/ 384244 h 414642"/>
                <a:gd name="connsiteX10" fmla="*/ 222780 w 607639"/>
                <a:gd name="connsiteY10" fmla="*/ 384244 h 414642"/>
                <a:gd name="connsiteX11" fmla="*/ 212634 w 607639"/>
                <a:gd name="connsiteY11" fmla="*/ 374200 h 414642"/>
                <a:gd name="connsiteX12" fmla="*/ 212634 w 607639"/>
                <a:gd name="connsiteY12" fmla="*/ 364067 h 414642"/>
                <a:gd name="connsiteX13" fmla="*/ 50644 w 607639"/>
                <a:gd name="connsiteY13" fmla="*/ 364067 h 414642"/>
                <a:gd name="connsiteX14" fmla="*/ 141754 w 607639"/>
                <a:gd name="connsiteY14" fmla="*/ 232583 h 414642"/>
                <a:gd name="connsiteX15" fmla="*/ 161961 w 607639"/>
                <a:gd name="connsiteY15" fmla="*/ 232583 h 414642"/>
                <a:gd name="connsiteX16" fmla="*/ 172110 w 607639"/>
                <a:gd name="connsiteY16" fmla="*/ 242719 h 414642"/>
                <a:gd name="connsiteX17" fmla="*/ 161961 w 607639"/>
                <a:gd name="connsiteY17" fmla="*/ 252765 h 414642"/>
                <a:gd name="connsiteX18" fmla="*/ 141754 w 607639"/>
                <a:gd name="connsiteY18" fmla="*/ 252765 h 414642"/>
                <a:gd name="connsiteX19" fmla="*/ 131605 w 607639"/>
                <a:gd name="connsiteY19" fmla="*/ 242719 h 414642"/>
                <a:gd name="connsiteX20" fmla="*/ 141754 w 607639"/>
                <a:gd name="connsiteY20" fmla="*/ 232583 h 414642"/>
                <a:gd name="connsiteX21" fmla="*/ 141758 w 607639"/>
                <a:gd name="connsiteY21" fmla="*/ 192149 h 414642"/>
                <a:gd name="connsiteX22" fmla="*/ 182279 w 607639"/>
                <a:gd name="connsiteY22" fmla="*/ 192149 h 414642"/>
                <a:gd name="connsiteX23" fmla="*/ 192432 w 607639"/>
                <a:gd name="connsiteY23" fmla="*/ 202196 h 414642"/>
                <a:gd name="connsiteX24" fmla="*/ 182279 w 607639"/>
                <a:gd name="connsiteY24" fmla="*/ 212331 h 414642"/>
                <a:gd name="connsiteX25" fmla="*/ 141758 w 607639"/>
                <a:gd name="connsiteY25" fmla="*/ 212331 h 414642"/>
                <a:gd name="connsiteX26" fmla="*/ 131605 w 607639"/>
                <a:gd name="connsiteY26" fmla="*/ 202196 h 414642"/>
                <a:gd name="connsiteX27" fmla="*/ 141758 w 607639"/>
                <a:gd name="connsiteY27" fmla="*/ 192149 h 414642"/>
                <a:gd name="connsiteX28" fmla="*/ 141754 w 607639"/>
                <a:gd name="connsiteY28" fmla="*/ 151716 h 414642"/>
                <a:gd name="connsiteX29" fmla="*/ 161961 w 607639"/>
                <a:gd name="connsiteY29" fmla="*/ 151716 h 414642"/>
                <a:gd name="connsiteX30" fmla="*/ 172110 w 607639"/>
                <a:gd name="connsiteY30" fmla="*/ 161763 h 414642"/>
                <a:gd name="connsiteX31" fmla="*/ 161961 w 607639"/>
                <a:gd name="connsiteY31" fmla="*/ 171898 h 414642"/>
                <a:gd name="connsiteX32" fmla="*/ 141754 w 607639"/>
                <a:gd name="connsiteY32" fmla="*/ 171898 h 414642"/>
                <a:gd name="connsiteX33" fmla="*/ 131605 w 607639"/>
                <a:gd name="connsiteY33" fmla="*/ 161763 h 414642"/>
                <a:gd name="connsiteX34" fmla="*/ 141754 w 607639"/>
                <a:gd name="connsiteY34" fmla="*/ 151716 h 414642"/>
                <a:gd name="connsiteX35" fmla="*/ 141758 w 607639"/>
                <a:gd name="connsiteY35" fmla="*/ 111211 h 414642"/>
                <a:gd name="connsiteX36" fmla="*/ 182279 w 607639"/>
                <a:gd name="connsiteY36" fmla="*/ 111211 h 414642"/>
                <a:gd name="connsiteX37" fmla="*/ 192432 w 607639"/>
                <a:gd name="connsiteY37" fmla="*/ 121337 h 414642"/>
                <a:gd name="connsiteX38" fmla="*/ 182279 w 607639"/>
                <a:gd name="connsiteY38" fmla="*/ 131463 h 414642"/>
                <a:gd name="connsiteX39" fmla="*/ 141758 w 607639"/>
                <a:gd name="connsiteY39" fmla="*/ 131463 h 414642"/>
                <a:gd name="connsiteX40" fmla="*/ 131605 w 607639"/>
                <a:gd name="connsiteY40" fmla="*/ 121337 h 414642"/>
                <a:gd name="connsiteX41" fmla="*/ 141758 w 607639"/>
                <a:gd name="connsiteY41" fmla="*/ 111211 h 414642"/>
                <a:gd name="connsiteX42" fmla="*/ 425367 w 607639"/>
                <a:gd name="connsiteY42" fmla="*/ 101191 h 414642"/>
                <a:gd name="connsiteX43" fmla="*/ 496228 w 607639"/>
                <a:gd name="connsiteY43" fmla="*/ 101191 h 414642"/>
                <a:gd name="connsiteX44" fmla="*/ 506377 w 607639"/>
                <a:gd name="connsiteY44" fmla="*/ 111231 h 414642"/>
                <a:gd name="connsiteX45" fmla="*/ 506377 w 607639"/>
                <a:gd name="connsiteY45" fmla="*/ 182042 h 414642"/>
                <a:gd name="connsiteX46" fmla="*/ 496228 w 607639"/>
                <a:gd name="connsiteY46" fmla="*/ 192171 h 414642"/>
                <a:gd name="connsiteX47" fmla="*/ 486080 w 607639"/>
                <a:gd name="connsiteY47" fmla="*/ 182042 h 414642"/>
                <a:gd name="connsiteX48" fmla="*/ 486080 w 607639"/>
                <a:gd name="connsiteY48" fmla="*/ 135575 h 414642"/>
                <a:gd name="connsiteX49" fmla="*/ 402043 w 607639"/>
                <a:gd name="connsiteY49" fmla="*/ 219447 h 414642"/>
                <a:gd name="connsiteX50" fmla="*/ 394921 w 607639"/>
                <a:gd name="connsiteY50" fmla="*/ 222468 h 414642"/>
                <a:gd name="connsiteX51" fmla="*/ 387889 w 607639"/>
                <a:gd name="connsiteY51" fmla="*/ 219447 h 414642"/>
                <a:gd name="connsiteX52" fmla="*/ 344268 w 607639"/>
                <a:gd name="connsiteY52" fmla="*/ 176001 h 414642"/>
                <a:gd name="connsiteX53" fmla="*/ 270380 w 607639"/>
                <a:gd name="connsiteY53" fmla="*/ 249744 h 414642"/>
                <a:gd name="connsiteX54" fmla="*/ 263258 w 607639"/>
                <a:gd name="connsiteY54" fmla="*/ 252765 h 414642"/>
                <a:gd name="connsiteX55" fmla="*/ 256225 w 607639"/>
                <a:gd name="connsiteY55" fmla="*/ 249744 h 414642"/>
                <a:gd name="connsiteX56" fmla="*/ 256225 w 607639"/>
                <a:gd name="connsiteY56" fmla="*/ 235617 h 414642"/>
                <a:gd name="connsiteX57" fmla="*/ 337235 w 607639"/>
                <a:gd name="connsiteY57" fmla="*/ 154766 h 414642"/>
                <a:gd name="connsiteX58" fmla="*/ 338837 w 607639"/>
                <a:gd name="connsiteY58" fmla="*/ 153433 h 414642"/>
                <a:gd name="connsiteX59" fmla="*/ 340618 w 607639"/>
                <a:gd name="connsiteY59" fmla="*/ 152456 h 414642"/>
                <a:gd name="connsiteX60" fmla="*/ 341508 w 607639"/>
                <a:gd name="connsiteY60" fmla="*/ 152101 h 414642"/>
                <a:gd name="connsiteX61" fmla="*/ 343378 w 607639"/>
                <a:gd name="connsiteY61" fmla="*/ 151745 h 414642"/>
                <a:gd name="connsiteX62" fmla="*/ 344268 w 607639"/>
                <a:gd name="connsiteY62" fmla="*/ 151745 h 414642"/>
                <a:gd name="connsiteX63" fmla="*/ 346226 w 607639"/>
                <a:gd name="connsiteY63" fmla="*/ 151923 h 414642"/>
                <a:gd name="connsiteX64" fmla="*/ 351390 w 607639"/>
                <a:gd name="connsiteY64" fmla="*/ 154766 h 414642"/>
                <a:gd name="connsiteX65" fmla="*/ 394921 w 607639"/>
                <a:gd name="connsiteY65" fmla="*/ 198213 h 414642"/>
                <a:gd name="connsiteX66" fmla="*/ 471925 w 607639"/>
                <a:gd name="connsiteY66" fmla="*/ 121359 h 414642"/>
                <a:gd name="connsiteX67" fmla="*/ 425367 w 607639"/>
                <a:gd name="connsiteY67" fmla="*/ 121359 h 414642"/>
                <a:gd name="connsiteX68" fmla="*/ 415218 w 607639"/>
                <a:gd name="connsiteY68" fmla="*/ 111231 h 414642"/>
                <a:gd name="connsiteX69" fmla="*/ 425367 w 607639"/>
                <a:gd name="connsiteY69" fmla="*/ 101191 h 414642"/>
                <a:gd name="connsiteX70" fmla="*/ 101297 w 607639"/>
                <a:gd name="connsiteY70" fmla="*/ 91029 h 414642"/>
                <a:gd name="connsiteX71" fmla="*/ 111423 w 607639"/>
                <a:gd name="connsiteY71" fmla="*/ 101159 h 414642"/>
                <a:gd name="connsiteX72" fmla="*/ 111423 w 607639"/>
                <a:gd name="connsiteY72" fmla="*/ 262887 h 414642"/>
                <a:gd name="connsiteX73" fmla="*/ 101297 w 607639"/>
                <a:gd name="connsiteY73" fmla="*/ 273017 h 414642"/>
                <a:gd name="connsiteX74" fmla="*/ 91171 w 607639"/>
                <a:gd name="connsiteY74" fmla="*/ 262887 h 414642"/>
                <a:gd name="connsiteX75" fmla="*/ 91171 w 607639"/>
                <a:gd name="connsiteY75" fmla="*/ 101159 h 414642"/>
                <a:gd name="connsiteX76" fmla="*/ 101297 w 607639"/>
                <a:gd name="connsiteY76" fmla="*/ 91029 h 414642"/>
                <a:gd name="connsiteX77" fmla="*/ 70848 w 607639"/>
                <a:gd name="connsiteY77" fmla="*/ 20177 h 414642"/>
                <a:gd name="connsiteX78" fmla="*/ 60791 w 607639"/>
                <a:gd name="connsiteY78" fmla="*/ 30309 h 414642"/>
                <a:gd name="connsiteX79" fmla="*/ 60791 w 607639"/>
                <a:gd name="connsiteY79" fmla="*/ 343802 h 414642"/>
                <a:gd name="connsiteX80" fmla="*/ 222780 w 607639"/>
                <a:gd name="connsiteY80" fmla="*/ 343802 h 414642"/>
                <a:gd name="connsiteX81" fmla="*/ 232927 w 607639"/>
                <a:gd name="connsiteY81" fmla="*/ 353935 h 414642"/>
                <a:gd name="connsiteX82" fmla="*/ 232927 w 607639"/>
                <a:gd name="connsiteY82" fmla="*/ 364067 h 414642"/>
                <a:gd name="connsiteX83" fmla="*/ 374712 w 607639"/>
                <a:gd name="connsiteY83" fmla="*/ 364067 h 414642"/>
                <a:gd name="connsiteX84" fmla="*/ 374712 w 607639"/>
                <a:gd name="connsiteY84" fmla="*/ 353935 h 414642"/>
                <a:gd name="connsiteX85" fmla="*/ 384859 w 607639"/>
                <a:gd name="connsiteY85" fmla="*/ 343802 h 414642"/>
                <a:gd name="connsiteX86" fmla="*/ 546848 w 607639"/>
                <a:gd name="connsiteY86" fmla="*/ 343802 h 414642"/>
                <a:gd name="connsiteX87" fmla="*/ 546848 w 607639"/>
                <a:gd name="connsiteY87" fmla="*/ 30309 h 414642"/>
                <a:gd name="connsiteX88" fmla="*/ 536702 w 607639"/>
                <a:gd name="connsiteY88" fmla="*/ 20177 h 414642"/>
                <a:gd name="connsiteX89" fmla="*/ 70848 w 607639"/>
                <a:gd name="connsiteY89" fmla="*/ 0 h 414642"/>
                <a:gd name="connsiteX90" fmla="*/ 536702 w 607639"/>
                <a:gd name="connsiteY90" fmla="*/ 0 h 414642"/>
                <a:gd name="connsiteX91" fmla="*/ 567142 w 607639"/>
                <a:gd name="connsiteY91" fmla="*/ 30309 h 414642"/>
                <a:gd name="connsiteX92" fmla="*/ 567142 w 607639"/>
                <a:gd name="connsiteY92" fmla="*/ 343802 h 414642"/>
                <a:gd name="connsiteX93" fmla="*/ 597492 w 607639"/>
                <a:gd name="connsiteY93" fmla="*/ 343802 h 414642"/>
                <a:gd name="connsiteX94" fmla="*/ 607639 w 607639"/>
                <a:gd name="connsiteY94" fmla="*/ 353935 h 414642"/>
                <a:gd name="connsiteX95" fmla="*/ 607639 w 607639"/>
                <a:gd name="connsiteY95" fmla="*/ 384244 h 414642"/>
                <a:gd name="connsiteX96" fmla="*/ 577199 w 607639"/>
                <a:gd name="connsiteY96" fmla="*/ 414642 h 414642"/>
                <a:gd name="connsiteX97" fmla="*/ 30351 w 607639"/>
                <a:gd name="connsiteY97" fmla="*/ 414642 h 414642"/>
                <a:gd name="connsiteX98" fmla="*/ 0 w 607639"/>
                <a:gd name="connsiteY98" fmla="*/ 384244 h 414642"/>
                <a:gd name="connsiteX99" fmla="*/ 0 w 607639"/>
                <a:gd name="connsiteY99" fmla="*/ 353935 h 414642"/>
                <a:gd name="connsiteX100" fmla="*/ 10147 w 607639"/>
                <a:gd name="connsiteY100" fmla="*/ 343802 h 414642"/>
                <a:gd name="connsiteX101" fmla="*/ 40497 w 607639"/>
                <a:gd name="connsiteY101" fmla="*/ 343802 h 414642"/>
                <a:gd name="connsiteX102" fmla="*/ 40497 w 607639"/>
                <a:gd name="connsiteY102" fmla="*/ 30309 h 414642"/>
                <a:gd name="connsiteX103" fmla="*/ 70848 w 607639"/>
                <a:gd name="connsiteY103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07639" h="414642">
                  <a:moveTo>
                    <a:pt x="20293" y="364067"/>
                  </a:moveTo>
                  <a:lnTo>
                    <a:pt x="20293" y="384244"/>
                  </a:lnTo>
                  <a:cubicBezTo>
                    <a:pt x="20293" y="390377"/>
                    <a:pt x="24298" y="394377"/>
                    <a:pt x="30351" y="394377"/>
                  </a:cubicBezTo>
                  <a:lnTo>
                    <a:pt x="577199" y="394377"/>
                  </a:lnTo>
                  <a:cubicBezTo>
                    <a:pt x="583341" y="394377"/>
                    <a:pt x="587346" y="390377"/>
                    <a:pt x="587346" y="384244"/>
                  </a:cubicBezTo>
                  <a:lnTo>
                    <a:pt x="587346" y="364067"/>
                  </a:lnTo>
                  <a:lnTo>
                    <a:pt x="556995" y="364067"/>
                  </a:lnTo>
                  <a:lnTo>
                    <a:pt x="394916" y="364067"/>
                  </a:lnTo>
                  <a:lnTo>
                    <a:pt x="394916" y="374200"/>
                  </a:lnTo>
                  <a:cubicBezTo>
                    <a:pt x="394916" y="380244"/>
                    <a:pt x="390911" y="384244"/>
                    <a:pt x="384859" y="384244"/>
                  </a:cubicBezTo>
                  <a:lnTo>
                    <a:pt x="222780" y="384244"/>
                  </a:lnTo>
                  <a:cubicBezTo>
                    <a:pt x="216728" y="384244"/>
                    <a:pt x="212634" y="380244"/>
                    <a:pt x="212634" y="374200"/>
                  </a:cubicBezTo>
                  <a:lnTo>
                    <a:pt x="212634" y="364067"/>
                  </a:lnTo>
                  <a:lnTo>
                    <a:pt x="50644" y="364067"/>
                  </a:lnTo>
                  <a:close/>
                  <a:moveTo>
                    <a:pt x="141754" y="232583"/>
                  </a:moveTo>
                  <a:lnTo>
                    <a:pt x="161961" y="232583"/>
                  </a:lnTo>
                  <a:cubicBezTo>
                    <a:pt x="168104" y="232583"/>
                    <a:pt x="172110" y="236584"/>
                    <a:pt x="172110" y="242719"/>
                  </a:cubicBezTo>
                  <a:cubicBezTo>
                    <a:pt x="172110" y="248764"/>
                    <a:pt x="168104" y="252765"/>
                    <a:pt x="161961" y="252765"/>
                  </a:cubicBezTo>
                  <a:lnTo>
                    <a:pt x="141754" y="252765"/>
                  </a:lnTo>
                  <a:cubicBezTo>
                    <a:pt x="135700" y="252765"/>
                    <a:pt x="131605" y="248764"/>
                    <a:pt x="131605" y="242719"/>
                  </a:cubicBezTo>
                  <a:cubicBezTo>
                    <a:pt x="131605" y="236584"/>
                    <a:pt x="135700" y="232583"/>
                    <a:pt x="141754" y="232583"/>
                  </a:cubicBezTo>
                  <a:close/>
                  <a:moveTo>
                    <a:pt x="141758" y="192149"/>
                  </a:moveTo>
                  <a:lnTo>
                    <a:pt x="182279" y="192149"/>
                  </a:lnTo>
                  <a:cubicBezTo>
                    <a:pt x="188335" y="192149"/>
                    <a:pt x="192432" y="196150"/>
                    <a:pt x="192432" y="202196"/>
                  </a:cubicBezTo>
                  <a:cubicBezTo>
                    <a:pt x="192432" y="208330"/>
                    <a:pt x="188335" y="212331"/>
                    <a:pt x="182279" y="212331"/>
                  </a:cubicBezTo>
                  <a:lnTo>
                    <a:pt x="141758" y="212331"/>
                  </a:lnTo>
                  <a:cubicBezTo>
                    <a:pt x="135702" y="212331"/>
                    <a:pt x="131605" y="208330"/>
                    <a:pt x="131605" y="202196"/>
                  </a:cubicBezTo>
                  <a:cubicBezTo>
                    <a:pt x="131605" y="196150"/>
                    <a:pt x="135702" y="192149"/>
                    <a:pt x="141758" y="192149"/>
                  </a:cubicBezTo>
                  <a:close/>
                  <a:moveTo>
                    <a:pt x="141754" y="151716"/>
                  </a:moveTo>
                  <a:lnTo>
                    <a:pt x="161961" y="151716"/>
                  </a:lnTo>
                  <a:cubicBezTo>
                    <a:pt x="168104" y="151716"/>
                    <a:pt x="172110" y="155717"/>
                    <a:pt x="172110" y="161763"/>
                  </a:cubicBezTo>
                  <a:cubicBezTo>
                    <a:pt x="172110" y="167897"/>
                    <a:pt x="168104" y="171898"/>
                    <a:pt x="161961" y="171898"/>
                  </a:cubicBezTo>
                  <a:lnTo>
                    <a:pt x="141754" y="171898"/>
                  </a:lnTo>
                  <a:cubicBezTo>
                    <a:pt x="135700" y="171898"/>
                    <a:pt x="131605" y="167897"/>
                    <a:pt x="131605" y="161763"/>
                  </a:cubicBezTo>
                  <a:cubicBezTo>
                    <a:pt x="131605" y="155717"/>
                    <a:pt x="135700" y="151716"/>
                    <a:pt x="141754" y="151716"/>
                  </a:cubicBezTo>
                  <a:close/>
                  <a:moveTo>
                    <a:pt x="141758" y="111211"/>
                  </a:moveTo>
                  <a:lnTo>
                    <a:pt x="182279" y="111211"/>
                  </a:lnTo>
                  <a:cubicBezTo>
                    <a:pt x="188335" y="111211"/>
                    <a:pt x="192432" y="115297"/>
                    <a:pt x="192432" y="121337"/>
                  </a:cubicBezTo>
                  <a:cubicBezTo>
                    <a:pt x="192432" y="127377"/>
                    <a:pt x="188335" y="131463"/>
                    <a:pt x="182279" y="131463"/>
                  </a:cubicBezTo>
                  <a:lnTo>
                    <a:pt x="141758" y="131463"/>
                  </a:lnTo>
                  <a:cubicBezTo>
                    <a:pt x="135702" y="131463"/>
                    <a:pt x="131605" y="127377"/>
                    <a:pt x="131605" y="121337"/>
                  </a:cubicBezTo>
                  <a:cubicBezTo>
                    <a:pt x="131605" y="115297"/>
                    <a:pt x="135702" y="111211"/>
                    <a:pt x="141758" y="111211"/>
                  </a:cubicBezTo>
                  <a:close/>
                  <a:moveTo>
                    <a:pt x="425367" y="101191"/>
                  </a:moveTo>
                  <a:lnTo>
                    <a:pt x="496228" y="101191"/>
                  </a:lnTo>
                  <a:cubicBezTo>
                    <a:pt x="502282" y="101191"/>
                    <a:pt x="506377" y="105189"/>
                    <a:pt x="506377" y="111231"/>
                  </a:cubicBezTo>
                  <a:lnTo>
                    <a:pt x="506377" y="182042"/>
                  </a:lnTo>
                  <a:cubicBezTo>
                    <a:pt x="506377" y="188084"/>
                    <a:pt x="502282" y="192171"/>
                    <a:pt x="496228" y="192171"/>
                  </a:cubicBezTo>
                  <a:cubicBezTo>
                    <a:pt x="490175" y="192171"/>
                    <a:pt x="486080" y="188084"/>
                    <a:pt x="486080" y="182042"/>
                  </a:cubicBezTo>
                  <a:lnTo>
                    <a:pt x="486080" y="135575"/>
                  </a:lnTo>
                  <a:lnTo>
                    <a:pt x="402043" y="219447"/>
                  </a:lnTo>
                  <a:cubicBezTo>
                    <a:pt x="399996" y="221491"/>
                    <a:pt x="397948" y="222468"/>
                    <a:pt x="394921" y="222468"/>
                  </a:cubicBezTo>
                  <a:cubicBezTo>
                    <a:pt x="391895" y="222468"/>
                    <a:pt x="389847" y="221491"/>
                    <a:pt x="387889" y="219447"/>
                  </a:cubicBezTo>
                  <a:lnTo>
                    <a:pt x="344268" y="176001"/>
                  </a:lnTo>
                  <a:lnTo>
                    <a:pt x="270380" y="249744"/>
                  </a:lnTo>
                  <a:cubicBezTo>
                    <a:pt x="268332" y="251788"/>
                    <a:pt x="266285" y="252765"/>
                    <a:pt x="263258" y="252765"/>
                  </a:cubicBezTo>
                  <a:cubicBezTo>
                    <a:pt x="260231" y="252765"/>
                    <a:pt x="258184" y="251788"/>
                    <a:pt x="256225" y="249744"/>
                  </a:cubicBezTo>
                  <a:cubicBezTo>
                    <a:pt x="252130" y="245746"/>
                    <a:pt x="252130" y="239616"/>
                    <a:pt x="256225" y="235617"/>
                  </a:cubicBezTo>
                  <a:lnTo>
                    <a:pt x="337235" y="154766"/>
                  </a:lnTo>
                  <a:cubicBezTo>
                    <a:pt x="337769" y="154233"/>
                    <a:pt x="338303" y="153789"/>
                    <a:pt x="338837" y="153433"/>
                  </a:cubicBezTo>
                  <a:cubicBezTo>
                    <a:pt x="339372" y="152989"/>
                    <a:pt x="339995" y="152723"/>
                    <a:pt x="340618" y="152456"/>
                  </a:cubicBezTo>
                  <a:cubicBezTo>
                    <a:pt x="340885" y="152367"/>
                    <a:pt x="341152" y="152190"/>
                    <a:pt x="341508" y="152101"/>
                  </a:cubicBezTo>
                  <a:cubicBezTo>
                    <a:pt x="342131" y="151923"/>
                    <a:pt x="342754" y="151834"/>
                    <a:pt x="343378" y="151745"/>
                  </a:cubicBezTo>
                  <a:cubicBezTo>
                    <a:pt x="343645" y="151745"/>
                    <a:pt x="344001" y="151745"/>
                    <a:pt x="344268" y="151745"/>
                  </a:cubicBezTo>
                  <a:cubicBezTo>
                    <a:pt x="344980" y="151745"/>
                    <a:pt x="345603" y="151745"/>
                    <a:pt x="346226" y="151923"/>
                  </a:cubicBezTo>
                  <a:cubicBezTo>
                    <a:pt x="348096" y="152278"/>
                    <a:pt x="349876" y="153256"/>
                    <a:pt x="351390" y="154766"/>
                  </a:cubicBezTo>
                  <a:lnTo>
                    <a:pt x="394921" y="198213"/>
                  </a:lnTo>
                  <a:lnTo>
                    <a:pt x="471925" y="121359"/>
                  </a:lnTo>
                  <a:lnTo>
                    <a:pt x="425367" y="121359"/>
                  </a:lnTo>
                  <a:cubicBezTo>
                    <a:pt x="419224" y="121359"/>
                    <a:pt x="415218" y="117361"/>
                    <a:pt x="415218" y="111231"/>
                  </a:cubicBezTo>
                  <a:cubicBezTo>
                    <a:pt x="415218" y="105189"/>
                    <a:pt x="419224" y="101191"/>
                    <a:pt x="425367" y="101191"/>
                  </a:cubicBezTo>
                  <a:close/>
                  <a:moveTo>
                    <a:pt x="101297" y="91029"/>
                  </a:moveTo>
                  <a:cubicBezTo>
                    <a:pt x="107337" y="91029"/>
                    <a:pt x="111423" y="95028"/>
                    <a:pt x="111423" y="101159"/>
                  </a:cubicBezTo>
                  <a:lnTo>
                    <a:pt x="111423" y="262887"/>
                  </a:lnTo>
                  <a:cubicBezTo>
                    <a:pt x="111423" y="268929"/>
                    <a:pt x="107337" y="273017"/>
                    <a:pt x="101297" y="273017"/>
                  </a:cubicBezTo>
                  <a:cubicBezTo>
                    <a:pt x="95257" y="273017"/>
                    <a:pt x="91171" y="268929"/>
                    <a:pt x="91171" y="262887"/>
                  </a:cubicBezTo>
                  <a:lnTo>
                    <a:pt x="91171" y="101159"/>
                  </a:lnTo>
                  <a:cubicBezTo>
                    <a:pt x="91171" y="95028"/>
                    <a:pt x="95257" y="91029"/>
                    <a:pt x="101297" y="91029"/>
                  </a:cubicBezTo>
                  <a:close/>
                  <a:moveTo>
                    <a:pt x="70848" y="20177"/>
                  </a:moveTo>
                  <a:cubicBezTo>
                    <a:pt x="64796" y="20177"/>
                    <a:pt x="60791" y="24265"/>
                    <a:pt x="60791" y="30309"/>
                  </a:cubicBezTo>
                  <a:lnTo>
                    <a:pt x="60791" y="343802"/>
                  </a:lnTo>
                  <a:lnTo>
                    <a:pt x="222780" y="343802"/>
                  </a:lnTo>
                  <a:cubicBezTo>
                    <a:pt x="228833" y="343802"/>
                    <a:pt x="232927" y="347890"/>
                    <a:pt x="232927" y="353935"/>
                  </a:cubicBezTo>
                  <a:lnTo>
                    <a:pt x="232927" y="364067"/>
                  </a:lnTo>
                  <a:lnTo>
                    <a:pt x="374712" y="364067"/>
                  </a:lnTo>
                  <a:lnTo>
                    <a:pt x="374712" y="353935"/>
                  </a:lnTo>
                  <a:cubicBezTo>
                    <a:pt x="374712" y="347890"/>
                    <a:pt x="378717" y="343802"/>
                    <a:pt x="384859" y="343802"/>
                  </a:cubicBezTo>
                  <a:lnTo>
                    <a:pt x="546848" y="343802"/>
                  </a:lnTo>
                  <a:lnTo>
                    <a:pt x="546848" y="30309"/>
                  </a:lnTo>
                  <a:cubicBezTo>
                    <a:pt x="546848" y="24265"/>
                    <a:pt x="542754" y="20177"/>
                    <a:pt x="536702" y="20177"/>
                  </a:cubicBezTo>
                  <a:close/>
                  <a:moveTo>
                    <a:pt x="70848" y="0"/>
                  </a:moveTo>
                  <a:lnTo>
                    <a:pt x="536702" y="0"/>
                  </a:lnTo>
                  <a:cubicBezTo>
                    <a:pt x="553969" y="0"/>
                    <a:pt x="567142" y="13155"/>
                    <a:pt x="567142" y="30309"/>
                  </a:cubicBezTo>
                  <a:lnTo>
                    <a:pt x="567142" y="343802"/>
                  </a:lnTo>
                  <a:lnTo>
                    <a:pt x="597492" y="343802"/>
                  </a:lnTo>
                  <a:cubicBezTo>
                    <a:pt x="603545" y="343802"/>
                    <a:pt x="607639" y="347890"/>
                    <a:pt x="607639" y="353935"/>
                  </a:cubicBezTo>
                  <a:lnTo>
                    <a:pt x="607639" y="384244"/>
                  </a:lnTo>
                  <a:cubicBezTo>
                    <a:pt x="607639" y="401487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7"/>
                    <a:pt x="0" y="384244"/>
                  </a:cubicBezTo>
                  <a:lnTo>
                    <a:pt x="0" y="353935"/>
                  </a:lnTo>
                  <a:cubicBezTo>
                    <a:pt x="0" y="347890"/>
                    <a:pt x="4094" y="343802"/>
                    <a:pt x="10147" y="343802"/>
                  </a:cubicBezTo>
                  <a:lnTo>
                    <a:pt x="40497" y="343802"/>
                  </a:lnTo>
                  <a:lnTo>
                    <a:pt x="40497" y="30309"/>
                  </a:lnTo>
                  <a:cubicBezTo>
                    <a:pt x="40497" y="13155"/>
                    <a:pt x="53670" y="0"/>
                    <a:pt x="7084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xmlns="" id="{79194878-0A6A-41E3-A987-69D0416E0DA1}"/>
                </a:ext>
              </a:extLst>
            </p:cNvPr>
            <p:cNvCxnSpPr/>
            <p:nvPr/>
          </p:nvCxnSpPr>
          <p:spPr>
            <a:xfrm>
              <a:off x="7464152" y="1959752"/>
              <a:ext cx="648072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xmlns="" id="{A8CF85AC-9752-4A08-8D47-5B811F89E717}"/>
                </a:ext>
              </a:extLst>
            </p:cNvPr>
            <p:cNvCxnSpPr/>
            <p:nvPr/>
          </p:nvCxnSpPr>
          <p:spPr>
            <a:xfrm>
              <a:off x="7464152" y="3623119"/>
              <a:ext cx="648072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xmlns="" id="{C3A3B80D-281F-4FAC-905C-0D781905A103}"/>
                </a:ext>
              </a:extLst>
            </p:cNvPr>
            <p:cNvCxnSpPr/>
            <p:nvPr/>
          </p:nvCxnSpPr>
          <p:spPr>
            <a:xfrm>
              <a:off x="7464152" y="5297590"/>
              <a:ext cx="648072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1"/>
          <p:cNvSpPr txBox="1"/>
          <p:nvPr/>
        </p:nvSpPr>
        <p:spPr>
          <a:xfrm>
            <a:off x="571122" y="1056297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43" name="文本框 1"/>
          <p:cNvSpPr txBox="1"/>
          <p:nvPr/>
        </p:nvSpPr>
        <p:spPr>
          <a:xfrm>
            <a:off x="607979" y="1953641"/>
            <a:ext cx="4212545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</a:t>
            </a:r>
            <a:r>
              <a:rPr lang="zh-CN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图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69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研究思路</a:t>
            </a:r>
          </a:p>
        </p:txBody>
      </p:sp>
      <p:sp>
        <p:nvSpPr>
          <p:cNvPr id="84" name="矩形 8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研究方法</a:t>
            </a:r>
          </a:p>
        </p:txBody>
      </p:sp>
      <p:sp>
        <p:nvSpPr>
          <p:cNvPr id="85" name="矩形 84"/>
          <p:cNvSpPr/>
          <p:nvPr/>
        </p:nvSpPr>
        <p:spPr>
          <a:xfrm>
            <a:off x="10441652" y="29469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b="1" dirty="0">
                <a:solidFill>
                  <a:srgbClr val="1C50A2"/>
                </a:solidFill>
                <a:latin typeface="Arial" panose="020B0604020202020204"/>
              </a:rPr>
              <a:t>可行性说明</a:t>
            </a:r>
            <a:endParaRPr lang="zh-CN" altLang="en-US" b="1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11624733" y="308217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组合 89"/>
          <p:cNvGrpSpPr/>
          <p:nvPr/>
        </p:nvGrpSpPr>
        <p:grpSpPr>
          <a:xfrm>
            <a:off x="396217" y="128165"/>
            <a:ext cx="670385" cy="604428"/>
            <a:chOff x="5424755" y="1340768"/>
            <a:chExt cx="670560" cy="604586"/>
          </a:xfrm>
        </p:grpSpPr>
        <p:grpSp>
          <p:nvGrpSpPr>
            <p:cNvPr id="97" name="组合 9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9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1" name="文本框 9"/>
          <p:cNvSpPr txBox="1"/>
          <p:nvPr/>
        </p:nvSpPr>
        <p:spPr>
          <a:xfrm>
            <a:off x="1113221" y="246916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sp>
        <p:nvSpPr>
          <p:cNvPr id="94" name="Freeform 126"/>
          <p:cNvSpPr>
            <a:spLocks noChangeAspect="1" noEditPoints="1"/>
          </p:cNvSpPr>
          <p:nvPr/>
        </p:nvSpPr>
        <p:spPr bwMode="auto">
          <a:xfrm>
            <a:off x="600314" y="289155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87011" y="2296408"/>
            <a:ext cx="7718990" cy="2277364"/>
            <a:chOff x="1272610" y="1805340"/>
            <a:chExt cx="9253521" cy="2730103"/>
          </a:xfrm>
        </p:grpSpPr>
        <p:sp>
          <p:nvSpPr>
            <p:cNvPr id="15" name="iṡļíḓè">
              <a:extLst>
                <a:ext uri="{FF2B5EF4-FFF2-40B4-BE49-F238E27FC236}">
                  <a16:creationId xmlns:a16="http://schemas.microsoft.com/office/drawing/2014/main" xmlns="" id="{81506CFF-ADC5-4270-BE10-C7869FA26D3A}"/>
                </a:ext>
              </a:extLst>
            </p:cNvPr>
            <p:cNvSpPr/>
            <p:nvPr/>
          </p:nvSpPr>
          <p:spPr>
            <a:xfrm rot="17590688">
              <a:off x="9138293" y="3306304"/>
              <a:ext cx="503678" cy="1190736"/>
            </a:xfrm>
            <a:prstGeom prst="triangle">
              <a:avLst>
                <a:gd name="adj" fmla="val 19748"/>
              </a:avLst>
            </a:prstGeom>
            <a:solidFill>
              <a:schemeClr val="bg1">
                <a:lumMod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sḷiḑè">
              <a:extLst>
                <a:ext uri="{FF2B5EF4-FFF2-40B4-BE49-F238E27FC236}">
                  <a16:creationId xmlns:a16="http://schemas.microsoft.com/office/drawing/2014/main" xmlns="" id="{FD20771E-726F-44BE-9692-219AF06A7AF1}"/>
                </a:ext>
              </a:extLst>
            </p:cNvPr>
            <p:cNvSpPr/>
            <p:nvPr/>
          </p:nvSpPr>
          <p:spPr>
            <a:xfrm flipV="1">
              <a:off x="9153192" y="2777033"/>
              <a:ext cx="1372939" cy="1597485"/>
            </a:xfrm>
            <a:prstGeom prst="triangle">
              <a:avLst/>
            </a:prstGeom>
            <a:solidFill>
              <a:srgbClr val="1C50A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7" name="i$1îḑê">
              <a:extLst>
                <a:ext uri="{FF2B5EF4-FFF2-40B4-BE49-F238E27FC236}">
                  <a16:creationId xmlns:a16="http://schemas.microsoft.com/office/drawing/2014/main" xmlns="" id="{F477DE12-3EB1-4086-9279-9F6E84692FCA}"/>
                </a:ext>
              </a:extLst>
            </p:cNvPr>
            <p:cNvSpPr/>
            <p:nvPr/>
          </p:nvSpPr>
          <p:spPr>
            <a:xfrm>
              <a:off x="9153192" y="2535646"/>
              <a:ext cx="1372939" cy="48277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8" name="í$ľíḑè">
              <a:extLst>
                <a:ext uri="{FF2B5EF4-FFF2-40B4-BE49-F238E27FC236}">
                  <a16:creationId xmlns:a16="http://schemas.microsoft.com/office/drawing/2014/main" xmlns="" id="{5E93CF65-0ECE-4E86-AB13-A2A76B502C9A}"/>
                </a:ext>
              </a:extLst>
            </p:cNvPr>
            <p:cNvSpPr/>
            <p:nvPr/>
          </p:nvSpPr>
          <p:spPr>
            <a:xfrm rot="20223228">
              <a:off x="3656981" y="2813972"/>
              <a:ext cx="1032154" cy="580571"/>
            </a:xfrm>
            <a:prstGeom prst="rightArrow">
              <a:avLst/>
            </a:prstGeom>
            <a:solidFill>
              <a:srgbClr val="1C50A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îṧḷïḋê">
              <a:extLst>
                <a:ext uri="{FF2B5EF4-FFF2-40B4-BE49-F238E27FC236}">
                  <a16:creationId xmlns:a16="http://schemas.microsoft.com/office/drawing/2014/main" xmlns="" id="{36FF7C9E-4A3B-4CD1-ACCC-AA3972CAB53E}"/>
                </a:ext>
              </a:extLst>
            </p:cNvPr>
            <p:cNvSpPr/>
            <p:nvPr/>
          </p:nvSpPr>
          <p:spPr>
            <a:xfrm rot="1376772" flipH="1">
              <a:off x="7639207" y="2936838"/>
              <a:ext cx="1032154" cy="580571"/>
            </a:xfrm>
            <a:prstGeom prst="rightArrow">
              <a:avLst/>
            </a:prstGeom>
            <a:solidFill>
              <a:srgbClr val="1C50A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ŝḻiḑè">
              <a:extLst>
                <a:ext uri="{FF2B5EF4-FFF2-40B4-BE49-F238E27FC236}">
                  <a16:creationId xmlns:a16="http://schemas.microsoft.com/office/drawing/2014/main" xmlns="" id="{E881FF15-260C-4ED0-8192-0C769BCDD320}"/>
                </a:ext>
              </a:extLst>
            </p:cNvPr>
            <p:cNvSpPr/>
            <p:nvPr/>
          </p:nvSpPr>
          <p:spPr>
            <a:xfrm rot="17590688">
              <a:off x="1616139" y="3306304"/>
              <a:ext cx="503678" cy="1190736"/>
            </a:xfrm>
            <a:prstGeom prst="triangle">
              <a:avLst>
                <a:gd name="adj" fmla="val 19748"/>
              </a:avLst>
            </a:prstGeom>
            <a:solidFill>
              <a:schemeClr val="bg1">
                <a:lumMod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îṧlîďé">
              <a:extLst>
                <a:ext uri="{FF2B5EF4-FFF2-40B4-BE49-F238E27FC236}">
                  <a16:creationId xmlns:a16="http://schemas.microsoft.com/office/drawing/2014/main" xmlns="" id="{5FEE15CB-CA24-4C75-8BE4-CAC7109ED508}"/>
                </a:ext>
              </a:extLst>
            </p:cNvPr>
            <p:cNvSpPr/>
            <p:nvPr/>
          </p:nvSpPr>
          <p:spPr>
            <a:xfrm flipV="1">
              <a:off x="1631038" y="2777033"/>
              <a:ext cx="1372939" cy="1597485"/>
            </a:xfrm>
            <a:prstGeom prst="triangle">
              <a:avLst/>
            </a:prstGeom>
            <a:solidFill>
              <a:srgbClr val="1C50A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2" name="išḻïḋe">
              <a:extLst>
                <a:ext uri="{FF2B5EF4-FFF2-40B4-BE49-F238E27FC236}">
                  <a16:creationId xmlns:a16="http://schemas.microsoft.com/office/drawing/2014/main" xmlns="" id="{1177341C-69F1-4751-AF0A-D19012DC5962}"/>
                </a:ext>
              </a:extLst>
            </p:cNvPr>
            <p:cNvSpPr/>
            <p:nvPr/>
          </p:nvSpPr>
          <p:spPr>
            <a:xfrm>
              <a:off x="1631038" y="2535646"/>
              <a:ext cx="1372939" cy="48277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3" name="iSlîdè">
              <a:extLst>
                <a:ext uri="{FF2B5EF4-FFF2-40B4-BE49-F238E27FC236}">
                  <a16:creationId xmlns:a16="http://schemas.microsoft.com/office/drawing/2014/main" xmlns="" id="{BC68E199-BD9B-4EC7-A3B3-A4BD209FE9DE}"/>
                </a:ext>
              </a:extLst>
            </p:cNvPr>
            <p:cNvSpPr/>
            <p:nvPr/>
          </p:nvSpPr>
          <p:spPr bwMode="auto">
            <a:xfrm>
              <a:off x="2038733" y="3128778"/>
              <a:ext cx="578623" cy="468342"/>
            </a:xfrm>
            <a:custGeom>
              <a:avLst/>
              <a:gdLst>
                <a:gd name="connsiteX0" fmla="*/ 355420 w 607568"/>
                <a:gd name="connsiteY0" fmla="*/ 250307 h 491771"/>
                <a:gd name="connsiteX1" fmla="*/ 352312 w 607568"/>
                <a:gd name="connsiteY1" fmla="*/ 251812 h 491771"/>
                <a:gd name="connsiteX2" fmla="*/ 321042 w 607568"/>
                <a:gd name="connsiteY2" fmla="*/ 289814 h 491771"/>
                <a:gd name="connsiteX3" fmla="*/ 321513 w 607568"/>
                <a:gd name="connsiteY3" fmla="*/ 295364 h 491771"/>
                <a:gd name="connsiteX4" fmla="*/ 369736 w 607568"/>
                <a:gd name="connsiteY4" fmla="*/ 338257 h 491771"/>
                <a:gd name="connsiteX5" fmla="*/ 371997 w 607568"/>
                <a:gd name="connsiteY5" fmla="*/ 339104 h 491771"/>
                <a:gd name="connsiteX6" fmla="*/ 373127 w 607568"/>
                <a:gd name="connsiteY6" fmla="*/ 338916 h 491771"/>
                <a:gd name="connsiteX7" fmla="*/ 375293 w 607568"/>
                <a:gd name="connsiteY7" fmla="*/ 336282 h 491771"/>
                <a:gd name="connsiteX8" fmla="*/ 383676 w 607568"/>
                <a:gd name="connsiteY8" fmla="*/ 279467 h 491771"/>
                <a:gd name="connsiteX9" fmla="*/ 376424 w 607568"/>
                <a:gd name="connsiteY9" fmla="*/ 263287 h 491771"/>
                <a:gd name="connsiteX10" fmla="*/ 357681 w 607568"/>
                <a:gd name="connsiteY10" fmla="*/ 250965 h 491771"/>
                <a:gd name="connsiteX11" fmla="*/ 355420 w 607568"/>
                <a:gd name="connsiteY11" fmla="*/ 250307 h 491771"/>
                <a:gd name="connsiteX12" fmla="*/ 258879 w 607568"/>
                <a:gd name="connsiteY12" fmla="*/ 250307 h 491771"/>
                <a:gd name="connsiteX13" fmla="*/ 256712 w 607568"/>
                <a:gd name="connsiteY13" fmla="*/ 250965 h 491771"/>
                <a:gd name="connsiteX14" fmla="*/ 237969 w 607568"/>
                <a:gd name="connsiteY14" fmla="*/ 263287 h 491771"/>
                <a:gd name="connsiteX15" fmla="*/ 230717 w 607568"/>
                <a:gd name="connsiteY15" fmla="*/ 279467 h 491771"/>
                <a:gd name="connsiteX16" fmla="*/ 239100 w 607568"/>
                <a:gd name="connsiteY16" fmla="*/ 336282 h 491771"/>
                <a:gd name="connsiteX17" fmla="*/ 241266 w 607568"/>
                <a:gd name="connsiteY17" fmla="*/ 338916 h 491771"/>
                <a:gd name="connsiteX18" fmla="*/ 242396 w 607568"/>
                <a:gd name="connsiteY18" fmla="*/ 339104 h 491771"/>
                <a:gd name="connsiteX19" fmla="*/ 244657 w 607568"/>
                <a:gd name="connsiteY19" fmla="*/ 338257 h 491771"/>
                <a:gd name="connsiteX20" fmla="*/ 292880 w 607568"/>
                <a:gd name="connsiteY20" fmla="*/ 295364 h 491771"/>
                <a:gd name="connsiteX21" fmla="*/ 293351 w 607568"/>
                <a:gd name="connsiteY21" fmla="*/ 289814 h 491771"/>
                <a:gd name="connsiteX22" fmla="*/ 261987 w 607568"/>
                <a:gd name="connsiteY22" fmla="*/ 251812 h 491771"/>
                <a:gd name="connsiteX23" fmla="*/ 258879 w 607568"/>
                <a:gd name="connsiteY23" fmla="*/ 250307 h 491771"/>
                <a:gd name="connsiteX24" fmla="*/ 500465 w 607568"/>
                <a:gd name="connsiteY24" fmla="*/ 66049 h 491771"/>
                <a:gd name="connsiteX25" fmla="*/ 565743 w 607568"/>
                <a:gd name="connsiteY25" fmla="*/ 130673 h 491771"/>
                <a:gd name="connsiteX26" fmla="*/ 566120 w 607568"/>
                <a:gd name="connsiteY26" fmla="*/ 130673 h 491771"/>
                <a:gd name="connsiteX27" fmla="*/ 580250 w 607568"/>
                <a:gd name="connsiteY27" fmla="*/ 160962 h 491771"/>
                <a:gd name="connsiteX28" fmla="*/ 560939 w 607568"/>
                <a:gd name="connsiteY28" fmla="*/ 182503 h 491771"/>
                <a:gd name="connsiteX29" fmla="*/ 531927 w 607568"/>
                <a:gd name="connsiteY29" fmla="*/ 223799 h 491771"/>
                <a:gd name="connsiteX30" fmla="*/ 528253 w 607568"/>
                <a:gd name="connsiteY30" fmla="*/ 234240 h 491771"/>
                <a:gd name="connsiteX31" fmla="*/ 530797 w 607568"/>
                <a:gd name="connsiteY31" fmla="*/ 246281 h 491771"/>
                <a:gd name="connsiteX32" fmla="*/ 545868 w 607568"/>
                <a:gd name="connsiteY32" fmla="*/ 261143 h 491771"/>
                <a:gd name="connsiteX33" fmla="*/ 558961 w 607568"/>
                <a:gd name="connsiteY33" fmla="*/ 263777 h 491771"/>
                <a:gd name="connsiteX34" fmla="*/ 597299 w 607568"/>
                <a:gd name="connsiteY34" fmla="*/ 301968 h 491771"/>
                <a:gd name="connsiteX35" fmla="*/ 607002 w 607568"/>
                <a:gd name="connsiteY35" fmla="*/ 350788 h 491771"/>
                <a:gd name="connsiteX36" fmla="*/ 601256 w 607568"/>
                <a:gd name="connsiteY36" fmla="*/ 373835 h 491771"/>
                <a:gd name="connsiteX37" fmla="*/ 579685 w 607568"/>
                <a:gd name="connsiteY37" fmla="*/ 384088 h 491771"/>
                <a:gd name="connsiteX38" fmla="*/ 490386 w 607568"/>
                <a:gd name="connsiteY38" fmla="*/ 384088 h 491771"/>
                <a:gd name="connsiteX39" fmla="*/ 467685 w 607568"/>
                <a:gd name="connsiteY39" fmla="*/ 310058 h 491771"/>
                <a:gd name="connsiteX40" fmla="*/ 431702 w 607568"/>
                <a:gd name="connsiteY40" fmla="*/ 267445 h 491771"/>
                <a:gd name="connsiteX41" fmla="*/ 441969 w 607568"/>
                <a:gd name="connsiteY41" fmla="*/ 263777 h 491771"/>
                <a:gd name="connsiteX42" fmla="*/ 455157 w 607568"/>
                <a:gd name="connsiteY42" fmla="*/ 261237 h 491771"/>
                <a:gd name="connsiteX43" fmla="*/ 470228 w 607568"/>
                <a:gd name="connsiteY43" fmla="*/ 246281 h 491771"/>
                <a:gd name="connsiteX44" fmla="*/ 472677 w 607568"/>
                <a:gd name="connsiteY44" fmla="*/ 234240 h 491771"/>
                <a:gd name="connsiteX45" fmla="*/ 469098 w 607568"/>
                <a:gd name="connsiteY45" fmla="*/ 223893 h 491771"/>
                <a:gd name="connsiteX46" fmla="*/ 439991 w 607568"/>
                <a:gd name="connsiteY46" fmla="*/ 182503 h 491771"/>
                <a:gd name="connsiteX47" fmla="*/ 426144 w 607568"/>
                <a:gd name="connsiteY47" fmla="*/ 172720 h 491771"/>
                <a:gd name="connsiteX48" fmla="*/ 441404 w 607568"/>
                <a:gd name="connsiteY48" fmla="*/ 143278 h 491771"/>
                <a:gd name="connsiteX49" fmla="*/ 439708 w 607568"/>
                <a:gd name="connsiteY49" fmla="*/ 107438 h 491771"/>
                <a:gd name="connsiteX50" fmla="*/ 500465 w 607568"/>
                <a:gd name="connsiteY50" fmla="*/ 66049 h 491771"/>
                <a:gd name="connsiteX51" fmla="*/ 107100 w 607568"/>
                <a:gd name="connsiteY51" fmla="*/ 66049 h 491771"/>
                <a:gd name="connsiteX52" fmla="*/ 171341 w 607568"/>
                <a:gd name="connsiteY52" fmla="*/ 123618 h 491771"/>
                <a:gd name="connsiteX53" fmla="*/ 172849 w 607568"/>
                <a:gd name="connsiteY53" fmla="*/ 143278 h 491771"/>
                <a:gd name="connsiteX54" fmla="*/ 184246 w 607568"/>
                <a:gd name="connsiteY54" fmla="*/ 168205 h 491771"/>
                <a:gd name="connsiteX55" fmla="*/ 167574 w 607568"/>
                <a:gd name="connsiteY55" fmla="*/ 182503 h 491771"/>
                <a:gd name="connsiteX56" fmla="*/ 138468 w 607568"/>
                <a:gd name="connsiteY56" fmla="*/ 223799 h 491771"/>
                <a:gd name="connsiteX57" fmla="*/ 134794 w 607568"/>
                <a:gd name="connsiteY57" fmla="*/ 234240 h 491771"/>
                <a:gd name="connsiteX58" fmla="*/ 137337 w 607568"/>
                <a:gd name="connsiteY58" fmla="*/ 246281 h 491771"/>
                <a:gd name="connsiteX59" fmla="*/ 152408 w 607568"/>
                <a:gd name="connsiteY59" fmla="*/ 261143 h 491771"/>
                <a:gd name="connsiteX60" fmla="*/ 165596 w 607568"/>
                <a:gd name="connsiteY60" fmla="*/ 263777 h 491771"/>
                <a:gd name="connsiteX61" fmla="*/ 179442 w 607568"/>
                <a:gd name="connsiteY61" fmla="*/ 268856 h 491771"/>
                <a:gd name="connsiteX62" fmla="*/ 146662 w 607568"/>
                <a:gd name="connsiteY62" fmla="*/ 310058 h 491771"/>
                <a:gd name="connsiteX63" fmla="*/ 123867 w 607568"/>
                <a:gd name="connsiteY63" fmla="*/ 384088 h 491771"/>
                <a:gd name="connsiteX64" fmla="*/ 27883 w 607568"/>
                <a:gd name="connsiteY64" fmla="*/ 384088 h 491771"/>
                <a:gd name="connsiteX65" fmla="*/ 6312 w 607568"/>
                <a:gd name="connsiteY65" fmla="*/ 373835 h 491771"/>
                <a:gd name="connsiteX66" fmla="*/ 566 w 607568"/>
                <a:gd name="connsiteY66" fmla="*/ 350788 h 491771"/>
                <a:gd name="connsiteX67" fmla="*/ 10268 w 607568"/>
                <a:gd name="connsiteY67" fmla="*/ 301968 h 491771"/>
                <a:gd name="connsiteX68" fmla="*/ 48606 w 607568"/>
                <a:gd name="connsiteY68" fmla="*/ 263777 h 491771"/>
                <a:gd name="connsiteX69" fmla="*/ 61699 w 607568"/>
                <a:gd name="connsiteY69" fmla="*/ 261237 h 491771"/>
                <a:gd name="connsiteX70" fmla="*/ 76770 w 607568"/>
                <a:gd name="connsiteY70" fmla="*/ 246281 h 491771"/>
                <a:gd name="connsiteX71" fmla="*/ 79313 w 607568"/>
                <a:gd name="connsiteY71" fmla="*/ 234240 h 491771"/>
                <a:gd name="connsiteX72" fmla="*/ 75639 w 607568"/>
                <a:gd name="connsiteY72" fmla="*/ 223893 h 491771"/>
                <a:gd name="connsiteX73" fmla="*/ 46628 w 607568"/>
                <a:gd name="connsiteY73" fmla="*/ 182503 h 491771"/>
                <a:gd name="connsiteX74" fmla="*/ 27318 w 607568"/>
                <a:gd name="connsiteY74" fmla="*/ 160962 h 491771"/>
                <a:gd name="connsiteX75" fmla="*/ 41447 w 607568"/>
                <a:gd name="connsiteY75" fmla="*/ 130673 h 491771"/>
                <a:gd name="connsiteX76" fmla="*/ 41824 w 607568"/>
                <a:gd name="connsiteY76" fmla="*/ 130673 h 491771"/>
                <a:gd name="connsiteX77" fmla="*/ 107100 w 607568"/>
                <a:gd name="connsiteY77" fmla="*/ 66049 h 491771"/>
                <a:gd name="connsiteX78" fmla="*/ 298626 w 607568"/>
                <a:gd name="connsiteY78" fmla="*/ 0 h 491771"/>
                <a:gd name="connsiteX79" fmla="*/ 315956 w 607568"/>
                <a:gd name="connsiteY79" fmla="*/ 0 h 491771"/>
                <a:gd name="connsiteX80" fmla="*/ 401854 w 607568"/>
                <a:gd name="connsiteY80" fmla="*/ 85787 h 491771"/>
                <a:gd name="connsiteX81" fmla="*/ 401854 w 607568"/>
                <a:gd name="connsiteY81" fmla="*/ 95476 h 491771"/>
                <a:gd name="connsiteX82" fmla="*/ 421633 w 607568"/>
                <a:gd name="connsiteY82" fmla="*/ 138840 h 491771"/>
                <a:gd name="connsiteX83" fmla="*/ 417960 w 607568"/>
                <a:gd name="connsiteY83" fmla="*/ 149281 h 491771"/>
                <a:gd name="connsiteX84" fmla="*/ 417112 w 607568"/>
                <a:gd name="connsiteY84" fmla="*/ 151068 h 491771"/>
                <a:gd name="connsiteX85" fmla="*/ 411273 w 607568"/>
                <a:gd name="connsiteY85" fmla="*/ 159534 h 491771"/>
                <a:gd name="connsiteX86" fmla="*/ 410896 w 607568"/>
                <a:gd name="connsiteY86" fmla="*/ 159910 h 491771"/>
                <a:gd name="connsiteX87" fmla="*/ 394037 w 607568"/>
                <a:gd name="connsiteY87" fmla="*/ 169787 h 491771"/>
                <a:gd name="connsiteX88" fmla="*/ 384900 w 607568"/>
                <a:gd name="connsiteY88" fmla="*/ 189541 h 491771"/>
                <a:gd name="connsiteX89" fmla="*/ 384712 w 607568"/>
                <a:gd name="connsiteY89" fmla="*/ 189823 h 491771"/>
                <a:gd name="connsiteX90" fmla="*/ 373316 w 607568"/>
                <a:gd name="connsiteY90" fmla="*/ 207131 h 491771"/>
                <a:gd name="connsiteX91" fmla="*/ 372750 w 607568"/>
                <a:gd name="connsiteY91" fmla="*/ 207789 h 491771"/>
                <a:gd name="connsiteX92" fmla="*/ 359847 w 607568"/>
                <a:gd name="connsiteY92" fmla="*/ 222275 h 491771"/>
                <a:gd name="connsiteX93" fmla="*/ 359188 w 607568"/>
                <a:gd name="connsiteY93" fmla="*/ 222934 h 491771"/>
                <a:gd name="connsiteX94" fmla="*/ 345154 w 607568"/>
                <a:gd name="connsiteY94" fmla="*/ 234598 h 491771"/>
                <a:gd name="connsiteX95" fmla="*/ 345625 w 607568"/>
                <a:gd name="connsiteY95" fmla="*/ 236855 h 491771"/>
                <a:gd name="connsiteX96" fmla="*/ 348639 w 607568"/>
                <a:gd name="connsiteY96" fmla="*/ 235538 h 491771"/>
                <a:gd name="connsiteX97" fmla="*/ 355514 w 607568"/>
                <a:gd name="connsiteY97" fmla="*/ 234033 h 491771"/>
                <a:gd name="connsiteX98" fmla="*/ 366628 w 607568"/>
                <a:gd name="connsiteY98" fmla="*/ 237326 h 491771"/>
                <a:gd name="connsiteX99" fmla="*/ 385371 w 607568"/>
                <a:gd name="connsiteY99" fmla="*/ 249648 h 491771"/>
                <a:gd name="connsiteX100" fmla="*/ 399876 w 607568"/>
                <a:gd name="connsiteY100" fmla="*/ 279373 h 491771"/>
                <a:gd name="connsiteX101" fmla="*/ 430016 w 607568"/>
                <a:gd name="connsiteY101" fmla="*/ 289814 h 491771"/>
                <a:gd name="connsiteX102" fmla="*/ 448382 w 607568"/>
                <a:gd name="connsiteY102" fmla="*/ 316058 h 491771"/>
                <a:gd name="connsiteX103" fmla="*/ 481630 w 607568"/>
                <a:gd name="connsiteY103" fmla="*/ 424515 h 491771"/>
                <a:gd name="connsiteX104" fmla="*/ 483891 w 607568"/>
                <a:gd name="connsiteY104" fmla="*/ 436461 h 491771"/>
                <a:gd name="connsiteX105" fmla="*/ 473718 w 607568"/>
                <a:gd name="connsiteY105" fmla="*/ 470700 h 491771"/>
                <a:gd name="connsiteX106" fmla="*/ 443956 w 607568"/>
                <a:gd name="connsiteY106" fmla="*/ 490360 h 491771"/>
                <a:gd name="connsiteX107" fmla="*/ 431805 w 607568"/>
                <a:gd name="connsiteY107" fmla="*/ 491771 h 491771"/>
                <a:gd name="connsiteX108" fmla="*/ 325375 w 607568"/>
                <a:gd name="connsiteY108" fmla="*/ 491771 h 491771"/>
                <a:gd name="connsiteX109" fmla="*/ 337430 w 607568"/>
                <a:gd name="connsiteY109" fmla="*/ 415296 h 491771"/>
                <a:gd name="connsiteX110" fmla="*/ 334605 w 607568"/>
                <a:gd name="connsiteY110" fmla="*/ 389052 h 491771"/>
                <a:gd name="connsiteX111" fmla="*/ 323962 w 607568"/>
                <a:gd name="connsiteY111" fmla="*/ 360927 h 491771"/>
                <a:gd name="connsiteX112" fmla="*/ 337430 w 607568"/>
                <a:gd name="connsiteY112" fmla="*/ 347476 h 491771"/>
                <a:gd name="connsiteX113" fmla="*/ 307196 w 607568"/>
                <a:gd name="connsiteY113" fmla="*/ 317281 h 491771"/>
                <a:gd name="connsiteX114" fmla="*/ 276868 w 607568"/>
                <a:gd name="connsiteY114" fmla="*/ 347476 h 491771"/>
                <a:gd name="connsiteX115" fmla="*/ 290337 w 607568"/>
                <a:gd name="connsiteY115" fmla="*/ 360927 h 491771"/>
                <a:gd name="connsiteX116" fmla="*/ 279694 w 607568"/>
                <a:gd name="connsiteY116" fmla="*/ 389052 h 491771"/>
                <a:gd name="connsiteX117" fmla="*/ 276963 w 607568"/>
                <a:gd name="connsiteY117" fmla="*/ 415296 h 491771"/>
                <a:gd name="connsiteX118" fmla="*/ 288736 w 607568"/>
                <a:gd name="connsiteY118" fmla="*/ 491771 h 491771"/>
                <a:gd name="connsiteX119" fmla="*/ 182493 w 607568"/>
                <a:gd name="connsiteY119" fmla="*/ 491771 h 491771"/>
                <a:gd name="connsiteX120" fmla="*/ 170437 w 607568"/>
                <a:gd name="connsiteY120" fmla="*/ 490360 h 491771"/>
                <a:gd name="connsiteX121" fmla="*/ 140675 w 607568"/>
                <a:gd name="connsiteY121" fmla="*/ 470700 h 491771"/>
                <a:gd name="connsiteX122" fmla="*/ 132669 w 607568"/>
                <a:gd name="connsiteY122" fmla="*/ 424515 h 491771"/>
                <a:gd name="connsiteX123" fmla="*/ 166011 w 607568"/>
                <a:gd name="connsiteY123" fmla="*/ 316058 h 491771"/>
                <a:gd name="connsiteX124" fmla="*/ 184377 w 607568"/>
                <a:gd name="connsiteY124" fmla="*/ 289814 h 491771"/>
                <a:gd name="connsiteX125" fmla="*/ 214517 w 607568"/>
                <a:gd name="connsiteY125" fmla="*/ 279373 h 491771"/>
                <a:gd name="connsiteX126" fmla="*/ 214517 w 607568"/>
                <a:gd name="connsiteY126" fmla="*/ 279279 h 491771"/>
                <a:gd name="connsiteX127" fmla="*/ 229022 w 607568"/>
                <a:gd name="connsiteY127" fmla="*/ 249648 h 491771"/>
                <a:gd name="connsiteX128" fmla="*/ 247765 w 607568"/>
                <a:gd name="connsiteY128" fmla="*/ 237326 h 491771"/>
                <a:gd name="connsiteX129" fmla="*/ 258879 w 607568"/>
                <a:gd name="connsiteY129" fmla="*/ 234033 h 491771"/>
                <a:gd name="connsiteX130" fmla="*/ 265754 w 607568"/>
                <a:gd name="connsiteY130" fmla="*/ 235538 h 491771"/>
                <a:gd name="connsiteX131" fmla="*/ 268768 w 607568"/>
                <a:gd name="connsiteY131" fmla="*/ 236855 h 491771"/>
                <a:gd name="connsiteX132" fmla="*/ 269239 w 607568"/>
                <a:gd name="connsiteY132" fmla="*/ 234598 h 491771"/>
                <a:gd name="connsiteX133" fmla="*/ 255205 w 607568"/>
                <a:gd name="connsiteY133" fmla="*/ 222934 h 491771"/>
                <a:gd name="connsiteX134" fmla="*/ 254546 w 607568"/>
                <a:gd name="connsiteY134" fmla="*/ 222275 h 491771"/>
                <a:gd name="connsiteX135" fmla="*/ 241548 w 607568"/>
                <a:gd name="connsiteY135" fmla="*/ 207789 h 491771"/>
                <a:gd name="connsiteX136" fmla="*/ 241077 w 607568"/>
                <a:gd name="connsiteY136" fmla="*/ 207225 h 491771"/>
                <a:gd name="connsiteX137" fmla="*/ 229681 w 607568"/>
                <a:gd name="connsiteY137" fmla="*/ 189823 h 491771"/>
                <a:gd name="connsiteX138" fmla="*/ 229493 w 607568"/>
                <a:gd name="connsiteY138" fmla="*/ 189635 h 491771"/>
                <a:gd name="connsiteX139" fmla="*/ 220356 w 607568"/>
                <a:gd name="connsiteY139" fmla="*/ 169787 h 491771"/>
                <a:gd name="connsiteX140" fmla="*/ 203497 w 607568"/>
                <a:gd name="connsiteY140" fmla="*/ 159910 h 491771"/>
                <a:gd name="connsiteX141" fmla="*/ 203120 w 607568"/>
                <a:gd name="connsiteY141" fmla="*/ 159534 h 491771"/>
                <a:gd name="connsiteX142" fmla="*/ 197281 w 607568"/>
                <a:gd name="connsiteY142" fmla="*/ 151068 h 491771"/>
                <a:gd name="connsiteX143" fmla="*/ 196433 w 607568"/>
                <a:gd name="connsiteY143" fmla="*/ 149281 h 491771"/>
                <a:gd name="connsiteX144" fmla="*/ 192666 w 607568"/>
                <a:gd name="connsiteY144" fmla="*/ 138840 h 491771"/>
                <a:gd name="connsiteX145" fmla="*/ 212727 w 607568"/>
                <a:gd name="connsiteY145" fmla="*/ 95476 h 491771"/>
                <a:gd name="connsiteX146" fmla="*/ 212727 w 607568"/>
                <a:gd name="connsiteY146" fmla="*/ 85787 h 491771"/>
                <a:gd name="connsiteX147" fmla="*/ 298626 w 607568"/>
                <a:gd name="connsiteY147" fmla="*/ 0 h 4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4" name="îṥḷiḑê">
              <a:extLst>
                <a:ext uri="{FF2B5EF4-FFF2-40B4-BE49-F238E27FC236}">
                  <a16:creationId xmlns:a16="http://schemas.microsoft.com/office/drawing/2014/main" xmlns="" id="{084F0C15-34EA-4A65-A531-9FD3BB9BD670}"/>
                </a:ext>
              </a:extLst>
            </p:cNvPr>
            <p:cNvSpPr/>
            <p:nvPr/>
          </p:nvSpPr>
          <p:spPr bwMode="auto">
            <a:xfrm>
              <a:off x="9550304" y="3170392"/>
              <a:ext cx="602910" cy="432662"/>
            </a:xfrm>
            <a:custGeom>
              <a:avLst/>
              <a:gdLst>
                <a:gd name="connsiteX0" fmla="*/ 533228 w 606862"/>
                <a:gd name="connsiteY0" fmla="*/ 69781 h 435499"/>
                <a:gd name="connsiteX1" fmla="*/ 528214 w 606862"/>
                <a:gd name="connsiteY1" fmla="*/ 81924 h 435499"/>
                <a:gd name="connsiteX2" fmla="*/ 515122 w 606862"/>
                <a:gd name="connsiteY2" fmla="*/ 82851 h 435499"/>
                <a:gd name="connsiteX3" fmla="*/ 513543 w 606862"/>
                <a:gd name="connsiteY3" fmla="*/ 87671 h 435499"/>
                <a:gd name="connsiteX4" fmla="*/ 523571 w 606862"/>
                <a:gd name="connsiteY4" fmla="*/ 96107 h 435499"/>
                <a:gd name="connsiteX5" fmla="*/ 520414 w 606862"/>
                <a:gd name="connsiteY5" fmla="*/ 108806 h 435499"/>
                <a:gd name="connsiteX6" fmla="*/ 524500 w 606862"/>
                <a:gd name="connsiteY6" fmla="*/ 111773 h 435499"/>
                <a:gd name="connsiteX7" fmla="*/ 535643 w 606862"/>
                <a:gd name="connsiteY7" fmla="*/ 104913 h 435499"/>
                <a:gd name="connsiteX8" fmla="*/ 546785 w 606862"/>
                <a:gd name="connsiteY8" fmla="*/ 111773 h 435499"/>
                <a:gd name="connsiteX9" fmla="*/ 550871 w 606862"/>
                <a:gd name="connsiteY9" fmla="*/ 108806 h 435499"/>
                <a:gd name="connsiteX10" fmla="*/ 547807 w 606862"/>
                <a:gd name="connsiteY10" fmla="*/ 96107 h 435499"/>
                <a:gd name="connsiteX11" fmla="*/ 557835 w 606862"/>
                <a:gd name="connsiteY11" fmla="*/ 87671 h 435499"/>
                <a:gd name="connsiteX12" fmla="*/ 556349 w 606862"/>
                <a:gd name="connsiteY12" fmla="*/ 82851 h 435499"/>
                <a:gd name="connsiteX13" fmla="*/ 543257 w 606862"/>
                <a:gd name="connsiteY13" fmla="*/ 81924 h 435499"/>
                <a:gd name="connsiteX14" fmla="*/ 538242 w 606862"/>
                <a:gd name="connsiteY14" fmla="*/ 69781 h 435499"/>
                <a:gd name="connsiteX15" fmla="*/ 533228 w 606862"/>
                <a:gd name="connsiteY15" fmla="*/ 69781 h 435499"/>
                <a:gd name="connsiteX16" fmla="*/ 474173 w 606862"/>
                <a:gd name="connsiteY16" fmla="*/ 69781 h 435499"/>
                <a:gd name="connsiteX17" fmla="*/ 469159 w 606862"/>
                <a:gd name="connsiteY17" fmla="*/ 81924 h 435499"/>
                <a:gd name="connsiteX18" fmla="*/ 456066 w 606862"/>
                <a:gd name="connsiteY18" fmla="*/ 82851 h 435499"/>
                <a:gd name="connsiteX19" fmla="*/ 454488 w 606862"/>
                <a:gd name="connsiteY19" fmla="*/ 87671 h 435499"/>
                <a:gd name="connsiteX20" fmla="*/ 464516 w 606862"/>
                <a:gd name="connsiteY20" fmla="*/ 96107 h 435499"/>
                <a:gd name="connsiteX21" fmla="*/ 461359 w 606862"/>
                <a:gd name="connsiteY21" fmla="*/ 108806 h 435499"/>
                <a:gd name="connsiteX22" fmla="*/ 465445 w 606862"/>
                <a:gd name="connsiteY22" fmla="*/ 111773 h 435499"/>
                <a:gd name="connsiteX23" fmla="*/ 476587 w 606862"/>
                <a:gd name="connsiteY23" fmla="*/ 104913 h 435499"/>
                <a:gd name="connsiteX24" fmla="*/ 487730 w 606862"/>
                <a:gd name="connsiteY24" fmla="*/ 111773 h 435499"/>
                <a:gd name="connsiteX25" fmla="*/ 491815 w 606862"/>
                <a:gd name="connsiteY25" fmla="*/ 108806 h 435499"/>
                <a:gd name="connsiteX26" fmla="*/ 488751 w 606862"/>
                <a:gd name="connsiteY26" fmla="*/ 96107 h 435499"/>
                <a:gd name="connsiteX27" fmla="*/ 498779 w 606862"/>
                <a:gd name="connsiteY27" fmla="*/ 87671 h 435499"/>
                <a:gd name="connsiteX28" fmla="*/ 497294 w 606862"/>
                <a:gd name="connsiteY28" fmla="*/ 82851 h 435499"/>
                <a:gd name="connsiteX29" fmla="*/ 484201 w 606862"/>
                <a:gd name="connsiteY29" fmla="*/ 81924 h 435499"/>
                <a:gd name="connsiteX30" fmla="*/ 479187 w 606862"/>
                <a:gd name="connsiteY30" fmla="*/ 69781 h 435499"/>
                <a:gd name="connsiteX31" fmla="*/ 474173 w 606862"/>
                <a:gd name="connsiteY31" fmla="*/ 69781 h 435499"/>
                <a:gd name="connsiteX32" fmla="*/ 415117 w 606862"/>
                <a:gd name="connsiteY32" fmla="*/ 69781 h 435499"/>
                <a:gd name="connsiteX33" fmla="*/ 410103 w 606862"/>
                <a:gd name="connsiteY33" fmla="*/ 81924 h 435499"/>
                <a:gd name="connsiteX34" fmla="*/ 397011 w 606862"/>
                <a:gd name="connsiteY34" fmla="*/ 82851 h 435499"/>
                <a:gd name="connsiteX35" fmla="*/ 395432 w 606862"/>
                <a:gd name="connsiteY35" fmla="*/ 87671 h 435499"/>
                <a:gd name="connsiteX36" fmla="*/ 405460 w 606862"/>
                <a:gd name="connsiteY36" fmla="*/ 96107 h 435499"/>
                <a:gd name="connsiteX37" fmla="*/ 402303 w 606862"/>
                <a:gd name="connsiteY37" fmla="*/ 108806 h 435499"/>
                <a:gd name="connsiteX38" fmla="*/ 406389 w 606862"/>
                <a:gd name="connsiteY38" fmla="*/ 111773 h 435499"/>
                <a:gd name="connsiteX39" fmla="*/ 417532 w 606862"/>
                <a:gd name="connsiteY39" fmla="*/ 104913 h 435499"/>
                <a:gd name="connsiteX40" fmla="*/ 428674 w 606862"/>
                <a:gd name="connsiteY40" fmla="*/ 111773 h 435499"/>
                <a:gd name="connsiteX41" fmla="*/ 432760 w 606862"/>
                <a:gd name="connsiteY41" fmla="*/ 108806 h 435499"/>
                <a:gd name="connsiteX42" fmla="*/ 429696 w 606862"/>
                <a:gd name="connsiteY42" fmla="*/ 96107 h 435499"/>
                <a:gd name="connsiteX43" fmla="*/ 439724 w 606862"/>
                <a:gd name="connsiteY43" fmla="*/ 87671 h 435499"/>
                <a:gd name="connsiteX44" fmla="*/ 438238 w 606862"/>
                <a:gd name="connsiteY44" fmla="*/ 82851 h 435499"/>
                <a:gd name="connsiteX45" fmla="*/ 425146 w 606862"/>
                <a:gd name="connsiteY45" fmla="*/ 81924 h 435499"/>
                <a:gd name="connsiteX46" fmla="*/ 420132 w 606862"/>
                <a:gd name="connsiteY46" fmla="*/ 69781 h 435499"/>
                <a:gd name="connsiteX47" fmla="*/ 415117 w 606862"/>
                <a:gd name="connsiteY47" fmla="*/ 69781 h 435499"/>
                <a:gd name="connsiteX48" fmla="*/ 436010 w 606862"/>
                <a:gd name="connsiteY48" fmla="*/ 3780 h 435499"/>
                <a:gd name="connsiteX49" fmla="*/ 517257 w 606862"/>
                <a:gd name="connsiteY49" fmla="*/ 3780 h 435499"/>
                <a:gd name="connsiteX50" fmla="*/ 606862 w 606862"/>
                <a:gd name="connsiteY50" fmla="*/ 93140 h 435499"/>
                <a:gd name="connsiteX51" fmla="*/ 517257 w 606862"/>
                <a:gd name="connsiteY51" fmla="*/ 182594 h 435499"/>
                <a:gd name="connsiteX52" fmla="*/ 456438 w 606862"/>
                <a:gd name="connsiteY52" fmla="*/ 182594 h 435499"/>
                <a:gd name="connsiteX53" fmla="*/ 415210 w 606862"/>
                <a:gd name="connsiteY53" fmla="*/ 223751 h 435499"/>
                <a:gd name="connsiteX54" fmla="*/ 407689 w 606862"/>
                <a:gd name="connsiteY54" fmla="*/ 220692 h 435499"/>
                <a:gd name="connsiteX55" fmla="*/ 407689 w 606862"/>
                <a:gd name="connsiteY55" fmla="*/ 178051 h 435499"/>
                <a:gd name="connsiteX56" fmla="*/ 346405 w 606862"/>
                <a:gd name="connsiteY56" fmla="*/ 93233 h 435499"/>
                <a:gd name="connsiteX57" fmla="*/ 436010 w 606862"/>
                <a:gd name="connsiteY57" fmla="*/ 3780 h 435499"/>
                <a:gd name="connsiteX58" fmla="*/ 140854 w 606862"/>
                <a:gd name="connsiteY58" fmla="*/ 207 h 435499"/>
                <a:gd name="connsiteX59" fmla="*/ 216621 w 606862"/>
                <a:gd name="connsiteY59" fmla="*/ 856 h 435499"/>
                <a:gd name="connsiteX60" fmla="*/ 272145 w 606862"/>
                <a:gd name="connsiteY60" fmla="*/ 33762 h 435499"/>
                <a:gd name="connsiteX61" fmla="*/ 302693 w 606862"/>
                <a:gd name="connsiteY61" fmla="*/ 122934 h 435499"/>
                <a:gd name="connsiteX62" fmla="*/ 310400 w 606862"/>
                <a:gd name="connsiteY62" fmla="*/ 158343 h 435499"/>
                <a:gd name="connsiteX63" fmla="*/ 293130 w 606862"/>
                <a:gd name="connsiteY63" fmla="*/ 188098 h 435499"/>
                <a:gd name="connsiteX64" fmla="*/ 281152 w 606862"/>
                <a:gd name="connsiteY64" fmla="*/ 220819 h 435499"/>
                <a:gd name="connsiteX65" fmla="*/ 281152 w 606862"/>
                <a:gd name="connsiteY65" fmla="*/ 260863 h 435499"/>
                <a:gd name="connsiteX66" fmla="*/ 283287 w 606862"/>
                <a:gd name="connsiteY66" fmla="*/ 264385 h 435499"/>
                <a:gd name="connsiteX67" fmla="*/ 407057 w 606862"/>
                <a:gd name="connsiteY67" fmla="*/ 343732 h 435499"/>
                <a:gd name="connsiteX68" fmla="*/ 422192 w 606862"/>
                <a:gd name="connsiteY68" fmla="*/ 375989 h 435499"/>
                <a:gd name="connsiteX69" fmla="*/ 422192 w 606862"/>
                <a:gd name="connsiteY69" fmla="*/ 435406 h 435499"/>
                <a:gd name="connsiteX70" fmla="*/ 238533 w 606862"/>
                <a:gd name="connsiteY70" fmla="*/ 435406 h 435499"/>
                <a:gd name="connsiteX71" fmla="*/ 220520 w 606862"/>
                <a:gd name="connsiteY71" fmla="*/ 352816 h 435499"/>
                <a:gd name="connsiteX72" fmla="*/ 210957 w 606862"/>
                <a:gd name="connsiteY72" fmla="*/ 299331 h 435499"/>
                <a:gd name="connsiteX73" fmla="*/ 201393 w 606862"/>
                <a:gd name="connsiteY73" fmla="*/ 352816 h 435499"/>
                <a:gd name="connsiteX74" fmla="*/ 183566 w 606862"/>
                <a:gd name="connsiteY74" fmla="*/ 435499 h 435499"/>
                <a:gd name="connsiteX75" fmla="*/ 0 w 606862"/>
                <a:gd name="connsiteY75" fmla="*/ 435499 h 435499"/>
                <a:gd name="connsiteX76" fmla="*/ 0 w 606862"/>
                <a:gd name="connsiteY76" fmla="*/ 376082 h 435499"/>
                <a:gd name="connsiteX77" fmla="*/ 15135 w 606862"/>
                <a:gd name="connsiteY77" fmla="*/ 343824 h 435499"/>
                <a:gd name="connsiteX78" fmla="*/ 138905 w 606862"/>
                <a:gd name="connsiteY78" fmla="*/ 264478 h 435499"/>
                <a:gd name="connsiteX79" fmla="*/ 141040 w 606862"/>
                <a:gd name="connsiteY79" fmla="*/ 261049 h 435499"/>
                <a:gd name="connsiteX80" fmla="*/ 141040 w 606862"/>
                <a:gd name="connsiteY80" fmla="*/ 221005 h 435499"/>
                <a:gd name="connsiteX81" fmla="*/ 128970 w 606862"/>
                <a:gd name="connsiteY81" fmla="*/ 188191 h 435499"/>
                <a:gd name="connsiteX82" fmla="*/ 111792 w 606862"/>
                <a:gd name="connsiteY82" fmla="*/ 158436 h 435499"/>
                <a:gd name="connsiteX83" fmla="*/ 118942 w 606862"/>
                <a:gd name="connsiteY83" fmla="*/ 123120 h 435499"/>
                <a:gd name="connsiteX84" fmla="*/ 149397 w 606862"/>
                <a:gd name="connsiteY84" fmla="*/ 18560 h 435499"/>
                <a:gd name="connsiteX85" fmla="*/ 140854 w 606862"/>
                <a:gd name="connsiteY85" fmla="*/ 207 h 43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06862" h="435499">
                  <a:moveTo>
                    <a:pt x="533228" y="69781"/>
                  </a:moveTo>
                  <a:lnTo>
                    <a:pt x="528214" y="81924"/>
                  </a:lnTo>
                  <a:lnTo>
                    <a:pt x="515122" y="82851"/>
                  </a:lnTo>
                  <a:cubicBezTo>
                    <a:pt x="512615" y="83036"/>
                    <a:pt x="511686" y="86095"/>
                    <a:pt x="513543" y="87671"/>
                  </a:cubicBezTo>
                  <a:lnTo>
                    <a:pt x="523571" y="96107"/>
                  </a:lnTo>
                  <a:lnTo>
                    <a:pt x="520414" y="108806"/>
                  </a:lnTo>
                  <a:cubicBezTo>
                    <a:pt x="519857" y="111217"/>
                    <a:pt x="522457" y="113163"/>
                    <a:pt x="524500" y="111773"/>
                  </a:cubicBezTo>
                  <a:lnTo>
                    <a:pt x="535643" y="104913"/>
                  </a:lnTo>
                  <a:lnTo>
                    <a:pt x="546785" y="111773"/>
                  </a:lnTo>
                  <a:cubicBezTo>
                    <a:pt x="548921" y="113163"/>
                    <a:pt x="551521" y="111217"/>
                    <a:pt x="550871" y="108806"/>
                  </a:cubicBezTo>
                  <a:lnTo>
                    <a:pt x="547807" y="96107"/>
                  </a:lnTo>
                  <a:lnTo>
                    <a:pt x="557835" y="87671"/>
                  </a:lnTo>
                  <a:cubicBezTo>
                    <a:pt x="559785" y="86095"/>
                    <a:pt x="558856" y="83036"/>
                    <a:pt x="556349" y="82851"/>
                  </a:cubicBezTo>
                  <a:lnTo>
                    <a:pt x="543257" y="81924"/>
                  </a:lnTo>
                  <a:lnTo>
                    <a:pt x="538242" y="69781"/>
                  </a:lnTo>
                  <a:cubicBezTo>
                    <a:pt x="537407" y="67463"/>
                    <a:pt x="534157" y="67463"/>
                    <a:pt x="533228" y="69781"/>
                  </a:cubicBezTo>
                  <a:close/>
                  <a:moveTo>
                    <a:pt x="474173" y="69781"/>
                  </a:moveTo>
                  <a:lnTo>
                    <a:pt x="469159" y="81924"/>
                  </a:lnTo>
                  <a:lnTo>
                    <a:pt x="456066" y="82851"/>
                  </a:lnTo>
                  <a:cubicBezTo>
                    <a:pt x="453559" y="83036"/>
                    <a:pt x="452631" y="86095"/>
                    <a:pt x="454488" y="87671"/>
                  </a:cubicBezTo>
                  <a:lnTo>
                    <a:pt x="464516" y="96107"/>
                  </a:lnTo>
                  <a:lnTo>
                    <a:pt x="461359" y="108806"/>
                  </a:lnTo>
                  <a:cubicBezTo>
                    <a:pt x="460802" y="111217"/>
                    <a:pt x="463402" y="113163"/>
                    <a:pt x="465445" y="111773"/>
                  </a:cubicBezTo>
                  <a:lnTo>
                    <a:pt x="476587" y="104913"/>
                  </a:lnTo>
                  <a:lnTo>
                    <a:pt x="487730" y="111773"/>
                  </a:lnTo>
                  <a:cubicBezTo>
                    <a:pt x="489865" y="113163"/>
                    <a:pt x="492465" y="111217"/>
                    <a:pt x="491815" y="108806"/>
                  </a:cubicBezTo>
                  <a:lnTo>
                    <a:pt x="488751" y="96107"/>
                  </a:lnTo>
                  <a:lnTo>
                    <a:pt x="498779" y="87671"/>
                  </a:lnTo>
                  <a:cubicBezTo>
                    <a:pt x="500729" y="86095"/>
                    <a:pt x="499615" y="83036"/>
                    <a:pt x="497294" y="82851"/>
                  </a:cubicBezTo>
                  <a:lnTo>
                    <a:pt x="484201" y="81924"/>
                  </a:lnTo>
                  <a:lnTo>
                    <a:pt x="479187" y="69781"/>
                  </a:lnTo>
                  <a:cubicBezTo>
                    <a:pt x="478351" y="67463"/>
                    <a:pt x="475101" y="67463"/>
                    <a:pt x="474173" y="69781"/>
                  </a:cubicBezTo>
                  <a:close/>
                  <a:moveTo>
                    <a:pt x="415117" y="69781"/>
                  </a:moveTo>
                  <a:lnTo>
                    <a:pt x="410103" y="81924"/>
                  </a:lnTo>
                  <a:lnTo>
                    <a:pt x="397011" y="82851"/>
                  </a:lnTo>
                  <a:cubicBezTo>
                    <a:pt x="394504" y="83036"/>
                    <a:pt x="393575" y="86095"/>
                    <a:pt x="395432" y="87671"/>
                  </a:cubicBezTo>
                  <a:lnTo>
                    <a:pt x="405460" y="96107"/>
                  </a:lnTo>
                  <a:lnTo>
                    <a:pt x="402303" y="108806"/>
                  </a:lnTo>
                  <a:cubicBezTo>
                    <a:pt x="401746" y="111217"/>
                    <a:pt x="404346" y="113163"/>
                    <a:pt x="406389" y="111773"/>
                  </a:cubicBezTo>
                  <a:lnTo>
                    <a:pt x="417532" y="104913"/>
                  </a:lnTo>
                  <a:lnTo>
                    <a:pt x="428674" y="111773"/>
                  </a:lnTo>
                  <a:cubicBezTo>
                    <a:pt x="430810" y="113163"/>
                    <a:pt x="433410" y="111217"/>
                    <a:pt x="432760" y="108806"/>
                  </a:cubicBezTo>
                  <a:lnTo>
                    <a:pt x="429696" y="96107"/>
                  </a:lnTo>
                  <a:lnTo>
                    <a:pt x="439724" y="87671"/>
                  </a:lnTo>
                  <a:cubicBezTo>
                    <a:pt x="441581" y="86095"/>
                    <a:pt x="440560" y="83036"/>
                    <a:pt x="438238" y="82851"/>
                  </a:cubicBezTo>
                  <a:lnTo>
                    <a:pt x="425146" y="81924"/>
                  </a:lnTo>
                  <a:lnTo>
                    <a:pt x="420132" y="69781"/>
                  </a:lnTo>
                  <a:cubicBezTo>
                    <a:pt x="419296" y="67463"/>
                    <a:pt x="416046" y="67463"/>
                    <a:pt x="415117" y="69781"/>
                  </a:cubicBezTo>
                  <a:close/>
                  <a:moveTo>
                    <a:pt x="436010" y="3780"/>
                  </a:moveTo>
                  <a:lnTo>
                    <a:pt x="517257" y="3780"/>
                  </a:lnTo>
                  <a:cubicBezTo>
                    <a:pt x="566749" y="3780"/>
                    <a:pt x="606862" y="43825"/>
                    <a:pt x="606862" y="93140"/>
                  </a:cubicBezTo>
                  <a:cubicBezTo>
                    <a:pt x="606862" y="142548"/>
                    <a:pt x="566749" y="182594"/>
                    <a:pt x="517257" y="182594"/>
                  </a:cubicBezTo>
                  <a:lnTo>
                    <a:pt x="456438" y="182594"/>
                  </a:lnTo>
                  <a:lnTo>
                    <a:pt x="415210" y="223751"/>
                  </a:lnTo>
                  <a:cubicBezTo>
                    <a:pt x="412517" y="226625"/>
                    <a:pt x="407689" y="224678"/>
                    <a:pt x="407689" y="220692"/>
                  </a:cubicBezTo>
                  <a:lnTo>
                    <a:pt x="407689" y="178051"/>
                  </a:lnTo>
                  <a:cubicBezTo>
                    <a:pt x="372126" y="166279"/>
                    <a:pt x="346405" y="132815"/>
                    <a:pt x="346405" y="93233"/>
                  </a:cubicBezTo>
                  <a:cubicBezTo>
                    <a:pt x="346405" y="43825"/>
                    <a:pt x="386518" y="3780"/>
                    <a:pt x="436010" y="3780"/>
                  </a:cubicBezTo>
                  <a:close/>
                  <a:moveTo>
                    <a:pt x="140854" y="207"/>
                  </a:moveTo>
                  <a:cubicBezTo>
                    <a:pt x="140854" y="207"/>
                    <a:pt x="191922" y="5954"/>
                    <a:pt x="216621" y="856"/>
                  </a:cubicBezTo>
                  <a:cubicBezTo>
                    <a:pt x="241412" y="-4335"/>
                    <a:pt x="267874" y="15038"/>
                    <a:pt x="272145" y="33762"/>
                  </a:cubicBezTo>
                  <a:cubicBezTo>
                    <a:pt x="272145" y="33762"/>
                    <a:pt x="322099" y="33948"/>
                    <a:pt x="302693" y="122934"/>
                  </a:cubicBezTo>
                  <a:cubicBezTo>
                    <a:pt x="310493" y="122563"/>
                    <a:pt x="318942" y="128032"/>
                    <a:pt x="310400" y="158343"/>
                  </a:cubicBezTo>
                  <a:cubicBezTo>
                    <a:pt x="303807" y="181331"/>
                    <a:pt x="297772" y="187727"/>
                    <a:pt x="293130" y="188098"/>
                  </a:cubicBezTo>
                  <a:cubicBezTo>
                    <a:pt x="291551" y="198480"/>
                    <a:pt x="287466" y="209974"/>
                    <a:pt x="281152" y="220819"/>
                  </a:cubicBezTo>
                  <a:lnTo>
                    <a:pt x="281152" y="260863"/>
                  </a:lnTo>
                  <a:cubicBezTo>
                    <a:pt x="281152" y="262346"/>
                    <a:pt x="281895" y="263737"/>
                    <a:pt x="283287" y="264385"/>
                  </a:cubicBezTo>
                  <a:cubicBezTo>
                    <a:pt x="294987" y="270133"/>
                    <a:pt x="353204" y="299424"/>
                    <a:pt x="407057" y="343732"/>
                  </a:cubicBezTo>
                  <a:cubicBezTo>
                    <a:pt x="416714" y="351611"/>
                    <a:pt x="422192" y="363476"/>
                    <a:pt x="422192" y="375989"/>
                  </a:cubicBezTo>
                  <a:lnTo>
                    <a:pt x="422192" y="435406"/>
                  </a:lnTo>
                  <a:lnTo>
                    <a:pt x="238533" y="435406"/>
                  </a:lnTo>
                  <a:lnTo>
                    <a:pt x="220520" y="352816"/>
                  </a:lnTo>
                  <a:cubicBezTo>
                    <a:pt x="257104" y="301834"/>
                    <a:pt x="217735" y="299331"/>
                    <a:pt x="210957" y="299331"/>
                  </a:cubicBezTo>
                  <a:cubicBezTo>
                    <a:pt x="204179" y="299424"/>
                    <a:pt x="164810" y="301834"/>
                    <a:pt x="201393" y="352816"/>
                  </a:cubicBezTo>
                  <a:lnTo>
                    <a:pt x="183566" y="435499"/>
                  </a:lnTo>
                  <a:lnTo>
                    <a:pt x="0" y="435499"/>
                  </a:lnTo>
                  <a:lnTo>
                    <a:pt x="0" y="376082"/>
                  </a:lnTo>
                  <a:cubicBezTo>
                    <a:pt x="0" y="363754"/>
                    <a:pt x="5478" y="351703"/>
                    <a:pt x="15135" y="343824"/>
                  </a:cubicBezTo>
                  <a:cubicBezTo>
                    <a:pt x="68988" y="299609"/>
                    <a:pt x="127113" y="270318"/>
                    <a:pt x="138905" y="264478"/>
                  </a:cubicBezTo>
                  <a:cubicBezTo>
                    <a:pt x="140112" y="263829"/>
                    <a:pt x="141040" y="262532"/>
                    <a:pt x="141040" y="261049"/>
                  </a:cubicBezTo>
                  <a:lnTo>
                    <a:pt x="141040" y="221005"/>
                  </a:lnTo>
                  <a:cubicBezTo>
                    <a:pt x="134726" y="210067"/>
                    <a:pt x="130641" y="198573"/>
                    <a:pt x="128970" y="188191"/>
                  </a:cubicBezTo>
                  <a:cubicBezTo>
                    <a:pt x="124420" y="187820"/>
                    <a:pt x="118385" y="181424"/>
                    <a:pt x="111792" y="158436"/>
                  </a:cubicBezTo>
                  <a:cubicBezTo>
                    <a:pt x="103528" y="128867"/>
                    <a:pt x="111328" y="123120"/>
                    <a:pt x="118942" y="123120"/>
                  </a:cubicBezTo>
                  <a:cubicBezTo>
                    <a:pt x="114856" y="105786"/>
                    <a:pt x="104643" y="45813"/>
                    <a:pt x="149397" y="18560"/>
                  </a:cubicBezTo>
                  <a:cubicBezTo>
                    <a:pt x="149397" y="18560"/>
                    <a:pt x="140112" y="10960"/>
                    <a:pt x="140854" y="20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5" name="îṡḷïḋê">
              <a:extLst>
                <a:ext uri="{FF2B5EF4-FFF2-40B4-BE49-F238E27FC236}">
                  <a16:creationId xmlns:a16="http://schemas.microsoft.com/office/drawing/2014/main" xmlns="" id="{8AB4FFB2-3552-4B0F-B688-0DF01E131E21}"/>
                </a:ext>
              </a:extLst>
            </p:cNvPr>
            <p:cNvSpPr/>
            <p:nvPr/>
          </p:nvSpPr>
          <p:spPr>
            <a:xfrm rot="17590688">
              <a:off x="5141540" y="2949507"/>
              <a:ext cx="747792" cy="1767840"/>
            </a:xfrm>
            <a:prstGeom prst="triangle">
              <a:avLst>
                <a:gd name="adj" fmla="val 19748"/>
              </a:avLst>
            </a:prstGeom>
            <a:solidFill>
              <a:schemeClr val="bg1">
                <a:lumMod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şļïdê">
              <a:extLst>
                <a:ext uri="{FF2B5EF4-FFF2-40B4-BE49-F238E27FC236}">
                  <a16:creationId xmlns:a16="http://schemas.microsoft.com/office/drawing/2014/main" xmlns="" id="{4EC349F3-6A0A-4EFC-8F9F-8B4BBE267F52}"/>
                </a:ext>
              </a:extLst>
            </p:cNvPr>
            <p:cNvSpPr/>
            <p:nvPr/>
          </p:nvSpPr>
          <p:spPr>
            <a:xfrm flipV="1">
              <a:off x="5163661" y="2163718"/>
              <a:ext cx="2038350" cy="2371725"/>
            </a:xfrm>
            <a:prstGeom prst="triangle">
              <a:avLst/>
            </a:prstGeom>
            <a:solidFill>
              <a:srgbClr val="1C50A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" name="ïšlîḋé">
              <a:extLst>
                <a:ext uri="{FF2B5EF4-FFF2-40B4-BE49-F238E27FC236}">
                  <a16:creationId xmlns:a16="http://schemas.microsoft.com/office/drawing/2014/main" xmlns="" id="{07C0BAB4-3304-4860-B7E6-99EFF42F9A5D}"/>
                </a:ext>
              </a:extLst>
            </p:cNvPr>
            <p:cNvSpPr/>
            <p:nvPr/>
          </p:nvSpPr>
          <p:spPr>
            <a:xfrm>
              <a:off x="5163661" y="1805340"/>
              <a:ext cx="2038350" cy="71675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28" name="îšľîḓè">
              <a:extLst>
                <a:ext uri="{FF2B5EF4-FFF2-40B4-BE49-F238E27FC236}">
                  <a16:creationId xmlns:a16="http://schemas.microsoft.com/office/drawing/2014/main" xmlns="" id="{6D1B0E23-7F8C-49A5-9CFE-EAA669B324EA}"/>
                </a:ext>
              </a:extLst>
            </p:cNvPr>
            <p:cNvSpPr/>
            <p:nvPr/>
          </p:nvSpPr>
          <p:spPr bwMode="auto">
            <a:xfrm>
              <a:off x="5855316" y="2779870"/>
              <a:ext cx="584160" cy="556342"/>
            </a:xfrm>
            <a:custGeom>
              <a:avLst/>
              <a:gdLst>
                <a:gd name="connsiteX0" fmla="*/ 168121 w 609643"/>
                <a:gd name="connsiteY0" fmla="*/ 328124 h 580612"/>
                <a:gd name="connsiteX1" fmla="*/ 161669 w 609643"/>
                <a:gd name="connsiteY1" fmla="*/ 334470 h 580612"/>
                <a:gd name="connsiteX2" fmla="*/ 161669 w 609643"/>
                <a:gd name="connsiteY2" fmla="*/ 346575 h 580612"/>
                <a:gd name="connsiteX3" fmla="*/ 160301 w 609643"/>
                <a:gd name="connsiteY3" fmla="*/ 347942 h 580612"/>
                <a:gd name="connsiteX4" fmla="*/ 132343 w 609643"/>
                <a:gd name="connsiteY4" fmla="*/ 380450 h 580612"/>
                <a:gd name="connsiteX5" fmla="*/ 166361 w 609643"/>
                <a:gd name="connsiteY5" fmla="*/ 415887 h 580612"/>
                <a:gd name="connsiteX6" fmla="*/ 186303 w 609643"/>
                <a:gd name="connsiteY6" fmla="*/ 435313 h 580612"/>
                <a:gd name="connsiteX7" fmla="*/ 166459 w 609643"/>
                <a:gd name="connsiteY7" fmla="*/ 450543 h 580612"/>
                <a:gd name="connsiteX8" fmla="*/ 142803 w 609643"/>
                <a:gd name="connsiteY8" fmla="*/ 444197 h 580612"/>
                <a:gd name="connsiteX9" fmla="*/ 140066 w 609643"/>
                <a:gd name="connsiteY9" fmla="*/ 443514 h 580612"/>
                <a:gd name="connsiteX10" fmla="*/ 134298 w 609643"/>
                <a:gd name="connsiteY10" fmla="*/ 447516 h 580612"/>
                <a:gd name="connsiteX11" fmla="*/ 131366 w 609643"/>
                <a:gd name="connsiteY11" fmla="*/ 455521 h 580612"/>
                <a:gd name="connsiteX12" fmla="*/ 134005 w 609643"/>
                <a:gd name="connsiteY12" fmla="*/ 462062 h 580612"/>
                <a:gd name="connsiteX13" fmla="*/ 159127 w 609643"/>
                <a:gd name="connsiteY13" fmla="*/ 468993 h 580612"/>
                <a:gd name="connsiteX14" fmla="*/ 160301 w 609643"/>
                <a:gd name="connsiteY14" fmla="*/ 470262 h 580612"/>
                <a:gd name="connsiteX15" fmla="*/ 160301 w 609643"/>
                <a:gd name="connsiteY15" fmla="*/ 482367 h 580612"/>
                <a:gd name="connsiteX16" fmla="*/ 166752 w 609643"/>
                <a:gd name="connsiteY16" fmla="*/ 488615 h 580612"/>
                <a:gd name="connsiteX17" fmla="*/ 172520 w 609643"/>
                <a:gd name="connsiteY17" fmla="*/ 488615 h 580612"/>
                <a:gd name="connsiteX18" fmla="*/ 178971 w 609643"/>
                <a:gd name="connsiteY18" fmla="*/ 482367 h 580612"/>
                <a:gd name="connsiteX19" fmla="*/ 178971 w 609643"/>
                <a:gd name="connsiteY19" fmla="*/ 469677 h 580612"/>
                <a:gd name="connsiteX20" fmla="*/ 180046 w 609643"/>
                <a:gd name="connsiteY20" fmla="*/ 468310 h 580612"/>
                <a:gd name="connsiteX21" fmla="*/ 209665 w 609643"/>
                <a:gd name="connsiteY21" fmla="*/ 434044 h 580612"/>
                <a:gd name="connsiteX22" fmla="*/ 177505 w 609643"/>
                <a:gd name="connsiteY22" fmla="*/ 396753 h 580612"/>
                <a:gd name="connsiteX23" fmla="*/ 155511 w 609643"/>
                <a:gd name="connsiteY23" fmla="*/ 378204 h 580612"/>
                <a:gd name="connsiteX24" fmla="*/ 172813 w 609643"/>
                <a:gd name="connsiteY24" fmla="*/ 365221 h 580612"/>
                <a:gd name="connsiteX25" fmla="*/ 192852 w 609643"/>
                <a:gd name="connsiteY25" fmla="*/ 369809 h 580612"/>
                <a:gd name="connsiteX26" fmla="*/ 195882 w 609643"/>
                <a:gd name="connsiteY26" fmla="*/ 370492 h 580612"/>
                <a:gd name="connsiteX27" fmla="*/ 201454 w 609643"/>
                <a:gd name="connsiteY27" fmla="*/ 366685 h 580612"/>
                <a:gd name="connsiteX28" fmla="*/ 204582 w 609643"/>
                <a:gd name="connsiteY28" fmla="*/ 358778 h 580612"/>
                <a:gd name="connsiteX29" fmla="*/ 201845 w 609643"/>
                <a:gd name="connsiteY29" fmla="*/ 352432 h 580612"/>
                <a:gd name="connsiteX30" fmla="*/ 181122 w 609643"/>
                <a:gd name="connsiteY30" fmla="*/ 347063 h 580612"/>
                <a:gd name="connsiteX31" fmla="*/ 180144 w 609643"/>
                <a:gd name="connsiteY31" fmla="*/ 345891 h 580612"/>
                <a:gd name="connsiteX32" fmla="*/ 180144 w 609643"/>
                <a:gd name="connsiteY32" fmla="*/ 334470 h 580612"/>
                <a:gd name="connsiteX33" fmla="*/ 173693 w 609643"/>
                <a:gd name="connsiteY33" fmla="*/ 328124 h 580612"/>
                <a:gd name="connsiteX34" fmla="*/ 170369 w 609643"/>
                <a:gd name="connsiteY34" fmla="*/ 227573 h 580612"/>
                <a:gd name="connsiteX35" fmla="*/ 191092 w 609643"/>
                <a:gd name="connsiteY35" fmla="*/ 234602 h 580612"/>
                <a:gd name="connsiteX36" fmla="*/ 237720 w 609643"/>
                <a:gd name="connsiteY36" fmla="*/ 272870 h 580612"/>
                <a:gd name="connsiteX37" fmla="*/ 237720 w 609643"/>
                <a:gd name="connsiteY37" fmla="*/ 244071 h 580612"/>
                <a:gd name="connsiteX38" fmla="*/ 243390 w 609643"/>
                <a:gd name="connsiteY38" fmla="*/ 238312 h 580612"/>
                <a:gd name="connsiteX39" fmla="*/ 289725 w 609643"/>
                <a:gd name="connsiteY39" fmla="*/ 238312 h 580612"/>
                <a:gd name="connsiteX40" fmla="*/ 295492 w 609643"/>
                <a:gd name="connsiteY40" fmla="*/ 244071 h 580612"/>
                <a:gd name="connsiteX41" fmla="*/ 295492 w 609643"/>
                <a:gd name="connsiteY41" fmla="*/ 320314 h 580612"/>
                <a:gd name="connsiteX42" fmla="*/ 333322 w 609643"/>
                <a:gd name="connsiteY42" fmla="*/ 351358 h 580612"/>
                <a:gd name="connsiteX43" fmla="*/ 340360 w 609643"/>
                <a:gd name="connsiteY43" fmla="*/ 365709 h 580612"/>
                <a:gd name="connsiteX44" fmla="*/ 327261 w 609643"/>
                <a:gd name="connsiteY44" fmla="*/ 374788 h 580612"/>
                <a:gd name="connsiteX45" fmla="*/ 304290 w 609643"/>
                <a:gd name="connsiteY45" fmla="*/ 378985 h 580612"/>
                <a:gd name="connsiteX46" fmla="*/ 304290 w 609643"/>
                <a:gd name="connsiteY46" fmla="*/ 556658 h 580612"/>
                <a:gd name="connsiteX47" fmla="*/ 291680 w 609643"/>
                <a:gd name="connsiteY47" fmla="*/ 569251 h 580612"/>
                <a:gd name="connsiteX48" fmla="*/ 49058 w 609643"/>
                <a:gd name="connsiteY48" fmla="*/ 569251 h 580612"/>
                <a:gd name="connsiteX49" fmla="*/ 36448 w 609643"/>
                <a:gd name="connsiteY49" fmla="*/ 556658 h 580612"/>
                <a:gd name="connsiteX50" fmla="*/ 36448 w 609643"/>
                <a:gd name="connsiteY50" fmla="*/ 378985 h 580612"/>
                <a:gd name="connsiteX51" fmla="*/ 13477 w 609643"/>
                <a:gd name="connsiteY51" fmla="*/ 374788 h 580612"/>
                <a:gd name="connsiteX52" fmla="*/ 280 w 609643"/>
                <a:gd name="connsiteY52" fmla="*/ 365709 h 580612"/>
                <a:gd name="connsiteX53" fmla="*/ 7318 w 609643"/>
                <a:gd name="connsiteY53" fmla="*/ 351358 h 580612"/>
                <a:gd name="connsiteX54" fmla="*/ 149548 w 609643"/>
                <a:gd name="connsiteY54" fmla="*/ 234602 h 580612"/>
                <a:gd name="connsiteX55" fmla="*/ 170369 w 609643"/>
                <a:gd name="connsiteY55" fmla="*/ 227573 h 580612"/>
                <a:gd name="connsiteX56" fmla="*/ 518056 w 609643"/>
                <a:gd name="connsiteY56" fmla="*/ 159266 h 580612"/>
                <a:gd name="connsiteX57" fmla="*/ 541035 w 609643"/>
                <a:gd name="connsiteY57" fmla="*/ 172836 h 580612"/>
                <a:gd name="connsiteX58" fmla="*/ 606058 w 609643"/>
                <a:gd name="connsiteY58" fmla="*/ 286373 h 580612"/>
                <a:gd name="connsiteX59" fmla="*/ 608698 w 609643"/>
                <a:gd name="connsiteY59" fmla="*/ 306874 h 580612"/>
                <a:gd name="connsiteX60" fmla="*/ 595987 w 609643"/>
                <a:gd name="connsiteY60" fmla="*/ 323177 h 580612"/>
                <a:gd name="connsiteX61" fmla="*/ 585622 w 609643"/>
                <a:gd name="connsiteY61" fmla="*/ 326594 h 580612"/>
                <a:gd name="connsiteX62" fmla="*/ 582689 w 609643"/>
                <a:gd name="connsiteY62" fmla="*/ 326692 h 580612"/>
                <a:gd name="connsiteX63" fmla="*/ 565968 w 609643"/>
                <a:gd name="connsiteY63" fmla="*/ 321030 h 580612"/>
                <a:gd name="connsiteX64" fmla="*/ 580342 w 609643"/>
                <a:gd name="connsiteY64" fmla="*/ 405279 h 580612"/>
                <a:gd name="connsiteX65" fmla="*/ 576626 w 609643"/>
                <a:gd name="connsiteY65" fmla="*/ 420020 h 580612"/>
                <a:gd name="connsiteX66" fmla="*/ 562742 w 609643"/>
                <a:gd name="connsiteY66" fmla="*/ 426171 h 580612"/>
                <a:gd name="connsiteX67" fmla="*/ 534092 w 609643"/>
                <a:gd name="connsiteY67" fmla="*/ 426171 h 580612"/>
                <a:gd name="connsiteX68" fmla="*/ 534092 w 609643"/>
                <a:gd name="connsiteY68" fmla="*/ 552594 h 580612"/>
                <a:gd name="connsiteX69" fmla="*/ 506029 w 609643"/>
                <a:gd name="connsiteY69" fmla="*/ 580612 h 580612"/>
                <a:gd name="connsiteX70" fmla="*/ 477869 w 609643"/>
                <a:gd name="connsiteY70" fmla="*/ 552594 h 580612"/>
                <a:gd name="connsiteX71" fmla="*/ 477869 w 609643"/>
                <a:gd name="connsiteY71" fmla="*/ 426171 h 580612"/>
                <a:gd name="connsiteX72" fmla="*/ 453326 w 609643"/>
                <a:gd name="connsiteY72" fmla="*/ 426171 h 580612"/>
                <a:gd name="connsiteX73" fmla="*/ 453326 w 609643"/>
                <a:gd name="connsiteY73" fmla="*/ 552594 h 580612"/>
                <a:gd name="connsiteX74" fmla="*/ 425263 w 609643"/>
                <a:gd name="connsiteY74" fmla="*/ 580612 h 580612"/>
                <a:gd name="connsiteX75" fmla="*/ 397103 w 609643"/>
                <a:gd name="connsiteY75" fmla="*/ 552594 h 580612"/>
                <a:gd name="connsiteX76" fmla="*/ 397103 w 609643"/>
                <a:gd name="connsiteY76" fmla="*/ 426171 h 580612"/>
                <a:gd name="connsiteX77" fmla="*/ 370702 w 609643"/>
                <a:gd name="connsiteY77" fmla="*/ 426171 h 580612"/>
                <a:gd name="connsiteX78" fmla="*/ 356719 w 609643"/>
                <a:gd name="connsiteY78" fmla="*/ 420020 h 580612"/>
                <a:gd name="connsiteX79" fmla="*/ 353102 w 609643"/>
                <a:gd name="connsiteY79" fmla="*/ 405279 h 580612"/>
                <a:gd name="connsiteX80" fmla="*/ 367769 w 609643"/>
                <a:gd name="connsiteY80" fmla="*/ 321615 h 580612"/>
                <a:gd name="connsiteX81" fmla="*/ 352026 w 609643"/>
                <a:gd name="connsiteY81" fmla="*/ 326692 h 580612"/>
                <a:gd name="connsiteX82" fmla="*/ 348995 w 609643"/>
                <a:gd name="connsiteY82" fmla="*/ 326594 h 580612"/>
                <a:gd name="connsiteX83" fmla="*/ 338630 w 609643"/>
                <a:gd name="connsiteY83" fmla="*/ 323177 h 580612"/>
                <a:gd name="connsiteX84" fmla="*/ 326017 w 609643"/>
                <a:gd name="connsiteY84" fmla="*/ 306874 h 580612"/>
                <a:gd name="connsiteX85" fmla="*/ 328559 w 609643"/>
                <a:gd name="connsiteY85" fmla="*/ 286373 h 580612"/>
                <a:gd name="connsiteX86" fmla="*/ 393680 w 609643"/>
                <a:gd name="connsiteY86" fmla="*/ 172836 h 580612"/>
                <a:gd name="connsiteX87" fmla="*/ 415094 w 609643"/>
                <a:gd name="connsiteY87" fmla="*/ 159364 h 580612"/>
                <a:gd name="connsiteX88" fmla="*/ 518056 w 609643"/>
                <a:gd name="connsiteY88" fmla="*/ 159266 h 580612"/>
                <a:gd name="connsiteX89" fmla="*/ 462898 w 609643"/>
                <a:gd name="connsiteY89" fmla="*/ 0 h 580612"/>
                <a:gd name="connsiteX90" fmla="*/ 536745 w 609643"/>
                <a:gd name="connsiteY90" fmla="*/ 73706 h 580612"/>
                <a:gd name="connsiteX91" fmla="*/ 462898 w 609643"/>
                <a:gd name="connsiteY91" fmla="*/ 147412 h 580612"/>
                <a:gd name="connsiteX92" fmla="*/ 389051 w 609643"/>
                <a:gd name="connsiteY92" fmla="*/ 73706 h 580612"/>
                <a:gd name="connsiteX93" fmla="*/ 462898 w 609643"/>
                <a:gd name="connsiteY93" fmla="*/ 0 h 5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609643" h="580612">
                  <a:moveTo>
                    <a:pt x="168121" y="328124"/>
                  </a:moveTo>
                  <a:cubicBezTo>
                    <a:pt x="164504" y="328124"/>
                    <a:pt x="161669" y="330955"/>
                    <a:pt x="161669" y="334470"/>
                  </a:cubicBezTo>
                  <a:lnTo>
                    <a:pt x="161669" y="346575"/>
                  </a:lnTo>
                  <a:cubicBezTo>
                    <a:pt x="161669" y="347453"/>
                    <a:pt x="160692" y="347844"/>
                    <a:pt x="160301" y="347942"/>
                  </a:cubicBezTo>
                  <a:cubicBezTo>
                    <a:pt x="143096" y="352042"/>
                    <a:pt x="132343" y="364635"/>
                    <a:pt x="132343" y="380450"/>
                  </a:cubicBezTo>
                  <a:cubicBezTo>
                    <a:pt x="132343" y="400267"/>
                    <a:pt x="148668" y="409248"/>
                    <a:pt x="166361" y="415887"/>
                  </a:cubicBezTo>
                  <a:cubicBezTo>
                    <a:pt x="180535" y="421451"/>
                    <a:pt x="186303" y="427113"/>
                    <a:pt x="186303" y="435313"/>
                  </a:cubicBezTo>
                  <a:cubicBezTo>
                    <a:pt x="186303" y="444295"/>
                    <a:pt x="178091" y="450543"/>
                    <a:pt x="166459" y="450543"/>
                  </a:cubicBezTo>
                  <a:cubicBezTo>
                    <a:pt x="156390" y="450543"/>
                    <a:pt x="142901" y="444197"/>
                    <a:pt x="142803" y="444197"/>
                  </a:cubicBezTo>
                  <a:cubicBezTo>
                    <a:pt x="141923" y="443709"/>
                    <a:pt x="141043" y="443514"/>
                    <a:pt x="140066" y="443514"/>
                  </a:cubicBezTo>
                  <a:cubicBezTo>
                    <a:pt x="137524" y="443514"/>
                    <a:pt x="135276" y="445076"/>
                    <a:pt x="134298" y="447516"/>
                  </a:cubicBezTo>
                  <a:lnTo>
                    <a:pt x="131366" y="455521"/>
                  </a:lnTo>
                  <a:cubicBezTo>
                    <a:pt x="130291" y="458548"/>
                    <a:pt x="131952" y="460988"/>
                    <a:pt x="134005" y="462062"/>
                  </a:cubicBezTo>
                  <a:cubicBezTo>
                    <a:pt x="142314" y="466357"/>
                    <a:pt x="158345" y="468896"/>
                    <a:pt x="159127" y="468993"/>
                  </a:cubicBezTo>
                  <a:cubicBezTo>
                    <a:pt x="159323" y="468993"/>
                    <a:pt x="160301" y="469384"/>
                    <a:pt x="160301" y="470262"/>
                  </a:cubicBezTo>
                  <a:lnTo>
                    <a:pt x="160301" y="482367"/>
                  </a:lnTo>
                  <a:cubicBezTo>
                    <a:pt x="160301" y="485784"/>
                    <a:pt x="163135" y="488615"/>
                    <a:pt x="166752" y="488615"/>
                  </a:cubicBezTo>
                  <a:lnTo>
                    <a:pt x="172520" y="488615"/>
                  </a:lnTo>
                  <a:cubicBezTo>
                    <a:pt x="176039" y="488615"/>
                    <a:pt x="178971" y="485784"/>
                    <a:pt x="178971" y="482367"/>
                  </a:cubicBezTo>
                  <a:lnTo>
                    <a:pt x="178971" y="469677"/>
                  </a:lnTo>
                  <a:cubicBezTo>
                    <a:pt x="178971" y="468407"/>
                    <a:pt x="179851" y="468310"/>
                    <a:pt x="180046" y="468310"/>
                  </a:cubicBezTo>
                  <a:cubicBezTo>
                    <a:pt x="198326" y="464210"/>
                    <a:pt x="209665" y="450835"/>
                    <a:pt x="209665" y="434044"/>
                  </a:cubicBezTo>
                  <a:cubicBezTo>
                    <a:pt x="209665" y="416765"/>
                    <a:pt x="199988" y="405539"/>
                    <a:pt x="177505" y="396753"/>
                  </a:cubicBezTo>
                  <a:cubicBezTo>
                    <a:pt x="160398" y="389821"/>
                    <a:pt x="155511" y="385721"/>
                    <a:pt x="155511" y="378204"/>
                  </a:cubicBezTo>
                  <a:cubicBezTo>
                    <a:pt x="155511" y="372249"/>
                    <a:pt x="160007" y="365221"/>
                    <a:pt x="172813" y="365221"/>
                  </a:cubicBezTo>
                  <a:cubicBezTo>
                    <a:pt x="184152" y="365221"/>
                    <a:pt x="192852" y="369711"/>
                    <a:pt x="192852" y="369809"/>
                  </a:cubicBezTo>
                  <a:cubicBezTo>
                    <a:pt x="193830" y="370199"/>
                    <a:pt x="194807" y="370492"/>
                    <a:pt x="195882" y="370492"/>
                  </a:cubicBezTo>
                  <a:cubicBezTo>
                    <a:pt x="198326" y="370492"/>
                    <a:pt x="200477" y="369028"/>
                    <a:pt x="201454" y="366685"/>
                  </a:cubicBezTo>
                  <a:lnTo>
                    <a:pt x="204582" y="358778"/>
                  </a:lnTo>
                  <a:cubicBezTo>
                    <a:pt x="205658" y="355849"/>
                    <a:pt x="203996" y="353311"/>
                    <a:pt x="201845" y="352432"/>
                  </a:cubicBezTo>
                  <a:cubicBezTo>
                    <a:pt x="194905" y="349406"/>
                    <a:pt x="181317" y="347063"/>
                    <a:pt x="181122" y="347063"/>
                  </a:cubicBezTo>
                  <a:cubicBezTo>
                    <a:pt x="180926" y="346965"/>
                    <a:pt x="180144" y="346868"/>
                    <a:pt x="180144" y="345891"/>
                  </a:cubicBezTo>
                  <a:lnTo>
                    <a:pt x="180144" y="334470"/>
                  </a:lnTo>
                  <a:cubicBezTo>
                    <a:pt x="180144" y="330955"/>
                    <a:pt x="177212" y="328124"/>
                    <a:pt x="173693" y="328124"/>
                  </a:cubicBezTo>
                  <a:close/>
                  <a:moveTo>
                    <a:pt x="170369" y="227573"/>
                  </a:moveTo>
                  <a:cubicBezTo>
                    <a:pt x="178189" y="227573"/>
                    <a:pt x="185618" y="230014"/>
                    <a:pt x="191092" y="234602"/>
                  </a:cubicBezTo>
                  <a:lnTo>
                    <a:pt x="237720" y="272870"/>
                  </a:lnTo>
                  <a:lnTo>
                    <a:pt x="237720" y="244071"/>
                  </a:lnTo>
                  <a:cubicBezTo>
                    <a:pt x="237720" y="240948"/>
                    <a:pt x="240262" y="238312"/>
                    <a:pt x="243390" y="238312"/>
                  </a:cubicBezTo>
                  <a:lnTo>
                    <a:pt x="289725" y="238312"/>
                  </a:lnTo>
                  <a:cubicBezTo>
                    <a:pt x="292950" y="238312"/>
                    <a:pt x="295492" y="240948"/>
                    <a:pt x="295492" y="244071"/>
                  </a:cubicBezTo>
                  <a:lnTo>
                    <a:pt x="295492" y="320314"/>
                  </a:lnTo>
                  <a:lnTo>
                    <a:pt x="333322" y="351358"/>
                  </a:lnTo>
                  <a:cubicBezTo>
                    <a:pt x="339089" y="356044"/>
                    <a:pt x="341631" y="361121"/>
                    <a:pt x="340360" y="365709"/>
                  </a:cubicBezTo>
                  <a:cubicBezTo>
                    <a:pt x="339187" y="370297"/>
                    <a:pt x="334495" y="373519"/>
                    <a:pt x="327261" y="374788"/>
                  </a:cubicBezTo>
                  <a:lnTo>
                    <a:pt x="304290" y="378985"/>
                  </a:lnTo>
                  <a:lnTo>
                    <a:pt x="304290" y="556658"/>
                  </a:lnTo>
                  <a:cubicBezTo>
                    <a:pt x="304290" y="563589"/>
                    <a:pt x="298620" y="569251"/>
                    <a:pt x="291680" y="569251"/>
                  </a:cubicBezTo>
                  <a:lnTo>
                    <a:pt x="49058" y="569251"/>
                  </a:lnTo>
                  <a:cubicBezTo>
                    <a:pt x="42118" y="569251"/>
                    <a:pt x="36448" y="563589"/>
                    <a:pt x="36448" y="556658"/>
                  </a:cubicBezTo>
                  <a:lnTo>
                    <a:pt x="36448" y="378985"/>
                  </a:lnTo>
                  <a:lnTo>
                    <a:pt x="13477" y="374788"/>
                  </a:lnTo>
                  <a:cubicBezTo>
                    <a:pt x="6145" y="373519"/>
                    <a:pt x="1453" y="370297"/>
                    <a:pt x="280" y="365709"/>
                  </a:cubicBezTo>
                  <a:cubicBezTo>
                    <a:pt x="-893" y="361121"/>
                    <a:pt x="1649" y="356044"/>
                    <a:pt x="7318" y="351358"/>
                  </a:cubicBezTo>
                  <a:lnTo>
                    <a:pt x="149548" y="234602"/>
                  </a:lnTo>
                  <a:cubicBezTo>
                    <a:pt x="155120" y="230014"/>
                    <a:pt x="162451" y="227573"/>
                    <a:pt x="170369" y="227573"/>
                  </a:cubicBezTo>
                  <a:close/>
                  <a:moveTo>
                    <a:pt x="518056" y="159266"/>
                  </a:moveTo>
                  <a:cubicBezTo>
                    <a:pt x="528030" y="159266"/>
                    <a:pt x="537026" y="165807"/>
                    <a:pt x="541035" y="172836"/>
                  </a:cubicBezTo>
                  <a:lnTo>
                    <a:pt x="606058" y="286373"/>
                  </a:lnTo>
                  <a:cubicBezTo>
                    <a:pt x="609676" y="292621"/>
                    <a:pt x="610556" y="299943"/>
                    <a:pt x="608698" y="306874"/>
                  </a:cubicBezTo>
                  <a:cubicBezTo>
                    <a:pt x="606743" y="313805"/>
                    <a:pt x="602245" y="319565"/>
                    <a:pt x="595987" y="323177"/>
                  </a:cubicBezTo>
                  <a:cubicBezTo>
                    <a:pt x="592760" y="325032"/>
                    <a:pt x="589338" y="326106"/>
                    <a:pt x="585622" y="326594"/>
                  </a:cubicBezTo>
                  <a:cubicBezTo>
                    <a:pt x="584644" y="326692"/>
                    <a:pt x="583667" y="326692"/>
                    <a:pt x="582689" y="326692"/>
                  </a:cubicBezTo>
                  <a:cubicBezTo>
                    <a:pt x="576529" y="326692"/>
                    <a:pt x="570662" y="324642"/>
                    <a:pt x="565968" y="321030"/>
                  </a:cubicBezTo>
                  <a:lnTo>
                    <a:pt x="580342" y="405279"/>
                  </a:lnTo>
                  <a:cubicBezTo>
                    <a:pt x="581320" y="410844"/>
                    <a:pt x="579951" y="416018"/>
                    <a:pt x="576626" y="420020"/>
                  </a:cubicBezTo>
                  <a:cubicBezTo>
                    <a:pt x="573302" y="424023"/>
                    <a:pt x="568315" y="426171"/>
                    <a:pt x="562742" y="426171"/>
                  </a:cubicBezTo>
                  <a:lnTo>
                    <a:pt x="534092" y="426171"/>
                  </a:lnTo>
                  <a:lnTo>
                    <a:pt x="534092" y="552594"/>
                  </a:lnTo>
                  <a:cubicBezTo>
                    <a:pt x="534092" y="568116"/>
                    <a:pt x="521479" y="580612"/>
                    <a:pt x="506029" y="580612"/>
                  </a:cubicBezTo>
                  <a:cubicBezTo>
                    <a:pt x="490482" y="580612"/>
                    <a:pt x="477869" y="568116"/>
                    <a:pt x="477869" y="552594"/>
                  </a:cubicBezTo>
                  <a:lnTo>
                    <a:pt x="477869" y="426171"/>
                  </a:lnTo>
                  <a:lnTo>
                    <a:pt x="453326" y="426171"/>
                  </a:lnTo>
                  <a:lnTo>
                    <a:pt x="453326" y="552594"/>
                  </a:lnTo>
                  <a:cubicBezTo>
                    <a:pt x="453326" y="568116"/>
                    <a:pt x="440712" y="580612"/>
                    <a:pt x="425263" y="580612"/>
                  </a:cubicBezTo>
                  <a:cubicBezTo>
                    <a:pt x="409716" y="580612"/>
                    <a:pt x="397103" y="568116"/>
                    <a:pt x="397103" y="552594"/>
                  </a:cubicBezTo>
                  <a:lnTo>
                    <a:pt x="397103" y="426171"/>
                  </a:lnTo>
                  <a:lnTo>
                    <a:pt x="370702" y="426171"/>
                  </a:lnTo>
                  <a:cubicBezTo>
                    <a:pt x="365031" y="426171"/>
                    <a:pt x="360142" y="424023"/>
                    <a:pt x="356719" y="420020"/>
                  </a:cubicBezTo>
                  <a:cubicBezTo>
                    <a:pt x="353395" y="416018"/>
                    <a:pt x="352124" y="410844"/>
                    <a:pt x="353102" y="405279"/>
                  </a:cubicBezTo>
                  <a:lnTo>
                    <a:pt x="367769" y="321615"/>
                  </a:lnTo>
                  <a:cubicBezTo>
                    <a:pt x="363271" y="324837"/>
                    <a:pt x="357697" y="326692"/>
                    <a:pt x="352026" y="326692"/>
                  </a:cubicBezTo>
                  <a:cubicBezTo>
                    <a:pt x="351048" y="326692"/>
                    <a:pt x="349973" y="326692"/>
                    <a:pt x="348995" y="326594"/>
                  </a:cubicBezTo>
                  <a:cubicBezTo>
                    <a:pt x="345377" y="326106"/>
                    <a:pt x="341857" y="325032"/>
                    <a:pt x="338630" y="323177"/>
                  </a:cubicBezTo>
                  <a:cubicBezTo>
                    <a:pt x="332372" y="319565"/>
                    <a:pt x="327874" y="313805"/>
                    <a:pt x="326017" y="306874"/>
                  </a:cubicBezTo>
                  <a:cubicBezTo>
                    <a:pt x="324061" y="299943"/>
                    <a:pt x="325039" y="292621"/>
                    <a:pt x="328559" y="286373"/>
                  </a:cubicBezTo>
                  <a:lnTo>
                    <a:pt x="393680" y="172836"/>
                  </a:lnTo>
                  <a:cubicBezTo>
                    <a:pt x="397885" y="165319"/>
                    <a:pt x="406881" y="159364"/>
                    <a:pt x="415094" y="159364"/>
                  </a:cubicBezTo>
                  <a:cubicBezTo>
                    <a:pt x="415387" y="159364"/>
                    <a:pt x="492340" y="159266"/>
                    <a:pt x="518056" y="159266"/>
                  </a:cubicBezTo>
                  <a:close/>
                  <a:moveTo>
                    <a:pt x="462898" y="0"/>
                  </a:moveTo>
                  <a:cubicBezTo>
                    <a:pt x="503683" y="0"/>
                    <a:pt x="536745" y="32999"/>
                    <a:pt x="536745" y="73706"/>
                  </a:cubicBezTo>
                  <a:cubicBezTo>
                    <a:pt x="536745" y="114413"/>
                    <a:pt x="503683" y="147412"/>
                    <a:pt x="462898" y="147412"/>
                  </a:cubicBezTo>
                  <a:cubicBezTo>
                    <a:pt x="422113" y="147412"/>
                    <a:pt x="389051" y="114413"/>
                    <a:pt x="389051" y="73706"/>
                  </a:cubicBezTo>
                  <a:cubicBezTo>
                    <a:pt x="389051" y="32999"/>
                    <a:pt x="422113" y="0"/>
                    <a:pt x="4628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</p:grpSp>
      <p:sp>
        <p:nvSpPr>
          <p:cNvPr id="34" name="文本框 1"/>
          <p:cNvSpPr txBox="1"/>
          <p:nvPr/>
        </p:nvSpPr>
        <p:spPr>
          <a:xfrm>
            <a:off x="723522" y="1208697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35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1110846" y="4721517"/>
            <a:ext cx="3290982" cy="559204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36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1159667" y="5191342"/>
            <a:ext cx="3290982" cy="12471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37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1244178" y="4456210"/>
            <a:ext cx="491876" cy="365022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38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4583981" y="4721517"/>
            <a:ext cx="3290982" cy="559204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39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4632802" y="5191342"/>
            <a:ext cx="3290982" cy="12471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40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4717313" y="4456210"/>
            <a:ext cx="491876" cy="365022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4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057116" y="4721517"/>
            <a:ext cx="3290982" cy="559204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4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105937" y="5191342"/>
            <a:ext cx="3290982" cy="12471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4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190448" y="4456210"/>
            <a:ext cx="491876" cy="365022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1352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300687" y="2967723"/>
            <a:ext cx="5419185" cy="51786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关键技术与实践难点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04F69230-F3A6-4586-9371-A858F4763E9F}"/>
              </a:ext>
            </a:extLst>
          </p:cNvPr>
          <p:cNvSpPr txBox="1"/>
          <p:nvPr/>
        </p:nvSpPr>
        <p:spPr>
          <a:xfrm>
            <a:off x="5398702" y="2013066"/>
            <a:ext cx="89176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Freeform 222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close/>
                <a:moveTo>
                  <a:pt x="373" y="0"/>
                </a:move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Freeform 223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moveTo>
                  <a:pt x="373" y="0"/>
                </a:moveTo>
                <a:lnTo>
                  <a:pt x="3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Freeform 224"/>
          <p:cNvSpPr>
            <a:spLocks noEditPoints="1"/>
          </p:cNvSpPr>
          <p:nvPr/>
        </p:nvSpPr>
        <p:spPr bwMode="auto">
          <a:xfrm>
            <a:off x="2978151" y="1720850"/>
            <a:ext cx="169863" cy="201613"/>
          </a:xfrm>
          <a:custGeom>
            <a:avLst/>
            <a:gdLst>
              <a:gd name="T0" fmla="*/ 102 w 107"/>
              <a:gd name="T1" fmla="*/ 72 h 127"/>
              <a:gd name="T2" fmla="*/ 65 w 107"/>
              <a:gd name="T3" fmla="*/ 49 h 127"/>
              <a:gd name="T4" fmla="*/ 50 w 107"/>
              <a:gd name="T5" fmla="*/ 46 h 127"/>
              <a:gd name="T6" fmla="*/ 40 w 107"/>
              <a:gd name="T7" fmla="*/ 40 h 127"/>
              <a:gd name="T8" fmla="*/ 45 w 107"/>
              <a:gd name="T9" fmla="*/ 31 h 127"/>
              <a:gd name="T10" fmla="*/ 48 w 107"/>
              <a:gd name="T11" fmla="*/ 30 h 127"/>
              <a:gd name="T12" fmla="*/ 64 w 107"/>
              <a:gd name="T13" fmla="*/ 38 h 127"/>
              <a:gd name="T14" fmla="*/ 64 w 107"/>
              <a:gd name="T15" fmla="*/ 40 h 127"/>
              <a:gd name="T16" fmla="*/ 67 w 107"/>
              <a:gd name="T17" fmla="*/ 41 h 127"/>
              <a:gd name="T18" fmla="*/ 85 w 107"/>
              <a:gd name="T19" fmla="*/ 34 h 127"/>
              <a:gd name="T20" fmla="*/ 82 w 107"/>
              <a:gd name="T21" fmla="*/ 4 h 127"/>
              <a:gd name="T22" fmla="*/ 79 w 107"/>
              <a:gd name="T23" fmla="*/ 1 h 127"/>
              <a:gd name="T24" fmla="*/ 46 w 107"/>
              <a:gd name="T25" fmla="*/ 6 h 127"/>
              <a:gd name="T26" fmla="*/ 39 w 107"/>
              <a:gd name="T27" fmla="*/ 8 h 127"/>
              <a:gd name="T28" fmla="*/ 6 w 107"/>
              <a:gd name="T29" fmla="*/ 55 h 127"/>
              <a:gd name="T30" fmla="*/ 39 w 107"/>
              <a:gd name="T31" fmla="*/ 79 h 127"/>
              <a:gd name="T32" fmla="*/ 60 w 107"/>
              <a:gd name="T33" fmla="*/ 82 h 127"/>
              <a:gd name="T34" fmla="*/ 67 w 107"/>
              <a:gd name="T35" fmla="*/ 88 h 127"/>
              <a:gd name="T36" fmla="*/ 64 w 107"/>
              <a:gd name="T37" fmla="*/ 95 h 127"/>
              <a:gd name="T38" fmla="*/ 58 w 107"/>
              <a:gd name="T39" fmla="*/ 98 h 127"/>
              <a:gd name="T40" fmla="*/ 39 w 107"/>
              <a:gd name="T41" fmla="*/ 85 h 127"/>
              <a:gd name="T42" fmla="*/ 19 w 107"/>
              <a:gd name="T43" fmla="*/ 93 h 127"/>
              <a:gd name="T44" fmla="*/ 23 w 107"/>
              <a:gd name="T45" fmla="*/ 121 h 127"/>
              <a:gd name="T46" fmla="*/ 26 w 107"/>
              <a:gd name="T47" fmla="*/ 123 h 127"/>
              <a:gd name="T48" fmla="*/ 60 w 107"/>
              <a:gd name="T49" fmla="*/ 121 h 127"/>
              <a:gd name="T50" fmla="*/ 70 w 107"/>
              <a:gd name="T51" fmla="*/ 118 h 127"/>
              <a:gd name="T52" fmla="*/ 102 w 107"/>
              <a:gd name="T53" fmla="*/ 72 h 127"/>
              <a:gd name="T54" fmla="*/ 102 w 107"/>
              <a:gd name="T55" fmla="*/ 72 h 127"/>
              <a:gd name="T56" fmla="*/ 102 w 107"/>
              <a:gd name="T57" fmla="*/ 7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7" h="127">
                <a:moveTo>
                  <a:pt x="102" y="72"/>
                </a:moveTo>
                <a:cubicBezTo>
                  <a:pt x="97" y="53"/>
                  <a:pt x="80" y="50"/>
                  <a:pt x="65" y="49"/>
                </a:cubicBezTo>
                <a:cubicBezTo>
                  <a:pt x="59" y="48"/>
                  <a:pt x="54" y="47"/>
                  <a:pt x="50" y="46"/>
                </a:cubicBezTo>
                <a:cubicBezTo>
                  <a:pt x="45" y="45"/>
                  <a:pt x="41" y="43"/>
                  <a:pt x="40" y="40"/>
                </a:cubicBezTo>
                <a:cubicBezTo>
                  <a:pt x="39" y="36"/>
                  <a:pt x="41" y="33"/>
                  <a:pt x="45" y="31"/>
                </a:cubicBezTo>
                <a:cubicBezTo>
                  <a:pt x="46" y="30"/>
                  <a:pt x="47" y="30"/>
                  <a:pt x="48" y="30"/>
                </a:cubicBezTo>
                <a:cubicBezTo>
                  <a:pt x="56" y="28"/>
                  <a:pt x="61" y="30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67" y="41"/>
                  <a:pt x="67" y="41"/>
                  <a:pt x="67" y="41"/>
                </a:cubicBezTo>
                <a:cubicBezTo>
                  <a:pt x="85" y="34"/>
                  <a:pt x="85" y="34"/>
                  <a:pt x="85" y="34"/>
                </a:cubicBezTo>
                <a:cubicBezTo>
                  <a:pt x="82" y="19"/>
                  <a:pt x="82" y="4"/>
                  <a:pt x="82" y="4"/>
                </a:cubicBezTo>
                <a:cubicBezTo>
                  <a:pt x="79" y="1"/>
                  <a:pt x="79" y="1"/>
                  <a:pt x="79" y="1"/>
                </a:cubicBezTo>
                <a:cubicBezTo>
                  <a:pt x="79" y="1"/>
                  <a:pt x="64" y="0"/>
                  <a:pt x="46" y="6"/>
                </a:cubicBezTo>
                <a:cubicBezTo>
                  <a:pt x="44" y="6"/>
                  <a:pt x="41" y="7"/>
                  <a:pt x="39" y="8"/>
                </a:cubicBezTo>
                <a:cubicBezTo>
                  <a:pt x="13" y="18"/>
                  <a:pt x="0" y="36"/>
                  <a:pt x="6" y="55"/>
                </a:cubicBezTo>
                <a:cubicBezTo>
                  <a:pt x="10" y="72"/>
                  <a:pt x="25" y="77"/>
                  <a:pt x="39" y="79"/>
                </a:cubicBezTo>
                <a:cubicBezTo>
                  <a:pt x="47" y="80"/>
                  <a:pt x="55" y="81"/>
                  <a:pt x="60" y="82"/>
                </a:cubicBezTo>
                <a:cubicBezTo>
                  <a:pt x="64" y="83"/>
                  <a:pt x="67" y="85"/>
                  <a:pt x="67" y="88"/>
                </a:cubicBezTo>
                <a:cubicBezTo>
                  <a:pt x="68" y="91"/>
                  <a:pt x="67" y="93"/>
                  <a:pt x="64" y="95"/>
                </a:cubicBezTo>
                <a:cubicBezTo>
                  <a:pt x="62" y="96"/>
                  <a:pt x="61" y="97"/>
                  <a:pt x="58" y="98"/>
                </a:cubicBezTo>
                <a:cubicBezTo>
                  <a:pt x="49" y="101"/>
                  <a:pt x="43" y="97"/>
                  <a:pt x="39" y="85"/>
                </a:cubicBezTo>
                <a:cubicBezTo>
                  <a:pt x="19" y="93"/>
                  <a:pt x="19" y="93"/>
                  <a:pt x="19" y="93"/>
                </a:cubicBezTo>
                <a:cubicBezTo>
                  <a:pt x="22" y="104"/>
                  <a:pt x="23" y="121"/>
                  <a:pt x="23" y="121"/>
                </a:cubicBezTo>
                <a:cubicBezTo>
                  <a:pt x="26" y="123"/>
                  <a:pt x="26" y="123"/>
                  <a:pt x="26" y="123"/>
                </a:cubicBezTo>
                <a:cubicBezTo>
                  <a:pt x="26" y="123"/>
                  <a:pt x="41" y="127"/>
                  <a:pt x="60" y="121"/>
                </a:cubicBezTo>
                <a:cubicBezTo>
                  <a:pt x="64" y="120"/>
                  <a:pt x="67" y="119"/>
                  <a:pt x="70" y="118"/>
                </a:cubicBezTo>
                <a:cubicBezTo>
                  <a:pt x="95" y="107"/>
                  <a:pt x="107" y="91"/>
                  <a:pt x="102" y="72"/>
                </a:cubicBezTo>
                <a:close/>
                <a:moveTo>
                  <a:pt x="102" y="72"/>
                </a:moveTo>
                <a:cubicBezTo>
                  <a:pt x="102" y="72"/>
                  <a:pt x="102" y="72"/>
                  <a:pt x="102" y="7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Freeform 225"/>
          <p:cNvSpPr>
            <a:spLocks noEditPoints="1"/>
          </p:cNvSpPr>
          <p:nvPr/>
        </p:nvSpPr>
        <p:spPr bwMode="auto">
          <a:xfrm>
            <a:off x="3032126" y="1925638"/>
            <a:ext cx="177800" cy="201613"/>
          </a:xfrm>
          <a:custGeom>
            <a:avLst/>
            <a:gdLst>
              <a:gd name="T0" fmla="*/ 104 w 112"/>
              <a:gd name="T1" fmla="*/ 62 h 127"/>
              <a:gd name="T2" fmla="*/ 79 w 112"/>
              <a:gd name="T3" fmla="*/ 71 h 127"/>
              <a:gd name="T4" fmla="*/ 72 w 112"/>
              <a:gd name="T5" fmla="*/ 94 h 127"/>
              <a:gd name="T6" fmla="*/ 66 w 112"/>
              <a:gd name="T7" fmla="*/ 94 h 127"/>
              <a:gd name="T8" fmla="*/ 46 w 112"/>
              <a:gd name="T9" fmla="*/ 62 h 127"/>
              <a:gd name="T10" fmla="*/ 48 w 112"/>
              <a:gd name="T11" fmla="*/ 31 h 127"/>
              <a:gd name="T12" fmla="*/ 53 w 112"/>
              <a:gd name="T13" fmla="*/ 30 h 127"/>
              <a:gd name="T14" fmla="*/ 67 w 112"/>
              <a:gd name="T15" fmla="*/ 39 h 127"/>
              <a:gd name="T16" fmla="*/ 70 w 112"/>
              <a:gd name="T17" fmla="*/ 48 h 127"/>
              <a:gd name="T18" fmla="*/ 94 w 112"/>
              <a:gd name="T19" fmla="*/ 39 h 127"/>
              <a:gd name="T20" fmla="*/ 89 w 112"/>
              <a:gd name="T21" fmla="*/ 3 h 127"/>
              <a:gd name="T22" fmla="*/ 87 w 112"/>
              <a:gd name="T23" fmla="*/ 0 h 127"/>
              <a:gd name="T24" fmla="*/ 51 w 112"/>
              <a:gd name="T25" fmla="*/ 6 h 127"/>
              <a:gd name="T26" fmla="*/ 42 w 112"/>
              <a:gd name="T27" fmla="*/ 9 h 127"/>
              <a:gd name="T28" fmla="*/ 10 w 112"/>
              <a:gd name="T29" fmla="*/ 79 h 127"/>
              <a:gd name="T30" fmla="*/ 73 w 112"/>
              <a:gd name="T31" fmla="*/ 118 h 127"/>
              <a:gd name="T32" fmla="*/ 73 w 112"/>
              <a:gd name="T33" fmla="*/ 118 h 127"/>
              <a:gd name="T34" fmla="*/ 110 w 112"/>
              <a:gd name="T35" fmla="*/ 101 h 127"/>
              <a:gd name="T36" fmla="*/ 112 w 112"/>
              <a:gd name="T37" fmla="*/ 98 h 127"/>
              <a:gd name="T38" fmla="*/ 104 w 112"/>
              <a:gd name="T39" fmla="*/ 62 h 127"/>
              <a:gd name="T40" fmla="*/ 104 w 112"/>
              <a:gd name="T41" fmla="*/ 62 h 127"/>
              <a:gd name="T42" fmla="*/ 104 w 112"/>
              <a:gd name="T43" fmla="*/ 6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2" h="127">
                <a:moveTo>
                  <a:pt x="104" y="62"/>
                </a:moveTo>
                <a:cubicBezTo>
                  <a:pt x="79" y="71"/>
                  <a:pt x="79" y="71"/>
                  <a:pt x="79" y="71"/>
                </a:cubicBezTo>
                <a:cubicBezTo>
                  <a:pt x="82" y="85"/>
                  <a:pt x="80" y="91"/>
                  <a:pt x="72" y="94"/>
                </a:cubicBezTo>
                <a:cubicBezTo>
                  <a:pt x="70" y="94"/>
                  <a:pt x="68" y="94"/>
                  <a:pt x="66" y="94"/>
                </a:cubicBezTo>
                <a:cubicBezTo>
                  <a:pt x="58" y="93"/>
                  <a:pt x="52" y="82"/>
                  <a:pt x="46" y="62"/>
                </a:cubicBezTo>
                <a:cubicBezTo>
                  <a:pt x="40" y="44"/>
                  <a:pt x="41" y="36"/>
                  <a:pt x="48" y="31"/>
                </a:cubicBezTo>
                <a:cubicBezTo>
                  <a:pt x="50" y="31"/>
                  <a:pt x="51" y="30"/>
                  <a:pt x="53" y="30"/>
                </a:cubicBezTo>
                <a:cubicBezTo>
                  <a:pt x="61" y="27"/>
                  <a:pt x="65" y="30"/>
                  <a:pt x="67" y="39"/>
                </a:cubicBezTo>
                <a:cubicBezTo>
                  <a:pt x="69" y="44"/>
                  <a:pt x="70" y="48"/>
                  <a:pt x="70" y="48"/>
                </a:cubicBezTo>
                <a:cubicBezTo>
                  <a:pt x="94" y="39"/>
                  <a:pt x="94" y="39"/>
                  <a:pt x="94" y="39"/>
                </a:cubicBezTo>
                <a:cubicBezTo>
                  <a:pt x="90" y="19"/>
                  <a:pt x="89" y="3"/>
                  <a:pt x="89" y="3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0"/>
                  <a:pt x="65" y="1"/>
                  <a:pt x="51" y="6"/>
                </a:cubicBezTo>
                <a:cubicBezTo>
                  <a:pt x="48" y="7"/>
                  <a:pt x="45" y="8"/>
                  <a:pt x="42" y="9"/>
                </a:cubicBezTo>
                <a:cubicBezTo>
                  <a:pt x="12" y="21"/>
                  <a:pt x="0" y="46"/>
                  <a:pt x="10" y="79"/>
                </a:cubicBezTo>
                <a:cubicBezTo>
                  <a:pt x="19" y="112"/>
                  <a:pt x="43" y="127"/>
                  <a:pt x="73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94" y="112"/>
                  <a:pt x="110" y="101"/>
                  <a:pt x="110" y="101"/>
                </a:cubicBezTo>
                <a:cubicBezTo>
                  <a:pt x="112" y="98"/>
                  <a:pt x="112" y="98"/>
                  <a:pt x="112" y="98"/>
                </a:cubicBezTo>
                <a:cubicBezTo>
                  <a:pt x="107" y="82"/>
                  <a:pt x="104" y="62"/>
                  <a:pt x="104" y="62"/>
                </a:cubicBezTo>
                <a:close/>
                <a:moveTo>
                  <a:pt x="104" y="62"/>
                </a:moveTo>
                <a:cubicBezTo>
                  <a:pt x="104" y="62"/>
                  <a:pt x="104" y="62"/>
                  <a:pt x="104" y="6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Freeform 226"/>
          <p:cNvSpPr>
            <a:spLocks noEditPoints="1"/>
          </p:cNvSpPr>
          <p:nvPr/>
        </p:nvSpPr>
        <p:spPr bwMode="auto">
          <a:xfrm>
            <a:off x="3067051" y="2120900"/>
            <a:ext cx="228600" cy="223838"/>
          </a:xfrm>
          <a:custGeom>
            <a:avLst/>
            <a:gdLst>
              <a:gd name="T0" fmla="*/ 142 w 144"/>
              <a:gd name="T1" fmla="*/ 93 h 141"/>
              <a:gd name="T2" fmla="*/ 140 w 144"/>
              <a:gd name="T3" fmla="*/ 92 h 141"/>
              <a:gd name="T4" fmla="*/ 135 w 144"/>
              <a:gd name="T5" fmla="*/ 94 h 141"/>
              <a:gd name="T6" fmla="*/ 126 w 144"/>
              <a:gd name="T7" fmla="*/ 84 h 141"/>
              <a:gd name="T8" fmla="*/ 111 w 144"/>
              <a:gd name="T9" fmla="*/ 26 h 141"/>
              <a:gd name="T10" fmla="*/ 118 w 144"/>
              <a:gd name="T11" fmla="*/ 14 h 141"/>
              <a:gd name="T12" fmla="*/ 115 w 144"/>
              <a:gd name="T13" fmla="*/ 0 h 141"/>
              <a:gd name="T14" fmla="*/ 86 w 144"/>
              <a:gd name="T15" fmla="*/ 8 h 141"/>
              <a:gd name="T16" fmla="*/ 60 w 144"/>
              <a:gd name="T17" fmla="*/ 16 h 141"/>
              <a:gd name="T18" fmla="*/ 62 w 144"/>
              <a:gd name="T19" fmla="*/ 29 h 141"/>
              <a:gd name="T20" fmla="*/ 64 w 144"/>
              <a:gd name="T21" fmla="*/ 30 h 141"/>
              <a:gd name="T22" fmla="*/ 69 w 144"/>
              <a:gd name="T23" fmla="*/ 29 h 141"/>
              <a:gd name="T24" fmla="*/ 77 w 144"/>
              <a:gd name="T25" fmla="*/ 35 h 141"/>
              <a:gd name="T26" fmla="*/ 83 w 144"/>
              <a:gd name="T27" fmla="*/ 55 h 141"/>
              <a:gd name="T28" fmla="*/ 69 w 144"/>
              <a:gd name="T29" fmla="*/ 59 h 141"/>
              <a:gd name="T30" fmla="*/ 69 w 144"/>
              <a:gd name="T31" fmla="*/ 59 h 141"/>
              <a:gd name="T32" fmla="*/ 55 w 144"/>
              <a:gd name="T33" fmla="*/ 63 h 141"/>
              <a:gd name="T34" fmla="*/ 50 w 144"/>
              <a:gd name="T35" fmla="*/ 43 h 141"/>
              <a:gd name="T36" fmla="*/ 57 w 144"/>
              <a:gd name="T37" fmla="*/ 32 h 141"/>
              <a:gd name="T38" fmla="*/ 54 w 144"/>
              <a:gd name="T39" fmla="*/ 17 h 141"/>
              <a:gd name="T40" fmla="*/ 21 w 144"/>
              <a:gd name="T41" fmla="*/ 28 h 141"/>
              <a:gd name="T42" fmla="*/ 0 w 144"/>
              <a:gd name="T43" fmla="*/ 34 h 141"/>
              <a:gd name="T44" fmla="*/ 2 w 144"/>
              <a:gd name="T45" fmla="*/ 46 h 141"/>
              <a:gd name="T46" fmla="*/ 4 w 144"/>
              <a:gd name="T47" fmla="*/ 48 h 141"/>
              <a:gd name="T48" fmla="*/ 8 w 144"/>
              <a:gd name="T49" fmla="*/ 46 h 141"/>
              <a:gd name="T50" fmla="*/ 16 w 144"/>
              <a:gd name="T51" fmla="*/ 53 h 141"/>
              <a:gd name="T52" fmla="*/ 33 w 144"/>
              <a:gd name="T53" fmla="*/ 110 h 141"/>
              <a:gd name="T54" fmla="*/ 26 w 144"/>
              <a:gd name="T55" fmla="*/ 126 h 141"/>
              <a:gd name="T56" fmla="*/ 28 w 144"/>
              <a:gd name="T57" fmla="*/ 141 h 141"/>
              <a:gd name="T58" fmla="*/ 55 w 144"/>
              <a:gd name="T59" fmla="*/ 132 h 141"/>
              <a:gd name="T60" fmla="*/ 82 w 144"/>
              <a:gd name="T61" fmla="*/ 125 h 141"/>
              <a:gd name="T62" fmla="*/ 80 w 144"/>
              <a:gd name="T63" fmla="*/ 111 h 141"/>
              <a:gd name="T64" fmla="*/ 78 w 144"/>
              <a:gd name="T65" fmla="*/ 110 h 141"/>
              <a:gd name="T66" fmla="*/ 74 w 144"/>
              <a:gd name="T67" fmla="*/ 112 h 141"/>
              <a:gd name="T68" fmla="*/ 65 w 144"/>
              <a:gd name="T69" fmla="*/ 102 h 141"/>
              <a:gd name="T70" fmla="*/ 60 w 144"/>
              <a:gd name="T71" fmla="*/ 85 h 141"/>
              <a:gd name="T72" fmla="*/ 75 w 144"/>
              <a:gd name="T73" fmla="*/ 80 h 141"/>
              <a:gd name="T74" fmla="*/ 79 w 144"/>
              <a:gd name="T75" fmla="*/ 78 h 141"/>
              <a:gd name="T76" fmla="*/ 88 w 144"/>
              <a:gd name="T77" fmla="*/ 76 h 141"/>
              <a:gd name="T78" fmla="*/ 93 w 144"/>
              <a:gd name="T79" fmla="*/ 92 h 141"/>
              <a:gd name="T80" fmla="*/ 86 w 144"/>
              <a:gd name="T81" fmla="*/ 108 h 141"/>
              <a:gd name="T82" fmla="*/ 89 w 144"/>
              <a:gd name="T83" fmla="*/ 123 h 141"/>
              <a:gd name="T84" fmla="*/ 116 w 144"/>
              <a:gd name="T85" fmla="*/ 115 h 141"/>
              <a:gd name="T86" fmla="*/ 144 w 144"/>
              <a:gd name="T87" fmla="*/ 107 h 141"/>
              <a:gd name="T88" fmla="*/ 142 w 144"/>
              <a:gd name="T89" fmla="*/ 93 h 141"/>
              <a:gd name="T90" fmla="*/ 142 w 144"/>
              <a:gd name="T91" fmla="*/ 93 h 141"/>
              <a:gd name="T92" fmla="*/ 142 w 144"/>
              <a:gd name="T93" fmla="*/ 93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4" h="141">
                <a:moveTo>
                  <a:pt x="142" y="93"/>
                </a:moveTo>
                <a:cubicBezTo>
                  <a:pt x="140" y="92"/>
                  <a:pt x="140" y="92"/>
                  <a:pt x="140" y="92"/>
                </a:cubicBezTo>
                <a:cubicBezTo>
                  <a:pt x="140" y="92"/>
                  <a:pt x="138" y="93"/>
                  <a:pt x="135" y="94"/>
                </a:cubicBezTo>
                <a:cubicBezTo>
                  <a:pt x="131" y="95"/>
                  <a:pt x="128" y="93"/>
                  <a:pt x="126" y="84"/>
                </a:cubicBezTo>
                <a:cubicBezTo>
                  <a:pt x="120" y="63"/>
                  <a:pt x="114" y="40"/>
                  <a:pt x="111" y="26"/>
                </a:cubicBezTo>
                <a:cubicBezTo>
                  <a:pt x="109" y="20"/>
                  <a:pt x="111" y="18"/>
                  <a:pt x="118" y="14"/>
                </a:cubicBezTo>
                <a:cubicBezTo>
                  <a:pt x="115" y="0"/>
                  <a:pt x="115" y="0"/>
                  <a:pt x="115" y="0"/>
                </a:cubicBezTo>
                <a:cubicBezTo>
                  <a:pt x="115" y="0"/>
                  <a:pt x="94" y="7"/>
                  <a:pt x="86" y="8"/>
                </a:cubicBezTo>
                <a:cubicBezTo>
                  <a:pt x="60" y="16"/>
                  <a:pt x="60" y="16"/>
                  <a:pt x="60" y="16"/>
                </a:cubicBezTo>
                <a:cubicBezTo>
                  <a:pt x="62" y="29"/>
                  <a:pt x="62" y="29"/>
                  <a:pt x="62" y="29"/>
                </a:cubicBezTo>
                <a:cubicBezTo>
                  <a:pt x="64" y="30"/>
                  <a:pt x="64" y="30"/>
                  <a:pt x="64" y="30"/>
                </a:cubicBezTo>
                <a:cubicBezTo>
                  <a:pt x="69" y="29"/>
                  <a:pt x="69" y="29"/>
                  <a:pt x="69" y="29"/>
                </a:cubicBezTo>
                <a:cubicBezTo>
                  <a:pt x="73" y="28"/>
                  <a:pt x="75" y="29"/>
                  <a:pt x="77" y="35"/>
                </a:cubicBezTo>
                <a:cubicBezTo>
                  <a:pt x="83" y="55"/>
                  <a:pt x="83" y="55"/>
                  <a:pt x="83" y="55"/>
                </a:cubicBezTo>
                <a:cubicBezTo>
                  <a:pt x="80" y="56"/>
                  <a:pt x="77" y="57"/>
                  <a:pt x="69" y="59"/>
                </a:cubicBezTo>
                <a:cubicBezTo>
                  <a:pt x="69" y="59"/>
                  <a:pt x="69" y="59"/>
                  <a:pt x="69" y="59"/>
                </a:cubicBezTo>
                <a:cubicBezTo>
                  <a:pt x="55" y="63"/>
                  <a:pt x="55" y="63"/>
                  <a:pt x="55" y="63"/>
                </a:cubicBezTo>
                <a:cubicBezTo>
                  <a:pt x="50" y="43"/>
                  <a:pt x="50" y="43"/>
                  <a:pt x="50" y="43"/>
                </a:cubicBezTo>
                <a:cubicBezTo>
                  <a:pt x="49" y="37"/>
                  <a:pt x="50" y="36"/>
                  <a:pt x="57" y="32"/>
                </a:cubicBezTo>
                <a:cubicBezTo>
                  <a:pt x="54" y="17"/>
                  <a:pt x="54" y="17"/>
                  <a:pt x="54" y="17"/>
                </a:cubicBezTo>
                <a:cubicBezTo>
                  <a:pt x="54" y="17"/>
                  <a:pt x="31" y="25"/>
                  <a:pt x="21" y="28"/>
                </a:cubicBezTo>
                <a:cubicBezTo>
                  <a:pt x="0" y="34"/>
                  <a:pt x="0" y="34"/>
                  <a:pt x="0" y="34"/>
                </a:cubicBezTo>
                <a:cubicBezTo>
                  <a:pt x="2" y="46"/>
                  <a:pt x="2" y="46"/>
                  <a:pt x="2" y="46"/>
                </a:cubicBezTo>
                <a:cubicBezTo>
                  <a:pt x="4" y="48"/>
                  <a:pt x="4" y="48"/>
                  <a:pt x="4" y="48"/>
                </a:cubicBezTo>
                <a:cubicBezTo>
                  <a:pt x="4" y="48"/>
                  <a:pt x="7" y="47"/>
                  <a:pt x="8" y="46"/>
                </a:cubicBezTo>
                <a:cubicBezTo>
                  <a:pt x="13" y="45"/>
                  <a:pt x="15" y="46"/>
                  <a:pt x="16" y="53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5" y="119"/>
                  <a:pt x="34" y="122"/>
                  <a:pt x="26" y="126"/>
                </a:cubicBezTo>
                <a:cubicBezTo>
                  <a:pt x="28" y="141"/>
                  <a:pt x="28" y="141"/>
                  <a:pt x="28" y="141"/>
                </a:cubicBezTo>
                <a:cubicBezTo>
                  <a:pt x="28" y="141"/>
                  <a:pt x="45" y="135"/>
                  <a:pt x="55" y="132"/>
                </a:cubicBezTo>
                <a:cubicBezTo>
                  <a:pt x="62" y="130"/>
                  <a:pt x="82" y="125"/>
                  <a:pt x="82" y="125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110"/>
                  <a:pt x="77" y="111"/>
                  <a:pt x="74" y="112"/>
                </a:cubicBezTo>
                <a:cubicBezTo>
                  <a:pt x="69" y="113"/>
                  <a:pt x="68" y="111"/>
                  <a:pt x="65" y="102"/>
                </a:cubicBezTo>
                <a:cubicBezTo>
                  <a:pt x="60" y="85"/>
                  <a:pt x="60" y="85"/>
                  <a:pt x="60" y="85"/>
                </a:cubicBezTo>
                <a:cubicBezTo>
                  <a:pt x="60" y="85"/>
                  <a:pt x="69" y="82"/>
                  <a:pt x="75" y="80"/>
                </a:cubicBezTo>
                <a:cubicBezTo>
                  <a:pt x="77" y="79"/>
                  <a:pt x="78" y="79"/>
                  <a:pt x="79" y="78"/>
                </a:cubicBezTo>
                <a:cubicBezTo>
                  <a:pt x="88" y="76"/>
                  <a:pt x="88" y="76"/>
                  <a:pt x="88" y="76"/>
                </a:cubicBezTo>
                <a:cubicBezTo>
                  <a:pt x="93" y="92"/>
                  <a:pt x="93" y="92"/>
                  <a:pt x="93" y="92"/>
                </a:cubicBezTo>
                <a:cubicBezTo>
                  <a:pt x="95" y="101"/>
                  <a:pt x="94" y="106"/>
                  <a:pt x="86" y="108"/>
                </a:cubicBezTo>
                <a:cubicBezTo>
                  <a:pt x="89" y="123"/>
                  <a:pt x="89" y="123"/>
                  <a:pt x="89" y="123"/>
                </a:cubicBezTo>
                <a:cubicBezTo>
                  <a:pt x="89" y="123"/>
                  <a:pt x="108" y="117"/>
                  <a:pt x="116" y="115"/>
                </a:cubicBezTo>
                <a:cubicBezTo>
                  <a:pt x="129" y="111"/>
                  <a:pt x="144" y="107"/>
                  <a:pt x="144" y="107"/>
                </a:cubicBezTo>
                <a:lnTo>
                  <a:pt x="142" y="93"/>
                </a:lnTo>
                <a:close/>
                <a:moveTo>
                  <a:pt x="142" y="93"/>
                </a:moveTo>
                <a:cubicBezTo>
                  <a:pt x="142" y="93"/>
                  <a:pt x="142" y="93"/>
                  <a:pt x="142" y="9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Freeform 227"/>
          <p:cNvSpPr>
            <a:spLocks noEditPoints="1"/>
          </p:cNvSpPr>
          <p:nvPr/>
        </p:nvSpPr>
        <p:spPr bwMode="auto">
          <a:xfrm>
            <a:off x="3143251" y="2336800"/>
            <a:ext cx="192088" cy="204788"/>
          </a:xfrm>
          <a:custGeom>
            <a:avLst/>
            <a:gdLst>
              <a:gd name="T0" fmla="*/ 111 w 121"/>
              <a:gd name="T1" fmla="*/ 47 h 129"/>
              <a:gd name="T2" fmla="*/ 47 w 121"/>
              <a:gd name="T3" fmla="*/ 9 h 129"/>
              <a:gd name="T4" fmla="*/ 46 w 121"/>
              <a:gd name="T5" fmla="*/ 9 h 129"/>
              <a:gd name="T6" fmla="*/ 10 w 121"/>
              <a:gd name="T7" fmla="*/ 81 h 129"/>
              <a:gd name="T8" fmla="*/ 74 w 121"/>
              <a:gd name="T9" fmla="*/ 120 h 129"/>
              <a:gd name="T10" fmla="*/ 77 w 121"/>
              <a:gd name="T11" fmla="*/ 119 h 129"/>
              <a:gd name="T12" fmla="*/ 111 w 121"/>
              <a:gd name="T13" fmla="*/ 47 h 129"/>
              <a:gd name="T14" fmla="*/ 71 w 121"/>
              <a:gd name="T15" fmla="*/ 98 h 129"/>
              <a:gd name="T16" fmla="*/ 71 w 121"/>
              <a:gd name="T17" fmla="*/ 98 h 129"/>
              <a:gd name="T18" fmla="*/ 45 w 121"/>
              <a:gd name="T19" fmla="*/ 62 h 129"/>
              <a:gd name="T20" fmla="*/ 50 w 121"/>
              <a:gd name="T21" fmla="*/ 32 h 129"/>
              <a:gd name="T22" fmla="*/ 52 w 121"/>
              <a:gd name="T23" fmla="*/ 32 h 129"/>
              <a:gd name="T24" fmla="*/ 76 w 121"/>
              <a:gd name="T25" fmla="*/ 68 h 129"/>
              <a:gd name="T26" fmla="*/ 71 w 121"/>
              <a:gd name="T27" fmla="*/ 98 h 129"/>
              <a:gd name="T28" fmla="*/ 71 w 121"/>
              <a:gd name="T29" fmla="*/ 98 h 129"/>
              <a:gd name="T30" fmla="*/ 71 w 121"/>
              <a:gd name="T31" fmla="*/ 98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29">
                <a:moveTo>
                  <a:pt x="111" y="47"/>
                </a:moveTo>
                <a:cubicBezTo>
                  <a:pt x="101" y="12"/>
                  <a:pt x="79" y="0"/>
                  <a:pt x="47" y="9"/>
                </a:cubicBezTo>
                <a:cubicBezTo>
                  <a:pt x="47" y="9"/>
                  <a:pt x="46" y="9"/>
                  <a:pt x="46" y="9"/>
                </a:cubicBezTo>
                <a:cubicBezTo>
                  <a:pt x="12" y="19"/>
                  <a:pt x="0" y="45"/>
                  <a:pt x="10" y="81"/>
                </a:cubicBezTo>
                <a:cubicBezTo>
                  <a:pt x="20" y="115"/>
                  <a:pt x="42" y="129"/>
                  <a:pt x="74" y="120"/>
                </a:cubicBezTo>
                <a:cubicBezTo>
                  <a:pt x="75" y="120"/>
                  <a:pt x="76" y="119"/>
                  <a:pt x="77" y="119"/>
                </a:cubicBezTo>
                <a:cubicBezTo>
                  <a:pt x="109" y="108"/>
                  <a:pt x="121" y="83"/>
                  <a:pt x="111" y="47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  <a:cubicBezTo>
                  <a:pt x="60" y="101"/>
                  <a:pt x="54" y="92"/>
                  <a:pt x="45" y="62"/>
                </a:cubicBezTo>
                <a:cubicBezTo>
                  <a:pt x="40" y="43"/>
                  <a:pt x="41" y="35"/>
                  <a:pt x="50" y="32"/>
                </a:cubicBezTo>
                <a:cubicBezTo>
                  <a:pt x="51" y="32"/>
                  <a:pt x="52" y="32"/>
                  <a:pt x="52" y="32"/>
                </a:cubicBezTo>
                <a:cubicBezTo>
                  <a:pt x="62" y="30"/>
                  <a:pt x="68" y="40"/>
                  <a:pt x="76" y="68"/>
                </a:cubicBezTo>
                <a:cubicBezTo>
                  <a:pt x="82" y="87"/>
                  <a:pt x="80" y="95"/>
                  <a:pt x="71" y="98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Freeform 228"/>
          <p:cNvSpPr>
            <a:spLocks noEditPoints="1"/>
          </p:cNvSpPr>
          <p:nvPr/>
        </p:nvSpPr>
        <p:spPr bwMode="auto">
          <a:xfrm>
            <a:off x="3201988" y="2541588"/>
            <a:ext cx="192088" cy="206375"/>
          </a:xfrm>
          <a:custGeom>
            <a:avLst/>
            <a:gdLst>
              <a:gd name="T0" fmla="*/ 111 w 121"/>
              <a:gd name="T1" fmla="*/ 48 h 130"/>
              <a:gd name="T2" fmla="*/ 47 w 121"/>
              <a:gd name="T3" fmla="*/ 10 h 130"/>
              <a:gd name="T4" fmla="*/ 46 w 121"/>
              <a:gd name="T5" fmla="*/ 10 h 130"/>
              <a:gd name="T6" fmla="*/ 10 w 121"/>
              <a:gd name="T7" fmla="*/ 82 h 130"/>
              <a:gd name="T8" fmla="*/ 74 w 121"/>
              <a:gd name="T9" fmla="*/ 121 h 130"/>
              <a:gd name="T10" fmla="*/ 77 w 121"/>
              <a:gd name="T11" fmla="*/ 120 h 130"/>
              <a:gd name="T12" fmla="*/ 111 w 121"/>
              <a:gd name="T13" fmla="*/ 48 h 130"/>
              <a:gd name="T14" fmla="*/ 71 w 121"/>
              <a:gd name="T15" fmla="*/ 99 h 130"/>
              <a:gd name="T16" fmla="*/ 71 w 121"/>
              <a:gd name="T17" fmla="*/ 99 h 130"/>
              <a:gd name="T18" fmla="*/ 45 w 121"/>
              <a:gd name="T19" fmla="*/ 63 h 130"/>
              <a:gd name="T20" fmla="*/ 50 w 121"/>
              <a:gd name="T21" fmla="*/ 33 h 130"/>
              <a:gd name="T22" fmla="*/ 52 w 121"/>
              <a:gd name="T23" fmla="*/ 32 h 130"/>
              <a:gd name="T24" fmla="*/ 76 w 121"/>
              <a:gd name="T25" fmla="*/ 69 h 130"/>
              <a:gd name="T26" fmla="*/ 71 w 121"/>
              <a:gd name="T27" fmla="*/ 99 h 130"/>
              <a:gd name="T28" fmla="*/ 71 w 121"/>
              <a:gd name="T29" fmla="*/ 99 h 130"/>
              <a:gd name="T30" fmla="*/ 71 w 121"/>
              <a:gd name="T31" fmla="*/ 99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0">
                <a:moveTo>
                  <a:pt x="111" y="48"/>
                </a:moveTo>
                <a:cubicBezTo>
                  <a:pt x="101" y="13"/>
                  <a:pt x="79" y="0"/>
                  <a:pt x="47" y="10"/>
                </a:cubicBezTo>
                <a:cubicBezTo>
                  <a:pt x="47" y="10"/>
                  <a:pt x="46" y="10"/>
                  <a:pt x="46" y="10"/>
                </a:cubicBezTo>
                <a:cubicBezTo>
                  <a:pt x="12" y="20"/>
                  <a:pt x="0" y="45"/>
                  <a:pt x="10" y="82"/>
                </a:cubicBezTo>
                <a:cubicBezTo>
                  <a:pt x="20" y="116"/>
                  <a:pt x="42" y="130"/>
                  <a:pt x="74" y="121"/>
                </a:cubicBezTo>
                <a:cubicBezTo>
                  <a:pt x="75" y="120"/>
                  <a:pt x="76" y="120"/>
                  <a:pt x="77" y="120"/>
                </a:cubicBezTo>
                <a:cubicBezTo>
                  <a:pt x="109" y="109"/>
                  <a:pt x="121" y="83"/>
                  <a:pt x="111" y="48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  <a:cubicBezTo>
                  <a:pt x="60" y="102"/>
                  <a:pt x="54" y="93"/>
                  <a:pt x="45" y="63"/>
                </a:cubicBezTo>
                <a:cubicBezTo>
                  <a:pt x="40" y="44"/>
                  <a:pt x="41" y="35"/>
                  <a:pt x="50" y="33"/>
                </a:cubicBezTo>
                <a:cubicBezTo>
                  <a:pt x="51" y="33"/>
                  <a:pt x="52" y="33"/>
                  <a:pt x="52" y="32"/>
                </a:cubicBezTo>
                <a:cubicBezTo>
                  <a:pt x="62" y="31"/>
                  <a:pt x="68" y="41"/>
                  <a:pt x="76" y="69"/>
                </a:cubicBezTo>
                <a:cubicBezTo>
                  <a:pt x="82" y="88"/>
                  <a:pt x="80" y="97"/>
                  <a:pt x="71" y="99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Freeform 229"/>
          <p:cNvSpPr>
            <a:spLocks noEditPoints="1"/>
          </p:cNvSpPr>
          <p:nvPr/>
        </p:nvSpPr>
        <p:spPr bwMode="auto">
          <a:xfrm>
            <a:off x="3267076" y="2757488"/>
            <a:ext cx="114300" cy="200025"/>
          </a:xfrm>
          <a:custGeom>
            <a:avLst/>
            <a:gdLst>
              <a:gd name="T0" fmla="*/ 66 w 72"/>
              <a:gd name="T1" fmla="*/ 88 h 126"/>
              <a:gd name="T2" fmla="*/ 65 w 72"/>
              <a:gd name="T3" fmla="*/ 86 h 126"/>
              <a:gd name="T4" fmla="*/ 60 w 72"/>
              <a:gd name="T5" fmla="*/ 66 h 126"/>
              <a:gd name="T6" fmla="*/ 51 w 72"/>
              <a:gd name="T7" fmla="*/ 29 h 126"/>
              <a:gd name="T8" fmla="*/ 63 w 72"/>
              <a:gd name="T9" fmla="*/ 17 h 126"/>
              <a:gd name="T10" fmla="*/ 60 w 72"/>
              <a:gd name="T11" fmla="*/ 0 h 126"/>
              <a:gd name="T12" fmla="*/ 42 w 72"/>
              <a:gd name="T13" fmla="*/ 6 h 126"/>
              <a:gd name="T14" fmla="*/ 26 w 72"/>
              <a:gd name="T15" fmla="*/ 11 h 126"/>
              <a:gd name="T16" fmla="*/ 0 w 72"/>
              <a:gd name="T17" fmla="*/ 19 h 126"/>
              <a:gd name="T18" fmla="*/ 2 w 72"/>
              <a:gd name="T19" fmla="*/ 31 h 126"/>
              <a:gd name="T20" fmla="*/ 4 w 72"/>
              <a:gd name="T21" fmla="*/ 33 h 126"/>
              <a:gd name="T22" fmla="*/ 8 w 72"/>
              <a:gd name="T23" fmla="*/ 31 h 126"/>
              <a:gd name="T24" fmla="*/ 16 w 72"/>
              <a:gd name="T25" fmla="*/ 38 h 126"/>
              <a:gd name="T26" fmla="*/ 32 w 72"/>
              <a:gd name="T27" fmla="*/ 93 h 126"/>
              <a:gd name="T28" fmla="*/ 26 w 72"/>
              <a:gd name="T29" fmla="*/ 111 h 126"/>
              <a:gd name="T30" fmla="*/ 28 w 72"/>
              <a:gd name="T31" fmla="*/ 126 h 126"/>
              <a:gd name="T32" fmla="*/ 62 w 72"/>
              <a:gd name="T33" fmla="*/ 115 h 126"/>
              <a:gd name="T34" fmla="*/ 72 w 72"/>
              <a:gd name="T35" fmla="*/ 112 h 126"/>
              <a:gd name="T36" fmla="*/ 66 w 72"/>
              <a:gd name="T37" fmla="*/ 88 h 126"/>
              <a:gd name="T38" fmla="*/ 66 w 72"/>
              <a:gd name="T39" fmla="*/ 88 h 126"/>
              <a:gd name="T40" fmla="*/ 66 w 72"/>
              <a:gd name="T41" fmla="*/ 88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2" h="126">
                <a:moveTo>
                  <a:pt x="66" y="88"/>
                </a:moveTo>
                <a:cubicBezTo>
                  <a:pt x="66" y="88"/>
                  <a:pt x="65" y="87"/>
                  <a:pt x="65" y="86"/>
                </a:cubicBezTo>
                <a:cubicBezTo>
                  <a:pt x="63" y="79"/>
                  <a:pt x="61" y="72"/>
                  <a:pt x="60" y="66"/>
                </a:cubicBezTo>
                <a:cubicBezTo>
                  <a:pt x="56" y="52"/>
                  <a:pt x="53" y="40"/>
                  <a:pt x="51" y="29"/>
                </a:cubicBezTo>
                <a:cubicBezTo>
                  <a:pt x="50" y="24"/>
                  <a:pt x="52" y="21"/>
                  <a:pt x="63" y="17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0"/>
                  <a:pt x="51" y="3"/>
                  <a:pt x="42" y="6"/>
                </a:cubicBezTo>
                <a:cubicBezTo>
                  <a:pt x="36" y="8"/>
                  <a:pt x="29" y="10"/>
                  <a:pt x="26" y="11"/>
                </a:cubicBezTo>
                <a:cubicBezTo>
                  <a:pt x="0" y="19"/>
                  <a:pt x="0" y="19"/>
                  <a:pt x="0" y="19"/>
                </a:cubicBezTo>
                <a:cubicBezTo>
                  <a:pt x="2" y="31"/>
                  <a:pt x="2" y="31"/>
                  <a:pt x="2" y="31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6" y="32"/>
                  <a:pt x="8" y="31"/>
                </a:cubicBezTo>
                <a:cubicBezTo>
                  <a:pt x="13" y="30"/>
                  <a:pt x="15" y="31"/>
                  <a:pt x="16" y="38"/>
                </a:cubicBezTo>
                <a:cubicBezTo>
                  <a:pt x="32" y="93"/>
                  <a:pt x="32" y="93"/>
                  <a:pt x="32" y="93"/>
                </a:cubicBezTo>
                <a:cubicBezTo>
                  <a:pt x="35" y="103"/>
                  <a:pt x="33" y="107"/>
                  <a:pt x="26" y="111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8" y="126"/>
                  <a:pt x="46" y="120"/>
                  <a:pt x="62" y="115"/>
                </a:cubicBezTo>
                <a:cubicBezTo>
                  <a:pt x="72" y="112"/>
                  <a:pt x="72" y="112"/>
                  <a:pt x="72" y="112"/>
                </a:cubicBezTo>
                <a:lnTo>
                  <a:pt x="66" y="88"/>
                </a:lnTo>
                <a:close/>
                <a:moveTo>
                  <a:pt x="66" y="88"/>
                </a:moveTo>
                <a:cubicBezTo>
                  <a:pt x="66" y="88"/>
                  <a:pt x="66" y="88"/>
                  <a:pt x="66" y="8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Freeform 230"/>
          <p:cNvSpPr>
            <a:spLocks noEditPoints="1"/>
          </p:cNvSpPr>
          <p:nvPr/>
        </p:nvSpPr>
        <p:spPr bwMode="auto">
          <a:xfrm>
            <a:off x="3371851" y="2840038"/>
            <a:ext cx="74613" cy="95250"/>
          </a:xfrm>
          <a:custGeom>
            <a:avLst/>
            <a:gdLst>
              <a:gd name="T0" fmla="*/ 47 w 47"/>
              <a:gd name="T1" fmla="*/ 47 h 60"/>
              <a:gd name="T2" fmla="*/ 38 w 47"/>
              <a:gd name="T3" fmla="*/ 2 h 60"/>
              <a:gd name="T4" fmla="*/ 36 w 47"/>
              <a:gd name="T5" fmla="*/ 0 h 60"/>
              <a:gd name="T6" fmla="*/ 15 w 47"/>
              <a:gd name="T7" fmla="*/ 8 h 60"/>
              <a:gd name="T8" fmla="*/ 7 w 47"/>
              <a:gd name="T9" fmla="*/ 39 h 60"/>
              <a:gd name="T10" fmla="*/ 0 w 47"/>
              <a:gd name="T11" fmla="*/ 36 h 60"/>
              <a:gd name="T12" fmla="*/ 7 w 47"/>
              <a:gd name="T13" fmla="*/ 60 h 60"/>
              <a:gd name="T14" fmla="*/ 45 w 47"/>
              <a:gd name="T15" fmla="*/ 50 h 60"/>
              <a:gd name="T16" fmla="*/ 47 w 47"/>
              <a:gd name="T17" fmla="*/ 47 h 60"/>
              <a:gd name="T18" fmla="*/ 47 w 47"/>
              <a:gd name="T19" fmla="*/ 47 h 60"/>
              <a:gd name="T20" fmla="*/ 47 w 47"/>
              <a:gd name="T21" fmla="*/ 4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" h="60">
                <a:moveTo>
                  <a:pt x="47" y="47"/>
                </a:moveTo>
                <a:cubicBezTo>
                  <a:pt x="42" y="23"/>
                  <a:pt x="38" y="2"/>
                  <a:pt x="38" y="2"/>
                </a:cubicBezTo>
                <a:cubicBezTo>
                  <a:pt x="36" y="0"/>
                  <a:pt x="36" y="0"/>
                  <a:pt x="36" y="0"/>
                </a:cubicBezTo>
                <a:cubicBezTo>
                  <a:pt x="15" y="8"/>
                  <a:pt x="15" y="8"/>
                  <a:pt x="15" y="8"/>
                </a:cubicBezTo>
                <a:cubicBezTo>
                  <a:pt x="20" y="30"/>
                  <a:pt x="19" y="36"/>
                  <a:pt x="7" y="39"/>
                </a:cubicBezTo>
                <a:cubicBezTo>
                  <a:pt x="4" y="40"/>
                  <a:pt x="1" y="39"/>
                  <a:pt x="0" y="36"/>
                </a:cubicBezTo>
                <a:cubicBezTo>
                  <a:pt x="7" y="60"/>
                  <a:pt x="7" y="60"/>
                  <a:pt x="7" y="60"/>
                </a:cubicBezTo>
                <a:cubicBezTo>
                  <a:pt x="27" y="54"/>
                  <a:pt x="45" y="50"/>
                  <a:pt x="45" y="50"/>
                </a:cubicBezTo>
                <a:lnTo>
                  <a:pt x="47" y="47"/>
                </a:lnTo>
                <a:close/>
                <a:moveTo>
                  <a:pt x="47" y="47"/>
                </a:moveTo>
                <a:cubicBezTo>
                  <a:pt x="47" y="47"/>
                  <a:pt x="47" y="47"/>
                  <a:pt x="47" y="47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Freeform 231"/>
          <p:cNvSpPr>
            <a:spLocks noEditPoints="1"/>
          </p:cNvSpPr>
          <p:nvPr/>
        </p:nvSpPr>
        <p:spPr bwMode="auto">
          <a:xfrm>
            <a:off x="3373438" y="2260600"/>
            <a:ext cx="71438" cy="71438"/>
          </a:xfrm>
          <a:custGeom>
            <a:avLst/>
            <a:gdLst>
              <a:gd name="T0" fmla="*/ 17 w 45"/>
              <a:gd name="T1" fmla="*/ 3 h 45"/>
              <a:gd name="T2" fmla="*/ 3 w 45"/>
              <a:gd name="T3" fmla="*/ 28 h 45"/>
              <a:gd name="T4" fmla="*/ 28 w 45"/>
              <a:gd name="T5" fmla="*/ 42 h 45"/>
              <a:gd name="T6" fmla="*/ 42 w 45"/>
              <a:gd name="T7" fmla="*/ 17 h 45"/>
              <a:gd name="T8" fmla="*/ 17 w 45"/>
              <a:gd name="T9" fmla="*/ 3 h 45"/>
              <a:gd name="T10" fmla="*/ 17 w 45"/>
              <a:gd name="T11" fmla="*/ 3 h 45"/>
              <a:gd name="T12" fmla="*/ 17 w 45"/>
              <a:gd name="T13" fmla="*/ 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45">
                <a:moveTo>
                  <a:pt x="17" y="3"/>
                </a:moveTo>
                <a:cubicBezTo>
                  <a:pt x="6" y="6"/>
                  <a:pt x="0" y="17"/>
                  <a:pt x="3" y="28"/>
                </a:cubicBezTo>
                <a:cubicBezTo>
                  <a:pt x="6" y="39"/>
                  <a:pt x="17" y="45"/>
                  <a:pt x="28" y="42"/>
                </a:cubicBezTo>
                <a:cubicBezTo>
                  <a:pt x="39" y="39"/>
                  <a:pt x="45" y="28"/>
                  <a:pt x="42" y="17"/>
                </a:cubicBezTo>
                <a:cubicBezTo>
                  <a:pt x="38" y="6"/>
                  <a:pt x="27" y="0"/>
                  <a:pt x="17" y="3"/>
                </a:cubicBezTo>
                <a:close/>
                <a:moveTo>
                  <a:pt x="17" y="3"/>
                </a:moveTo>
                <a:cubicBezTo>
                  <a:pt x="17" y="3"/>
                  <a:pt x="17" y="3"/>
                  <a:pt x="17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0" name="Freeform 234"/>
          <p:cNvSpPr>
            <a:spLocks noEditPoints="1"/>
          </p:cNvSpPr>
          <p:nvPr/>
        </p:nvSpPr>
        <p:spPr bwMode="auto">
          <a:xfrm>
            <a:off x="884238" y="1090613"/>
            <a:ext cx="214313" cy="192088"/>
          </a:xfrm>
          <a:custGeom>
            <a:avLst/>
            <a:gdLst>
              <a:gd name="T0" fmla="*/ 47 w 135"/>
              <a:gd name="T1" fmla="*/ 79 h 121"/>
              <a:gd name="T2" fmla="*/ 46 w 135"/>
              <a:gd name="T3" fmla="*/ 89 h 121"/>
              <a:gd name="T4" fmla="*/ 12 w 135"/>
              <a:gd name="T5" fmla="*/ 118 h 121"/>
              <a:gd name="T6" fmla="*/ 3 w 135"/>
              <a:gd name="T7" fmla="*/ 118 h 121"/>
              <a:gd name="T8" fmla="*/ 3 w 135"/>
              <a:gd name="T9" fmla="*/ 108 h 121"/>
              <a:gd name="T10" fmla="*/ 37 w 135"/>
              <a:gd name="T11" fmla="*/ 78 h 121"/>
              <a:gd name="T12" fmla="*/ 47 w 135"/>
              <a:gd name="T13" fmla="*/ 79 h 121"/>
              <a:gd name="T14" fmla="*/ 133 w 135"/>
              <a:gd name="T15" fmla="*/ 3 h 121"/>
              <a:gd name="T16" fmla="*/ 132 w 135"/>
              <a:gd name="T17" fmla="*/ 13 h 121"/>
              <a:gd name="T18" fmla="*/ 98 w 135"/>
              <a:gd name="T19" fmla="*/ 43 h 121"/>
              <a:gd name="T20" fmla="*/ 88 w 135"/>
              <a:gd name="T21" fmla="*/ 42 h 121"/>
              <a:gd name="T22" fmla="*/ 89 w 135"/>
              <a:gd name="T23" fmla="*/ 32 h 121"/>
              <a:gd name="T24" fmla="*/ 123 w 135"/>
              <a:gd name="T25" fmla="*/ 3 h 121"/>
              <a:gd name="T26" fmla="*/ 133 w 135"/>
              <a:gd name="T27" fmla="*/ 3 h 121"/>
              <a:gd name="T28" fmla="*/ 133 w 135"/>
              <a:gd name="T29" fmla="*/ 3 h 121"/>
              <a:gd name="T30" fmla="*/ 133 w 135"/>
              <a:gd name="T31" fmla="*/ 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5" h="121">
                <a:moveTo>
                  <a:pt x="47" y="79"/>
                </a:moveTo>
                <a:cubicBezTo>
                  <a:pt x="50" y="82"/>
                  <a:pt x="49" y="86"/>
                  <a:pt x="46" y="89"/>
                </a:cubicBezTo>
                <a:cubicBezTo>
                  <a:pt x="12" y="118"/>
                  <a:pt x="12" y="118"/>
                  <a:pt x="12" y="118"/>
                </a:cubicBezTo>
                <a:cubicBezTo>
                  <a:pt x="9" y="121"/>
                  <a:pt x="5" y="121"/>
                  <a:pt x="3" y="118"/>
                </a:cubicBezTo>
                <a:cubicBezTo>
                  <a:pt x="0" y="115"/>
                  <a:pt x="0" y="110"/>
                  <a:pt x="3" y="108"/>
                </a:cubicBezTo>
                <a:cubicBezTo>
                  <a:pt x="37" y="78"/>
                  <a:pt x="37" y="78"/>
                  <a:pt x="37" y="78"/>
                </a:cubicBezTo>
                <a:cubicBezTo>
                  <a:pt x="40" y="75"/>
                  <a:pt x="44" y="76"/>
                  <a:pt x="47" y="79"/>
                </a:cubicBezTo>
                <a:close/>
                <a:moveTo>
                  <a:pt x="133" y="3"/>
                </a:moveTo>
                <a:cubicBezTo>
                  <a:pt x="135" y="6"/>
                  <a:pt x="135" y="11"/>
                  <a:pt x="132" y="13"/>
                </a:cubicBezTo>
                <a:cubicBezTo>
                  <a:pt x="98" y="43"/>
                  <a:pt x="98" y="43"/>
                  <a:pt x="98" y="43"/>
                </a:cubicBezTo>
                <a:cubicBezTo>
                  <a:pt x="95" y="46"/>
                  <a:pt x="91" y="45"/>
                  <a:pt x="88" y="42"/>
                </a:cubicBezTo>
                <a:cubicBezTo>
                  <a:pt x="86" y="39"/>
                  <a:pt x="86" y="35"/>
                  <a:pt x="89" y="32"/>
                </a:cubicBezTo>
                <a:cubicBezTo>
                  <a:pt x="123" y="3"/>
                  <a:pt x="123" y="3"/>
                  <a:pt x="123" y="3"/>
                </a:cubicBezTo>
                <a:cubicBezTo>
                  <a:pt x="126" y="0"/>
                  <a:pt x="130" y="1"/>
                  <a:pt x="133" y="3"/>
                </a:cubicBezTo>
                <a:close/>
                <a:moveTo>
                  <a:pt x="133" y="3"/>
                </a:moveTo>
                <a:cubicBezTo>
                  <a:pt x="133" y="3"/>
                  <a:pt x="133" y="3"/>
                  <a:pt x="133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Freeform 235"/>
          <p:cNvSpPr>
            <a:spLocks noEditPoints="1"/>
          </p:cNvSpPr>
          <p:nvPr/>
        </p:nvSpPr>
        <p:spPr bwMode="auto">
          <a:xfrm>
            <a:off x="895351" y="1079500"/>
            <a:ext cx="192088" cy="214313"/>
          </a:xfrm>
          <a:custGeom>
            <a:avLst/>
            <a:gdLst>
              <a:gd name="T0" fmla="*/ 14 w 121"/>
              <a:gd name="T1" fmla="*/ 3 h 135"/>
              <a:gd name="T2" fmla="*/ 43 w 121"/>
              <a:gd name="T3" fmla="*/ 37 h 135"/>
              <a:gd name="T4" fmla="*/ 43 w 121"/>
              <a:gd name="T5" fmla="*/ 47 h 135"/>
              <a:gd name="T6" fmla="*/ 33 w 121"/>
              <a:gd name="T7" fmla="*/ 46 h 135"/>
              <a:gd name="T8" fmla="*/ 3 w 121"/>
              <a:gd name="T9" fmla="*/ 12 h 135"/>
              <a:gd name="T10" fmla="*/ 4 w 121"/>
              <a:gd name="T11" fmla="*/ 3 h 135"/>
              <a:gd name="T12" fmla="*/ 14 w 121"/>
              <a:gd name="T13" fmla="*/ 3 h 135"/>
              <a:gd name="T14" fmla="*/ 89 w 121"/>
              <a:gd name="T15" fmla="*/ 89 h 135"/>
              <a:gd name="T16" fmla="*/ 118 w 121"/>
              <a:gd name="T17" fmla="*/ 123 h 135"/>
              <a:gd name="T18" fmla="*/ 118 w 121"/>
              <a:gd name="T19" fmla="*/ 133 h 135"/>
              <a:gd name="T20" fmla="*/ 108 w 121"/>
              <a:gd name="T21" fmla="*/ 132 h 135"/>
              <a:gd name="T22" fmla="*/ 78 w 121"/>
              <a:gd name="T23" fmla="*/ 98 h 135"/>
              <a:gd name="T24" fmla="*/ 79 w 121"/>
              <a:gd name="T25" fmla="*/ 88 h 135"/>
              <a:gd name="T26" fmla="*/ 89 w 121"/>
              <a:gd name="T27" fmla="*/ 89 h 135"/>
              <a:gd name="T28" fmla="*/ 89 w 121"/>
              <a:gd name="T29" fmla="*/ 89 h 135"/>
              <a:gd name="T30" fmla="*/ 89 w 121"/>
              <a:gd name="T31" fmla="*/ 89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5">
                <a:moveTo>
                  <a:pt x="14" y="3"/>
                </a:moveTo>
                <a:cubicBezTo>
                  <a:pt x="43" y="37"/>
                  <a:pt x="43" y="37"/>
                  <a:pt x="43" y="37"/>
                </a:cubicBezTo>
                <a:cubicBezTo>
                  <a:pt x="46" y="40"/>
                  <a:pt x="46" y="44"/>
                  <a:pt x="43" y="47"/>
                </a:cubicBezTo>
                <a:cubicBezTo>
                  <a:pt x="40" y="50"/>
                  <a:pt x="35" y="49"/>
                  <a:pt x="33" y="46"/>
                </a:cubicBezTo>
                <a:cubicBezTo>
                  <a:pt x="3" y="12"/>
                  <a:pt x="3" y="12"/>
                  <a:pt x="3" y="12"/>
                </a:cubicBezTo>
                <a:cubicBezTo>
                  <a:pt x="0" y="10"/>
                  <a:pt x="1" y="5"/>
                  <a:pt x="4" y="3"/>
                </a:cubicBezTo>
                <a:cubicBezTo>
                  <a:pt x="6" y="0"/>
                  <a:pt x="11" y="0"/>
                  <a:pt x="14" y="3"/>
                </a:cubicBezTo>
                <a:close/>
                <a:moveTo>
                  <a:pt x="89" y="89"/>
                </a:moveTo>
                <a:cubicBezTo>
                  <a:pt x="118" y="123"/>
                  <a:pt x="118" y="123"/>
                  <a:pt x="118" y="123"/>
                </a:cubicBezTo>
                <a:cubicBezTo>
                  <a:pt x="121" y="126"/>
                  <a:pt x="121" y="130"/>
                  <a:pt x="118" y="133"/>
                </a:cubicBezTo>
                <a:cubicBezTo>
                  <a:pt x="115" y="135"/>
                  <a:pt x="110" y="135"/>
                  <a:pt x="108" y="132"/>
                </a:cubicBezTo>
                <a:cubicBezTo>
                  <a:pt x="78" y="98"/>
                  <a:pt x="78" y="98"/>
                  <a:pt x="78" y="98"/>
                </a:cubicBezTo>
                <a:cubicBezTo>
                  <a:pt x="76" y="95"/>
                  <a:pt x="76" y="91"/>
                  <a:pt x="79" y="88"/>
                </a:cubicBezTo>
                <a:cubicBezTo>
                  <a:pt x="82" y="86"/>
                  <a:pt x="86" y="86"/>
                  <a:pt x="89" y="89"/>
                </a:cubicBezTo>
                <a:close/>
                <a:moveTo>
                  <a:pt x="89" y="89"/>
                </a:moveTo>
                <a:cubicBezTo>
                  <a:pt x="89" y="89"/>
                  <a:pt x="89" y="89"/>
                  <a:pt x="89" y="8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22" name="组合 221"/>
          <p:cNvGrpSpPr/>
          <p:nvPr/>
        </p:nvGrpSpPr>
        <p:grpSpPr>
          <a:xfrm>
            <a:off x="0" y="2002523"/>
            <a:ext cx="11401425" cy="2487613"/>
            <a:chOff x="0" y="2002523"/>
            <a:chExt cx="11401425" cy="2487613"/>
          </a:xfrm>
        </p:grpSpPr>
        <p:grpSp>
          <p:nvGrpSpPr>
            <p:cNvPr id="223" name="Group 221"/>
            <p:cNvGrpSpPr>
              <a:grpSpLocks/>
            </p:cNvGrpSpPr>
            <p:nvPr/>
          </p:nvGrpSpPr>
          <p:grpSpPr bwMode="auto">
            <a:xfrm>
              <a:off x="0" y="2002523"/>
              <a:ext cx="11401425" cy="2487613"/>
              <a:chOff x="249" y="676"/>
              <a:chExt cx="7182" cy="1567"/>
            </a:xfrm>
          </p:grpSpPr>
          <p:sp>
            <p:nvSpPr>
              <p:cNvPr id="226" name="Freeform 22"/>
              <p:cNvSpPr>
                <a:spLocks noEditPoints="1"/>
              </p:cNvSpPr>
              <p:nvPr userDrawn="1"/>
            </p:nvSpPr>
            <p:spPr bwMode="auto">
              <a:xfrm>
                <a:off x="375" y="1179"/>
                <a:ext cx="258" cy="811"/>
              </a:xfrm>
              <a:custGeom>
                <a:avLst/>
                <a:gdLst>
                  <a:gd name="T0" fmla="*/ 37 w 258"/>
                  <a:gd name="T1" fmla="*/ 2 h 811"/>
                  <a:gd name="T2" fmla="*/ 1 w 258"/>
                  <a:gd name="T3" fmla="*/ 12 h 811"/>
                  <a:gd name="T4" fmla="*/ 1 w 258"/>
                  <a:gd name="T5" fmla="*/ 0 h 811"/>
                  <a:gd name="T6" fmla="*/ 1 w 258"/>
                  <a:gd name="T7" fmla="*/ 12 h 811"/>
                  <a:gd name="T8" fmla="*/ 221 w 258"/>
                  <a:gd name="T9" fmla="*/ 811 h 811"/>
                  <a:gd name="T10" fmla="*/ 258 w 258"/>
                  <a:gd name="T11" fmla="*/ 801 h 811"/>
                  <a:gd name="T12" fmla="*/ 38 w 258"/>
                  <a:gd name="T13" fmla="*/ 7 h 811"/>
                  <a:gd name="T14" fmla="*/ 37 w 258"/>
                  <a:gd name="T15" fmla="*/ 2 h 811"/>
                  <a:gd name="T16" fmla="*/ 37 w 258"/>
                  <a:gd name="T17" fmla="*/ 2 h 811"/>
                  <a:gd name="T18" fmla="*/ 37 w 258"/>
                  <a:gd name="T19" fmla="*/ 2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8" h="811">
                    <a:moveTo>
                      <a:pt x="37" y="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0" y="8"/>
                      <a:pt x="1" y="12"/>
                    </a:cubicBezTo>
                    <a:cubicBezTo>
                      <a:pt x="221" y="811"/>
                      <a:pt x="221" y="811"/>
                      <a:pt x="221" y="811"/>
                    </a:cubicBezTo>
                    <a:cubicBezTo>
                      <a:pt x="258" y="801"/>
                      <a:pt x="258" y="801"/>
                      <a:pt x="258" y="80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7" y="2"/>
                    </a:cubicBezTo>
                    <a:close/>
                    <a:moveTo>
                      <a:pt x="37" y="2"/>
                    </a:moveTo>
                    <a:cubicBezTo>
                      <a:pt x="37" y="2"/>
                      <a:pt x="37" y="2"/>
                      <a:pt x="3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7" name="Freeform 23"/>
              <p:cNvSpPr>
                <a:spLocks noEditPoints="1"/>
              </p:cNvSpPr>
              <p:nvPr userDrawn="1"/>
            </p:nvSpPr>
            <p:spPr bwMode="auto">
              <a:xfrm>
                <a:off x="376" y="1165"/>
                <a:ext cx="36" cy="26"/>
              </a:xfrm>
              <a:custGeom>
                <a:avLst/>
                <a:gdLst>
                  <a:gd name="T0" fmla="*/ 36 w 36"/>
                  <a:gd name="T1" fmla="*/ 16 h 26"/>
                  <a:gd name="T2" fmla="*/ 13 w 36"/>
                  <a:gd name="T3" fmla="*/ 3 h 26"/>
                  <a:gd name="T4" fmla="*/ 0 w 36"/>
                  <a:gd name="T5" fmla="*/ 14 h 26"/>
                  <a:gd name="T6" fmla="*/ 0 w 36"/>
                  <a:gd name="T7" fmla="*/ 26 h 26"/>
                  <a:gd name="T8" fmla="*/ 36 w 36"/>
                  <a:gd name="T9" fmla="*/ 16 h 26"/>
                  <a:gd name="T10" fmla="*/ 36 w 36"/>
                  <a:gd name="T11" fmla="*/ 16 h 26"/>
                  <a:gd name="T12" fmla="*/ 36 w 36"/>
                  <a:gd name="T13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6">
                    <a:moveTo>
                      <a:pt x="36" y="16"/>
                    </a:moveTo>
                    <a:cubicBezTo>
                      <a:pt x="33" y="6"/>
                      <a:pt x="23" y="0"/>
                      <a:pt x="13" y="3"/>
                    </a:cubicBezTo>
                    <a:cubicBezTo>
                      <a:pt x="7" y="5"/>
                      <a:pt x="2" y="9"/>
                      <a:pt x="0" y="14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36" y="16"/>
                    </a:lnTo>
                    <a:close/>
                    <a:moveTo>
                      <a:pt x="36" y="16"/>
                    </a:moveTo>
                    <a:cubicBezTo>
                      <a:pt x="36" y="16"/>
                      <a:pt x="36" y="16"/>
                      <a:pt x="36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8" name="Freeform 24"/>
              <p:cNvSpPr>
                <a:spLocks noEditPoints="1"/>
              </p:cNvSpPr>
              <p:nvPr userDrawn="1"/>
            </p:nvSpPr>
            <p:spPr bwMode="auto">
              <a:xfrm>
                <a:off x="376" y="1058"/>
                <a:ext cx="101" cy="122"/>
              </a:xfrm>
              <a:custGeom>
                <a:avLst/>
                <a:gdLst>
                  <a:gd name="T0" fmla="*/ 40 w 101"/>
                  <a:gd name="T1" fmla="*/ 0 h 122"/>
                  <a:gd name="T2" fmla="*/ 22 w 101"/>
                  <a:gd name="T3" fmla="*/ 5 h 122"/>
                  <a:gd name="T4" fmla="*/ 4 w 101"/>
                  <a:gd name="T5" fmla="*/ 10 h 122"/>
                  <a:gd name="T6" fmla="*/ 0 w 101"/>
                  <a:gd name="T7" fmla="*/ 121 h 122"/>
                  <a:gd name="T8" fmla="*/ 13 w 101"/>
                  <a:gd name="T9" fmla="*/ 110 h 122"/>
                  <a:gd name="T10" fmla="*/ 36 w 101"/>
                  <a:gd name="T11" fmla="*/ 122 h 122"/>
                  <a:gd name="T12" fmla="*/ 48 w 101"/>
                  <a:gd name="T13" fmla="*/ 100 h 122"/>
                  <a:gd name="T14" fmla="*/ 71 w 101"/>
                  <a:gd name="T15" fmla="*/ 112 h 122"/>
                  <a:gd name="T16" fmla="*/ 79 w 101"/>
                  <a:gd name="T17" fmla="*/ 92 h 122"/>
                  <a:gd name="T18" fmla="*/ 101 w 101"/>
                  <a:gd name="T19" fmla="*/ 93 h 122"/>
                  <a:gd name="T20" fmla="*/ 40 w 101"/>
                  <a:gd name="T21" fmla="*/ 0 h 122"/>
                  <a:gd name="T22" fmla="*/ 40 w 101"/>
                  <a:gd name="T23" fmla="*/ 0 h 122"/>
                  <a:gd name="T24" fmla="*/ 40 w 101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22">
                    <a:moveTo>
                      <a:pt x="40" y="0"/>
                    </a:moveTo>
                    <a:cubicBezTo>
                      <a:pt x="22" y="5"/>
                      <a:pt x="22" y="5"/>
                      <a:pt x="22" y="5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6"/>
                      <a:pt x="7" y="111"/>
                      <a:pt x="13" y="110"/>
                    </a:cubicBezTo>
                    <a:cubicBezTo>
                      <a:pt x="23" y="107"/>
                      <a:pt x="33" y="112"/>
                      <a:pt x="36" y="122"/>
                    </a:cubicBezTo>
                    <a:cubicBezTo>
                      <a:pt x="33" y="112"/>
                      <a:pt x="39" y="102"/>
                      <a:pt x="48" y="100"/>
                    </a:cubicBezTo>
                    <a:cubicBezTo>
                      <a:pt x="58" y="97"/>
                      <a:pt x="69" y="103"/>
                      <a:pt x="71" y="112"/>
                    </a:cubicBezTo>
                    <a:cubicBezTo>
                      <a:pt x="69" y="105"/>
                      <a:pt x="72" y="96"/>
                      <a:pt x="79" y="92"/>
                    </a:cubicBezTo>
                    <a:cubicBezTo>
                      <a:pt x="86" y="88"/>
                      <a:pt x="95" y="88"/>
                      <a:pt x="101" y="93"/>
                    </a:cubicBezTo>
                    <a:lnTo>
                      <a:pt x="40" y="0"/>
                    </a:lnTo>
                    <a:close/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9" name="Freeform 25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close/>
                    <a:moveTo>
                      <a:pt x="3" y="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0" name="Freeform 26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moveTo>
                      <a:pt x="3" y="0"/>
                    </a:move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1" name="Freeform 27"/>
              <p:cNvSpPr>
                <a:spLocks noEditPoints="1"/>
              </p:cNvSpPr>
              <p:nvPr userDrawn="1"/>
            </p:nvSpPr>
            <p:spPr bwMode="auto">
              <a:xfrm>
                <a:off x="447" y="1161"/>
                <a:ext cx="256" cy="810"/>
              </a:xfrm>
              <a:custGeom>
                <a:avLst/>
                <a:gdLst>
                  <a:gd name="T0" fmla="*/ 1 w 256"/>
                  <a:gd name="T1" fmla="*/ 15 h 810"/>
                  <a:gd name="T2" fmla="*/ 220 w 256"/>
                  <a:gd name="T3" fmla="*/ 810 h 810"/>
                  <a:gd name="T4" fmla="*/ 256 w 256"/>
                  <a:gd name="T5" fmla="*/ 800 h 810"/>
                  <a:gd name="T6" fmla="*/ 35 w 256"/>
                  <a:gd name="T7" fmla="*/ 0 h 810"/>
                  <a:gd name="T8" fmla="*/ 0 w 256"/>
                  <a:gd name="T9" fmla="*/ 10 h 810"/>
                  <a:gd name="T10" fmla="*/ 1 w 256"/>
                  <a:gd name="T11" fmla="*/ 15 h 810"/>
                  <a:gd name="T12" fmla="*/ 1 w 256"/>
                  <a:gd name="T13" fmla="*/ 15 h 810"/>
                  <a:gd name="T14" fmla="*/ 1 w 256"/>
                  <a:gd name="T15" fmla="*/ 15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" h="810">
                    <a:moveTo>
                      <a:pt x="1" y="15"/>
                    </a:moveTo>
                    <a:cubicBezTo>
                      <a:pt x="220" y="810"/>
                      <a:pt x="220" y="810"/>
                      <a:pt x="220" y="810"/>
                    </a:cubicBezTo>
                    <a:cubicBezTo>
                      <a:pt x="256" y="800"/>
                      <a:pt x="256" y="800"/>
                      <a:pt x="256" y="80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1" y="13"/>
                      <a:pt x="1" y="15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2" name="Freeform 28"/>
              <p:cNvSpPr>
                <a:spLocks noEditPoints="1"/>
              </p:cNvSpPr>
              <p:nvPr userDrawn="1"/>
            </p:nvSpPr>
            <p:spPr bwMode="auto">
              <a:xfrm>
                <a:off x="477" y="1152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0 w 5"/>
                  <a:gd name="T3" fmla="*/ 0 h 9"/>
                  <a:gd name="T4" fmla="*/ 5 w 5"/>
                  <a:gd name="T5" fmla="*/ 9 h 9"/>
                  <a:gd name="T6" fmla="*/ 5 w 5"/>
                  <a:gd name="T7" fmla="*/ 9 h 9"/>
                  <a:gd name="T8" fmla="*/ 5 w 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cubicBezTo>
                      <a:pt x="5" y="6"/>
                      <a:pt x="2" y="2"/>
                      <a:pt x="0" y="0"/>
                    </a:cubicBezTo>
                    <a:lnTo>
                      <a:pt x="5" y="9"/>
                    </a:ln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Freeform 29"/>
              <p:cNvSpPr>
                <a:spLocks noEditPoints="1"/>
              </p:cNvSpPr>
              <p:nvPr userDrawn="1"/>
            </p:nvSpPr>
            <p:spPr bwMode="auto">
              <a:xfrm>
                <a:off x="444" y="1147"/>
                <a:ext cx="38" cy="24"/>
              </a:xfrm>
              <a:custGeom>
                <a:avLst/>
                <a:gdLst>
                  <a:gd name="T0" fmla="*/ 16 w 38"/>
                  <a:gd name="T1" fmla="*/ 1 h 24"/>
                  <a:gd name="T2" fmla="*/ 3 w 38"/>
                  <a:gd name="T3" fmla="*/ 24 h 24"/>
                  <a:gd name="T4" fmla="*/ 38 w 38"/>
                  <a:gd name="T5" fmla="*/ 14 h 24"/>
                  <a:gd name="T6" fmla="*/ 33 w 38"/>
                  <a:gd name="T7" fmla="*/ 5 h 24"/>
                  <a:gd name="T8" fmla="*/ 16 w 38"/>
                  <a:gd name="T9" fmla="*/ 1 h 24"/>
                  <a:gd name="T10" fmla="*/ 16 w 38"/>
                  <a:gd name="T11" fmla="*/ 1 h 24"/>
                  <a:gd name="T12" fmla="*/ 16 w 38"/>
                  <a:gd name="T13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4">
                    <a:moveTo>
                      <a:pt x="16" y="1"/>
                    </a:moveTo>
                    <a:cubicBezTo>
                      <a:pt x="6" y="4"/>
                      <a:pt x="0" y="14"/>
                      <a:pt x="3" y="2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1"/>
                      <a:pt x="22" y="0"/>
                      <a:pt x="16" y="1"/>
                    </a:cubicBezTo>
                    <a:close/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Freeform 30"/>
              <p:cNvSpPr>
                <a:spLocks noEditPoints="1"/>
              </p:cNvSpPr>
              <p:nvPr userDrawn="1"/>
            </p:nvSpPr>
            <p:spPr bwMode="auto">
              <a:xfrm>
                <a:off x="410" y="1155"/>
                <a:ext cx="257" cy="825"/>
              </a:xfrm>
              <a:custGeom>
                <a:avLst/>
                <a:gdLst>
                  <a:gd name="T0" fmla="*/ 38 w 257"/>
                  <a:gd name="T1" fmla="*/ 21 h 825"/>
                  <a:gd name="T2" fmla="*/ 37 w 257"/>
                  <a:gd name="T3" fmla="*/ 16 h 825"/>
                  <a:gd name="T4" fmla="*/ 14 w 257"/>
                  <a:gd name="T5" fmla="*/ 3 h 825"/>
                  <a:gd name="T6" fmla="*/ 2 w 257"/>
                  <a:gd name="T7" fmla="*/ 14 h 825"/>
                  <a:gd name="T8" fmla="*/ 3 w 257"/>
                  <a:gd name="T9" fmla="*/ 30 h 825"/>
                  <a:gd name="T10" fmla="*/ 223 w 257"/>
                  <a:gd name="T11" fmla="*/ 825 h 825"/>
                  <a:gd name="T12" fmla="*/ 240 w 257"/>
                  <a:gd name="T13" fmla="*/ 820 h 825"/>
                  <a:gd name="T14" fmla="*/ 257 w 257"/>
                  <a:gd name="T15" fmla="*/ 815 h 825"/>
                  <a:gd name="T16" fmla="*/ 38 w 257"/>
                  <a:gd name="T17" fmla="*/ 21 h 825"/>
                  <a:gd name="T18" fmla="*/ 38 w 257"/>
                  <a:gd name="T19" fmla="*/ 21 h 825"/>
                  <a:gd name="T20" fmla="*/ 38 w 257"/>
                  <a:gd name="T21" fmla="*/ 21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7" h="825">
                    <a:moveTo>
                      <a:pt x="38" y="21"/>
                    </a:moveTo>
                    <a:cubicBezTo>
                      <a:pt x="38" y="19"/>
                      <a:pt x="38" y="18"/>
                      <a:pt x="37" y="16"/>
                    </a:cubicBezTo>
                    <a:cubicBezTo>
                      <a:pt x="34" y="6"/>
                      <a:pt x="24" y="0"/>
                      <a:pt x="14" y="3"/>
                    </a:cubicBezTo>
                    <a:cubicBezTo>
                      <a:pt x="9" y="4"/>
                      <a:pt x="4" y="9"/>
                      <a:pt x="2" y="14"/>
                    </a:cubicBezTo>
                    <a:cubicBezTo>
                      <a:pt x="0" y="19"/>
                      <a:pt x="0" y="26"/>
                      <a:pt x="3" y="30"/>
                    </a:cubicBezTo>
                    <a:cubicBezTo>
                      <a:pt x="223" y="825"/>
                      <a:pt x="223" y="825"/>
                      <a:pt x="223" y="825"/>
                    </a:cubicBezTo>
                    <a:cubicBezTo>
                      <a:pt x="240" y="820"/>
                      <a:pt x="240" y="820"/>
                      <a:pt x="240" y="820"/>
                    </a:cubicBezTo>
                    <a:cubicBezTo>
                      <a:pt x="257" y="815"/>
                      <a:pt x="257" y="815"/>
                      <a:pt x="257" y="815"/>
                    </a:cubicBezTo>
                    <a:lnTo>
                      <a:pt x="38" y="21"/>
                    </a:lnTo>
                    <a:close/>
                    <a:moveTo>
                      <a:pt x="38" y="21"/>
                    </a:moveTo>
                    <a:cubicBezTo>
                      <a:pt x="38" y="21"/>
                      <a:pt x="38" y="21"/>
                      <a:pt x="38" y="21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Freeform 31"/>
              <p:cNvSpPr>
                <a:spLocks noEditPoints="1"/>
              </p:cNvSpPr>
              <p:nvPr userDrawn="1"/>
            </p:nvSpPr>
            <p:spPr bwMode="auto">
              <a:xfrm>
                <a:off x="701" y="1093"/>
                <a:ext cx="72" cy="226"/>
              </a:xfrm>
              <a:custGeom>
                <a:avLst/>
                <a:gdLst>
                  <a:gd name="T0" fmla="*/ 72 w 72"/>
                  <a:gd name="T1" fmla="*/ 2 h 226"/>
                  <a:gd name="T2" fmla="*/ 0 w 72"/>
                  <a:gd name="T3" fmla="*/ 220 h 226"/>
                  <a:gd name="T4" fmla="*/ 41 w 72"/>
                  <a:gd name="T5" fmla="*/ 226 h 226"/>
                  <a:gd name="T6" fmla="*/ 72 w 72"/>
                  <a:gd name="T7" fmla="*/ 2 h 226"/>
                  <a:gd name="T8" fmla="*/ 72 w 72"/>
                  <a:gd name="T9" fmla="*/ 2 h 226"/>
                  <a:gd name="T10" fmla="*/ 72 w 72"/>
                  <a:gd name="T11" fmla="*/ 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226">
                    <a:moveTo>
                      <a:pt x="72" y="2"/>
                    </a:moveTo>
                    <a:cubicBezTo>
                      <a:pt x="54" y="0"/>
                      <a:pt x="27" y="87"/>
                      <a:pt x="0" y="220"/>
                    </a:cubicBezTo>
                    <a:cubicBezTo>
                      <a:pt x="41" y="226"/>
                      <a:pt x="41" y="226"/>
                      <a:pt x="41" y="226"/>
                    </a:cubicBezTo>
                    <a:lnTo>
                      <a:pt x="72" y="2"/>
                    </a:lnTo>
                    <a:close/>
                    <a:moveTo>
                      <a:pt x="72" y="2"/>
                    </a:moveTo>
                    <a:cubicBezTo>
                      <a:pt x="72" y="2"/>
                      <a:pt x="72" y="2"/>
                      <a:pt x="7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Freeform 32"/>
              <p:cNvSpPr>
                <a:spLocks noEditPoints="1"/>
              </p:cNvSpPr>
              <p:nvPr userDrawn="1"/>
            </p:nvSpPr>
            <p:spPr bwMode="auto">
              <a:xfrm>
                <a:off x="803" y="837"/>
                <a:ext cx="5" cy="39"/>
              </a:xfrm>
              <a:custGeom>
                <a:avLst/>
                <a:gdLst>
                  <a:gd name="T0" fmla="*/ 5 w 5"/>
                  <a:gd name="T1" fmla="*/ 0 h 39"/>
                  <a:gd name="T2" fmla="*/ 0 w 5"/>
                  <a:gd name="T3" fmla="*/ 39 h 39"/>
                  <a:gd name="T4" fmla="*/ 5 w 5"/>
                  <a:gd name="T5" fmla="*/ 0 h 39"/>
                  <a:gd name="T6" fmla="*/ 5 w 5"/>
                  <a:gd name="T7" fmla="*/ 0 h 39"/>
                  <a:gd name="T8" fmla="*/ 5 w 5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9">
                    <a:moveTo>
                      <a:pt x="5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16"/>
                      <a:pt x="5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00BE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Freeform 33"/>
              <p:cNvSpPr>
                <a:spLocks noEditPoints="1"/>
              </p:cNvSpPr>
              <p:nvPr userDrawn="1"/>
            </p:nvSpPr>
            <p:spPr bwMode="auto">
              <a:xfrm>
                <a:off x="717" y="837"/>
                <a:ext cx="128" cy="263"/>
              </a:xfrm>
              <a:custGeom>
                <a:avLst/>
                <a:gdLst>
                  <a:gd name="T0" fmla="*/ 91 w 128"/>
                  <a:gd name="T1" fmla="*/ 0 h 263"/>
                  <a:gd name="T2" fmla="*/ 86 w 128"/>
                  <a:gd name="T3" fmla="*/ 39 h 263"/>
                  <a:gd name="T4" fmla="*/ 67 w 128"/>
                  <a:gd name="T5" fmla="*/ 95 h 263"/>
                  <a:gd name="T6" fmla="*/ 4 w 128"/>
                  <a:gd name="T7" fmla="*/ 190 h 263"/>
                  <a:gd name="T8" fmla="*/ 56 w 128"/>
                  <a:gd name="T9" fmla="*/ 258 h 263"/>
                  <a:gd name="T10" fmla="*/ 124 w 128"/>
                  <a:gd name="T11" fmla="*/ 207 h 263"/>
                  <a:gd name="T12" fmla="*/ 91 w 128"/>
                  <a:gd name="T13" fmla="*/ 0 h 263"/>
                  <a:gd name="T14" fmla="*/ 91 w 128"/>
                  <a:gd name="T15" fmla="*/ 0 h 263"/>
                  <a:gd name="T16" fmla="*/ 91 w 128"/>
                  <a:gd name="T1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263">
                    <a:moveTo>
                      <a:pt x="91" y="0"/>
                    </a:moveTo>
                    <a:cubicBezTo>
                      <a:pt x="91" y="0"/>
                      <a:pt x="91" y="16"/>
                      <a:pt x="86" y="39"/>
                    </a:cubicBezTo>
                    <a:cubicBezTo>
                      <a:pt x="82" y="55"/>
                      <a:pt x="76" y="75"/>
                      <a:pt x="67" y="95"/>
                    </a:cubicBezTo>
                    <a:cubicBezTo>
                      <a:pt x="49" y="130"/>
                      <a:pt x="9" y="160"/>
                      <a:pt x="4" y="190"/>
                    </a:cubicBezTo>
                    <a:cubicBezTo>
                      <a:pt x="0" y="223"/>
                      <a:pt x="23" y="254"/>
                      <a:pt x="56" y="258"/>
                    </a:cubicBezTo>
                    <a:cubicBezTo>
                      <a:pt x="89" y="263"/>
                      <a:pt x="119" y="240"/>
                      <a:pt x="124" y="207"/>
                    </a:cubicBezTo>
                    <a:cubicBezTo>
                      <a:pt x="128" y="174"/>
                      <a:pt x="120" y="61"/>
                      <a:pt x="91" y="0"/>
                    </a:cubicBezTo>
                    <a:close/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" name="Freeform 34"/>
              <p:cNvSpPr>
                <a:spLocks noEditPoints="1"/>
              </p:cNvSpPr>
              <p:nvPr userDrawn="1"/>
            </p:nvSpPr>
            <p:spPr bwMode="auto">
              <a:xfrm>
                <a:off x="742" y="1095"/>
                <a:ext cx="51" cy="229"/>
              </a:xfrm>
              <a:custGeom>
                <a:avLst/>
                <a:gdLst>
                  <a:gd name="T0" fmla="*/ 41 w 51"/>
                  <a:gd name="T1" fmla="*/ 229 h 229"/>
                  <a:gd name="T2" fmla="*/ 31 w 51"/>
                  <a:gd name="T3" fmla="*/ 0 h 229"/>
                  <a:gd name="T4" fmla="*/ 0 w 51"/>
                  <a:gd name="T5" fmla="*/ 223 h 229"/>
                  <a:gd name="T6" fmla="*/ 41 w 51"/>
                  <a:gd name="T7" fmla="*/ 229 h 229"/>
                  <a:gd name="T8" fmla="*/ 41 w 51"/>
                  <a:gd name="T9" fmla="*/ 229 h 229"/>
                  <a:gd name="T10" fmla="*/ 41 w 51"/>
                  <a:gd name="T11" fmla="*/ 22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29">
                    <a:moveTo>
                      <a:pt x="41" y="229"/>
                    </a:moveTo>
                    <a:cubicBezTo>
                      <a:pt x="51" y="94"/>
                      <a:pt x="48" y="3"/>
                      <a:pt x="31" y="0"/>
                    </a:cubicBezTo>
                    <a:cubicBezTo>
                      <a:pt x="0" y="223"/>
                      <a:pt x="0" y="223"/>
                      <a:pt x="0" y="223"/>
                    </a:cubicBezTo>
                    <a:lnTo>
                      <a:pt x="41" y="229"/>
                    </a:lnTo>
                    <a:close/>
                    <a:moveTo>
                      <a:pt x="41" y="229"/>
                    </a:moveTo>
                    <a:cubicBezTo>
                      <a:pt x="41" y="229"/>
                      <a:pt x="41" y="229"/>
                      <a:pt x="41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" name="Freeform 35"/>
              <p:cNvSpPr>
                <a:spLocks noEditPoints="1"/>
              </p:cNvSpPr>
              <p:nvPr userDrawn="1"/>
            </p:nvSpPr>
            <p:spPr bwMode="auto">
              <a:xfrm>
                <a:off x="621" y="1313"/>
                <a:ext cx="162" cy="692"/>
              </a:xfrm>
              <a:custGeom>
                <a:avLst/>
                <a:gdLst>
                  <a:gd name="T0" fmla="*/ 121 w 162"/>
                  <a:gd name="T1" fmla="*/ 5 h 692"/>
                  <a:gd name="T2" fmla="*/ 80 w 162"/>
                  <a:gd name="T3" fmla="*/ 0 h 692"/>
                  <a:gd name="T4" fmla="*/ 42 w 162"/>
                  <a:gd name="T5" fmla="*/ 228 h 692"/>
                  <a:gd name="T6" fmla="*/ 27 w 162"/>
                  <a:gd name="T7" fmla="*/ 688 h 692"/>
                  <a:gd name="T8" fmla="*/ 136 w 162"/>
                  <a:gd name="T9" fmla="*/ 241 h 692"/>
                  <a:gd name="T10" fmla="*/ 162 w 162"/>
                  <a:gd name="T11" fmla="*/ 11 h 692"/>
                  <a:gd name="T12" fmla="*/ 121 w 162"/>
                  <a:gd name="T13" fmla="*/ 5 h 692"/>
                  <a:gd name="T14" fmla="*/ 121 w 162"/>
                  <a:gd name="T15" fmla="*/ 5 h 692"/>
                  <a:gd name="T16" fmla="*/ 121 w 162"/>
                  <a:gd name="T17" fmla="*/ 5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692">
                    <a:moveTo>
                      <a:pt x="121" y="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7" y="66"/>
                      <a:pt x="54" y="145"/>
                      <a:pt x="42" y="228"/>
                    </a:cubicBezTo>
                    <a:cubicBezTo>
                      <a:pt x="7" y="479"/>
                      <a:pt x="0" y="684"/>
                      <a:pt x="27" y="688"/>
                    </a:cubicBezTo>
                    <a:cubicBezTo>
                      <a:pt x="53" y="692"/>
                      <a:pt x="102" y="492"/>
                      <a:pt x="136" y="241"/>
                    </a:cubicBezTo>
                    <a:cubicBezTo>
                      <a:pt x="148" y="158"/>
                      <a:pt x="156" y="79"/>
                      <a:pt x="162" y="11"/>
                    </a:cubicBezTo>
                    <a:lnTo>
                      <a:pt x="121" y="5"/>
                    </a:lnTo>
                    <a:close/>
                    <a:moveTo>
                      <a:pt x="121" y="5"/>
                    </a:moveTo>
                    <a:cubicBezTo>
                      <a:pt x="121" y="5"/>
                      <a:pt x="121" y="5"/>
                      <a:pt x="121" y="5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" name="Freeform 36"/>
              <p:cNvSpPr>
                <a:spLocks noEditPoints="1"/>
              </p:cNvSpPr>
              <p:nvPr userDrawn="1"/>
            </p:nvSpPr>
            <p:spPr bwMode="auto">
              <a:xfrm>
                <a:off x="399" y="1468"/>
                <a:ext cx="452" cy="571"/>
              </a:xfrm>
              <a:custGeom>
                <a:avLst/>
                <a:gdLst>
                  <a:gd name="T0" fmla="*/ 414 w 452"/>
                  <a:gd name="T1" fmla="*/ 0 h 571"/>
                  <a:gd name="T2" fmla="*/ 38 w 452"/>
                  <a:gd name="T3" fmla="*/ 0 h 571"/>
                  <a:gd name="T4" fmla="*/ 2 w 452"/>
                  <a:gd name="T5" fmla="*/ 40 h 571"/>
                  <a:gd name="T6" fmla="*/ 12 w 452"/>
                  <a:gd name="T7" fmla="*/ 127 h 571"/>
                  <a:gd name="T8" fmla="*/ 63 w 452"/>
                  <a:gd name="T9" fmla="*/ 90 h 571"/>
                  <a:gd name="T10" fmla="*/ 117 w 452"/>
                  <a:gd name="T11" fmla="*/ 130 h 571"/>
                  <a:gd name="T12" fmla="*/ 171 w 452"/>
                  <a:gd name="T13" fmla="*/ 90 h 571"/>
                  <a:gd name="T14" fmla="*/ 226 w 452"/>
                  <a:gd name="T15" fmla="*/ 130 h 571"/>
                  <a:gd name="T16" fmla="*/ 280 w 452"/>
                  <a:gd name="T17" fmla="*/ 90 h 571"/>
                  <a:gd name="T18" fmla="*/ 335 w 452"/>
                  <a:gd name="T19" fmla="*/ 130 h 571"/>
                  <a:gd name="T20" fmla="*/ 389 w 452"/>
                  <a:gd name="T21" fmla="*/ 90 h 571"/>
                  <a:gd name="T22" fmla="*/ 440 w 452"/>
                  <a:gd name="T23" fmla="*/ 128 h 571"/>
                  <a:gd name="T24" fmla="*/ 450 w 452"/>
                  <a:gd name="T25" fmla="*/ 40 h 571"/>
                  <a:gd name="T26" fmla="*/ 414 w 452"/>
                  <a:gd name="T27" fmla="*/ 0 h 571"/>
                  <a:gd name="T28" fmla="*/ 389 w 452"/>
                  <a:gd name="T29" fmla="*/ 146 h 571"/>
                  <a:gd name="T30" fmla="*/ 334 w 452"/>
                  <a:gd name="T31" fmla="*/ 186 h 571"/>
                  <a:gd name="T32" fmla="*/ 280 w 452"/>
                  <a:gd name="T33" fmla="*/ 146 h 571"/>
                  <a:gd name="T34" fmla="*/ 225 w 452"/>
                  <a:gd name="T35" fmla="*/ 186 h 571"/>
                  <a:gd name="T36" fmla="*/ 171 w 452"/>
                  <a:gd name="T37" fmla="*/ 146 h 571"/>
                  <a:gd name="T38" fmla="*/ 117 w 452"/>
                  <a:gd name="T39" fmla="*/ 186 h 571"/>
                  <a:gd name="T40" fmla="*/ 62 w 452"/>
                  <a:gd name="T41" fmla="*/ 146 h 571"/>
                  <a:gd name="T42" fmla="*/ 18 w 452"/>
                  <a:gd name="T43" fmla="*/ 179 h 571"/>
                  <a:gd name="T44" fmla="*/ 58 w 452"/>
                  <a:gd name="T45" fmla="*/ 531 h 571"/>
                  <a:gd name="T46" fmla="*/ 103 w 452"/>
                  <a:gd name="T47" fmla="*/ 571 h 571"/>
                  <a:gd name="T48" fmla="*/ 353 w 452"/>
                  <a:gd name="T49" fmla="*/ 571 h 571"/>
                  <a:gd name="T50" fmla="*/ 398 w 452"/>
                  <a:gd name="T51" fmla="*/ 531 h 571"/>
                  <a:gd name="T52" fmla="*/ 435 w 452"/>
                  <a:gd name="T53" fmla="*/ 180 h 571"/>
                  <a:gd name="T54" fmla="*/ 389 w 452"/>
                  <a:gd name="T55" fmla="*/ 146 h 571"/>
                  <a:gd name="T56" fmla="*/ 389 w 452"/>
                  <a:gd name="T57" fmla="*/ 146 h 571"/>
                  <a:gd name="T58" fmla="*/ 389 w 452"/>
                  <a:gd name="T59" fmla="*/ 146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2" h="571">
                    <a:moveTo>
                      <a:pt x="414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6" y="0"/>
                      <a:pt x="0" y="18"/>
                      <a:pt x="2" y="40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71" y="90"/>
                      <a:pt x="171" y="90"/>
                      <a:pt x="171" y="90"/>
                    </a:cubicBezTo>
                    <a:cubicBezTo>
                      <a:pt x="226" y="130"/>
                      <a:pt x="226" y="130"/>
                      <a:pt x="226" y="130"/>
                    </a:cubicBezTo>
                    <a:cubicBezTo>
                      <a:pt x="280" y="90"/>
                      <a:pt x="280" y="90"/>
                      <a:pt x="280" y="90"/>
                    </a:cubicBezTo>
                    <a:cubicBezTo>
                      <a:pt x="335" y="130"/>
                      <a:pt x="335" y="130"/>
                      <a:pt x="335" y="130"/>
                    </a:cubicBezTo>
                    <a:cubicBezTo>
                      <a:pt x="389" y="90"/>
                      <a:pt x="389" y="90"/>
                      <a:pt x="389" y="90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50" y="40"/>
                      <a:pt x="450" y="40"/>
                      <a:pt x="450" y="40"/>
                    </a:cubicBezTo>
                    <a:cubicBezTo>
                      <a:pt x="452" y="18"/>
                      <a:pt x="436" y="0"/>
                      <a:pt x="414" y="0"/>
                    </a:cubicBezTo>
                    <a:close/>
                    <a:moveTo>
                      <a:pt x="389" y="146"/>
                    </a:moveTo>
                    <a:cubicBezTo>
                      <a:pt x="334" y="186"/>
                      <a:pt x="334" y="186"/>
                      <a:pt x="334" y="186"/>
                    </a:cubicBezTo>
                    <a:cubicBezTo>
                      <a:pt x="280" y="146"/>
                      <a:pt x="280" y="146"/>
                      <a:pt x="280" y="146"/>
                    </a:cubicBezTo>
                    <a:cubicBezTo>
                      <a:pt x="225" y="186"/>
                      <a:pt x="225" y="186"/>
                      <a:pt x="225" y="186"/>
                    </a:cubicBezTo>
                    <a:cubicBezTo>
                      <a:pt x="171" y="146"/>
                      <a:pt x="171" y="146"/>
                      <a:pt x="171" y="146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58" y="531"/>
                      <a:pt x="58" y="531"/>
                      <a:pt x="58" y="531"/>
                    </a:cubicBezTo>
                    <a:cubicBezTo>
                      <a:pt x="60" y="553"/>
                      <a:pt x="81" y="571"/>
                      <a:pt x="103" y="571"/>
                    </a:cubicBezTo>
                    <a:cubicBezTo>
                      <a:pt x="353" y="571"/>
                      <a:pt x="353" y="571"/>
                      <a:pt x="353" y="571"/>
                    </a:cubicBezTo>
                    <a:cubicBezTo>
                      <a:pt x="376" y="571"/>
                      <a:pt x="395" y="553"/>
                      <a:pt x="398" y="531"/>
                    </a:cubicBezTo>
                    <a:cubicBezTo>
                      <a:pt x="435" y="180"/>
                      <a:pt x="435" y="180"/>
                      <a:pt x="435" y="180"/>
                    </a:cubicBezTo>
                    <a:lnTo>
                      <a:pt x="389" y="146"/>
                    </a:lnTo>
                    <a:close/>
                    <a:moveTo>
                      <a:pt x="389" y="146"/>
                    </a:moveTo>
                    <a:cubicBezTo>
                      <a:pt x="389" y="146"/>
                      <a:pt x="389" y="146"/>
                      <a:pt x="389" y="146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" name="Freeform 37"/>
              <p:cNvSpPr>
                <a:spLocks noEditPoints="1"/>
              </p:cNvSpPr>
              <p:nvPr userDrawn="1"/>
            </p:nvSpPr>
            <p:spPr bwMode="auto">
              <a:xfrm>
                <a:off x="249" y="1558"/>
                <a:ext cx="7182" cy="685"/>
              </a:xfrm>
              <a:custGeom>
                <a:avLst/>
                <a:gdLst>
                  <a:gd name="T0" fmla="*/ 539 w 7184"/>
                  <a:gd name="T1" fmla="*/ 0 h 685"/>
                  <a:gd name="T2" fmla="*/ 484 w 7184"/>
                  <a:gd name="T3" fmla="*/ 40 h 685"/>
                  <a:gd name="T4" fmla="*/ 430 w 7184"/>
                  <a:gd name="T5" fmla="*/ 0 h 685"/>
                  <a:gd name="T6" fmla="*/ 376 w 7184"/>
                  <a:gd name="T7" fmla="*/ 40 h 685"/>
                  <a:gd name="T8" fmla="*/ 375 w 7184"/>
                  <a:gd name="T9" fmla="*/ 40 h 685"/>
                  <a:gd name="T10" fmla="*/ 321 w 7184"/>
                  <a:gd name="T11" fmla="*/ 0 h 685"/>
                  <a:gd name="T12" fmla="*/ 267 w 7184"/>
                  <a:gd name="T13" fmla="*/ 40 h 685"/>
                  <a:gd name="T14" fmla="*/ 213 w 7184"/>
                  <a:gd name="T15" fmla="*/ 0 h 685"/>
                  <a:gd name="T16" fmla="*/ 162 w 7184"/>
                  <a:gd name="T17" fmla="*/ 37 h 685"/>
                  <a:gd name="T18" fmla="*/ 168 w 7184"/>
                  <a:gd name="T19" fmla="*/ 88 h 685"/>
                  <a:gd name="T20" fmla="*/ 213 w 7184"/>
                  <a:gd name="T21" fmla="*/ 56 h 685"/>
                  <a:gd name="T22" fmla="*/ 267 w 7184"/>
                  <a:gd name="T23" fmla="*/ 96 h 685"/>
                  <a:gd name="T24" fmla="*/ 321 w 7184"/>
                  <a:gd name="T25" fmla="*/ 56 h 685"/>
                  <a:gd name="T26" fmla="*/ 375 w 7184"/>
                  <a:gd name="T27" fmla="*/ 96 h 685"/>
                  <a:gd name="T28" fmla="*/ 376 w 7184"/>
                  <a:gd name="T29" fmla="*/ 96 h 685"/>
                  <a:gd name="T30" fmla="*/ 430 w 7184"/>
                  <a:gd name="T31" fmla="*/ 56 h 685"/>
                  <a:gd name="T32" fmla="*/ 484 w 7184"/>
                  <a:gd name="T33" fmla="*/ 96 h 685"/>
                  <a:gd name="T34" fmla="*/ 539 w 7184"/>
                  <a:gd name="T35" fmla="*/ 56 h 685"/>
                  <a:gd name="T36" fmla="*/ 585 w 7184"/>
                  <a:gd name="T37" fmla="*/ 90 h 685"/>
                  <a:gd name="T38" fmla="*/ 590 w 7184"/>
                  <a:gd name="T39" fmla="*/ 38 h 685"/>
                  <a:gd name="T40" fmla="*/ 539 w 7184"/>
                  <a:gd name="T41" fmla="*/ 0 h 685"/>
                  <a:gd name="T42" fmla="*/ 0 w 7184"/>
                  <a:gd name="T43" fmla="*/ 583 h 685"/>
                  <a:gd name="T44" fmla="*/ 102 w 7184"/>
                  <a:gd name="T45" fmla="*/ 685 h 685"/>
                  <a:gd name="T46" fmla="*/ 7082 w 7184"/>
                  <a:gd name="T47" fmla="*/ 685 h 685"/>
                  <a:gd name="T48" fmla="*/ 7184 w 7184"/>
                  <a:gd name="T49" fmla="*/ 583 h 685"/>
                  <a:gd name="T50" fmla="*/ 7082 w 7184"/>
                  <a:gd name="T51" fmla="*/ 481 h 685"/>
                  <a:gd name="T52" fmla="*/ 102 w 7184"/>
                  <a:gd name="T53" fmla="*/ 481 h 685"/>
                  <a:gd name="T54" fmla="*/ 0 w 7184"/>
                  <a:gd name="T55" fmla="*/ 583 h 685"/>
                  <a:gd name="T56" fmla="*/ 0 w 7184"/>
                  <a:gd name="T57" fmla="*/ 583 h 685"/>
                  <a:gd name="T58" fmla="*/ 0 w 7184"/>
                  <a:gd name="T59" fmla="*/ 58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84" h="685">
                    <a:moveTo>
                      <a:pt x="539" y="0"/>
                    </a:moveTo>
                    <a:cubicBezTo>
                      <a:pt x="484" y="40"/>
                      <a:pt x="484" y="40"/>
                      <a:pt x="484" y="4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5" y="40"/>
                      <a:pt x="375" y="40"/>
                      <a:pt x="375" y="40"/>
                    </a:cubicBezTo>
                    <a:cubicBezTo>
                      <a:pt x="321" y="0"/>
                      <a:pt x="321" y="0"/>
                      <a:pt x="321" y="0"/>
                    </a:cubicBezTo>
                    <a:cubicBezTo>
                      <a:pt x="267" y="40"/>
                      <a:pt x="267" y="40"/>
                      <a:pt x="267" y="40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162" y="37"/>
                      <a:pt x="162" y="37"/>
                      <a:pt x="162" y="37"/>
                    </a:cubicBezTo>
                    <a:cubicBezTo>
                      <a:pt x="168" y="88"/>
                      <a:pt x="168" y="88"/>
                      <a:pt x="168" y="88"/>
                    </a:cubicBezTo>
                    <a:cubicBezTo>
                      <a:pt x="213" y="56"/>
                      <a:pt x="213" y="56"/>
                      <a:pt x="213" y="56"/>
                    </a:cubicBezTo>
                    <a:cubicBezTo>
                      <a:pt x="267" y="96"/>
                      <a:pt x="267" y="96"/>
                      <a:pt x="267" y="96"/>
                    </a:cubicBezTo>
                    <a:cubicBezTo>
                      <a:pt x="321" y="56"/>
                      <a:pt x="321" y="56"/>
                      <a:pt x="321" y="56"/>
                    </a:cubicBezTo>
                    <a:cubicBezTo>
                      <a:pt x="375" y="96"/>
                      <a:pt x="375" y="96"/>
                      <a:pt x="375" y="96"/>
                    </a:cubicBezTo>
                    <a:cubicBezTo>
                      <a:pt x="376" y="96"/>
                      <a:pt x="376" y="96"/>
                      <a:pt x="376" y="96"/>
                    </a:cubicBezTo>
                    <a:cubicBezTo>
                      <a:pt x="430" y="56"/>
                      <a:pt x="430" y="56"/>
                      <a:pt x="430" y="56"/>
                    </a:cubicBezTo>
                    <a:cubicBezTo>
                      <a:pt x="484" y="96"/>
                      <a:pt x="484" y="96"/>
                      <a:pt x="484" y="96"/>
                    </a:cubicBezTo>
                    <a:cubicBezTo>
                      <a:pt x="539" y="56"/>
                      <a:pt x="539" y="56"/>
                      <a:pt x="539" y="56"/>
                    </a:cubicBezTo>
                    <a:cubicBezTo>
                      <a:pt x="585" y="90"/>
                      <a:pt x="585" y="90"/>
                      <a:pt x="585" y="90"/>
                    </a:cubicBezTo>
                    <a:cubicBezTo>
                      <a:pt x="590" y="38"/>
                      <a:pt x="590" y="38"/>
                      <a:pt x="590" y="38"/>
                    </a:cubicBezTo>
                    <a:lnTo>
                      <a:pt x="539" y="0"/>
                    </a:lnTo>
                    <a:close/>
                    <a:moveTo>
                      <a:pt x="0" y="583"/>
                    </a:moveTo>
                    <a:cubicBezTo>
                      <a:pt x="0" y="639"/>
                      <a:pt x="46" y="685"/>
                      <a:pt x="102" y="685"/>
                    </a:cubicBezTo>
                    <a:cubicBezTo>
                      <a:pt x="7082" y="685"/>
                      <a:pt x="7082" y="685"/>
                      <a:pt x="7082" y="685"/>
                    </a:cubicBezTo>
                    <a:cubicBezTo>
                      <a:pt x="7138" y="685"/>
                      <a:pt x="7184" y="639"/>
                      <a:pt x="7184" y="583"/>
                    </a:cubicBezTo>
                    <a:cubicBezTo>
                      <a:pt x="7184" y="527"/>
                      <a:pt x="7138" y="481"/>
                      <a:pt x="7082" y="481"/>
                    </a:cubicBezTo>
                    <a:cubicBezTo>
                      <a:pt x="102" y="481"/>
                      <a:pt x="102" y="481"/>
                      <a:pt x="102" y="481"/>
                    </a:cubicBezTo>
                    <a:cubicBezTo>
                      <a:pt x="46" y="481"/>
                      <a:pt x="0" y="527"/>
                      <a:pt x="0" y="583"/>
                    </a:cubicBezTo>
                    <a:close/>
                    <a:moveTo>
                      <a:pt x="0" y="583"/>
                    </a:moveTo>
                    <a:cubicBezTo>
                      <a:pt x="0" y="583"/>
                      <a:pt x="0" y="583"/>
                      <a:pt x="0" y="583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" name="Freeform 38"/>
              <p:cNvSpPr>
                <a:spLocks noEditPoints="1"/>
              </p:cNvSpPr>
              <p:nvPr userDrawn="1"/>
            </p:nvSpPr>
            <p:spPr bwMode="auto">
              <a:xfrm>
                <a:off x="1117" y="1150"/>
                <a:ext cx="12" cy="495"/>
              </a:xfrm>
              <a:custGeom>
                <a:avLst/>
                <a:gdLst>
                  <a:gd name="T0" fmla="*/ 9 w 12"/>
                  <a:gd name="T1" fmla="*/ 0 h 495"/>
                  <a:gd name="T2" fmla="*/ 6 w 12"/>
                  <a:gd name="T3" fmla="*/ 2 h 495"/>
                  <a:gd name="T4" fmla="*/ 4 w 12"/>
                  <a:gd name="T5" fmla="*/ 23 h 495"/>
                  <a:gd name="T6" fmla="*/ 12 w 12"/>
                  <a:gd name="T7" fmla="*/ 25 h 495"/>
                  <a:gd name="T8" fmla="*/ 12 w 12"/>
                  <a:gd name="T9" fmla="*/ 0 h 495"/>
                  <a:gd name="T10" fmla="*/ 9 w 12"/>
                  <a:gd name="T11" fmla="*/ 0 h 495"/>
                  <a:gd name="T12" fmla="*/ 2 w 12"/>
                  <a:gd name="T13" fmla="*/ 424 h 495"/>
                  <a:gd name="T14" fmla="*/ 1 w 12"/>
                  <a:gd name="T15" fmla="*/ 483 h 495"/>
                  <a:gd name="T16" fmla="*/ 6 w 12"/>
                  <a:gd name="T17" fmla="*/ 495 h 495"/>
                  <a:gd name="T18" fmla="*/ 12 w 12"/>
                  <a:gd name="T19" fmla="*/ 494 h 495"/>
                  <a:gd name="T20" fmla="*/ 12 w 12"/>
                  <a:gd name="T21" fmla="*/ 475 h 495"/>
                  <a:gd name="T22" fmla="*/ 2 w 12"/>
                  <a:gd name="T23" fmla="*/ 456 h 495"/>
                  <a:gd name="T24" fmla="*/ 3 w 12"/>
                  <a:gd name="T25" fmla="*/ 451 h 495"/>
                  <a:gd name="T26" fmla="*/ 12 w 12"/>
                  <a:gd name="T27" fmla="*/ 441 h 495"/>
                  <a:gd name="T28" fmla="*/ 12 w 12"/>
                  <a:gd name="T29" fmla="*/ 415 h 495"/>
                  <a:gd name="T30" fmla="*/ 2 w 12"/>
                  <a:gd name="T31" fmla="*/ 424 h 495"/>
                  <a:gd name="T32" fmla="*/ 4 w 12"/>
                  <a:gd name="T33" fmla="*/ 46 h 495"/>
                  <a:gd name="T34" fmla="*/ 3 w 12"/>
                  <a:gd name="T35" fmla="*/ 63 h 495"/>
                  <a:gd name="T36" fmla="*/ 12 w 12"/>
                  <a:gd name="T37" fmla="*/ 70 h 495"/>
                  <a:gd name="T38" fmla="*/ 12 w 12"/>
                  <a:gd name="T39" fmla="*/ 46 h 495"/>
                  <a:gd name="T40" fmla="*/ 4 w 12"/>
                  <a:gd name="T41" fmla="*/ 46 h 495"/>
                  <a:gd name="T42" fmla="*/ 1 w 12"/>
                  <a:gd name="T43" fmla="*/ 311 h 495"/>
                  <a:gd name="T44" fmla="*/ 12 w 12"/>
                  <a:gd name="T45" fmla="*/ 346 h 495"/>
                  <a:gd name="T46" fmla="*/ 12 w 12"/>
                  <a:gd name="T47" fmla="*/ 282 h 495"/>
                  <a:gd name="T48" fmla="*/ 1 w 12"/>
                  <a:gd name="T49" fmla="*/ 311 h 495"/>
                  <a:gd name="T50" fmla="*/ 1 w 12"/>
                  <a:gd name="T51" fmla="*/ 311 h 495"/>
                  <a:gd name="T52" fmla="*/ 1 w 12"/>
                  <a:gd name="T53" fmla="*/ 311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95">
                    <a:moveTo>
                      <a:pt x="9" y="0"/>
                    </a:moveTo>
                    <a:cubicBezTo>
                      <a:pt x="6" y="0"/>
                      <a:pt x="6" y="0"/>
                      <a:pt x="6" y="2"/>
                    </a:cubicBezTo>
                    <a:cubicBezTo>
                      <a:pt x="5" y="10"/>
                      <a:pt x="4" y="23"/>
                      <a:pt x="4" y="23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9" y="0"/>
                    </a:lnTo>
                    <a:close/>
                    <a:moveTo>
                      <a:pt x="2" y="424"/>
                    </a:moveTo>
                    <a:cubicBezTo>
                      <a:pt x="1" y="483"/>
                      <a:pt x="1" y="483"/>
                      <a:pt x="1" y="483"/>
                    </a:cubicBezTo>
                    <a:cubicBezTo>
                      <a:pt x="0" y="493"/>
                      <a:pt x="2" y="495"/>
                      <a:pt x="6" y="495"/>
                    </a:cubicBezTo>
                    <a:cubicBezTo>
                      <a:pt x="10" y="495"/>
                      <a:pt x="12" y="494"/>
                      <a:pt x="12" y="494"/>
                    </a:cubicBezTo>
                    <a:cubicBezTo>
                      <a:pt x="12" y="475"/>
                      <a:pt x="12" y="475"/>
                      <a:pt x="12" y="475"/>
                    </a:cubicBezTo>
                    <a:cubicBezTo>
                      <a:pt x="2" y="456"/>
                      <a:pt x="2" y="456"/>
                      <a:pt x="2" y="456"/>
                    </a:cubicBezTo>
                    <a:cubicBezTo>
                      <a:pt x="3" y="451"/>
                      <a:pt x="3" y="451"/>
                      <a:pt x="3" y="451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12" y="415"/>
                      <a:pt x="12" y="415"/>
                      <a:pt x="12" y="415"/>
                    </a:cubicBezTo>
                    <a:cubicBezTo>
                      <a:pt x="4" y="416"/>
                      <a:pt x="2" y="418"/>
                      <a:pt x="2" y="424"/>
                    </a:cubicBezTo>
                    <a:close/>
                    <a:moveTo>
                      <a:pt x="4" y="46"/>
                    </a:moveTo>
                    <a:cubicBezTo>
                      <a:pt x="3" y="63"/>
                      <a:pt x="3" y="63"/>
                      <a:pt x="3" y="63"/>
                    </a:cubicBezTo>
                    <a:cubicBezTo>
                      <a:pt x="3" y="67"/>
                      <a:pt x="6" y="70"/>
                      <a:pt x="12" y="70"/>
                    </a:cubicBezTo>
                    <a:cubicBezTo>
                      <a:pt x="12" y="46"/>
                      <a:pt x="12" y="46"/>
                      <a:pt x="12" y="46"/>
                    </a:cubicBezTo>
                    <a:lnTo>
                      <a:pt x="4" y="46"/>
                    </a:lnTo>
                    <a:close/>
                    <a:moveTo>
                      <a:pt x="1" y="311"/>
                    </a:moveTo>
                    <a:cubicBezTo>
                      <a:pt x="1" y="331"/>
                      <a:pt x="5" y="342"/>
                      <a:pt x="12" y="346"/>
                    </a:cubicBezTo>
                    <a:cubicBezTo>
                      <a:pt x="12" y="282"/>
                      <a:pt x="12" y="282"/>
                      <a:pt x="12" y="282"/>
                    </a:cubicBezTo>
                    <a:cubicBezTo>
                      <a:pt x="4" y="284"/>
                      <a:pt x="1" y="292"/>
                      <a:pt x="1" y="311"/>
                    </a:cubicBezTo>
                    <a:close/>
                    <a:moveTo>
                      <a:pt x="1" y="311"/>
                    </a:moveTo>
                    <a:cubicBezTo>
                      <a:pt x="1" y="311"/>
                      <a:pt x="1" y="311"/>
                      <a:pt x="1" y="3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" name="Freeform 39"/>
              <p:cNvSpPr>
                <a:spLocks noEditPoints="1"/>
              </p:cNvSpPr>
              <p:nvPr userDrawn="1"/>
            </p:nvSpPr>
            <p:spPr bwMode="auto">
              <a:xfrm>
                <a:off x="960" y="771"/>
                <a:ext cx="169" cy="1268"/>
              </a:xfrm>
              <a:custGeom>
                <a:avLst/>
                <a:gdLst>
                  <a:gd name="T0" fmla="*/ 47 w 169"/>
                  <a:gd name="T1" fmla="*/ 968 h 1268"/>
                  <a:gd name="T2" fmla="*/ 169 w 169"/>
                  <a:gd name="T3" fmla="*/ 988 h 1268"/>
                  <a:gd name="T4" fmla="*/ 145 w 169"/>
                  <a:gd name="T5" fmla="*/ 968 h 1268"/>
                  <a:gd name="T6" fmla="*/ 169 w 169"/>
                  <a:gd name="T7" fmla="*/ 948 h 1268"/>
                  <a:gd name="T8" fmla="*/ 169 w 169"/>
                  <a:gd name="T9" fmla="*/ 890 h 1268"/>
                  <a:gd name="T10" fmla="*/ 112 w 169"/>
                  <a:gd name="T11" fmla="*/ 890 h 1268"/>
                  <a:gd name="T12" fmla="*/ 125 w 169"/>
                  <a:gd name="T13" fmla="*/ 862 h 1268"/>
                  <a:gd name="T14" fmla="*/ 119 w 169"/>
                  <a:gd name="T15" fmla="*/ 794 h 1268"/>
                  <a:gd name="T16" fmla="*/ 113 w 169"/>
                  <a:gd name="T17" fmla="*/ 792 h 1268"/>
                  <a:gd name="T18" fmla="*/ 141 w 169"/>
                  <a:gd name="T19" fmla="*/ 779 h 1268"/>
                  <a:gd name="T20" fmla="*/ 169 w 169"/>
                  <a:gd name="T21" fmla="*/ 751 h 1268"/>
                  <a:gd name="T22" fmla="*/ 169 w 169"/>
                  <a:gd name="T23" fmla="*/ 638 h 1268"/>
                  <a:gd name="T24" fmla="*/ 168 w 169"/>
                  <a:gd name="T25" fmla="*/ 609 h 1268"/>
                  <a:gd name="T26" fmla="*/ 169 w 169"/>
                  <a:gd name="T27" fmla="*/ 595 h 1268"/>
                  <a:gd name="T28" fmla="*/ 165 w 169"/>
                  <a:gd name="T29" fmla="*/ 579 h 1268"/>
                  <a:gd name="T30" fmla="*/ 149 w 169"/>
                  <a:gd name="T31" fmla="*/ 587 h 1268"/>
                  <a:gd name="T32" fmla="*/ 154 w 169"/>
                  <a:gd name="T33" fmla="*/ 594 h 1268"/>
                  <a:gd name="T34" fmla="*/ 160 w 169"/>
                  <a:gd name="T35" fmla="*/ 596 h 1268"/>
                  <a:gd name="T36" fmla="*/ 132 w 169"/>
                  <a:gd name="T37" fmla="*/ 610 h 1268"/>
                  <a:gd name="T38" fmla="*/ 111 w 169"/>
                  <a:gd name="T39" fmla="*/ 595 h 1268"/>
                  <a:gd name="T40" fmla="*/ 147 w 169"/>
                  <a:gd name="T41" fmla="*/ 500 h 1268"/>
                  <a:gd name="T42" fmla="*/ 169 w 169"/>
                  <a:gd name="T43" fmla="*/ 471 h 1268"/>
                  <a:gd name="T44" fmla="*/ 114 w 169"/>
                  <a:gd name="T45" fmla="*/ 471 h 1268"/>
                  <a:gd name="T46" fmla="*/ 127 w 169"/>
                  <a:gd name="T47" fmla="*/ 443 h 1268"/>
                  <a:gd name="T48" fmla="*/ 122 w 169"/>
                  <a:gd name="T49" fmla="*/ 375 h 1268"/>
                  <a:gd name="T50" fmla="*/ 115 w 169"/>
                  <a:gd name="T51" fmla="*/ 373 h 1268"/>
                  <a:gd name="T52" fmla="*/ 145 w 169"/>
                  <a:gd name="T53" fmla="*/ 359 h 1268"/>
                  <a:gd name="T54" fmla="*/ 169 w 169"/>
                  <a:gd name="T55" fmla="*/ 324 h 1268"/>
                  <a:gd name="T56" fmla="*/ 145 w 169"/>
                  <a:gd name="T57" fmla="*/ 304 h 1268"/>
                  <a:gd name="T58" fmla="*/ 169 w 169"/>
                  <a:gd name="T59" fmla="*/ 284 h 1268"/>
                  <a:gd name="T60" fmla="*/ 167 w 169"/>
                  <a:gd name="T61" fmla="*/ 249 h 1268"/>
                  <a:gd name="T62" fmla="*/ 47 w 169"/>
                  <a:gd name="T63" fmla="*/ 49 h 1268"/>
                  <a:gd name="T64" fmla="*/ 169 w 169"/>
                  <a:gd name="T65" fmla="*/ 0 h 1268"/>
                  <a:gd name="T66" fmla="*/ 0 w 169"/>
                  <a:gd name="T67" fmla="*/ 1268 h 1268"/>
                  <a:gd name="T68" fmla="*/ 169 w 169"/>
                  <a:gd name="T69" fmla="*/ 1222 h 1268"/>
                  <a:gd name="T70" fmla="*/ 47 w 169"/>
                  <a:gd name="T71" fmla="*/ 1222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9" h="1268">
                    <a:moveTo>
                      <a:pt x="47" y="1222"/>
                    </a:moveTo>
                    <a:cubicBezTo>
                      <a:pt x="47" y="968"/>
                      <a:pt x="47" y="968"/>
                      <a:pt x="47" y="968"/>
                    </a:cubicBezTo>
                    <a:cubicBezTo>
                      <a:pt x="169" y="1022"/>
                      <a:pt x="169" y="1022"/>
                      <a:pt x="169" y="1022"/>
                    </a:cubicBezTo>
                    <a:cubicBezTo>
                      <a:pt x="169" y="988"/>
                      <a:pt x="169" y="988"/>
                      <a:pt x="169" y="988"/>
                    </a:cubicBezTo>
                    <a:cubicBezTo>
                      <a:pt x="168" y="988"/>
                      <a:pt x="167" y="988"/>
                      <a:pt x="166" y="988"/>
                    </a:cubicBezTo>
                    <a:cubicBezTo>
                      <a:pt x="154" y="988"/>
                      <a:pt x="145" y="979"/>
                      <a:pt x="145" y="968"/>
                    </a:cubicBezTo>
                    <a:cubicBezTo>
                      <a:pt x="145" y="957"/>
                      <a:pt x="154" y="948"/>
                      <a:pt x="166" y="948"/>
                    </a:cubicBezTo>
                    <a:cubicBezTo>
                      <a:pt x="167" y="948"/>
                      <a:pt x="168" y="948"/>
                      <a:pt x="169" y="948"/>
                    </a:cubicBezTo>
                    <a:cubicBezTo>
                      <a:pt x="169" y="889"/>
                      <a:pt x="169" y="889"/>
                      <a:pt x="169" y="889"/>
                    </a:cubicBezTo>
                    <a:cubicBezTo>
                      <a:pt x="169" y="890"/>
                      <a:pt x="169" y="890"/>
                      <a:pt x="169" y="890"/>
                    </a:cubicBezTo>
                    <a:cubicBezTo>
                      <a:pt x="169" y="890"/>
                      <a:pt x="148" y="889"/>
                      <a:pt x="140" y="889"/>
                    </a:cubicBezTo>
                    <a:cubicBezTo>
                      <a:pt x="130" y="889"/>
                      <a:pt x="112" y="890"/>
                      <a:pt x="112" y="890"/>
                    </a:cubicBezTo>
                    <a:cubicBezTo>
                      <a:pt x="113" y="876"/>
                      <a:pt x="113" y="876"/>
                      <a:pt x="113" y="876"/>
                    </a:cubicBezTo>
                    <a:cubicBezTo>
                      <a:pt x="122" y="874"/>
                      <a:pt x="125" y="871"/>
                      <a:pt x="125" y="862"/>
                    </a:cubicBezTo>
                    <a:cubicBezTo>
                      <a:pt x="125" y="803"/>
                      <a:pt x="125" y="803"/>
                      <a:pt x="125" y="803"/>
                    </a:cubicBezTo>
                    <a:cubicBezTo>
                      <a:pt x="125" y="796"/>
                      <a:pt x="123" y="794"/>
                      <a:pt x="119" y="794"/>
                    </a:cubicBezTo>
                    <a:cubicBezTo>
                      <a:pt x="117" y="794"/>
                      <a:pt x="114" y="794"/>
                      <a:pt x="114" y="794"/>
                    </a:cubicBezTo>
                    <a:cubicBezTo>
                      <a:pt x="113" y="792"/>
                      <a:pt x="113" y="792"/>
                      <a:pt x="113" y="792"/>
                    </a:cubicBezTo>
                    <a:cubicBezTo>
                      <a:pt x="114" y="779"/>
                      <a:pt x="114" y="779"/>
                      <a:pt x="114" y="779"/>
                    </a:cubicBezTo>
                    <a:cubicBezTo>
                      <a:pt x="114" y="779"/>
                      <a:pt x="138" y="779"/>
                      <a:pt x="141" y="779"/>
                    </a:cubicBezTo>
                    <a:cubicBezTo>
                      <a:pt x="147" y="779"/>
                      <a:pt x="163" y="779"/>
                      <a:pt x="169" y="779"/>
                    </a:cubicBezTo>
                    <a:cubicBezTo>
                      <a:pt x="169" y="751"/>
                      <a:pt x="169" y="751"/>
                      <a:pt x="169" y="751"/>
                    </a:cubicBezTo>
                    <a:cubicBezTo>
                      <a:pt x="138" y="751"/>
                      <a:pt x="119" y="731"/>
                      <a:pt x="119" y="697"/>
                    </a:cubicBezTo>
                    <a:cubicBezTo>
                      <a:pt x="119" y="662"/>
                      <a:pt x="137" y="642"/>
                      <a:pt x="169" y="638"/>
                    </a:cubicBezTo>
                    <a:cubicBezTo>
                      <a:pt x="169" y="611"/>
                      <a:pt x="169" y="611"/>
                      <a:pt x="169" y="611"/>
                    </a:cubicBezTo>
                    <a:cubicBezTo>
                      <a:pt x="168" y="609"/>
                      <a:pt x="168" y="609"/>
                      <a:pt x="168" y="609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79"/>
                      <a:pt x="169" y="579"/>
                      <a:pt x="169" y="579"/>
                    </a:cubicBezTo>
                    <a:cubicBezTo>
                      <a:pt x="165" y="579"/>
                      <a:pt x="165" y="579"/>
                      <a:pt x="165" y="579"/>
                    </a:cubicBezTo>
                    <a:cubicBezTo>
                      <a:pt x="161" y="579"/>
                      <a:pt x="156" y="579"/>
                      <a:pt x="151" y="580"/>
                    </a:cubicBezTo>
                    <a:cubicBezTo>
                      <a:pt x="149" y="587"/>
                      <a:pt x="149" y="587"/>
                      <a:pt x="149" y="587"/>
                    </a:cubicBezTo>
                    <a:cubicBezTo>
                      <a:pt x="149" y="589"/>
                      <a:pt x="149" y="590"/>
                      <a:pt x="149" y="591"/>
                    </a:cubicBezTo>
                    <a:cubicBezTo>
                      <a:pt x="149" y="594"/>
                      <a:pt x="149" y="594"/>
                      <a:pt x="154" y="594"/>
                    </a:cubicBezTo>
                    <a:cubicBezTo>
                      <a:pt x="159" y="594"/>
                      <a:pt x="159" y="594"/>
                      <a:pt x="159" y="594"/>
                    </a:cubicBezTo>
                    <a:cubicBezTo>
                      <a:pt x="160" y="596"/>
                      <a:pt x="160" y="596"/>
                      <a:pt x="160" y="596"/>
                    </a:cubicBezTo>
                    <a:cubicBezTo>
                      <a:pt x="159" y="610"/>
                      <a:pt x="159" y="610"/>
                      <a:pt x="159" y="610"/>
                    </a:cubicBezTo>
                    <a:cubicBezTo>
                      <a:pt x="159" y="610"/>
                      <a:pt x="143" y="610"/>
                      <a:pt x="132" y="610"/>
                    </a:cubicBezTo>
                    <a:cubicBezTo>
                      <a:pt x="122" y="610"/>
                      <a:pt x="110" y="610"/>
                      <a:pt x="110" y="610"/>
                    </a:cubicBezTo>
                    <a:cubicBezTo>
                      <a:pt x="111" y="595"/>
                      <a:pt x="111" y="595"/>
                      <a:pt x="111" y="595"/>
                    </a:cubicBezTo>
                    <a:cubicBezTo>
                      <a:pt x="115" y="594"/>
                      <a:pt x="118" y="591"/>
                      <a:pt x="119" y="586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169" y="499"/>
                      <a:pt x="169" y="499"/>
                      <a:pt x="169" y="499"/>
                    </a:cubicBezTo>
                    <a:cubicBezTo>
                      <a:pt x="169" y="471"/>
                      <a:pt x="169" y="471"/>
                      <a:pt x="169" y="471"/>
                    </a:cubicBezTo>
                    <a:cubicBezTo>
                      <a:pt x="161" y="471"/>
                      <a:pt x="148" y="470"/>
                      <a:pt x="145" y="470"/>
                    </a:cubicBezTo>
                    <a:cubicBezTo>
                      <a:pt x="134" y="470"/>
                      <a:pt x="114" y="471"/>
                      <a:pt x="114" y="471"/>
                    </a:cubicBezTo>
                    <a:cubicBezTo>
                      <a:pt x="115" y="456"/>
                      <a:pt x="115" y="456"/>
                      <a:pt x="115" y="456"/>
                    </a:cubicBezTo>
                    <a:cubicBezTo>
                      <a:pt x="124" y="454"/>
                      <a:pt x="127" y="452"/>
                      <a:pt x="127" y="443"/>
                    </a:cubicBezTo>
                    <a:cubicBezTo>
                      <a:pt x="127" y="382"/>
                      <a:pt x="127" y="382"/>
                      <a:pt x="127" y="382"/>
                    </a:cubicBezTo>
                    <a:cubicBezTo>
                      <a:pt x="127" y="377"/>
                      <a:pt x="125" y="375"/>
                      <a:pt x="122" y="375"/>
                    </a:cubicBezTo>
                    <a:cubicBezTo>
                      <a:pt x="120" y="375"/>
                      <a:pt x="117" y="375"/>
                      <a:pt x="117" y="375"/>
                    </a:cubicBezTo>
                    <a:cubicBezTo>
                      <a:pt x="115" y="373"/>
                      <a:pt x="115" y="373"/>
                      <a:pt x="115" y="373"/>
                    </a:cubicBezTo>
                    <a:cubicBezTo>
                      <a:pt x="117" y="359"/>
                      <a:pt x="117" y="359"/>
                      <a:pt x="117" y="359"/>
                    </a:cubicBezTo>
                    <a:cubicBezTo>
                      <a:pt x="117" y="359"/>
                      <a:pt x="140" y="359"/>
                      <a:pt x="145" y="359"/>
                    </a:cubicBezTo>
                    <a:cubicBezTo>
                      <a:pt x="149" y="359"/>
                      <a:pt x="160" y="359"/>
                      <a:pt x="169" y="359"/>
                    </a:cubicBezTo>
                    <a:cubicBezTo>
                      <a:pt x="169" y="324"/>
                      <a:pt x="169" y="324"/>
                      <a:pt x="169" y="324"/>
                    </a:cubicBezTo>
                    <a:cubicBezTo>
                      <a:pt x="168" y="324"/>
                      <a:pt x="166" y="324"/>
                      <a:pt x="165" y="324"/>
                    </a:cubicBezTo>
                    <a:cubicBezTo>
                      <a:pt x="154" y="324"/>
                      <a:pt x="145" y="315"/>
                      <a:pt x="145" y="304"/>
                    </a:cubicBezTo>
                    <a:cubicBezTo>
                      <a:pt x="145" y="293"/>
                      <a:pt x="154" y="284"/>
                      <a:pt x="165" y="284"/>
                    </a:cubicBezTo>
                    <a:cubicBezTo>
                      <a:pt x="166" y="284"/>
                      <a:pt x="167" y="284"/>
                      <a:pt x="169" y="284"/>
                    </a:cubicBezTo>
                    <a:cubicBezTo>
                      <a:pt x="169" y="250"/>
                      <a:pt x="169" y="250"/>
                      <a:pt x="169" y="250"/>
                    </a:cubicBezTo>
                    <a:cubicBezTo>
                      <a:pt x="167" y="249"/>
                      <a:pt x="167" y="249"/>
                      <a:pt x="167" y="249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68"/>
                      <a:pt x="0" y="1268"/>
                      <a:pt x="0" y="1268"/>
                    </a:cubicBezTo>
                    <a:cubicBezTo>
                      <a:pt x="169" y="1268"/>
                      <a:pt x="169" y="1268"/>
                      <a:pt x="169" y="1268"/>
                    </a:cubicBezTo>
                    <a:cubicBezTo>
                      <a:pt x="169" y="1222"/>
                      <a:pt x="169" y="1222"/>
                      <a:pt x="169" y="1222"/>
                    </a:cubicBezTo>
                    <a:cubicBezTo>
                      <a:pt x="47" y="1222"/>
                      <a:pt x="47" y="1222"/>
                      <a:pt x="47" y="1222"/>
                    </a:cubicBezTo>
                    <a:close/>
                    <a:moveTo>
                      <a:pt x="47" y="1222"/>
                    </a:moveTo>
                    <a:cubicBezTo>
                      <a:pt x="47" y="1222"/>
                      <a:pt x="47" y="1222"/>
                      <a:pt x="47" y="12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" name="Freeform 40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" name="Freeform 41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moveTo>
                      <a:pt x="12" y="0"/>
                    </a:move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" name="Freeform 42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close/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C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7" name="Freeform 43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8" name="Freeform 4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24" cy="570"/>
              </a:xfrm>
              <a:custGeom>
                <a:avLst/>
                <a:gdLst>
                  <a:gd name="T0" fmla="*/ 15 w 24"/>
                  <a:gd name="T1" fmla="*/ 551 h 570"/>
                  <a:gd name="T2" fmla="*/ 24 w 24"/>
                  <a:gd name="T3" fmla="*/ 570 h 570"/>
                  <a:gd name="T4" fmla="*/ 24 w 24"/>
                  <a:gd name="T5" fmla="*/ 536 h 570"/>
                  <a:gd name="T6" fmla="*/ 15 w 24"/>
                  <a:gd name="T7" fmla="*/ 546 h 570"/>
                  <a:gd name="T8" fmla="*/ 15 w 24"/>
                  <a:gd name="T9" fmla="*/ 551 h 570"/>
                  <a:gd name="T10" fmla="*/ 0 w 24"/>
                  <a:gd name="T11" fmla="*/ 20 h 570"/>
                  <a:gd name="T12" fmla="*/ 21 w 24"/>
                  <a:gd name="T13" fmla="*/ 40 h 570"/>
                  <a:gd name="T14" fmla="*/ 24 w 24"/>
                  <a:gd name="T15" fmla="*/ 39 h 570"/>
                  <a:gd name="T16" fmla="*/ 24 w 24"/>
                  <a:gd name="T17" fmla="*/ 0 h 570"/>
                  <a:gd name="T18" fmla="*/ 21 w 24"/>
                  <a:gd name="T19" fmla="*/ 0 h 570"/>
                  <a:gd name="T20" fmla="*/ 0 w 24"/>
                  <a:gd name="T21" fmla="*/ 20 h 570"/>
                  <a:gd name="T22" fmla="*/ 0 w 24"/>
                  <a:gd name="T23" fmla="*/ 20 h 570"/>
                  <a:gd name="T24" fmla="*/ 0 w 24"/>
                  <a:gd name="T25" fmla="*/ 2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570">
                    <a:moveTo>
                      <a:pt x="15" y="551"/>
                    </a:moveTo>
                    <a:cubicBezTo>
                      <a:pt x="24" y="570"/>
                      <a:pt x="24" y="570"/>
                      <a:pt x="24" y="570"/>
                    </a:cubicBezTo>
                    <a:cubicBezTo>
                      <a:pt x="24" y="536"/>
                      <a:pt x="24" y="536"/>
                      <a:pt x="24" y="536"/>
                    </a:cubicBezTo>
                    <a:cubicBezTo>
                      <a:pt x="15" y="546"/>
                      <a:pt x="15" y="546"/>
                      <a:pt x="15" y="546"/>
                    </a:cubicBezTo>
                    <a:lnTo>
                      <a:pt x="15" y="551"/>
                    </a:lnTo>
                    <a:close/>
                    <a:moveTo>
                      <a:pt x="0" y="20"/>
                    </a:moveTo>
                    <a:cubicBezTo>
                      <a:pt x="0" y="31"/>
                      <a:pt x="9" y="40"/>
                      <a:pt x="21" y="40"/>
                    </a:cubicBezTo>
                    <a:cubicBezTo>
                      <a:pt x="22" y="40"/>
                      <a:pt x="23" y="39"/>
                      <a:pt x="24" y="39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9" y="0"/>
                      <a:pt x="0" y="8"/>
                      <a:pt x="0" y="20"/>
                    </a:cubicBezTo>
                    <a:close/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9" name="Rectangle 45"/>
              <p:cNvSpPr>
                <a:spLocks noChangeArrowheads="1"/>
              </p:cNvSpPr>
              <p:nvPr userDrawn="1"/>
            </p:nvSpPr>
            <p:spPr bwMode="auto">
              <a:xfrm>
                <a:off x="1297" y="771"/>
                <a:ext cx="1" cy="1268"/>
              </a:xfrm>
              <a:prstGeom prst="rect">
                <a:avLst/>
              </a:prstGeom>
              <a:solidFill>
                <a:srgbClr val="3F2B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0" name="Freeform 46"/>
              <p:cNvSpPr>
                <a:spLocks noEditPoints="1"/>
              </p:cNvSpPr>
              <p:nvPr userDrawn="1"/>
            </p:nvSpPr>
            <p:spPr bwMode="auto">
              <a:xfrm>
                <a:off x="1129" y="1300"/>
                <a:ext cx="5" cy="29"/>
              </a:xfrm>
              <a:custGeom>
                <a:avLst/>
                <a:gdLst>
                  <a:gd name="T0" fmla="*/ 0 w 5"/>
                  <a:gd name="T1" fmla="*/ 0 h 29"/>
                  <a:gd name="T2" fmla="*/ 0 w 5"/>
                  <a:gd name="T3" fmla="*/ 29 h 29"/>
                  <a:gd name="T4" fmla="*/ 5 w 5"/>
                  <a:gd name="T5" fmla="*/ 28 h 29"/>
                  <a:gd name="T6" fmla="*/ 0 w 5"/>
                  <a:gd name="T7" fmla="*/ 0 h 29"/>
                  <a:gd name="T8" fmla="*/ 0 w 5"/>
                  <a:gd name="T9" fmla="*/ 0 h 29"/>
                  <a:gd name="T10" fmla="*/ 0 w 5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9">
                    <a:moveTo>
                      <a:pt x="0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" y="29"/>
                      <a:pt x="5" y="28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1" name="Freeform 47"/>
              <p:cNvSpPr>
                <a:spLocks noEditPoints="1"/>
              </p:cNvSpPr>
              <p:nvPr userDrawn="1"/>
            </p:nvSpPr>
            <p:spPr bwMode="auto">
              <a:xfrm>
                <a:off x="1129" y="1196"/>
                <a:ext cx="16" cy="24"/>
              </a:xfrm>
              <a:custGeom>
                <a:avLst/>
                <a:gdLst>
                  <a:gd name="T0" fmla="*/ 16 w 16"/>
                  <a:gd name="T1" fmla="*/ 12 h 24"/>
                  <a:gd name="T2" fmla="*/ 5 w 16"/>
                  <a:gd name="T3" fmla="*/ 0 h 24"/>
                  <a:gd name="T4" fmla="*/ 0 w 16"/>
                  <a:gd name="T5" fmla="*/ 0 h 24"/>
                  <a:gd name="T6" fmla="*/ 0 w 16"/>
                  <a:gd name="T7" fmla="*/ 24 h 24"/>
                  <a:gd name="T8" fmla="*/ 4 w 16"/>
                  <a:gd name="T9" fmla="*/ 24 h 24"/>
                  <a:gd name="T10" fmla="*/ 16 w 16"/>
                  <a:gd name="T11" fmla="*/ 12 h 24"/>
                  <a:gd name="T12" fmla="*/ 16 w 16"/>
                  <a:gd name="T13" fmla="*/ 12 h 24"/>
                  <a:gd name="T14" fmla="*/ 16 w 16"/>
                  <a:gd name="T15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4">
                    <a:moveTo>
                      <a:pt x="16" y="12"/>
                    </a:moveTo>
                    <a:cubicBezTo>
                      <a:pt x="16" y="6"/>
                      <a:pt x="12" y="2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2" y="24"/>
                      <a:pt x="4" y="24"/>
                    </a:cubicBezTo>
                    <a:cubicBezTo>
                      <a:pt x="12" y="24"/>
                      <a:pt x="16" y="20"/>
                      <a:pt x="16" y="12"/>
                    </a:cubicBezTo>
                    <a:close/>
                    <a:moveTo>
                      <a:pt x="16" y="12"/>
                    </a:move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2" name="Freeform 48"/>
              <p:cNvSpPr>
                <a:spLocks noEditPoints="1"/>
              </p:cNvSpPr>
              <p:nvPr userDrawn="1"/>
            </p:nvSpPr>
            <p:spPr bwMode="auto">
              <a:xfrm>
                <a:off x="1129" y="771"/>
                <a:ext cx="169" cy="1270"/>
              </a:xfrm>
              <a:custGeom>
                <a:avLst/>
                <a:gdLst>
                  <a:gd name="T0" fmla="*/ 0 w 169"/>
                  <a:gd name="T1" fmla="*/ 49 h 1270"/>
                  <a:gd name="T2" fmla="*/ 122 w 169"/>
                  <a:gd name="T3" fmla="*/ 304 h 1270"/>
                  <a:gd name="T4" fmla="*/ 0 w 169"/>
                  <a:gd name="T5" fmla="*/ 284 h 1270"/>
                  <a:gd name="T6" fmla="*/ 0 w 169"/>
                  <a:gd name="T7" fmla="*/ 323 h 1270"/>
                  <a:gd name="T8" fmla="*/ 9 w 169"/>
                  <a:gd name="T9" fmla="*/ 358 h 1270"/>
                  <a:gd name="T10" fmla="*/ 32 w 169"/>
                  <a:gd name="T11" fmla="*/ 411 h 1270"/>
                  <a:gd name="T12" fmla="*/ 4 w 169"/>
                  <a:gd name="T13" fmla="*/ 471 h 1270"/>
                  <a:gd name="T14" fmla="*/ 0 w 169"/>
                  <a:gd name="T15" fmla="*/ 498 h 1270"/>
                  <a:gd name="T16" fmla="*/ 26 w 169"/>
                  <a:gd name="T17" fmla="*/ 499 h 1270"/>
                  <a:gd name="T18" fmla="*/ 57 w 169"/>
                  <a:gd name="T19" fmla="*/ 594 h 1270"/>
                  <a:gd name="T20" fmla="*/ 57 w 169"/>
                  <a:gd name="T21" fmla="*/ 610 h 1270"/>
                  <a:gd name="T22" fmla="*/ 0 w 169"/>
                  <a:gd name="T23" fmla="*/ 610 h 1270"/>
                  <a:gd name="T24" fmla="*/ 11 w 169"/>
                  <a:gd name="T25" fmla="*/ 637 h 1270"/>
                  <a:gd name="T26" fmla="*/ 48 w 169"/>
                  <a:gd name="T27" fmla="*/ 645 h 1270"/>
                  <a:gd name="T28" fmla="*/ 17 w 169"/>
                  <a:gd name="T29" fmla="*/ 683 h 1270"/>
                  <a:gd name="T30" fmla="*/ 5 w 169"/>
                  <a:gd name="T31" fmla="*/ 661 h 1270"/>
                  <a:gd name="T32" fmla="*/ 0 w 169"/>
                  <a:gd name="T33" fmla="*/ 726 h 1270"/>
                  <a:gd name="T34" fmla="*/ 20 w 169"/>
                  <a:gd name="T35" fmla="*/ 708 h 1270"/>
                  <a:gd name="T36" fmla="*/ 44 w 169"/>
                  <a:gd name="T37" fmla="*/ 742 h 1270"/>
                  <a:gd name="T38" fmla="*/ 1 w 169"/>
                  <a:gd name="T39" fmla="*/ 751 h 1270"/>
                  <a:gd name="T40" fmla="*/ 0 w 169"/>
                  <a:gd name="T41" fmla="*/ 779 h 1270"/>
                  <a:gd name="T42" fmla="*/ 1 w 169"/>
                  <a:gd name="T43" fmla="*/ 794 h 1270"/>
                  <a:gd name="T44" fmla="*/ 0 w 169"/>
                  <a:gd name="T45" fmla="*/ 820 h 1270"/>
                  <a:gd name="T46" fmla="*/ 14 w 169"/>
                  <a:gd name="T47" fmla="*/ 800 h 1270"/>
                  <a:gd name="T48" fmla="*/ 6 w 169"/>
                  <a:gd name="T49" fmla="*/ 793 h 1270"/>
                  <a:gd name="T50" fmla="*/ 32 w 169"/>
                  <a:gd name="T51" fmla="*/ 779 h 1270"/>
                  <a:gd name="T52" fmla="*/ 58 w 169"/>
                  <a:gd name="T53" fmla="*/ 781 h 1270"/>
                  <a:gd name="T54" fmla="*/ 32 w 169"/>
                  <a:gd name="T55" fmla="*/ 819 h 1270"/>
                  <a:gd name="T56" fmla="*/ 41 w 169"/>
                  <a:gd name="T57" fmla="*/ 860 h 1270"/>
                  <a:gd name="T58" fmla="*/ 59 w 169"/>
                  <a:gd name="T59" fmla="*/ 878 h 1270"/>
                  <a:gd name="T60" fmla="*/ 31 w 169"/>
                  <a:gd name="T61" fmla="*/ 892 h 1270"/>
                  <a:gd name="T62" fmla="*/ 0 w 169"/>
                  <a:gd name="T63" fmla="*/ 854 h 1270"/>
                  <a:gd name="T64" fmla="*/ 2 w 169"/>
                  <a:gd name="T65" fmla="*/ 876 h 1270"/>
                  <a:gd name="T66" fmla="*/ 0 w 169"/>
                  <a:gd name="T67" fmla="*/ 949 h 1270"/>
                  <a:gd name="T68" fmla="*/ 0 w 169"/>
                  <a:gd name="T69" fmla="*/ 988 h 1270"/>
                  <a:gd name="T70" fmla="*/ 2 w 169"/>
                  <a:gd name="T71" fmla="*/ 1024 h 1270"/>
                  <a:gd name="T72" fmla="*/ 122 w 169"/>
                  <a:gd name="T73" fmla="*/ 1224 h 1270"/>
                  <a:gd name="T74" fmla="*/ 0 w 169"/>
                  <a:gd name="T75" fmla="*/ 1270 h 1270"/>
                  <a:gd name="T76" fmla="*/ 169 w 169"/>
                  <a:gd name="T77" fmla="*/ 0 h 1270"/>
                  <a:gd name="T78" fmla="*/ 0 w 169"/>
                  <a:gd name="T79" fmla="*/ 0 h 1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9" h="1270">
                    <a:moveTo>
                      <a:pt x="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304"/>
                      <a:pt x="122" y="304"/>
                      <a:pt x="122" y="304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9" y="285"/>
                      <a:pt x="17" y="294"/>
                      <a:pt x="17" y="304"/>
                    </a:cubicBezTo>
                    <a:cubicBezTo>
                      <a:pt x="17" y="313"/>
                      <a:pt x="9" y="322"/>
                      <a:pt x="0" y="323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5" y="358"/>
                      <a:pt x="9" y="358"/>
                      <a:pt x="9" y="358"/>
                    </a:cubicBezTo>
                    <a:cubicBezTo>
                      <a:pt x="35" y="358"/>
                      <a:pt x="48" y="367"/>
                      <a:pt x="48" y="385"/>
                    </a:cubicBezTo>
                    <a:cubicBezTo>
                      <a:pt x="48" y="397"/>
                      <a:pt x="40" y="405"/>
                      <a:pt x="32" y="411"/>
                    </a:cubicBezTo>
                    <a:cubicBezTo>
                      <a:pt x="42" y="414"/>
                      <a:pt x="53" y="420"/>
                      <a:pt x="53" y="435"/>
                    </a:cubicBezTo>
                    <a:cubicBezTo>
                      <a:pt x="53" y="459"/>
                      <a:pt x="37" y="471"/>
                      <a:pt x="4" y="471"/>
                    </a:cubicBezTo>
                    <a:cubicBezTo>
                      <a:pt x="3" y="471"/>
                      <a:pt x="2" y="471"/>
                      <a:pt x="0" y="471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23" y="497"/>
                      <a:pt x="23" y="497"/>
                      <a:pt x="23" y="497"/>
                    </a:cubicBezTo>
                    <a:cubicBezTo>
                      <a:pt x="26" y="499"/>
                      <a:pt x="26" y="499"/>
                      <a:pt x="26" y="499"/>
                    </a:cubicBezTo>
                    <a:cubicBezTo>
                      <a:pt x="26" y="499"/>
                      <a:pt x="42" y="565"/>
                      <a:pt x="47" y="583"/>
                    </a:cubicBezTo>
                    <a:cubicBezTo>
                      <a:pt x="49" y="591"/>
                      <a:pt x="52" y="594"/>
                      <a:pt x="57" y="594"/>
                    </a:cubicBezTo>
                    <a:cubicBezTo>
                      <a:pt x="58" y="596"/>
                      <a:pt x="58" y="596"/>
                      <a:pt x="58" y="596"/>
                    </a:cubicBezTo>
                    <a:cubicBezTo>
                      <a:pt x="57" y="610"/>
                      <a:pt x="57" y="610"/>
                      <a:pt x="57" y="610"/>
                    </a:cubicBezTo>
                    <a:cubicBezTo>
                      <a:pt x="57" y="610"/>
                      <a:pt x="42" y="609"/>
                      <a:pt x="33" y="609"/>
                    </a:cubicBezTo>
                    <a:cubicBezTo>
                      <a:pt x="17" y="609"/>
                      <a:pt x="0" y="610"/>
                      <a:pt x="0" y="610"/>
                    </a:cubicBezTo>
                    <a:cubicBezTo>
                      <a:pt x="0" y="638"/>
                      <a:pt x="0" y="638"/>
                      <a:pt x="0" y="638"/>
                    </a:cubicBezTo>
                    <a:cubicBezTo>
                      <a:pt x="3" y="637"/>
                      <a:pt x="7" y="637"/>
                      <a:pt x="11" y="637"/>
                    </a:cubicBezTo>
                    <a:cubicBezTo>
                      <a:pt x="25" y="637"/>
                      <a:pt x="46" y="642"/>
                      <a:pt x="46" y="642"/>
                    </a:cubicBezTo>
                    <a:cubicBezTo>
                      <a:pt x="48" y="645"/>
                      <a:pt x="48" y="645"/>
                      <a:pt x="48" y="645"/>
                    </a:cubicBezTo>
                    <a:cubicBezTo>
                      <a:pt x="48" y="645"/>
                      <a:pt x="44" y="660"/>
                      <a:pt x="43" y="681"/>
                    </a:cubicBezTo>
                    <a:cubicBezTo>
                      <a:pt x="17" y="683"/>
                      <a:pt x="17" y="683"/>
                      <a:pt x="17" y="683"/>
                    </a:cubicBezTo>
                    <a:cubicBezTo>
                      <a:pt x="17" y="683"/>
                      <a:pt x="17" y="678"/>
                      <a:pt x="17" y="673"/>
                    </a:cubicBezTo>
                    <a:cubicBezTo>
                      <a:pt x="17" y="664"/>
                      <a:pt x="14" y="661"/>
                      <a:pt x="5" y="661"/>
                    </a:cubicBezTo>
                    <a:cubicBezTo>
                      <a:pt x="3" y="661"/>
                      <a:pt x="2" y="661"/>
                      <a:pt x="0" y="661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2" y="727"/>
                      <a:pt x="4" y="727"/>
                      <a:pt x="6" y="727"/>
                    </a:cubicBezTo>
                    <a:cubicBezTo>
                      <a:pt x="15" y="727"/>
                      <a:pt x="19" y="722"/>
                      <a:pt x="20" y="708"/>
                    </a:cubicBezTo>
                    <a:cubicBezTo>
                      <a:pt x="46" y="706"/>
                      <a:pt x="46" y="706"/>
                      <a:pt x="46" y="706"/>
                    </a:cubicBezTo>
                    <a:cubicBezTo>
                      <a:pt x="46" y="706"/>
                      <a:pt x="44" y="726"/>
                      <a:pt x="44" y="742"/>
                    </a:cubicBezTo>
                    <a:cubicBezTo>
                      <a:pt x="42" y="745"/>
                      <a:pt x="42" y="745"/>
                      <a:pt x="42" y="745"/>
                    </a:cubicBezTo>
                    <a:cubicBezTo>
                      <a:pt x="42" y="745"/>
                      <a:pt x="23" y="751"/>
                      <a:pt x="1" y="751"/>
                    </a:cubicBezTo>
                    <a:cubicBezTo>
                      <a:pt x="0" y="751"/>
                      <a:pt x="0" y="751"/>
                      <a:pt x="0" y="751"/>
                    </a:cubicBezTo>
                    <a:cubicBezTo>
                      <a:pt x="0" y="779"/>
                      <a:pt x="0" y="779"/>
                      <a:pt x="0" y="779"/>
                    </a:cubicBezTo>
                    <a:cubicBezTo>
                      <a:pt x="2" y="779"/>
                      <a:pt x="2" y="779"/>
                      <a:pt x="2" y="779"/>
                    </a:cubicBezTo>
                    <a:cubicBezTo>
                      <a:pt x="1" y="794"/>
                      <a:pt x="1" y="794"/>
                      <a:pt x="1" y="794"/>
                    </a:cubicBezTo>
                    <a:cubicBezTo>
                      <a:pt x="0" y="794"/>
                      <a:pt x="0" y="794"/>
                      <a:pt x="0" y="794"/>
                    </a:cubicBezTo>
                    <a:cubicBezTo>
                      <a:pt x="0" y="820"/>
                      <a:pt x="0" y="820"/>
                      <a:pt x="0" y="820"/>
                    </a:cubicBezTo>
                    <a:cubicBezTo>
                      <a:pt x="11" y="808"/>
                      <a:pt x="11" y="808"/>
                      <a:pt x="11" y="808"/>
                    </a:cubicBezTo>
                    <a:cubicBezTo>
                      <a:pt x="13" y="805"/>
                      <a:pt x="14" y="802"/>
                      <a:pt x="14" y="800"/>
                    </a:cubicBezTo>
                    <a:cubicBezTo>
                      <a:pt x="14" y="796"/>
                      <a:pt x="12" y="795"/>
                      <a:pt x="7" y="794"/>
                    </a:cubicBezTo>
                    <a:cubicBezTo>
                      <a:pt x="6" y="793"/>
                      <a:pt x="6" y="793"/>
                      <a:pt x="6" y="793"/>
                    </a:cubicBezTo>
                    <a:cubicBezTo>
                      <a:pt x="8" y="779"/>
                      <a:pt x="8" y="779"/>
                      <a:pt x="8" y="779"/>
                    </a:cubicBezTo>
                    <a:cubicBezTo>
                      <a:pt x="8" y="779"/>
                      <a:pt x="24" y="779"/>
                      <a:pt x="32" y="779"/>
                    </a:cubicBezTo>
                    <a:cubicBezTo>
                      <a:pt x="39" y="779"/>
                      <a:pt x="57" y="778"/>
                      <a:pt x="57" y="778"/>
                    </a:cubicBezTo>
                    <a:cubicBezTo>
                      <a:pt x="58" y="781"/>
                      <a:pt x="58" y="781"/>
                      <a:pt x="58" y="781"/>
                    </a:cubicBezTo>
                    <a:cubicBezTo>
                      <a:pt x="57" y="794"/>
                      <a:pt x="57" y="794"/>
                      <a:pt x="57" y="794"/>
                    </a:cubicBezTo>
                    <a:cubicBezTo>
                      <a:pt x="49" y="799"/>
                      <a:pt x="41" y="806"/>
                      <a:pt x="32" y="819"/>
                    </a:cubicBezTo>
                    <a:cubicBezTo>
                      <a:pt x="25" y="829"/>
                      <a:pt x="25" y="829"/>
                      <a:pt x="25" y="829"/>
                    </a:cubicBezTo>
                    <a:cubicBezTo>
                      <a:pt x="41" y="860"/>
                      <a:pt x="41" y="860"/>
                      <a:pt x="41" y="860"/>
                    </a:cubicBezTo>
                    <a:cubicBezTo>
                      <a:pt x="46" y="870"/>
                      <a:pt x="50" y="875"/>
                      <a:pt x="58" y="875"/>
                    </a:cubicBezTo>
                    <a:cubicBezTo>
                      <a:pt x="59" y="878"/>
                      <a:pt x="59" y="878"/>
                      <a:pt x="59" y="878"/>
                    </a:cubicBezTo>
                    <a:cubicBezTo>
                      <a:pt x="58" y="891"/>
                      <a:pt x="58" y="891"/>
                      <a:pt x="58" y="891"/>
                    </a:cubicBezTo>
                    <a:cubicBezTo>
                      <a:pt x="58" y="891"/>
                      <a:pt x="36" y="892"/>
                      <a:pt x="31" y="892"/>
                    </a:cubicBezTo>
                    <a:cubicBezTo>
                      <a:pt x="23" y="892"/>
                      <a:pt x="18" y="889"/>
                      <a:pt x="13" y="879"/>
                    </a:cubicBezTo>
                    <a:cubicBezTo>
                      <a:pt x="0" y="854"/>
                      <a:pt x="0" y="854"/>
                      <a:pt x="0" y="854"/>
                    </a:cubicBezTo>
                    <a:cubicBezTo>
                      <a:pt x="0" y="875"/>
                      <a:pt x="0" y="875"/>
                      <a:pt x="0" y="875"/>
                    </a:cubicBezTo>
                    <a:cubicBezTo>
                      <a:pt x="2" y="876"/>
                      <a:pt x="2" y="876"/>
                      <a:pt x="2" y="876"/>
                    </a:cubicBezTo>
                    <a:cubicBezTo>
                      <a:pt x="0" y="889"/>
                      <a:pt x="0" y="889"/>
                      <a:pt x="0" y="889"/>
                    </a:cubicBezTo>
                    <a:cubicBezTo>
                      <a:pt x="0" y="949"/>
                      <a:pt x="0" y="949"/>
                      <a:pt x="0" y="949"/>
                    </a:cubicBezTo>
                    <a:cubicBezTo>
                      <a:pt x="10" y="950"/>
                      <a:pt x="17" y="959"/>
                      <a:pt x="17" y="969"/>
                    </a:cubicBezTo>
                    <a:cubicBezTo>
                      <a:pt x="17" y="979"/>
                      <a:pt x="10" y="987"/>
                      <a:pt x="0" y="988"/>
                    </a:cubicBezTo>
                    <a:cubicBezTo>
                      <a:pt x="0" y="1023"/>
                      <a:pt x="0" y="1023"/>
                      <a:pt x="0" y="1023"/>
                    </a:cubicBezTo>
                    <a:cubicBezTo>
                      <a:pt x="2" y="1024"/>
                      <a:pt x="2" y="1024"/>
                      <a:pt x="2" y="1024"/>
                    </a:cubicBezTo>
                    <a:cubicBezTo>
                      <a:pt x="122" y="969"/>
                      <a:pt x="122" y="969"/>
                      <a:pt x="122" y="969"/>
                    </a:cubicBezTo>
                    <a:cubicBezTo>
                      <a:pt x="122" y="1224"/>
                      <a:pt x="122" y="1224"/>
                      <a:pt x="122" y="1224"/>
                    </a:cubicBezTo>
                    <a:cubicBezTo>
                      <a:pt x="0" y="1224"/>
                      <a:pt x="0" y="1224"/>
                      <a:pt x="0" y="1224"/>
                    </a:cubicBezTo>
                    <a:cubicBezTo>
                      <a:pt x="0" y="1270"/>
                      <a:pt x="0" y="1270"/>
                      <a:pt x="0" y="1270"/>
                    </a:cubicBezTo>
                    <a:cubicBezTo>
                      <a:pt x="169" y="1270"/>
                      <a:pt x="169" y="1270"/>
                      <a:pt x="169" y="1270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3" name="Freeform 49"/>
              <p:cNvSpPr>
                <a:spLocks noEditPoints="1"/>
              </p:cNvSpPr>
              <p:nvPr userDrawn="1"/>
            </p:nvSpPr>
            <p:spPr bwMode="auto">
              <a:xfrm>
                <a:off x="1129" y="1350"/>
                <a:ext cx="11" cy="15"/>
              </a:xfrm>
              <a:custGeom>
                <a:avLst/>
                <a:gdLst>
                  <a:gd name="T0" fmla="*/ 11 w 11"/>
                  <a:gd name="T1" fmla="*/ 9 h 15"/>
                  <a:gd name="T2" fmla="*/ 10 w 11"/>
                  <a:gd name="T3" fmla="*/ 6 h 15"/>
                  <a:gd name="T4" fmla="*/ 9 w 11"/>
                  <a:gd name="T5" fmla="*/ 0 h 15"/>
                  <a:gd name="T6" fmla="*/ 0 w 11"/>
                  <a:gd name="T7" fmla="*/ 0 h 15"/>
                  <a:gd name="T8" fmla="*/ 0 w 11"/>
                  <a:gd name="T9" fmla="*/ 15 h 15"/>
                  <a:gd name="T10" fmla="*/ 11 w 11"/>
                  <a:gd name="T11" fmla="*/ 9 h 15"/>
                  <a:gd name="T12" fmla="*/ 11 w 11"/>
                  <a:gd name="T13" fmla="*/ 9 h 15"/>
                  <a:gd name="T14" fmla="*/ 11 w 11"/>
                  <a:gd name="T15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5">
                    <a:moveTo>
                      <a:pt x="11" y="9"/>
                    </a:moveTo>
                    <a:cubicBezTo>
                      <a:pt x="11" y="9"/>
                      <a:pt x="10" y="8"/>
                      <a:pt x="10" y="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14"/>
                      <a:pt x="11" y="14"/>
                      <a:pt x="11" y="9"/>
                    </a:cubicBezTo>
                    <a:close/>
                    <a:moveTo>
                      <a:pt x="11" y="9"/>
                    </a:moveTo>
                    <a:cubicBezTo>
                      <a:pt x="11" y="9"/>
                      <a:pt x="11" y="9"/>
                      <a:pt x="11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4" name="Freeform 50"/>
              <p:cNvSpPr>
                <a:spLocks noEditPoints="1"/>
              </p:cNvSpPr>
              <p:nvPr userDrawn="1"/>
            </p:nvSpPr>
            <p:spPr bwMode="auto">
              <a:xfrm>
                <a:off x="1129" y="1150"/>
                <a:ext cx="13" cy="26"/>
              </a:xfrm>
              <a:custGeom>
                <a:avLst/>
                <a:gdLst>
                  <a:gd name="T0" fmla="*/ 13 w 13"/>
                  <a:gd name="T1" fmla="*/ 12 h 26"/>
                  <a:gd name="T2" fmla="*/ 0 w 13"/>
                  <a:gd name="T3" fmla="*/ 0 h 26"/>
                  <a:gd name="T4" fmla="*/ 0 w 13"/>
                  <a:gd name="T5" fmla="*/ 25 h 26"/>
                  <a:gd name="T6" fmla="*/ 6 w 13"/>
                  <a:gd name="T7" fmla="*/ 26 h 26"/>
                  <a:gd name="T8" fmla="*/ 13 w 13"/>
                  <a:gd name="T9" fmla="*/ 12 h 26"/>
                  <a:gd name="T10" fmla="*/ 13 w 13"/>
                  <a:gd name="T11" fmla="*/ 12 h 26"/>
                  <a:gd name="T12" fmla="*/ 13 w 13"/>
                  <a:gd name="T1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6">
                    <a:moveTo>
                      <a:pt x="13" y="12"/>
                    </a:moveTo>
                    <a:cubicBezTo>
                      <a:pt x="13" y="4"/>
                      <a:pt x="9" y="1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" y="25"/>
                      <a:pt x="4" y="26"/>
                      <a:pt x="6" y="26"/>
                    </a:cubicBezTo>
                    <a:cubicBezTo>
                      <a:pt x="6" y="26"/>
                      <a:pt x="13" y="21"/>
                      <a:pt x="13" y="12"/>
                    </a:cubicBezTo>
                    <a:close/>
                    <a:moveTo>
                      <a:pt x="13" y="12"/>
                    </a:moveTo>
                    <a:cubicBezTo>
                      <a:pt x="13" y="12"/>
                      <a:pt x="13" y="12"/>
                      <a:pt x="13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5" name="Freeform 51"/>
              <p:cNvSpPr>
                <a:spLocks noEditPoints="1"/>
              </p:cNvSpPr>
              <p:nvPr userDrawn="1"/>
            </p:nvSpPr>
            <p:spPr bwMode="auto">
              <a:xfrm>
                <a:off x="1070" y="1129"/>
                <a:ext cx="117" cy="534"/>
              </a:xfrm>
              <a:custGeom>
                <a:avLst/>
                <a:gdLst>
                  <a:gd name="T0" fmla="*/ 68 w 117"/>
                  <a:gd name="T1" fmla="*/ 0 h 534"/>
                  <a:gd name="T2" fmla="*/ 7 w 117"/>
                  <a:gd name="T3" fmla="*/ 1 h 534"/>
                  <a:gd name="T4" fmla="*/ 12 w 117"/>
                  <a:gd name="T5" fmla="*/ 16 h 534"/>
                  <a:gd name="T6" fmla="*/ 5 w 117"/>
                  <a:gd name="T7" fmla="*/ 97 h 534"/>
                  <a:gd name="T8" fmla="*/ 59 w 117"/>
                  <a:gd name="T9" fmla="*/ 113 h 534"/>
                  <a:gd name="T10" fmla="*/ 90 w 117"/>
                  <a:gd name="T11" fmla="*/ 53 h 534"/>
                  <a:gd name="T12" fmla="*/ 59 w 117"/>
                  <a:gd name="T13" fmla="*/ 21 h 534"/>
                  <a:gd name="T14" fmla="*/ 59 w 117"/>
                  <a:gd name="T15" fmla="*/ 46 h 534"/>
                  <a:gd name="T16" fmla="*/ 62 w 117"/>
                  <a:gd name="T17" fmla="*/ 91 h 534"/>
                  <a:gd name="T18" fmla="*/ 51 w 117"/>
                  <a:gd name="T19" fmla="*/ 67 h 534"/>
                  <a:gd name="T20" fmla="*/ 62 w 117"/>
                  <a:gd name="T21" fmla="*/ 91 h 534"/>
                  <a:gd name="T22" fmla="*/ 84 w 117"/>
                  <a:gd name="T23" fmla="*/ 141 h 534"/>
                  <a:gd name="T24" fmla="*/ 37 w 117"/>
                  <a:gd name="T25" fmla="*/ 141 h 534"/>
                  <a:gd name="T26" fmla="*/ 0 w 117"/>
                  <a:gd name="T27" fmla="*/ 251 h 534"/>
                  <a:gd name="T28" fmla="*/ 50 w 117"/>
                  <a:gd name="T29" fmla="*/ 237 h 534"/>
                  <a:gd name="T30" fmla="*/ 39 w 117"/>
                  <a:gd name="T31" fmla="*/ 232 h 534"/>
                  <a:gd name="T32" fmla="*/ 55 w 117"/>
                  <a:gd name="T33" fmla="*/ 220 h 534"/>
                  <a:gd name="T34" fmla="*/ 69 w 117"/>
                  <a:gd name="T35" fmla="*/ 227 h 534"/>
                  <a:gd name="T36" fmla="*/ 59 w 117"/>
                  <a:gd name="T37" fmla="*/ 251 h 534"/>
                  <a:gd name="T38" fmla="*/ 117 w 117"/>
                  <a:gd name="T39" fmla="*/ 237 h 534"/>
                  <a:gd name="T40" fmla="*/ 47 w 117"/>
                  <a:gd name="T41" fmla="*/ 200 h 534"/>
                  <a:gd name="T42" fmla="*/ 59 w 117"/>
                  <a:gd name="T43" fmla="*/ 171 h 534"/>
                  <a:gd name="T44" fmla="*/ 60 w 117"/>
                  <a:gd name="T45" fmla="*/ 517 h 534"/>
                  <a:gd name="T46" fmla="*/ 60 w 117"/>
                  <a:gd name="T47" fmla="*/ 517 h 534"/>
                  <a:gd name="T48" fmla="*/ 59 w 117"/>
                  <a:gd name="T49" fmla="*/ 420 h 534"/>
                  <a:gd name="T50" fmla="*/ 48 w 117"/>
                  <a:gd name="T51" fmla="*/ 504 h 534"/>
                  <a:gd name="T52" fmla="*/ 59 w 117"/>
                  <a:gd name="T53" fmla="*/ 420 h 534"/>
                  <a:gd name="T54" fmla="*/ 2 w 117"/>
                  <a:gd name="T55" fmla="*/ 433 h 534"/>
                  <a:gd name="T56" fmla="*/ 14 w 117"/>
                  <a:gd name="T57" fmla="*/ 444 h 534"/>
                  <a:gd name="T58" fmla="*/ 2 w 117"/>
                  <a:gd name="T59" fmla="*/ 531 h 534"/>
                  <a:gd name="T60" fmla="*/ 59 w 117"/>
                  <a:gd name="T61" fmla="*/ 515 h 534"/>
                  <a:gd name="T62" fmla="*/ 59 w 117"/>
                  <a:gd name="T63" fmla="*/ 393 h 534"/>
                  <a:gd name="T64" fmla="*/ 102 w 117"/>
                  <a:gd name="T65" fmla="*/ 383 h 534"/>
                  <a:gd name="T66" fmla="*/ 65 w 117"/>
                  <a:gd name="T67" fmla="*/ 369 h 534"/>
                  <a:gd name="T68" fmla="*/ 59 w 117"/>
                  <a:gd name="T69" fmla="*/ 303 h 534"/>
                  <a:gd name="T70" fmla="*/ 75 w 117"/>
                  <a:gd name="T71" fmla="*/ 324 h 534"/>
                  <a:gd name="T72" fmla="*/ 105 w 117"/>
                  <a:gd name="T73" fmla="*/ 283 h 534"/>
                  <a:gd name="T74" fmla="*/ 9 w 117"/>
                  <a:gd name="T75" fmla="*/ 338 h 534"/>
                  <a:gd name="T76" fmla="*/ 99 w 117"/>
                  <a:gd name="T77" fmla="*/ 501 h 534"/>
                  <a:gd name="T78" fmla="*/ 115 w 117"/>
                  <a:gd name="T79" fmla="*/ 435 h 534"/>
                  <a:gd name="T80" fmla="*/ 91 w 117"/>
                  <a:gd name="T81" fmla="*/ 420 h 534"/>
                  <a:gd name="T82" fmla="*/ 66 w 117"/>
                  <a:gd name="T83" fmla="*/ 436 h 534"/>
                  <a:gd name="T84" fmla="*/ 59 w 117"/>
                  <a:gd name="T85" fmla="*/ 461 h 534"/>
                  <a:gd name="T86" fmla="*/ 90 w 117"/>
                  <a:gd name="T87" fmla="*/ 534 h 534"/>
                  <a:gd name="T88" fmla="*/ 116 w 117"/>
                  <a:gd name="T89" fmla="*/ 51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534">
                    <a:moveTo>
                      <a:pt x="90" y="53"/>
                    </a:moveTo>
                    <a:cubicBezTo>
                      <a:pt x="99" y="47"/>
                      <a:pt x="107" y="39"/>
                      <a:pt x="107" y="27"/>
                    </a:cubicBezTo>
                    <a:cubicBezTo>
                      <a:pt x="107" y="9"/>
                      <a:pt x="93" y="0"/>
                      <a:pt x="68" y="0"/>
                    </a:cubicBezTo>
                    <a:cubicBezTo>
                      <a:pt x="68" y="0"/>
                      <a:pt x="64" y="0"/>
                      <a:pt x="59" y="0"/>
                    </a:cubicBezTo>
                    <a:cubicBezTo>
                      <a:pt x="50" y="0"/>
                      <a:pt x="39" y="1"/>
                      <a:pt x="35" y="1"/>
                    </a:cubicBezTo>
                    <a:cubicBezTo>
                      <a:pt x="30" y="1"/>
                      <a:pt x="7" y="1"/>
                      <a:pt x="7" y="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11" y="16"/>
                      <a:pt x="12" y="16"/>
                    </a:cubicBezTo>
                    <a:cubicBezTo>
                      <a:pt x="15" y="16"/>
                      <a:pt x="17" y="19"/>
                      <a:pt x="17" y="24"/>
                    </a:cubicBezTo>
                    <a:cubicBezTo>
                      <a:pt x="17" y="85"/>
                      <a:pt x="17" y="85"/>
                      <a:pt x="17" y="85"/>
                    </a:cubicBezTo>
                    <a:cubicBezTo>
                      <a:pt x="17" y="93"/>
                      <a:pt x="14" y="95"/>
                      <a:pt x="5" y="97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24" y="111"/>
                      <a:pt x="35" y="111"/>
                    </a:cubicBezTo>
                    <a:cubicBezTo>
                      <a:pt x="38" y="111"/>
                      <a:pt x="51" y="112"/>
                      <a:pt x="59" y="113"/>
                    </a:cubicBezTo>
                    <a:cubicBezTo>
                      <a:pt x="60" y="113"/>
                      <a:pt x="62" y="113"/>
                      <a:pt x="63" y="113"/>
                    </a:cubicBezTo>
                    <a:cubicBezTo>
                      <a:pt x="95" y="113"/>
                      <a:pt x="112" y="101"/>
                      <a:pt x="112" y="77"/>
                    </a:cubicBezTo>
                    <a:cubicBezTo>
                      <a:pt x="112" y="62"/>
                      <a:pt x="101" y="56"/>
                      <a:pt x="90" y="53"/>
                    </a:cubicBezTo>
                    <a:close/>
                    <a:moveTo>
                      <a:pt x="53" y="23"/>
                    </a:moveTo>
                    <a:cubicBezTo>
                      <a:pt x="53" y="21"/>
                      <a:pt x="53" y="21"/>
                      <a:pt x="56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8" y="21"/>
                      <a:pt x="72" y="25"/>
                      <a:pt x="72" y="32"/>
                    </a:cubicBezTo>
                    <a:cubicBezTo>
                      <a:pt x="72" y="41"/>
                      <a:pt x="65" y="46"/>
                      <a:pt x="65" y="46"/>
                    </a:cubicBezTo>
                    <a:cubicBezTo>
                      <a:pt x="64" y="46"/>
                      <a:pt x="61" y="46"/>
                      <a:pt x="59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1" y="44"/>
                      <a:pt x="52" y="31"/>
                      <a:pt x="53" y="23"/>
                    </a:cubicBezTo>
                    <a:close/>
                    <a:moveTo>
                      <a:pt x="62" y="91"/>
                    </a:moveTo>
                    <a:cubicBezTo>
                      <a:pt x="61" y="91"/>
                      <a:pt x="60" y="91"/>
                      <a:pt x="59" y="91"/>
                    </a:cubicBezTo>
                    <a:cubicBezTo>
                      <a:pt x="53" y="91"/>
                      <a:pt x="50" y="88"/>
                      <a:pt x="50" y="84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1" y="69"/>
                      <a:pt x="75" y="73"/>
                      <a:pt x="75" y="79"/>
                    </a:cubicBezTo>
                    <a:cubicBezTo>
                      <a:pt x="75" y="87"/>
                      <a:pt x="71" y="91"/>
                      <a:pt x="62" y="91"/>
                    </a:cubicBezTo>
                    <a:close/>
                    <a:moveTo>
                      <a:pt x="116" y="236"/>
                    </a:moveTo>
                    <a:cubicBezTo>
                      <a:pt x="110" y="236"/>
                      <a:pt x="108" y="232"/>
                      <a:pt x="105" y="225"/>
                    </a:cubicBezTo>
                    <a:cubicBezTo>
                      <a:pt x="100" y="206"/>
                      <a:pt x="84" y="141"/>
                      <a:pt x="84" y="141"/>
                    </a:cubicBezTo>
                    <a:cubicBezTo>
                      <a:pt x="82" y="139"/>
                      <a:pt x="82" y="139"/>
                      <a:pt x="82" y="139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9" y="227"/>
                      <a:pt x="9" y="227"/>
                      <a:pt x="9" y="227"/>
                    </a:cubicBezTo>
                    <a:cubicBezTo>
                      <a:pt x="8" y="232"/>
                      <a:pt x="5" y="235"/>
                      <a:pt x="1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251"/>
                      <a:pt x="12" y="251"/>
                      <a:pt x="22" y="251"/>
                    </a:cubicBezTo>
                    <a:cubicBezTo>
                      <a:pt x="33" y="251"/>
                      <a:pt x="49" y="251"/>
                      <a:pt x="49" y="251"/>
                    </a:cubicBezTo>
                    <a:cubicBezTo>
                      <a:pt x="50" y="237"/>
                      <a:pt x="50" y="237"/>
                      <a:pt x="50" y="237"/>
                    </a:cubicBezTo>
                    <a:cubicBezTo>
                      <a:pt x="49" y="236"/>
                      <a:pt x="49" y="236"/>
                      <a:pt x="49" y="236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40" y="236"/>
                      <a:pt x="39" y="235"/>
                      <a:pt x="39" y="232"/>
                    </a:cubicBezTo>
                    <a:cubicBezTo>
                      <a:pt x="39" y="232"/>
                      <a:pt x="39" y="230"/>
                      <a:pt x="39" y="228"/>
                    </a:cubicBezTo>
                    <a:cubicBezTo>
                      <a:pt x="41" y="221"/>
                      <a:pt x="41" y="221"/>
                      <a:pt x="41" y="221"/>
                    </a:cubicBezTo>
                    <a:cubicBezTo>
                      <a:pt x="46" y="221"/>
                      <a:pt x="51" y="220"/>
                      <a:pt x="55" y="220"/>
                    </a:cubicBezTo>
                    <a:cubicBezTo>
                      <a:pt x="59" y="220"/>
                      <a:pt x="59" y="220"/>
                      <a:pt x="59" y="220"/>
                    </a:cubicBezTo>
                    <a:cubicBezTo>
                      <a:pt x="62" y="220"/>
                      <a:pt x="65" y="220"/>
                      <a:pt x="68" y="220"/>
                    </a:cubicBezTo>
                    <a:cubicBezTo>
                      <a:pt x="69" y="227"/>
                      <a:pt x="69" y="227"/>
                      <a:pt x="69" y="227"/>
                    </a:cubicBezTo>
                    <a:cubicBezTo>
                      <a:pt x="69" y="228"/>
                      <a:pt x="69" y="229"/>
                      <a:pt x="69" y="230"/>
                    </a:cubicBezTo>
                    <a:cubicBezTo>
                      <a:pt x="69" y="234"/>
                      <a:pt x="69" y="234"/>
                      <a:pt x="59" y="236"/>
                    </a:cubicBezTo>
                    <a:cubicBezTo>
                      <a:pt x="59" y="251"/>
                      <a:pt x="59" y="251"/>
                      <a:pt x="59" y="251"/>
                    </a:cubicBezTo>
                    <a:cubicBezTo>
                      <a:pt x="59" y="251"/>
                      <a:pt x="75" y="250"/>
                      <a:pt x="91" y="250"/>
                    </a:cubicBezTo>
                    <a:cubicBezTo>
                      <a:pt x="100" y="250"/>
                      <a:pt x="115" y="251"/>
                      <a:pt x="115" y="251"/>
                    </a:cubicBezTo>
                    <a:cubicBezTo>
                      <a:pt x="117" y="237"/>
                      <a:pt x="117" y="237"/>
                      <a:pt x="117" y="237"/>
                    </a:cubicBezTo>
                    <a:lnTo>
                      <a:pt x="116" y="236"/>
                    </a:lnTo>
                    <a:close/>
                    <a:moveTo>
                      <a:pt x="59" y="200"/>
                    </a:moveTo>
                    <a:cubicBezTo>
                      <a:pt x="47" y="200"/>
                      <a:pt x="47" y="200"/>
                      <a:pt x="47" y="200"/>
                    </a:cubicBezTo>
                    <a:cubicBezTo>
                      <a:pt x="55" y="169"/>
                      <a:pt x="55" y="169"/>
                      <a:pt x="55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65" y="199"/>
                      <a:pt x="65" y="199"/>
                      <a:pt x="65" y="199"/>
                    </a:cubicBezTo>
                    <a:cubicBezTo>
                      <a:pt x="62" y="199"/>
                      <a:pt x="61" y="199"/>
                      <a:pt x="59" y="200"/>
                    </a:cubicBezTo>
                    <a:close/>
                    <a:moveTo>
                      <a:pt x="60" y="517"/>
                    </a:moveTo>
                    <a:cubicBezTo>
                      <a:pt x="59" y="516"/>
                      <a:pt x="59" y="516"/>
                      <a:pt x="59" y="516"/>
                    </a:cubicBezTo>
                    <a:cubicBezTo>
                      <a:pt x="59" y="530"/>
                      <a:pt x="59" y="530"/>
                      <a:pt x="59" y="530"/>
                    </a:cubicBezTo>
                    <a:lnTo>
                      <a:pt x="60" y="517"/>
                    </a:lnTo>
                    <a:close/>
                    <a:moveTo>
                      <a:pt x="59" y="435"/>
                    </a:moveTo>
                    <a:cubicBezTo>
                      <a:pt x="61" y="420"/>
                      <a:pt x="61" y="420"/>
                      <a:pt x="61" y="420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9" y="436"/>
                      <a:pt x="59" y="436"/>
                      <a:pt x="59" y="436"/>
                    </a:cubicBezTo>
                    <a:cubicBezTo>
                      <a:pt x="59" y="435"/>
                      <a:pt x="59" y="435"/>
                      <a:pt x="59" y="435"/>
                    </a:cubicBezTo>
                    <a:close/>
                    <a:moveTo>
                      <a:pt x="48" y="504"/>
                    </a:moveTo>
                    <a:cubicBezTo>
                      <a:pt x="49" y="445"/>
                      <a:pt x="49" y="445"/>
                      <a:pt x="49" y="445"/>
                    </a:cubicBezTo>
                    <a:cubicBezTo>
                      <a:pt x="49" y="439"/>
                      <a:pt x="51" y="437"/>
                      <a:pt x="59" y="436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3" y="420"/>
                      <a:pt x="37" y="421"/>
                      <a:pt x="31" y="421"/>
                    </a:cubicBezTo>
                    <a:cubicBezTo>
                      <a:pt x="28" y="421"/>
                      <a:pt x="4" y="421"/>
                      <a:pt x="4" y="421"/>
                    </a:cubicBezTo>
                    <a:cubicBezTo>
                      <a:pt x="2" y="433"/>
                      <a:pt x="2" y="433"/>
                      <a:pt x="2" y="433"/>
                    </a:cubicBezTo>
                    <a:cubicBezTo>
                      <a:pt x="4" y="436"/>
                      <a:pt x="4" y="436"/>
                      <a:pt x="4" y="436"/>
                    </a:cubicBezTo>
                    <a:cubicBezTo>
                      <a:pt x="4" y="436"/>
                      <a:pt x="6" y="436"/>
                      <a:pt x="8" y="436"/>
                    </a:cubicBezTo>
                    <a:cubicBezTo>
                      <a:pt x="13" y="436"/>
                      <a:pt x="14" y="437"/>
                      <a:pt x="14" y="444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14" y="513"/>
                      <a:pt x="12" y="515"/>
                      <a:pt x="3" y="517"/>
                    </a:cubicBezTo>
                    <a:cubicBezTo>
                      <a:pt x="2" y="531"/>
                      <a:pt x="2" y="531"/>
                      <a:pt x="2" y="531"/>
                    </a:cubicBezTo>
                    <a:cubicBezTo>
                      <a:pt x="2" y="531"/>
                      <a:pt x="19" y="531"/>
                      <a:pt x="30" y="531"/>
                    </a:cubicBezTo>
                    <a:cubicBezTo>
                      <a:pt x="37" y="531"/>
                      <a:pt x="59" y="531"/>
                      <a:pt x="59" y="531"/>
                    </a:cubicBezTo>
                    <a:cubicBezTo>
                      <a:pt x="59" y="515"/>
                      <a:pt x="59" y="515"/>
                      <a:pt x="59" y="515"/>
                    </a:cubicBezTo>
                    <a:cubicBezTo>
                      <a:pt x="59" y="515"/>
                      <a:pt x="56" y="516"/>
                      <a:pt x="53" y="516"/>
                    </a:cubicBezTo>
                    <a:cubicBezTo>
                      <a:pt x="49" y="516"/>
                      <a:pt x="48" y="514"/>
                      <a:pt x="48" y="504"/>
                    </a:cubicBezTo>
                    <a:close/>
                    <a:moveTo>
                      <a:pt x="59" y="393"/>
                    </a:moveTo>
                    <a:cubicBezTo>
                      <a:pt x="60" y="393"/>
                      <a:pt x="60" y="393"/>
                      <a:pt x="60" y="393"/>
                    </a:cubicBezTo>
                    <a:cubicBezTo>
                      <a:pt x="82" y="393"/>
                      <a:pt x="100" y="386"/>
                      <a:pt x="100" y="386"/>
                    </a:cubicBezTo>
                    <a:cubicBezTo>
                      <a:pt x="102" y="383"/>
                      <a:pt x="102" y="383"/>
                      <a:pt x="102" y="383"/>
                    </a:cubicBezTo>
                    <a:cubicBezTo>
                      <a:pt x="102" y="367"/>
                      <a:pt x="105" y="347"/>
                      <a:pt x="105" y="347"/>
                    </a:cubicBezTo>
                    <a:cubicBezTo>
                      <a:pt x="78" y="349"/>
                      <a:pt x="78" y="349"/>
                      <a:pt x="78" y="349"/>
                    </a:cubicBezTo>
                    <a:cubicBezTo>
                      <a:pt x="77" y="363"/>
                      <a:pt x="73" y="369"/>
                      <a:pt x="65" y="369"/>
                    </a:cubicBezTo>
                    <a:cubicBezTo>
                      <a:pt x="62" y="369"/>
                      <a:pt x="60" y="368"/>
                      <a:pt x="59" y="367"/>
                    </a:cubicBezTo>
                    <a:cubicBezTo>
                      <a:pt x="51" y="363"/>
                      <a:pt x="48" y="352"/>
                      <a:pt x="48" y="332"/>
                    </a:cubicBezTo>
                    <a:cubicBezTo>
                      <a:pt x="48" y="313"/>
                      <a:pt x="51" y="305"/>
                      <a:pt x="59" y="303"/>
                    </a:cubicBezTo>
                    <a:cubicBezTo>
                      <a:pt x="60" y="302"/>
                      <a:pt x="62" y="302"/>
                      <a:pt x="64" y="302"/>
                    </a:cubicBezTo>
                    <a:cubicBezTo>
                      <a:pt x="73" y="302"/>
                      <a:pt x="76" y="305"/>
                      <a:pt x="76" y="315"/>
                    </a:cubicBezTo>
                    <a:cubicBezTo>
                      <a:pt x="76" y="318"/>
                      <a:pt x="75" y="321"/>
                      <a:pt x="75" y="324"/>
                    </a:cubicBezTo>
                    <a:cubicBezTo>
                      <a:pt x="102" y="323"/>
                      <a:pt x="102" y="323"/>
                      <a:pt x="102" y="323"/>
                    </a:cubicBezTo>
                    <a:cubicBezTo>
                      <a:pt x="103" y="302"/>
                      <a:pt x="106" y="286"/>
                      <a:pt x="106" y="286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05" y="283"/>
                      <a:pt x="84" y="279"/>
                      <a:pt x="69" y="279"/>
                    </a:cubicBezTo>
                    <a:cubicBezTo>
                      <a:pt x="65" y="279"/>
                      <a:pt x="62" y="279"/>
                      <a:pt x="59" y="279"/>
                    </a:cubicBezTo>
                    <a:cubicBezTo>
                      <a:pt x="27" y="283"/>
                      <a:pt x="9" y="303"/>
                      <a:pt x="9" y="338"/>
                    </a:cubicBezTo>
                    <a:cubicBezTo>
                      <a:pt x="9" y="372"/>
                      <a:pt x="28" y="392"/>
                      <a:pt x="59" y="393"/>
                    </a:cubicBezTo>
                    <a:close/>
                    <a:moveTo>
                      <a:pt x="116" y="517"/>
                    </a:moveTo>
                    <a:cubicBezTo>
                      <a:pt x="109" y="516"/>
                      <a:pt x="104" y="511"/>
                      <a:pt x="99" y="501"/>
                    </a:cubicBezTo>
                    <a:cubicBezTo>
                      <a:pt x="83" y="470"/>
                      <a:pt x="83" y="470"/>
                      <a:pt x="83" y="470"/>
                    </a:cubicBezTo>
                    <a:cubicBezTo>
                      <a:pt x="90" y="460"/>
                      <a:pt x="90" y="460"/>
                      <a:pt x="90" y="460"/>
                    </a:cubicBezTo>
                    <a:cubicBezTo>
                      <a:pt x="99" y="447"/>
                      <a:pt x="107" y="440"/>
                      <a:pt x="115" y="435"/>
                    </a:cubicBezTo>
                    <a:cubicBezTo>
                      <a:pt x="117" y="422"/>
                      <a:pt x="117" y="422"/>
                      <a:pt x="117" y="422"/>
                    </a:cubicBezTo>
                    <a:cubicBezTo>
                      <a:pt x="115" y="419"/>
                      <a:pt x="115" y="419"/>
                      <a:pt x="115" y="419"/>
                    </a:cubicBezTo>
                    <a:cubicBezTo>
                      <a:pt x="115" y="419"/>
                      <a:pt x="97" y="420"/>
                      <a:pt x="91" y="420"/>
                    </a:cubicBezTo>
                    <a:cubicBezTo>
                      <a:pt x="83" y="420"/>
                      <a:pt x="66" y="420"/>
                      <a:pt x="66" y="420"/>
                    </a:cubicBezTo>
                    <a:cubicBezTo>
                      <a:pt x="65" y="434"/>
                      <a:pt x="65" y="434"/>
                      <a:pt x="65" y="434"/>
                    </a:cubicBezTo>
                    <a:cubicBezTo>
                      <a:pt x="66" y="436"/>
                      <a:pt x="66" y="436"/>
                      <a:pt x="66" y="436"/>
                    </a:cubicBezTo>
                    <a:cubicBezTo>
                      <a:pt x="71" y="436"/>
                      <a:pt x="73" y="437"/>
                      <a:pt x="73" y="441"/>
                    </a:cubicBezTo>
                    <a:cubicBezTo>
                      <a:pt x="73" y="444"/>
                      <a:pt x="71" y="447"/>
                      <a:pt x="69" y="449"/>
                    </a:cubicBezTo>
                    <a:cubicBezTo>
                      <a:pt x="59" y="461"/>
                      <a:pt x="59" y="461"/>
                      <a:pt x="59" y="461"/>
                    </a:cubicBezTo>
                    <a:cubicBezTo>
                      <a:pt x="59" y="496"/>
                      <a:pt x="59" y="496"/>
                      <a:pt x="59" y="496"/>
                    </a:cubicBezTo>
                    <a:cubicBezTo>
                      <a:pt x="71" y="520"/>
                      <a:pt x="71" y="520"/>
                      <a:pt x="71" y="520"/>
                    </a:cubicBezTo>
                    <a:cubicBezTo>
                      <a:pt x="76" y="530"/>
                      <a:pt x="81" y="534"/>
                      <a:pt x="90" y="534"/>
                    </a:cubicBezTo>
                    <a:cubicBezTo>
                      <a:pt x="94" y="534"/>
                      <a:pt x="116" y="532"/>
                      <a:pt x="116" y="532"/>
                    </a:cubicBezTo>
                    <a:cubicBezTo>
                      <a:pt x="117" y="519"/>
                      <a:pt x="117" y="519"/>
                      <a:pt x="117" y="519"/>
                    </a:cubicBezTo>
                    <a:lnTo>
                      <a:pt x="116" y="517"/>
                    </a:lnTo>
                    <a:close/>
                    <a:moveTo>
                      <a:pt x="116" y="517"/>
                    </a:moveTo>
                    <a:cubicBezTo>
                      <a:pt x="116" y="517"/>
                      <a:pt x="116" y="517"/>
                      <a:pt x="116" y="517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6" name="Freeform 52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close/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close/>
                    <a:moveTo>
                      <a:pt x="124" y="974"/>
                    </a:moveTo>
                    <a:lnTo>
                      <a:pt x="124" y="974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7" name="Freeform 53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moveTo>
                      <a:pt x="124" y="974"/>
                    </a:moveTo>
                    <a:lnTo>
                      <a:pt x="124" y="9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8" name="Freeform 5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41" cy="704"/>
              </a:xfrm>
              <a:custGeom>
                <a:avLst/>
                <a:gdLst>
                  <a:gd name="T0" fmla="*/ 41 w 41"/>
                  <a:gd name="T1" fmla="*/ 20 h 704"/>
                  <a:gd name="T2" fmla="*/ 24 w 41"/>
                  <a:gd name="T3" fmla="*/ 0 h 704"/>
                  <a:gd name="T4" fmla="*/ 24 w 41"/>
                  <a:gd name="T5" fmla="*/ 39 h 704"/>
                  <a:gd name="T6" fmla="*/ 41 w 41"/>
                  <a:gd name="T7" fmla="*/ 20 h 704"/>
                  <a:gd name="T8" fmla="*/ 24 w 41"/>
                  <a:gd name="T9" fmla="*/ 664 h 704"/>
                  <a:gd name="T10" fmla="*/ 21 w 41"/>
                  <a:gd name="T11" fmla="*/ 663 h 704"/>
                  <a:gd name="T12" fmla="*/ 0 w 41"/>
                  <a:gd name="T13" fmla="*/ 683 h 704"/>
                  <a:gd name="T14" fmla="*/ 21 w 41"/>
                  <a:gd name="T15" fmla="*/ 704 h 704"/>
                  <a:gd name="T16" fmla="*/ 24 w 41"/>
                  <a:gd name="T17" fmla="*/ 703 h 704"/>
                  <a:gd name="T18" fmla="*/ 41 w 41"/>
                  <a:gd name="T19" fmla="*/ 683 h 704"/>
                  <a:gd name="T20" fmla="*/ 24 w 41"/>
                  <a:gd name="T21" fmla="*/ 664 h 704"/>
                  <a:gd name="T22" fmla="*/ 24 w 41"/>
                  <a:gd name="T23" fmla="*/ 664 h 704"/>
                  <a:gd name="T24" fmla="*/ 24 w 41"/>
                  <a:gd name="T25" fmla="*/ 66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704">
                    <a:moveTo>
                      <a:pt x="41" y="20"/>
                    </a:moveTo>
                    <a:cubicBezTo>
                      <a:pt x="41" y="10"/>
                      <a:pt x="33" y="1"/>
                      <a:pt x="24" y="0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3" y="38"/>
                      <a:pt x="41" y="29"/>
                      <a:pt x="41" y="20"/>
                    </a:cubicBezTo>
                    <a:close/>
                    <a:moveTo>
                      <a:pt x="24" y="664"/>
                    </a:moveTo>
                    <a:cubicBezTo>
                      <a:pt x="23" y="663"/>
                      <a:pt x="22" y="663"/>
                      <a:pt x="21" y="663"/>
                    </a:cubicBezTo>
                    <a:cubicBezTo>
                      <a:pt x="9" y="663"/>
                      <a:pt x="0" y="672"/>
                      <a:pt x="0" y="683"/>
                    </a:cubicBezTo>
                    <a:cubicBezTo>
                      <a:pt x="0" y="695"/>
                      <a:pt x="9" y="704"/>
                      <a:pt x="21" y="704"/>
                    </a:cubicBezTo>
                    <a:cubicBezTo>
                      <a:pt x="22" y="704"/>
                      <a:pt x="23" y="703"/>
                      <a:pt x="24" y="703"/>
                    </a:cubicBezTo>
                    <a:cubicBezTo>
                      <a:pt x="33" y="702"/>
                      <a:pt x="41" y="693"/>
                      <a:pt x="41" y="683"/>
                    </a:cubicBezTo>
                    <a:cubicBezTo>
                      <a:pt x="41" y="674"/>
                      <a:pt x="33" y="665"/>
                      <a:pt x="24" y="664"/>
                    </a:cubicBezTo>
                    <a:close/>
                    <a:moveTo>
                      <a:pt x="24" y="664"/>
                    </a:moveTo>
                    <a:cubicBezTo>
                      <a:pt x="24" y="664"/>
                      <a:pt x="24" y="664"/>
                      <a:pt x="24" y="664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9" name="Freeform 55"/>
              <p:cNvSpPr>
                <a:spLocks noEditPoints="1"/>
              </p:cNvSpPr>
              <p:nvPr userDrawn="1"/>
            </p:nvSpPr>
            <p:spPr bwMode="auto">
              <a:xfrm>
                <a:off x="1298" y="676"/>
                <a:ext cx="389" cy="1363"/>
              </a:xfrm>
              <a:custGeom>
                <a:avLst/>
                <a:gdLst>
                  <a:gd name="T0" fmla="*/ 195 w 389"/>
                  <a:gd name="T1" fmla="*/ 1295 h 1363"/>
                  <a:gd name="T2" fmla="*/ 0 w 389"/>
                  <a:gd name="T3" fmla="*/ 1295 h 1363"/>
                  <a:gd name="T4" fmla="*/ 0 w 389"/>
                  <a:gd name="T5" fmla="*/ 1363 h 1363"/>
                  <a:gd name="T6" fmla="*/ 389 w 389"/>
                  <a:gd name="T7" fmla="*/ 1363 h 1363"/>
                  <a:gd name="T8" fmla="*/ 389 w 389"/>
                  <a:gd name="T9" fmla="*/ 1295 h 1363"/>
                  <a:gd name="T10" fmla="*/ 195 w 389"/>
                  <a:gd name="T11" fmla="*/ 1295 h 1363"/>
                  <a:gd name="T12" fmla="*/ 195 w 389"/>
                  <a:gd name="T13" fmla="*/ 0 h 1363"/>
                  <a:gd name="T14" fmla="*/ 0 w 389"/>
                  <a:gd name="T15" fmla="*/ 0 h 1363"/>
                  <a:gd name="T16" fmla="*/ 0 w 389"/>
                  <a:gd name="T17" fmla="*/ 72 h 1363"/>
                  <a:gd name="T18" fmla="*/ 389 w 389"/>
                  <a:gd name="T19" fmla="*/ 72 h 1363"/>
                  <a:gd name="T20" fmla="*/ 389 w 389"/>
                  <a:gd name="T21" fmla="*/ 0 h 1363"/>
                  <a:gd name="T22" fmla="*/ 195 w 389"/>
                  <a:gd name="T23" fmla="*/ 0 h 1363"/>
                  <a:gd name="T24" fmla="*/ 195 w 389"/>
                  <a:gd name="T25" fmla="*/ 119 h 1363"/>
                  <a:gd name="T26" fmla="*/ 0 w 389"/>
                  <a:gd name="T27" fmla="*/ 119 h 1363"/>
                  <a:gd name="T28" fmla="*/ 0 w 389"/>
                  <a:gd name="T29" fmla="*/ 1248 h 1363"/>
                  <a:gd name="T30" fmla="*/ 389 w 389"/>
                  <a:gd name="T31" fmla="*/ 1248 h 1363"/>
                  <a:gd name="T32" fmla="*/ 389 w 389"/>
                  <a:gd name="T33" fmla="*/ 119 h 1363"/>
                  <a:gd name="T34" fmla="*/ 195 w 389"/>
                  <a:gd name="T35" fmla="*/ 119 h 1363"/>
                  <a:gd name="T36" fmla="*/ 319 w 389"/>
                  <a:gd name="T37" fmla="*/ 1199 h 1363"/>
                  <a:gd name="T38" fmla="*/ 76 w 389"/>
                  <a:gd name="T39" fmla="*/ 1199 h 1363"/>
                  <a:gd name="T40" fmla="*/ 69 w 389"/>
                  <a:gd name="T41" fmla="*/ 1192 h 1363"/>
                  <a:gd name="T42" fmla="*/ 76 w 389"/>
                  <a:gd name="T43" fmla="*/ 1184 h 1363"/>
                  <a:gd name="T44" fmla="*/ 319 w 389"/>
                  <a:gd name="T45" fmla="*/ 1184 h 1363"/>
                  <a:gd name="T46" fmla="*/ 327 w 389"/>
                  <a:gd name="T47" fmla="*/ 1192 h 1363"/>
                  <a:gd name="T48" fmla="*/ 319 w 389"/>
                  <a:gd name="T49" fmla="*/ 1199 h 1363"/>
                  <a:gd name="T50" fmla="*/ 319 w 389"/>
                  <a:gd name="T51" fmla="*/ 1148 h 1363"/>
                  <a:gd name="T52" fmla="*/ 76 w 389"/>
                  <a:gd name="T53" fmla="*/ 1148 h 1363"/>
                  <a:gd name="T54" fmla="*/ 69 w 389"/>
                  <a:gd name="T55" fmla="*/ 1140 h 1363"/>
                  <a:gd name="T56" fmla="*/ 76 w 389"/>
                  <a:gd name="T57" fmla="*/ 1133 h 1363"/>
                  <a:gd name="T58" fmla="*/ 319 w 389"/>
                  <a:gd name="T59" fmla="*/ 1133 h 1363"/>
                  <a:gd name="T60" fmla="*/ 327 w 389"/>
                  <a:gd name="T61" fmla="*/ 1140 h 1363"/>
                  <a:gd name="T62" fmla="*/ 319 w 389"/>
                  <a:gd name="T63" fmla="*/ 1148 h 1363"/>
                  <a:gd name="T64" fmla="*/ 73 w 389"/>
                  <a:gd name="T65" fmla="*/ 1078 h 1363"/>
                  <a:gd name="T66" fmla="*/ 73 w 389"/>
                  <a:gd name="T67" fmla="*/ 281 h 1363"/>
                  <a:gd name="T68" fmla="*/ 316 w 389"/>
                  <a:gd name="T69" fmla="*/ 281 h 1363"/>
                  <a:gd name="T70" fmla="*/ 316 w 389"/>
                  <a:gd name="T71" fmla="*/ 1078 h 1363"/>
                  <a:gd name="T72" fmla="*/ 73 w 389"/>
                  <a:gd name="T73" fmla="*/ 1078 h 1363"/>
                  <a:gd name="T74" fmla="*/ 319 w 389"/>
                  <a:gd name="T75" fmla="*/ 237 h 1363"/>
                  <a:gd name="T76" fmla="*/ 76 w 389"/>
                  <a:gd name="T77" fmla="*/ 237 h 1363"/>
                  <a:gd name="T78" fmla="*/ 69 w 389"/>
                  <a:gd name="T79" fmla="*/ 230 h 1363"/>
                  <a:gd name="T80" fmla="*/ 76 w 389"/>
                  <a:gd name="T81" fmla="*/ 222 h 1363"/>
                  <a:gd name="T82" fmla="*/ 319 w 389"/>
                  <a:gd name="T83" fmla="*/ 222 h 1363"/>
                  <a:gd name="T84" fmla="*/ 327 w 389"/>
                  <a:gd name="T85" fmla="*/ 230 h 1363"/>
                  <a:gd name="T86" fmla="*/ 319 w 389"/>
                  <a:gd name="T87" fmla="*/ 237 h 1363"/>
                  <a:gd name="T88" fmla="*/ 319 w 389"/>
                  <a:gd name="T89" fmla="*/ 185 h 1363"/>
                  <a:gd name="T90" fmla="*/ 76 w 389"/>
                  <a:gd name="T91" fmla="*/ 185 h 1363"/>
                  <a:gd name="T92" fmla="*/ 69 w 389"/>
                  <a:gd name="T93" fmla="*/ 178 h 1363"/>
                  <a:gd name="T94" fmla="*/ 76 w 389"/>
                  <a:gd name="T95" fmla="*/ 170 h 1363"/>
                  <a:gd name="T96" fmla="*/ 319 w 389"/>
                  <a:gd name="T97" fmla="*/ 170 h 1363"/>
                  <a:gd name="T98" fmla="*/ 327 w 389"/>
                  <a:gd name="T99" fmla="*/ 178 h 1363"/>
                  <a:gd name="T100" fmla="*/ 319 w 389"/>
                  <a:gd name="T101" fmla="*/ 185 h 1363"/>
                  <a:gd name="T102" fmla="*/ 319 w 389"/>
                  <a:gd name="T103" fmla="*/ 185 h 1363"/>
                  <a:gd name="T104" fmla="*/ 319 w 389"/>
                  <a:gd name="T105" fmla="*/ 185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9" h="1363">
                    <a:moveTo>
                      <a:pt x="195" y="1295"/>
                    </a:moveTo>
                    <a:cubicBezTo>
                      <a:pt x="0" y="1295"/>
                      <a:pt x="0" y="1295"/>
                      <a:pt x="0" y="1295"/>
                    </a:cubicBezTo>
                    <a:cubicBezTo>
                      <a:pt x="0" y="1363"/>
                      <a:pt x="0" y="1363"/>
                      <a:pt x="0" y="1363"/>
                    </a:cubicBezTo>
                    <a:cubicBezTo>
                      <a:pt x="389" y="1363"/>
                      <a:pt x="389" y="1363"/>
                      <a:pt x="389" y="1363"/>
                    </a:cubicBezTo>
                    <a:cubicBezTo>
                      <a:pt x="389" y="1295"/>
                      <a:pt x="389" y="1295"/>
                      <a:pt x="389" y="1295"/>
                    </a:cubicBezTo>
                    <a:lnTo>
                      <a:pt x="195" y="1295"/>
                    </a:ln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89" y="72"/>
                      <a:pt x="389" y="72"/>
                      <a:pt x="389" y="72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9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48"/>
                      <a:pt x="0" y="1248"/>
                      <a:pt x="0" y="1248"/>
                    </a:cubicBezTo>
                    <a:cubicBezTo>
                      <a:pt x="389" y="1248"/>
                      <a:pt x="389" y="1248"/>
                      <a:pt x="389" y="1248"/>
                    </a:cubicBezTo>
                    <a:cubicBezTo>
                      <a:pt x="389" y="119"/>
                      <a:pt x="389" y="119"/>
                      <a:pt x="389" y="119"/>
                    </a:cubicBezTo>
                    <a:lnTo>
                      <a:pt x="195" y="119"/>
                    </a:lnTo>
                    <a:close/>
                    <a:moveTo>
                      <a:pt x="319" y="1199"/>
                    </a:moveTo>
                    <a:cubicBezTo>
                      <a:pt x="76" y="1199"/>
                      <a:pt x="76" y="1199"/>
                      <a:pt x="76" y="1199"/>
                    </a:cubicBezTo>
                    <a:cubicBezTo>
                      <a:pt x="72" y="1199"/>
                      <a:pt x="69" y="1196"/>
                      <a:pt x="69" y="1192"/>
                    </a:cubicBezTo>
                    <a:cubicBezTo>
                      <a:pt x="69" y="1188"/>
                      <a:pt x="72" y="1184"/>
                      <a:pt x="76" y="1184"/>
                    </a:cubicBezTo>
                    <a:cubicBezTo>
                      <a:pt x="319" y="1184"/>
                      <a:pt x="319" y="1184"/>
                      <a:pt x="319" y="1184"/>
                    </a:cubicBezTo>
                    <a:cubicBezTo>
                      <a:pt x="323" y="1184"/>
                      <a:pt x="327" y="1188"/>
                      <a:pt x="327" y="1192"/>
                    </a:cubicBezTo>
                    <a:cubicBezTo>
                      <a:pt x="327" y="1196"/>
                      <a:pt x="323" y="1199"/>
                      <a:pt x="319" y="1199"/>
                    </a:cubicBezTo>
                    <a:close/>
                    <a:moveTo>
                      <a:pt x="319" y="1148"/>
                    </a:moveTo>
                    <a:cubicBezTo>
                      <a:pt x="76" y="1148"/>
                      <a:pt x="76" y="1148"/>
                      <a:pt x="76" y="1148"/>
                    </a:cubicBezTo>
                    <a:cubicBezTo>
                      <a:pt x="72" y="1148"/>
                      <a:pt x="69" y="1144"/>
                      <a:pt x="69" y="1140"/>
                    </a:cubicBezTo>
                    <a:cubicBezTo>
                      <a:pt x="69" y="1136"/>
                      <a:pt x="72" y="1133"/>
                      <a:pt x="76" y="1133"/>
                    </a:cubicBezTo>
                    <a:cubicBezTo>
                      <a:pt x="319" y="1133"/>
                      <a:pt x="319" y="1133"/>
                      <a:pt x="319" y="1133"/>
                    </a:cubicBezTo>
                    <a:cubicBezTo>
                      <a:pt x="323" y="1133"/>
                      <a:pt x="327" y="1136"/>
                      <a:pt x="327" y="1140"/>
                    </a:cubicBezTo>
                    <a:cubicBezTo>
                      <a:pt x="327" y="1144"/>
                      <a:pt x="323" y="1148"/>
                      <a:pt x="319" y="1148"/>
                    </a:cubicBezTo>
                    <a:close/>
                    <a:moveTo>
                      <a:pt x="73" y="1078"/>
                    </a:moveTo>
                    <a:cubicBezTo>
                      <a:pt x="73" y="281"/>
                      <a:pt x="73" y="281"/>
                      <a:pt x="73" y="281"/>
                    </a:cubicBezTo>
                    <a:cubicBezTo>
                      <a:pt x="316" y="281"/>
                      <a:pt x="316" y="281"/>
                      <a:pt x="316" y="281"/>
                    </a:cubicBezTo>
                    <a:cubicBezTo>
                      <a:pt x="316" y="1078"/>
                      <a:pt x="316" y="1078"/>
                      <a:pt x="316" y="1078"/>
                    </a:cubicBezTo>
                    <a:lnTo>
                      <a:pt x="73" y="1078"/>
                    </a:lnTo>
                    <a:close/>
                    <a:moveTo>
                      <a:pt x="319" y="237"/>
                    </a:moveTo>
                    <a:cubicBezTo>
                      <a:pt x="76" y="237"/>
                      <a:pt x="76" y="237"/>
                      <a:pt x="76" y="237"/>
                    </a:cubicBezTo>
                    <a:cubicBezTo>
                      <a:pt x="72" y="237"/>
                      <a:pt x="69" y="234"/>
                      <a:pt x="69" y="230"/>
                    </a:cubicBezTo>
                    <a:cubicBezTo>
                      <a:pt x="69" y="226"/>
                      <a:pt x="72" y="222"/>
                      <a:pt x="76" y="222"/>
                    </a:cubicBezTo>
                    <a:cubicBezTo>
                      <a:pt x="319" y="222"/>
                      <a:pt x="319" y="222"/>
                      <a:pt x="319" y="222"/>
                    </a:cubicBezTo>
                    <a:cubicBezTo>
                      <a:pt x="323" y="222"/>
                      <a:pt x="327" y="226"/>
                      <a:pt x="327" y="230"/>
                    </a:cubicBezTo>
                    <a:cubicBezTo>
                      <a:pt x="327" y="234"/>
                      <a:pt x="323" y="237"/>
                      <a:pt x="319" y="237"/>
                    </a:cubicBezTo>
                    <a:close/>
                    <a:moveTo>
                      <a:pt x="319" y="185"/>
                    </a:moveTo>
                    <a:cubicBezTo>
                      <a:pt x="76" y="185"/>
                      <a:pt x="76" y="185"/>
                      <a:pt x="76" y="185"/>
                    </a:cubicBezTo>
                    <a:cubicBezTo>
                      <a:pt x="72" y="185"/>
                      <a:pt x="69" y="182"/>
                      <a:pt x="69" y="178"/>
                    </a:cubicBezTo>
                    <a:cubicBezTo>
                      <a:pt x="69" y="174"/>
                      <a:pt x="72" y="170"/>
                      <a:pt x="76" y="170"/>
                    </a:cubicBezTo>
                    <a:cubicBezTo>
                      <a:pt x="319" y="170"/>
                      <a:pt x="319" y="170"/>
                      <a:pt x="319" y="170"/>
                    </a:cubicBezTo>
                    <a:cubicBezTo>
                      <a:pt x="323" y="170"/>
                      <a:pt x="327" y="174"/>
                      <a:pt x="327" y="178"/>
                    </a:cubicBezTo>
                    <a:cubicBezTo>
                      <a:pt x="327" y="182"/>
                      <a:pt x="323" y="185"/>
                      <a:pt x="319" y="185"/>
                    </a:cubicBezTo>
                    <a:close/>
                    <a:moveTo>
                      <a:pt x="319" y="185"/>
                    </a:moveTo>
                    <a:cubicBezTo>
                      <a:pt x="319" y="185"/>
                      <a:pt x="319" y="185"/>
                      <a:pt x="319" y="185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0" name="Freeform 56"/>
              <p:cNvSpPr>
                <a:spLocks noEditPoints="1"/>
              </p:cNvSpPr>
              <p:nvPr userDrawn="1"/>
            </p:nvSpPr>
            <p:spPr bwMode="auto">
              <a:xfrm>
                <a:off x="1523" y="1340"/>
                <a:ext cx="24" cy="71"/>
              </a:xfrm>
              <a:custGeom>
                <a:avLst/>
                <a:gdLst>
                  <a:gd name="T0" fmla="*/ 10 w 24"/>
                  <a:gd name="T1" fmla="*/ 71 h 71"/>
                  <a:gd name="T2" fmla="*/ 24 w 24"/>
                  <a:gd name="T3" fmla="*/ 26 h 71"/>
                  <a:gd name="T4" fmla="*/ 14 w 24"/>
                  <a:gd name="T5" fmla="*/ 0 h 71"/>
                  <a:gd name="T6" fmla="*/ 0 w 24"/>
                  <a:gd name="T7" fmla="*/ 45 h 71"/>
                  <a:gd name="T8" fmla="*/ 10 w 24"/>
                  <a:gd name="T9" fmla="*/ 71 h 71"/>
                  <a:gd name="T10" fmla="*/ 10 w 24"/>
                  <a:gd name="T11" fmla="*/ 71 h 71"/>
                  <a:gd name="T12" fmla="*/ 10 w 2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71">
                    <a:moveTo>
                      <a:pt x="10" y="71"/>
                    </a:moveTo>
                    <a:cubicBezTo>
                      <a:pt x="20" y="71"/>
                      <a:pt x="24" y="57"/>
                      <a:pt x="24" y="26"/>
                    </a:cubicBezTo>
                    <a:cubicBezTo>
                      <a:pt x="24" y="7"/>
                      <a:pt x="21" y="0"/>
                      <a:pt x="14" y="0"/>
                    </a:cubicBezTo>
                    <a:cubicBezTo>
                      <a:pt x="5" y="0"/>
                      <a:pt x="0" y="17"/>
                      <a:pt x="0" y="45"/>
                    </a:cubicBezTo>
                    <a:cubicBezTo>
                      <a:pt x="0" y="62"/>
                      <a:pt x="3" y="71"/>
                      <a:pt x="10" y="71"/>
                    </a:cubicBezTo>
                    <a:close/>
                    <a:moveTo>
                      <a:pt x="10" y="71"/>
                    </a:moveTo>
                    <a:cubicBezTo>
                      <a:pt x="10" y="71"/>
                      <a:pt x="10" y="71"/>
                      <a:pt x="10" y="7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1" name="Freeform 57"/>
              <p:cNvSpPr>
                <a:spLocks noEditPoints="1"/>
              </p:cNvSpPr>
              <p:nvPr userDrawn="1"/>
            </p:nvSpPr>
            <p:spPr bwMode="auto">
              <a:xfrm>
                <a:off x="1371" y="957"/>
                <a:ext cx="243" cy="797"/>
              </a:xfrm>
              <a:custGeom>
                <a:avLst/>
                <a:gdLst>
                  <a:gd name="T0" fmla="*/ 122 w 243"/>
                  <a:gd name="T1" fmla="*/ 0 h 797"/>
                  <a:gd name="T2" fmla="*/ 0 w 243"/>
                  <a:gd name="T3" fmla="*/ 0 h 797"/>
                  <a:gd name="T4" fmla="*/ 0 w 243"/>
                  <a:gd name="T5" fmla="*/ 797 h 797"/>
                  <a:gd name="T6" fmla="*/ 243 w 243"/>
                  <a:gd name="T7" fmla="*/ 797 h 797"/>
                  <a:gd name="T8" fmla="*/ 243 w 243"/>
                  <a:gd name="T9" fmla="*/ 0 h 797"/>
                  <a:gd name="T10" fmla="*/ 122 w 243"/>
                  <a:gd name="T11" fmla="*/ 0 h 797"/>
                  <a:gd name="T12" fmla="*/ 61 w 243"/>
                  <a:gd name="T13" fmla="*/ 481 h 797"/>
                  <a:gd name="T14" fmla="*/ 26 w 243"/>
                  <a:gd name="T15" fmla="*/ 446 h 797"/>
                  <a:gd name="T16" fmla="*/ 38 w 243"/>
                  <a:gd name="T17" fmla="*/ 382 h 797"/>
                  <a:gd name="T18" fmla="*/ 35 w 243"/>
                  <a:gd name="T19" fmla="*/ 379 h 797"/>
                  <a:gd name="T20" fmla="*/ 21 w 243"/>
                  <a:gd name="T21" fmla="*/ 379 h 797"/>
                  <a:gd name="T22" fmla="*/ 20 w 243"/>
                  <a:gd name="T23" fmla="*/ 378 h 797"/>
                  <a:gd name="T24" fmla="*/ 22 w 243"/>
                  <a:gd name="T25" fmla="*/ 361 h 797"/>
                  <a:gd name="T26" fmla="*/ 41 w 243"/>
                  <a:gd name="T27" fmla="*/ 358 h 797"/>
                  <a:gd name="T28" fmla="*/ 45 w 243"/>
                  <a:gd name="T29" fmla="*/ 329 h 797"/>
                  <a:gd name="T30" fmla="*/ 89 w 243"/>
                  <a:gd name="T31" fmla="*/ 320 h 797"/>
                  <a:gd name="T32" fmla="*/ 92 w 243"/>
                  <a:gd name="T33" fmla="*/ 323 h 797"/>
                  <a:gd name="T34" fmla="*/ 84 w 243"/>
                  <a:gd name="T35" fmla="*/ 358 h 797"/>
                  <a:gd name="T36" fmla="*/ 109 w 243"/>
                  <a:gd name="T37" fmla="*/ 358 h 797"/>
                  <a:gd name="T38" fmla="*/ 111 w 243"/>
                  <a:gd name="T39" fmla="*/ 359 h 797"/>
                  <a:gd name="T40" fmla="*/ 108 w 243"/>
                  <a:gd name="T41" fmla="*/ 379 h 797"/>
                  <a:gd name="T42" fmla="*/ 83 w 243"/>
                  <a:gd name="T43" fmla="*/ 379 h 797"/>
                  <a:gd name="T44" fmla="*/ 80 w 243"/>
                  <a:gd name="T45" fmla="*/ 381 h 797"/>
                  <a:gd name="T46" fmla="*/ 71 w 243"/>
                  <a:gd name="T47" fmla="*/ 431 h 797"/>
                  <a:gd name="T48" fmla="*/ 76 w 243"/>
                  <a:gd name="T49" fmla="*/ 439 h 797"/>
                  <a:gd name="T50" fmla="*/ 91 w 243"/>
                  <a:gd name="T51" fmla="*/ 427 h 797"/>
                  <a:gd name="T52" fmla="*/ 97 w 243"/>
                  <a:gd name="T53" fmla="*/ 428 h 797"/>
                  <a:gd name="T54" fmla="*/ 102 w 243"/>
                  <a:gd name="T55" fmla="*/ 441 h 797"/>
                  <a:gd name="T56" fmla="*/ 61 w 243"/>
                  <a:gd name="T57" fmla="*/ 481 h 797"/>
                  <a:gd name="T58" fmla="*/ 152 w 243"/>
                  <a:gd name="T59" fmla="*/ 481 h 797"/>
                  <a:gd name="T60" fmla="*/ 122 w 243"/>
                  <a:gd name="T61" fmla="*/ 471 h 797"/>
                  <a:gd name="T62" fmla="*/ 105 w 243"/>
                  <a:gd name="T63" fmla="*/ 430 h 797"/>
                  <a:gd name="T64" fmla="*/ 122 w 243"/>
                  <a:gd name="T65" fmla="*/ 377 h 797"/>
                  <a:gd name="T66" fmla="*/ 176 w 243"/>
                  <a:gd name="T67" fmla="*/ 352 h 797"/>
                  <a:gd name="T68" fmla="*/ 223 w 243"/>
                  <a:gd name="T69" fmla="*/ 401 h 797"/>
                  <a:gd name="T70" fmla="*/ 152 w 243"/>
                  <a:gd name="T71" fmla="*/ 481 h 797"/>
                  <a:gd name="T72" fmla="*/ 152 w 243"/>
                  <a:gd name="T73" fmla="*/ 481 h 797"/>
                  <a:gd name="T74" fmla="*/ 152 w 243"/>
                  <a:gd name="T75" fmla="*/ 48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3" h="797">
                    <a:moveTo>
                      <a:pt x="1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243" y="797"/>
                      <a:pt x="243" y="797"/>
                      <a:pt x="243" y="797"/>
                    </a:cubicBezTo>
                    <a:cubicBezTo>
                      <a:pt x="243" y="0"/>
                      <a:pt x="243" y="0"/>
                      <a:pt x="243" y="0"/>
                    </a:cubicBezTo>
                    <a:lnTo>
                      <a:pt x="122" y="0"/>
                    </a:lnTo>
                    <a:close/>
                    <a:moveTo>
                      <a:pt x="61" y="481"/>
                    </a:moveTo>
                    <a:cubicBezTo>
                      <a:pt x="36" y="481"/>
                      <a:pt x="24" y="468"/>
                      <a:pt x="26" y="446"/>
                    </a:cubicBezTo>
                    <a:cubicBezTo>
                      <a:pt x="38" y="382"/>
                      <a:pt x="38" y="382"/>
                      <a:pt x="38" y="382"/>
                    </a:cubicBezTo>
                    <a:cubicBezTo>
                      <a:pt x="35" y="379"/>
                      <a:pt x="35" y="379"/>
                      <a:pt x="35" y="379"/>
                    </a:cubicBezTo>
                    <a:cubicBezTo>
                      <a:pt x="21" y="379"/>
                      <a:pt x="21" y="379"/>
                      <a:pt x="21" y="379"/>
                    </a:cubicBezTo>
                    <a:cubicBezTo>
                      <a:pt x="20" y="378"/>
                      <a:pt x="20" y="378"/>
                      <a:pt x="20" y="378"/>
                    </a:cubicBezTo>
                    <a:cubicBezTo>
                      <a:pt x="22" y="361"/>
                      <a:pt x="22" y="361"/>
                      <a:pt x="22" y="361"/>
                    </a:cubicBezTo>
                    <a:cubicBezTo>
                      <a:pt x="41" y="358"/>
                      <a:pt x="41" y="358"/>
                      <a:pt x="41" y="358"/>
                    </a:cubicBezTo>
                    <a:cubicBezTo>
                      <a:pt x="43" y="344"/>
                      <a:pt x="45" y="329"/>
                      <a:pt x="45" y="329"/>
                    </a:cubicBezTo>
                    <a:cubicBezTo>
                      <a:pt x="89" y="320"/>
                      <a:pt x="89" y="320"/>
                      <a:pt x="89" y="320"/>
                    </a:cubicBezTo>
                    <a:cubicBezTo>
                      <a:pt x="92" y="323"/>
                      <a:pt x="92" y="323"/>
                      <a:pt x="92" y="323"/>
                    </a:cubicBezTo>
                    <a:cubicBezTo>
                      <a:pt x="92" y="323"/>
                      <a:pt x="88" y="340"/>
                      <a:pt x="84" y="358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111" y="359"/>
                      <a:pt x="111" y="359"/>
                      <a:pt x="111" y="359"/>
                    </a:cubicBezTo>
                    <a:cubicBezTo>
                      <a:pt x="108" y="379"/>
                      <a:pt x="108" y="379"/>
                      <a:pt x="108" y="379"/>
                    </a:cubicBezTo>
                    <a:cubicBezTo>
                      <a:pt x="83" y="379"/>
                      <a:pt x="83" y="379"/>
                      <a:pt x="83" y="379"/>
                    </a:cubicBezTo>
                    <a:cubicBezTo>
                      <a:pt x="80" y="381"/>
                      <a:pt x="80" y="381"/>
                      <a:pt x="80" y="381"/>
                    </a:cubicBezTo>
                    <a:cubicBezTo>
                      <a:pt x="71" y="431"/>
                      <a:pt x="71" y="431"/>
                      <a:pt x="71" y="431"/>
                    </a:cubicBezTo>
                    <a:cubicBezTo>
                      <a:pt x="70" y="436"/>
                      <a:pt x="72" y="439"/>
                      <a:pt x="76" y="439"/>
                    </a:cubicBezTo>
                    <a:cubicBezTo>
                      <a:pt x="79" y="439"/>
                      <a:pt x="83" y="436"/>
                      <a:pt x="91" y="427"/>
                    </a:cubicBezTo>
                    <a:cubicBezTo>
                      <a:pt x="97" y="428"/>
                      <a:pt x="97" y="428"/>
                      <a:pt x="97" y="428"/>
                    </a:cubicBezTo>
                    <a:cubicBezTo>
                      <a:pt x="102" y="441"/>
                      <a:pt x="102" y="441"/>
                      <a:pt x="102" y="441"/>
                    </a:cubicBezTo>
                    <a:cubicBezTo>
                      <a:pt x="85" y="466"/>
                      <a:pt x="68" y="481"/>
                      <a:pt x="61" y="481"/>
                    </a:cubicBezTo>
                    <a:close/>
                    <a:moveTo>
                      <a:pt x="152" y="481"/>
                    </a:moveTo>
                    <a:cubicBezTo>
                      <a:pt x="140" y="481"/>
                      <a:pt x="129" y="478"/>
                      <a:pt x="122" y="471"/>
                    </a:cubicBezTo>
                    <a:cubicBezTo>
                      <a:pt x="111" y="463"/>
                      <a:pt x="105" y="449"/>
                      <a:pt x="105" y="430"/>
                    </a:cubicBezTo>
                    <a:cubicBezTo>
                      <a:pt x="105" y="409"/>
                      <a:pt x="111" y="391"/>
                      <a:pt x="122" y="377"/>
                    </a:cubicBezTo>
                    <a:cubicBezTo>
                      <a:pt x="134" y="361"/>
                      <a:pt x="153" y="352"/>
                      <a:pt x="176" y="352"/>
                    </a:cubicBezTo>
                    <a:cubicBezTo>
                      <a:pt x="206" y="352"/>
                      <a:pt x="223" y="369"/>
                      <a:pt x="223" y="401"/>
                    </a:cubicBezTo>
                    <a:cubicBezTo>
                      <a:pt x="223" y="450"/>
                      <a:pt x="195" y="481"/>
                      <a:pt x="152" y="481"/>
                    </a:cubicBezTo>
                    <a:close/>
                    <a:moveTo>
                      <a:pt x="152" y="481"/>
                    </a:moveTo>
                    <a:cubicBezTo>
                      <a:pt x="152" y="481"/>
                      <a:pt x="152" y="481"/>
                      <a:pt x="152" y="48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2" name="Freeform 58"/>
              <p:cNvSpPr>
                <a:spLocks noEditPoints="1"/>
              </p:cNvSpPr>
              <p:nvPr userDrawn="1"/>
            </p:nvSpPr>
            <p:spPr bwMode="auto">
              <a:xfrm>
                <a:off x="1298" y="748"/>
                <a:ext cx="389" cy="1223"/>
              </a:xfrm>
              <a:custGeom>
                <a:avLst/>
                <a:gdLst>
                  <a:gd name="T0" fmla="*/ 149 w 389"/>
                  <a:gd name="T1" fmla="*/ 648 h 1223"/>
                  <a:gd name="T2" fmla="*/ 153 w 389"/>
                  <a:gd name="T3" fmla="*/ 590 h 1223"/>
                  <a:gd name="T4" fmla="*/ 181 w 389"/>
                  <a:gd name="T5" fmla="*/ 588 h 1223"/>
                  <a:gd name="T6" fmla="*/ 182 w 389"/>
                  <a:gd name="T7" fmla="*/ 567 h 1223"/>
                  <a:gd name="T8" fmla="*/ 165 w 389"/>
                  <a:gd name="T9" fmla="*/ 532 h 1223"/>
                  <a:gd name="T10" fmla="*/ 118 w 389"/>
                  <a:gd name="T11" fmla="*/ 538 h 1223"/>
                  <a:gd name="T12" fmla="*/ 95 w 389"/>
                  <a:gd name="T13" fmla="*/ 570 h 1223"/>
                  <a:gd name="T14" fmla="*/ 94 w 389"/>
                  <a:gd name="T15" fmla="*/ 589 h 1223"/>
                  <a:gd name="T16" fmla="*/ 111 w 389"/>
                  <a:gd name="T17" fmla="*/ 591 h 1223"/>
                  <a:gd name="T18" fmla="*/ 134 w 389"/>
                  <a:gd name="T19" fmla="*/ 691 h 1223"/>
                  <a:gd name="T20" fmla="*/ 170 w 389"/>
                  <a:gd name="T21" fmla="*/ 638 h 1223"/>
                  <a:gd name="T22" fmla="*/ 249 w 389"/>
                  <a:gd name="T23" fmla="*/ 561 h 1223"/>
                  <a:gd name="T24" fmla="*/ 178 w 389"/>
                  <a:gd name="T25" fmla="*/ 639 h 1223"/>
                  <a:gd name="T26" fmla="*/ 225 w 389"/>
                  <a:gd name="T27" fmla="*/ 690 h 1223"/>
                  <a:gd name="T28" fmla="*/ 249 w 389"/>
                  <a:gd name="T29" fmla="*/ 561 h 1223"/>
                  <a:gd name="T30" fmla="*/ 225 w 389"/>
                  <a:gd name="T31" fmla="*/ 637 h 1223"/>
                  <a:gd name="T32" fmla="*/ 248 w 389"/>
                  <a:gd name="T33" fmla="*/ 618 h 1223"/>
                  <a:gd name="T34" fmla="*/ 195 w 389"/>
                  <a:gd name="T35" fmla="*/ 0 h 1223"/>
                  <a:gd name="T36" fmla="*/ 0 w 389"/>
                  <a:gd name="T37" fmla="*/ 47 h 1223"/>
                  <a:gd name="T38" fmla="*/ 389 w 389"/>
                  <a:gd name="T39" fmla="*/ 0 h 1223"/>
                  <a:gd name="T40" fmla="*/ 195 w 389"/>
                  <a:gd name="T41" fmla="*/ 1176 h 1223"/>
                  <a:gd name="T42" fmla="*/ 0 w 389"/>
                  <a:gd name="T43" fmla="*/ 1223 h 1223"/>
                  <a:gd name="T44" fmla="*/ 389 w 389"/>
                  <a:gd name="T45" fmla="*/ 1176 h 1223"/>
                  <a:gd name="T46" fmla="*/ 319 w 389"/>
                  <a:gd name="T47" fmla="*/ 98 h 1223"/>
                  <a:gd name="T48" fmla="*/ 69 w 389"/>
                  <a:gd name="T49" fmla="*/ 106 h 1223"/>
                  <a:gd name="T50" fmla="*/ 319 w 389"/>
                  <a:gd name="T51" fmla="*/ 113 h 1223"/>
                  <a:gd name="T52" fmla="*/ 319 w 389"/>
                  <a:gd name="T53" fmla="*/ 98 h 1223"/>
                  <a:gd name="T54" fmla="*/ 76 w 389"/>
                  <a:gd name="T55" fmla="*/ 150 h 1223"/>
                  <a:gd name="T56" fmla="*/ 76 w 389"/>
                  <a:gd name="T57" fmla="*/ 165 h 1223"/>
                  <a:gd name="T58" fmla="*/ 327 w 389"/>
                  <a:gd name="T59" fmla="*/ 158 h 1223"/>
                  <a:gd name="T60" fmla="*/ 319 w 389"/>
                  <a:gd name="T61" fmla="*/ 1061 h 1223"/>
                  <a:gd name="T62" fmla="*/ 69 w 389"/>
                  <a:gd name="T63" fmla="*/ 1068 h 1223"/>
                  <a:gd name="T64" fmla="*/ 319 w 389"/>
                  <a:gd name="T65" fmla="*/ 1076 h 1223"/>
                  <a:gd name="T66" fmla="*/ 319 w 389"/>
                  <a:gd name="T67" fmla="*/ 1061 h 1223"/>
                  <a:gd name="T68" fmla="*/ 76 w 389"/>
                  <a:gd name="T69" fmla="*/ 1112 h 1223"/>
                  <a:gd name="T70" fmla="*/ 76 w 389"/>
                  <a:gd name="T71" fmla="*/ 1127 h 1223"/>
                  <a:gd name="T72" fmla="*/ 327 w 389"/>
                  <a:gd name="T73" fmla="*/ 1120 h 1223"/>
                  <a:gd name="T74" fmla="*/ 319 w 389"/>
                  <a:gd name="T75" fmla="*/ 111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9" h="1223">
                    <a:moveTo>
                      <a:pt x="164" y="637"/>
                    </a:moveTo>
                    <a:cubicBezTo>
                      <a:pt x="156" y="646"/>
                      <a:pt x="152" y="648"/>
                      <a:pt x="149" y="648"/>
                    </a:cubicBezTo>
                    <a:cubicBezTo>
                      <a:pt x="145" y="648"/>
                      <a:pt x="143" y="646"/>
                      <a:pt x="144" y="640"/>
                    </a:cubicBezTo>
                    <a:cubicBezTo>
                      <a:pt x="153" y="590"/>
                      <a:pt x="153" y="590"/>
                      <a:pt x="153" y="590"/>
                    </a:cubicBezTo>
                    <a:cubicBezTo>
                      <a:pt x="156" y="588"/>
                      <a:pt x="156" y="588"/>
                      <a:pt x="156" y="588"/>
                    </a:cubicBezTo>
                    <a:cubicBezTo>
                      <a:pt x="181" y="588"/>
                      <a:pt x="181" y="588"/>
                      <a:pt x="181" y="588"/>
                    </a:cubicBezTo>
                    <a:cubicBezTo>
                      <a:pt x="184" y="569"/>
                      <a:pt x="184" y="569"/>
                      <a:pt x="184" y="569"/>
                    </a:cubicBezTo>
                    <a:cubicBezTo>
                      <a:pt x="182" y="567"/>
                      <a:pt x="182" y="567"/>
                      <a:pt x="182" y="567"/>
                    </a:cubicBezTo>
                    <a:cubicBezTo>
                      <a:pt x="157" y="567"/>
                      <a:pt x="157" y="567"/>
                      <a:pt x="157" y="567"/>
                    </a:cubicBezTo>
                    <a:cubicBezTo>
                      <a:pt x="161" y="550"/>
                      <a:pt x="165" y="532"/>
                      <a:pt x="165" y="532"/>
                    </a:cubicBezTo>
                    <a:cubicBezTo>
                      <a:pt x="162" y="529"/>
                      <a:pt x="162" y="529"/>
                      <a:pt x="162" y="529"/>
                    </a:cubicBezTo>
                    <a:cubicBezTo>
                      <a:pt x="118" y="538"/>
                      <a:pt x="118" y="538"/>
                      <a:pt x="118" y="538"/>
                    </a:cubicBezTo>
                    <a:cubicBezTo>
                      <a:pt x="118" y="538"/>
                      <a:pt x="116" y="554"/>
                      <a:pt x="114" y="567"/>
                    </a:cubicBezTo>
                    <a:cubicBezTo>
                      <a:pt x="95" y="570"/>
                      <a:pt x="95" y="570"/>
                      <a:pt x="95" y="570"/>
                    </a:cubicBezTo>
                    <a:cubicBezTo>
                      <a:pt x="93" y="588"/>
                      <a:pt x="93" y="588"/>
                      <a:pt x="93" y="588"/>
                    </a:cubicBezTo>
                    <a:cubicBezTo>
                      <a:pt x="94" y="589"/>
                      <a:pt x="94" y="589"/>
                      <a:pt x="94" y="589"/>
                    </a:cubicBezTo>
                    <a:cubicBezTo>
                      <a:pt x="108" y="589"/>
                      <a:pt x="108" y="589"/>
                      <a:pt x="108" y="589"/>
                    </a:cubicBezTo>
                    <a:cubicBezTo>
                      <a:pt x="111" y="591"/>
                      <a:pt x="111" y="591"/>
                      <a:pt x="111" y="591"/>
                    </a:cubicBezTo>
                    <a:cubicBezTo>
                      <a:pt x="99" y="656"/>
                      <a:pt x="99" y="656"/>
                      <a:pt x="99" y="656"/>
                    </a:cubicBezTo>
                    <a:cubicBezTo>
                      <a:pt x="97" y="678"/>
                      <a:pt x="109" y="691"/>
                      <a:pt x="134" y="691"/>
                    </a:cubicBezTo>
                    <a:cubicBezTo>
                      <a:pt x="141" y="691"/>
                      <a:pt x="158" y="675"/>
                      <a:pt x="175" y="651"/>
                    </a:cubicBezTo>
                    <a:cubicBezTo>
                      <a:pt x="170" y="638"/>
                      <a:pt x="170" y="638"/>
                      <a:pt x="170" y="638"/>
                    </a:cubicBezTo>
                    <a:lnTo>
                      <a:pt x="164" y="637"/>
                    </a:lnTo>
                    <a:close/>
                    <a:moveTo>
                      <a:pt x="249" y="561"/>
                    </a:moveTo>
                    <a:cubicBezTo>
                      <a:pt x="226" y="561"/>
                      <a:pt x="207" y="570"/>
                      <a:pt x="195" y="586"/>
                    </a:cubicBezTo>
                    <a:cubicBezTo>
                      <a:pt x="184" y="600"/>
                      <a:pt x="178" y="618"/>
                      <a:pt x="178" y="639"/>
                    </a:cubicBezTo>
                    <a:cubicBezTo>
                      <a:pt x="178" y="658"/>
                      <a:pt x="184" y="672"/>
                      <a:pt x="195" y="680"/>
                    </a:cubicBezTo>
                    <a:cubicBezTo>
                      <a:pt x="202" y="687"/>
                      <a:pt x="213" y="690"/>
                      <a:pt x="225" y="690"/>
                    </a:cubicBezTo>
                    <a:cubicBezTo>
                      <a:pt x="268" y="690"/>
                      <a:pt x="296" y="659"/>
                      <a:pt x="296" y="610"/>
                    </a:cubicBezTo>
                    <a:cubicBezTo>
                      <a:pt x="296" y="579"/>
                      <a:pt x="279" y="561"/>
                      <a:pt x="249" y="561"/>
                    </a:cubicBezTo>
                    <a:close/>
                    <a:moveTo>
                      <a:pt x="235" y="663"/>
                    </a:moveTo>
                    <a:cubicBezTo>
                      <a:pt x="228" y="663"/>
                      <a:pt x="225" y="654"/>
                      <a:pt x="225" y="637"/>
                    </a:cubicBezTo>
                    <a:cubicBezTo>
                      <a:pt x="225" y="609"/>
                      <a:pt x="230" y="592"/>
                      <a:pt x="239" y="592"/>
                    </a:cubicBezTo>
                    <a:cubicBezTo>
                      <a:pt x="246" y="592"/>
                      <a:pt x="248" y="599"/>
                      <a:pt x="248" y="618"/>
                    </a:cubicBezTo>
                    <a:cubicBezTo>
                      <a:pt x="248" y="649"/>
                      <a:pt x="245" y="663"/>
                      <a:pt x="235" y="663"/>
                    </a:cubicBez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89" y="47"/>
                      <a:pt x="389" y="47"/>
                      <a:pt x="389" y="47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76"/>
                    </a:moveTo>
                    <a:cubicBezTo>
                      <a:pt x="0" y="1176"/>
                      <a:pt x="0" y="1176"/>
                      <a:pt x="0" y="1176"/>
                    </a:cubicBezTo>
                    <a:cubicBezTo>
                      <a:pt x="0" y="1223"/>
                      <a:pt x="0" y="1223"/>
                      <a:pt x="0" y="1223"/>
                    </a:cubicBezTo>
                    <a:cubicBezTo>
                      <a:pt x="389" y="1223"/>
                      <a:pt x="389" y="1223"/>
                      <a:pt x="389" y="1223"/>
                    </a:cubicBezTo>
                    <a:cubicBezTo>
                      <a:pt x="389" y="1176"/>
                      <a:pt x="389" y="1176"/>
                      <a:pt x="389" y="1176"/>
                    </a:cubicBezTo>
                    <a:lnTo>
                      <a:pt x="195" y="1176"/>
                    </a:lnTo>
                    <a:close/>
                    <a:moveTo>
                      <a:pt x="319" y="98"/>
                    </a:moveTo>
                    <a:cubicBezTo>
                      <a:pt x="76" y="98"/>
                      <a:pt x="76" y="98"/>
                      <a:pt x="76" y="98"/>
                    </a:cubicBezTo>
                    <a:cubicBezTo>
                      <a:pt x="72" y="98"/>
                      <a:pt x="69" y="102"/>
                      <a:pt x="69" y="106"/>
                    </a:cubicBezTo>
                    <a:cubicBezTo>
                      <a:pt x="69" y="110"/>
                      <a:pt x="72" y="113"/>
                      <a:pt x="76" y="113"/>
                    </a:cubicBezTo>
                    <a:cubicBezTo>
                      <a:pt x="319" y="113"/>
                      <a:pt x="319" y="113"/>
                      <a:pt x="319" y="113"/>
                    </a:cubicBezTo>
                    <a:cubicBezTo>
                      <a:pt x="323" y="113"/>
                      <a:pt x="327" y="110"/>
                      <a:pt x="327" y="106"/>
                    </a:cubicBezTo>
                    <a:cubicBezTo>
                      <a:pt x="327" y="102"/>
                      <a:pt x="323" y="98"/>
                      <a:pt x="319" y="98"/>
                    </a:cubicBezTo>
                    <a:close/>
                    <a:moveTo>
                      <a:pt x="319" y="150"/>
                    </a:moveTo>
                    <a:cubicBezTo>
                      <a:pt x="76" y="150"/>
                      <a:pt x="76" y="150"/>
                      <a:pt x="76" y="150"/>
                    </a:cubicBezTo>
                    <a:cubicBezTo>
                      <a:pt x="72" y="150"/>
                      <a:pt x="69" y="153"/>
                      <a:pt x="69" y="158"/>
                    </a:cubicBezTo>
                    <a:cubicBezTo>
                      <a:pt x="69" y="162"/>
                      <a:pt x="72" y="165"/>
                      <a:pt x="76" y="165"/>
                    </a:cubicBezTo>
                    <a:cubicBezTo>
                      <a:pt x="319" y="165"/>
                      <a:pt x="319" y="165"/>
                      <a:pt x="319" y="165"/>
                    </a:cubicBezTo>
                    <a:cubicBezTo>
                      <a:pt x="323" y="165"/>
                      <a:pt x="327" y="162"/>
                      <a:pt x="327" y="158"/>
                    </a:cubicBezTo>
                    <a:cubicBezTo>
                      <a:pt x="327" y="153"/>
                      <a:pt x="323" y="150"/>
                      <a:pt x="319" y="150"/>
                    </a:cubicBezTo>
                    <a:close/>
                    <a:moveTo>
                      <a:pt x="319" y="1061"/>
                    </a:moveTo>
                    <a:cubicBezTo>
                      <a:pt x="76" y="1061"/>
                      <a:pt x="76" y="1061"/>
                      <a:pt x="76" y="1061"/>
                    </a:cubicBezTo>
                    <a:cubicBezTo>
                      <a:pt x="72" y="1061"/>
                      <a:pt x="69" y="1064"/>
                      <a:pt x="69" y="1068"/>
                    </a:cubicBezTo>
                    <a:cubicBezTo>
                      <a:pt x="69" y="1072"/>
                      <a:pt x="72" y="1076"/>
                      <a:pt x="76" y="1076"/>
                    </a:cubicBezTo>
                    <a:cubicBezTo>
                      <a:pt x="319" y="1076"/>
                      <a:pt x="319" y="1076"/>
                      <a:pt x="319" y="1076"/>
                    </a:cubicBezTo>
                    <a:cubicBezTo>
                      <a:pt x="323" y="1076"/>
                      <a:pt x="327" y="1072"/>
                      <a:pt x="327" y="1068"/>
                    </a:cubicBezTo>
                    <a:cubicBezTo>
                      <a:pt x="327" y="1064"/>
                      <a:pt x="323" y="1061"/>
                      <a:pt x="319" y="1061"/>
                    </a:cubicBezTo>
                    <a:close/>
                    <a:moveTo>
                      <a:pt x="319" y="1112"/>
                    </a:moveTo>
                    <a:cubicBezTo>
                      <a:pt x="76" y="1112"/>
                      <a:pt x="76" y="1112"/>
                      <a:pt x="76" y="1112"/>
                    </a:cubicBezTo>
                    <a:cubicBezTo>
                      <a:pt x="72" y="1112"/>
                      <a:pt x="69" y="1116"/>
                      <a:pt x="69" y="1120"/>
                    </a:cubicBezTo>
                    <a:cubicBezTo>
                      <a:pt x="69" y="1124"/>
                      <a:pt x="72" y="1127"/>
                      <a:pt x="76" y="1127"/>
                    </a:cubicBezTo>
                    <a:cubicBezTo>
                      <a:pt x="319" y="1127"/>
                      <a:pt x="319" y="1127"/>
                      <a:pt x="319" y="1127"/>
                    </a:cubicBezTo>
                    <a:cubicBezTo>
                      <a:pt x="323" y="1127"/>
                      <a:pt x="327" y="1124"/>
                      <a:pt x="327" y="1120"/>
                    </a:cubicBezTo>
                    <a:cubicBezTo>
                      <a:pt x="327" y="1116"/>
                      <a:pt x="323" y="1112"/>
                      <a:pt x="319" y="1112"/>
                    </a:cubicBezTo>
                    <a:close/>
                    <a:moveTo>
                      <a:pt x="319" y="1112"/>
                    </a:moveTo>
                    <a:cubicBezTo>
                      <a:pt x="319" y="1112"/>
                      <a:pt x="319" y="1112"/>
                      <a:pt x="319" y="1112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3" name="Freeform 59"/>
              <p:cNvSpPr>
                <a:spLocks noEditPoints="1"/>
              </p:cNvSpPr>
              <p:nvPr userDrawn="1"/>
            </p:nvSpPr>
            <p:spPr bwMode="auto">
              <a:xfrm>
                <a:off x="1915" y="892"/>
                <a:ext cx="418" cy="962"/>
              </a:xfrm>
              <a:custGeom>
                <a:avLst/>
                <a:gdLst>
                  <a:gd name="T0" fmla="*/ 165 w 419"/>
                  <a:gd name="T1" fmla="*/ 71 h 962"/>
                  <a:gd name="T2" fmla="*/ 172 w 419"/>
                  <a:gd name="T3" fmla="*/ 96 h 962"/>
                  <a:gd name="T4" fmla="*/ 419 w 419"/>
                  <a:gd name="T5" fmla="*/ 962 h 962"/>
                  <a:gd name="T6" fmla="*/ 145 w 419"/>
                  <a:gd name="T7" fmla="*/ 0 h 962"/>
                  <a:gd name="T8" fmla="*/ 144 w 419"/>
                  <a:gd name="T9" fmla="*/ 0 h 962"/>
                  <a:gd name="T10" fmla="*/ 165 w 419"/>
                  <a:gd name="T11" fmla="*/ 71 h 962"/>
                  <a:gd name="T12" fmla="*/ 1 w 419"/>
                  <a:gd name="T13" fmla="*/ 232 h 962"/>
                  <a:gd name="T14" fmla="*/ 11 w 419"/>
                  <a:gd name="T15" fmla="*/ 238 h 962"/>
                  <a:gd name="T16" fmla="*/ 6 w 419"/>
                  <a:gd name="T17" fmla="*/ 223 h 962"/>
                  <a:gd name="T18" fmla="*/ 1 w 419"/>
                  <a:gd name="T19" fmla="*/ 232 h 962"/>
                  <a:gd name="T20" fmla="*/ 1 w 419"/>
                  <a:gd name="T21" fmla="*/ 232 h 962"/>
                  <a:gd name="T22" fmla="*/ 1 w 419"/>
                  <a:gd name="T23" fmla="*/ 232 h 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9" h="962">
                    <a:moveTo>
                      <a:pt x="165" y="71"/>
                    </a:moveTo>
                    <a:cubicBezTo>
                      <a:pt x="172" y="96"/>
                      <a:pt x="172" y="96"/>
                      <a:pt x="172" y="96"/>
                    </a:cubicBezTo>
                    <a:cubicBezTo>
                      <a:pt x="419" y="962"/>
                      <a:pt x="419" y="962"/>
                      <a:pt x="419" y="96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65" y="71"/>
                      <a:pt x="165" y="71"/>
                      <a:pt x="165" y="71"/>
                    </a:cubicBezTo>
                    <a:close/>
                    <a:moveTo>
                      <a:pt x="1" y="232"/>
                    </a:moveTo>
                    <a:cubicBezTo>
                      <a:pt x="2" y="235"/>
                      <a:pt x="6" y="237"/>
                      <a:pt x="11" y="238"/>
                    </a:cubicBezTo>
                    <a:cubicBezTo>
                      <a:pt x="6" y="223"/>
                      <a:pt x="6" y="223"/>
                      <a:pt x="6" y="223"/>
                    </a:cubicBezTo>
                    <a:cubicBezTo>
                      <a:pt x="2" y="225"/>
                      <a:pt x="0" y="228"/>
                      <a:pt x="1" y="232"/>
                    </a:cubicBezTo>
                    <a:close/>
                    <a:moveTo>
                      <a:pt x="1" y="232"/>
                    </a:moveTo>
                    <a:cubicBezTo>
                      <a:pt x="1" y="232"/>
                      <a:pt x="1" y="232"/>
                      <a:pt x="1" y="232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4" name="Freeform 60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5" name="Freeform 61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moveTo>
                      <a:pt x="2" y="0"/>
                    </a:move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6" name="Rectangle 62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7" name="Rectangle 63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8" name="Rectangle 64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9" name="Rectangle 65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0" name="Rectangle 66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1" name="Rectangle 67"/>
              <p:cNvSpPr>
                <a:spLocks noChangeArrowheads="1"/>
              </p:cNvSpPr>
              <p:nvPr userDrawn="1"/>
            </p:nvSpPr>
            <p:spPr bwMode="auto">
              <a:xfrm>
                <a:off x="1955" y="1245"/>
                <a:ext cx="1" cy="62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2" name="Rectangle 68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3" name="Rectangle 69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4" name="Rectangle 70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5" name="Rectangle 71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6" name="Rectangle 72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7" name="Rectangle 73"/>
              <p:cNvSpPr>
                <a:spLocks noChangeArrowheads="1"/>
              </p:cNvSpPr>
              <p:nvPr userDrawn="1"/>
            </p:nvSpPr>
            <p:spPr bwMode="auto">
              <a:xfrm>
                <a:off x="1958" y="1245"/>
                <a:ext cx="1" cy="62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8" name="Rectangle 74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9" name="Rectangle 75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0" name="Rectangle 76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1" name="Rectangle 77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2" name="Rectangle 78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3" name="Rectangle 79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4" name="Rectangle 80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5" name="Rectangle 81"/>
              <p:cNvSpPr>
                <a:spLocks noChangeArrowheads="1"/>
              </p:cNvSpPr>
              <p:nvPr userDrawn="1"/>
            </p:nvSpPr>
            <p:spPr bwMode="auto">
              <a:xfrm>
                <a:off x="1962" y="1245"/>
                <a:ext cx="1" cy="62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6" name="Rectangle 82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" name="Rectangle 83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" name="Rectangle 84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" name="Rectangle 85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" name="Rectangle 86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" name="Rectangle 87"/>
              <p:cNvSpPr>
                <a:spLocks noChangeArrowheads="1"/>
              </p:cNvSpPr>
              <p:nvPr userDrawn="1"/>
            </p:nvSpPr>
            <p:spPr bwMode="auto">
              <a:xfrm>
                <a:off x="1965" y="1245"/>
                <a:ext cx="1" cy="62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" name="Rectangle 88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" name="Rectangle 89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4" name="Rectangle 90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5" name="Rectangle 91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6" name="Rectangle 92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7" name="Rectangle 93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8" name="Rectangle 94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9" name="Rectangle 95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0" name="Rectangle 96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1" name="Rectangle 97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2" name="Rectangle 98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3" name="Rectangle 99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4" name="Rectangle 100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5" name="Rectangle 101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6" name="Rectangle 102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7" name="Rectangle 103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8" name="Rectangle 104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9" name="Rectangle 105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0" name="Rectangle 106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1" name="Rectangle 107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2" name="Rectangle 108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3" name="Rectangle 109"/>
              <p:cNvSpPr>
                <a:spLocks noChangeArrowheads="1"/>
              </p:cNvSpPr>
              <p:nvPr userDrawn="1"/>
            </p:nvSpPr>
            <p:spPr bwMode="auto">
              <a:xfrm>
                <a:off x="1976" y="1245"/>
                <a:ext cx="1" cy="62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4" name="Freeform 110"/>
              <p:cNvSpPr>
                <a:spLocks noEditPoints="1"/>
              </p:cNvSpPr>
              <p:nvPr userDrawn="1"/>
            </p:nvSpPr>
            <p:spPr bwMode="auto">
              <a:xfrm>
                <a:off x="2118" y="1803"/>
                <a:ext cx="238" cy="130"/>
              </a:xfrm>
              <a:custGeom>
                <a:avLst/>
                <a:gdLst>
                  <a:gd name="T0" fmla="*/ 6 w 239"/>
                  <a:gd name="T1" fmla="*/ 22 h 130"/>
                  <a:gd name="T2" fmla="*/ 0 w 239"/>
                  <a:gd name="T3" fmla="*/ 0 h 130"/>
                  <a:gd name="T4" fmla="*/ 5 w 239"/>
                  <a:gd name="T5" fmla="*/ 20 h 130"/>
                  <a:gd name="T6" fmla="*/ 6 w 239"/>
                  <a:gd name="T7" fmla="*/ 22 h 130"/>
                  <a:gd name="T8" fmla="*/ 239 w 239"/>
                  <a:gd name="T9" fmla="*/ 130 h 130"/>
                  <a:gd name="T10" fmla="*/ 223 w 239"/>
                  <a:gd name="T11" fmla="*/ 76 h 130"/>
                  <a:gd name="T12" fmla="*/ 239 w 239"/>
                  <a:gd name="T13" fmla="*/ 130 h 130"/>
                  <a:gd name="T14" fmla="*/ 239 w 239"/>
                  <a:gd name="T15" fmla="*/ 130 h 130"/>
                  <a:gd name="T16" fmla="*/ 239 w 239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30">
                    <a:moveTo>
                      <a:pt x="6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3" y="13"/>
                      <a:pt x="5" y="20"/>
                    </a:cubicBezTo>
                    <a:cubicBezTo>
                      <a:pt x="5" y="21"/>
                      <a:pt x="6" y="21"/>
                      <a:pt x="6" y="22"/>
                    </a:cubicBezTo>
                    <a:close/>
                    <a:moveTo>
                      <a:pt x="239" y="130"/>
                    </a:moveTo>
                    <a:cubicBezTo>
                      <a:pt x="223" y="76"/>
                      <a:pt x="223" y="76"/>
                      <a:pt x="223" y="76"/>
                    </a:cubicBezTo>
                    <a:lnTo>
                      <a:pt x="239" y="130"/>
                    </a:lnTo>
                    <a:close/>
                    <a:moveTo>
                      <a:pt x="239" y="130"/>
                    </a:moveTo>
                    <a:cubicBezTo>
                      <a:pt x="239" y="130"/>
                      <a:pt x="239" y="130"/>
                      <a:pt x="239" y="130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5" name="Freeform 111"/>
              <p:cNvSpPr>
                <a:spLocks noEditPoints="1"/>
              </p:cNvSpPr>
              <p:nvPr userDrawn="1"/>
            </p:nvSpPr>
            <p:spPr bwMode="auto">
              <a:xfrm>
                <a:off x="1881" y="963"/>
                <a:ext cx="459" cy="916"/>
              </a:xfrm>
              <a:custGeom>
                <a:avLst/>
                <a:gdLst>
                  <a:gd name="T0" fmla="*/ 206 w 460"/>
                  <a:gd name="T1" fmla="*/ 25 h 916"/>
                  <a:gd name="T2" fmla="*/ 199 w 460"/>
                  <a:gd name="T3" fmla="*/ 0 h 916"/>
                  <a:gd name="T4" fmla="*/ 199 w 460"/>
                  <a:gd name="T5" fmla="*/ 0 h 916"/>
                  <a:gd name="T6" fmla="*/ 206 w 460"/>
                  <a:gd name="T7" fmla="*/ 25 h 916"/>
                  <a:gd name="T8" fmla="*/ 460 w 460"/>
                  <a:gd name="T9" fmla="*/ 916 h 916"/>
                  <a:gd name="T10" fmla="*/ 453 w 460"/>
                  <a:gd name="T11" fmla="*/ 891 h 916"/>
                  <a:gd name="T12" fmla="*/ 460 w 460"/>
                  <a:gd name="T13" fmla="*/ 916 h 916"/>
                  <a:gd name="T14" fmla="*/ 453 w 460"/>
                  <a:gd name="T15" fmla="*/ 891 h 916"/>
                  <a:gd name="T16" fmla="*/ 460 w 460"/>
                  <a:gd name="T17" fmla="*/ 916 h 916"/>
                  <a:gd name="T18" fmla="*/ 453 w 460"/>
                  <a:gd name="T19" fmla="*/ 891 h 916"/>
                  <a:gd name="T20" fmla="*/ 28 w 460"/>
                  <a:gd name="T21" fmla="*/ 572 h 916"/>
                  <a:gd name="T22" fmla="*/ 42 w 460"/>
                  <a:gd name="T23" fmla="*/ 547 h 916"/>
                  <a:gd name="T24" fmla="*/ 17 w 460"/>
                  <a:gd name="T25" fmla="*/ 534 h 916"/>
                  <a:gd name="T26" fmla="*/ 3 w 460"/>
                  <a:gd name="T27" fmla="*/ 558 h 916"/>
                  <a:gd name="T28" fmla="*/ 28 w 460"/>
                  <a:gd name="T29" fmla="*/ 572 h 916"/>
                  <a:gd name="T30" fmla="*/ 28 w 460"/>
                  <a:gd name="T31" fmla="*/ 572 h 916"/>
                  <a:gd name="T32" fmla="*/ 28 w 460"/>
                  <a:gd name="T33" fmla="*/ 572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0" h="916">
                    <a:moveTo>
                      <a:pt x="206" y="25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206" y="25"/>
                    </a:lnTo>
                    <a:close/>
                    <a:moveTo>
                      <a:pt x="460" y="916"/>
                    </a:moveTo>
                    <a:cubicBezTo>
                      <a:pt x="453" y="891"/>
                      <a:pt x="453" y="891"/>
                      <a:pt x="453" y="891"/>
                    </a:cubicBezTo>
                    <a:lnTo>
                      <a:pt x="460" y="916"/>
                    </a:lnTo>
                    <a:close/>
                    <a:moveTo>
                      <a:pt x="453" y="891"/>
                    </a:moveTo>
                    <a:cubicBezTo>
                      <a:pt x="460" y="916"/>
                      <a:pt x="460" y="916"/>
                      <a:pt x="460" y="916"/>
                    </a:cubicBezTo>
                    <a:lnTo>
                      <a:pt x="453" y="891"/>
                    </a:lnTo>
                    <a:close/>
                    <a:moveTo>
                      <a:pt x="28" y="572"/>
                    </a:moveTo>
                    <a:cubicBezTo>
                      <a:pt x="39" y="569"/>
                      <a:pt x="45" y="558"/>
                      <a:pt x="42" y="547"/>
                    </a:cubicBezTo>
                    <a:cubicBezTo>
                      <a:pt x="39" y="537"/>
                      <a:pt x="28" y="531"/>
                      <a:pt x="17" y="534"/>
                    </a:cubicBezTo>
                    <a:cubicBezTo>
                      <a:pt x="6" y="537"/>
                      <a:pt x="0" y="548"/>
                      <a:pt x="3" y="558"/>
                    </a:cubicBezTo>
                    <a:cubicBezTo>
                      <a:pt x="6" y="569"/>
                      <a:pt x="17" y="575"/>
                      <a:pt x="28" y="572"/>
                    </a:cubicBezTo>
                    <a:close/>
                    <a:moveTo>
                      <a:pt x="28" y="572"/>
                    </a:moveTo>
                    <a:cubicBezTo>
                      <a:pt x="28" y="572"/>
                      <a:pt x="28" y="572"/>
                      <a:pt x="28" y="5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112"/>
              <p:cNvSpPr>
                <a:spLocks noEditPoints="1"/>
              </p:cNvSpPr>
              <p:nvPr userDrawn="1"/>
            </p:nvSpPr>
            <p:spPr bwMode="auto">
              <a:xfrm>
                <a:off x="1789" y="1136"/>
                <a:ext cx="229" cy="760"/>
              </a:xfrm>
              <a:custGeom>
                <a:avLst/>
                <a:gdLst>
                  <a:gd name="T0" fmla="*/ 99 w 229"/>
                  <a:gd name="T1" fmla="*/ 328 h 760"/>
                  <a:gd name="T2" fmla="*/ 104 w 229"/>
                  <a:gd name="T3" fmla="*/ 319 h 760"/>
                  <a:gd name="T4" fmla="*/ 15 w 229"/>
                  <a:gd name="T5" fmla="*/ 7 h 760"/>
                  <a:gd name="T6" fmla="*/ 6 w 229"/>
                  <a:gd name="T7" fmla="*/ 2 h 760"/>
                  <a:gd name="T8" fmla="*/ 1 w 229"/>
                  <a:gd name="T9" fmla="*/ 11 h 760"/>
                  <a:gd name="T10" fmla="*/ 90 w 229"/>
                  <a:gd name="T11" fmla="*/ 323 h 760"/>
                  <a:gd name="T12" fmla="*/ 99 w 229"/>
                  <a:gd name="T13" fmla="*/ 328 h 760"/>
                  <a:gd name="T14" fmla="*/ 129 w 229"/>
                  <a:gd name="T15" fmla="*/ 432 h 760"/>
                  <a:gd name="T16" fmla="*/ 124 w 229"/>
                  <a:gd name="T17" fmla="*/ 441 h 760"/>
                  <a:gd name="T18" fmla="*/ 213 w 229"/>
                  <a:gd name="T19" fmla="*/ 753 h 760"/>
                  <a:gd name="T20" fmla="*/ 223 w 229"/>
                  <a:gd name="T21" fmla="*/ 759 h 760"/>
                  <a:gd name="T22" fmla="*/ 228 w 229"/>
                  <a:gd name="T23" fmla="*/ 749 h 760"/>
                  <a:gd name="T24" fmla="*/ 139 w 229"/>
                  <a:gd name="T25" fmla="*/ 437 h 760"/>
                  <a:gd name="T26" fmla="*/ 129 w 229"/>
                  <a:gd name="T27" fmla="*/ 432 h 760"/>
                  <a:gd name="T28" fmla="*/ 129 w 229"/>
                  <a:gd name="T29" fmla="*/ 432 h 760"/>
                  <a:gd name="T30" fmla="*/ 129 w 229"/>
                  <a:gd name="T31" fmla="*/ 432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9" h="760">
                    <a:moveTo>
                      <a:pt x="99" y="328"/>
                    </a:moveTo>
                    <a:cubicBezTo>
                      <a:pt x="103" y="327"/>
                      <a:pt x="106" y="323"/>
                      <a:pt x="104" y="31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3"/>
                      <a:pt x="10" y="0"/>
                      <a:pt x="6" y="2"/>
                    </a:cubicBezTo>
                    <a:cubicBezTo>
                      <a:pt x="2" y="3"/>
                      <a:pt x="0" y="7"/>
                      <a:pt x="1" y="11"/>
                    </a:cubicBezTo>
                    <a:cubicBezTo>
                      <a:pt x="90" y="323"/>
                      <a:pt x="90" y="323"/>
                      <a:pt x="90" y="323"/>
                    </a:cubicBezTo>
                    <a:cubicBezTo>
                      <a:pt x="91" y="327"/>
                      <a:pt x="96" y="329"/>
                      <a:pt x="99" y="328"/>
                    </a:cubicBezTo>
                    <a:close/>
                    <a:moveTo>
                      <a:pt x="129" y="432"/>
                    </a:moveTo>
                    <a:cubicBezTo>
                      <a:pt x="125" y="433"/>
                      <a:pt x="123" y="437"/>
                      <a:pt x="124" y="441"/>
                    </a:cubicBezTo>
                    <a:cubicBezTo>
                      <a:pt x="213" y="753"/>
                      <a:pt x="213" y="753"/>
                      <a:pt x="213" y="753"/>
                    </a:cubicBezTo>
                    <a:cubicBezTo>
                      <a:pt x="215" y="757"/>
                      <a:pt x="219" y="760"/>
                      <a:pt x="223" y="759"/>
                    </a:cubicBezTo>
                    <a:cubicBezTo>
                      <a:pt x="226" y="757"/>
                      <a:pt x="229" y="753"/>
                      <a:pt x="228" y="749"/>
                    </a:cubicBezTo>
                    <a:cubicBezTo>
                      <a:pt x="139" y="437"/>
                      <a:pt x="139" y="437"/>
                      <a:pt x="139" y="437"/>
                    </a:cubicBezTo>
                    <a:cubicBezTo>
                      <a:pt x="137" y="433"/>
                      <a:pt x="133" y="431"/>
                      <a:pt x="129" y="432"/>
                    </a:cubicBezTo>
                    <a:close/>
                    <a:moveTo>
                      <a:pt x="129" y="432"/>
                    </a:moveTo>
                    <a:cubicBezTo>
                      <a:pt x="129" y="432"/>
                      <a:pt x="129" y="432"/>
                      <a:pt x="129" y="43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113"/>
              <p:cNvSpPr>
                <a:spLocks noEditPoints="1"/>
              </p:cNvSpPr>
              <p:nvPr userDrawn="1"/>
            </p:nvSpPr>
            <p:spPr bwMode="auto">
              <a:xfrm>
                <a:off x="1873" y="892"/>
                <a:ext cx="483" cy="1094"/>
              </a:xfrm>
              <a:custGeom>
                <a:avLst/>
                <a:gdLst>
                  <a:gd name="T0" fmla="*/ 186 w 484"/>
                  <a:gd name="T1" fmla="*/ 0 h 1094"/>
                  <a:gd name="T2" fmla="*/ 0 w 484"/>
                  <a:gd name="T3" fmla="*/ 53 h 1094"/>
                  <a:gd name="T4" fmla="*/ 186 w 484"/>
                  <a:gd name="T5" fmla="*/ 0 h 1094"/>
                  <a:gd name="T6" fmla="*/ 297 w 484"/>
                  <a:gd name="T7" fmla="*/ 1094 h 1094"/>
                  <a:gd name="T8" fmla="*/ 484 w 484"/>
                  <a:gd name="T9" fmla="*/ 1041 h 1094"/>
                  <a:gd name="T10" fmla="*/ 297 w 484"/>
                  <a:gd name="T11" fmla="*/ 1094 h 1094"/>
                  <a:gd name="T12" fmla="*/ 70 w 484"/>
                  <a:gd name="T13" fmla="*/ 280 h 1094"/>
                  <a:gd name="T14" fmla="*/ 63 w 484"/>
                  <a:gd name="T15" fmla="*/ 274 h 1094"/>
                  <a:gd name="T16" fmla="*/ 67 w 484"/>
                  <a:gd name="T17" fmla="*/ 287 h 1094"/>
                  <a:gd name="T18" fmla="*/ 70 w 484"/>
                  <a:gd name="T19" fmla="*/ 280 h 1094"/>
                  <a:gd name="T20" fmla="*/ 70 w 484"/>
                  <a:gd name="T21" fmla="*/ 280 h 1094"/>
                  <a:gd name="T22" fmla="*/ 70 w 484"/>
                  <a:gd name="T23" fmla="*/ 28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4" h="1094">
                    <a:moveTo>
                      <a:pt x="186" y="0"/>
                    </a:moveTo>
                    <a:cubicBezTo>
                      <a:pt x="0" y="53"/>
                      <a:pt x="0" y="53"/>
                      <a:pt x="0" y="53"/>
                    </a:cubicBezTo>
                    <a:lnTo>
                      <a:pt x="186" y="0"/>
                    </a:lnTo>
                    <a:close/>
                    <a:moveTo>
                      <a:pt x="297" y="1094"/>
                    </a:moveTo>
                    <a:cubicBezTo>
                      <a:pt x="484" y="1041"/>
                      <a:pt x="484" y="1041"/>
                      <a:pt x="484" y="1041"/>
                    </a:cubicBezTo>
                    <a:lnTo>
                      <a:pt x="297" y="1094"/>
                    </a:lnTo>
                    <a:close/>
                    <a:moveTo>
                      <a:pt x="70" y="280"/>
                    </a:moveTo>
                    <a:cubicBezTo>
                      <a:pt x="69" y="277"/>
                      <a:pt x="67" y="275"/>
                      <a:pt x="63" y="274"/>
                    </a:cubicBezTo>
                    <a:cubicBezTo>
                      <a:pt x="67" y="287"/>
                      <a:pt x="67" y="287"/>
                      <a:pt x="67" y="287"/>
                    </a:cubicBezTo>
                    <a:cubicBezTo>
                      <a:pt x="70" y="285"/>
                      <a:pt x="71" y="282"/>
                      <a:pt x="70" y="280"/>
                    </a:cubicBezTo>
                    <a:close/>
                    <a:moveTo>
                      <a:pt x="70" y="280"/>
                    </a:moveTo>
                    <a:cubicBezTo>
                      <a:pt x="70" y="280"/>
                      <a:pt x="70" y="280"/>
                      <a:pt x="70" y="280"/>
                    </a:cubicBezTo>
                  </a:path>
                </a:pathLst>
              </a:custGeom>
              <a:solidFill>
                <a:srgbClr val="E086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8" name="Rectangle 114"/>
              <p:cNvSpPr>
                <a:spLocks noChangeArrowheads="1"/>
              </p:cNvSpPr>
              <p:nvPr userDrawn="1"/>
            </p:nvSpPr>
            <p:spPr bwMode="auto">
              <a:xfrm>
                <a:off x="2057" y="163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9" name="Rectangle 115"/>
              <p:cNvSpPr>
                <a:spLocks noChangeArrowheads="1"/>
              </p:cNvSpPr>
              <p:nvPr userDrawn="1"/>
            </p:nvSpPr>
            <p:spPr bwMode="auto">
              <a:xfrm>
                <a:off x="2059" y="163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0" name="Rectangle 116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1" name="Rectangle 117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2" name="Rectangle 118"/>
              <p:cNvSpPr>
                <a:spLocks noChangeArrowheads="1"/>
              </p:cNvSpPr>
              <p:nvPr userDrawn="1"/>
            </p:nvSpPr>
            <p:spPr bwMode="auto">
              <a:xfrm>
                <a:off x="2061" y="163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3" name="Rectangle 119"/>
              <p:cNvSpPr>
                <a:spLocks noChangeArrowheads="1"/>
              </p:cNvSpPr>
              <p:nvPr userDrawn="1"/>
            </p:nvSpPr>
            <p:spPr bwMode="auto">
              <a:xfrm>
                <a:off x="2062" y="163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4" name="Rectangle 120"/>
              <p:cNvSpPr>
                <a:spLocks noChangeArrowheads="1"/>
              </p:cNvSpPr>
              <p:nvPr userDrawn="1"/>
            </p:nvSpPr>
            <p:spPr bwMode="auto">
              <a:xfrm>
                <a:off x="2063" y="163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5" name="Rectangle 121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6" name="Rectangle 122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7" name="Rectangle 123"/>
              <p:cNvSpPr>
                <a:spLocks noChangeArrowheads="1"/>
              </p:cNvSpPr>
              <p:nvPr userDrawn="1"/>
            </p:nvSpPr>
            <p:spPr bwMode="auto">
              <a:xfrm>
                <a:off x="2065" y="163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8" name="Rectangle 124"/>
              <p:cNvSpPr>
                <a:spLocks noChangeArrowheads="1"/>
              </p:cNvSpPr>
              <p:nvPr userDrawn="1"/>
            </p:nvSpPr>
            <p:spPr bwMode="auto">
              <a:xfrm>
                <a:off x="2066" y="163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9" name="Rectangle 125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0" name="Rectangle 126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1" name="Rectangle 127"/>
              <p:cNvSpPr>
                <a:spLocks noChangeArrowheads="1"/>
              </p:cNvSpPr>
              <p:nvPr userDrawn="1"/>
            </p:nvSpPr>
            <p:spPr bwMode="auto">
              <a:xfrm>
                <a:off x="2068" y="163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2" name="Rectangle 128"/>
              <p:cNvSpPr>
                <a:spLocks noChangeArrowheads="1"/>
              </p:cNvSpPr>
              <p:nvPr userDrawn="1"/>
            </p:nvSpPr>
            <p:spPr bwMode="auto">
              <a:xfrm>
                <a:off x="2069" y="163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3" name="Rectangle 129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4" name="Rectangle 130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5" name="Rectangle 131"/>
              <p:cNvSpPr>
                <a:spLocks noChangeArrowheads="1"/>
              </p:cNvSpPr>
              <p:nvPr userDrawn="1"/>
            </p:nvSpPr>
            <p:spPr bwMode="auto">
              <a:xfrm>
                <a:off x="2071" y="163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6" name="Rectangle 132"/>
              <p:cNvSpPr>
                <a:spLocks noChangeArrowheads="1"/>
              </p:cNvSpPr>
              <p:nvPr userDrawn="1"/>
            </p:nvSpPr>
            <p:spPr bwMode="auto">
              <a:xfrm>
                <a:off x="2072" y="163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7" name="Rectangle 133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8" name="Rectangle 134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9" name="Rectangle 135"/>
              <p:cNvSpPr>
                <a:spLocks noChangeArrowheads="1"/>
              </p:cNvSpPr>
              <p:nvPr userDrawn="1"/>
            </p:nvSpPr>
            <p:spPr bwMode="auto">
              <a:xfrm>
                <a:off x="2074" y="163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0" name="Rectangle 136"/>
              <p:cNvSpPr>
                <a:spLocks noChangeArrowheads="1"/>
              </p:cNvSpPr>
              <p:nvPr userDrawn="1"/>
            </p:nvSpPr>
            <p:spPr bwMode="auto">
              <a:xfrm>
                <a:off x="2075" y="163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1" name="Rectangle 137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2" name="Rectangle 138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3" name="Rectangle 139"/>
              <p:cNvSpPr>
                <a:spLocks noChangeArrowheads="1"/>
              </p:cNvSpPr>
              <p:nvPr userDrawn="1"/>
            </p:nvSpPr>
            <p:spPr bwMode="auto">
              <a:xfrm>
                <a:off x="2077" y="163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4" name="Rectangle 140"/>
              <p:cNvSpPr>
                <a:spLocks noChangeArrowheads="1"/>
              </p:cNvSpPr>
              <p:nvPr userDrawn="1"/>
            </p:nvSpPr>
            <p:spPr bwMode="auto">
              <a:xfrm>
                <a:off x="2078" y="163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5" name="Rectangle 141"/>
              <p:cNvSpPr>
                <a:spLocks noChangeArrowheads="1"/>
              </p:cNvSpPr>
              <p:nvPr userDrawn="1"/>
            </p:nvSpPr>
            <p:spPr bwMode="auto">
              <a:xfrm>
                <a:off x="2079" y="163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6" name="Rectangle 142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7" name="Rectangle 143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8" name="Rectangle 144"/>
              <p:cNvSpPr>
                <a:spLocks noChangeArrowheads="1"/>
              </p:cNvSpPr>
              <p:nvPr userDrawn="1"/>
            </p:nvSpPr>
            <p:spPr bwMode="auto">
              <a:xfrm>
                <a:off x="2081" y="163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9" name="Rectangle 145"/>
              <p:cNvSpPr>
                <a:spLocks noChangeArrowheads="1"/>
              </p:cNvSpPr>
              <p:nvPr userDrawn="1"/>
            </p:nvSpPr>
            <p:spPr bwMode="auto">
              <a:xfrm>
                <a:off x="2082" y="163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0" name="Rectangle 146"/>
              <p:cNvSpPr>
                <a:spLocks noChangeArrowheads="1"/>
              </p:cNvSpPr>
              <p:nvPr userDrawn="1"/>
            </p:nvSpPr>
            <p:spPr bwMode="auto">
              <a:xfrm>
                <a:off x="2083" y="163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1" name="Rectangle 147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2" name="Rectangle 148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3" name="Rectangle 149"/>
              <p:cNvSpPr>
                <a:spLocks noChangeArrowheads="1"/>
              </p:cNvSpPr>
              <p:nvPr userDrawn="1"/>
            </p:nvSpPr>
            <p:spPr bwMode="auto">
              <a:xfrm>
                <a:off x="2085" y="163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4" name="Rectangle 150"/>
              <p:cNvSpPr>
                <a:spLocks noChangeArrowheads="1"/>
              </p:cNvSpPr>
              <p:nvPr userDrawn="1"/>
            </p:nvSpPr>
            <p:spPr bwMode="auto">
              <a:xfrm>
                <a:off x="2086" y="163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5" name="Rectangle 151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6" name="Rectangle 152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7" name="Rectangle 153"/>
              <p:cNvSpPr>
                <a:spLocks noChangeArrowheads="1"/>
              </p:cNvSpPr>
              <p:nvPr userDrawn="1"/>
            </p:nvSpPr>
            <p:spPr bwMode="auto">
              <a:xfrm>
                <a:off x="2088" y="163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8" name="Rectangle 154"/>
              <p:cNvSpPr>
                <a:spLocks noChangeArrowheads="1"/>
              </p:cNvSpPr>
              <p:nvPr userDrawn="1"/>
            </p:nvSpPr>
            <p:spPr bwMode="auto">
              <a:xfrm>
                <a:off x="2089" y="163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9" name="Rectangle 155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0" name="Rectangle 156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1" name="Rectangle 157"/>
              <p:cNvSpPr>
                <a:spLocks noChangeArrowheads="1"/>
              </p:cNvSpPr>
              <p:nvPr userDrawn="1"/>
            </p:nvSpPr>
            <p:spPr bwMode="auto">
              <a:xfrm>
                <a:off x="2091" y="163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2" name="Rectangle 158"/>
              <p:cNvSpPr>
                <a:spLocks noChangeArrowheads="1"/>
              </p:cNvSpPr>
              <p:nvPr userDrawn="1"/>
            </p:nvSpPr>
            <p:spPr bwMode="auto">
              <a:xfrm>
                <a:off x="2092" y="163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3" name="Rectangle 159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4" name="Rectangle 160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5" name="Rectangle 161"/>
              <p:cNvSpPr>
                <a:spLocks noChangeArrowheads="1"/>
              </p:cNvSpPr>
              <p:nvPr userDrawn="1"/>
            </p:nvSpPr>
            <p:spPr bwMode="auto">
              <a:xfrm>
                <a:off x="2094" y="163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6" name="Rectangle 162"/>
              <p:cNvSpPr>
                <a:spLocks noChangeArrowheads="1"/>
              </p:cNvSpPr>
              <p:nvPr userDrawn="1"/>
            </p:nvSpPr>
            <p:spPr bwMode="auto">
              <a:xfrm>
                <a:off x="2095" y="163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7" name="Rectangle 163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8" name="Rectangle 164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9" name="Freeform 165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close/>
                    <a:moveTo>
                      <a:pt x="374" y="0"/>
                    </a:move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0" name="Freeform 166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moveTo>
                      <a:pt x="374" y="0"/>
                    </a:moveTo>
                    <a:lnTo>
                      <a:pt x="3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1" name="Rectangle 167"/>
              <p:cNvSpPr>
                <a:spLocks noChangeArrowheads="1"/>
              </p:cNvSpPr>
              <p:nvPr userDrawn="1"/>
            </p:nvSpPr>
            <p:spPr bwMode="auto">
              <a:xfrm>
                <a:off x="2020" y="150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2" name="Rectangle 168"/>
              <p:cNvSpPr>
                <a:spLocks noChangeArrowheads="1"/>
              </p:cNvSpPr>
              <p:nvPr userDrawn="1"/>
            </p:nvSpPr>
            <p:spPr bwMode="auto">
              <a:xfrm>
                <a:off x="2022" y="150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3" name="Rectangle 169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4" name="Rectangle 170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5" name="Rectangle 171"/>
              <p:cNvSpPr>
                <a:spLocks noChangeArrowheads="1"/>
              </p:cNvSpPr>
              <p:nvPr userDrawn="1"/>
            </p:nvSpPr>
            <p:spPr bwMode="auto">
              <a:xfrm>
                <a:off x="2024" y="150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6" name="Rectangle 172"/>
              <p:cNvSpPr>
                <a:spLocks noChangeArrowheads="1"/>
              </p:cNvSpPr>
              <p:nvPr userDrawn="1"/>
            </p:nvSpPr>
            <p:spPr bwMode="auto">
              <a:xfrm>
                <a:off x="2025" y="150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7" name="Rectangle 173"/>
              <p:cNvSpPr>
                <a:spLocks noChangeArrowheads="1"/>
              </p:cNvSpPr>
              <p:nvPr userDrawn="1"/>
            </p:nvSpPr>
            <p:spPr bwMode="auto">
              <a:xfrm>
                <a:off x="2026" y="150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8" name="Rectangle 174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9" name="Rectangle 175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0" name="Rectangle 176"/>
              <p:cNvSpPr>
                <a:spLocks noChangeArrowheads="1"/>
              </p:cNvSpPr>
              <p:nvPr userDrawn="1"/>
            </p:nvSpPr>
            <p:spPr bwMode="auto">
              <a:xfrm>
                <a:off x="2028" y="150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1" name="Rectangle 177"/>
              <p:cNvSpPr>
                <a:spLocks noChangeArrowheads="1"/>
              </p:cNvSpPr>
              <p:nvPr userDrawn="1"/>
            </p:nvSpPr>
            <p:spPr bwMode="auto">
              <a:xfrm>
                <a:off x="2029" y="150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2" name="Rectangle 178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3" name="Rectangle 179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4" name="Rectangle 180"/>
              <p:cNvSpPr>
                <a:spLocks noChangeArrowheads="1"/>
              </p:cNvSpPr>
              <p:nvPr userDrawn="1"/>
            </p:nvSpPr>
            <p:spPr bwMode="auto">
              <a:xfrm>
                <a:off x="2031" y="150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5" name="Rectangle 181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6" name="Rectangle 182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7" name="Rectangle 183"/>
              <p:cNvSpPr>
                <a:spLocks noChangeArrowheads="1"/>
              </p:cNvSpPr>
              <p:nvPr userDrawn="1"/>
            </p:nvSpPr>
            <p:spPr bwMode="auto">
              <a:xfrm>
                <a:off x="2033" y="150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8" name="Rectangle 184"/>
              <p:cNvSpPr>
                <a:spLocks noChangeArrowheads="1"/>
              </p:cNvSpPr>
              <p:nvPr userDrawn="1"/>
            </p:nvSpPr>
            <p:spPr bwMode="auto">
              <a:xfrm>
                <a:off x="2034" y="150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9" name="Rectangle 185"/>
              <p:cNvSpPr>
                <a:spLocks noChangeArrowheads="1"/>
              </p:cNvSpPr>
              <p:nvPr userDrawn="1"/>
            </p:nvSpPr>
            <p:spPr bwMode="auto">
              <a:xfrm>
                <a:off x="2035" y="150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0" name="Rectangle 186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1" name="Rectangle 187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2" name="Rectangle 188"/>
              <p:cNvSpPr>
                <a:spLocks noChangeArrowheads="1"/>
              </p:cNvSpPr>
              <p:nvPr userDrawn="1"/>
            </p:nvSpPr>
            <p:spPr bwMode="auto">
              <a:xfrm>
                <a:off x="2037" y="150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3" name="Rectangle 189"/>
              <p:cNvSpPr>
                <a:spLocks noChangeArrowheads="1"/>
              </p:cNvSpPr>
              <p:nvPr userDrawn="1"/>
            </p:nvSpPr>
            <p:spPr bwMode="auto">
              <a:xfrm>
                <a:off x="2038" y="150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4" name="Rectangle 190"/>
              <p:cNvSpPr>
                <a:spLocks noChangeArrowheads="1"/>
              </p:cNvSpPr>
              <p:nvPr userDrawn="1"/>
            </p:nvSpPr>
            <p:spPr bwMode="auto">
              <a:xfrm>
                <a:off x="2039" y="150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5" name="Rectangle 191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6" name="Rectangle 192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7" name="Rectangle 193"/>
              <p:cNvSpPr>
                <a:spLocks noChangeArrowheads="1"/>
              </p:cNvSpPr>
              <p:nvPr userDrawn="1"/>
            </p:nvSpPr>
            <p:spPr bwMode="auto">
              <a:xfrm>
                <a:off x="2041" y="150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8" name="Rectangle 194"/>
              <p:cNvSpPr>
                <a:spLocks noChangeArrowheads="1"/>
              </p:cNvSpPr>
              <p:nvPr userDrawn="1"/>
            </p:nvSpPr>
            <p:spPr bwMode="auto">
              <a:xfrm>
                <a:off x="2042" y="150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9" name="Rectangle 195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0" name="Rectangle 196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1" name="Rectangle 197"/>
              <p:cNvSpPr>
                <a:spLocks noChangeArrowheads="1"/>
              </p:cNvSpPr>
              <p:nvPr userDrawn="1"/>
            </p:nvSpPr>
            <p:spPr bwMode="auto">
              <a:xfrm>
                <a:off x="2044" y="150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2" name="Rectangle 198"/>
              <p:cNvSpPr>
                <a:spLocks noChangeArrowheads="1"/>
              </p:cNvSpPr>
              <p:nvPr userDrawn="1"/>
            </p:nvSpPr>
            <p:spPr bwMode="auto">
              <a:xfrm>
                <a:off x="2045" y="150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3" name="Rectangle 199"/>
              <p:cNvSpPr>
                <a:spLocks noChangeArrowheads="1"/>
              </p:cNvSpPr>
              <p:nvPr userDrawn="1"/>
            </p:nvSpPr>
            <p:spPr bwMode="auto">
              <a:xfrm>
                <a:off x="2046" y="150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4" name="Rectangle 200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5" name="Rectangle 201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6" name="Rectangle 202"/>
              <p:cNvSpPr>
                <a:spLocks noChangeArrowheads="1"/>
              </p:cNvSpPr>
              <p:nvPr userDrawn="1"/>
            </p:nvSpPr>
            <p:spPr bwMode="auto">
              <a:xfrm>
                <a:off x="2048" y="150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7" name="Rectangle 203"/>
              <p:cNvSpPr>
                <a:spLocks noChangeArrowheads="1"/>
              </p:cNvSpPr>
              <p:nvPr userDrawn="1"/>
            </p:nvSpPr>
            <p:spPr bwMode="auto">
              <a:xfrm>
                <a:off x="2049" y="150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8" name="Rectangle 204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9" name="Rectangle 205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0" name="Rectangle 206"/>
              <p:cNvSpPr>
                <a:spLocks noChangeArrowheads="1"/>
              </p:cNvSpPr>
              <p:nvPr userDrawn="1"/>
            </p:nvSpPr>
            <p:spPr bwMode="auto">
              <a:xfrm>
                <a:off x="2051" y="150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1" name="Rectangle 207"/>
              <p:cNvSpPr>
                <a:spLocks noChangeArrowheads="1"/>
              </p:cNvSpPr>
              <p:nvPr userDrawn="1"/>
            </p:nvSpPr>
            <p:spPr bwMode="auto">
              <a:xfrm>
                <a:off x="2052" y="150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2" name="Rectangle 208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3" name="Rectangle 209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4" name="Rectangle 210"/>
              <p:cNvSpPr>
                <a:spLocks noChangeArrowheads="1"/>
              </p:cNvSpPr>
              <p:nvPr userDrawn="1"/>
            </p:nvSpPr>
            <p:spPr bwMode="auto">
              <a:xfrm>
                <a:off x="2054" y="150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5" name="Rectangle 211"/>
              <p:cNvSpPr>
                <a:spLocks noChangeArrowheads="1"/>
              </p:cNvSpPr>
              <p:nvPr userDrawn="1"/>
            </p:nvSpPr>
            <p:spPr bwMode="auto">
              <a:xfrm>
                <a:off x="2055" y="150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6" name="Rectangle 212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7" name="Rectangle 213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8" name="Rectangle 214"/>
              <p:cNvSpPr>
                <a:spLocks noChangeArrowheads="1"/>
              </p:cNvSpPr>
              <p:nvPr userDrawn="1"/>
            </p:nvSpPr>
            <p:spPr bwMode="auto">
              <a:xfrm>
                <a:off x="2057" y="150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9" name="Rectangle 215"/>
              <p:cNvSpPr>
                <a:spLocks noChangeArrowheads="1"/>
              </p:cNvSpPr>
              <p:nvPr userDrawn="1"/>
            </p:nvSpPr>
            <p:spPr bwMode="auto">
              <a:xfrm>
                <a:off x="2058" y="150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0" name="Rectangle 216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1" name="Rectangle 217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2" name="Freeform 218"/>
              <p:cNvSpPr>
                <a:spLocks noEditPoints="1"/>
              </p:cNvSpPr>
              <p:nvPr userDrawn="1"/>
            </p:nvSpPr>
            <p:spPr bwMode="auto">
              <a:xfrm>
                <a:off x="1713" y="988"/>
                <a:ext cx="642" cy="1051"/>
              </a:xfrm>
              <a:custGeom>
                <a:avLst/>
                <a:gdLst>
                  <a:gd name="T0" fmla="*/ 254 w 643"/>
                  <a:gd name="T1" fmla="*/ 998 h 1051"/>
                  <a:gd name="T2" fmla="*/ 621 w 643"/>
                  <a:gd name="T3" fmla="*/ 866 h 1051"/>
                  <a:gd name="T4" fmla="*/ 0 w 643"/>
                  <a:gd name="T5" fmla="*/ 107 h 1051"/>
                  <a:gd name="T6" fmla="*/ 643 w 643"/>
                  <a:gd name="T7" fmla="*/ 945 h 1051"/>
                  <a:gd name="T8" fmla="*/ 350 w 643"/>
                  <a:gd name="T9" fmla="*/ 623 h 1051"/>
                  <a:gd name="T10" fmla="*/ 381 w 643"/>
                  <a:gd name="T11" fmla="*/ 733 h 1051"/>
                  <a:gd name="T12" fmla="*/ 252 w 643"/>
                  <a:gd name="T13" fmla="*/ 458 h 1051"/>
                  <a:gd name="T14" fmla="*/ 224 w 643"/>
                  <a:gd name="T15" fmla="*/ 396 h 1051"/>
                  <a:gd name="T16" fmla="*/ 241 w 643"/>
                  <a:gd name="T17" fmla="*/ 376 h 1051"/>
                  <a:gd name="T18" fmla="*/ 270 w 643"/>
                  <a:gd name="T19" fmla="*/ 392 h 1051"/>
                  <a:gd name="T20" fmla="*/ 289 w 643"/>
                  <a:gd name="T21" fmla="*/ 408 h 1051"/>
                  <a:gd name="T22" fmla="*/ 288 w 643"/>
                  <a:gd name="T23" fmla="*/ 378 h 1051"/>
                  <a:gd name="T24" fmla="*/ 280 w 643"/>
                  <a:gd name="T25" fmla="*/ 365 h 1051"/>
                  <a:gd name="T26" fmla="*/ 338 w 643"/>
                  <a:gd name="T27" fmla="*/ 363 h 1051"/>
                  <a:gd name="T28" fmla="*/ 355 w 643"/>
                  <a:gd name="T29" fmla="*/ 443 h 1051"/>
                  <a:gd name="T30" fmla="*/ 364 w 643"/>
                  <a:gd name="T31" fmla="*/ 457 h 1051"/>
                  <a:gd name="T32" fmla="*/ 306 w 643"/>
                  <a:gd name="T33" fmla="*/ 458 h 1051"/>
                  <a:gd name="T34" fmla="*/ 299 w 643"/>
                  <a:gd name="T35" fmla="*/ 428 h 1051"/>
                  <a:gd name="T36" fmla="*/ 285 w 643"/>
                  <a:gd name="T37" fmla="*/ 452 h 1051"/>
                  <a:gd name="T38" fmla="*/ 299 w 643"/>
                  <a:gd name="T39" fmla="*/ 461 h 1051"/>
                  <a:gd name="T40" fmla="*/ 248 w 643"/>
                  <a:gd name="T41" fmla="*/ 490 h 1051"/>
                  <a:gd name="T42" fmla="*/ 313 w 643"/>
                  <a:gd name="T43" fmla="*/ 493 h 1051"/>
                  <a:gd name="T44" fmla="*/ 344 w 643"/>
                  <a:gd name="T45" fmla="*/ 603 h 1051"/>
                  <a:gd name="T46" fmla="*/ 313 w 643"/>
                  <a:gd name="T47" fmla="*/ 493 h 1051"/>
                  <a:gd name="T48" fmla="*/ 408 w 643"/>
                  <a:gd name="T49" fmla="*/ 863 h 1051"/>
                  <a:gd name="T50" fmla="*/ 378 w 643"/>
                  <a:gd name="T51" fmla="*/ 842 h 1051"/>
                  <a:gd name="T52" fmla="*/ 350 w 643"/>
                  <a:gd name="T53" fmla="*/ 782 h 1051"/>
                  <a:gd name="T54" fmla="*/ 372 w 643"/>
                  <a:gd name="T55" fmla="*/ 760 h 1051"/>
                  <a:gd name="T56" fmla="*/ 408 w 643"/>
                  <a:gd name="T57" fmla="*/ 765 h 1051"/>
                  <a:gd name="T58" fmla="*/ 412 w 643"/>
                  <a:gd name="T59" fmla="*/ 837 h 1051"/>
                  <a:gd name="T60" fmla="*/ 447 w 643"/>
                  <a:gd name="T61" fmla="*/ 801 h 1051"/>
                  <a:gd name="T62" fmla="*/ 456 w 643"/>
                  <a:gd name="T63" fmla="*/ 851 h 1051"/>
                  <a:gd name="T64" fmla="*/ 543 w 643"/>
                  <a:gd name="T65" fmla="*/ 837 h 1051"/>
                  <a:gd name="T66" fmla="*/ 449 w 643"/>
                  <a:gd name="T67" fmla="*/ 511 h 1051"/>
                  <a:gd name="T68" fmla="*/ 440 w 643"/>
                  <a:gd name="T69" fmla="*/ 478 h 1051"/>
                  <a:gd name="T70" fmla="*/ 454 w 643"/>
                  <a:gd name="T71" fmla="*/ 453 h 1051"/>
                  <a:gd name="T72" fmla="*/ 425 w 643"/>
                  <a:gd name="T73" fmla="*/ 397 h 1051"/>
                  <a:gd name="T74" fmla="*/ 321 w 643"/>
                  <a:gd name="T75" fmla="*/ 89 h 1051"/>
                  <a:gd name="T76" fmla="*/ 291 w 643"/>
                  <a:gd name="T77" fmla="*/ 265 h 1051"/>
                  <a:gd name="T78" fmla="*/ 250 w 643"/>
                  <a:gd name="T79" fmla="*/ 255 h 1051"/>
                  <a:gd name="T80" fmla="*/ 269 w 643"/>
                  <a:gd name="T81" fmla="*/ 319 h 1051"/>
                  <a:gd name="T82" fmla="*/ 309 w 643"/>
                  <a:gd name="T83" fmla="*/ 323 h 1051"/>
                  <a:gd name="T84" fmla="*/ 270 w 643"/>
                  <a:gd name="T85" fmla="*/ 344 h 1051"/>
                  <a:gd name="T86" fmla="*/ 248 w 643"/>
                  <a:gd name="T87" fmla="*/ 231 h 1051"/>
                  <a:gd name="T88" fmla="*/ 202 w 643"/>
                  <a:gd name="T89" fmla="*/ 104 h 1051"/>
                  <a:gd name="T90" fmla="*/ 244 w 643"/>
                  <a:gd name="T91" fmla="*/ 100 h 1051"/>
                  <a:gd name="T92" fmla="*/ 227 w 643"/>
                  <a:gd name="T93" fmla="*/ 136 h 1051"/>
                  <a:gd name="T94" fmla="*/ 208 w 643"/>
                  <a:gd name="T95" fmla="*/ 127 h 1051"/>
                  <a:gd name="T96" fmla="*/ 264 w 643"/>
                  <a:gd name="T97" fmla="*/ 168 h 1051"/>
                  <a:gd name="T98" fmla="*/ 189 w 643"/>
                  <a:gd name="T99" fmla="*/ 219 h 1051"/>
                  <a:gd name="T100" fmla="*/ 202 w 643"/>
                  <a:gd name="T101" fmla="*/ 181 h 1051"/>
                  <a:gd name="T102" fmla="*/ 223 w 643"/>
                  <a:gd name="T103" fmla="*/ 178 h 1051"/>
                  <a:gd name="T104" fmla="*/ 202 w 643"/>
                  <a:gd name="T105" fmla="*/ 104 h 1051"/>
                  <a:gd name="T106" fmla="*/ 82 w 643"/>
                  <a:gd name="T107" fmla="*/ 150 h 1051"/>
                  <a:gd name="T108" fmla="*/ 175 w 643"/>
                  <a:gd name="T109" fmla="*/ 476 h 1051"/>
                  <a:gd name="T110" fmla="*/ 185 w 643"/>
                  <a:gd name="T111" fmla="*/ 509 h 1051"/>
                  <a:gd name="T112" fmla="*/ 181 w 643"/>
                  <a:gd name="T113" fmla="*/ 546 h 1051"/>
                  <a:gd name="T114" fmla="*/ 215 w 643"/>
                  <a:gd name="T115" fmla="*/ 585 h 1051"/>
                  <a:gd name="T116" fmla="*/ 289 w 643"/>
                  <a:gd name="T117" fmla="*/ 901 h 1051"/>
                  <a:gd name="T118" fmla="*/ 205 w 643"/>
                  <a:gd name="T119" fmla="*/ 580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3" h="1051">
                    <a:moveTo>
                      <a:pt x="628" y="891"/>
                    </a:moveTo>
                    <a:cubicBezTo>
                      <a:pt x="442" y="945"/>
                      <a:pt x="442" y="945"/>
                      <a:pt x="442" y="945"/>
                    </a:cubicBezTo>
                    <a:cubicBezTo>
                      <a:pt x="254" y="998"/>
                      <a:pt x="254" y="998"/>
                      <a:pt x="254" y="998"/>
                    </a:cubicBezTo>
                    <a:cubicBezTo>
                      <a:pt x="247" y="973"/>
                      <a:pt x="247" y="973"/>
                      <a:pt x="247" y="973"/>
                    </a:cubicBezTo>
                    <a:cubicBezTo>
                      <a:pt x="435" y="919"/>
                      <a:pt x="435" y="919"/>
                      <a:pt x="435" y="919"/>
                    </a:cubicBezTo>
                    <a:cubicBezTo>
                      <a:pt x="621" y="866"/>
                      <a:pt x="621" y="866"/>
                      <a:pt x="621" y="86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187" y="54"/>
                      <a:pt x="187" y="54"/>
                      <a:pt x="187" y="5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69" y="1051"/>
                      <a:pt x="269" y="1051"/>
                      <a:pt x="269" y="1051"/>
                    </a:cubicBezTo>
                    <a:cubicBezTo>
                      <a:pt x="457" y="998"/>
                      <a:pt x="457" y="998"/>
                      <a:pt x="457" y="998"/>
                    </a:cubicBezTo>
                    <a:cubicBezTo>
                      <a:pt x="643" y="945"/>
                      <a:pt x="643" y="945"/>
                      <a:pt x="643" y="945"/>
                    </a:cubicBezTo>
                    <a:lnTo>
                      <a:pt x="628" y="891"/>
                    </a:lnTo>
                    <a:close/>
                    <a:moveTo>
                      <a:pt x="314" y="695"/>
                    </a:moveTo>
                    <a:cubicBezTo>
                      <a:pt x="303" y="658"/>
                      <a:pt x="316" y="633"/>
                      <a:pt x="350" y="623"/>
                    </a:cubicBezTo>
                    <a:cubicBezTo>
                      <a:pt x="350" y="623"/>
                      <a:pt x="351" y="623"/>
                      <a:pt x="351" y="623"/>
                    </a:cubicBezTo>
                    <a:cubicBezTo>
                      <a:pt x="384" y="613"/>
                      <a:pt x="405" y="626"/>
                      <a:pt x="415" y="661"/>
                    </a:cubicBezTo>
                    <a:cubicBezTo>
                      <a:pt x="425" y="696"/>
                      <a:pt x="413" y="722"/>
                      <a:pt x="381" y="733"/>
                    </a:cubicBezTo>
                    <a:cubicBezTo>
                      <a:pt x="380" y="733"/>
                      <a:pt x="379" y="733"/>
                      <a:pt x="378" y="734"/>
                    </a:cubicBezTo>
                    <a:cubicBezTo>
                      <a:pt x="346" y="743"/>
                      <a:pt x="324" y="729"/>
                      <a:pt x="314" y="695"/>
                    </a:cubicBezTo>
                    <a:close/>
                    <a:moveTo>
                      <a:pt x="252" y="458"/>
                    </a:moveTo>
                    <a:cubicBezTo>
                      <a:pt x="236" y="401"/>
                      <a:pt x="236" y="401"/>
                      <a:pt x="236" y="401"/>
                    </a:cubicBezTo>
                    <a:cubicBezTo>
                      <a:pt x="234" y="395"/>
                      <a:pt x="232" y="393"/>
                      <a:pt x="228" y="395"/>
                    </a:cubicBezTo>
                    <a:cubicBezTo>
                      <a:pt x="226" y="395"/>
                      <a:pt x="224" y="396"/>
                      <a:pt x="224" y="396"/>
                    </a:cubicBezTo>
                    <a:cubicBezTo>
                      <a:pt x="221" y="394"/>
                      <a:pt x="221" y="394"/>
                      <a:pt x="221" y="394"/>
                    </a:cubicBezTo>
                    <a:cubicBezTo>
                      <a:pt x="219" y="382"/>
                      <a:pt x="219" y="382"/>
                      <a:pt x="219" y="382"/>
                    </a:cubicBezTo>
                    <a:cubicBezTo>
                      <a:pt x="241" y="376"/>
                      <a:pt x="241" y="376"/>
                      <a:pt x="241" y="376"/>
                    </a:cubicBezTo>
                    <a:cubicBezTo>
                      <a:pt x="250" y="373"/>
                      <a:pt x="273" y="366"/>
                      <a:pt x="273" y="366"/>
                    </a:cubicBezTo>
                    <a:cubicBezTo>
                      <a:pt x="276" y="381"/>
                      <a:pt x="276" y="381"/>
                      <a:pt x="276" y="381"/>
                    </a:cubicBezTo>
                    <a:cubicBezTo>
                      <a:pt x="269" y="384"/>
                      <a:pt x="268" y="386"/>
                      <a:pt x="270" y="392"/>
                    </a:cubicBezTo>
                    <a:cubicBezTo>
                      <a:pt x="274" y="412"/>
                      <a:pt x="274" y="412"/>
                      <a:pt x="274" y="412"/>
                    </a:cubicBezTo>
                    <a:cubicBezTo>
                      <a:pt x="288" y="408"/>
                      <a:pt x="288" y="408"/>
                      <a:pt x="288" y="408"/>
                    </a:cubicBezTo>
                    <a:cubicBezTo>
                      <a:pt x="289" y="408"/>
                      <a:pt x="289" y="408"/>
                      <a:pt x="289" y="408"/>
                    </a:cubicBezTo>
                    <a:cubicBezTo>
                      <a:pt x="296" y="406"/>
                      <a:pt x="299" y="405"/>
                      <a:pt x="302" y="404"/>
                    </a:cubicBezTo>
                    <a:cubicBezTo>
                      <a:pt x="296" y="385"/>
                      <a:pt x="296" y="385"/>
                      <a:pt x="296" y="385"/>
                    </a:cubicBezTo>
                    <a:cubicBezTo>
                      <a:pt x="295" y="378"/>
                      <a:pt x="293" y="377"/>
                      <a:pt x="288" y="378"/>
                    </a:cubicBezTo>
                    <a:cubicBezTo>
                      <a:pt x="284" y="379"/>
                      <a:pt x="284" y="379"/>
                      <a:pt x="284" y="379"/>
                    </a:cubicBezTo>
                    <a:cubicBezTo>
                      <a:pt x="282" y="378"/>
                      <a:pt x="282" y="378"/>
                      <a:pt x="282" y="378"/>
                    </a:cubicBezTo>
                    <a:cubicBezTo>
                      <a:pt x="280" y="365"/>
                      <a:pt x="280" y="365"/>
                      <a:pt x="280" y="365"/>
                    </a:cubicBezTo>
                    <a:cubicBezTo>
                      <a:pt x="306" y="358"/>
                      <a:pt x="306" y="358"/>
                      <a:pt x="306" y="358"/>
                    </a:cubicBezTo>
                    <a:cubicBezTo>
                      <a:pt x="313" y="356"/>
                      <a:pt x="335" y="349"/>
                      <a:pt x="335" y="349"/>
                    </a:cubicBezTo>
                    <a:cubicBezTo>
                      <a:pt x="338" y="363"/>
                      <a:pt x="338" y="363"/>
                      <a:pt x="338" y="363"/>
                    </a:cubicBezTo>
                    <a:cubicBezTo>
                      <a:pt x="330" y="367"/>
                      <a:pt x="329" y="369"/>
                      <a:pt x="331" y="375"/>
                    </a:cubicBezTo>
                    <a:cubicBezTo>
                      <a:pt x="333" y="388"/>
                      <a:pt x="340" y="412"/>
                      <a:pt x="346" y="434"/>
                    </a:cubicBezTo>
                    <a:cubicBezTo>
                      <a:pt x="348" y="442"/>
                      <a:pt x="350" y="444"/>
                      <a:pt x="355" y="443"/>
                    </a:cubicBezTo>
                    <a:cubicBezTo>
                      <a:pt x="357" y="442"/>
                      <a:pt x="360" y="441"/>
                      <a:pt x="360" y="441"/>
                    </a:cubicBezTo>
                    <a:cubicBezTo>
                      <a:pt x="361" y="443"/>
                      <a:pt x="361" y="443"/>
                      <a:pt x="361" y="443"/>
                    </a:cubicBezTo>
                    <a:cubicBezTo>
                      <a:pt x="364" y="457"/>
                      <a:pt x="364" y="457"/>
                      <a:pt x="364" y="457"/>
                    </a:cubicBezTo>
                    <a:cubicBezTo>
                      <a:pt x="364" y="457"/>
                      <a:pt x="349" y="461"/>
                      <a:pt x="336" y="464"/>
                    </a:cubicBezTo>
                    <a:cubicBezTo>
                      <a:pt x="328" y="466"/>
                      <a:pt x="308" y="472"/>
                      <a:pt x="308" y="472"/>
                    </a:cubicBezTo>
                    <a:cubicBezTo>
                      <a:pt x="306" y="458"/>
                      <a:pt x="306" y="458"/>
                      <a:pt x="306" y="458"/>
                    </a:cubicBezTo>
                    <a:cubicBezTo>
                      <a:pt x="314" y="455"/>
                      <a:pt x="316" y="451"/>
                      <a:pt x="313" y="442"/>
                    </a:cubicBezTo>
                    <a:cubicBezTo>
                      <a:pt x="308" y="426"/>
                      <a:pt x="308" y="426"/>
                      <a:pt x="308" y="426"/>
                    </a:cubicBezTo>
                    <a:cubicBezTo>
                      <a:pt x="308" y="426"/>
                      <a:pt x="302" y="427"/>
                      <a:pt x="299" y="428"/>
                    </a:cubicBezTo>
                    <a:cubicBezTo>
                      <a:pt x="298" y="429"/>
                      <a:pt x="296" y="429"/>
                      <a:pt x="295" y="429"/>
                    </a:cubicBezTo>
                    <a:cubicBezTo>
                      <a:pt x="289" y="432"/>
                      <a:pt x="280" y="435"/>
                      <a:pt x="280" y="435"/>
                    </a:cubicBezTo>
                    <a:cubicBezTo>
                      <a:pt x="285" y="452"/>
                      <a:pt x="285" y="452"/>
                      <a:pt x="285" y="452"/>
                    </a:cubicBezTo>
                    <a:cubicBezTo>
                      <a:pt x="288" y="461"/>
                      <a:pt x="289" y="463"/>
                      <a:pt x="293" y="461"/>
                    </a:cubicBezTo>
                    <a:cubicBezTo>
                      <a:pt x="296" y="461"/>
                      <a:pt x="298" y="460"/>
                      <a:pt x="298" y="460"/>
                    </a:cubicBezTo>
                    <a:cubicBezTo>
                      <a:pt x="299" y="461"/>
                      <a:pt x="299" y="461"/>
                      <a:pt x="299" y="461"/>
                    </a:cubicBezTo>
                    <a:cubicBezTo>
                      <a:pt x="302" y="475"/>
                      <a:pt x="302" y="475"/>
                      <a:pt x="302" y="475"/>
                    </a:cubicBezTo>
                    <a:cubicBezTo>
                      <a:pt x="302" y="475"/>
                      <a:pt x="282" y="480"/>
                      <a:pt x="275" y="482"/>
                    </a:cubicBezTo>
                    <a:cubicBezTo>
                      <a:pt x="265" y="485"/>
                      <a:pt x="248" y="490"/>
                      <a:pt x="248" y="490"/>
                    </a:cubicBezTo>
                    <a:cubicBezTo>
                      <a:pt x="246" y="476"/>
                      <a:pt x="246" y="476"/>
                      <a:pt x="246" y="476"/>
                    </a:cubicBezTo>
                    <a:cubicBezTo>
                      <a:pt x="253" y="470"/>
                      <a:pt x="254" y="467"/>
                      <a:pt x="252" y="458"/>
                    </a:cubicBezTo>
                    <a:close/>
                    <a:moveTo>
                      <a:pt x="313" y="493"/>
                    </a:moveTo>
                    <a:cubicBezTo>
                      <a:pt x="313" y="493"/>
                      <a:pt x="314" y="493"/>
                      <a:pt x="314" y="493"/>
                    </a:cubicBezTo>
                    <a:cubicBezTo>
                      <a:pt x="347" y="484"/>
                      <a:pt x="368" y="497"/>
                      <a:pt x="378" y="531"/>
                    </a:cubicBezTo>
                    <a:cubicBezTo>
                      <a:pt x="388" y="567"/>
                      <a:pt x="376" y="592"/>
                      <a:pt x="344" y="603"/>
                    </a:cubicBezTo>
                    <a:cubicBezTo>
                      <a:pt x="343" y="603"/>
                      <a:pt x="342" y="604"/>
                      <a:pt x="341" y="604"/>
                    </a:cubicBezTo>
                    <a:cubicBezTo>
                      <a:pt x="309" y="613"/>
                      <a:pt x="287" y="599"/>
                      <a:pt x="277" y="565"/>
                    </a:cubicBezTo>
                    <a:cubicBezTo>
                      <a:pt x="267" y="529"/>
                      <a:pt x="279" y="503"/>
                      <a:pt x="313" y="493"/>
                    </a:cubicBezTo>
                    <a:close/>
                    <a:moveTo>
                      <a:pt x="456" y="851"/>
                    </a:moveTo>
                    <a:cubicBezTo>
                      <a:pt x="456" y="851"/>
                      <a:pt x="438" y="855"/>
                      <a:pt x="418" y="861"/>
                    </a:cubicBezTo>
                    <a:cubicBezTo>
                      <a:pt x="408" y="863"/>
                      <a:pt x="408" y="863"/>
                      <a:pt x="408" y="863"/>
                    </a:cubicBezTo>
                    <a:cubicBezTo>
                      <a:pt x="391" y="868"/>
                      <a:pt x="374" y="875"/>
                      <a:pt x="374" y="875"/>
                    </a:cubicBezTo>
                    <a:cubicBezTo>
                      <a:pt x="371" y="859"/>
                      <a:pt x="371" y="859"/>
                      <a:pt x="371" y="859"/>
                    </a:cubicBezTo>
                    <a:cubicBezTo>
                      <a:pt x="379" y="856"/>
                      <a:pt x="380" y="852"/>
                      <a:pt x="378" y="842"/>
                    </a:cubicBezTo>
                    <a:cubicBezTo>
                      <a:pt x="362" y="787"/>
                      <a:pt x="362" y="787"/>
                      <a:pt x="362" y="787"/>
                    </a:cubicBezTo>
                    <a:cubicBezTo>
                      <a:pt x="360" y="780"/>
                      <a:pt x="358" y="779"/>
                      <a:pt x="354" y="780"/>
                    </a:cubicBezTo>
                    <a:cubicBezTo>
                      <a:pt x="352" y="781"/>
                      <a:pt x="350" y="782"/>
                      <a:pt x="350" y="782"/>
                    </a:cubicBezTo>
                    <a:cubicBezTo>
                      <a:pt x="348" y="780"/>
                      <a:pt x="348" y="780"/>
                      <a:pt x="348" y="780"/>
                    </a:cubicBezTo>
                    <a:cubicBezTo>
                      <a:pt x="346" y="767"/>
                      <a:pt x="346" y="767"/>
                      <a:pt x="346" y="767"/>
                    </a:cubicBezTo>
                    <a:cubicBezTo>
                      <a:pt x="372" y="760"/>
                      <a:pt x="372" y="760"/>
                      <a:pt x="372" y="760"/>
                    </a:cubicBezTo>
                    <a:cubicBezTo>
                      <a:pt x="375" y="759"/>
                      <a:pt x="382" y="757"/>
                      <a:pt x="388" y="755"/>
                    </a:cubicBezTo>
                    <a:cubicBezTo>
                      <a:pt x="397" y="752"/>
                      <a:pt x="406" y="749"/>
                      <a:pt x="406" y="749"/>
                    </a:cubicBezTo>
                    <a:cubicBezTo>
                      <a:pt x="408" y="765"/>
                      <a:pt x="408" y="765"/>
                      <a:pt x="408" y="765"/>
                    </a:cubicBezTo>
                    <a:cubicBezTo>
                      <a:pt x="397" y="770"/>
                      <a:pt x="395" y="772"/>
                      <a:pt x="396" y="778"/>
                    </a:cubicBezTo>
                    <a:cubicBezTo>
                      <a:pt x="399" y="789"/>
                      <a:pt x="401" y="800"/>
                      <a:pt x="405" y="815"/>
                    </a:cubicBezTo>
                    <a:cubicBezTo>
                      <a:pt x="412" y="837"/>
                      <a:pt x="412" y="837"/>
                      <a:pt x="412" y="837"/>
                    </a:cubicBezTo>
                    <a:cubicBezTo>
                      <a:pt x="413" y="840"/>
                      <a:pt x="415" y="841"/>
                      <a:pt x="419" y="840"/>
                    </a:cubicBezTo>
                    <a:cubicBezTo>
                      <a:pt x="430" y="837"/>
                      <a:pt x="432" y="831"/>
                      <a:pt x="427" y="809"/>
                    </a:cubicBezTo>
                    <a:cubicBezTo>
                      <a:pt x="447" y="801"/>
                      <a:pt x="447" y="801"/>
                      <a:pt x="447" y="801"/>
                    </a:cubicBezTo>
                    <a:cubicBezTo>
                      <a:pt x="450" y="803"/>
                      <a:pt x="450" y="803"/>
                      <a:pt x="450" y="803"/>
                    </a:cubicBezTo>
                    <a:cubicBezTo>
                      <a:pt x="450" y="803"/>
                      <a:pt x="453" y="825"/>
                      <a:pt x="459" y="848"/>
                    </a:cubicBezTo>
                    <a:lnTo>
                      <a:pt x="456" y="851"/>
                    </a:lnTo>
                    <a:close/>
                    <a:moveTo>
                      <a:pt x="459" y="516"/>
                    </a:moveTo>
                    <a:cubicBezTo>
                      <a:pt x="548" y="828"/>
                      <a:pt x="548" y="828"/>
                      <a:pt x="548" y="828"/>
                    </a:cubicBezTo>
                    <a:cubicBezTo>
                      <a:pt x="549" y="832"/>
                      <a:pt x="546" y="836"/>
                      <a:pt x="543" y="837"/>
                    </a:cubicBezTo>
                    <a:cubicBezTo>
                      <a:pt x="539" y="838"/>
                      <a:pt x="534" y="836"/>
                      <a:pt x="533" y="832"/>
                    </a:cubicBezTo>
                    <a:cubicBezTo>
                      <a:pt x="444" y="520"/>
                      <a:pt x="444" y="520"/>
                      <a:pt x="444" y="520"/>
                    </a:cubicBezTo>
                    <a:cubicBezTo>
                      <a:pt x="443" y="516"/>
                      <a:pt x="445" y="512"/>
                      <a:pt x="449" y="511"/>
                    </a:cubicBezTo>
                    <a:cubicBezTo>
                      <a:pt x="453" y="510"/>
                      <a:pt x="457" y="512"/>
                      <a:pt x="459" y="516"/>
                    </a:cubicBezTo>
                    <a:close/>
                    <a:moveTo>
                      <a:pt x="454" y="453"/>
                    </a:moveTo>
                    <a:cubicBezTo>
                      <a:pt x="457" y="464"/>
                      <a:pt x="451" y="475"/>
                      <a:pt x="440" y="478"/>
                    </a:cubicBezTo>
                    <a:cubicBezTo>
                      <a:pt x="429" y="481"/>
                      <a:pt x="418" y="475"/>
                      <a:pt x="415" y="464"/>
                    </a:cubicBezTo>
                    <a:cubicBezTo>
                      <a:pt x="412" y="453"/>
                      <a:pt x="418" y="442"/>
                      <a:pt x="429" y="439"/>
                    </a:cubicBezTo>
                    <a:cubicBezTo>
                      <a:pt x="439" y="436"/>
                      <a:pt x="450" y="442"/>
                      <a:pt x="454" y="453"/>
                    </a:cubicBezTo>
                    <a:close/>
                    <a:moveTo>
                      <a:pt x="326" y="80"/>
                    </a:moveTo>
                    <a:cubicBezTo>
                      <a:pt x="330" y="79"/>
                      <a:pt x="334" y="81"/>
                      <a:pt x="336" y="85"/>
                    </a:cubicBezTo>
                    <a:cubicBezTo>
                      <a:pt x="425" y="397"/>
                      <a:pt x="425" y="397"/>
                      <a:pt x="425" y="397"/>
                    </a:cubicBezTo>
                    <a:cubicBezTo>
                      <a:pt x="426" y="401"/>
                      <a:pt x="424" y="405"/>
                      <a:pt x="420" y="406"/>
                    </a:cubicBezTo>
                    <a:cubicBezTo>
                      <a:pt x="416" y="408"/>
                      <a:pt x="412" y="405"/>
                      <a:pt x="410" y="401"/>
                    </a:cubicBezTo>
                    <a:cubicBezTo>
                      <a:pt x="321" y="89"/>
                      <a:pt x="321" y="89"/>
                      <a:pt x="321" y="89"/>
                    </a:cubicBezTo>
                    <a:cubicBezTo>
                      <a:pt x="320" y="85"/>
                      <a:pt x="322" y="81"/>
                      <a:pt x="326" y="80"/>
                    </a:cubicBezTo>
                    <a:close/>
                    <a:moveTo>
                      <a:pt x="286" y="228"/>
                    </a:moveTo>
                    <a:cubicBezTo>
                      <a:pt x="286" y="228"/>
                      <a:pt x="287" y="244"/>
                      <a:pt x="291" y="265"/>
                    </a:cubicBezTo>
                    <a:cubicBezTo>
                      <a:pt x="267" y="273"/>
                      <a:pt x="267" y="273"/>
                      <a:pt x="267" y="273"/>
                    </a:cubicBezTo>
                    <a:cubicBezTo>
                      <a:pt x="267" y="273"/>
                      <a:pt x="266" y="269"/>
                      <a:pt x="264" y="264"/>
                    </a:cubicBezTo>
                    <a:cubicBezTo>
                      <a:pt x="262" y="255"/>
                      <a:pt x="258" y="252"/>
                      <a:pt x="250" y="255"/>
                    </a:cubicBezTo>
                    <a:cubicBezTo>
                      <a:pt x="248" y="255"/>
                      <a:pt x="247" y="256"/>
                      <a:pt x="245" y="257"/>
                    </a:cubicBezTo>
                    <a:cubicBezTo>
                      <a:pt x="263" y="319"/>
                      <a:pt x="263" y="319"/>
                      <a:pt x="263" y="319"/>
                    </a:cubicBezTo>
                    <a:cubicBezTo>
                      <a:pt x="265" y="319"/>
                      <a:pt x="267" y="319"/>
                      <a:pt x="269" y="319"/>
                    </a:cubicBezTo>
                    <a:cubicBezTo>
                      <a:pt x="277" y="316"/>
                      <a:pt x="279" y="310"/>
                      <a:pt x="276" y="296"/>
                    </a:cubicBezTo>
                    <a:cubicBezTo>
                      <a:pt x="301" y="287"/>
                      <a:pt x="301" y="287"/>
                      <a:pt x="301" y="287"/>
                    </a:cubicBezTo>
                    <a:cubicBezTo>
                      <a:pt x="301" y="287"/>
                      <a:pt x="305" y="307"/>
                      <a:pt x="309" y="323"/>
                    </a:cubicBezTo>
                    <a:cubicBezTo>
                      <a:pt x="308" y="326"/>
                      <a:pt x="308" y="326"/>
                      <a:pt x="308" y="326"/>
                    </a:cubicBezTo>
                    <a:cubicBezTo>
                      <a:pt x="308" y="326"/>
                      <a:pt x="292" y="338"/>
                      <a:pt x="270" y="344"/>
                    </a:cubicBezTo>
                    <a:cubicBezTo>
                      <a:pt x="270" y="344"/>
                      <a:pt x="270" y="344"/>
                      <a:pt x="270" y="344"/>
                    </a:cubicBezTo>
                    <a:cubicBezTo>
                      <a:pt x="240" y="352"/>
                      <a:pt x="217" y="338"/>
                      <a:pt x="207" y="304"/>
                    </a:cubicBezTo>
                    <a:cubicBezTo>
                      <a:pt x="198" y="271"/>
                      <a:pt x="209" y="246"/>
                      <a:pt x="239" y="234"/>
                    </a:cubicBezTo>
                    <a:cubicBezTo>
                      <a:pt x="242" y="233"/>
                      <a:pt x="245" y="232"/>
                      <a:pt x="248" y="231"/>
                    </a:cubicBezTo>
                    <a:cubicBezTo>
                      <a:pt x="262" y="227"/>
                      <a:pt x="284" y="225"/>
                      <a:pt x="284" y="225"/>
                    </a:cubicBezTo>
                    <a:lnTo>
                      <a:pt x="286" y="228"/>
                    </a:lnTo>
                    <a:close/>
                    <a:moveTo>
                      <a:pt x="202" y="104"/>
                    </a:moveTo>
                    <a:cubicBezTo>
                      <a:pt x="204" y="103"/>
                      <a:pt x="207" y="102"/>
                      <a:pt x="209" y="102"/>
                    </a:cubicBezTo>
                    <a:cubicBezTo>
                      <a:pt x="227" y="97"/>
                      <a:pt x="241" y="97"/>
                      <a:pt x="241" y="97"/>
                    </a:cubicBezTo>
                    <a:cubicBezTo>
                      <a:pt x="244" y="100"/>
                      <a:pt x="244" y="100"/>
                      <a:pt x="244" y="100"/>
                    </a:cubicBezTo>
                    <a:cubicBezTo>
                      <a:pt x="244" y="100"/>
                      <a:pt x="245" y="115"/>
                      <a:pt x="248" y="130"/>
                    </a:cubicBezTo>
                    <a:cubicBezTo>
                      <a:pt x="230" y="137"/>
                      <a:pt x="230" y="137"/>
                      <a:pt x="230" y="137"/>
                    </a:cubicBezTo>
                    <a:cubicBezTo>
                      <a:pt x="227" y="136"/>
                      <a:pt x="227" y="136"/>
                      <a:pt x="227" y="136"/>
                    </a:cubicBezTo>
                    <a:cubicBezTo>
                      <a:pt x="226" y="134"/>
                      <a:pt x="226" y="134"/>
                      <a:pt x="226" y="134"/>
                    </a:cubicBezTo>
                    <a:cubicBezTo>
                      <a:pt x="224" y="126"/>
                      <a:pt x="219" y="124"/>
                      <a:pt x="211" y="126"/>
                    </a:cubicBezTo>
                    <a:cubicBezTo>
                      <a:pt x="210" y="126"/>
                      <a:pt x="209" y="126"/>
                      <a:pt x="208" y="127"/>
                    </a:cubicBezTo>
                    <a:cubicBezTo>
                      <a:pt x="212" y="142"/>
                      <a:pt x="212" y="142"/>
                      <a:pt x="212" y="142"/>
                    </a:cubicBezTo>
                    <a:cubicBezTo>
                      <a:pt x="217" y="143"/>
                      <a:pt x="222" y="144"/>
                      <a:pt x="228" y="145"/>
                    </a:cubicBezTo>
                    <a:cubicBezTo>
                      <a:pt x="243" y="146"/>
                      <a:pt x="259" y="150"/>
                      <a:pt x="264" y="168"/>
                    </a:cubicBezTo>
                    <a:cubicBezTo>
                      <a:pt x="270" y="187"/>
                      <a:pt x="258" y="203"/>
                      <a:pt x="233" y="213"/>
                    </a:cubicBezTo>
                    <a:cubicBezTo>
                      <a:pt x="230" y="214"/>
                      <a:pt x="227" y="216"/>
                      <a:pt x="223" y="217"/>
                    </a:cubicBezTo>
                    <a:cubicBezTo>
                      <a:pt x="204" y="222"/>
                      <a:pt x="189" y="219"/>
                      <a:pt x="189" y="219"/>
                    </a:cubicBezTo>
                    <a:cubicBezTo>
                      <a:pt x="186" y="216"/>
                      <a:pt x="186" y="216"/>
                      <a:pt x="186" y="216"/>
                    </a:cubicBezTo>
                    <a:cubicBezTo>
                      <a:pt x="186" y="216"/>
                      <a:pt x="184" y="199"/>
                      <a:pt x="182" y="188"/>
                    </a:cubicBezTo>
                    <a:cubicBezTo>
                      <a:pt x="202" y="181"/>
                      <a:pt x="202" y="181"/>
                      <a:pt x="202" y="181"/>
                    </a:cubicBezTo>
                    <a:cubicBezTo>
                      <a:pt x="206" y="192"/>
                      <a:pt x="212" y="196"/>
                      <a:pt x="221" y="193"/>
                    </a:cubicBezTo>
                    <a:cubicBezTo>
                      <a:pt x="224" y="193"/>
                      <a:pt x="225" y="192"/>
                      <a:pt x="227" y="191"/>
                    </a:cubicBezTo>
                    <a:cubicBezTo>
                      <a:pt x="223" y="178"/>
                      <a:pt x="223" y="178"/>
                      <a:pt x="223" y="178"/>
                    </a:cubicBezTo>
                    <a:cubicBezTo>
                      <a:pt x="218" y="176"/>
                      <a:pt x="210" y="176"/>
                      <a:pt x="202" y="174"/>
                    </a:cubicBezTo>
                    <a:cubicBezTo>
                      <a:pt x="188" y="172"/>
                      <a:pt x="173" y="168"/>
                      <a:pt x="169" y="151"/>
                    </a:cubicBezTo>
                    <a:cubicBezTo>
                      <a:pt x="163" y="132"/>
                      <a:pt x="176" y="113"/>
                      <a:pt x="202" y="104"/>
                    </a:cubicBezTo>
                    <a:close/>
                    <a:moveTo>
                      <a:pt x="166" y="471"/>
                    </a:moveTo>
                    <a:cubicBezTo>
                      <a:pt x="77" y="159"/>
                      <a:pt x="77" y="159"/>
                      <a:pt x="77" y="159"/>
                    </a:cubicBezTo>
                    <a:cubicBezTo>
                      <a:pt x="76" y="155"/>
                      <a:pt x="78" y="151"/>
                      <a:pt x="82" y="150"/>
                    </a:cubicBezTo>
                    <a:cubicBezTo>
                      <a:pt x="86" y="148"/>
                      <a:pt x="90" y="151"/>
                      <a:pt x="91" y="155"/>
                    </a:cubicBezTo>
                    <a:cubicBezTo>
                      <a:pt x="180" y="467"/>
                      <a:pt x="180" y="467"/>
                      <a:pt x="180" y="467"/>
                    </a:cubicBezTo>
                    <a:cubicBezTo>
                      <a:pt x="182" y="471"/>
                      <a:pt x="179" y="475"/>
                      <a:pt x="175" y="476"/>
                    </a:cubicBezTo>
                    <a:cubicBezTo>
                      <a:pt x="172" y="477"/>
                      <a:pt x="167" y="475"/>
                      <a:pt x="166" y="471"/>
                    </a:cubicBezTo>
                    <a:close/>
                    <a:moveTo>
                      <a:pt x="171" y="533"/>
                    </a:moveTo>
                    <a:cubicBezTo>
                      <a:pt x="168" y="523"/>
                      <a:pt x="174" y="512"/>
                      <a:pt x="185" y="509"/>
                    </a:cubicBezTo>
                    <a:cubicBezTo>
                      <a:pt x="196" y="506"/>
                      <a:pt x="207" y="512"/>
                      <a:pt x="210" y="522"/>
                    </a:cubicBezTo>
                    <a:cubicBezTo>
                      <a:pt x="213" y="533"/>
                      <a:pt x="207" y="544"/>
                      <a:pt x="196" y="547"/>
                    </a:cubicBezTo>
                    <a:cubicBezTo>
                      <a:pt x="191" y="549"/>
                      <a:pt x="185" y="548"/>
                      <a:pt x="181" y="546"/>
                    </a:cubicBezTo>
                    <a:cubicBezTo>
                      <a:pt x="176" y="543"/>
                      <a:pt x="173" y="539"/>
                      <a:pt x="171" y="533"/>
                    </a:cubicBezTo>
                    <a:close/>
                    <a:moveTo>
                      <a:pt x="205" y="580"/>
                    </a:moveTo>
                    <a:cubicBezTo>
                      <a:pt x="209" y="579"/>
                      <a:pt x="213" y="581"/>
                      <a:pt x="215" y="585"/>
                    </a:cubicBezTo>
                    <a:cubicBezTo>
                      <a:pt x="304" y="897"/>
                      <a:pt x="304" y="897"/>
                      <a:pt x="304" y="897"/>
                    </a:cubicBezTo>
                    <a:cubicBezTo>
                      <a:pt x="305" y="901"/>
                      <a:pt x="302" y="905"/>
                      <a:pt x="299" y="907"/>
                    </a:cubicBezTo>
                    <a:cubicBezTo>
                      <a:pt x="295" y="908"/>
                      <a:pt x="291" y="905"/>
                      <a:pt x="289" y="901"/>
                    </a:cubicBezTo>
                    <a:cubicBezTo>
                      <a:pt x="200" y="589"/>
                      <a:pt x="200" y="589"/>
                      <a:pt x="200" y="589"/>
                    </a:cubicBezTo>
                    <a:cubicBezTo>
                      <a:pt x="199" y="585"/>
                      <a:pt x="201" y="581"/>
                      <a:pt x="205" y="580"/>
                    </a:cubicBezTo>
                    <a:close/>
                    <a:moveTo>
                      <a:pt x="205" y="580"/>
                    </a:moveTo>
                    <a:cubicBezTo>
                      <a:pt x="205" y="580"/>
                      <a:pt x="205" y="580"/>
                      <a:pt x="205" y="580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3" name="Freeform 219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close/>
                    <a:moveTo>
                      <a:pt x="375" y="0"/>
                    </a:move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4" name="Freeform 220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moveTo>
                      <a:pt x="375" y="0"/>
                    </a:moveTo>
                    <a:lnTo>
                      <a:pt x="3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24" name="Freeform 232"/>
            <p:cNvSpPr>
              <a:spLocks noEditPoints="1"/>
            </p:cNvSpPr>
            <p:nvPr/>
          </p:nvSpPr>
          <p:spPr bwMode="auto">
            <a:xfrm>
              <a:off x="2828926" y="2614955"/>
              <a:ext cx="168275" cy="522288"/>
            </a:xfrm>
            <a:custGeom>
              <a:avLst/>
              <a:gdLst>
                <a:gd name="T0" fmla="*/ 99 w 106"/>
                <a:gd name="T1" fmla="*/ 327 h 329"/>
                <a:gd name="T2" fmla="*/ 104 w 106"/>
                <a:gd name="T3" fmla="*/ 318 h 329"/>
                <a:gd name="T4" fmla="*/ 15 w 106"/>
                <a:gd name="T5" fmla="*/ 6 h 329"/>
                <a:gd name="T6" fmla="*/ 6 w 106"/>
                <a:gd name="T7" fmla="*/ 1 h 329"/>
                <a:gd name="T8" fmla="*/ 1 w 106"/>
                <a:gd name="T9" fmla="*/ 10 h 329"/>
                <a:gd name="T10" fmla="*/ 90 w 106"/>
                <a:gd name="T11" fmla="*/ 322 h 329"/>
                <a:gd name="T12" fmla="*/ 99 w 106"/>
                <a:gd name="T13" fmla="*/ 327 h 329"/>
                <a:gd name="T14" fmla="*/ 99 w 106"/>
                <a:gd name="T15" fmla="*/ 327 h 329"/>
                <a:gd name="T16" fmla="*/ 99 w 106"/>
                <a:gd name="T17" fmla="*/ 32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9">
                  <a:moveTo>
                    <a:pt x="99" y="327"/>
                  </a:moveTo>
                  <a:cubicBezTo>
                    <a:pt x="103" y="326"/>
                    <a:pt x="106" y="322"/>
                    <a:pt x="104" y="31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2"/>
                    <a:pt x="10" y="0"/>
                    <a:pt x="6" y="1"/>
                  </a:cubicBez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5" y="329"/>
                    <a:pt x="99" y="327"/>
                  </a:cubicBezTo>
                  <a:close/>
                  <a:moveTo>
                    <a:pt x="99" y="327"/>
                  </a:moveTo>
                  <a:cubicBezTo>
                    <a:pt x="99" y="327"/>
                    <a:pt x="99" y="327"/>
                    <a:pt x="99" y="32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233"/>
            <p:cNvSpPr>
              <a:spLocks noEditPoints="1"/>
            </p:cNvSpPr>
            <p:nvPr/>
          </p:nvSpPr>
          <p:spPr bwMode="auto">
            <a:xfrm>
              <a:off x="3025247" y="3293161"/>
              <a:ext cx="166688" cy="520700"/>
            </a:xfrm>
            <a:custGeom>
              <a:avLst/>
              <a:gdLst>
                <a:gd name="T0" fmla="*/ 6 w 106"/>
                <a:gd name="T1" fmla="*/ 1 h 328"/>
                <a:gd name="T2" fmla="*/ 1 w 106"/>
                <a:gd name="T3" fmla="*/ 10 h 328"/>
                <a:gd name="T4" fmla="*/ 90 w 106"/>
                <a:gd name="T5" fmla="*/ 322 h 328"/>
                <a:gd name="T6" fmla="*/ 100 w 106"/>
                <a:gd name="T7" fmla="*/ 327 h 328"/>
                <a:gd name="T8" fmla="*/ 105 w 106"/>
                <a:gd name="T9" fmla="*/ 318 h 328"/>
                <a:gd name="T10" fmla="*/ 16 w 106"/>
                <a:gd name="T11" fmla="*/ 6 h 328"/>
                <a:gd name="T12" fmla="*/ 6 w 106"/>
                <a:gd name="T13" fmla="*/ 1 h 328"/>
                <a:gd name="T14" fmla="*/ 6 w 106"/>
                <a:gd name="T15" fmla="*/ 1 h 328"/>
                <a:gd name="T16" fmla="*/ 6 w 106"/>
                <a:gd name="T17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8">
                  <a:moveTo>
                    <a:pt x="6" y="1"/>
                  </a:move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6" y="328"/>
                    <a:pt x="100" y="327"/>
                  </a:cubicBezTo>
                  <a:cubicBezTo>
                    <a:pt x="103" y="326"/>
                    <a:pt x="106" y="322"/>
                    <a:pt x="105" y="31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2"/>
                    <a:pt x="10" y="0"/>
                    <a:pt x="6" y="1"/>
                  </a:cubicBezTo>
                  <a:close/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9" name="矩形 218"/>
          <p:cNvSpPr/>
          <p:nvPr/>
        </p:nvSpPr>
        <p:spPr>
          <a:xfrm>
            <a:off x="5299099" y="3490877"/>
            <a:ext cx="1209907" cy="30760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3-1 </a:t>
            </a:r>
            <a:r>
              <a:rPr lang="zh-CN" altLang="en-US" sz="1400" dirty="0">
                <a:solidFill>
                  <a:srgbClr val="1C50A2"/>
                </a:solidFill>
                <a:latin typeface="Arial" panose="020B0604020202020204"/>
                <a:ea typeface="微软雅黑" panose="020B0503020204020204" pitchFamily="34" charset="-122"/>
                <a:sym typeface="微软雅黑" panose="020B0503020204020204" pitchFamily="34" charset="-122"/>
              </a:rPr>
              <a:t>关</a:t>
            </a:r>
            <a:r>
              <a:rPr lang="zh-CN" altLang="en-US" sz="1400" dirty="0" smtClean="0">
                <a:solidFill>
                  <a:srgbClr val="1C50A2"/>
                </a:solidFill>
                <a:latin typeface="Arial" panose="020B0604020202020204"/>
                <a:ea typeface="微软雅黑" panose="020B0503020204020204" pitchFamily="34" charset="-122"/>
                <a:sym typeface="微软雅黑" panose="020B0503020204020204" pitchFamily="34" charset="-122"/>
              </a:rPr>
              <a:t>键技术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5" name="矩形 424"/>
          <p:cNvSpPr/>
          <p:nvPr/>
        </p:nvSpPr>
        <p:spPr>
          <a:xfrm>
            <a:off x="6557471" y="3481031"/>
            <a:ext cx="1209907" cy="30760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3-2 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实践难点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6" name="矩形 425"/>
          <p:cNvSpPr/>
          <p:nvPr/>
        </p:nvSpPr>
        <p:spPr>
          <a:xfrm>
            <a:off x="7898110" y="3481296"/>
            <a:ext cx="1210134" cy="30756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3-3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市场调研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7" name="矩形 426"/>
          <p:cNvSpPr/>
          <p:nvPr/>
        </p:nvSpPr>
        <p:spPr>
          <a:xfrm>
            <a:off x="9162167" y="3481296"/>
            <a:ext cx="1210361" cy="30764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3-4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案例分析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66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2" name="组合 3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3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sp>
        <p:nvSpPr>
          <p:cNvPr id="29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关键技术</a:t>
            </a:r>
            <a:endParaRPr lang="zh-CN" altLang="en-US" sz="1100" b="1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实践难点</a:t>
            </a:r>
          </a:p>
        </p:txBody>
      </p:sp>
      <p:sp>
        <p:nvSpPr>
          <p:cNvPr id="43" name="矩形 42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市场调研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šlïḍè">
            <a:extLst>
              <a:ext uri="{FF2B5EF4-FFF2-40B4-BE49-F238E27FC236}">
                <a16:creationId xmlns:a16="http://schemas.microsoft.com/office/drawing/2014/main" xmlns="" id="{0CCCB7ED-2B37-4D96-9184-7C1EFD770328}"/>
              </a:ext>
            </a:extLst>
          </p:cNvPr>
          <p:cNvSpPr/>
          <p:nvPr/>
        </p:nvSpPr>
        <p:spPr>
          <a:xfrm>
            <a:off x="669925" y="1123951"/>
            <a:ext cx="5336075" cy="1622378"/>
          </a:xfrm>
          <a:prstGeom prst="rect">
            <a:avLst/>
          </a:prstGeom>
          <a:solidFill>
            <a:srgbClr val="1C50A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8" name="iŝḷiḑé">
            <a:extLst>
              <a:ext uri="{FF2B5EF4-FFF2-40B4-BE49-F238E27FC236}">
                <a16:creationId xmlns:a16="http://schemas.microsoft.com/office/drawing/2014/main" xmlns="" id="{CA2942F1-E438-4209-A654-6E9C0AE4215A}"/>
              </a:ext>
            </a:extLst>
          </p:cNvPr>
          <p:cNvSpPr/>
          <p:nvPr/>
        </p:nvSpPr>
        <p:spPr>
          <a:xfrm>
            <a:off x="2920151" y="2306205"/>
            <a:ext cx="835622" cy="835622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9" name="ïṣḻîḋe">
            <a:extLst>
              <a:ext uri="{FF2B5EF4-FFF2-40B4-BE49-F238E27FC236}">
                <a16:creationId xmlns:a16="http://schemas.microsoft.com/office/drawing/2014/main" xmlns="" id="{79F75C41-0117-4717-BFFC-B7452A57DE4D}"/>
              </a:ext>
            </a:extLst>
          </p:cNvPr>
          <p:cNvSpPr/>
          <p:nvPr/>
        </p:nvSpPr>
        <p:spPr>
          <a:xfrm>
            <a:off x="3164185" y="2558283"/>
            <a:ext cx="347557" cy="331463"/>
          </a:xfrm>
          <a:custGeom>
            <a:avLst/>
            <a:gdLst>
              <a:gd name="connsiteX0" fmla="*/ 315778 w 607639"/>
              <a:gd name="connsiteY0" fmla="*/ 173080 h 579502"/>
              <a:gd name="connsiteX1" fmla="*/ 315778 w 607639"/>
              <a:gd name="connsiteY1" fmla="*/ 266058 h 579502"/>
              <a:gd name="connsiteX2" fmla="*/ 303493 w 607639"/>
              <a:gd name="connsiteY2" fmla="*/ 278325 h 579502"/>
              <a:gd name="connsiteX3" fmla="*/ 210375 w 607639"/>
              <a:gd name="connsiteY3" fmla="*/ 278325 h 579502"/>
              <a:gd name="connsiteX4" fmla="*/ 303493 w 607639"/>
              <a:gd name="connsiteY4" fmla="*/ 359925 h 579502"/>
              <a:gd name="connsiteX5" fmla="*/ 397500 w 607639"/>
              <a:gd name="connsiteY5" fmla="*/ 266058 h 579502"/>
              <a:gd name="connsiteX6" fmla="*/ 315778 w 607639"/>
              <a:gd name="connsiteY6" fmla="*/ 173080 h 579502"/>
              <a:gd name="connsiteX7" fmla="*/ 249814 w 607639"/>
              <a:gd name="connsiteY7" fmla="*/ 160816 h 579502"/>
              <a:gd name="connsiteX8" fmla="*/ 198110 w 607639"/>
              <a:gd name="connsiteY8" fmla="*/ 212449 h 579502"/>
              <a:gd name="connsiteX9" fmla="*/ 249814 w 607639"/>
              <a:gd name="connsiteY9" fmla="*/ 212449 h 579502"/>
              <a:gd name="connsiteX10" fmla="*/ 303493 w 607639"/>
              <a:gd name="connsiteY10" fmla="*/ 147835 h 579502"/>
              <a:gd name="connsiteX11" fmla="*/ 421981 w 607639"/>
              <a:gd name="connsiteY11" fmla="*/ 266058 h 579502"/>
              <a:gd name="connsiteX12" fmla="*/ 303493 w 607639"/>
              <a:gd name="connsiteY12" fmla="*/ 384370 h 579502"/>
              <a:gd name="connsiteX13" fmla="*/ 185093 w 607639"/>
              <a:gd name="connsiteY13" fmla="*/ 266058 h 579502"/>
              <a:gd name="connsiteX14" fmla="*/ 197289 w 607639"/>
              <a:gd name="connsiteY14" fmla="*/ 253880 h 579502"/>
              <a:gd name="connsiteX15" fmla="*/ 291297 w 607639"/>
              <a:gd name="connsiteY15" fmla="*/ 253880 h 579502"/>
              <a:gd name="connsiteX16" fmla="*/ 291297 w 607639"/>
              <a:gd name="connsiteY16" fmla="*/ 160013 h 579502"/>
              <a:gd name="connsiteX17" fmla="*/ 303493 w 607639"/>
              <a:gd name="connsiteY17" fmla="*/ 147835 h 579502"/>
              <a:gd name="connsiteX18" fmla="*/ 262095 w 607639"/>
              <a:gd name="connsiteY18" fmla="*/ 135133 h 579502"/>
              <a:gd name="connsiteX19" fmla="*/ 274287 w 607639"/>
              <a:gd name="connsiteY19" fmla="*/ 147397 h 579502"/>
              <a:gd name="connsiteX20" fmla="*/ 274287 w 607639"/>
              <a:gd name="connsiteY20" fmla="*/ 224713 h 579502"/>
              <a:gd name="connsiteX21" fmla="*/ 262095 w 607639"/>
              <a:gd name="connsiteY21" fmla="*/ 236888 h 579502"/>
              <a:gd name="connsiteX22" fmla="*/ 184672 w 607639"/>
              <a:gd name="connsiteY22" fmla="*/ 236888 h 579502"/>
              <a:gd name="connsiteX23" fmla="*/ 172391 w 607639"/>
              <a:gd name="connsiteY23" fmla="*/ 224713 h 579502"/>
              <a:gd name="connsiteX24" fmla="*/ 262095 w 607639"/>
              <a:gd name="connsiteY24" fmla="*/ 135133 h 579502"/>
              <a:gd name="connsiteX25" fmla="*/ 58120 w 607639"/>
              <a:gd name="connsiteY25" fmla="*/ 108514 h 579502"/>
              <a:gd name="connsiteX26" fmla="*/ 58120 w 607639"/>
              <a:gd name="connsiteY26" fmla="*/ 413970 h 579502"/>
              <a:gd name="connsiteX27" fmla="*/ 549430 w 607639"/>
              <a:gd name="connsiteY27" fmla="*/ 413970 h 579502"/>
              <a:gd name="connsiteX28" fmla="*/ 549430 w 607639"/>
              <a:gd name="connsiteY28" fmla="*/ 108514 h 579502"/>
              <a:gd name="connsiteX29" fmla="*/ 27236 w 607639"/>
              <a:gd name="connsiteY29" fmla="*/ 56079 h 579502"/>
              <a:gd name="connsiteX30" fmla="*/ 27236 w 607639"/>
              <a:gd name="connsiteY30" fmla="*/ 81319 h 579502"/>
              <a:gd name="connsiteX31" fmla="*/ 580403 w 607639"/>
              <a:gd name="connsiteY31" fmla="*/ 81319 h 579502"/>
              <a:gd name="connsiteX32" fmla="*/ 580403 w 607639"/>
              <a:gd name="connsiteY32" fmla="*/ 56079 h 579502"/>
              <a:gd name="connsiteX33" fmla="*/ 303775 w 607639"/>
              <a:gd name="connsiteY33" fmla="*/ 0 h 579502"/>
              <a:gd name="connsiteX34" fmla="*/ 317393 w 607639"/>
              <a:gd name="connsiteY34" fmla="*/ 13597 h 579502"/>
              <a:gd name="connsiteX35" fmla="*/ 317393 w 607639"/>
              <a:gd name="connsiteY35" fmla="*/ 28884 h 579502"/>
              <a:gd name="connsiteX36" fmla="*/ 580403 w 607639"/>
              <a:gd name="connsiteY36" fmla="*/ 28884 h 579502"/>
              <a:gd name="connsiteX37" fmla="*/ 607639 w 607639"/>
              <a:gd name="connsiteY37" fmla="*/ 56079 h 579502"/>
              <a:gd name="connsiteX38" fmla="*/ 607639 w 607639"/>
              <a:gd name="connsiteY38" fmla="*/ 81319 h 579502"/>
              <a:gd name="connsiteX39" fmla="*/ 580403 w 607639"/>
              <a:gd name="connsiteY39" fmla="*/ 108514 h 579502"/>
              <a:gd name="connsiteX40" fmla="*/ 576665 w 607639"/>
              <a:gd name="connsiteY40" fmla="*/ 108514 h 579502"/>
              <a:gd name="connsiteX41" fmla="*/ 576665 w 607639"/>
              <a:gd name="connsiteY41" fmla="*/ 413970 h 579502"/>
              <a:gd name="connsiteX42" fmla="*/ 549430 w 607639"/>
              <a:gd name="connsiteY42" fmla="*/ 441165 h 579502"/>
              <a:gd name="connsiteX43" fmla="*/ 317393 w 607639"/>
              <a:gd name="connsiteY43" fmla="*/ 441165 h 579502"/>
              <a:gd name="connsiteX44" fmla="*/ 317393 w 607639"/>
              <a:gd name="connsiteY44" fmla="*/ 481069 h 579502"/>
              <a:gd name="connsiteX45" fmla="*/ 418236 w 607639"/>
              <a:gd name="connsiteY45" fmla="*/ 554923 h 579502"/>
              <a:gd name="connsiteX46" fmla="*/ 421173 w 607639"/>
              <a:gd name="connsiteY46" fmla="*/ 573942 h 579502"/>
              <a:gd name="connsiteX47" fmla="*/ 410225 w 607639"/>
              <a:gd name="connsiteY47" fmla="*/ 579452 h 579502"/>
              <a:gd name="connsiteX48" fmla="*/ 402215 w 607639"/>
              <a:gd name="connsiteY48" fmla="*/ 576874 h 579502"/>
              <a:gd name="connsiteX49" fmla="*/ 317393 w 607639"/>
              <a:gd name="connsiteY49" fmla="*/ 514752 h 579502"/>
              <a:gd name="connsiteX50" fmla="*/ 317393 w 607639"/>
              <a:gd name="connsiteY50" fmla="*/ 565854 h 579502"/>
              <a:gd name="connsiteX51" fmla="*/ 303775 w 607639"/>
              <a:gd name="connsiteY51" fmla="*/ 579452 h 579502"/>
              <a:gd name="connsiteX52" fmla="*/ 290157 w 607639"/>
              <a:gd name="connsiteY52" fmla="*/ 565854 h 579502"/>
              <a:gd name="connsiteX53" fmla="*/ 290157 w 607639"/>
              <a:gd name="connsiteY53" fmla="*/ 514752 h 579502"/>
              <a:gd name="connsiteX54" fmla="*/ 205424 w 607639"/>
              <a:gd name="connsiteY54" fmla="*/ 576874 h 579502"/>
              <a:gd name="connsiteX55" fmla="*/ 186377 w 607639"/>
              <a:gd name="connsiteY55" fmla="*/ 573942 h 579502"/>
              <a:gd name="connsiteX56" fmla="*/ 189314 w 607639"/>
              <a:gd name="connsiteY56" fmla="*/ 554923 h 579502"/>
              <a:gd name="connsiteX57" fmla="*/ 290157 w 607639"/>
              <a:gd name="connsiteY57" fmla="*/ 481069 h 579502"/>
              <a:gd name="connsiteX58" fmla="*/ 290157 w 607639"/>
              <a:gd name="connsiteY58" fmla="*/ 441165 h 579502"/>
              <a:gd name="connsiteX59" fmla="*/ 58120 w 607639"/>
              <a:gd name="connsiteY59" fmla="*/ 441165 h 579502"/>
              <a:gd name="connsiteX60" fmla="*/ 30885 w 607639"/>
              <a:gd name="connsiteY60" fmla="*/ 413970 h 579502"/>
              <a:gd name="connsiteX61" fmla="*/ 30885 w 607639"/>
              <a:gd name="connsiteY61" fmla="*/ 108514 h 579502"/>
              <a:gd name="connsiteX62" fmla="*/ 27236 w 607639"/>
              <a:gd name="connsiteY62" fmla="*/ 108514 h 579502"/>
              <a:gd name="connsiteX63" fmla="*/ 0 w 607639"/>
              <a:gd name="connsiteY63" fmla="*/ 81319 h 579502"/>
              <a:gd name="connsiteX64" fmla="*/ 0 w 607639"/>
              <a:gd name="connsiteY64" fmla="*/ 56079 h 579502"/>
              <a:gd name="connsiteX65" fmla="*/ 27236 w 607639"/>
              <a:gd name="connsiteY65" fmla="*/ 28884 h 579502"/>
              <a:gd name="connsiteX66" fmla="*/ 290157 w 607639"/>
              <a:gd name="connsiteY66" fmla="*/ 28884 h 579502"/>
              <a:gd name="connsiteX67" fmla="*/ 290157 w 607639"/>
              <a:gd name="connsiteY67" fmla="*/ 13597 h 579502"/>
              <a:gd name="connsiteX68" fmla="*/ 303775 w 607639"/>
              <a:gd name="connsiteY68" fmla="*/ 0 h 57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0" name="îslîḓè">
            <a:extLst>
              <a:ext uri="{FF2B5EF4-FFF2-40B4-BE49-F238E27FC236}">
                <a16:creationId xmlns:a16="http://schemas.microsoft.com/office/drawing/2014/main" xmlns="" id="{B9A4B52A-E9F7-4136-9781-A45386B1882B}"/>
              </a:ext>
            </a:extLst>
          </p:cNvPr>
          <p:cNvSpPr txBox="1"/>
          <p:nvPr/>
        </p:nvSpPr>
        <p:spPr>
          <a:xfrm>
            <a:off x="658797" y="3820331"/>
            <a:ext cx="5336075" cy="113866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 algn="ctr">
              <a:lnSpc>
                <a:spcPct val="150000"/>
              </a:lnSpc>
            </a:pPr>
            <a:r>
              <a:rPr lang="en-US" altLang="zh-CN" sz="1000" dirty="0"/>
              <a:t>Theme color makes PPT more convenient to change.</a:t>
            </a:r>
          </a:p>
          <a:p>
            <a:pPr algn="ctr">
              <a:lnSpc>
                <a:spcPct val="150000"/>
              </a:lnSpc>
            </a:pPr>
            <a:endParaRPr lang="en-US" altLang="zh-CN" sz="1000" dirty="0"/>
          </a:p>
          <a:p>
            <a:pPr algn="ctr"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21" name="îṥľïḋé">
            <a:extLst>
              <a:ext uri="{FF2B5EF4-FFF2-40B4-BE49-F238E27FC236}">
                <a16:creationId xmlns:a16="http://schemas.microsoft.com/office/drawing/2014/main" xmlns="" id="{43DB0C74-4E32-44F9-8769-1E738FAC7827}"/>
              </a:ext>
            </a:extLst>
          </p:cNvPr>
          <p:cNvSpPr txBox="1"/>
          <p:nvPr/>
        </p:nvSpPr>
        <p:spPr>
          <a:xfrm>
            <a:off x="658801" y="3348511"/>
            <a:ext cx="5336066" cy="4718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b="1" dirty="0"/>
              <a:t>Text here</a:t>
            </a:r>
          </a:p>
        </p:txBody>
      </p:sp>
      <p:sp>
        <p:nvSpPr>
          <p:cNvPr id="22" name="iSļiḑé">
            <a:extLst>
              <a:ext uri="{FF2B5EF4-FFF2-40B4-BE49-F238E27FC236}">
                <a16:creationId xmlns:a16="http://schemas.microsoft.com/office/drawing/2014/main" xmlns="" id="{5B97BF41-CB69-4141-8398-5E90B67865C7}"/>
              </a:ext>
            </a:extLst>
          </p:cNvPr>
          <p:cNvSpPr/>
          <p:nvPr/>
        </p:nvSpPr>
        <p:spPr>
          <a:xfrm>
            <a:off x="6196038" y="1123951"/>
            <a:ext cx="5336075" cy="1622378"/>
          </a:xfrm>
          <a:prstGeom prst="rect">
            <a:avLst/>
          </a:prstGeom>
          <a:solidFill>
            <a:srgbClr val="E8782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3" name="îšḻîḍé">
            <a:extLst>
              <a:ext uri="{FF2B5EF4-FFF2-40B4-BE49-F238E27FC236}">
                <a16:creationId xmlns:a16="http://schemas.microsoft.com/office/drawing/2014/main" xmlns="" id="{9F075A47-ADA5-408C-8783-A5D6AA6839CE}"/>
              </a:ext>
            </a:extLst>
          </p:cNvPr>
          <p:cNvSpPr/>
          <p:nvPr/>
        </p:nvSpPr>
        <p:spPr>
          <a:xfrm>
            <a:off x="8446264" y="2306205"/>
            <a:ext cx="835622" cy="835622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4" name="îṥļîďe">
            <a:extLst>
              <a:ext uri="{FF2B5EF4-FFF2-40B4-BE49-F238E27FC236}">
                <a16:creationId xmlns:a16="http://schemas.microsoft.com/office/drawing/2014/main" xmlns="" id="{FECCAB99-4F84-4601-8AC1-DB160CECC21A}"/>
              </a:ext>
            </a:extLst>
          </p:cNvPr>
          <p:cNvSpPr/>
          <p:nvPr/>
        </p:nvSpPr>
        <p:spPr>
          <a:xfrm>
            <a:off x="8690298" y="2558283"/>
            <a:ext cx="347557" cy="331463"/>
          </a:xfrm>
          <a:custGeom>
            <a:avLst/>
            <a:gdLst>
              <a:gd name="connsiteX0" fmla="*/ 315778 w 607639"/>
              <a:gd name="connsiteY0" fmla="*/ 173080 h 579502"/>
              <a:gd name="connsiteX1" fmla="*/ 315778 w 607639"/>
              <a:gd name="connsiteY1" fmla="*/ 266058 h 579502"/>
              <a:gd name="connsiteX2" fmla="*/ 303493 w 607639"/>
              <a:gd name="connsiteY2" fmla="*/ 278325 h 579502"/>
              <a:gd name="connsiteX3" fmla="*/ 210375 w 607639"/>
              <a:gd name="connsiteY3" fmla="*/ 278325 h 579502"/>
              <a:gd name="connsiteX4" fmla="*/ 303493 w 607639"/>
              <a:gd name="connsiteY4" fmla="*/ 359925 h 579502"/>
              <a:gd name="connsiteX5" fmla="*/ 397500 w 607639"/>
              <a:gd name="connsiteY5" fmla="*/ 266058 h 579502"/>
              <a:gd name="connsiteX6" fmla="*/ 315778 w 607639"/>
              <a:gd name="connsiteY6" fmla="*/ 173080 h 579502"/>
              <a:gd name="connsiteX7" fmla="*/ 249814 w 607639"/>
              <a:gd name="connsiteY7" fmla="*/ 160816 h 579502"/>
              <a:gd name="connsiteX8" fmla="*/ 198110 w 607639"/>
              <a:gd name="connsiteY8" fmla="*/ 212449 h 579502"/>
              <a:gd name="connsiteX9" fmla="*/ 249814 w 607639"/>
              <a:gd name="connsiteY9" fmla="*/ 212449 h 579502"/>
              <a:gd name="connsiteX10" fmla="*/ 303493 w 607639"/>
              <a:gd name="connsiteY10" fmla="*/ 147835 h 579502"/>
              <a:gd name="connsiteX11" fmla="*/ 421981 w 607639"/>
              <a:gd name="connsiteY11" fmla="*/ 266058 h 579502"/>
              <a:gd name="connsiteX12" fmla="*/ 303493 w 607639"/>
              <a:gd name="connsiteY12" fmla="*/ 384370 h 579502"/>
              <a:gd name="connsiteX13" fmla="*/ 185093 w 607639"/>
              <a:gd name="connsiteY13" fmla="*/ 266058 h 579502"/>
              <a:gd name="connsiteX14" fmla="*/ 197289 w 607639"/>
              <a:gd name="connsiteY14" fmla="*/ 253880 h 579502"/>
              <a:gd name="connsiteX15" fmla="*/ 291297 w 607639"/>
              <a:gd name="connsiteY15" fmla="*/ 253880 h 579502"/>
              <a:gd name="connsiteX16" fmla="*/ 291297 w 607639"/>
              <a:gd name="connsiteY16" fmla="*/ 160013 h 579502"/>
              <a:gd name="connsiteX17" fmla="*/ 303493 w 607639"/>
              <a:gd name="connsiteY17" fmla="*/ 147835 h 579502"/>
              <a:gd name="connsiteX18" fmla="*/ 262095 w 607639"/>
              <a:gd name="connsiteY18" fmla="*/ 135133 h 579502"/>
              <a:gd name="connsiteX19" fmla="*/ 274287 w 607639"/>
              <a:gd name="connsiteY19" fmla="*/ 147397 h 579502"/>
              <a:gd name="connsiteX20" fmla="*/ 274287 w 607639"/>
              <a:gd name="connsiteY20" fmla="*/ 224713 h 579502"/>
              <a:gd name="connsiteX21" fmla="*/ 262095 w 607639"/>
              <a:gd name="connsiteY21" fmla="*/ 236888 h 579502"/>
              <a:gd name="connsiteX22" fmla="*/ 184672 w 607639"/>
              <a:gd name="connsiteY22" fmla="*/ 236888 h 579502"/>
              <a:gd name="connsiteX23" fmla="*/ 172391 w 607639"/>
              <a:gd name="connsiteY23" fmla="*/ 224713 h 579502"/>
              <a:gd name="connsiteX24" fmla="*/ 262095 w 607639"/>
              <a:gd name="connsiteY24" fmla="*/ 135133 h 579502"/>
              <a:gd name="connsiteX25" fmla="*/ 58120 w 607639"/>
              <a:gd name="connsiteY25" fmla="*/ 108514 h 579502"/>
              <a:gd name="connsiteX26" fmla="*/ 58120 w 607639"/>
              <a:gd name="connsiteY26" fmla="*/ 413970 h 579502"/>
              <a:gd name="connsiteX27" fmla="*/ 549430 w 607639"/>
              <a:gd name="connsiteY27" fmla="*/ 413970 h 579502"/>
              <a:gd name="connsiteX28" fmla="*/ 549430 w 607639"/>
              <a:gd name="connsiteY28" fmla="*/ 108514 h 579502"/>
              <a:gd name="connsiteX29" fmla="*/ 27236 w 607639"/>
              <a:gd name="connsiteY29" fmla="*/ 56079 h 579502"/>
              <a:gd name="connsiteX30" fmla="*/ 27236 w 607639"/>
              <a:gd name="connsiteY30" fmla="*/ 81319 h 579502"/>
              <a:gd name="connsiteX31" fmla="*/ 580403 w 607639"/>
              <a:gd name="connsiteY31" fmla="*/ 81319 h 579502"/>
              <a:gd name="connsiteX32" fmla="*/ 580403 w 607639"/>
              <a:gd name="connsiteY32" fmla="*/ 56079 h 579502"/>
              <a:gd name="connsiteX33" fmla="*/ 303775 w 607639"/>
              <a:gd name="connsiteY33" fmla="*/ 0 h 579502"/>
              <a:gd name="connsiteX34" fmla="*/ 317393 w 607639"/>
              <a:gd name="connsiteY34" fmla="*/ 13597 h 579502"/>
              <a:gd name="connsiteX35" fmla="*/ 317393 w 607639"/>
              <a:gd name="connsiteY35" fmla="*/ 28884 h 579502"/>
              <a:gd name="connsiteX36" fmla="*/ 580403 w 607639"/>
              <a:gd name="connsiteY36" fmla="*/ 28884 h 579502"/>
              <a:gd name="connsiteX37" fmla="*/ 607639 w 607639"/>
              <a:gd name="connsiteY37" fmla="*/ 56079 h 579502"/>
              <a:gd name="connsiteX38" fmla="*/ 607639 w 607639"/>
              <a:gd name="connsiteY38" fmla="*/ 81319 h 579502"/>
              <a:gd name="connsiteX39" fmla="*/ 580403 w 607639"/>
              <a:gd name="connsiteY39" fmla="*/ 108514 h 579502"/>
              <a:gd name="connsiteX40" fmla="*/ 576665 w 607639"/>
              <a:gd name="connsiteY40" fmla="*/ 108514 h 579502"/>
              <a:gd name="connsiteX41" fmla="*/ 576665 w 607639"/>
              <a:gd name="connsiteY41" fmla="*/ 413970 h 579502"/>
              <a:gd name="connsiteX42" fmla="*/ 549430 w 607639"/>
              <a:gd name="connsiteY42" fmla="*/ 441165 h 579502"/>
              <a:gd name="connsiteX43" fmla="*/ 317393 w 607639"/>
              <a:gd name="connsiteY43" fmla="*/ 441165 h 579502"/>
              <a:gd name="connsiteX44" fmla="*/ 317393 w 607639"/>
              <a:gd name="connsiteY44" fmla="*/ 481069 h 579502"/>
              <a:gd name="connsiteX45" fmla="*/ 418236 w 607639"/>
              <a:gd name="connsiteY45" fmla="*/ 554923 h 579502"/>
              <a:gd name="connsiteX46" fmla="*/ 421173 w 607639"/>
              <a:gd name="connsiteY46" fmla="*/ 573942 h 579502"/>
              <a:gd name="connsiteX47" fmla="*/ 410225 w 607639"/>
              <a:gd name="connsiteY47" fmla="*/ 579452 h 579502"/>
              <a:gd name="connsiteX48" fmla="*/ 402215 w 607639"/>
              <a:gd name="connsiteY48" fmla="*/ 576874 h 579502"/>
              <a:gd name="connsiteX49" fmla="*/ 317393 w 607639"/>
              <a:gd name="connsiteY49" fmla="*/ 514752 h 579502"/>
              <a:gd name="connsiteX50" fmla="*/ 317393 w 607639"/>
              <a:gd name="connsiteY50" fmla="*/ 565854 h 579502"/>
              <a:gd name="connsiteX51" fmla="*/ 303775 w 607639"/>
              <a:gd name="connsiteY51" fmla="*/ 579452 h 579502"/>
              <a:gd name="connsiteX52" fmla="*/ 290157 w 607639"/>
              <a:gd name="connsiteY52" fmla="*/ 565854 h 579502"/>
              <a:gd name="connsiteX53" fmla="*/ 290157 w 607639"/>
              <a:gd name="connsiteY53" fmla="*/ 514752 h 579502"/>
              <a:gd name="connsiteX54" fmla="*/ 205424 w 607639"/>
              <a:gd name="connsiteY54" fmla="*/ 576874 h 579502"/>
              <a:gd name="connsiteX55" fmla="*/ 186377 w 607639"/>
              <a:gd name="connsiteY55" fmla="*/ 573942 h 579502"/>
              <a:gd name="connsiteX56" fmla="*/ 189314 w 607639"/>
              <a:gd name="connsiteY56" fmla="*/ 554923 h 579502"/>
              <a:gd name="connsiteX57" fmla="*/ 290157 w 607639"/>
              <a:gd name="connsiteY57" fmla="*/ 481069 h 579502"/>
              <a:gd name="connsiteX58" fmla="*/ 290157 w 607639"/>
              <a:gd name="connsiteY58" fmla="*/ 441165 h 579502"/>
              <a:gd name="connsiteX59" fmla="*/ 58120 w 607639"/>
              <a:gd name="connsiteY59" fmla="*/ 441165 h 579502"/>
              <a:gd name="connsiteX60" fmla="*/ 30885 w 607639"/>
              <a:gd name="connsiteY60" fmla="*/ 413970 h 579502"/>
              <a:gd name="connsiteX61" fmla="*/ 30885 w 607639"/>
              <a:gd name="connsiteY61" fmla="*/ 108514 h 579502"/>
              <a:gd name="connsiteX62" fmla="*/ 27236 w 607639"/>
              <a:gd name="connsiteY62" fmla="*/ 108514 h 579502"/>
              <a:gd name="connsiteX63" fmla="*/ 0 w 607639"/>
              <a:gd name="connsiteY63" fmla="*/ 81319 h 579502"/>
              <a:gd name="connsiteX64" fmla="*/ 0 w 607639"/>
              <a:gd name="connsiteY64" fmla="*/ 56079 h 579502"/>
              <a:gd name="connsiteX65" fmla="*/ 27236 w 607639"/>
              <a:gd name="connsiteY65" fmla="*/ 28884 h 579502"/>
              <a:gd name="connsiteX66" fmla="*/ 290157 w 607639"/>
              <a:gd name="connsiteY66" fmla="*/ 28884 h 579502"/>
              <a:gd name="connsiteX67" fmla="*/ 290157 w 607639"/>
              <a:gd name="connsiteY67" fmla="*/ 13597 h 579502"/>
              <a:gd name="connsiteX68" fmla="*/ 303775 w 607639"/>
              <a:gd name="connsiteY68" fmla="*/ 0 h 57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7" name="îṣlíďè">
            <a:extLst>
              <a:ext uri="{FF2B5EF4-FFF2-40B4-BE49-F238E27FC236}">
                <a16:creationId xmlns:a16="http://schemas.microsoft.com/office/drawing/2014/main" xmlns="" id="{4DCC3452-07F0-47D7-BB3B-58677FF3DFD1}"/>
              </a:ext>
            </a:extLst>
          </p:cNvPr>
          <p:cNvSpPr txBox="1"/>
          <p:nvPr/>
        </p:nvSpPr>
        <p:spPr>
          <a:xfrm>
            <a:off x="6196038" y="3820331"/>
            <a:ext cx="5336075" cy="113866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 algn="ctr">
              <a:lnSpc>
                <a:spcPct val="150000"/>
              </a:lnSpc>
            </a:pPr>
            <a:r>
              <a:rPr lang="en-US" altLang="zh-CN" sz="1000" dirty="0"/>
              <a:t>Theme color makes PPT more convenient to change.</a:t>
            </a:r>
          </a:p>
          <a:p>
            <a:pPr algn="ctr">
              <a:lnSpc>
                <a:spcPct val="150000"/>
              </a:lnSpc>
            </a:pPr>
            <a:endParaRPr lang="en-US" altLang="zh-CN" sz="1000" dirty="0"/>
          </a:p>
          <a:p>
            <a:pPr algn="ctr"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28" name="íṥ1ïḋê">
            <a:extLst>
              <a:ext uri="{FF2B5EF4-FFF2-40B4-BE49-F238E27FC236}">
                <a16:creationId xmlns:a16="http://schemas.microsoft.com/office/drawing/2014/main" xmlns="" id="{018A30E5-249C-4EA6-857A-7056B87420E7}"/>
              </a:ext>
            </a:extLst>
          </p:cNvPr>
          <p:cNvSpPr txBox="1"/>
          <p:nvPr/>
        </p:nvSpPr>
        <p:spPr>
          <a:xfrm>
            <a:off x="6196042" y="3348511"/>
            <a:ext cx="5336066" cy="4718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b="1" dirty="0"/>
              <a:t>Text here</a:t>
            </a:r>
          </a:p>
        </p:txBody>
      </p:sp>
      <p:sp>
        <p:nvSpPr>
          <p:cNvPr id="30" name="ïṡľiďé">
            <a:extLst>
              <a:ext uri="{FF2B5EF4-FFF2-40B4-BE49-F238E27FC236}">
                <a16:creationId xmlns:a16="http://schemas.microsoft.com/office/drawing/2014/main" xmlns="" id="{CBA8E6AF-23A9-471D-AC99-896411093815}"/>
              </a:ext>
            </a:extLst>
          </p:cNvPr>
          <p:cNvSpPr/>
          <p:nvPr/>
        </p:nvSpPr>
        <p:spPr bwMode="auto">
          <a:xfrm>
            <a:off x="5826000" y="3716157"/>
            <a:ext cx="539990" cy="53999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VS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1" name="文本框 1"/>
          <p:cNvSpPr txBox="1"/>
          <p:nvPr/>
        </p:nvSpPr>
        <p:spPr>
          <a:xfrm>
            <a:off x="610880" y="5417078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36" name="îslîḓè">
            <a:extLst>
              <a:ext uri="{FF2B5EF4-FFF2-40B4-BE49-F238E27FC236}">
                <a16:creationId xmlns:a16="http://schemas.microsoft.com/office/drawing/2014/main" xmlns="" id="{B9A4B52A-E9F7-4136-9781-A45386B1882B}"/>
              </a:ext>
            </a:extLst>
          </p:cNvPr>
          <p:cNvSpPr txBox="1"/>
          <p:nvPr/>
        </p:nvSpPr>
        <p:spPr>
          <a:xfrm>
            <a:off x="641596" y="1305631"/>
            <a:ext cx="5336075" cy="791774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Unified fonts make reading more fluent.</a:t>
            </a:r>
          </a:p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Theme color makes PPT more convenient to change</a:t>
            </a:r>
            <a:r>
              <a:rPr lang="en-US" altLang="zh-CN" sz="1600" dirty="0" smtClean="0">
                <a:solidFill>
                  <a:schemeClr val="bg1"/>
                </a:solidFill>
              </a:rPr>
              <a:t>.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37" name="îslîḓè">
            <a:extLst>
              <a:ext uri="{FF2B5EF4-FFF2-40B4-BE49-F238E27FC236}">
                <a16:creationId xmlns:a16="http://schemas.microsoft.com/office/drawing/2014/main" xmlns="" id="{B9A4B52A-E9F7-4136-9781-A45386B1882B}"/>
              </a:ext>
            </a:extLst>
          </p:cNvPr>
          <p:cNvSpPr txBox="1"/>
          <p:nvPr/>
        </p:nvSpPr>
        <p:spPr>
          <a:xfrm>
            <a:off x="6157318" y="1305631"/>
            <a:ext cx="5336075" cy="791774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Unified fonts make reading more fluent.</a:t>
            </a:r>
          </a:p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Theme color makes PPT more convenient to change</a:t>
            </a:r>
            <a:r>
              <a:rPr lang="en-US" altLang="zh-CN" sz="1600" dirty="0" smtClean="0">
                <a:solidFill>
                  <a:schemeClr val="bg1"/>
                </a:solidFill>
              </a:rPr>
              <a:t>.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51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2" name="组合 3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3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sp>
        <p:nvSpPr>
          <p:cNvPr id="29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关键技术</a:t>
            </a:r>
            <a:endParaRPr lang="zh-CN" altLang="en-US" sz="1100" b="1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实践难点</a:t>
            </a:r>
          </a:p>
        </p:txBody>
      </p:sp>
      <p:sp>
        <p:nvSpPr>
          <p:cNvPr id="43" name="矩形 42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市场调研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í$líḓè">
            <a:extLst>
              <a:ext uri="{FF2B5EF4-FFF2-40B4-BE49-F238E27FC236}">
                <a16:creationId xmlns:a16="http://schemas.microsoft.com/office/drawing/2014/main" xmlns="" id="{A83CB3F5-0EB5-4AAC-A417-C0451548969A}"/>
              </a:ext>
            </a:extLst>
          </p:cNvPr>
          <p:cNvSpPr/>
          <p:nvPr/>
        </p:nvSpPr>
        <p:spPr>
          <a:xfrm>
            <a:off x="4499172" y="3101551"/>
            <a:ext cx="3035724" cy="3035724"/>
          </a:xfrm>
          <a:prstGeom prst="ellipse">
            <a:avLst/>
          </a:prstGeom>
          <a:solidFill>
            <a:srgbClr val="1C50A2"/>
          </a:solid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18" name="iṣ1íḑe">
            <a:extLst>
              <a:ext uri="{FF2B5EF4-FFF2-40B4-BE49-F238E27FC236}">
                <a16:creationId xmlns:a16="http://schemas.microsoft.com/office/drawing/2014/main" xmlns="" id="{B3A7C25D-709F-4A95-8A58-649991355A42}"/>
              </a:ext>
            </a:extLst>
          </p:cNvPr>
          <p:cNvSpPr/>
          <p:nvPr/>
        </p:nvSpPr>
        <p:spPr>
          <a:xfrm>
            <a:off x="4799950" y="3406351"/>
            <a:ext cx="2426124" cy="2426124"/>
          </a:xfrm>
          <a:prstGeom prst="ellipse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išļïḋê">
            <a:extLst>
              <a:ext uri="{FF2B5EF4-FFF2-40B4-BE49-F238E27FC236}">
                <a16:creationId xmlns:a16="http://schemas.microsoft.com/office/drawing/2014/main" xmlns="" id="{7BD024FE-6AA9-454B-BE0F-D6AC5DE23104}"/>
              </a:ext>
            </a:extLst>
          </p:cNvPr>
          <p:cNvSpPr/>
          <p:nvPr/>
        </p:nvSpPr>
        <p:spPr>
          <a:xfrm>
            <a:off x="4351853" y="2949645"/>
            <a:ext cx="1107440" cy="1107440"/>
          </a:xfrm>
          <a:prstGeom prst="ellips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altLang="zh-CN" sz="1400" b="1" dirty="0"/>
              <a:t>Text here</a:t>
            </a:r>
            <a:endParaRPr lang="zh-CN" altLang="en-US" sz="1400" b="1" dirty="0"/>
          </a:p>
        </p:txBody>
      </p:sp>
      <p:sp>
        <p:nvSpPr>
          <p:cNvPr id="20" name="îśļïďè">
            <a:extLst>
              <a:ext uri="{FF2B5EF4-FFF2-40B4-BE49-F238E27FC236}">
                <a16:creationId xmlns:a16="http://schemas.microsoft.com/office/drawing/2014/main" xmlns="" id="{43EE8CA3-D4A6-4A69-90D7-3E4D1992CF4E}"/>
              </a:ext>
            </a:extLst>
          </p:cNvPr>
          <p:cNvSpPr/>
          <p:nvPr/>
        </p:nvSpPr>
        <p:spPr bwMode="auto">
          <a:xfrm>
            <a:off x="4711563" y="3202009"/>
            <a:ext cx="388020" cy="326855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  <a:gd name="connsiteX103" fmla="*/ 373273 h 605239"/>
              <a:gd name="connsiteY103" fmla="*/ 373273 h 605239"/>
              <a:gd name="connsiteX104" fmla="*/ 373273 h 605239"/>
              <a:gd name="connsiteY104" fmla="*/ 373273 h 605239"/>
              <a:gd name="connsiteX105" fmla="*/ 373273 h 605239"/>
              <a:gd name="connsiteY105" fmla="*/ 373273 h 605239"/>
              <a:gd name="connsiteX106" fmla="*/ 373273 h 605239"/>
              <a:gd name="connsiteY106" fmla="*/ 373273 h 605239"/>
              <a:gd name="connsiteX107" fmla="*/ 373273 h 605239"/>
              <a:gd name="connsiteY107" fmla="*/ 373273 h 605239"/>
              <a:gd name="connsiteX108" fmla="*/ 373273 h 605239"/>
              <a:gd name="connsiteY108" fmla="*/ 373273 h 605239"/>
              <a:gd name="connsiteX109" fmla="*/ 373273 h 605239"/>
              <a:gd name="connsiteY109" fmla="*/ 373273 h 605239"/>
              <a:gd name="connsiteX110" fmla="*/ 373273 h 605239"/>
              <a:gd name="connsiteY110" fmla="*/ 373273 h 605239"/>
              <a:gd name="connsiteX111" fmla="*/ 373273 h 605239"/>
              <a:gd name="connsiteY111" fmla="*/ 373273 h 605239"/>
              <a:gd name="connsiteX112" fmla="*/ 373273 h 605239"/>
              <a:gd name="connsiteY112" fmla="*/ 373273 h 605239"/>
              <a:gd name="connsiteX113" fmla="*/ 373273 h 605239"/>
              <a:gd name="connsiteY113" fmla="*/ 373273 h 605239"/>
              <a:gd name="connsiteX114" fmla="*/ 373273 h 605239"/>
              <a:gd name="connsiteY11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51291" h="464390">
                <a:moveTo>
                  <a:pt x="153571" y="454275"/>
                </a:moveTo>
                <a:lnTo>
                  <a:pt x="548303" y="454275"/>
                </a:lnTo>
                <a:lnTo>
                  <a:pt x="545432" y="464390"/>
                </a:lnTo>
                <a:lnTo>
                  <a:pt x="157877" y="464390"/>
                </a:lnTo>
                <a:close/>
                <a:moveTo>
                  <a:pt x="327304" y="428604"/>
                </a:moveTo>
                <a:lnTo>
                  <a:pt x="321561" y="447265"/>
                </a:lnTo>
                <a:lnTo>
                  <a:pt x="373250" y="447265"/>
                </a:lnTo>
                <a:lnTo>
                  <a:pt x="366071" y="428604"/>
                </a:lnTo>
                <a:close/>
                <a:moveTo>
                  <a:pt x="193774" y="397025"/>
                </a:moveTo>
                <a:lnTo>
                  <a:pt x="180851" y="425734"/>
                </a:lnTo>
                <a:lnTo>
                  <a:pt x="522575" y="425734"/>
                </a:lnTo>
                <a:lnTo>
                  <a:pt x="512524" y="397025"/>
                </a:lnTo>
                <a:close/>
                <a:moveTo>
                  <a:pt x="180851" y="391283"/>
                </a:moveTo>
                <a:lnTo>
                  <a:pt x="531190" y="391283"/>
                </a:lnTo>
                <a:lnTo>
                  <a:pt x="551291" y="447265"/>
                </a:lnTo>
                <a:lnTo>
                  <a:pt x="549855" y="450136"/>
                </a:lnTo>
                <a:lnTo>
                  <a:pt x="153571" y="450136"/>
                </a:lnTo>
                <a:close/>
                <a:moveTo>
                  <a:pt x="199538" y="212061"/>
                </a:moveTo>
                <a:lnTo>
                  <a:pt x="199538" y="282376"/>
                </a:lnTo>
                <a:lnTo>
                  <a:pt x="199538" y="362736"/>
                </a:lnTo>
                <a:lnTo>
                  <a:pt x="403358" y="362736"/>
                </a:lnTo>
                <a:lnTo>
                  <a:pt x="508139" y="362736"/>
                </a:lnTo>
                <a:lnTo>
                  <a:pt x="508139" y="275201"/>
                </a:lnTo>
                <a:lnTo>
                  <a:pt x="508139" y="212061"/>
                </a:lnTo>
                <a:lnTo>
                  <a:pt x="289965" y="212061"/>
                </a:lnTo>
                <a:close/>
                <a:moveTo>
                  <a:pt x="188055" y="197711"/>
                </a:moveTo>
                <a:lnTo>
                  <a:pt x="295706" y="197711"/>
                </a:lnTo>
                <a:lnTo>
                  <a:pt x="518186" y="197711"/>
                </a:lnTo>
                <a:lnTo>
                  <a:pt x="518186" y="278071"/>
                </a:lnTo>
                <a:lnTo>
                  <a:pt x="518186" y="375651"/>
                </a:lnTo>
                <a:lnTo>
                  <a:pt x="396181" y="375651"/>
                </a:lnTo>
                <a:lnTo>
                  <a:pt x="188055" y="375651"/>
                </a:lnTo>
                <a:lnTo>
                  <a:pt x="188055" y="280941"/>
                </a:lnTo>
                <a:close/>
                <a:moveTo>
                  <a:pt x="120643" y="121858"/>
                </a:moveTo>
                <a:cubicBezTo>
                  <a:pt x="119208" y="121858"/>
                  <a:pt x="116338" y="123292"/>
                  <a:pt x="113467" y="123292"/>
                </a:cubicBezTo>
                <a:cubicBezTo>
                  <a:pt x="100552" y="126159"/>
                  <a:pt x="87637" y="129025"/>
                  <a:pt x="74721" y="131892"/>
                </a:cubicBezTo>
                <a:cubicBezTo>
                  <a:pt x="70416" y="150528"/>
                  <a:pt x="68981" y="170596"/>
                  <a:pt x="70416" y="189231"/>
                </a:cubicBezTo>
                <a:cubicBezTo>
                  <a:pt x="70416" y="207866"/>
                  <a:pt x="73286" y="226501"/>
                  <a:pt x="79026" y="245137"/>
                </a:cubicBezTo>
                <a:cubicBezTo>
                  <a:pt x="89072" y="248004"/>
                  <a:pt x="100552" y="249437"/>
                  <a:pt x="110597" y="252304"/>
                </a:cubicBezTo>
                <a:cubicBezTo>
                  <a:pt x="114902" y="252304"/>
                  <a:pt x="119208" y="253737"/>
                  <a:pt x="123513" y="253737"/>
                </a:cubicBezTo>
                <a:cubicBezTo>
                  <a:pt x="119208" y="232235"/>
                  <a:pt x="114902" y="210733"/>
                  <a:pt x="114902" y="187798"/>
                </a:cubicBezTo>
                <a:cubicBezTo>
                  <a:pt x="114902" y="166296"/>
                  <a:pt x="116338" y="143360"/>
                  <a:pt x="120643" y="121858"/>
                </a:cubicBezTo>
                <a:close/>
                <a:moveTo>
                  <a:pt x="165129" y="30116"/>
                </a:moveTo>
                <a:cubicBezTo>
                  <a:pt x="159389" y="43017"/>
                  <a:pt x="155084" y="55918"/>
                  <a:pt x="152214" y="68820"/>
                </a:cubicBezTo>
                <a:cubicBezTo>
                  <a:pt x="149344" y="78854"/>
                  <a:pt x="146473" y="88888"/>
                  <a:pt x="143603" y="98923"/>
                </a:cubicBezTo>
                <a:cubicBezTo>
                  <a:pt x="160824" y="96056"/>
                  <a:pt x="176610" y="96056"/>
                  <a:pt x="193830" y="96056"/>
                </a:cubicBezTo>
                <a:cubicBezTo>
                  <a:pt x="202440" y="96056"/>
                  <a:pt x="209616" y="96056"/>
                  <a:pt x="218226" y="97489"/>
                </a:cubicBezTo>
                <a:cubicBezTo>
                  <a:pt x="215356" y="88888"/>
                  <a:pt x="213921" y="80287"/>
                  <a:pt x="211051" y="70253"/>
                </a:cubicBezTo>
                <a:cubicBezTo>
                  <a:pt x="206745" y="57352"/>
                  <a:pt x="202440" y="44451"/>
                  <a:pt x="196700" y="32983"/>
                </a:cubicBezTo>
                <a:cubicBezTo>
                  <a:pt x="202440" y="37283"/>
                  <a:pt x="206745" y="43017"/>
                  <a:pt x="209616" y="48751"/>
                </a:cubicBezTo>
                <a:cubicBezTo>
                  <a:pt x="213921" y="54485"/>
                  <a:pt x="218226" y="60219"/>
                  <a:pt x="221096" y="67386"/>
                </a:cubicBezTo>
                <a:cubicBezTo>
                  <a:pt x="226836" y="77421"/>
                  <a:pt x="231141" y="88888"/>
                  <a:pt x="234011" y="100356"/>
                </a:cubicBezTo>
                <a:cubicBezTo>
                  <a:pt x="248362" y="101790"/>
                  <a:pt x="262712" y="106090"/>
                  <a:pt x="277063" y="110390"/>
                </a:cubicBezTo>
                <a:cubicBezTo>
                  <a:pt x="284238" y="113257"/>
                  <a:pt x="292848" y="114691"/>
                  <a:pt x="300023" y="118991"/>
                </a:cubicBezTo>
                <a:cubicBezTo>
                  <a:pt x="292848" y="96056"/>
                  <a:pt x="282803" y="74554"/>
                  <a:pt x="269887" y="54485"/>
                </a:cubicBezTo>
                <a:cubicBezTo>
                  <a:pt x="288543" y="68820"/>
                  <a:pt x="305764" y="88888"/>
                  <a:pt x="315809" y="113257"/>
                </a:cubicBezTo>
                <a:cubicBezTo>
                  <a:pt x="317244" y="117558"/>
                  <a:pt x="320114" y="123292"/>
                  <a:pt x="321549" y="127592"/>
                </a:cubicBezTo>
                <a:lnTo>
                  <a:pt x="350496" y="144678"/>
                </a:lnTo>
                <a:lnTo>
                  <a:pt x="350712" y="145626"/>
                </a:lnTo>
                <a:lnTo>
                  <a:pt x="324419" y="139060"/>
                </a:lnTo>
                <a:cubicBezTo>
                  <a:pt x="328724" y="154828"/>
                  <a:pt x="330159" y="170596"/>
                  <a:pt x="330159" y="187798"/>
                </a:cubicBezTo>
                <a:lnTo>
                  <a:pt x="308634" y="187798"/>
                </a:lnTo>
                <a:cubicBezTo>
                  <a:pt x="308634" y="169163"/>
                  <a:pt x="307199" y="150528"/>
                  <a:pt x="304329" y="133326"/>
                </a:cubicBezTo>
                <a:cubicBezTo>
                  <a:pt x="292848" y="130459"/>
                  <a:pt x="282803" y="129025"/>
                  <a:pt x="272758" y="126159"/>
                </a:cubicBezTo>
                <a:cubicBezTo>
                  <a:pt x="262712" y="124725"/>
                  <a:pt x="251232" y="123292"/>
                  <a:pt x="241187" y="121858"/>
                </a:cubicBezTo>
                <a:cubicBezTo>
                  <a:pt x="245492" y="143360"/>
                  <a:pt x="248362" y="164862"/>
                  <a:pt x="248362" y="187798"/>
                </a:cubicBezTo>
                <a:lnTo>
                  <a:pt x="226836" y="187798"/>
                </a:lnTo>
                <a:cubicBezTo>
                  <a:pt x="226836" y="164862"/>
                  <a:pt x="225401" y="141927"/>
                  <a:pt x="221096" y="118991"/>
                </a:cubicBezTo>
                <a:cubicBezTo>
                  <a:pt x="212486" y="117558"/>
                  <a:pt x="202440" y="117558"/>
                  <a:pt x="193830" y="117558"/>
                </a:cubicBezTo>
                <a:cubicBezTo>
                  <a:pt x="175175" y="117558"/>
                  <a:pt x="157954" y="117558"/>
                  <a:pt x="140733" y="118991"/>
                </a:cubicBezTo>
                <a:cubicBezTo>
                  <a:pt x="136428" y="141927"/>
                  <a:pt x="136428" y="164862"/>
                  <a:pt x="136428" y="187798"/>
                </a:cubicBezTo>
                <a:cubicBezTo>
                  <a:pt x="136428" y="210733"/>
                  <a:pt x="139298" y="233669"/>
                  <a:pt x="143603" y="256604"/>
                </a:cubicBezTo>
                <a:cubicBezTo>
                  <a:pt x="153649" y="258038"/>
                  <a:pt x="163694" y="258038"/>
                  <a:pt x="175175" y="258038"/>
                </a:cubicBezTo>
                <a:lnTo>
                  <a:pt x="175175" y="279540"/>
                </a:lnTo>
                <a:cubicBezTo>
                  <a:pt x="165129" y="279540"/>
                  <a:pt x="156519" y="278106"/>
                  <a:pt x="147909" y="276673"/>
                </a:cubicBezTo>
                <a:cubicBezTo>
                  <a:pt x="152214" y="301042"/>
                  <a:pt x="159389" y="323977"/>
                  <a:pt x="165129" y="346913"/>
                </a:cubicBezTo>
                <a:cubicBezTo>
                  <a:pt x="150779" y="325411"/>
                  <a:pt x="137863" y="299608"/>
                  <a:pt x="129253" y="273806"/>
                </a:cubicBezTo>
                <a:cubicBezTo>
                  <a:pt x="122078" y="272373"/>
                  <a:pt x="114902" y="270939"/>
                  <a:pt x="106292" y="268072"/>
                </a:cubicBezTo>
                <a:cubicBezTo>
                  <a:pt x="99117" y="266639"/>
                  <a:pt x="90507" y="262338"/>
                  <a:pt x="83332" y="259471"/>
                </a:cubicBezTo>
                <a:cubicBezTo>
                  <a:pt x="89072" y="282407"/>
                  <a:pt x="97682" y="303909"/>
                  <a:pt x="109162" y="325411"/>
                </a:cubicBezTo>
                <a:cubicBezTo>
                  <a:pt x="103422" y="321111"/>
                  <a:pt x="100552" y="316810"/>
                  <a:pt x="96247" y="312510"/>
                </a:cubicBezTo>
                <a:cubicBezTo>
                  <a:pt x="91942" y="306776"/>
                  <a:pt x="87637" y="302475"/>
                  <a:pt x="84767" y="296742"/>
                </a:cubicBezTo>
                <a:cubicBezTo>
                  <a:pt x="77591" y="286707"/>
                  <a:pt x="71851" y="275239"/>
                  <a:pt x="66111" y="263772"/>
                </a:cubicBezTo>
                <a:cubicBezTo>
                  <a:pt x="64676" y="259471"/>
                  <a:pt x="61806" y="253737"/>
                  <a:pt x="60371" y="248004"/>
                </a:cubicBezTo>
                <a:cubicBezTo>
                  <a:pt x="56066" y="246570"/>
                  <a:pt x="53196" y="243703"/>
                  <a:pt x="48890" y="242270"/>
                </a:cubicBezTo>
                <a:cubicBezTo>
                  <a:pt x="43150" y="237969"/>
                  <a:pt x="37410" y="233669"/>
                  <a:pt x="33105" y="229368"/>
                </a:cubicBezTo>
                <a:cubicBezTo>
                  <a:pt x="40280" y="232235"/>
                  <a:pt x="48890" y="235102"/>
                  <a:pt x="57501" y="237969"/>
                </a:cubicBezTo>
                <a:cubicBezTo>
                  <a:pt x="51761" y="222201"/>
                  <a:pt x="48890" y="206433"/>
                  <a:pt x="48890" y="190665"/>
                </a:cubicBezTo>
                <a:cubicBezTo>
                  <a:pt x="47455" y="173463"/>
                  <a:pt x="48890" y="156261"/>
                  <a:pt x="53196" y="139060"/>
                </a:cubicBezTo>
                <a:cubicBezTo>
                  <a:pt x="47455" y="141927"/>
                  <a:pt x="41715" y="143360"/>
                  <a:pt x="35975" y="146227"/>
                </a:cubicBezTo>
                <a:cubicBezTo>
                  <a:pt x="40280" y="141927"/>
                  <a:pt x="46020" y="137626"/>
                  <a:pt x="51761" y="133326"/>
                </a:cubicBezTo>
                <a:cubicBezTo>
                  <a:pt x="53196" y="133326"/>
                  <a:pt x="54631" y="131892"/>
                  <a:pt x="56066" y="130459"/>
                </a:cubicBezTo>
                <a:cubicBezTo>
                  <a:pt x="57501" y="126159"/>
                  <a:pt x="60371" y="120425"/>
                  <a:pt x="61806" y="114691"/>
                </a:cubicBezTo>
                <a:cubicBezTo>
                  <a:pt x="73286" y="91755"/>
                  <a:pt x="89072" y="70253"/>
                  <a:pt x="109162" y="55918"/>
                </a:cubicBezTo>
                <a:cubicBezTo>
                  <a:pt x="96247" y="75987"/>
                  <a:pt x="84767" y="97489"/>
                  <a:pt x="79026" y="118991"/>
                </a:cubicBezTo>
                <a:cubicBezTo>
                  <a:pt x="89072" y="114691"/>
                  <a:pt x="99117" y="110390"/>
                  <a:pt x="109162" y="107523"/>
                </a:cubicBezTo>
                <a:cubicBezTo>
                  <a:pt x="114902" y="106090"/>
                  <a:pt x="120643" y="104656"/>
                  <a:pt x="126383" y="103223"/>
                </a:cubicBezTo>
                <a:cubicBezTo>
                  <a:pt x="130688" y="90322"/>
                  <a:pt x="134993" y="77421"/>
                  <a:pt x="142168" y="64519"/>
                </a:cubicBezTo>
                <a:cubicBezTo>
                  <a:pt x="145038" y="58785"/>
                  <a:pt x="147909" y="53052"/>
                  <a:pt x="152214" y="47318"/>
                </a:cubicBezTo>
                <a:cubicBezTo>
                  <a:pt x="156519" y="41584"/>
                  <a:pt x="160824" y="35850"/>
                  <a:pt x="165129" y="30116"/>
                </a:cubicBezTo>
                <a:close/>
                <a:moveTo>
                  <a:pt x="190929" y="0"/>
                </a:moveTo>
                <a:cubicBezTo>
                  <a:pt x="294289" y="0"/>
                  <a:pt x="378987" y="84557"/>
                  <a:pt x="381858" y="187744"/>
                </a:cubicBezTo>
                <a:lnTo>
                  <a:pt x="360325" y="187744"/>
                </a:lnTo>
                <a:lnTo>
                  <a:pt x="350712" y="145626"/>
                </a:lnTo>
                <a:lnTo>
                  <a:pt x="353120" y="146227"/>
                </a:lnTo>
                <a:lnTo>
                  <a:pt x="350496" y="144678"/>
                </a:lnTo>
                <a:lnTo>
                  <a:pt x="345565" y="123073"/>
                </a:lnTo>
                <a:cubicBezTo>
                  <a:pt x="319052" y="63417"/>
                  <a:pt x="259836" y="21497"/>
                  <a:pt x="190929" y="21497"/>
                </a:cubicBezTo>
                <a:cubicBezTo>
                  <a:pt x="97618" y="21497"/>
                  <a:pt x="21533" y="97455"/>
                  <a:pt x="21533" y="190611"/>
                </a:cubicBezTo>
                <a:cubicBezTo>
                  <a:pt x="21533" y="278033"/>
                  <a:pt x="89004" y="351125"/>
                  <a:pt x="175138" y="358291"/>
                </a:cubicBezTo>
                <a:lnTo>
                  <a:pt x="175138" y="379788"/>
                </a:lnTo>
                <a:lnTo>
                  <a:pt x="173702" y="379788"/>
                </a:lnTo>
                <a:lnTo>
                  <a:pt x="172267" y="379788"/>
                </a:lnTo>
                <a:cubicBezTo>
                  <a:pt x="76084" y="371189"/>
                  <a:pt x="0" y="289499"/>
                  <a:pt x="0" y="190611"/>
                </a:cubicBezTo>
                <a:cubicBezTo>
                  <a:pt x="0" y="85990"/>
                  <a:pt x="86133" y="0"/>
                  <a:pt x="1909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sp>
        <p:nvSpPr>
          <p:cNvPr id="21" name="íṧḷïdé">
            <a:extLst>
              <a:ext uri="{FF2B5EF4-FFF2-40B4-BE49-F238E27FC236}">
                <a16:creationId xmlns:a16="http://schemas.microsoft.com/office/drawing/2014/main" xmlns="" id="{D41F01FA-0369-44CB-91B9-7B580A85C2A3}"/>
              </a:ext>
            </a:extLst>
          </p:cNvPr>
          <p:cNvSpPr/>
          <p:nvPr/>
        </p:nvSpPr>
        <p:spPr>
          <a:xfrm>
            <a:off x="6574776" y="2949645"/>
            <a:ext cx="1107440" cy="110744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altLang="zh-CN" sz="1400" b="1" dirty="0"/>
              <a:t>Text here</a:t>
            </a:r>
            <a:endParaRPr lang="zh-CN" altLang="en-US" sz="1400" b="1" dirty="0"/>
          </a:p>
        </p:txBody>
      </p:sp>
      <p:sp>
        <p:nvSpPr>
          <p:cNvPr id="22" name="išľïďê">
            <a:extLst>
              <a:ext uri="{FF2B5EF4-FFF2-40B4-BE49-F238E27FC236}">
                <a16:creationId xmlns:a16="http://schemas.microsoft.com/office/drawing/2014/main" xmlns="" id="{69EEA187-E5E9-4988-801C-A31BC19A9E68}"/>
              </a:ext>
            </a:extLst>
          </p:cNvPr>
          <p:cNvSpPr/>
          <p:nvPr/>
        </p:nvSpPr>
        <p:spPr bwMode="auto">
          <a:xfrm>
            <a:off x="6934486" y="3202009"/>
            <a:ext cx="388020" cy="326855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  <a:gd name="connsiteX103" fmla="*/ 373273 h 605239"/>
              <a:gd name="connsiteY103" fmla="*/ 373273 h 605239"/>
              <a:gd name="connsiteX104" fmla="*/ 373273 h 605239"/>
              <a:gd name="connsiteY104" fmla="*/ 373273 h 605239"/>
              <a:gd name="connsiteX105" fmla="*/ 373273 h 605239"/>
              <a:gd name="connsiteY105" fmla="*/ 373273 h 605239"/>
              <a:gd name="connsiteX106" fmla="*/ 373273 h 605239"/>
              <a:gd name="connsiteY106" fmla="*/ 373273 h 605239"/>
              <a:gd name="connsiteX107" fmla="*/ 373273 h 605239"/>
              <a:gd name="connsiteY107" fmla="*/ 373273 h 605239"/>
              <a:gd name="connsiteX108" fmla="*/ 373273 h 605239"/>
              <a:gd name="connsiteY108" fmla="*/ 373273 h 605239"/>
              <a:gd name="connsiteX109" fmla="*/ 373273 h 605239"/>
              <a:gd name="connsiteY109" fmla="*/ 373273 h 605239"/>
              <a:gd name="connsiteX110" fmla="*/ 373273 h 605239"/>
              <a:gd name="connsiteY110" fmla="*/ 373273 h 605239"/>
              <a:gd name="connsiteX111" fmla="*/ 373273 h 605239"/>
              <a:gd name="connsiteY111" fmla="*/ 373273 h 605239"/>
              <a:gd name="connsiteX112" fmla="*/ 373273 h 605239"/>
              <a:gd name="connsiteY112" fmla="*/ 373273 h 605239"/>
              <a:gd name="connsiteX113" fmla="*/ 373273 h 605239"/>
              <a:gd name="connsiteY113" fmla="*/ 373273 h 605239"/>
              <a:gd name="connsiteX114" fmla="*/ 373273 h 605239"/>
              <a:gd name="connsiteY11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51291" h="464390">
                <a:moveTo>
                  <a:pt x="153571" y="454275"/>
                </a:moveTo>
                <a:lnTo>
                  <a:pt x="548303" y="454275"/>
                </a:lnTo>
                <a:lnTo>
                  <a:pt x="545432" y="464390"/>
                </a:lnTo>
                <a:lnTo>
                  <a:pt x="157877" y="464390"/>
                </a:lnTo>
                <a:close/>
                <a:moveTo>
                  <a:pt x="327304" y="428604"/>
                </a:moveTo>
                <a:lnTo>
                  <a:pt x="321561" y="447265"/>
                </a:lnTo>
                <a:lnTo>
                  <a:pt x="373250" y="447265"/>
                </a:lnTo>
                <a:lnTo>
                  <a:pt x="366071" y="428604"/>
                </a:lnTo>
                <a:close/>
                <a:moveTo>
                  <a:pt x="193774" y="397025"/>
                </a:moveTo>
                <a:lnTo>
                  <a:pt x="180851" y="425734"/>
                </a:lnTo>
                <a:lnTo>
                  <a:pt x="522575" y="425734"/>
                </a:lnTo>
                <a:lnTo>
                  <a:pt x="512524" y="397025"/>
                </a:lnTo>
                <a:close/>
                <a:moveTo>
                  <a:pt x="180851" y="391283"/>
                </a:moveTo>
                <a:lnTo>
                  <a:pt x="531190" y="391283"/>
                </a:lnTo>
                <a:lnTo>
                  <a:pt x="551291" y="447265"/>
                </a:lnTo>
                <a:lnTo>
                  <a:pt x="549855" y="450136"/>
                </a:lnTo>
                <a:lnTo>
                  <a:pt x="153571" y="450136"/>
                </a:lnTo>
                <a:close/>
                <a:moveTo>
                  <a:pt x="199538" y="212061"/>
                </a:moveTo>
                <a:lnTo>
                  <a:pt x="199538" y="282376"/>
                </a:lnTo>
                <a:lnTo>
                  <a:pt x="199538" y="362736"/>
                </a:lnTo>
                <a:lnTo>
                  <a:pt x="403358" y="362736"/>
                </a:lnTo>
                <a:lnTo>
                  <a:pt x="508139" y="362736"/>
                </a:lnTo>
                <a:lnTo>
                  <a:pt x="508139" y="275201"/>
                </a:lnTo>
                <a:lnTo>
                  <a:pt x="508139" y="212061"/>
                </a:lnTo>
                <a:lnTo>
                  <a:pt x="289965" y="212061"/>
                </a:lnTo>
                <a:close/>
                <a:moveTo>
                  <a:pt x="188055" y="197711"/>
                </a:moveTo>
                <a:lnTo>
                  <a:pt x="295706" y="197711"/>
                </a:lnTo>
                <a:lnTo>
                  <a:pt x="518186" y="197711"/>
                </a:lnTo>
                <a:lnTo>
                  <a:pt x="518186" y="278071"/>
                </a:lnTo>
                <a:lnTo>
                  <a:pt x="518186" y="375651"/>
                </a:lnTo>
                <a:lnTo>
                  <a:pt x="396181" y="375651"/>
                </a:lnTo>
                <a:lnTo>
                  <a:pt x="188055" y="375651"/>
                </a:lnTo>
                <a:lnTo>
                  <a:pt x="188055" y="280941"/>
                </a:lnTo>
                <a:close/>
                <a:moveTo>
                  <a:pt x="120643" y="121858"/>
                </a:moveTo>
                <a:cubicBezTo>
                  <a:pt x="119208" y="121858"/>
                  <a:pt x="116338" y="123292"/>
                  <a:pt x="113467" y="123292"/>
                </a:cubicBezTo>
                <a:cubicBezTo>
                  <a:pt x="100552" y="126159"/>
                  <a:pt x="87637" y="129025"/>
                  <a:pt x="74721" y="131892"/>
                </a:cubicBezTo>
                <a:cubicBezTo>
                  <a:pt x="70416" y="150528"/>
                  <a:pt x="68981" y="170596"/>
                  <a:pt x="70416" y="189231"/>
                </a:cubicBezTo>
                <a:cubicBezTo>
                  <a:pt x="70416" y="207866"/>
                  <a:pt x="73286" y="226501"/>
                  <a:pt x="79026" y="245137"/>
                </a:cubicBezTo>
                <a:cubicBezTo>
                  <a:pt x="89072" y="248004"/>
                  <a:pt x="100552" y="249437"/>
                  <a:pt x="110597" y="252304"/>
                </a:cubicBezTo>
                <a:cubicBezTo>
                  <a:pt x="114902" y="252304"/>
                  <a:pt x="119208" y="253737"/>
                  <a:pt x="123513" y="253737"/>
                </a:cubicBezTo>
                <a:cubicBezTo>
                  <a:pt x="119208" y="232235"/>
                  <a:pt x="114902" y="210733"/>
                  <a:pt x="114902" y="187798"/>
                </a:cubicBezTo>
                <a:cubicBezTo>
                  <a:pt x="114902" y="166296"/>
                  <a:pt x="116338" y="143360"/>
                  <a:pt x="120643" y="121858"/>
                </a:cubicBezTo>
                <a:close/>
                <a:moveTo>
                  <a:pt x="165129" y="30116"/>
                </a:moveTo>
                <a:cubicBezTo>
                  <a:pt x="159389" y="43017"/>
                  <a:pt x="155084" y="55918"/>
                  <a:pt x="152214" y="68820"/>
                </a:cubicBezTo>
                <a:cubicBezTo>
                  <a:pt x="149344" y="78854"/>
                  <a:pt x="146473" y="88888"/>
                  <a:pt x="143603" y="98923"/>
                </a:cubicBezTo>
                <a:cubicBezTo>
                  <a:pt x="160824" y="96056"/>
                  <a:pt x="176610" y="96056"/>
                  <a:pt x="193830" y="96056"/>
                </a:cubicBezTo>
                <a:cubicBezTo>
                  <a:pt x="202440" y="96056"/>
                  <a:pt x="209616" y="96056"/>
                  <a:pt x="218226" y="97489"/>
                </a:cubicBezTo>
                <a:cubicBezTo>
                  <a:pt x="215356" y="88888"/>
                  <a:pt x="213921" y="80287"/>
                  <a:pt x="211051" y="70253"/>
                </a:cubicBezTo>
                <a:cubicBezTo>
                  <a:pt x="206745" y="57352"/>
                  <a:pt x="202440" y="44451"/>
                  <a:pt x="196700" y="32983"/>
                </a:cubicBezTo>
                <a:cubicBezTo>
                  <a:pt x="202440" y="37283"/>
                  <a:pt x="206745" y="43017"/>
                  <a:pt x="209616" y="48751"/>
                </a:cubicBezTo>
                <a:cubicBezTo>
                  <a:pt x="213921" y="54485"/>
                  <a:pt x="218226" y="60219"/>
                  <a:pt x="221096" y="67386"/>
                </a:cubicBezTo>
                <a:cubicBezTo>
                  <a:pt x="226836" y="77421"/>
                  <a:pt x="231141" y="88888"/>
                  <a:pt x="234011" y="100356"/>
                </a:cubicBezTo>
                <a:cubicBezTo>
                  <a:pt x="248362" y="101790"/>
                  <a:pt x="262712" y="106090"/>
                  <a:pt x="277063" y="110390"/>
                </a:cubicBezTo>
                <a:cubicBezTo>
                  <a:pt x="284238" y="113257"/>
                  <a:pt x="292848" y="114691"/>
                  <a:pt x="300023" y="118991"/>
                </a:cubicBezTo>
                <a:cubicBezTo>
                  <a:pt x="292848" y="96056"/>
                  <a:pt x="282803" y="74554"/>
                  <a:pt x="269887" y="54485"/>
                </a:cubicBezTo>
                <a:cubicBezTo>
                  <a:pt x="288543" y="68820"/>
                  <a:pt x="305764" y="88888"/>
                  <a:pt x="315809" y="113257"/>
                </a:cubicBezTo>
                <a:cubicBezTo>
                  <a:pt x="317244" y="117558"/>
                  <a:pt x="320114" y="123292"/>
                  <a:pt x="321549" y="127592"/>
                </a:cubicBezTo>
                <a:lnTo>
                  <a:pt x="350496" y="144678"/>
                </a:lnTo>
                <a:lnTo>
                  <a:pt x="350712" y="145626"/>
                </a:lnTo>
                <a:lnTo>
                  <a:pt x="324419" y="139060"/>
                </a:lnTo>
                <a:cubicBezTo>
                  <a:pt x="328724" y="154828"/>
                  <a:pt x="330159" y="170596"/>
                  <a:pt x="330159" y="187798"/>
                </a:cubicBezTo>
                <a:lnTo>
                  <a:pt x="308634" y="187798"/>
                </a:lnTo>
                <a:cubicBezTo>
                  <a:pt x="308634" y="169163"/>
                  <a:pt x="307199" y="150528"/>
                  <a:pt x="304329" y="133326"/>
                </a:cubicBezTo>
                <a:cubicBezTo>
                  <a:pt x="292848" y="130459"/>
                  <a:pt x="282803" y="129025"/>
                  <a:pt x="272758" y="126159"/>
                </a:cubicBezTo>
                <a:cubicBezTo>
                  <a:pt x="262712" y="124725"/>
                  <a:pt x="251232" y="123292"/>
                  <a:pt x="241187" y="121858"/>
                </a:cubicBezTo>
                <a:cubicBezTo>
                  <a:pt x="245492" y="143360"/>
                  <a:pt x="248362" y="164862"/>
                  <a:pt x="248362" y="187798"/>
                </a:cubicBezTo>
                <a:lnTo>
                  <a:pt x="226836" y="187798"/>
                </a:lnTo>
                <a:cubicBezTo>
                  <a:pt x="226836" y="164862"/>
                  <a:pt x="225401" y="141927"/>
                  <a:pt x="221096" y="118991"/>
                </a:cubicBezTo>
                <a:cubicBezTo>
                  <a:pt x="212486" y="117558"/>
                  <a:pt x="202440" y="117558"/>
                  <a:pt x="193830" y="117558"/>
                </a:cubicBezTo>
                <a:cubicBezTo>
                  <a:pt x="175175" y="117558"/>
                  <a:pt x="157954" y="117558"/>
                  <a:pt x="140733" y="118991"/>
                </a:cubicBezTo>
                <a:cubicBezTo>
                  <a:pt x="136428" y="141927"/>
                  <a:pt x="136428" y="164862"/>
                  <a:pt x="136428" y="187798"/>
                </a:cubicBezTo>
                <a:cubicBezTo>
                  <a:pt x="136428" y="210733"/>
                  <a:pt x="139298" y="233669"/>
                  <a:pt x="143603" y="256604"/>
                </a:cubicBezTo>
                <a:cubicBezTo>
                  <a:pt x="153649" y="258038"/>
                  <a:pt x="163694" y="258038"/>
                  <a:pt x="175175" y="258038"/>
                </a:cubicBezTo>
                <a:lnTo>
                  <a:pt x="175175" y="279540"/>
                </a:lnTo>
                <a:cubicBezTo>
                  <a:pt x="165129" y="279540"/>
                  <a:pt x="156519" y="278106"/>
                  <a:pt x="147909" y="276673"/>
                </a:cubicBezTo>
                <a:cubicBezTo>
                  <a:pt x="152214" y="301042"/>
                  <a:pt x="159389" y="323977"/>
                  <a:pt x="165129" y="346913"/>
                </a:cubicBezTo>
                <a:cubicBezTo>
                  <a:pt x="150779" y="325411"/>
                  <a:pt x="137863" y="299608"/>
                  <a:pt x="129253" y="273806"/>
                </a:cubicBezTo>
                <a:cubicBezTo>
                  <a:pt x="122078" y="272373"/>
                  <a:pt x="114902" y="270939"/>
                  <a:pt x="106292" y="268072"/>
                </a:cubicBezTo>
                <a:cubicBezTo>
                  <a:pt x="99117" y="266639"/>
                  <a:pt x="90507" y="262338"/>
                  <a:pt x="83332" y="259471"/>
                </a:cubicBezTo>
                <a:cubicBezTo>
                  <a:pt x="89072" y="282407"/>
                  <a:pt x="97682" y="303909"/>
                  <a:pt x="109162" y="325411"/>
                </a:cubicBezTo>
                <a:cubicBezTo>
                  <a:pt x="103422" y="321111"/>
                  <a:pt x="100552" y="316810"/>
                  <a:pt x="96247" y="312510"/>
                </a:cubicBezTo>
                <a:cubicBezTo>
                  <a:pt x="91942" y="306776"/>
                  <a:pt x="87637" y="302475"/>
                  <a:pt x="84767" y="296742"/>
                </a:cubicBezTo>
                <a:cubicBezTo>
                  <a:pt x="77591" y="286707"/>
                  <a:pt x="71851" y="275239"/>
                  <a:pt x="66111" y="263772"/>
                </a:cubicBezTo>
                <a:cubicBezTo>
                  <a:pt x="64676" y="259471"/>
                  <a:pt x="61806" y="253737"/>
                  <a:pt x="60371" y="248004"/>
                </a:cubicBezTo>
                <a:cubicBezTo>
                  <a:pt x="56066" y="246570"/>
                  <a:pt x="53196" y="243703"/>
                  <a:pt x="48890" y="242270"/>
                </a:cubicBezTo>
                <a:cubicBezTo>
                  <a:pt x="43150" y="237969"/>
                  <a:pt x="37410" y="233669"/>
                  <a:pt x="33105" y="229368"/>
                </a:cubicBezTo>
                <a:cubicBezTo>
                  <a:pt x="40280" y="232235"/>
                  <a:pt x="48890" y="235102"/>
                  <a:pt x="57501" y="237969"/>
                </a:cubicBezTo>
                <a:cubicBezTo>
                  <a:pt x="51761" y="222201"/>
                  <a:pt x="48890" y="206433"/>
                  <a:pt x="48890" y="190665"/>
                </a:cubicBezTo>
                <a:cubicBezTo>
                  <a:pt x="47455" y="173463"/>
                  <a:pt x="48890" y="156261"/>
                  <a:pt x="53196" y="139060"/>
                </a:cubicBezTo>
                <a:cubicBezTo>
                  <a:pt x="47455" y="141927"/>
                  <a:pt x="41715" y="143360"/>
                  <a:pt x="35975" y="146227"/>
                </a:cubicBezTo>
                <a:cubicBezTo>
                  <a:pt x="40280" y="141927"/>
                  <a:pt x="46020" y="137626"/>
                  <a:pt x="51761" y="133326"/>
                </a:cubicBezTo>
                <a:cubicBezTo>
                  <a:pt x="53196" y="133326"/>
                  <a:pt x="54631" y="131892"/>
                  <a:pt x="56066" y="130459"/>
                </a:cubicBezTo>
                <a:cubicBezTo>
                  <a:pt x="57501" y="126159"/>
                  <a:pt x="60371" y="120425"/>
                  <a:pt x="61806" y="114691"/>
                </a:cubicBezTo>
                <a:cubicBezTo>
                  <a:pt x="73286" y="91755"/>
                  <a:pt x="89072" y="70253"/>
                  <a:pt x="109162" y="55918"/>
                </a:cubicBezTo>
                <a:cubicBezTo>
                  <a:pt x="96247" y="75987"/>
                  <a:pt x="84767" y="97489"/>
                  <a:pt x="79026" y="118991"/>
                </a:cubicBezTo>
                <a:cubicBezTo>
                  <a:pt x="89072" y="114691"/>
                  <a:pt x="99117" y="110390"/>
                  <a:pt x="109162" y="107523"/>
                </a:cubicBezTo>
                <a:cubicBezTo>
                  <a:pt x="114902" y="106090"/>
                  <a:pt x="120643" y="104656"/>
                  <a:pt x="126383" y="103223"/>
                </a:cubicBezTo>
                <a:cubicBezTo>
                  <a:pt x="130688" y="90322"/>
                  <a:pt x="134993" y="77421"/>
                  <a:pt x="142168" y="64519"/>
                </a:cubicBezTo>
                <a:cubicBezTo>
                  <a:pt x="145038" y="58785"/>
                  <a:pt x="147909" y="53052"/>
                  <a:pt x="152214" y="47318"/>
                </a:cubicBezTo>
                <a:cubicBezTo>
                  <a:pt x="156519" y="41584"/>
                  <a:pt x="160824" y="35850"/>
                  <a:pt x="165129" y="30116"/>
                </a:cubicBezTo>
                <a:close/>
                <a:moveTo>
                  <a:pt x="190929" y="0"/>
                </a:moveTo>
                <a:cubicBezTo>
                  <a:pt x="294289" y="0"/>
                  <a:pt x="378987" y="84557"/>
                  <a:pt x="381858" y="187744"/>
                </a:cubicBezTo>
                <a:lnTo>
                  <a:pt x="360325" y="187744"/>
                </a:lnTo>
                <a:lnTo>
                  <a:pt x="350712" y="145626"/>
                </a:lnTo>
                <a:lnTo>
                  <a:pt x="353120" y="146227"/>
                </a:lnTo>
                <a:lnTo>
                  <a:pt x="350496" y="144678"/>
                </a:lnTo>
                <a:lnTo>
                  <a:pt x="345565" y="123073"/>
                </a:lnTo>
                <a:cubicBezTo>
                  <a:pt x="319052" y="63417"/>
                  <a:pt x="259836" y="21497"/>
                  <a:pt x="190929" y="21497"/>
                </a:cubicBezTo>
                <a:cubicBezTo>
                  <a:pt x="97618" y="21497"/>
                  <a:pt x="21533" y="97455"/>
                  <a:pt x="21533" y="190611"/>
                </a:cubicBezTo>
                <a:cubicBezTo>
                  <a:pt x="21533" y="278033"/>
                  <a:pt x="89004" y="351125"/>
                  <a:pt x="175138" y="358291"/>
                </a:cubicBezTo>
                <a:lnTo>
                  <a:pt x="175138" y="379788"/>
                </a:lnTo>
                <a:lnTo>
                  <a:pt x="173702" y="379788"/>
                </a:lnTo>
                <a:lnTo>
                  <a:pt x="172267" y="379788"/>
                </a:lnTo>
                <a:cubicBezTo>
                  <a:pt x="76084" y="371189"/>
                  <a:pt x="0" y="289499"/>
                  <a:pt x="0" y="190611"/>
                </a:cubicBezTo>
                <a:cubicBezTo>
                  <a:pt x="0" y="85990"/>
                  <a:pt x="86133" y="0"/>
                  <a:pt x="1909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sp>
        <p:nvSpPr>
          <p:cNvPr id="23" name="íşḻïḑé">
            <a:extLst>
              <a:ext uri="{FF2B5EF4-FFF2-40B4-BE49-F238E27FC236}">
                <a16:creationId xmlns:a16="http://schemas.microsoft.com/office/drawing/2014/main" xmlns="" id="{1304F760-940F-4A08-962E-49452F8C860C}"/>
              </a:ext>
            </a:extLst>
          </p:cNvPr>
          <p:cNvSpPr/>
          <p:nvPr/>
        </p:nvSpPr>
        <p:spPr>
          <a:xfrm>
            <a:off x="4351853" y="5171581"/>
            <a:ext cx="1107440" cy="110744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altLang="zh-CN" sz="1400" b="1" dirty="0"/>
              <a:t>Text here</a:t>
            </a:r>
            <a:endParaRPr lang="zh-CN" altLang="en-US" sz="1400" b="1" dirty="0"/>
          </a:p>
        </p:txBody>
      </p:sp>
      <p:sp>
        <p:nvSpPr>
          <p:cNvPr id="24" name="îṩḻïdé">
            <a:extLst>
              <a:ext uri="{FF2B5EF4-FFF2-40B4-BE49-F238E27FC236}">
                <a16:creationId xmlns:a16="http://schemas.microsoft.com/office/drawing/2014/main" xmlns="" id="{4B39AF4C-B189-4463-9465-CABAB59C6DAF}"/>
              </a:ext>
            </a:extLst>
          </p:cNvPr>
          <p:cNvSpPr/>
          <p:nvPr/>
        </p:nvSpPr>
        <p:spPr bwMode="auto">
          <a:xfrm>
            <a:off x="4711563" y="5423945"/>
            <a:ext cx="388020" cy="326855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  <a:gd name="connsiteX103" fmla="*/ 373273 h 605239"/>
              <a:gd name="connsiteY103" fmla="*/ 373273 h 605239"/>
              <a:gd name="connsiteX104" fmla="*/ 373273 h 605239"/>
              <a:gd name="connsiteY104" fmla="*/ 373273 h 605239"/>
              <a:gd name="connsiteX105" fmla="*/ 373273 h 605239"/>
              <a:gd name="connsiteY105" fmla="*/ 373273 h 605239"/>
              <a:gd name="connsiteX106" fmla="*/ 373273 h 605239"/>
              <a:gd name="connsiteY106" fmla="*/ 373273 h 605239"/>
              <a:gd name="connsiteX107" fmla="*/ 373273 h 605239"/>
              <a:gd name="connsiteY107" fmla="*/ 373273 h 605239"/>
              <a:gd name="connsiteX108" fmla="*/ 373273 h 605239"/>
              <a:gd name="connsiteY108" fmla="*/ 373273 h 605239"/>
              <a:gd name="connsiteX109" fmla="*/ 373273 h 605239"/>
              <a:gd name="connsiteY109" fmla="*/ 373273 h 605239"/>
              <a:gd name="connsiteX110" fmla="*/ 373273 h 605239"/>
              <a:gd name="connsiteY110" fmla="*/ 373273 h 605239"/>
              <a:gd name="connsiteX111" fmla="*/ 373273 h 605239"/>
              <a:gd name="connsiteY111" fmla="*/ 373273 h 605239"/>
              <a:gd name="connsiteX112" fmla="*/ 373273 h 605239"/>
              <a:gd name="connsiteY112" fmla="*/ 373273 h 605239"/>
              <a:gd name="connsiteX113" fmla="*/ 373273 h 605239"/>
              <a:gd name="connsiteY113" fmla="*/ 373273 h 605239"/>
              <a:gd name="connsiteX114" fmla="*/ 373273 h 605239"/>
              <a:gd name="connsiteY11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51291" h="464390">
                <a:moveTo>
                  <a:pt x="153571" y="454275"/>
                </a:moveTo>
                <a:lnTo>
                  <a:pt x="548303" y="454275"/>
                </a:lnTo>
                <a:lnTo>
                  <a:pt x="545432" y="464390"/>
                </a:lnTo>
                <a:lnTo>
                  <a:pt x="157877" y="464390"/>
                </a:lnTo>
                <a:close/>
                <a:moveTo>
                  <a:pt x="327304" y="428604"/>
                </a:moveTo>
                <a:lnTo>
                  <a:pt x="321561" y="447265"/>
                </a:lnTo>
                <a:lnTo>
                  <a:pt x="373250" y="447265"/>
                </a:lnTo>
                <a:lnTo>
                  <a:pt x="366071" y="428604"/>
                </a:lnTo>
                <a:close/>
                <a:moveTo>
                  <a:pt x="193774" y="397025"/>
                </a:moveTo>
                <a:lnTo>
                  <a:pt x="180851" y="425734"/>
                </a:lnTo>
                <a:lnTo>
                  <a:pt x="522575" y="425734"/>
                </a:lnTo>
                <a:lnTo>
                  <a:pt x="512524" y="397025"/>
                </a:lnTo>
                <a:close/>
                <a:moveTo>
                  <a:pt x="180851" y="391283"/>
                </a:moveTo>
                <a:lnTo>
                  <a:pt x="531190" y="391283"/>
                </a:lnTo>
                <a:lnTo>
                  <a:pt x="551291" y="447265"/>
                </a:lnTo>
                <a:lnTo>
                  <a:pt x="549855" y="450136"/>
                </a:lnTo>
                <a:lnTo>
                  <a:pt x="153571" y="450136"/>
                </a:lnTo>
                <a:close/>
                <a:moveTo>
                  <a:pt x="199538" y="212061"/>
                </a:moveTo>
                <a:lnTo>
                  <a:pt x="199538" y="282376"/>
                </a:lnTo>
                <a:lnTo>
                  <a:pt x="199538" y="362736"/>
                </a:lnTo>
                <a:lnTo>
                  <a:pt x="403358" y="362736"/>
                </a:lnTo>
                <a:lnTo>
                  <a:pt x="508139" y="362736"/>
                </a:lnTo>
                <a:lnTo>
                  <a:pt x="508139" y="275201"/>
                </a:lnTo>
                <a:lnTo>
                  <a:pt x="508139" y="212061"/>
                </a:lnTo>
                <a:lnTo>
                  <a:pt x="289965" y="212061"/>
                </a:lnTo>
                <a:close/>
                <a:moveTo>
                  <a:pt x="188055" y="197711"/>
                </a:moveTo>
                <a:lnTo>
                  <a:pt x="295706" y="197711"/>
                </a:lnTo>
                <a:lnTo>
                  <a:pt x="518186" y="197711"/>
                </a:lnTo>
                <a:lnTo>
                  <a:pt x="518186" y="278071"/>
                </a:lnTo>
                <a:lnTo>
                  <a:pt x="518186" y="375651"/>
                </a:lnTo>
                <a:lnTo>
                  <a:pt x="396181" y="375651"/>
                </a:lnTo>
                <a:lnTo>
                  <a:pt x="188055" y="375651"/>
                </a:lnTo>
                <a:lnTo>
                  <a:pt x="188055" y="280941"/>
                </a:lnTo>
                <a:close/>
                <a:moveTo>
                  <a:pt x="120643" y="121858"/>
                </a:moveTo>
                <a:cubicBezTo>
                  <a:pt x="119208" y="121858"/>
                  <a:pt x="116338" y="123292"/>
                  <a:pt x="113467" y="123292"/>
                </a:cubicBezTo>
                <a:cubicBezTo>
                  <a:pt x="100552" y="126159"/>
                  <a:pt x="87637" y="129025"/>
                  <a:pt x="74721" y="131892"/>
                </a:cubicBezTo>
                <a:cubicBezTo>
                  <a:pt x="70416" y="150528"/>
                  <a:pt x="68981" y="170596"/>
                  <a:pt x="70416" y="189231"/>
                </a:cubicBezTo>
                <a:cubicBezTo>
                  <a:pt x="70416" y="207866"/>
                  <a:pt x="73286" y="226501"/>
                  <a:pt x="79026" y="245137"/>
                </a:cubicBezTo>
                <a:cubicBezTo>
                  <a:pt x="89072" y="248004"/>
                  <a:pt x="100552" y="249437"/>
                  <a:pt x="110597" y="252304"/>
                </a:cubicBezTo>
                <a:cubicBezTo>
                  <a:pt x="114902" y="252304"/>
                  <a:pt x="119208" y="253737"/>
                  <a:pt x="123513" y="253737"/>
                </a:cubicBezTo>
                <a:cubicBezTo>
                  <a:pt x="119208" y="232235"/>
                  <a:pt x="114902" y="210733"/>
                  <a:pt x="114902" y="187798"/>
                </a:cubicBezTo>
                <a:cubicBezTo>
                  <a:pt x="114902" y="166296"/>
                  <a:pt x="116338" y="143360"/>
                  <a:pt x="120643" y="121858"/>
                </a:cubicBezTo>
                <a:close/>
                <a:moveTo>
                  <a:pt x="165129" y="30116"/>
                </a:moveTo>
                <a:cubicBezTo>
                  <a:pt x="159389" y="43017"/>
                  <a:pt x="155084" y="55918"/>
                  <a:pt x="152214" y="68820"/>
                </a:cubicBezTo>
                <a:cubicBezTo>
                  <a:pt x="149344" y="78854"/>
                  <a:pt x="146473" y="88888"/>
                  <a:pt x="143603" y="98923"/>
                </a:cubicBezTo>
                <a:cubicBezTo>
                  <a:pt x="160824" y="96056"/>
                  <a:pt x="176610" y="96056"/>
                  <a:pt x="193830" y="96056"/>
                </a:cubicBezTo>
                <a:cubicBezTo>
                  <a:pt x="202440" y="96056"/>
                  <a:pt x="209616" y="96056"/>
                  <a:pt x="218226" y="97489"/>
                </a:cubicBezTo>
                <a:cubicBezTo>
                  <a:pt x="215356" y="88888"/>
                  <a:pt x="213921" y="80287"/>
                  <a:pt x="211051" y="70253"/>
                </a:cubicBezTo>
                <a:cubicBezTo>
                  <a:pt x="206745" y="57352"/>
                  <a:pt x="202440" y="44451"/>
                  <a:pt x="196700" y="32983"/>
                </a:cubicBezTo>
                <a:cubicBezTo>
                  <a:pt x="202440" y="37283"/>
                  <a:pt x="206745" y="43017"/>
                  <a:pt x="209616" y="48751"/>
                </a:cubicBezTo>
                <a:cubicBezTo>
                  <a:pt x="213921" y="54485"/>
                  <a:pt x="218226" y="60219"/>
                  <a:pt x="221096" y="67386"/>
                </a:cubicBezTo>
                <a:cubicBezTo>
                  <a:pt x="226836" y="77421"/>
                  <a:pt x="231141" y="88888"/>
                  <a:pt x="234011" y="100356"/>
                </a:cubicBezTo>
                <a:cubicBezTo>
                  <a:pt x="248362" y="101790"/>
                  <a:pt x="262712" y="106090"/>
                  <a:pt x="277063" y="110390"/>
                </a:cubicBezTo>
                <a:cubicBezTo>
                  <a:pt x="284238" y="113257"/>
                  <a:pt x="292848" y="114691"/>
                  <a:pt x="300023" y="118991"/>
                </a:cubicBezTo>
                <a:cubicBezTo>
                  <a:pt x="292848" y="96056"/>
                  <a:pt x="282803" y="74554"/>
                  <a:pt x="269887" y="54485"/>
                </a:cubicBezTo>
                <a:cubicBezTo>
                  <a:pt x="288543" y="68820"/>
                  <a:pt x="305764" y="88888"/>
                  <a:pt x="315809" y="113257"/>
                </a:cubicBezTo>
                <a:cubicBezTo>
                  <a:pt x="317244" y="117558"/>
                  <a:pt x="320114" y="123292"/>
                  <a:pt x="321549" y="127592"/>
                </a:cubicBezTo>
                <a:lnTo>
                  <a:pt x="350496" y="144678"/>
                </a:lnTo>
                <a:lnTo>
                  <a:pt x="350712" y="145626"/>
                </a:lnTo>
                <a:lnTo>
                  <a:pt x="324419" y="139060"/>
                </a:lnTo>
                <a:cubicBezTo>
                  <a:pt x="328724" y="154828"/>
                  <a:pt x="330159" y="170596"/>
                  <a:pt x="330159" y="187798"/>
                </a:cubicBezTo>
                <a:lnTo>
                  <a:pt x="308634" y="187798"/>
                </a:lnTo>
                <a:cubicBezTo>
                  <a:pt x="308634" y="169163"/>
                  <a:pt x="307199" y="150528"/>
                  <a:pt x="304329" y="133326"/>
                </a:cubicBezTo>
                <a:cubicBezTo>
                  <a:pt x="292848" y="130459"/>
                  <a:pt x="282803" y="129025"/>
                  <a:pt x="272758" y="126159"/>
                </a:cubicBezTo>
                <a:cubicBezTo>
                  <a:pt x="262712" y="124725"/>
                  <a:pt x="251232" y="123292"/>
                  <a:pt x="241187" y="121858"/>
                </a:cubicBezTo>
                <a:cubicBezTo>
                  <a:pt x="245492" y="143360"/>
                  <a:pt x="248362" y="164862"/>
                  <a:pt x="248362" y="187798"/>
                </a:cubicBezTo>
                <a:lnTo>
                  <a:pt x="226836" y="187798"/>
                </a:lnTo>
                <a:cubicBezTo>
                  <a:pt x="226836" y="164862"/>
                  <a:pt x="225401" y="141927"/>
                  <a:pt x="221096" y="118991"/>
                </a:cubicBezTo>
                <a:cubicBezTo>
                  <a:pt x="212486" y="117558"/>
                  <a:pt x="202440" y="117558"/>
                  <a:pt x="193830" y="117558"/>
                </a:cubicBezTo>
                <a:cubicBezTo>
                  <a:pt x="175175" y="117558"/>
                  <a:pt x="157954" y="117558"/>
                  <a:pt x="140733" y="118991"/>
                </a:cubicBezTo>
                <a:cubicBezTo>
                  <a:pt x="136428" y="141927"/>
                  <a:pt x="136428" y="164862"/>
                  <a:pt x="136428" y="187798"/>
                </a:cubicBezTo>
                <a:cubicBezTo>
                  <a:pt x="136428" y="210733"/>
                  <a:pt x="139298" y="233669"/>
                  <a:pt x="143603" y="256604"/>
                </a:cubicBezTo>
                <a:cubicBezTo>
                  <a:pt x="153649" y="258038"/>
                  <a:pt x="163694" y="258038"/>
                  <a:pt x="175175" y="258038"/>
                </a:cubicBezTo>
                <a:lnTo>
                  <a:pt x="175175" y="279540"/>
                </a:lnTo>
                <a:cubicBezTo>
                  <a:pt x="165129" y="279540"/>
                  <a:pt x="156519" y="278106"/>
                  <a:pt x="147909" y="276673"/>
                </a:cubicBezTo>
                <a:cubicBezTo>
                  <a:pt x="152214" y="301042"/>
                  <a:pt x="159389" y="323977"/>
                  <a:pt x="165129" y="346913"/>
                </a:cubicBezTo>
                <a:cubicBezTo>
                  <a:pt x="150779" y="325411"/>
                  <a:pt x="137863" y="299608"/>
                  <a:pt x="129253" y="273806"/>
                </a:cubicBezTo>
                <a:cubicBezTo>
                  <a:pt x="122078" y="272373"/>
                  <a:pt x="114902" y="270939"/>
                  <a:pt x="106292" y="268072"/>
                </a:cubicBezTo>
                <a:cubicBezTo>
                  <a:pt x="99117" y="266639"/>
                  <a:pt x="90507" y="262338"/>
                  <a:pt x="83332" y="259471"/>
                </a:cubicBezTo>
                <a:cubicBezTo>
                  <a:pt x="89072" y="282407"/>
                  <a:pt x="97682" y="303909"/>
                  <a:pt x="109162" y="325411"/>
                </a:cubicBezTo>
                <a:cubicBezTo>
                  <a:pt x="103422" y="321111"/>
                  <a:pt x="100552" y="316810"/>
                  <a:pt x="96247" y="312510"/>
                </a:cubicBezTo>
                <a:cubicBezTo>
                  <a:pt x="91942" y="306776"/>
                  <a:pt x="87637" y="302475"/>
                  <a:pt x="84767" y="296742"/>
                </a:cubicBezTo>
                <a:cubicBezTo>
                  <a:pt x="77591" y="286707"/>
                  <a:pt x="71851" y="275239"/>
                  <a:pt x="66111" y="263772"/>
                </a:cubicBezTo>
                <a:cubicBezTo>
                  <a:pt x="64676" y="259471"/>
                  <a:pt x="61806" y="253737"/>
                  <a:pt x="60371" y="248004"/>
                </a:cubicBezTo>
                <a:cubicBezTo>
                  <a:pt x="56066" y="246570"/>
                  <a:pt x="53196" y="243703"/>
                  <a:pt x="48890" y="242270"/>
                </a:cubicBezTo>
                <a:cubicBezTo>
                  <a:pt x="43150" y="237969"/>
                  <a:pt x="37410" y="233669"/>
                  <a:pt x="33105" y="229368"/>
                </a:cubicBezTo>
                <a:cubicBezTo>
                  <a:pt x="40280" y="232235"/>
                  <a:pt x="48890" y="235102"/>
                  <a:pt x="57501" y="237969"/>
                </a:cubicBezTo>
                <a:cubicBezTo>
                  <a:pt x="51761" y="222201"/>
                  <a:pt x="48890" y="206433"/>
                  <a:pt x="48890" y="190665"/>
                </a:cubicBezTo>
                <a:cubicBezTo>
                  <a:pt x="47455" y="173463"/>
                  <a:pt x="48890" y="156261"/>
                  <a:pt x="53196" y="139060"/>
                </a:cubicBezTo>
                <a:cubicBezTo>
                  <a:pt x="47455" y="141927"/>
                  <a:pt x="41715" y="143360"/>
                  <a:pt x="35975" y="146227"/>
                </a:cubicBezTo>
                <a:cubicBezTo>
                  <a:pt x="40280" y="141927"/>
                  <a:pt x="46020" y="137626"/>
                  <a:pt x="51761" y="133326"/>
                </a:cubicBezTo>
                <a:cubicBezTo>
                  <a:pt x="53196" y="133326"/>
                  <a:pt x="54631" y="131892"/>
                  <a:pt x="56066" y="130459"/>
                </a:cubicBezTo>
                <a:cubicBezTo>
                  <a:pt x="57501" y="126159"/>
                  <a:pt x="60371" y="120425"/>
                  <a:pt x="61806" y="114691"/>
                </a:cubicBezTo>
                <a:cubicBezTo>
                  <a:pt x="73286" y="91755"/>
                  <a:pt x="89072" y="70253"/>
                  <a:pt x="109162" y="55918"/>
                </a:cubicBezTo>
                <a:cubicBezTo>
                  <a:pt x="96247" y="75987"/>
                  <a:pt x="84767" y="97489"/>
                  <a:pt x="79026" y="118991"/>
                </a:cubicBezTo>
                <a:cubicBezTo>
                  <a:pt x="89072" y="114691"/>
                  <a:pt x="99117" y="110390"/>
                  <a:pt x="109162" y="107523"/>
                </a:cubicBezTo>
                <a:cubicBezTo>
                  <a:pt x="114902" y="106090"/>
                  <a:pt x="120643" y="104656"/>
                  <a:pt x="126383" y="103223"/>
                </a:cubicBezTo>
                <a:cubicBezTo>
                  <a:pt x="130688" y="90322"/>
                  <a:pt x="134993" y="77421"/>
                  <a:pt x="142168" y="64519"/>
                </a:cubicBezTo>
                <a:cubicBezTo>
                  <a:pt x="145038" y="58785"/>
                  <a:pt x="147909" y="53052"/>
                  <a:pt x="152214" y="47318"/>
                </a:cubicBezTo>
                <a:cubicBezTo>
                  <a:pt x="156519" y="41584"/>
                  <a:pt x="160824" y="35850"/>
                  <a:pt x="165129" y="30116"/>
                </a:cubicBezTo>
                <a:close/>
                <a:moveTo>
                  <a:pt x="190929" y="0"/>
                </a:moveTo>
                <a:cubicBezTo>
                  <a:pt x="294289" y="0"/>
                  <a:pt x="378987" y="84557"/>
                  <a:pt x="381858" y="187744"/>
                </a:cubicBezTo>
                <a:lnTo>
                  <a:pt x="360325" y="187744"/>
                </a:lnTo>
                <a:lnTo>
                  <a:pt x="350712" y="145626"/>
                </a:lnTo>
                <a:lnTo>
                  <a:pt x="353120" y="146227"/>
                </a:lnTo>
                <a:lnTo>
                  <a:pt x="350496" y="144678"/>
                </a:lnTo>
                <a:lnTo>
                  <a:pt x="345565" y="123073"/>
                </a:lnTo>
                <a:cubicBezTo>
                  <a:pt x="319052" y="63417"/>
                  <a:pt x="259836" y="21497"/>
                  <a:pt x="190929" y="21497"/>
                </a:cubicBezTo>
                <a:cubicBezTo>
                  <a:pt x="97618" y="21497"/>
                  <a:pt x="21533" y="97455"/>
                  <a:pt x="21533" y="190611"/>
                </a:cubicBezTo>
                <a:cubicBezTo>
                  <a:pt x="21533" y="278033"/>
                  <a:pt x="89004" y="351125"/>
                  <a:pt x="175138" y="358291"/>
                </a:cubicBezTo>
                <a:lnTo>
                  <a:pt x="175138" y="379788"/>
                </a:lnTo>
                <a:lnTo>
                  <a:pt x="173702" y="379788"/>
                </a:lnTo>
                <a:lnTo>
                  <a:pt x="172267" y="379788"/>
                </a:lnTo>
                <a:cubicBezTo>
                  <a:pt x="76084" y="371189"/>
                  <a:pt x="0" y="289499"/>
                  <a:pt x="0" y="190611"/>
                </a:cubicBezTo>
                <a:cubicBezTo>
                  <a:pt x="0" y="85990"/>
                  <a:pt x="86133" y="0"/>
                  <a:pt x="1909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sp>
        <p:nvSpPr>
          <p:cNvPr id="27" name="iś1iďê">
            <a:extLst>
              <a:ext uri="{FF2B5EF4-FFF2-40B4-BE49-F238E27FC236}">
                <a16:creationId xmlns:a16="http://schemas.microsoft.com/office/drawing/2014/main" xmlns="" id="{FD5A966B-4BEA-49F3-BFDB-F45765D57468}"/>
              </a:ext>
            </a:extLst>
          </p:cNvPr>
          <p:cNvSpPr/>
          <p:nvPr/>
        </p:nvSpPr>
        <p:spPr>
          <a:xfrm>
            <a:off x="6574776" y="5171581"/>
            <a:ext cx="1107440" cy="1107440"/>
          </a:xfrm>
          <a:prstGeom prst="ellips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altLang="zh-CN" sz="1400" b="1" dirty="0"/>
              <a:t>Text here</a:t>
            </a:r>
            <a:endParaRPr lang="zh-CN" altLang="en-US" sz="1400" b="1" dirty="0"/>
          </a:p>
        </p:txBody>
      </p:sp>
      <p:sp>
        <p:nvSpPr>
          <p:cNvPr id="28" name="íṥlïdê">
            <a:extLst>
              <a:ext uri="{FF2B5EF4-FFF2-40B4-BE49-F238E27FC236}">
                <a16:creationId xmlns:a16="http://schemas.microsoft.com/office/drawing/2014/main" xmlns="" id="{E9853802-4767-486D-89F4-DA4F23B214F6}"/>
              </a:ext>
            </a:extLst>
          </p:cNvPr>
          <p:cNvSpPr/>
          <p:nvPr/>
        </p:nvSpPr>
        <p:spPr bwMode="auto">
          <a:xfrm>
            <a:off x="6934486" y="5423945"/>
            <a:ext cx="388020" cy="326855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  <a:gd name="connsiteX103" fmla="*/ 373273 h 605239"/>
              <a:gd name="connsiteY103" fmla="*/ 373273 h 605239"/>
              <a:gd name="connsiteX104" fmla="*/ 373273 h 605239"/>
              <a:gd name="connsiteY104" fmla="*/ 373273 h 605239"/>
              <a:gd name="connsiteX105" fmla="*/ 373273 h 605239"/>
              <a:gd name="connsiteY105" fmla="*/ 373273 h 605239"/>
              <a:gd name="connsiteX106" fmla="*/ 373273 h 605239"/>
              <a:gd name="connsiteY106" fmla="*/ 373273 h 605239"/>
              <a:gd name="connsiteX107" fmla="*/ 373273 h 605239"/>
              <a:gd name="connsiteY107" fmla="*/ 373273 h 605239"/>
              <a:gd name="connsiteX108" fmla="*/ 373273 h 605239"/>
              <a:gd name="connsiteY108" fmla="*/ 373273 h 605239"/>
              <a:gd name="connsiteX109" fmla="*/ 373273 h 605239"/>
              <a:gd name="connsiteY109" fmla="*/ 373273 h 605239"/>
              <a:gd name="connsiteX110" fmla="*/ 373273 h 605239"/>
              <a:gd name="connsiteY110" fmla="*/ 373273 h 605239"/>
              <a:gd name="connsiteX111" fmla="*/ 373273 h 605239"/>
              <a:gd name="connsiteY111" fmla="*/ 373273 h 605239"/>
              <a:gd name="connsiteX112" fmla="*/ 373273 h 605239"/>
              <a:gd name="connsiteY112" fmla="*/ 373273 h 605239"/>
              <a:gd name="connsiteX113" fmla="*/ 373273 h 605239"/>
              <a:gd name="connsiteY113" fmla="*/ 373273 h 605239"/>
              <a:gd name="connsiteX114" fmla="*/ 373273 h 605239"/>
              <a:gd name="connsiteY11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51291" h="464390">
                <a:moveTo>
                  <a:pt x="153571" y="454275"/>
                </a:moveTo>
                <a:lnTo>
                  <a:pt x="548303" y="454275"/>
                </a:lnTo>
                <a:lnTo>
                  <a:pt x="545432" y="464390"/>
                </a:lnTo>
                <a:lnTo>
                  <a:pt x="157877" y="464390"/>
                </a:lnTo>
                <a:close/>
                <a:moveTo>
                  <a:pt x="327304" y="428604"/>
                </a:moveTo>
                <a:lnTo>
                  <a:pt x="321561" y="447265"/>
                </a:lnTo>
                <a:lnTo>
                  <a:pt x="373250" y="447265"/>
                </a:lnTo>
                <a:lnTo>
                  <a:pt x="366071" y="428604"/>
                </a:lnTo>
                <a:close/>
                <a:moveTo>
                  <a:pt x="193774" y="397025"/>
                </a:moveTo>
                <a:lnTo>
                  <a:pt x="180851" y="425734"/>
                </a:lnTo>
                <a:lnTo>
                  <a:pt x="522575" y="425734"/>
                </a:lnTo>
                <a:lnTo>
                  <a:pt x="512524" y="397025"/>
                </a:lnTo>
                <a:close/>
                <a:moveTo>
                  <a:pt x="180851" y="391283"/>
                </a:moveTo>
                <a:lnTo>
                  <a:pt x="531190" y="391283"/>
                </a:lnTo>
                <a:lnTo>
                  <a:pt x="551291" y="447265"/>
                </a:lnTo>
                <a:lnTo>
                  <a:pt x="549855" y="450136"/>
                </a:lnTo>
                <a:lnTo>
                  <a:pt x="153571" y="450136"/>
                </a:lnTo>
                <a:close/>
                <a:moveTo>
                  <a:pt x="199538" y="212061"/>
                </a:moveTo>
                <a:lnTo>
                  <a:pt x="199538" y="282376"/>
                </a:lnTo>
                <a:lnTo>
                  <a:pt x="199538" y="362736"/>
                </a:lnTo>
                <a:lnTo>
                  <a:pt x="403358" y="362736"/>
                </a:lnTo>
                <a:lnTo>
                  <a:pt x="508139" y="362736"/>
                </a:lnTo>
                <a:lnTo>
                  <a:pt x="508139" y="275201"/>
                </a:lnTo>
                <a:lnTo>
                  <a:pt x="508139" y="212061"/>
                </a:lnTo>
                <a:lnTo>
                  <a:pt x="289965" y="212061"/>
                </a:lnTo>
                <a:close/>
                <a:moveTo>
                  <a:pt x="188055" y="197711"/>
                </a:moveTo>
                <a:lnTo>
                  <a:pt x="295706" y="197711"/>
                </a:lnTo>
                <a:lnTo>
                  <a:pt x="518186" y="197711"/>
                </a:lnTo>
                <a:lnTo>
                  <a:pt x="518186" y="278071"/>
                </a:lnTo>
                <a:lnTo>
                  <a:pt x="518186" y="375651"/>
                </a:lnTo>
                <a:lnTo>
                  <a:pt x="396181" y="375651"/>
                </a:lnTo>
                <a:lnTo>
                  <a:pt x="188055" y="375651"/>
                </a:lnTo>
                <a:lnTo>
                  <a:pt x="188055" y="280941"/>
                </a:lnTo>
                <a:close/>
                <a:moveTo>
                  <a:pt x="120643" y="121858"/>
                </a:moveTo>
                <a:cubicBezTo>
                  <a:pt x="119208" y="121858"/>
                  <a:pt x="116338" y="123292"/>
                  <a:pt x="113467" y="123292"/>
                </a:cubicBezTo>
                <a:cubicBezTo>
                  <a:pt x="100552" y="126159"/>
                  <a:pt x="87637" y="129025"/>
                  <a:pt x="74721" y="131892"/>
                </a:cubicBezTo>
                <a:cubicBezTo>
                  <a:pt x="70416" y="150528"/>
                  <a:pt x="68981" y="170596"/>
                  <a:pt x="70416" y="189231"/>
                </a:cubicBezTo>
                <a:cubicBezTo>
                  <a:pt x="70416" y="207866"/>
                  <a:pt x="73286" y="226501"/>
                  <a:pt x="79026" y="245137"/>
                </a:cubicBezTo>
                <a:cubicBezTo>
                  <a:pt x="89072" y="248004"/>
                  <a:pt x="100552" y="249437"/>
                  <a:pt x="110597" y="252304"/>
                </a:cubicBezTo>
                <a:cubicBezTo>
                  <a:pt x="114902" y="252304"/>
                  <a:pt x="119208" y="253737"/>
                  <a:pt x="123513" y="253737"/>
                </a:cubicBezTo>
                <a:cubicBezTo>
                  <a:pt x="119208" y="232235"/>
                  <a:pt x="114902" y="210733"/>
                  <a:pt x="114902" y="187798"/>
                </a:cubicBezTo>
                <a:cubicBezTo>
                  <a:pt x="114902" y="166296"/>
                  <a:pt x="116338" y="143360"/>
                  <a:pt x="120643" y="121858"/>
                </a:cubicBezTo>
                <a:close/>
                <a:moveTo>
                  <a:pt x="165129" y="30116"/>
                </a:moveTo>
                <a:cubicBezTo>
                  <a:pt x="159389" y="43017"/>
                  <a:pt x="155084" y="55918"/>
                  <a:pt x="152214" y="68820"/>
                </a:cubicBezTo>
                <a:cubicBezTo>
                  <a:pt x="149344" y="78854"/>
                  <a:pt x="146473" y="88888"/>
                  <a:pt x="143603" y="98923"/>
                </a:cubicBezTo>
                <a:cubicBezTo>
                  <a:pt x="160824" y="96056"/>
                  <a:pt x="176610" y="96056"/>
                  <a:pt x="193830" y="96056"/>
                </a:cubicBezTo>
                <a:cubicBezTo>
                  <a:pt x="202440" y="96056"/>
                  <a:pt x="209616" y="96056"/>
                  <a:pt x="218226" y="97489"/>
                </a:cubicBezTo>
                <a:cubicBezTo>
                  <a:pt x="215356" y="88888"/>
                  <a:pt x="213921" y="80287"/>
                  <a:pt x="211051" y="70253"/>
                </a:cubicBezTo>
                <a:cubicBezTo>
                  <a:pt x="206745" y="57352"/>
                  <a:pt x="202440" y="44451"/>
                  <a:pt x="196700" y="32983"/>
                </a:cubicBezTo>
                <a:cubicBezTo>
                  <a:pt x="202440" y="37283"/>
                  <a:pt x="206745" y="43017"/>
                  <a:pt x="209616" y="48751"/>
                </a:cubicBezTo>
                <a:cubicBezTo>
                  <a:pt x="213921" y="54485"/>
                  <a:pt x="218226" y="60219"/>
                  <a:pt x="221096" y="67386"/>
                </a:cubicBezTo>
                <a:cubicBezTo>
                  <a:pt x="226836" y="77421"/>
                  <a:pt x="231141" y="88888"/>
                  <a:pt x="234011" y="100356"/>
                </a:cubicBezTo>
                <a:cubicBezTo>
                  <a:pt x="248362" y="101790"/>
                  <a:pt x="262712" y="106090"/>
                  <a:pt x="277063" y="110390"/>
                </a:cubicBezTo>
                <a:cubicBezTo>
                  <a:pt x="284238" y="113257"/>
                  <a:pt x="292848" y="114691"/>
                  <a:pt x="300023" y="118991"/>
                </a:cubicBezTo>
                <a:cubicBezTo>
                  <a:pt x="292848" y="96056"/>
                  <a:pt x="282803" y="74554"/>
                  <a:pt x="269887" y="54485"/>
                </a:cubicBezTo>
                <a:cubicBezTo>
                  <a:pt x="288543" y="68820"/>
                  <a:pt x="305764" y="88888"/>
                  <a:pt x="315809" y="113257"/>
                </a:cubicBezTo>
                <a:cubicBezTo>
                  <a:pt x="317244" y="117558"/>
                  <a:pt x="320114" y="123292"/>
                  <a:pt x="321549" y="127592"/>
                </a:cubicBezTo>
                <a:lnTo>
                  <a:pt x="350496" y="144678"/>
                </a:lnTo>
                <a:lnTo>
                  <a:pt x="350712" y="145626"/>
                </a:lnTo>
                <a:lnTo>
                  <a:pt x="324419" y="139060"/>
                </a:lnTo>
                <a:cubicBezTo>
                  <a:pt x="328724" y="154828"/>
                  <a:pt x="330159" y="170596"/>
                  <a:pt x="330159" y="187798"/>
                </a:cubicBezTo>
                <a:lnTo>
                  <a:pt x="308634" y="187798"/>
                </a:lnTo>
                <a:cubicBezTo>
                  <a:pt x="308634" y="169163"/>
                  <a:pt x="307199" y="150528"/>
                  <a:pt x="304329" y="133326"/>
                </a:cubicBezTo>
                <a:cubicBezTo>
                  <a:pt x="292848" y="130459"/>
                  <a:pt x="282803" y="129025"/>
                  <a:pt x="272758" y="126159"/>
                </a:cubicBezTo>
                <a:cubicBezTo>
                  <a:pt x="262712" y="124725"/>
                  <a:pt x="251232" y="123292"/>
                  <a:pt x="241187" y="121858"/>
                </a:cubicBezTo>
                <a:cubicBezTo>
                  <a:pt x="245492" y="143360"/>
                  <a:pt x="248362" y="164862"/>
                  <a:pt x="248362" y="187798"/>
                </a:cubicBezTo>
                <a:lnTo>
                  <a:pt x="226836" y="187798"/>
                </a:lnTo>
                <a:cubicBezTo>
                  <a:pt x="226836" y="164862"/>
                  <a:pt x="225401" y="141927"/>
                  <a:pt x="221096" y="118991"/>
                </a:cubicBezTo>
                <a:cubicBezTo>
                  <a:pt x="212486" y="117558"/>
                  <a:pt x="202440" y="117558"/>
                  <a:pt x="193830" y="117558"/>
                </a:cubicBezTo>
                <a:cubicBezTo>
                  <a:pt x="175175" y="117558"/>
                  <a:pt x="157954" y="117558"/>
                  <a:pt x="140733" y="118991"/>
                </a:cubicBezTo>
                <a:cubicBezTo>
                  <a:pt x="136428" y="141927"/>
                  <a:pt x="136428" y="164862"/>
                  <a:pt x="136428" y="187798"/>
                </a:cubicBezTo>
                <a:cubicBezTo>
                  <a:pt x="136428" y="210733"/>
                  <a:pt x="139298" y="233669"/>
                  <a:pt x="143603" y="256604"/>
                </a:cubicBezTo>
                <a:cubicBezTo>
                  <a:pt x="153649" y="258038"/>
                  <a:pt x="163694" y="258038"/>
                  <a:pt x="175175" y="258038"/>
                </a:cubicBezTo>
                <a:lnTo>
                  <a:pt x="175175" y="279540"/>
                </a:lnTo>
                <a:cubicBezTo>
                  <a:pt x="165129" y="279540"/>
                  <a:pt x="156519" y="278106"/>
                  <a:pt x="147909" y="276673"/>
                </a:cubicBezTo>
                <a:cubicBezTo>
                  <a:pt x="152214" y="301042"/>
                  <a:pt x="159389" y="323977"/>
                  <a:pt x="165129" y="346913"/>
                </a:cubicBezTo>
                <a:cubicBezTo>
                  <a:pt x="150779" y="325411"/>
                  <a:pt x="137863" y="299608"/>
                  <a:pt x="129253" y="273806"/>
                </a:cubicBezTo>
                <a:cubicBezTo>
                  <a:pt x="122078" y="272373"/>
                  <a:pt x="114902" y="270939"/>
                  <a:pt x="106292" y="268072"/>
                </a:cubicBezTo>
                <a:cubicBezTo>
                  <a:pt x="99117" y="266639"/>
                  <a:pt x="90507" y="262338"/>
                  <a:pt x="83332" y="259471"/>
                </a:cubicBezTo>
                <a:cubicBezTo>
                  <a:pt x="89072" y="282407"/>
                  <a:pt x="97682" y="303909"/>
                  <a:pt x="109162" y="325411"/>
                </a:cubicBezTo>
                <a:cubicBezTo>
                  <a:pt x="103422" y="321111"/>
                  <a:pt x="100552" y="316810"/>
                  <a:pt x="96247" y="312510"/>
                </a:cubicBezTo>
                <a:cubicBezTo>
                  <a:pt x="91942" y="306776"/>
                  <a:pt x="87637" y="302475"/>
                  <a:pt x="84767" y="296742"/>
                </a:cubicBezTo>
                <a:cubicBezTo>
                  <a:pt x="77591" y="286707"/>
                  <a:pt x="71851" y="275239"/>
                  <a:pt x="66111" y="263772"/>
                </a:cubicBezTo>
                <a:cubicBezTo>
                  <a:pt x="64676" y="259471"/>
                  <a:pt x="61806" y="253737"/>
                  <a:pt x="60371" y="248004"/>
                </a:cubicBezTo>
                <a:cubicBezTo>
                  <a:pt x="56066" y="246570"/>
                  <a:pt x="53196" y="243703"/>
                  <a:pt x="48890" y="242270"/>
                </a:cubicBezTo>
                <a:cubicBezTo>
                  <a:pt x="43150" y="237969"/>
                  <a:pt x="37410" y="233669"/>
                  <a:pt x="33105" y="229368"/>
                </a:cubicBezTo>
                <a:cubicBezTo>
                  <a:pt x="40280" y="232235"/>
                  <a:pt x="48890" y="235102"/>
                  <a:pt x="57501" y="237969"/>
                </a:cubicBezTo>
                <a:cubicBezTo>
                  <a:pt x="51761" y="222201"/>
                  <a:pt x="48890" y="206433"/>
                  <a:pt x="48890" y="190665"/>
                </a:cubicBezTo>
                <a:cubicBezTo>
                  <a:pt x="47455" y="173463"/>
                  <a:pt x="48890" y="156261"/>
                  <a:pt x="53196" y="139060"/>
                </a:cubicBezTo>
                <a:cubicBezTo>
                  <a:pt x="47455" y="141927"/>
                  <a:pt x="41715" y="143360"/>
                  <a:pt x="35975" y="146227"/>
                </a:cubicBezTo>
                <a:cubicBezTo>
                  <a:pt x="40280" y="141927"/>
                  <a:pt x="46020" y="137626"/>
                  <a:pt x="51761" y="133326"/>
                </a:cubicBezTo>
                <a:cubicBezTo>
                  <a:pt x="53196" y="133326"/>
                  <a:pt x="54631" y="131892"/>
                  <a:pt x="56066" y="130459"/>
                </a:cubicBezTo>
                <a:cubicBezTo>
                  <a:pt x="57501" y="126159"/>
                  <a:pt x="60371" y="120425"/>
                  <a:pt x="61806" y="114691"/>
                </a:cubicBezTo>
                <a:cubicBezTo>
                  <a:pt x="73286" y="91755"/>
                  <a:pt x="89072" y="70253"/>
                  <a:pt x="109162" y="55918"/>
                </a:cubicBezTo>
                <a:cubicBezTo>
                  <a:pt x="96247" y="75987"/>
                  <a:pt x="84767" y="97489"/>
                  <a:pt x="79026" y="118991"/>
                </a:cubicBezTo>
                <a:cubicBezTo>
                  <a:pt x="89072" y="114691"/>
                  <a:pt x="99117" y="110390"/>
                  <a:pt x="109162" y="107523"/>
                </a:cubicBezTo>
                <a:cubicBezTo>
                  <a:pt x="114902" y="106090"/>
                  <a:pt x="120643" y="104656"/>
                  <a:pt x="126383" y="103223"/>
                </a:cubicBezTo>
                <a:cubicBezTo>
                  <a:pt x="130688" y="90322"/>
                  <a:pt x="134993" y="77421"/>
                  <a:pt x="142168" y="64519"/>
                </a:cubicBezTo>
                <a:cubicBezTo>
                  <a:pt x="145038" y="58785"/>
                  <a:pt x="147909" y="53052"/>
                  <a:pt x="152214" y="47318"/>
                </a:cubicBezTo>
                <a:cubicBezTo>
                  <a:pt x="156519" y="41584"/>
                  <a:pt x="160824" y="35850"/>
                  <a:pt x="165129" y="30116"/>
                </a:cubicBezTo>
                <a:close/>
                <a:moveTo>
                  <a:pt x="190929" y="0"/>
                </a:moveTo>
                <a:cubicBezTo>
                  <a:pt x="294289" y="0"/>
                  <a:pt x="378987" y="84557"/>
                  <a:pt x="381858" y="187744"/>
                </a:cubicBezTo>
                <a:lnTo>
                  <a:pt x="360325" y="187744"/>
                </a:lnTo>
                <a:lnTo>
                  <a:pt x="350712" y="145626"/>
                </a:lnTo>
                <a:lnTo>
                  <a:pt x="353120" y="146227"/>
                </a:lnTo>
                <a:lnTo>
                  <a:pt x="350496" y="144678"/>
                </a:lnTo>
                <a:lnTo>
                  <a:pt x="345565" y="123073"/>
                </a:lnTo>
                <a:cubicBezTo>
                  <a:pt x="319052" y="63417"/>
                  <a:pt x="259836" y="21497"/>
                  <a:pt x="190929" y="21497"/>
                </a:cubicBezTo>
                <a:cubicBezTo>
                  <a:pt x="97618" y="21497"/>
                  <a:pt x="21533" y="97455"/>
                  <a:pt x="21533" y="190611"/>
                </a:cubicBezTo>
                <a:cubicBezTo>
                  <a:pt x="21533" y="278033"/>
                  <a:pt x="89004" y="351125"/>
                  <a:pt x="175138" y="358291"/>
                </a:cubicBezTo>
                <a:lnTo>
                  <a:pt x="175138" y="379788"/>
                </a:lnTo>
                <a:lnTo>
                  <a:pt x="173702" y="379788"/>
                </a:lnTo>
                <a:lnTo>
                  <a:pt x="172267" y="379788"/>
                </a:lnTo>
                <a:cubicBezTo>
                  <a:pt x="76084" y="371189"/>
                  <a:pt x="0" y="289499"/>
                  <a:pt x="0" y="190611"/>
                </a:cubicBezTo>
                <a:cubicBezTo>
                  <a:pt x="0" y="85990"/>
                  <a:pt x="86133" y="0"/>
                  <a:pt x="1909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xmlns="" id="{F75C8684-1456-4533-9313-0D0E2B389585}"/>
              </a:ext>
            </a:extLst>
          </p:cNvPr>
          <p:cNvCxnSpPr/>
          <p:nvPr/>
        </p:nvCxnSpPr>
        <p:spPr>
          <a:xfrm>
            <a:off x="5297112" y="3894904"/>
            <a:ext cx="1439845" cy="143885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xmlns="" id="{0C1D2CBC-C9DA-4B43-BF86-D4A6F0A06B9B}"/>
              </a:ext>
            </a:extLst>
          </p:cNvPr>
          <p:cNvCxnSpPr/>
          <p:nvPr/>
        </p:nvCxnSpPr>
        <p:spPr>
          <a:xfrm flipH="1">
            <a:off x="5297112" y="3894904"/>
            <a:ext cx="1410802" cy="143885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î$ļídé">
            <a:extLst>
              <a:ext uri="{FF2B5EF4-FFF2-40B4-BE49-F238E27FC236}">
                <a16:creationId xmlns:a16="http://schemas.microsoft.com/office/drawing/2014/main" xmlns="" id="{E493148A-078B-4B1A-AAE0-D9147F9B6A96}"/>
              </a:ext>
            </a:extLst>
          </p:cNvPr>
          <p:cNvSpPr/>
          <p:nvPr/>
        </p:nvSpPr>
        <p:spPr>
          <a:xfrm>
            <a:off x="5315994" y="3913293"/>
            <a:ext cx="1402080" cy="14020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altLang="zh-CN" sz="1400" b="1" dirty="0"/>
              <a:t>Text here</a:t>
            </a:r>
            <a:endParaRPr lang="zh-CN" altLang="en-US" sz="1400" b="1" dirty="0"/>
          </a:p>
        </p:txBody>
      </p:sp>
      <p:sp>
        <p:nvSpPr>
          <p:cNvPr id="37" name="îṡ1îḑe">
            <a:extLst>
              <a:ext uri="{FF2B5EF4-FFF2-40B4-BE49-F238E27FC236}">
                <a16:creationId xmlns:a16="http://schemas.microsoft.com/office/drawing/2014/main" xmlns="" id="{59451143-F603-44D7-A525-A68181788B2C}"/>
              </a:ext>
            </a:extLst>
          </p:cNvPr>
          <p:cNvSpPr/>
          <p:nvPr/>
        </p:nvSpPr>
        <p:spPr bwMode="auto">
          <a:xfrm>
            <a:off x="5696649" y="4224210"/>
            <a:ext cx="640772" cy="481330"/>
          </a:xfrm>
          <a:custGeom>
            <a:avLst/>
            <a:gdLst>
              <a:gd name="connsiteX0" fmla="*/ 126207 w 338138"/>
              <a:gd name="connsiteY0" fmla="*/ 209550 h 254000"/>
              <a:gd name="connsiteX1" fmla="*/ 134939 w 338138"/>
              <a:gd name="connsiteY1" fmla="*/ 218282 h 254000"/>
              <a:gd name="connsiteX2" fmla="*/ 126207 w 338138"/>
              <a:gd name="connsiteY2" fmla="*/ 227014 h 254000"/>
              <a:gd name="connsiteX3" fmla="*/ 117475 w 338138"/>
              <a:gd name="connsiteY3" fmla="*/ 218282 h 254000"/>
              <a:gd name="connsiteX4" fmla="*/ 126207 w 338138"/>
              <a:gd name="connsiteY4" fmla="*/ 209550 h 254000"/>
              <a:gd name="connsiteX5" fmla="*/ 113506 w 338138"/>
              <a:gd name="connsiteY5" fmla="*/ 200025 h 254000"/>
              <a:gd name="connsiteX6" fmla="*/ 101600 w 338138"/>
              <a:gd name="connsiteY6" fmla="*/ 210535 h 254000"/>
              <a:gd name="connsiteX7" fmla="*/ 101600 w 338138"/>
              <a:gd name="connsiteY7" fmla="*/ 227615 h 254000"/>
              <a:gd name="connsiteX8" fmla="*/ 113506 w 338138"/>
              <a:gd name="connsiteY8" fmla="*/ 238125 h 254000"/>
              <a:gd name="connsiteX9" fmla="*/ 224632 w 338138"/>
              <a:gd name="connsiteY9" fmla="*/ 238125 h 254000"/>
              <a:gd name="connsiteX10" fmla="*/ 236538 w 338138"/>
              <a:gd name="connsiteY10" fmla="*/ 227615 h 254000"/>
              <a:gd name="connsiteX11" fmla="*/ 236538 w 338138"/>
              <a:gd name="connsiteY11" fmla="*/ 210535 h 254000"/>
              <a:gd name="connsiteX12" fmla="*/ 224632 w 338138"/>
              <a:gd name="connsiteY12" fmla="*/ 200025 h 254000"/>
              <a:gd name="connsiteX13" fmla="*/ 113506 w 338138"/>
              <a:gd name="connsiteY13" fmla="*/ 200025 h 254000"/>
              <a:gd name="connsiteX14" fmla="*/ 126207 w 338138"/>
              <a:gd name="connsiteY14" fmla="*/ 163513 h 254000"/>
              <a:gd name="connsiteX15" fmla="*/ 134939 w 338138"/>
              <a:gd name="connsiteY15" fmla="*/ 171451 h 254000"/>
              <a:gd name="connsiteX16" fmla="*/ 126207 w 338138"/>
              <a:gd name="connsiteY16" fmla="*/ 179389 h 254000"/>
              <a:gd name="connsiteX17" fmla="*/ 117475 w 338138"/>
              <a:gd name="connsiteY17" fmla="*/ 171451 h 254000"/>
              <a:gd name="connsiteX18" fmla="*/ 126207 w 338138"/>
              <a:gd name="connsiteY18" fmla="*/ 163513 h 254000"/>
              <a:gd name="connsiteX19" fmla="*/ 113506 w 338138"/>
              <a:gd name="connsiteY19" fmla="*/ 152400 h 254000"/>
              <a:gd name="connsiteX20" fmla="*/ 101600 w 338138"/>
              <a:gd name="connsiteY20" fmla="*/ 162910 h 254000"/>
              <a:gd name="connsiteX21" fmla="*/ 101600 w 338138"/>
              <a:gd name="connsiteY21" fmla="*/ 179990 h 254000"/>
              <a:gd name="connsiteX22" fmla="*/ 113506 w 338138"/>
              <a:gd name="connsiteY22" fmla="*/ 190500 h 254000"/>
              <a:gd name="connsiteX23" fmla="*/ 224632 w 338138"/>
              <a:gd name="connsiteY23" fmla="*/ 190500 h 254000"/>
              <a:gd name="connsiteX24" fmla="*/ 236538 w 338138"/>
              <a:gd name="connsiteY24" fmla="*/ 179990 h 254000"/>
              <a:gd name="connsiteX25" fmla="*/ 236538 w 338138"/>
              <a:gd name="connsiteY25" fmla="*/ 162910 h 254000"/>
              <a:gd name="connsiteX26" fmla="*/ 224632 w 338138"/>
              <a:gd name="connsiteY26" fmla="*/ 152400 h 254000"/>
              <a:gd name="connsiteX27" fmla="*/ 113506 w 338138"/>
              <a:gd name="connsiteY27" fmla="*/ 152400 h 254000"/>
              <a:gd name="connsiteX28" fmla="*/ 126207 w 338138"/>
              <a:gd name="connsiteY28" fmla="*/ 115888 h 254000"/>
              <a:gd name="connsiteX29" fmla="*/ 134939 w 338138"/>
              <a:gd name="connsiteY29" fmla="*/ 124620 h 254000"/>
              <a:gd name="connsiteX30" fmla="*/ 126207 w 338138"/>
              <a:gd name="connsiteY30" fmla="*/ 133352 h 254000"/>
              <a:gd name="connsiteX31" fmla="*/ 117475 w 338138"/>
              <a:gd name="connsiteY31" fmla="*/ 124620 h 254000"/>
              <a:gd name="connsiteX32" fmla="*/ 126207 w 338138"/>
              <a:gd name="connsiteY32" fmla="*/ 115888 h 254000"/>
              <a:gd name="connsiteX33" fmla="*/ 113506 w 338138"/>
              <a:gd name="connsiteY33" fmla="*/ 104775 h 254000"/>
              <a:gd name="connsiteX34" fmla="*/ 101600 w 338138"/>
              <a:gd name="connsiteY34" fmla="*/ 115285 h 254000"/>
              <a:gd name="connsiteX35" fmla="*/ 101600 w 338138"/>
              <a:gd name="connsiteY35" fmla="*/ 132365 h 254000"/>
              <a:gd name="connsiteX36" fmla="*/ 113506 w 338138"/>
              <a:gd name="connsiteY36" fmla="*/ 142875 h 254000"/>
              <a:gd name="connsiteX37" fmla="*/ 224632 w 338138"/>
              <a:gd name="connsiteY37" fmla="*/ 142875 h 254000"/>
              <a:gd name="connsiteX38" fmla="*/ 236538 w 338138"/>
              <a:gd name="connsiteY38" fmla="*/ 132365 h 254000"/>
              <a:gd name="connsiteX39" fmla="*/ 236538 w 338138"/>
              <a:gd name="connsiteY39" fmla="*/ 115285 h 254000"/>
              <a:gd name="connsiteX40" fmla="*/ 224632 w 338138"/>
              <a:gd name="connsiteY40" fmla="*/ 104775 h 254000"/>
              <a:gd name="connsiteX41" fmla="*/ 113506 w 338138"/>
              <a:gd name="connsiteY41" fmla="*/ 104775 h 254000"/>
              <a:gd name="connsiteX42" fmla="*/ 163786 w 338138"/>
              <a:gd name="connsiteY42" fmla="*/ 0 h 254000"/>
              <a:gd name="connsiteX43" fmla="*/ 220582 w 338138"/>
              <a:gd name="connsiteY43" fmla="*/ 22373 h 254000"/>
              <a:gd name="connsiteX44" fmla="*/ 244358 w 338138"/>
              <a:gd name="connsiteY44" fmla="*/ 64487 h 254000"/>
              <a:gd name="connsiteX45" fmla="*/ 254924 w 338138"/>
              <a:gd name="connsiteY45" fmla="*/ 63171 h 254000"/>
              <a:gd name="connsiteX46" fmla="*/ 338138 w 338138"/>
              <a:gd name="connsiteY46" fmla="*/ 147399 h 254000"/>
              <a:gd name="connsiteX47" fmla="*/ 254924 w 338138"/>
              <a:gd name="connsiteY47" fmla="*/ 230311 h 254000"/>
              <a:gd name="connsiteX48" fmla="*/ 250962 w 338138"/>
              <a:gd name="connsiteY48" fmla="*/ 230311 h 254000"/>
              <a:gd name="connsiteX49" fmla="*/ 224545 w 338138"/>
              <a:gd name="connsiteY49" fmla="*/ 254000 h 254000"/>
              <a:gd name="connsiteX50" fmla="*/ 113593 w 338138"/>
              <a:gd name="connsiteY50" fmla="*/ 254000 h 254000"/>
              <a:gd name="connsiteX51" fmla="*/ 87176 w 338138"/>
              <a:gd name="connsiteY51" fmla="*/ 230311 h 254000"/>
              <a:gd name="connsiteX52" fmla="*/ 83214 w 338138"/>
              <a:gd name="connsiteY52" fmla="*/ 230311 h 254000"/>
              <a:gd name="connsiteX53" fmla="*/ 0 w 338138"/>
              <a:gd name="connsiteY53" fmla="*/ 147399 h 254000"/>
              <a:gd name="connsiteX54" fmla="*/ 81893 w 338138"/>
              <a:gd name="connsiteY54" fmla="*/ 63171 h 254000"/>
              <a:gd name="connsiteX55" fmla="*/ 163786 w 338138"/>
              <a:gd name="connsiteY55" fmla="*/ 0 h 2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8138" h="254000">
                <a:moveTo>
                  <a:pt x="126207" y="209550"/>
                </a:moveTo>
                <a:cubicBezTo>
                  <a:pt x="131030" y="209550"/>
                  <a:pt x="134939" y="213459"/>
                  <a:pt x="134939" y="218282"/>
                </a:cubicBezTo>
                <a:cubicBezTo>
                  <a:pt x="134939" y="223105"/>
                  <a:pt x="131030" y="227014"/>
                  <a:pt x="126207" y="227014"/>
                </a:cubicBezTo>
                <a:cubicBezTo>
                  <a:pt x="121384" y="227014"/>
                  <a:pt x="117475" y="223105"/>
                  <a:pt x="117475" y="218282"/>
                </a:cubicBezTo>
                <a:cubicBezTo>
                  <a:pt x="117475" y="213459"/>
                  <a:pt x="121384" y="209550"/>
                  <a:pt x="126207" y="209550"/>
                </a:cubicBezTo>
                <a:close/>
                <a:moveTo>
                  <a:pt x="113506" y="200025"/>
                </a:moveTo>
                <a:cubicBezTo>
                  <a:pt x="106892" y="200025"/>
                  <a:pt x="101600" y="205280"/>
                  <a:pt x="101600" y="210535"/>
                </a:cubicBezTo>
                <a:cubicBezTo>
                  <a:pt x="101600" y="210535"/>
                  <a:pt x="101600" y="210535"/>
                  <a:pt x="101600" y="227615"/>
                </a:cubicBezTo>
                <a:cubicBezTo>
                  <a:pt x="101600" y="234184"/>
                  <a:pt x="106892" y="238125"/>
                  <a:pt x="113506" y="238125"/>
                </a:cubicBezTo>
                <a:cubicBezTo>
                  <a:pt x="113506" y="238125"/>
                  <a:pt x="113506" y="238125"/>
                  <a:pt x="224632" y="238125"/>
                </a:cubicBezTo>
                <a:cubicBezTo>
                  <a:pt x="231246" y="238125"/>
                  <a:pt x="236538" y="234184"/>
                  <a:pt x="236538" y="227615"/>
                </a:cubicBezTo>
                <a:lnTo>
                  <a:pt x="236538" y="210535"/>
                </a:lnTo>
                <a:cubicBezTo>
                  <a:pt x="236538" y="205280"/>
                  <a:pt x="231246" y="200025"/>
                  <a:pt x="224632" y="200025"/>
                </a:cubicBezTo>
                <a:cubicBezTo>
                  <a:pt x="224632" y="200025"/>
                  <a:pt x="224632" y="200025"/>
                  <a:pt x="113506" y="200025"/>
                </a:cubicBezTo>
                <a:close/>
                <a:moveTo>
                  <a:pt x="126207" y="163513"/>
                </a:moveTo>
                <a:cubicBezTo>
                  <a:pt x="131030" y="163513"/>
                  <a:pt x="134939" y="167067"/>
                  <a:pt x="134939" y="171451"/>
                </a:cubicBezTo>
                <a:cubicBezTo>
                  <a:pt x="134939" y="175835"/>
                  <a:pt x="131030" y="179389"/>
                  <a:pt x="126207" y="179389"/>
                </a:cubicBezTo>
                <a:cubicBezTo>
                  <a:pt x="121384" y="179389"/>
                  <a:pt x="117475" y="175835"/>
                  <a:pt x="117475" y="171451"/>
                </a:cubicBezTo>
                <a:cubicBezTo>
                  <a:pt x="117475" y="167067"/>
                  <a:pt x="121384" y="163513"/>
                  <a:pt x="126207" y="163513"/>
                </a:cubicBezTo>
                <a:close/>
                <a:moveTo>
                  <a:pt x="113506" y="152400"/>
                </a:moveTo>
                <a:cubicBezTo>
                  <a:pt x="106892" y="152400"/>
                  <a:pt x="101600" y="157655"/>
                  <a:pt x="101600" y="162910"/>
                </a:cubicBezTo>
                <a:cubicBezTo>
                  <a:pt x="101600" y="162910"/>
                  <a:pt x="101600" y="162910"/>
                  <a:pt x="101600" y="179990"/>
                </a:cubicBezTo>
                <a:cubicBezTo>
                  <a:pt x="101600" y="185245"/>
                  <a:pt x="106892" y="190500"/>
                  <a:pt x="113506" y="190500"/>
                </a:cubicBezTo>
                <a:cubicBezTo>
                  <a:pt x="113506" y="190500"/>
                  <a:pt x="113506" y="190500"/>
                  <a:pt x="224632" y="190500"/>
                </a:cubicBezTo>
                <a:cubicBezTo>
                  <a:pt x="231246" y="190500"/>
                  <a:pt x="236538" y="185245"/>
                  <a:pt x="236538" y="179990"/>
                </a:cubicBezTo>
                <a:lnTo>
                  <a:pt x="236538" y="162910"/>
                </a:lnTo>
                <a:cubicBezTo>
                  <a:pt x="236538" y="157655"/>
                  <a:pt x="231246" y="152400"/>
                  <a:pt x="224632" y="152400"/>
                </a:cubicBezTo>
                <a:cubicBezTo>
                  <a:pt x="224632" y="152400"/>
                  <a:pt x="224632" y="152400"/>
                  <a:pt x="113506" y="152400"/>
                </a:cubicBezTo>
                <a:close/>
                <a:moveTo>
                  <a:pt x="126207" y="115888"/>
                </a:moveTo>
                <a:cubicBezTo>
                  <a:pt x="131030" y="115888"/>
                  <a:pt x="134939" y="119797"/>
                  <a:pt x="134939" y="124620"/>
                </a:cubicBezTo>
                <a:cubicBezTo>
                  <a:pt x="134939" y="129443"/>
                  <a:pt x="131030" y="133352"/>
                  <a:pt x="126207" y="133352"/>
                </a:cubicBezTo>
                <a:cubicBezTo>
                  <a:pt x="121384" y="133352"/>
                  <a:pt x="117475" y="129443"/>
                  <a:pt x="117475" y="124620"/>
                </a:cubicBezTo>
                <a:cubicBezTo>
                  <a:pt x="117475" y="119797"/>
                  <a:pt x="121384" y="115888"/>
                  <a:pt x="126207" y="115888"/>
                </a:cubicBezTo>
                <a:close/>
                <a:moveTo>
                  <a:pt x="113506" y="104775"/>
                </a:moveTo>
                <a:cubicBezTo>
                  <a:pt x="106892" y="104775"/>
                  <a:pt x="101600" y="110030"/>
                  <a:pt x="101600" y="115285"/>
                </a:cubicBezTo>
                <a:cubicBezTo>
                  <a:pt x="101600" y="115285"/>
                  <a:pt x="101600" y="115285"/>
                  <a:pt x="101600" y="132365"/>
                </a:cubicBezTo>
                <a:cubicBezTo>
                  <a:pt x="101600" y="137620"/>
                  <a:pt x="106892" y="142875"/>
                  <a:pt x="113506" y="142875"/>
                </a:cubicBezTo>
                <a:cubicBezTo>
                  <a:pt x="113506" y="142875"/>
                  <a:pt x="113506" y="142875"/>
                  <a:pt x="224632" y="142875"/>
                </a:cubicBezTo>
                <a:cubicBezTo>
                  <a:pt x="231246" y="142875"/>
                  <a:pt x="236538" y="137620"/>
                  <a:pt x="236538" y="132365"/>
                </a:cubicBezTo>
                <a:lnTo>
                  <a:pt x="236538" y="115285"/>
                </a:lnTo>
                <a:cubicBezTo>
                  <a:pt x="236538" y="110030"/>
                  <a:pt x="231246" y="104775"/>
                  <a:pt x="224632" y="104775"/>
                </a:cubicBezTo>
                <a:cubicBezTo>
                  <a:pt x="224632" y="104775"/>
                  <a:pt x="224632" y="104775"/>
                  <a:pt x="113506" y="104775"/>
                </a:cubicBezTo>
                <a:close/>
                <a:moveTo>
                  <a:pt x="163786" y="0"/>
                </a:moveTo>
                <a:cubicBezTo>
                  <a:pt x="184919" y="0"/>
                  <a:pt x="204732" y="7896"/>
                  <a:pt x="220582" y="22373"/>
                </a:cubicBezTo>
                <a:cubicBezTo>
                  <a:pt x="232470" y="34218"/>
                  <a:pt x="240395" y="48694"/>
                  <a:pt x="244358" y="64487"/>
                </a:cubicBezTo>
                <a:cubicBezTo>
                  <a:pt x="248320" y="63171"/>
                  <a:pt x="250962" y="63171"/>
                  <a:pt x="254924" y="63171"/>
                </a:cubicBezTo>
                <a:cubicBezTo>
                  <a:pt x="301154" y="63171"/>
                  <a:pt x="338138" y="101337"/>
                  <a:pt x="338138" y="147399"/>
                </a:cubicBezTo>
                <a:cubicBezTo>
                  <a:pt x="338138" y="193461"/>
                  <a:pt x="301154" y="230311"/>
                  <a:pt x="254924" y="230311"/>
                </a:cubicBezTo>
                <a:cubicBezTo>
                  <a:pt x="254924" y="230311"/>
                  <a:pt x="254924" y="230311"/>
                  <a:pt x="250962" y="230311"/>
                </a:cubicBezTo>
                <a:cubicBezTo>
                  <a:pt x="249641" y="243472"/>
                  <a:pt x="239074" y="254000"/>
                  <a:pt x="224545" y="254000"/>
                </a:cubicBezTo>
                <a:cubicBezTo>
                  <a:pt x="224545" y="254000"/>
                  <a:pt x="224545" y="254000"/>
                  <a:pt x="113593" y="254000"/>
                </a:cubicBezTo>
                <a:cubicBezTo>
                  <a:pt x="99064" y="254000"/>
                  <a:pt x="88497" y="243472"/>
                  <a:pt x="87176" y="230311"/>
                </a:cubicBezTo>
                <a:cubicBezTo>
                  <a:pt x="87176" y="230311"/>
                  <a:pt x="87176" y="230311"/>
                  <a:pt x="83214" y="230311"/>
                </a:cubicBezTo>
                <a:cubicBezTo>
                  <a:pt x="36984" y="230311"/>
                  <a:pt x="0" y="193461"/>
                  <a:pt x="0" y="147399"/>
                </a:cubicBezTo>
                <a:cubicBezTo>
                  <a:pt x="0" y="101337"/>
                  <a:pt x="36984" y="64487"/>
                  <a:pt x="81893" y="63171"/>
                </a:cubicBezTo>
                <a:cubicBezTo>
                  <a:pt x="91139" y="26321"/>
                  <a:pt x="124160" y="0"/>
                  <a:pt x="1637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b="1"/>
          </a:p>
        </p:txBody>
      </p:sp>
      <p:sp>
        <p:nvSpPr>
          <p:cNvPr id="38" name="iṣḷïḋè">
            <a:extLst>
              <a:ext uri="{FF2B5EF4-FFF2-40B4-BE49-F238E27FC236}">
                <a16:creationId xmlns:a16="http://schemas.microsoft.com/office/drawing/2014/main" xmlns="" id="{5B2EE7E4-3063-4D2C-A653-904C11047FCB}"/>
              </a:ext>
            </a:extLst>
          </p:cNvPr>
          <p:cNvSpPr/>
          <p:nvPr/>
        </p:nvSpPr>
        <p:spPr>
          <a:xfrm>
            <a:off x="5458234" y="4045617"/>
            <a:ext cx="178592" cy="17859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b="1"/>
          </a:p>
        </p:txBody>
      </p:sp>
      <p:sp>
        <p:nvSpPr>
          <p:cNvPr id="39" name="íṥḷiďê">
            <a:extLst>
              <a:ext uri="{FF2B5EF4-FFF2-40B4-BE49-F238E27FC236}">
                <a16:creationId xmlns:a16="http://schemas.microsoft.com/office/drawing/2014/main" xmlns="" id="{05E6FDA7-B4E6-48D2-B60B-ADCA7986D5E7}"/>
              </a:ext>
            </a:extLst>
          </p:cNvPr>
          <p:cNvSpPr/>
          <p:nvPr/>
        </p:nvSpPr>
        <p:spPr>
          <a:xfrm>
            <a:off x="6397242" y="4045617"/>
            <a:ext cx="178592" cy="17859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b="1"/>
          </a:p>
        </p:txBody>
      </p:sp>
      <p:sp>
        <p:nvSpPr>
          <p:cNvPr id="40" name="íSḻîḑè">
            <a:extLst>
              <a:ext uri="{FF2B5EF4-FFF2-40B4-BE49-F238E27FC236}">
                <a16:creationId xmlns:a16="http://schemas.microsoft.com/office/drawing/2014/main" xmlns="" id="{8311CE80-A7ED-4D1F-8D9C-1DCB36BB6F19}"/>
              </a:ext>
            </a:extLst>
          </p:cNvPr>
          <p:cNvSpPr/>
          <p:nvPr/>
        </p:nvSpPr>
        <p:spPr>
          <a:xfrm>
            <a:off x="5458234" y="5004459"/>
            <a:ext cx="178592" cy="17859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b="1"/>
          </a:p>
        </p:txBody>
      </p:sp>
      <p:sp>
        <p:nvSpPr>
          <p:cNvPr id="49" name="îṡḷïḋè">
            <a:extLst>
              <a:ext uri="{FF2B5EF4-FFF2-40B4-BE49-F238E27FC236}">
                <a16:creationId xmlns:a16="http://schemas.microsoft.com/office/drawing/2014/main" xmlns="" id="{ED820B2E-BE93-4AA7-A2D0-04D66A2E7AF4}"/>
              </a:ext>
            </a:extLst>
          </p:cNvPr>
          <p:cNvSpPr/>
          <p:nvPr/>
        </p:nvSpPr>
        <p:spPr>
          <a:xfrm>
            <a:off x="6397242" y="5004459"/>
            <a:ext cx="178592" cy="178592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b="1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xmlns="" id="{55EE6D38-FD33-446B-8046-4AE46B6CBCCF}"/>
              </a:ext>
            </a:extLst>
          </p:cNvPr>
          <p:cNvCxnSpPr/>
          <p:nvPr/>
        </p:nvCxnSpPr>
        <p:spPr>
          <a:xfrm flipH="1" flipV="1">
            <a:off x="643157" y="4545165"/>
            <a:ext cx="3908212" cy="508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xmlns="" id="{71BF5F8D-E5E5-411F-A96C-E9E101631A95}"/>
              </a:ext>
            </a:extLst>
          </p:cNvPr>
          <p:cNvCxnSpPr>
            <a:cxnSpLocks/>
            <a:endCxn id="17" idx="6"/>
          </p:cNvCxnSpPr>
          <p:nvPr/>
        </p:nvCxnSpPr>
        <p:spPr>
          <a:xfrm flipH="1">
            <a:off x="7534896" y="4619413"/>
            <a:ext cx="3906626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iśľiḋé">
            <a:extLst>
              <a:ext uri="{FF2B5EF4-FFF2-40B4-BE49-F238E27FC236}">
                <a16:creationId xmlns:a16="http://schemas.microsoft.com/office/drawing/2014/main" xmlns="" id="{9C04BB7B-7CEB-461B-9402-314B730A8A6E}"/>
              </a:ext>
            </a:extLst>
          </p:cNvPr>
          <p:cNvSpPr/>
          <p:nvPr/>
        </p:nvSpPr>
        <p:spPr bwMode="auto">
          <a:xfrm>
            <a:off x="587135" y="2321513"/>
            <a:ext cx="3764718" cy="1302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9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900" dirty="0"/>
              <a:t>Theme color makes PPT more convenient to </a:t>
            </a:r>
            <a:r>
              <a:rPr lang="en-US" altLang="zh-CN" sz="900" dirty="0" err="1"/>
              <a:t>change.Adjust</a:t>
            </a:r>
            <a:r>
              <a:rPr lang="en-US" altLang="zh-CN" sz="900" dirty="0"/>
              <a:t> the spacing to adapt to Chinese typesetting, use the reference line in PPT.</a:t>
            </a:r>
          </a:p>
        </p:txBody>
      </p:sp>
      <p:sp>
        <p:nvSpPr>
          <p:cNvPr id="53" name="íṥḷïdè">
            <a:extLst>
              <a:ext uri="{FF2B5EF4-FFF2-40B4-BE49-F238E27FC236}">
                <a16:creationId xmlns:a16="http://schemas.microsoft.com/office/drawing/2014/main" xmlns="" id="{DCA624DC-06A2-49C1-8B26-9FDEA55E972B}"/>
              </a:ext>
            </a:extLst>
          </p:cNvPr>
          <p:cNvSpPr/>
          <p:nvPr/>
        </p:nvSpPr>
        <p:spPr bwMode="auto">
          <a:xfrm>
            <a:off x="587135" y="5333762"/>
            <a:ext cx="3764718" cy="1302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9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900" dirty="0"/>
              <a:t>Theme color makes PPT more convenient to </a:t>
            </a:r>
            <a:r>
              <a:rPr lang="en-US" altLang="zh-CN" sz="900" dirty="0" err="1"/>
              <a:t>change.Adjust</a:t>
            </a:r>
            <a:r>
              <a:rPr lang="en-US" altLang="zh-CN" sz="900" dirty="0"/>
              <a:t> the spacing to adapt to Chinese typesetting, use the reference line in PPT.</a:t>
            </a:r>
          </a:p>
        </p:txBody>
      </p:sp>
      <p:sp>
        <p:nvSpPr>
          <p:cNvPr id="54" name="ïṡlïḑé">
            <a:extLst>
              <a:ext uri="{FF2B5EF4-FFF2-40B4-BE49-F238E27FC236}">
                <a16:creationId xmlns:a16="http://schemas.microsoft.com/office/drawing/2014/main" xmlns="" id="{E1C20D5E-6063-44BC-AC93-3DF9A95191FF}"/>
              </a:ext>
            </a:extLst>
          </p:cNvPr>
          <p:cNvSpPr/>
          <p:nvPr/>
        </p:nvSpPr>
        <p:spPr bwMode="auto">
          <a:xfrm>
            <a:off x="7682215" y="2321513"/>
            <a:ext cx="3764718" cy="1302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900" dirty="0"/>
              <a:t>Unified fonts make reading more fluent.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/>
              <a:t>Theme color makes PPT more convenient to </a:t>
            </a:r>
            <a:r>
              <a:rPr lang="en-US" altLang="zh-CN" sz="900" dirty="0" err="1"/>
              <a:t>change.Adjust</a:t>
            </a:r>
            <a:r>
              <a:rPr lang="en-US" altLang="zh-CN" sz="900" dirty="0"/>
              <a:t> the spacing to adapt to Chinese typesetting, use the reference line in PPT.</a:t>
            </a:r>
          </a:p>
        </p:txBody>
      </p:sp>
      <p:sp>
        <p:nvSpPr>
          <p:cNvPr id="55" name="iṩľîde">
            <a:extLst>
              <a:ext uri="{FF2B5EF4-FFF2-40B4-BE49-F238E27FC236}">
                <a16:creationId xmlns:a16="http://schemas.microsoft.com/office/drawing/2014/main" xmlns="" id="{E2672DC6-4BE2-4E29-A899-12D39EF1C562}"/>
              </a:ext>
            </a:extLst>
          </p:cNvPr>
          <p:cNvSpPr/>
          <p:nvPr/>
        </p:nvSpPr>
        <p:spPr bwMode="auto">
          <a:xfrm>
            <a:off x="7682215" y="5333762"/>
            <a:ext cx="3764718" cy="1302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900" dirty="0"/>
              <a:t>Unified fonts make reading more fluent.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/>
              <a:t>Theme color makes PPT more convenient to </a:t>
            </a:r>
            <a:r>
              <a:rPr lang="en-US" altLang="zh-CN" sz="900" dirty="0" err="1"/>
              <a:t>change.Adjust</a:t>
            </a:r>
            <a:r>
              <a:rPr lang="en-US" altLang="zh-CN" sz="900" dirty="0"/>
              <a:t> the spacing to adapt to Chinese typesetting, use the reference line in PPT.</a:t>
            </a:r>
          </a:p>
        </p:txBody>
      </p:sp>
      <p:sp>
        <p:nvSpPr>
          <p:cNvPr id="56" name="文本框 1"/>
          <p:cNvSpPr txBox="1"/>
          <p:nvPr/>
        </p:nvSpPr>
        <p:spPr>
          <a:xfrm>
            <a:off x="723522" y="1208697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57981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2" name="组合 3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3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sp>
        <p:nvSpPr>
          <p:cNvPr id="29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关键技术</a:t>
            </a:r>
            <a:endParaRPr lang="zh-CN" altLang="en-US" sz="1100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</a:rPr>
              <a:t>实践难点</a:t>
            </a:r>
          </a:p>
        </p:txBody>
      </p:sp>
      <p:sp>
        <p:nvSpPr>
          <p:cNvPr id="43" name="矩形 42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市场调研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6697700" y="2191160"/>
            <a:ext cx="5468163" cy="4049303"/>
            <a:chOff x="5678144" y="1230867"/>
            <a:chExt cx="5468163" cy="4049303"/>
          </a:xfrm>
        </p:grpSpPr>
        <p:sp>
          <p:nvSpPr>
            <p:cNvPr id="18" name="任意多边形 17"/>
            <p:cNvSpPr/>
            <p:nvPr/>
          </p:nvSpPr>
          <p:spPr>
            <a:xfrm>
              <a:off x="6027702" y="1285827"/>
              <a:ext cx="5118605" cy="3944320"/>
            </a:xfrm>
            <a:custGeom>
              <a:avLst/>
              <a:gdLst>
                <a:gd name="connsiteX0" fmla="*/ 6128642 w 6460402"/>
                <a:gd name="connsiteY0" fmla="*/ 2544539 h 4978287"/>
                <a:gd name="connsiteX1" fmla="*/ 6128642 w 6460402"/>
                <a:gd name="connsiteY1" fmla="*/ 2578165 h 4978287"/>
                <a:gd name="connsiteX2" fmla="*/ 6205767 w 6460402"/>
                <a:gd name="connsiteY2" fmla="*/ 2578165 h 4978287"/>
                <a:gd name="connsiteX3" fmla="*/ 6205767 w 6460402"/>
                <a:gd name="connsiteY3" fmla="*/ 2544539 h 4978287"/>
                <a:gd name="connsiteX4" fmla="*/ 6128642 w 6460402"/>
                <a:gd name="connsiteY4" fmla="*/ 2359082 h 4978287"/>
                <a:gd name="connsiteX5" fmla="*/ 6128642 w 6460402"/>
                <a:gd name="connsiteY5" fmla="*/ 2374918 h 4978287"/>
                <a:gd name="connsiteX6" fmla="*/ 6205767 w 6460402"/>
                <a:gd name="connsiteY6" fmla="*/ 2374918 h 4978287"/>
                <a:gd name="connsiteX7" fmla="*/ 6205767 w 6460402"/>
                <a:gd name="connsiteY7" fmla="*/ 2359082 h 4978287"/>
                <a:gd name="connsiteX8" fmla="*/ 6128642 w 6460402"/>
                <a:gd name="connsiteY8" fmla="*/ 2175435 h 4978287"/>
                <a:gd name="connsiteX9" fmla="*/ 6128642 w 6460402"/>
                <a:gd name="connsiteY9" fmla="*/ 2189461 h 4978287"/>
                <a:gd name="connsiteX10" fmla="*/ 6205767 w 6460402"/>
                <a:gd name="connsiteY10" fmla="*/ 2189461 h 4978287"/>
                <a:gd name="connsiteX11" fmla="*/ 6205767 w 6460402"/>
                <a:gd name="connsiteY11" fmla="*/ 2175435 h 4978287"/>
                <a:gd name="connsiteX12" fmla="*/ 550566 w 6460402"/>
                <a:gd name="connsiteY12" fmla="*/ 0 h 4978287"/>
                <a:gd name="connsiteX13" fmla="*/ 1089947 w 6460402"/>
                <a:gd name="connsiteY13" fmla="*/ 439608 h 4978287"/>
                <a:gd name="connsiteX14" fmla="*/ 1094328 w 6460402"/>
                <a:gd name="connsiteY14" fmla="*/ 483067 h 4978287"/>
                <a:gd name="connsiteX15" fmla="*/ 3355244 w 6460402"/>
                <a:gd name="connsiteY15" fmla="*/ 483067 h 4978287"/>
                <a:gd name="connsiteX16" fmla="*/ 3774352 w 6460402"/>
                <a:gd name="connsiteY16" fmla="*/ 902175 h 4978287"/>
                <a:gd name="connsiteX17" fmla="*/ 3774352 w 6460402"/>
                <a:gd name="connsiteY17" fmla="*/ 1433662 h 4978287"/>
                <a:gd name="connsiteX18" fmla="*/ 3776218 w 6460402"/>
                <a:gd name="connsiteY18" fmla="*/ 1433662 h 4978287"/>
                <a:gd name="connsiteX19" fmla="*/ 3776218 w 6460402"/>
                <a:gd name="connsiteY19" fmla="*/ 1732154 h 4978287"/>
                <a:gd name="connsiteX20" fmla="*/ 4049878 w 6460402"/>
                <a:gd name="connsiteY20" fmla="*/ 2005814 h 4978287"/>
                <a:gd name="connsiteX21" fmla="*/ 5752319 w 6460402"/>
                <a:gd name="connsiteY21" fmla="*/ 2005814 h 4978287"/>
                <a:gd name="connsiteX22" fmla="*/ 5752319 w 6460402"/>
                <a:gd name="connsiteY22" fmla="*/ 1999666 h 4978287"/>
                <a:gd name="connsiteX23" fmla="*/ 6128642 w 6460402"/>
                <a:gd name="connsiteY23" fmla="*/ 1999666 h 4978287"/>
                <a:gd name="connsiteX24" fmla="*/ 6128642 w 6460402"/>
                <a:gd name="connsiteY24" fmla="*/ 2005814 h 4978287"/>
                <a:gd name="connsiteX25" fmla="*/ 6205767 w 6460402"/>
                <a:gd name="connsiteY25" fmla="*/ 2005814 h 4978287"/>
                <a:gd name="connsiteX26" fmla="*/ 6205767 w 6460402"/>
                <a:gd name="connsiteY26" fmla="*/ 2005162 h 4978287"/>
                <a:gd name="connsiteX27" fmla="*/ 6460402 w 6460402"/>
                <a:gd name="connsiteY27" fmla="*/ 2005162 h 4978287"/>
                <a:gd name="connsiteX28" fmla="*/ 6460402 w 6460402"/>
                <a:gd name="connsiteY28" fmla="*/ 2740090 h 4978287"/>
                <a:gd name="connsiteX29" fmla="*/ 6227992 w 6460402"/>
                <a:gd name="connsiteY29" fmla="*/ 2740090 h 4978287"/>
                <a:gd name="connsiteX30" fmla="*/ 4948699 w 6460402"/>
                <a:gd name="connsiteY30" fmla="*/ 2747786 h 4978287"/>
                <a:gd name="connsiteX31" fmla="*/ 4699917 w 6460402"/>
                <a:gd name="connsiteY31" fmla="*/ 3021446 h 4978287"/>
                <a:gd name="connsiteX32" fmla="*/ 4699917 w 6460402"/>
                <a:gd name="connsiteY32" fmla="*/ 3886050 h 4978287"/>
                <a:gd name="connsiteX33" fmla="*/ 4722636 w 6460402"/>
                <a:gd name="connsiteY33" fmla="*/ 3888341 h 4978287"/>
                <a:gd name="connsiteX34" fmla="*/ 5162244 w 6460402"/>
                <a:gd name="connsiteY34" fmla="*/ 4427721 h 4978287"/>
                <a:gd name="connsiteX35" fmla="*/ 4611678 w 6460402"/>
                <a:gd name="connsiteY35" fmla="*/ 4978287 h 4978287"/>
                <a:gd name="connsiteX36" fmla="*/ 4061112 w 6460402"/>
                <a:gd name="connsiteY36" fmla="*/ 4427721 h 4978287"/>
                <a:gd name="connsiteX37" fmla="*/ 4500720 w 6460402"/>
                <a:gd name="connsiteY37" fmla="*/ 3888341 h 4978287"/>
                <a:gd name="connsiteX38" fmla="*/ 4525038 w 6460402"/>
                <a:gd name="connsiteY38" fmla="*/ 3885889 h 4978287"/>
                <a:gd name="connsiteX39" fmla="*/ 4525038 w 6460402"/>
                <a:gd name="connsiteY39" fmla="*/ 2997273 h 4978287"/>
                <a:gd name="connsiteX40" fmla="*/ 4906045 w 6460402"/>
                <a:gd name="connsiteY40" fmla="*/ 2578165 h 4978287"/>
                <a:gd name="connsiteX41" fmla="*/ 5752319 w 6460402"/>
                <a:gd name="connsiteY41" fmla="*/ 2578165 h 4978287"/>
                <a:gd name="connsiteX42" fmla="*/ 5752319 w 6460402"/>
                <a:gd name="connsiteY42" fmla="*/ 2544539 h 4978287"/>
                <a:gd name="connsiteX43" fmla="*/ 4621379 w 6460402"/>
                <a:gd name="connsiteY43" fmla="*/ 2544539 h 4978287"/>
                <a:gd name="connsiteX44" fmla="*/ 4347719 w 6460402"/>
                <a:gd name="connsiteY44" fmla="*/ 2818199 h 4978287"/>
                <a:gd name="connsiteX45" fmla="*/ 4347719 w 6460402"/>
                <a:gd name="connsiteY45" fmla="*/ 3200314 h 4978287"/>
                <a:gd name="connsiteX46" fmla="*/ 4345853 w 6460402"/>
                <a:gd name="connsiteY46" fmla="*/ 3200314 h 4978287"/>
                <a:gd name="connsiteX47" fmla="*/ 4345853 w 6460402"/>
                <a:gd name="connsiteY47" fmla="*/ 3217647 h 4978287"/>
                <a:gd name="connsiteX48" fmla="*/ 3926745 w 6460402"/>
                <a:gd name="connsiteY48" fmla="*/ 3636755 h 4978287"/>
                <a:gd name="connsiteX49" fmla="*/ 1502623 w 6460402"/>
                <a:gd name="connsiteY49" fmla="*/ 3636755 h 4978287"/>
                <a:gd name="connsiteX50" fmla="*/ 1500080 w 6460402"/>
                <a:gd name="connsiteY50" fmla="*/ 3661988 h 4978287"/>
                <a:gd name="connsiteX51" fmla="*/ 960699 w 6460402"/>
                <a:gd name="connsiteY51" fmla="*/ 4101596 h 4978287"/>
                <a:gd name="connsiteX52" fmla="*/ 410133 w 6460402"/>
                <a:gd name="connsiteY52" fmla="*/ 3551030 h 4978287"/>
                <a:gd name="connsiteX53" fmla="*/ 960699 w 6460402"/>
                <a:gd name="connsiteY53" fmla="*/ 3000464 h 4978287"/>
                <a:gd name="connsiteX54" fmla="*/ 1500080 w 6460402"/>
                <a:gd name="connsiteY54" fmla="*/ 3440072 h 4978287"/>
                <a:gd name="connsiteX55" fmla="*/ 1502808 w 6460402"/>
                <a:gd name="connsiteY55" fmla="*/ 3467134 h 4978287"/>
                <a:gd name="connsiteX56" fmla="*/ 3879826 w 6460402"/>
                <a:gd name="connsiteY56" fmla="*/ 3467134 h 4978287"/>
                <a:gd name="connsiteX57" fmla="*/ 4153486 w 6460402"/>
                <a:gd name="connsiteY57" fmla="*/ 3193474 h 4978287"/>
                <a:gd name="connsiteX58" fmla="*/ 4153486 w 6460402"/>
                <a:gd name="connsiteY58" fmla="*/ 2935531 h 4978287"/>
                <a:gd name="connsiteX59" fmla="*/ 4155352 w 6460402"/>
                <a:gd name="connsiteY59" fmla="*/ 2935531 h 4978287"/>
                <a:gd name="connsiteX60" fmla="*/ 4155352 w 6460402"/>
                <a:gd name="connsiteY60" fmla="*/ 2794026 h 4978287"/>
                <a:gd name="connsiteX61" fmla="*/ 4574460 w 6460402"/>
                <a:gd name="connsiteY61" fmla="*/ 2374918 h 4978287"/>
                <a:gd name="connsiteX62" fmla="*/ 5752319 w 6460402"/>
                <a:gd name="connsiteY62" fmla="*/ 2374918 h 4978287"/>
                <a:gd name="connsiteX63" fmla="*/ 5752319 w 6460402"/>
                <a:gd name="connsiteY63" fmla="*/ 2359082 h 4978287"/>
                <a:gd name="connsiteX64" fmla="*/ 2802547 w 6460402"/>
                <a:gd name="connsiteY64" fmla="*/ 2359082 h 4978287"/>
                <a:gd name="connsiteX65" fmla="*/ 2799911 w 6460402"/>
                <a:gd name="connsiteY65" fmla="*/ 2385229 h 4978287"/>
                <a:gd name="connsiteX66" fmla="*/ 2260530 w 6460402"/>
                <a:gd name="connsiteY66" fmla="*/ 2824837 h 4978287"/>
                <a:gd name="connsiteX67" fmla="*/ 1709964 w 6460402"/>
                <a:gd name="connsiteY67" fmla="*/ 2274271 h 4978287"/>
                <a:gd name="connsiteX68" fmla="*/ 2260530 w 6460402"/>
                <a:gd name="connsiteY68" fmla="*/ 1723705 h 4978287"/>
                <a:gd name="connsiteX69" fmla="*/ 2799911 w 6460402"/>
                <a:gd name="connsiteY69" fmla="*/ 2163313 h 4978287"/>
                <a:gd name="connsiteX70" fmla="*/ 2802547 w 6460402"/>
                <a:gd name="connsiteY70" fmla="*/ 2189461 h 4978287"/>
                <a:gd name="connsiteX71" fmla="*/ 5752319 w 6460402"/>
                <a:gd name="connsiteY71" fmla="*/ 2189461 h 4978287"/>
                <a:gd name="connsiteX72" fmla="*/ 5752319 w 6460402"/>
                <a:gd name="connsiteY72" fmla="*/ 2175435 h 4978287"/>
                <a:gd name="connsiteX73" fmla="*/ 4002959 w 6460402"/>
                <a:gd name="connsiteY73" fmla="*/ 2175435 h 4978287"/>
                <a:gd name="connsiteX74" fmla="*/ 3583851 w 6460402"/>
                <a:gd name="connsiteY74" fmla="*/ 1756327 h 4978287"/>
                <a:gd name="connsiteX75" fmla="*/ 3583851 w 6460402"/>
                <a:gd name="connsiteY75" fmla="*/ 1605112 h 4978287"/>
                <a:gd name="connsiteX76" fmla="*/ 3581985 w 6460402"/>
                <a:gd name="connsiteY76" fmla="*/ 1605112 h 4978287"/>
                <a:gd name="connsiteX77" fmla="*/ 3581985 w 6460402"/>
                <a:gd name="connsiteY77" fmla="*/ 926348 h 4978287"/>
                <a:gd name="connsiteX78" fmla="*/ 3308325 w 6460402"/>
                <a:gd name="connsiteY78" fmla="*/ 652688 h 4978287"/>
                <a:gd name="connsiteX79" fmla="*/ 1090838 w 6460402"/>
                <a:gd name="connsiteY79" fmla="*/ 652688 h 4978287"/>
                <a:gd name="connsiteX80" fmla="*/ 1089947 w 6460402"/>
                <a:gd name="connsiteY80" fmla="*/ 661524 h 4978287"/>
                <a:gd name="connsiteX81" fmla="*/ 550566 w 6460402"/>
                <a:gd name="connsiteY81" fmla="*/ 1101132 h 4978287"/>
                <a:gd name="connsiteX82" fmla="*/ 0 w 6460402"/>
                <a:gd name="connsiteY82" fmla="*/ 550566 h 4978287"/>
                <a:gd name="connsiteX83" fmla="*/ 550566 w 6460402"/>
                <a:gd name="connsiteY83" fmla="*/ 0 h 497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460402" h="4978287">
                  <a:moveTo>
                    <a:pt x="6128642" y="2544539"/>
                  </a:moveTo>
                  <a:lnTo>
                    <a:pt x="6128642" y="2578165"/>
                  </a:lnTo>
                  <a:lnTo>
                    <a:pt x="6205767" y="2578165"/>
                  </a:lnTo>
                  <a:lnTo>
                    <a:pt x="6205767" y="2544539"/>
                  </a:lnTo>
                  <a:close/>
                  <a:moveTo>
                    <a:pt x="6128642" y="2359082"/>
                  </a:moveTo>
                  <a:lnTo>
                    <a:pt x="6128642" y="2374918"/>
                  </a:lnTo>
                  <a:lnTo>
                    <a:pt x="6205767" y="2374918"/>
                  </a:lnTo>
                  <a:lnTo>
                    <a:pt x="6205767" y="2359082"/>
                  </a:lnTo>
                  <a:close/>
                  <a:moveTo>
                    <a:pt x="6128642" y="2175435"/>
                  </a:moveTo>
                  <a:lnTo>
                    <a:pt x="6128642" y="2189461"/>
                  </a:lnTo>
                  <a:lnTo>
                    <a:pt x="6205767" y="2189461"/>
                  </a:lnTo>
                  <a:lnTo>
                    <a:pt x="6205767" y="2175435"/>
                  </a:lnTo>
                  <a:close/>
                  <a:moveTo>
                    <a:pt x="550566" y="0"/>
                  </a:moveTo>
                  <a:cubicBezTo>
                    <a:pt x="816627" y="0"/>
                    <a:pt x="1038609" y="188724"/>
                    <a:pt x="1089947" y="439608"/>
                  </a:cubicBezTo>
                  <a:lnTo>
                    <a:pt x="1094328" y="483067"/>
                  </a:lnTo>
                  <a:lnTo>
                    <a:pt x="3355244" y="483067"/>
                  </a:lnTo>
                  <a:cubicBezTo>
                    <a:pt x="3586711" y="483067"/>
                    <a:pt x="3774352" y="670708"/>
                    <a:pt x="3774352" y="902175"/>
                  </a:cubicBezTo>
                  <a:lnTo>
                    <a:pt x="3774352" y="1433662"/>
                  </a:lnTo>
                  <a:lnTo>
                    <a:pt x="3776218" y="1433662"/>
                  </a:lnTo>
                  <a:lnTo>
                    <a:pt x="3776218" y="1732154"/>
                  </a:lnTo>
                  <a:cubicBezTo>
                    <a:pt x="3776218" y="1883292"/>
                    <a:pt x="3898740" y="2005814"/>
                    <a:pt x="4049878" y="2005814"/>
                  </a:cubicBezTo>
                  <a:lnTo>
                    <a:pt x="5752319" y="2005814"/>
                  </a:lnTo>
                  <a:lnTo>
                    <a:pt x="5752319" y="1999666"/>
                  </a:lnTo>
                  <a:lnTo>
                    <a:pt x="6128642" y="1999666"/>
                  </a:lnTo>
                  <a:lnTo>
                    <a:pt x="6128642" y="2005814"/>
                  </a:lnTo>
                  <a:lnTo>
                    <a:pt x="6205767" y="2005814"/>
                  </a:lnTo>
                  <a:lnTo>
                    <a:pt x="6205767" y="2005162"/>
                  </a:lnTo>
                  <a:lnTo>
                    <a:pt x="6460402" y="2005162"/>
                  </a:lnTo>
                  <a:lnTo>
                    <a:pt x="6460402" y="2740090"/>
                  </a:lnTo>
                  <a:lnTo>
                    <a:pt x="6227992" y="2740090"/>
                  </a:lnTo>
                  <a:lnTo>
                    <a:pt x="4948699" y="2747786"/>
                  </a:lnTo>
                  <a:cubicBezTo>
                    <a:pt x="4811301" y="2747786"/>
                    <a:pt x="4699917" y="2870308"/>
                    <a:pt x="4699917" y="3021446"/>
                  </a:cubicBezTo>
                  <a:lnTo>
                    <a:pt x="4699917" y="3886050"/>
                  </a:lnTo>
                  <a:lnTo>
                    <a:pt x="4722636" y="3888341"/>
                  </a:lnTo>
                  <a:cubicBezTo>
                    <a:pt x="4973520" y="3939679"/>
                    <a:pt x="5162244" y="4161661"/>
                    <a:pt x="5162244" y="4427721"/>
                  </a:cubicBezTo>
                  <a:cubicBezTo>
                    <a:pt x="5162244" y="4731790"/>
                    <a:pt x="4915747" y="4978287"/>
                    <a:pt x="4611678" y="4978287"/>
                  </a:cubicBezTo>
                  <a:cubicBezTo>
                    <a:pt x="4307609" y="4978287"/>
                    <a:pt x="4061112" y="4731790"/>
                    <a:pt x="4061112" y="4427721"/>
                  </a:cubicBezTo>
                  <a:cubicBezTo>
                    <a:pt x="4061112" y="4161661"/>
                    <a:pt x="4249837" y="3939679"/>
                    <a:pt x="4500720" y="3888341"/>
                  </a:cubicBezTo>
                  <a:lnTo>
                    <a:pt x="4525038" y="3885889"/>
                  </a:lnTo>
                  <a:lnTo>
                    <a:pt x="4525038" y="2997273"/>
                  </a:lnTo>
                  <a:cubicBezTo>
                    <a:pt x="4525038" y="2765806"/>
                    <a:pt x="4695621" y="2578165"/>
                    <a:pt x="4906045" y="2578165"/>
                  </a:cubicBezTo>
                  <a:lnTo>
                    <a:pt x="5752319" y="2578165"/>
                  </a:lnTo>
                  <a:lnTo>
                    <a:pt x="5752319" y="2544539"/>
                  </a:lnTo>
                  <a:lnTo>
                    <a:pt x="4621379" y="2544539"/>
                  </a:lnTo>
                  <a:cubicBezTo>
                    <a:pt x="4470241" y="2544539"/>
                    <a:pt x="4347719" y="2667061"/>
                    <a:pt x="4347719" y="2818199"/>
                  </a:cubicBezTo>
                  <a:lnTo>
                    <a:pt x="4347719" y="3200314"/>
                  </a:lnTo>
                  <a:lnTo>
                    <a:pt x="4345853" y="3200314"/>
                  </a:lnTo>
                  <a:lnTo>
                    <a:pt x="4345853" y="3217647"/>
                  </a:lnTo>
                  <a:cubicBezTo>
                    <a:pt x="4345853" y="3449114"/>
                    <a:pt x="4158212" y="3636755"/>
                    <a:pt x="3926745" y="3636755"/>
                  </a:cubicBezTo>
                  <a:lnTo>
                    <a:pt x="1502623" y="3636755"/>
                  </a:lnTo>
                  <a:lnTo>
                    <a:pt x="1500080" y="3661988"/>
                  </a:lnTo>
                  <a:cubicBezTo>
                    <a:pt x="1448742" y="3912872"/>
                    <a:pt x="1226760" y="4101596"/>
                    <a:pt x="960699" y="4101596"/>
                  </a:cubicBezTo>
                  <a:cubicBezTo>
                    <a:pt x="656630" y="4101596"/>
                    <a:pt x="410133" y="3855099"/>
                    <a:pt x="410133" y="3551030"/>
                  </a:cubicBezTo>
                  <a:cubicBezTo>
                    <a:pt x="410133" y="3246961"/>
                    <a:pt x="656630" y="3000464"/>
                    <a:pt x="960699" y="3000464"/>
                  </a:cubicBezTo>
                  <a:cubicBezTo>
                    <a:pt x="1226760" y="3000464"/>
                    <a:pt x="1448742" y="3189188"/>
                    <a:pt x="1500080" y="3440072"/>
                  </a:cubicBezTo>
                  <a:lnTo>
                    <a:pt x="1502808" y="3467134"/>
                  </a:lnTo>
                  <a:lnTo>
                    <a:pt x="3879826" y="3467134"/>
                  </a:lnTo>
                  <a:cubicBezTo>
                    <a:pt x="4030964" y="3467134"/>
                    <a:pt x="4153486" y="3344612"/>
                    <a:pt x="4153486" y="3193474"/>
                  </a:cubicBezTo>
                  <a:lnTo>
                    <a:pt x="4153486" y="2935531"/>
                  </a:lnTo>
                  <a:lnTo>
                    <a:pt x="4155352" y="2935531"/>
                  </a:lnTo>
                  <a:lnTo>
                    <a:pt x="4155352" y="2794026"/>
                  </a:lnTo>
                  <a:cubicBezTo>
                    <a:pt x="4155352" y="2562559"/>
                    <a:pt x="4342993" y="2374918"/>
                    <a:pt x="4574460" y="2374918"/>
                  </a:cubicBezTo>
                  <a:lnTo>
                    <a:pt x="5752319" y="2374918"/>
                  </a:lnTo>
                  <a:lnTo>
                    <a:pt x="5752319" y="2359082"/>
                  </a:lnTo>
                  <a:lnTo>
                    <a:pt x="2802547" y="2359082"/>
                  </a:lnTo>
                  <a:lnTo>
                    <a:pt x="2799911" y="2385229"/>
                  </a:lnTo>
                  <a:cubicBezTo>
                    <a:pt x="2748573" y="2636113"/>
                    <a:pt x="2526591" y="2824837"/>
                    <a:pt x="2260530" y="2824837"/>
                  </a:cubicBezTo>
                  <a:cubicBezTo>
                    <a:pt x="1956461" y="2824837"/>
                    <a:pt x="1709964" y="2578340"/>
                    <a:pt x="1709964" y="2274271"/>
                  </a:cubicBezTo>
                  <a:cubicBezTo>
                    <a:pt x="1709964" y="1970202"/>
                    <a:pt x="1956461" y="1723705"/>
                    <a:pt x="2260530" y="1723705"/>
                  </a:cubicBezTo>
                  <a:cubicBezTo>
                    <a:pt x="2526591" y="1723705"/>
                    <a:pt x="2748573" y="1912429"/>
                    <a:pt x="2799911" y="2163313"/>
                  </a:cubicBezTo>
                  <a:lnTo>
                    <a:pt x="2802547" y="2189461"/>
                  </a:lnTo>
                  <a:lnTo>
                    <a:pt x="5752319" y="2189461"/>
                  </a:lnTo>
                  <a:lnTo>
                    <a:pt x="5752319" y="2175435"/>
                  </a:lnTo>
                  <a:lnTo>
                    <a:pt x="4002959" y="2175435"/>
                  </a:lnTo>
                  <a:cubicBezTo>
                    <a:pt x="3771492" y="2175435"/>
                    <a:pt x="3583851" y="1987794"/>
                    <a:pt x="3583851" y="1756327"/>
                  </a:cubicBezTo>
                  <a:lnTo>
                    <a:pt x="3583851" y="1605112"/>
                  </a:lnTo>
                  <a:lnTo>
                    <a:pt x="3581985" y="1605112"/>
                  </a:lnTo>
                  <a:lnTo>
                    <a:pt x="3581985" y="926348"/>
                  </a:lnTo>
                  <a:cubicBezTo>
                    <a:pt x="3581985" y="775210"/>
                    <a:pt x="3459463" y="652688"/>
                    <a:pt x="3308325" y="652688"/>
                  </a:cubicBezTo>
                  <a:lnTo>
                    <a:pt x="1090838" y="652688"/>
                  </a:lnTo>
                  <a:lnTo>
                    <a:pt x="1089947" y="661524"/>
                  </a:lnTo>
                  <a:cubicBezTo>
                    <a:pt x="1038609" y="912408"/>
                    <a:pt x="816627" y="1101132"/>
                    <a:pt x="550566" y="1101132"/>
                  </a:cubicBezTo>
                  <a:cubicBezTo>
                    <a:pt x="246497" y="1101132"/>
                    <a:pt x="0" y="854635"/>
                    <a:pt x="0" y="550566"/>
                  </a:cubicBezTo>
                  <a:cubicBezTo>
                    <a:pt x="0" y="246497"/>
                    <a:pt x="246497" y="0"/>
                    <a:pt x="550566" y="0"/>
                  </a:cubicBezTo>
                  <a:close/>
                </a:path>
              </a:pathLst>
            </a:custGeom>
            <a:solidFill>
              <a:srgbClr val="1C50A2"/>
            </a:solidFill>
            <a:ln w="12700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0"/>
              </a:gradFill>
              <a:prstDash val="solid"/>
              <a:miter lim="800000"/>
            </a:ln>
            <a:effectLst>
              <a:outerShdw blurRad="152400" dist="1016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0498543" y="2870172"/>
              <a:ext cx="86747" cy="589803"/>
              <a:chOff x="7917305" y="1679687"/>
              <a:chExt cx="213360" cy="853440"/>
            </a:xfrm>
            <a:solidFill>
              <a:srgbClr val="F3983A"/>
            </a:solidFill>
          </p:grpSpPr>
          <p:sp>
            <p:nvSpPr>
              <p:cNvPr id="104" name="矩形 103"/>
              <p:cNvSpPr/>
              <p:nvPr/>
            </p:nvSpPr>
            <p:spPr>
              <a:xfrm>
                <a:off x="7917305" y="1679687"/>
                <a:ext cx="213360" cy="21336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7917305" y="1893047"/>
                <a:ext cx="213360" cy="21336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7917305" y="2106407"/>
                <a:ext cx="213360" cy="21336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7917305" y="2319767"/>
                <a:ext cx="213360" cy="21336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 rot="16200000" flipH="1">
              <a:off x="5910244" y="3734869"/>
              <a:ext cx="952353" cy="728911"/>
              <a:chOff x="911201" y="1622002"/>
              <a:chExt cx="2283025" cy="1747386"/>
            </a:xfrm>
            <a:solidFill>
              <a:srgbClr val="1C50A2"/>
            </a:solidFill>
          </p:grpSpPr>
          <p:sp>
            <p:nvSpPr>
              <p:cNvPr id="97" name="矩形 96"/>
              <p:cNvSpPr/>
              <p:nvPr/>
            </p:nvSpPr>
            <p:spPr>
              <a:xfrm>
                <a:off x="2026099" y="1679379"/>
                <a:ext cx="60759" cy="489621"/>
              </a:xfrm>
              <a:prstGeom prst="rect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-2700000" flipV="1">
                <a:off x="1283460" y="1824478"/>
                <a:ext cx="1547880" cy="1544910"/>
              </a:xfrm>
              <a:custGeom>
                <a:avLst/>
                <a:gdLst>
                  <a:gd name="connsiteX0" fmla="*/ 871669 w 901730"/>
                  <a:gd name="connsiteY0" fmla="*/ 0 h 900000"/>
                  <a:gd name="connsiteX1" fmla="*/ 901730 w 901730"/>
                  <a:gd name="connsiteY1" fmla="*/ 0 h 900000"/>
                  <a:gd name="connsiteX2" fmla="*/ 1730 w 901730"/>
                  <a:gd name="connsiteY2" fmla="*/ 900000 h 900000"/>
                  <a:gd name="connsiteX3" fmla="*/ 0 w 901730"/>
                  <a:gd name="connsiteY3" fmla="*/ 899913 h 900000"/>
                  <a:gd name="connsiteX4" fmla="*/ 0 w 901730"/>
                  <a:gd name="connsiteY4" fmla="*/ 869852 h 900000"/>
                  <a:gd name="connsiteX5" fmla="*/ 1731 w 901730"/>
                  <a:gd name="connsiteY5" fmla="*/ 869939 h 900000"/>
                  <a:gd name="connsiteX6" fmla="*/ 871669 w 901730"/>
                  <a:gd name="connsiteY6" fmla="*/ 1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1730" h="900000">
                    <a:moveTo>
                      <a:pt x="871669" y="0"/>
                    </a:moveTo>
                    <a:lnTo>
                      <a:pt x="901730" y="0"/>
                    </a:lnTo>
                    <a:cubicBezTo>
                      <a:pt x="901730" y="497056"/>
                      <a:pt x="498786" y="900000"/>
                      <a:pt x="1730" y="900000"/>
                    </a:cubicBezTo>
                    <a:lnTo>
                      <a:pt x="0" y="899913"/>
                    </a:lnTo>
                    <a:lnTo>
                      <a:pt x="0" y="869852"/>
                    </a:lnTo>
                    <a:lnTo>
                      <a:pt x="1731" y="869939"/>
                    </a:lnTo>
                    <a:cubicBezTo>
                      <a:pt x="482184" y="869939"/>
                      <a:pt x="871669" y="480454"/>
                      <a:pt x="871669" y="1"/>
                    </a:cubicBezTo>
                    <a:close/>
                  </a:path>
                </a:pathLst>
              </a:cu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911201" y="2587444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3095293" y="2587444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1952570" y="2048530"/>
                <a:ext cx="209661" cy="209661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2007933" y="2106832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2007011" y="1622002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 rot="16200000" flipH="1">
              <a:off x="8771195" y="4439538"/>
              <a:ext cx="952353" cy="728911"/>
              <a:chOff x="911201" y="1622002"/>
              <a:chExt cx="2283025" cy="1747386"/>
            </a:xfrm>
            <a:solidFill>
              <a:srgbClr val="1C50A2"/>
            </a:solidFill>
          </p:grpSpPr>
          <p:sp>
            <p:nvSpPr>
              <p:cNvPr id="90" name="矩形 89"/>
              <p:cNvSpPr/>
              <p:nvPr/>
            </p:nvSpPr>
            <p:spPr>
              <a:xfrm>
                <a:off x="2026099" y="1679379"/>
                <a:ext cx="60759" cy="489621"/>
              </a:xfrm>
              <a:prstGeom prst="rect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 rot="-2700000" flipV="1">
                <a:off x="1283460" y="1824478"/>
                <a:ext cx="1547880" cy="1544910"/>
              </a:xfrm>
              <a:custGeom>
                <a:avLst/>
                <a:gdLst>
                  <a:gd name="connsiteX0" fmla="*/ 871669 w 901730"/>
                  <a:gd name="connsiteY0" fmla="*/ 0 h 900000"/>
                  <a:gd name="connsiteX1" fmla="*/ 901730 w 901730"/>
                  <a:gd name="connsiteY1" fmla="*/ 0 h 900000"/>
                  <a:gd name="connsiteX2" fmla="*/ 1730 w 901730"/>
                  <a:gd name="connsiteY2" fmla="*/ 900000 h 900000"/>
                  <a:gd name="connsiteX3" fmla="*/ 0 w 901730"/>
                  <a:gd name="connsiteY3" fmla="*/ 899913 h 900000"/>
                  <a:gd name="connsiteX4" fmla="*/ 0 w 901730"/>
                  <a:gd name="connsiteY4" fmla="*/ 869852 h 900000"/>
                  <a:gd name="connsiteX5" fmla="*/ 1731 w 901730"/>
                  <a:gd name="connsiteY5" fmla="*/ 869939 h 900000"/>
                  <a:gd name="connsiteX6" fmla="*/ 871669 w 901730"/>
                  <a:gd name="connsiteY6" fmla="*/ 1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1730" h="900000">
                    <a:moveTo>
                      <a:pt x="871669" y="0"/>
                    </a:moveTo>
                    <a:lnTo>
                      <a:pt x="901730" y="0"/>
                    </a:lnTo>
                    <a:cubicBezTo>
                      <a:pt x="901730" y="497056"/>
                      <a:pt x="498786" y="900000"/>
                      <a:pt x="1730" y="900000"/>
                    </a:cubicBezTo>
                    <a:lnTo>
                      <a:pt x="0" y="899913"/>
                    </a:lnTo>
                    <a:lnTo>
                      <a:pt x="0" y="869852"/>
                    </a:lnTo>
                    <a:lnTo>
                      <a:pt x="1731" y="869939"/>
                    </a:lnTo>
                    <a:cubicBezTo>
                      <a:pt x="482184" y="869939"/>
                      <a:pt x="871669" y="480454"/>
                      <a:pt x="871669" y="1"/>
                    </a:cubicBezTo>
                    <a:close/>
                  </a:path>
                </a:pathLst>
              </a:cu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911201" y="2587444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3095293" y="2587444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1952570" y="2048530"/>
                <a:ext cx="209661" cy="209661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2007933" y="2106832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2007011" y="1622002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 rot="16200000" flipH="1">
              <a:off x="6917577" y="2718867"/>
              <a:ext cx="952353" cy="728911"/>
              <a:chOff x="911201" y="1622002"/>
              <a:chExt cx="2283025" cy="1747386"/>
            </a:xfrm>
            <a:solidFill>
              <a:srgbClr val="1C50A2"/>
            </a:solidFill>
          </p:grpSpPr>
          <p:sp>
            <p:nvSpPr>
              <p:cNvPr id="83" name="矩形 82"/>
              <p:cNvSpPr/>
              <p:nvPr/>
            </p:nvSpPr>
            <p:spPr>
              <a:xfrm>
                <a:off x="2026099" y="1679379"/>
                <a:ext cx="60759" cy="489621"/>
              </a:xfrm>
              <a:prstGeom prst="rect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84" name="任意多边形 83"/>
              <p:cNvSpPr/>
              <p:nvPr/>
            </p:nvSpPr>
            <p:spPr>
              <a:xfrm rot="-2700000" flipV="1">
                <a:off x="1283460" y="1824478"/>
                <a:ext cx="1547880" cy="1544910"/>
              </a:xfrm>
              <a:custGeom>
                <a:avLst/>
                <a:gdLst>
                  <a:gd name="connsiteX0" fmla="*/ 871669 w 901730"/>
                  <a:gd name="connsiteY0" fmla="*/ 0 h 900000"/>
                  <a:gd name="connsiteX1" fmla="*/ 901730 w 901730"/>
                  <a:gd name="connsiteY1" fmla="*/ 0 h 900000"/>
                  <a:gd name="connsiteX2" fmla="*/ 1730 w 901730"/>
                  <a:gd name="connsiteY2" fmla="*/ 900000 h 900000"/>
                  <a:gd name="connsiteX3" fmla="*/ 0 w 901730"/>
                  <a:gd name="connsiteY3" fmla="*/ 899913 h 900000"/>
                  <a:gd name="connsiteX4" fmla="*/ 0 w 901730"/>
                  <a:gd name="connsiteY4" fmla="*/ 869852 h 900000"/>
                  <a:gd name="connsiteX5" fmla="*/ 1731 w 901730"/>
                  <a:gd name="connsiteY5" fmla="*/ 869939 h 900000"/>
                  <a:gd name="connsiteX6" fmla="*/ 871669 w 901730"/>
                  <a:gd name="connsiteY6" fmla="*/ 1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1730" h="900000">
                    <a:moveTo>
                      <a:pt x="871669" y="0"/>
                    </a:moveTo>
                    <a:lnTo>
                      <a:pt x="901730" y="0"/>
                    </a:lnTo>
                    <a:cubicBezTo>
                      <a:pt x="901730" y="497056"/>
                      <a:pt x="498786" y="900000"/>
                      <a:pt x="1730" y="900000"/>
                    </a:cubicBezTo>
                    <a:lnTo>
                      <a:pt x="0" y="899913"/>
                    </a:lnTo>
                    <a:lnTo>
                      <a:pt x="0" y="869852"/>
                    </a:lnTo>
                    <a:lnTo>
                      <a:pt x="1731" y="869939"/>
                    </a:lnTo>
                    <a:cubicBezTo>
                      <a:pt x="482184" y="869939"/>
                      <a:pt x="871669" y="480454"/>
                      <a:pt x="871669" y="1"/>
                    </a:cubicBezTo>
                    <a:close/>
                  </a:path>
                </a:pathLst>
              </a:cu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911201" y="2587444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3095293" y="2587444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1952570" y="2048530"/>
                <a:ext cx="209661" cy="209661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2007933" y="2106832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2007011" y="1622002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23" name="椭圆 22"/>
            <p:cNvSpPr/>
            <p:nvPr/>
          </p:nvSpPr>
          <p:spPr>
            <a:xfrm>
              <a:off x="9312485" y="4424863"/>
              <a:ext cx="738140" cy="738141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2683C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9565698" y="4676744"/>
              <a:ext cx="231713" cy="244094"/>
              <a:chOff x="6596990" y="5657399"/>
              <a:chExt cx="428184" cy="496168"/>
            </a:xfrm>
            <a:solidFill>
              <a:srgbClr val="1C50A2"/>
            </a:solidFill>
          </p:grpSpPr>
          <p:sp>
            <p:nvSpPr>
              <p:cNvPr id="75" name="Freeform 25"/>
              <p:cNvSpPr>
                <a:spLocks/>
              </p:cNvSpPr>
              <p:nvPr/>
            </p:nvSpPr>
            <p:spPr bwMode="auto">
              <a:xfrm>
                <a:off x="6678095" y="6064113"/>
                <a:ext cx="265975" cy="89454"/>
              </a:xfrm>
              <a:custGeom>
                <a:avLst/>
                <a:gdLst>
                  <a:gd name="T0" fmla="*/ 86 w 94"/>
                  <a:gd name="T1" fmla="*/ 22 h 32"/>
                  <a:gd name="T2" fmla="*/ 64 w 94"/>
                  <a:gd name="T3" fmla="*/ 22 h 32"/>
                  <a:gd name="T4" fmla="*/ 64 w 94"/>
                  <a:gd name="T5" fmla="*/ 0 h 32"/>
                  <a:gd name="T6" fmla="*/ 31 w 94"/>
                  <a:gd name="T7" fmla="*/ 0 h 32"/>
                  <a:gd name="T8" fmla="*/ 31 w 94"/>
                  <a:gd name="T9" fmla="*/ 22 h 32"/>
                  <a:gd name="T10" fmla="*/ 8 w 94"/>
                  <a:gd name="T11" fmla="*/ 22 h 32"/>
                  <a:gd name="T12" fmla="*/ 0 w 94"/>
                  <a:gd name="T13" fmla="*/ 27 h 32"/>
                  <a:gd name="T14" fmla="*/ 0 w 94"/>
                  <a:gd name="T15" fmla="*/ 32 h 32"/>
                  <a:gd name="T16" fmla="*/ 94 w 94"/>
                  <a:gd name="T17" fmla="*/ 32 h 32"/>
                  <a:gd name="T18" fmla="*/ 94 w 94"/>
                  <a:gd name="T19" fmla="*/ 27 h 32"/>
                  <a:gd name="T20" fmla="*/ 86 w 94"/>
                  <a:gd name="T21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4" h="32">
                    <a:moveTo>
                      <a:pt x="86" y="22"/>
                    </a:move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4" y="22"/>
                      <a:pt x="0" y="24"/>
                      <a:pt x="0" y="27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94" y="32"/>
                      <a:pt x="94" y="32"/>
                      <a:pt x="94" y="32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4"/>
                      <a:pt x="90" y="22"/>
                      <a:pt x="86" y="22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" name="Freeform 26"/>
              <p:cNvSpPr>
                <a:spLocks/>
              </p:cNvSpPr>
              <p:nvPr/>
            </p:nvSpPr>
            <p:spPr bwMode="auto">
              <a:xfrm>
                <a:off x="6718647" y="5789789"/>
                <a:ext cx="66792" cy="124042"/>
              </a:xfrm>
              <a:custGeom>
                <a:avLst/>
                <a:gdLst>
                  <a:gd name="T0" fmla="*/ 15 w 24"/>
                  <a:gd name="T1" fmla="*/ 18 h 44"/>
                  <a:gd name="T2" fmla="*/ 9 w 24"/>
                  <a:gd name="T3" fmla="*/ 14 h 44"/>
                  <a:gd name="T4" fmla="*/ 13 w 24"/>
                  <a:gd name="T5" fmla="*/ 11 h 44"/>
                  <a:gd name="T6" fmla="*/ 21 w 24"/>
                  <a:gd name="T7" fmla="*/ 13 h 44"/>
                  <a:gd name="T8" fmla="*/ 23 w 24"/>
                  <a:gd name="T9" fmla="*/ 6 h 44"/>
                  <a:gd name="T10" fmla="*/ 15 w 24"/>
                  <a:gd name="T11" fmla="*/ 5 h 44"/>
                  <a:gd name="T12" fmla="*/ 15 w 24"/>
                  <a:gd name="T13" fmla="*/ 0 h 44"/>
                  <a:gd name="T14" fmla="*/ 9 w 24"/>
                  <a:gd name="T15" fmla="*/ 0 h 44"/>
                  <a:gd name="T16" fmla="*/ 9 w 24"/>
                  <a:gd name="T17" fmla="*/ 5 h 44"/>
                  <a:gd name="T18" fmla="*/ 0 w 24"/>
                  <a:gd name="T19" fmla="*/ 15 h 44"/>
                  <a:gd name="T20" fmla="*/ 10 w 24"/>
                  <a:gd name="T21" fmla="*/ 25 h 44"/>
                  <a:gd name="T22" fmla="*/ 16 w 24"/>
                  <a:gd name="T23" fmla="*/ 29 h 44"/>
                  <a:gd name="T24" fmla="*/ 11 w 24"/>
                  <a:gd name="T25" fmla="*/ 33 h 44"/>
                  <a:gd name="T26" fmla="*/ 2 w 24"/>
                  <a:gd name="T27" fmla="*/ 30 h 44"/>
                  <a:gd name="T28" fmla="*/ 0 w 24"/>
                  <a:gd name="T29" fmla="*/ 37 h 44"/>
                  <a:gd name="T30" fmla="*/ 9 w 24"/>
                  <a:gd name="T31" fmla="*/ 39 h 44"/>
                  <a:gd name="T32" fmla="*/ 9 w 24"/>
                  <a:gd name="T33" fmla="*/ 44 h 44"/>
                  <a:gd name="T34" fmla="*/ 15 w 24"/>
                  <a:gd name="T35" fmla="*/ 44 h 44"/>
                  <a:gd name="T36" fmla="*/ 15 w 24"/>
                  <a:gd name="T37" fmla="*/ 38 h 44"/>
                  <a:gd name="T38" fmla="*/ 24 w 24"/>
                  <a:gd name="T39" fmla="*/ 29 h 44"/>
                  <a:gd name="T40" fmla="*/ 15 w 24"/>
                  <a:gd name="T41" fmla="*/ 1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" h="44">
                    <a:moveTo>
                      <a:pt x="15" y="18"/>
                    </a:moveTo>
                    <a:cubicBezTo>
                      <a:pt x="10" y="17"/>
                      <a:pt x="9" y="15"/>
                      <a:pt x="9" y="14"/>
                    </a:cubicBezTo>
                    <a:cubicBezTo>
                      <a:pt x="9" y="12"/>
                      <a:pt x="10" y="11"/>
                      <a:pt x="13" y="11"/>
                    </a:cubicBezTo>
                    <a:cubicBezTo>
                      <a:pt x="17" y="11"/>
                      <a:pt x="20" y="12"/>
                      <a:pt x="21" y="13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1" y="6"/>
                      <a:pt x="18" y="5"/>
                      <a:pt x="15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4" y="6"/>
                      <a:pt x="0" y="10"/>
                      <a:pt x="0" y="15"/>
                    </a:cubicBezTo>
                    <a:cubicBezTo>
                      <a:pt x="0" y="20"/>
                      <a:pt x="4" y="23"/>
                      <a:pt x="10" y="25"/>
                    </a:cubicBezTo>
                    <a:cubicBezTo>
                      <a:pt x="14" y="26"/>
                      <a:pt x="16" y="27"/>
                      <a:pt x="16" y="29"/>
                    </a:cubicBezTo>
                    <a:cubicBezTo>
                      <a:pt x="16" y="31"/>
                      <a:pt x="14" y="33"/>
                      <a:pt x="11" y="33"/>
                    </a:cubicBezTo>
                    <a:cubicBezTo>
                      <a:pt x="7" y="33"/>
                      <a:pt x="4" y="32"/>
                      <a:pt x="2" y="3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" y="38"/>
                      <a:pt x="6" y="39"/>
                      <a:pt x="9" y="39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21" y="37"/>
                      <a:pt x="24" y="33"/>
                      <a:pt x="24" y="29"/>
                    </a:cubicBezTo>
                    <a:cubicBezTo>
                      <a:pt x="24" y="24"/>
                      <a:pt x="22" y="21"/>
                      <a:pt x="15" y="18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" name="Freeform 27"/>
              <p:cNvSpPr>
                <a:spLocks noEditPoints="1"/>
              </p:cNvSpPr>
              <p:nvPr/>
            </p:nvSpPr>
            <p:spPr bwMode="auto">
              <a:xfrm>
                <a:off x="6655434" y="5758779"/>
                <a:ext cx="192027" cy="186063"/>
              </a:xfrm>
              <a:custGeom>
                <a:avLst/>
                <a:gdLst>
                  <a:gd name="T0" fmla="*/ 34 w 68"/>
                  <a:gd name="T1" fmla="*/ 0 h 66"/>
                  <a:gd name="T2" fmla="*/ 0 w 68"/>
                  <a:gd name="T3" fmla="*/ 33 h 66"/>
                  <a:gd name="T4" fmla="*/ 34 w 68"/>
                  <a:gd name="T5" fmla="*/ 66 h 66"/>
                  <a:gd name="T6" fmla="*/ 68 w 68"/>
                  <a:gd name="T7" fmla="*/ 33 h 66"/>
                  <a:gd name="T8" fmla="*/ 34 w 68"/>
                  <a:gd name="T9" fmla="*/ 0 h 66"/>
                  <a:gd name="T10" fmla="*/ 34 w 68"/>
                  <a:gd name="T11" fmla="*/ 59 h 66"/>
                  <a:gd name="T12" fmla="*/ 7 w 68"/>
                  <a:gd name="T13" fmla="*/ 33 h 66"/>
                  <a:gd name="T14" fmla="*/ 34 w 68"/>
                  <a:gd name="T15" fmla="*/ 7 h 66"/>
                  <a:gd name="T16" fmla="*/ 60 w 68"/>
                  <a:gd name="T17" fmla="*/ 33 h 66"/>
                  <a:gd name="T18" fmla="*/ 34 w 68"/>
                  <a:gd name="T19" fmla="*/ 5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66">
                    <a:moveTo>
                      <a:pt x="34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51"/>
                      <a:pt x="15" y="66"/>
                      <a:pt x="34" y="66"/>
                    </a:cubicBezTo>
                    <a:cubicBezTo>
                      <a:pt x="53" y="66"/>
                      <a:pt x="68" y="51"/>
                      <a:pt x="68" y="33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4" y="59"/>
                    </a:moveTo>
                    <a:cubicBezTo>
                      <a:pt x="19" y="59"/>
                      <a:pt x="7" y="47"/>
                      <a:pt x="7" y="33"/>
                    </a:cubicBezTo>
                    <a:cubicBezTo>
                      <a:pt x="7" y="19"/>
                      <a:pt x="19" y="7"/>
                      <a:pt x="34" y="7"/>
                    </a:cubicBezTo>
                    <a:cubicBezTo>
                      <a:pt x="49" y="7"/>
                      <a:pt x="60" y="19"/>
                      <a:pt x="60" y="33"/>
                    </a:cubicBezTo>
                    <a:cubicBezTo>
                      <a:pt x="60" y="47"/>
                      <a:pt x="49" y="59"/>
                      <a:pt x="34" y="59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8" name="Freeform 28"/>
              <p:cNvSpPr>
                <a:spLocks/>
              </p:cNvSpPr>
              <p:nvPr/>
            </p:nvSpPr>
            <p:spPr bwMode="auto">
              <a:xfrm>
                <a:off x="6876085" y="5680060"/>
                <a:ext cx="53672" cy="98995"/>
              </a:xfrm>
              <a:custGeom>
                <a:avLst/>
                <a:gdLst>
                  <a:gd name="T0" fmla="*/ 8 w 19"/>
                  <a:gd name="T1" fmla="*/ 26 h 35"/>
                  <a:gd name="T2" fmla="*/ 1 w 19"/>
                  <a:gd name="T3" fmla="*/ 24 h 35"/>
                  <a:gd name="T4" fmla="*/ 0 w 19"/>
                  <a:gd name="T5" fmla="*/ 29 h 35"/>
                  <a:gd name="T6" fmla="*/ 7 w 19"/>
                  <a:gd name="T7" fmla="*/ 31 h 35"/>
                  <a:gd name="T8" fmla="*/ 7 w 19"/>
                  <a:gd name="T9" fmla="*/ 35 h 35"/>
                  <a:gd name="T10" fmla="*/ 11 w 19"/>
                  <a:gd name="T11" fmla="*/ 35 h 35"/>
                  <a:gd name="T12" fmla="*/ 11 w 19"/>
                  <a:gd name="T13" fmla="*/ 30 h 35"/>
                  <a:gd name="T14" fmla="*/ 19 w 19"/>
                  <a:gd name="T15" fmla="*/ 23 h 35"/>
                  <a:gd name="T16" fmla="*/ 12 w 19"/>
                  <a:gd name="T17" fmla="*/ 15 h 35"/>
                  <a:gd name="T18" fmla="*/ 7 w 19"/>
                  <a:gd name="T19" fmla="*/ 11 h 35"/>
                  <a:gd name="T20" fmla="*/ 10 w 19"/>
                  <a:gd name="T21" fmla="*/ 9 h 35"/>
                  <a:gd name="T22" fmla="*/ 16 w 19"/>
                  <a:gd name="T23" fmla="*/ 10 h 35"/>
                  <a:gd name="T24" fmla="*/ 18 w 19"/>
                  <a:gd name="T25" fmla="*/ 5 h 35"/>
                  <a:gd name="T26" fmla="*/ 12 w 19"/>
                  <a:gd name="T27" fmla="*/ 4 h 35"/>
                  <a:gd name="T28" fmla="*/ 12 w 19"/>
                  <a:gd name="T29" fmla="*/ 0 h 35"/>
                  <a:gd name="T30" fmla="*/ 7 w 19"/>
                  <a:gd name="T31" fmla="*/ 0 h 35"/>
                  <a:gd name="T32" fmla="*/ 7 w 19"/>
                  <a:gd name="T33" fmla="*/ 4 h 35"/>
                  <a:gd name="T34" fmla="*/ 0 w 19"/>
                  <a:gd name="T35" fmla="*/ 12 h 35"/>
                  <a:gd name="T36" fmla="*/ 8 w 19"/>
                  <a:gd name="T37" fmla="*/ 19 h 35"/>
                  <a:gd name="T38" fmla="*/ 12 w 19"/>
                  <a:gd name="T39" fmla="*/ 23 h 35"/>
                  <a:gd name="T40" fmla="*/ 8 w 19"/>
                  <a:gd name="T41" fmla="*/ 2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35">
                    <a:moveTo>
                      <a:pt x="8" y="26"/>
                    </a:moveTo>
                    <a:cubicBezTo>
                      <a:pt x="6" y="26"/>
                      <a:pt x="3" y="25"/>
                      <a:pt x="1" y="2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2" y="30"/>
                      <a:pt x="4" y="31"/>
                      <a:pt x="7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6" y="30"/>
                      <a:pt x="19" y="26"/>
                      <a:pt x="19" y="23"/>
                    </a:cubicBezTo>
                    <a:cubicBezTo>
                      <a:pt x="19" y="19"/>
                      <a:pt x="17" y="16"/>
                      <a:pt x="12" y="15"/>
                    </a:cubicBezTo>
                    <a:cubicBezTo>
                      <a:pt x="8" y="13"/>
                      <a:pt x="7" y="12"/>
                      <a:pt x="7" y="11"/>
                    </a:cubicBezTo>
                    <a:cubicBezTo>
                      <a:pt x="7" y="10"/>
                      <a:pt x="8" y="9"/>
                      <a:pt x="10" y="9"/>
                    </a:cubicBezTo>
                    <a:cubicBezTo>
                      <a:pt x="13" y="9"/>
                      <a:pt x="15" y="10"/>
                      <a:pt x="16" y="10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5"/>
                      <a:pt x="14" y="4"/>
                      <a:pt x="12" y="4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3" y="5"/>
                      <a:pt x="0" y="8"/>
                      <a:pt x="0" y="12"/>
                    </a:cubicBezTo>
                    <a:cubicBezTo>
                      <a:pt x="0" y="16"/>
                      <a:pt x="3" y="18"/>
                      <a:pt x="8" y="19"/>
                    </a:cubicBezTo>
                    <a:cubicBezTo>
                      <a:pt x="11" y="21"/>
                      <a:pt x="12" y="22"/>
                      <a:pt x="12" y="23"/>
                    </a:cubicBezTo>
                    <a:cubicBezTo>
                      <a:pt x="12" y="25"/>
                      <a:pt x="11" y="26"/>
                      <a:pt x="8" y="26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9" name="Freeform 29"/>
              <p:cNvSpPr>
                <a:spLocks noEditPoints="1"/>
              </p:cNvSpPr>
              <p:nvPr/>
            </p:nvSpPr>
            <p:spPr bwMode="auto">
              <a:xfrm>
                <a:off x="6596990" y="5700336"/>
                <a:ext cx="428184" cy="357814"/>
              </a:xfrm>
              <a:custGeom>
                <a:avLst/>
                <a:gdLst>
                  <a:gd name="T0" fmla="*/ 143 w 152"/>
                  <a:gd name="T1" fmla="*/ 0 h 127"/>
                  <a:gd name="T2" fmla="*/ 136 w 152"/>
                  <a:gd name="T3" fmla="*/ 0 h 127"/>
                  <a:gd name="T4" fmla="*/ 138 w 152"/>
                  <a:gd name="T5" fmla="*/ 9 h 127"/>
                  <a:gd name="T6" fmla="*/ 143 w 152"/>
                  <a:gd name="T7" fmla="*/ 9 h 127"/>
                  <a:gd name="T8" fmla="*/ 143 w 152"/>
                  <a:gd name="T9" fmla="*/ 101 h 127"/>
                  <a:gd name="T10" fmla="*/ 9 w 152"/>
                  <a:gd name="T11" fmla="*/ 101 h 127"/>
                  <a:gd name="T12" fmla="*/ 9 w 152"/>
                  <a:gd name="T13" fmla="*/ 9 h 127"/>
                  <a:gd name="T14" fmla="*/ 79 w 152"/>
                  <a:gd name="T15" fmla="*/ 9 h 127"/>
                  <a:gd name="T16" fmla="*/ 81 w 152"/>
                  <a:gd name="T17" fmla="*/ 0 h 127"/>
                  <a:gd name="T18" fmla="*/ 9 w 152"/>
                  <a:gd name="T19" fmla="*/ 0 h 127"/>
                  <a:gd name="T20" fmla="*/ 0 w 152"/>
                  <a:gd name="T21" fmla="*/ 9 h 127"/>
                  <a:gd name="T22" fmla="*/ 0 w 152"/>
                  <a:gd name="T23" fmla="*/ 118 h 127"/>
                  <a:gd name="T24" fmla="*/ 9 w 152"/>
                  <a:gd name="T25" fmla="*/ 127 h 127"/>
                  <a:gd name="T26" fmla="*/ 143 w 152"/>
                  <a:gd name="T27" fmla="*/ 127 h 127"/>
                  <a:gd name="T28" fmla="*/ 152 w 152"/>
                  <a:gd name="T29" fmla="*/ 118 h 127"/>
                  <a:gd name="T30" fmla="*/ 152 w 152"/>
                  <a:gd name="T31" fmla="*/ 9 h 127"/>
                  <a:gd name="T32" fmla="*/ 143 w 152"/>
                  <a:gd name="T33" fmla="*/ 0 h 127"/>
                  <a:gd name="T34" fmla="*/ 76 w 152"/>
                  <a:gd name="T35" fmla="*/ 120 h 127"/>
                  <a:gd name="T36" fmla="*/ 70 w 152"/>
                  <a:gd name="T37" fmla="*/ 114 h 127"/>
                  <a:gd name="T38" fmla="*/ 76 w 152"/>
                  <a:gd name="T39" fmla="*/ 107 h 127"/>
                  <a:gd name="T40" fmla="*/ 83 w 152"/>
                  <a:gd name="T41" fmla="*/ 114 h 127"/>
                  <a:gd name="T42" fmla="*/ 76 w 152"/>
                  <a:gd name="T43" fmla="*/ 12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2" h="127">
                    <a:moveTo>
                      <a:pt x="143" y="0"/>
                    </a:moveTo>
                    <a:cubicBezTo>
                      <a:pt x="136" y="0"/>
                      <a:pt x="136" y="0"/>
                      <a:pt x="136" y="0"/>
                    </a:cubicBezTo>
                    <a:cubicBezTo>
                      <a:pt x="137" y="3"/>
                      <a:pt x="138" y="6"/>
                      <a:pt x="138" y="9"/>
                    </a:cubicBezTo>
                    <a:cubicBezTo>
                      <a:pt x="143" y="9"/>
                      <a:pt x="143" y="9"/>
                      <a:pt x="143" y="9"/>
                    </a:cubicBezTo>
                    <a:cubicBezTo>
                      <a:pt x="143" y="101"/>
                      <a:pt x="143" y="101"/>
                      <a:pt x="143" y="101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79" y="9"/>
                      <a:pt x="79" y="9"/>
                      <a:pt x="79" y="9"/>
                    </a:cubicBezTo>
                    <a:cubicBezTo>
                      <a:pt x="79" y="6"/>
                      <a:pt x="80" y="3"/>
                      <a:pt x="81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18"/>
                      <a:pt x="0" y="118"/>
                      <a:pt x="0" y="118"/>
                    </a:cubicBezTo>
                    <a:cubicBezTo>
                      <a:pt x="0" y="123"/>
                      <a:pt x="4" y="127"/>
                      <a:pt x="9" y="127"/>
                    </a:cubicBezTo>
                    <a:cubicBezTo>
                      <a:pt x="143" y="127"/>
                      <a:pt x="143" y="127"/>
                      <a:pt x="143" y="127"/>
                    </a:cubicBezTo>
                    <a:cubicBezTo>
                      <a:pt x="148" y="127"/>
                      <a:pt x="152" y="123"/>
                      <a:pt x="152" y="118"/>
                    </a:cubicBezTo>
                    <a:cubicBezTo>
                      <a:pt x="152" y="9"/>
                      <a:pt x="152" y="9"/>
                      <a:pt x="152" y="9"/>
                    </a:cubicBezTo>
                    <a:cubicBezTo>
                      <a:pt x="152" y="4"/>
                      <a:pt x="148" y="0"/>
                      <a:pt x="143" y="0"/>
                    </a:cubicBezTo>
                    <a:close/>
                    <a:moveTo>
                      <a:pt x="76" y="120"/>
                    </a:moveTo>
                    <a:cubicBezTo>
                      <a:pt x="73" y="120"/>
                      <a:pt x="70" y="117"/>
                      <a:pt x="70" y="114"/>
                    </a:cubicBezTo>
                    <a:cubicBezTo>
                      <a:pt x="70" y="110"/>
                      <a:pt x="73" y="107"/>
                      <a:pt x="76" y="107"/>
                    </a:cubicBezTo>
                    <a:cubicBezTo>
                      <a:pt x="80" y="107"/>
                      <a:pt x="83" y="110"/>
                      <a:pt x="83" y="114"/>
                    </a:cubicBezTo>
                    <a:cubicBezTo>
                      <a:pt x="83" y="117"/>
                      <a:pt x="80" y="120"/>
                      <a:pt x="76" y="120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0" name="Freeform 30"/>
              <p:cNvSpPr>
                <a:spLocks noEditPoints="1"/>
              </p:cNvSpPr>
              <p:nvPr/>
            </p:nvSpPr>
            <p:spPr bwMode="auto">
              <a:xfrm>
                <a:off x="6828377" y="5657399"/>
                <a:ext cx="149089" cy="144319"/>
              </a:xfrm>
              <a:custGeom>
                <a:avLst/>
                <a:gdLst>
                  <a:gd name="T0" fmla="*/ 26 w 53"/>
                  <a:gd name="T1" fmla="*/ 51 h 51"/>
                  <a:gd name="T2" fmla="*/ 53 w 53"/>
                  <a:gd name="T3" fmla="*/ 25 h 51"/>
                  <a:gd name="T4" fmla="*/ 26 w 53"/>
                  <a:gd name="T5" fmla="*/ 0 h 51"/>
                  <a:gd name="T6" fmla="*/ 0 w 53"/>
                  <a:gd name="T7" fmla="*/ 25 h 51"/>
                  <a:gd name="T8" fmla="*/ 26 w 53"/>
                  <a:gd name="T9" fmla="*/ 51 h 51"/>
                  <a:gd name="T10" fmla="*/ 26 w 53"/>
                  <a:gd name="T11" fmla="*/ 5 h 51"/>
                  <a:gd name="T12" fmla="*/ 47 w 53"/>
                  <a:gd name="T13" fmla="*/ 25 h 51"/>
                  <a:gd name="T14" fmla="*/ 26 w 53"/>
                  <a:gd name="T15" fmla="*/ 46 h 51"/>
                  <a:gd name="T16" fmla="*/ 6 w 53"/>
                  <a:gd name="T17" fmla="*/ 25 h 51"/>
                  <a:gd name="T18" fmla="*/ 26 w 53"/>
                  <a:gd name="T19" fmla="*/ 5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51">
                    <a:moveTo>
                      <a:pt x="26" y="51"/>
                    </a:moveTo>
                    <a:cubicBezTo>
                      <a:pt x="41" y="51"/>
                      <a:pt x="53" y="40"/>
                      <a:pt x="53" y="25"/>
                    </a:cubicBezTo>
                    <a:cubicBezTo>
                      <a:pt x="53" y="11"/>
                      <a:pt x="41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40"/>
                      <a:pt x="12" y="51"/>
                      <a:pt x="26" y="51"/>
                    </a:cubicBezTo>
                    <a:close/>
                    <a:moveTo>
                      <a:pt x="26" y="5"/>
                    </a:moveTo>
                    <a:cubicBezTo>
                      <a:pt x="38" y="5"/>
                      <a:pt x="47" y="14"/>
                      <a:pt x="47" y="25"/>
                    </a:cubicBezTo>
                    <a:cubicBezTo>
                      <a:pt x="47" y="37"/>
                      <a:pt x="38" y="46"/>
                      <a:pt x="26" y="46"/>
                    </a:cubicBezTo>
                    <a:cubicBezTo>
                      <a:pt x="15" y="46"/>
                      <a:pt x="6" y="37"/>
                      <a:pt x="6" y="25"/>
                    </a:cubicBezTo>
                    <a:cubicBezTo>
                      <a:pt x="6" y="14"/>
                      <a:pt x="15" y="5"/>
                      <a:pt x="26" y="5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1" name="Freeform 31"/>
              <p:cNvSpPr>
                <a:spLocks/>
              </p:cNvSpPr>
              <p:nvPr/>
            </p:nvSpPr>
            <p:spPr bwMode="auto">
              <a:xfrm>
                <a:off x="6898747" y="5855389"/>
                <a:ext cx="41745" cy="78719"/>
              </a:xfrm>
              <a:custGeom>
                <a:avLst/>
                <a:gdLst>
                  <a:gd name="T0" fmla="*/ 9 w 15"/>
                  <a:gd name="T1" fmla="*/ 11 h 28"/>
                  <a:gd name="T2" fmla="*/ 5 w 15"/>
                  <a:gd name="T3" fmla="*/ 8 h 28"/>
                  <a:gd name="T4" fmla="*/ 8 w 15"/>
                  <a:gd name="T5" fmla="*/ 6 h 28"/>
                  <a:gd name="T6" fmla="*/ 13 w 15"/>
                  <a:gd name="T7" fmla="*/ 8 h 28"/>
                  <a:gd name="T8" fmla="*/ 14 w 15"/>
                  <a:gd name="T9" fmla="*/ 4 h 28"/>
                  <a:gd name="T10" fmla="*/ 9 w 15"/>
                  <a:gd name="T11" fmla="*/ 3 h 28"/>
                  <a:gd name="T12" fmla="*/ 9 w 15"/>
                  <a:gd name="T13" fmla="*/ 0 h 28"/>
                  <a:gd name="T14" fmla="*/ 6 w 15"/>
                  <a:gd name="T15" fmla="*/ 0 h 28"/>
                  <a:gd name="T16" fmla="*/ 6 w 15"/>
                  <a:gd name="T17" fmla="*/ 3 h 28"/>
                  <a:gd name="T18" fmla="*/ 0 w 15"/>
                  <a:gd name="T19" fmla="*/ 9 h 28"/>
                  <a:gd name="T20" fmla="*/ 6 w 15"/>
                  <a:gd name="T21" fmla="*/ 15 h 28"/>
                  <a:gd name="T22" fmla="*/ 10 w 15"/>
                  <a:gd name="T23" fmla="*/ 18 h 28"/>
                  <a:gd name="T24" fmla="*/ 7 w 15"/>
                  <a:gd name="T25" fmla="*/ 20 h 28"/>
                  <a:gd name="T26" fmla="*/ 1 w 15"/>
                  <a:gd name="T27" fmla="*/ 19 h 28"/>
                  <a:gd name="T28" fmla="*/ 0 w 15"/>
                  <a:gd name="T29" fmla="*/ 23 h 28"/>
                  <a:gd name="T30" fmla="*/ 6 w 15"/>
                  <a:gd name="T31" fmla="*/ 24 h 28"/>
                  <a:gd name="T32" fmla="*/ 6 w 15"/>
                  <a:gd name="T33" fmla="*/ 28 h 28"/>
                  <a:gd name="T34" fmla="*/ 9 w 15"/>
                  <a:gd name="T35" fmla="*/ 28 h 28"/>
                  <a:gd name="T36" fmla="*/ 9 w 15"/>
                  <a:gd name="T37" fmla="*/ 24 h 28"/>
                  <a:gd name="T38" fmla="*/ 15 w 15"/>
                  <a:gd name="T39" fmla="*/ 18 h 28"/>
                  <a:gd name="T40" fmla="*/ 9 w 15"/>
                  <a:gd name="T41" fmla="*/ 1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" h="28">
                    <a:moveTo>
                      <a:pt x="9" y="11"/>
                    </a:moveTo>
                    <a:cubicBezTo>
                      <a:pt x="6" y="10"/>
                      <a:pt x="5" y="10"/>
                      <a:pt x="5" y="8"/>
                    </a:cubicBezTo>
                    <a:cubicBezTo>
                      <a:pt x="5" y="7"/>
                      <a:pt x="6" y="6"/>
                      <a:pt x="8" y="6"/>
                    </a:cubicBezTo>
                    <a:cubicBezTo>
                      <a:pt x="11" y="6"/>
                      <a:pt x="12" y="7"/>
                      <a:pt x="13" y="8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3" y="3"/>
                      <a:pt x="11" y="3"/>
                      <a:pt x="9" y="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2" y="4"/>
                      <a:pt x="0" y="6"/>
                      <a:pt x="0" y="9"/>
                    </a:cubicBezTo>
                    <a:cubicBezTo>
                      <a:pt x="0" y="12"/>
                      <a:pt x="3" y="14"/>
                      <a:pt x="6" y="15"/>
                    </a:cubicBezTo>
                    <a:cubicBezTo>
                      <a:pt x="9" y="16"/>
                      <a:pt x="10" y="17"/>
                      <a:pt x="10" y="18"/>
                    </a:cubicBezTo>
                    <a:cubicBezTo>
                      <a:pt x="10" y="20"/>
                      <a:pt x="9" y="20"/>
                      <a:pt x="7" y="20"/>
                    </a:cubicBezTo>
                    <a:cubicBezTo>
                      <a:pt x="4" y="20"/>
                      <a:pt x="2" y="20"/>
                      <a:pt x="1" y="19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24"/>
                      <a:pt x="3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3" y="23"/>
                      <a:pt x="15" y="21"/>
                      <a:pt x="15" y="18"/>
                    </a:cubicBezTo>
                    <a:cubicBezTo>
                      <a:pt x="15" y="15"/>
                      <a:pt x="13" y="13"/>
                      <a:pt x="9" y="11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2" name="Freeform 32"/>
              <p:cNvSpPr>
                <a:spLocks noEditPoints="1"/>
              </p:cNvSpPr>
              <p:nvPr/>
            </p:nvSpPr>
            <p:spPr bwMode="auto">
              <a:xfrm>
                <a:off x="6859387" y="5835112"/>
                <a:ext cx="121657" cy="118079"/>
              </a:xfrm>
              <a:custGeom>
                <a:avLst/>
                <a:gdLst>
                  <a:gd name="T0" fmla="*/ 21 w 43"/>
                  <a:gd name="T1" fmla="*/ 0 h 42"/>
                  <a:gd name="T2" fmla="*/ 0 w 43"/>
                  <a:gd name="T3" fmla="*/ 21 h 42"/>
                  <a:gd name="T4" fmla="*/ 21 w 43"/>
                  <a:gd name="T5" fmla="*/ 42 h 42"/>
                  <a:gd name="T6" fmla="*/ 43 w 43"/>
                  <a:gd name="T7" fmla="*/ 21 h 42"/>
                  <a:gd name="T8" fmla="*/ 21 w 43"/>
                  <a:gd name="T9" fmla="*/ 0 h 42"/>
                  <a:gd name="T10" fmla="*/ 21 w 43"/>
                  <a:gd name="T11" fmla="*/ 37 h 42"/>
                  <a:gd name="T12" fmla="*/ 5 w 43"/>
                  <a:gd name="T13" fmla="*/ 21 h 42"/>
                  <a:gd name="T14" fmla="*/ 21 w 43"/>
                  <a:gd name="T15" fmla="*/ 4 h 42"/>
                  <a:gd name="T16" fmla="*/ 38 w 43"/>
                  <a:gd name="T17" fmla="*/ 21 h 42"/>
                  <a:gd name="T18" fmla="*/ 21 w 43"/>
                  <a:gd name="T19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42">
                    <a:moveTo>
                      <a:pt x="21" y="0"/>
                    </a:moveTo>
                    <a:cubicBezTo>
                      <a:pt x="10" y="0"/>
                      <a:pt x="0" y="9"/>
                      <a:pt x="0" y="21"/>
                    </a:cubicBezTo>
                    <a:cubicBezTo>
                      <a:pt x="0" y="32"/>
                      <a:pt x="10" y="42"/>
                      <a:pt x="21" y="42"/>
                    </a:cubicBezTo>
                    <a:cubicBezTo>
                      <a:pt x="33" y="42"/>
                      <a:pt x="43" y="32"/>
                      <a:pt x="43" y="21"/>
                    </a:cubicBezTo>
                    <a:cubicBezTo>
                      <a:pt x="43" y="9"/>
                      <a:pt x="33" y="0"/>
                      <a:pt x="21" y="0"/>
                    </a:cubicBezTo>
                    <a:close/>
                    <a:moveTo>
                      <a:pt x="21" y="37"/>
                    </a:moveTo>
                    <a:cubicBezTo>
                      <a:pt x="12" y="37"/>
                      <a:pt x="5" y="30"/>
                      <a:pt x="5" y="21"/>
                    </a:cubicBezTo>
                    <a:cubicBezTo>
                      <a:pt x="5" y="12"/>
                      <a:pt x="12" y="4"/>
                      <a:pt x="21" y="4"/>
                    </a:cubicBezTo>
                    <a:cubicBezTo>
                      <a:pt x="31" y="4"/>
                      <a:pt x="38" y="12"/>
                      <a:pt x="38" y="21"/>
                    </a:cubicBezTo>
                    <a:cubicBezTo>
                      <a:pt x="38" y="30"/>
                      <a:pt x="31" y="37"/>
                      <a:pt x="21" y="37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7" name="椭圆 26"/>
            <p:cNvSpPr/>
            <p:nvPr/>
          </p:nvSpPr>
          <p:spPr>
            <a:xfrm>
              <a:off x="6419798" y="3730256"/>
              <a:ext cx="738140" cy="738141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2683C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6685349" y="3970581"/>
              <a:ext cx="222543" cy="272584"/>
              <a:chOff x="6605340" y="4486155"/>
              <a:chExt cx="403136" cy="493783"/>
            </a:xfrm>
            <a:solidFill>
              <a:srgbClr val="1C50A2"/>
            </a:solidFill>
          </p:grpSpPr>
          <p:sp>
            <p:nvSpPr>
              <p:cNvPr id="66" name="Freeform 115"/>
              <p:cNvSpPr>
                <a:spLocks/>
              </p:cNvSpPr>
              <p:nvPr/>
            </p:nvSpPr>
            <p:spPr bwMode="auto">
              <a:xfrm>
                <a:off x="6743694" y="4903605"/>
                <a:ext cx="47708" cy="48902"/>
              </a:xfrm>
              <a:custGeom>
                <a:avLst/>
                <a:gdLst>
                  <a:gd name="T0" fmla="*/ 12 w 17"/>
                  <a:gd name="T1" fmla="*/ 0 h 17"/>
                  <a:gd name="T2" fmla="*/ 12 w 17"/>
                  <a:gd name="T3" fmla="*/ 4 h 17"/>
                  <a:gd name="T4" fmla="*/ 15 w 17"/>
                  <a:gd name="T5" fmla="*/ 9 h 17"/>
                  <a:gd name="T6" fmla="*/ 8 w 17"/>
                  <a:gd name="T7" fmla="*/ 14 h 17"/>
                  <a:gd name="T8" fmla="*/ 3 w 17"/>
                  <a:gd name="T9" fmla="*/ 7 h 17"/>
                  <a:gd name="T10" fmla="*/ 5 w 17"/>
                  <a:gd name="T11" fmla="*/ 4 h 17"/>
                  <a:gd name="T12" fmla="*/ 5 w 17"/>
                  <a:gd name="T13" fmla="*/ 1 h 17"/>
                  <a:gd name="T14" fmla="*/ 0 w 17"/>
                  <a:gd name="T15" fmla="*/ 8 h 17"/>
                  <a:gd name="T16" fmla="*/ 9 w 17"/>
                  <a:gd name="T17" fmla="*/ 17 h 17"/>
                  <a:gd name="T18" fmla="*/ 17 w 17"/>
                  <a:gd name="T19" fmla="*/ 8 h 17"/>
                  <a:gd name="T20" fmla="*/ 12 w 17"/>
                  <a:gd name="T2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" h="17">
                    <a:moveTo>
                      <a:pt x="12" y="0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4" y="5"/>
                      <a:pt x="15" y="7"/>
                      <a:pt x="15" y="9"/>
                    </a:cubicBezTo>
                    <a:cubicBezTo>
                      <a:pt x="14" y="12"/>
                      <a:pt x="11" y="14"/>
                      <a:pt x="8" y="14"/>
                    </a:cubicBezTo>
                    <a:cubicBezTo>
                      <a:pt x="5" y="14"/>
                      <a:pt x="3" y="11"/>
                      <a:pt x="3" y="7"/>
                    </a:cubicBezTo>
                    <a:cubicBezTo>
                      <a:pt x="3" y="6"/>
                      <a:pt x="4" y="5"/>
                      <a:pt x="5" y="4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2" y="2"/>
                      <a:pt x="0" y="5"/>
                      <a:pt x="0" y="8"/>
                    </a:cubicBezTo>
                    <a:cubicBezTo>
                      <a:pt x="0" y="13"/>
                      <a:pt x="4" y="17"/>
                      <a:pt x="9" y="17"/>
                    </a:cubicBezTo>
                    <a:cubicBezTo>
                      <a:pt x="14" y="17"/>
                      <a:pt x="17" y="13"/>
                      <a:pt x="17" y="8"/>
                    </a:cubicBezTo>
                    <a:cubicBezTo>
                      <a:pt x="17" y="5"/>
                      <a:pt x="15" y="2"/>
                      <a:pt x="12" y="0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7" name="Rectangle 116"/>
              <p:cNvSpPr>
                <a:spLocks noChangeArrowheads="1"/>
              </p:cNvSpPr>
              <p:nvPr/>
            </p:nvSpPr>
            <p:spPr bwMode="auto">
              <a:xfrm>
                <a:off x="6762778" y="4895255"/>
                <a:ext cx="8349" cy="34589"/>
              </a:xfrm>
              <a:prstGeom prst="rect">
                <a:avLst/>
              </a:prstGeom>
              <a:grpFill/>
              <a:ln w="9525">
                <a:solidFill>
                  <a:srgbClr val="1C50A2"/>
                </a:solidFill>
                <a:miter lim="800000"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8" name="Freeform 117"/>
              <p:cNvSpPr>
                <a:spLocks/>
              </p:cNvSpPr>
              <p:nvPr/>
            </p:nvSpPr>
            <p:spPr bwMode="auto">
              <a:xfrm>
                <a:off x="6754428" y="4684146"/>
                <a:ext cx="51287" cy="134777"/>
              </a:xfrm>
              <a:custGeom>
                <a:avLst/>
                <a:gdLst>
                  <a:gd name="T0" fmla="*/ 22 w 43"/>
                  <a:gd name="T1" fmla="*/ 0 h 113"/>
                  <a:gd name="T2" fmla="*/ 0 w 43"/>
                  <a:gd name="T3" fmla="*/ 16 h 113"/>
                  <a:gd name="T4" fmla="*/ 0 w 43"/>
                  <a:gd name="T5" fmla="*/ 113 h 113"/>
                  <a:gd name="T6" fmla="*/ 43 w 43"/>
                  <a:gd name="T7" fmla="*/ 113 h 113"/>
                  <a:gd name="T8" fmla="*/ 43 w 43"/>
                  <a:gd name="T9" fmla="*/ 19 h 113"/>
                  <a:gd name="T10" fmla="*/ 22 w 43"/>
                  <a:gd name="T11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113">
                    <a:moveTo>
                      <a:pt x="22" y="0"/>
                    </a:moveTo>
                    <a:lnTo>
                      <a:pt x="0" y="16"/>
                    </a:lnTo>
                    <a:lnTo>
                      <a:pt x="0" y="113"/>
                    </a:lnTo>
                    <a:lnTo>
                      <a:pt x="43" y="113"/>
                    </a:lnTo>
                    <a:lnTo>
                      <a:pt x="43" y="19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9" name="Freeform 118"/>
              <p:cNvSpPr>
                <a:spLocks/>
              </p:cNvSpPr>
              <p:nvPr/>
            </p:nvSpPr>
            <p:spPr bwMode="auto">
              <a:xfrm>
                <a:off x="6839111" y="4709192"/>
                <a:ext cx="51287" cy="109730"/>
              </a:xfrm>
              <a:custGeom>
                <a:avLst/>
                <a:gdLst>
                  <a:gd name="T0" fmla="*/ 10 w 43"/>
                  <a:gd name="T1" fmla="*/ 29 h 92"/>
                  <a:gd name="T2" fmla="*/ 0 w 43"/>
                  <a:gd name="T3" fmla="*/ 21 h 92"/>
                  <a:gd name="T4" fmla="*/ 0 w 43"/>
                  <a:gd name="T5" fmla="*/ 92 h 92"/>
                  <a:gd name="T6" fmla="*/ 43 w 43"/>
                  <a:gd name="T7" fmla="*/ 92 h 92"/>
                  <a:gd name="T8" fmla="*/ 43 w 43"/>
                  <a:gd name="T9" fmla="*/ 0 h 92"/>
                  <a:gd name="T10" fmla="*/ 10 w 43"/>
                  <a:gd name="T11" fmla="*/ 2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10" y="29"/>
                    </a:moveTo>
                    <a:lnTo>
                      <a:pt x="0" y="21"/>
                    </a:lnTo>
                    <a:lnTo>
                      <a:pt x="0" y="92"/>
                    </a:lnTo>
                    <a:lnTo>
                      <a:pt x="43" y="92"/>
                    </a:lnTo>
                    <a:lnTo>
                      <a:pt x="43" y="0"/>
                    </a:lnTo>
                    <a:lnTo>
                      <a:pt x="10" y="29"/>
                    </a:ln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0" name="Freeform 119"/>
              <p:cNvSpPr>
                <a:spLocks/>
              </p:cNvSpPr>
              <p:nvPr/>
            </p:nvSpPr>
            <p:spPr bwMode="auto">
              <a:xfrm>
                <a:off x="6669746" y="4731854"/>
                <a:ext cx="51287" cy="87068"/>
              </a:xfrm>
              <a:custGeom>
                <a:avLst/>
                <a:gdLst>
                  <a:gd name="T0" fmla="*/ 0 w 43"/>
                  <a:gd name="T1" fmla="*/ 36 h 73"/>
                  <a:gd name="T2" fmla="*/ 0 w 43"/>
                  <a:gd name="T3" fmla="*/ 73 h 73"/>
                  <a:gd name="T4" fmla="*/ 43 w 43"/>
                  <a:gd name="T5" fmla="*/ 73 h 73"/>
                  <a:gd name="T6" fmla="*/ 43 w 43"/>
                  <a:gd name="T7" fmla="*/ 0 h 73"/>
                  <a:gd name="T8" fmla="*/ 0 w 43"/>
                  <a:gd name="T9" fmla="*/ 3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73">
                    <a:moveTo>
                      <a:pt x="0" y="36"/>
                    </a:moveTo>
                    <a:lnTo>
                      <a:pt x="0" y="73"/>
                    </a:lnTo>
                    <a:lnTo>
                      <a:pt x="43" y="73"/>
                    </a:lnTo>
                    <a:lnTo>
                      <a:pt x="43" y="0"/>
                    </a:lnTo>
                    <a:lnTo>
                      <a:pt x="0" y="36"/>
                    </a:ln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1" name="Freeform 120"/>
              <p:cNvSpPr>
                <a:spLocks/>
              </p:cNvSpPr>
              <p:nvPr/>
            </p:nvSpPr>
            <p:spPr bwMode="auto">
              <a:xfrm>
                <a:off x="6927372" y="4636437"/>
                <a:ext cx="50094" cy="182485"/>
              </a:xfrm>
              <a:custGeom>
                <a:avLst/>
                <a:gdLst>
                  <a:gd name="T0" fmla="*/ 0 w 42"/>
                  <a:gd name="T1" fmla="*/ 153 h 153"/>
                  <a:gd name="T2" fmla="*/ 42 w 42"/>
                  <a:gd name="T3" fmla="*/ 153 h 153"/>
                  <a:gd name="T4" fmla="*/ 42 w 42"/>
                  <a:gd name="T5" fmla="*/ 0 h 153"/>
                  <a:gd name="T6" fmla="*/ 0 w 42"/>
                  <a:gd name="T7" fmla="*/ 35 h 153"/>
                  <a:gd name="T8" fmla="*/ 0 w 42"/>
                  <a:gd name="T9" fmla="*/ 153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153">
                    <a:moveTo>
                      <a:pt x="0" y="153"/>
                    </a:moveTo>
                    <a:lnTo>
                      <a:pt x="42" y="153"/>
                    </a:lnTo>
                    <a:lnTo>
                      <a:pt x="42" y="0"/>
                    </a:lnTo>
                    <a:lnTo>
                      <a:pt x="0" y="35"/>
                    </a:lnTo>
                    <a:lnTo>
                      <a:pt x="0" y="153"/>
                    </a:ln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2" name="Freeform 121"/>
              <p:cNvSpPr>
                <a:spLocks/>
              </p:cNvSpPr>
              <p:nvPr/>
            </p:nvSpPr>
            <p:spPr bwMode="auto">
              <a:xfrm>
                <a:off x="6904710" y="4556525"/>
                <a:ext cx="25047" cy="51287"/>
              </a:xfrm>
              <a:custGeom>
                <a:avLst/>
                <a:gdLst>
                  <a:gd name="T0" fmla="*/ 21 w 21"/>
                  <a:gd name="T1" fmla="*/ 22 h 43"/>
                  <a:gd name="T2" fmla="*/ 0 w 21"/>
                  <a:gd name="T3" fmla="*/ 0 h 43"/>
                  <a:gd name="T4" fmla="*/ 0 w 21"/>
                  <a:gd name="T5" fmla="*/ 43 h 43"/>
                  <a:gd name="T6" fmla="*/ 21 w 21"/>
                  <a:gd name="T7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43">
                    <a:moveTo>
                      <a:pt x="21" y="22"/>
                    </a:moveTo>
                    <a:lnTo>
                      <a:pt x="0" y="0"/>
                    </a:lnTo>
                    <a:lnTo>
                      <a:pt x="0" y="43"/>
                    </a:lnTo>
                    <a:lnTo>
                      <a:pt x="21" y="22"/>
                    </a:ln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3" name="Freeform 122"/>
              <p:cNvSpPr>
                <a:spLocks noEditPoints="1"/>
              </p:cNvSpPr>
              <p:nvPr/>
            </p:nvSpPr>
            <p:spPr bwMode="auto">
              <a:xfrm>
                <a:off x="6605340" y="4486155"/>
                <a:ext cx="332767" cy="493783"/>
              </a:xfrm>
              <a:custGeom>
                <a:avLst/>
                <a:gdLst>
                  <a:gd name="T0" fmla="*/ 108 w 118"/>
                  <a:gd name="T1" fmla="*/ 69 h 175"/>
                  <a:gd name="T2" fmla="*/ 107 w 118"/>
                  <a:gd name="T3" fmla="*/ 70 h 175"/>
                  <a:gd name="T4" fmla="*/ 107 w 118"/>
                  <a:gd name="T5" fmla="*/ 123 h 175"/>
                  <a:gd name="T6" fmla="*/ 106 w 118"/>
                  <a:gd name="T7" fmla="*/ 123 h 175"/>
                  <a:gd name="T8" fmla="*/ 106 w 118"/>
                  <a:gd name="T9" fmla="*/ 136 h 175"/>
                  <a:gd name="T10" fmla="*/ 12 w 118"/>
                  <a:gd name="T11" fmla="*/ 136 h 175"/>
                  <a:gd name="T12" fmla="*/ 12 w 118"/>
                  <a:gd name="T13" fmla="*/ 12 h 175"/>
                  <a:gd name="T14" fmla="*/ 106 w 118"/>
                  <a:gd name="T15" fmla="*/ 12 h 175"/>
                  <a:gd name="T16" fmla="*/ 106 w 118"/>
                  <a:gd name="T17" fmla="*/ 15 h 175"/>
                  <a:gd name="T18" fmla="*/ 118 w 118"/>
                  <a:gd name="T19" fmla="*/ 15 h 175"/>
                  <a:gd name="T20" fmla="*/ 118 w 118"/>
                  <a:gd name="T21" fmla="*/ 10 h 175"/>
                  <a:gd name="T22" fmla="*/ 108 w 118"/>
                  <a:gd name="T23" fmla="*/ 0 h 175"/>
                  <a:gd name="T24" fmla="*/ 9 w 118"/>
                  <a:gd name="T25" fmla="*/ 0 h 175"/>
                  <a:gd name="T26" fmla="*/ 0 w 118"/>
                  <a:gd name="T27" fmla="*/ 10 h 175"/>
                  <a:gd name="T28" fmla="*/ 0 w 118"/>
                  <a:gd name="T29" fmla="*/ 165 h 175"/>
                  <a:gd name="T30" fmla="*/ 9 w 118"/>
                  <a:gd name="T31" fmla="*/ 175 h 175"/>
                  <a:gd name="T32" fmla="*/ 108 w 118"/>
                  <a:gd name="T33" fmla="*/ 175 h 175"/>
                  <a:gd name="T34" fmla="*/ 118 w 118"/>
                  <a:gd name="T35" fmla="*/ 165 h 175"/>
                  <a:gd name="T36" fmla="*/ 118 w 118"/>
                  <a:gd name="T37" fmla="*/ 123 h 175"/>
                  <a:gd name="T38" fmla="*/ 108 w 118"/>
                  <a:gd name="T39" fmla="*/ 123 h 175"/>
                  <a:gd name="T40" fmla="*/ 108 w 118"/>
                  <a:gd name="T41" fmla="*/ 69 h 175"/>
                  <a:gd name="T42" fmla="*/ 58 w 118"/>
                  <a:gd name="T43" fmla="*/ 170 h 175"/>
                  <a:gd name="T44" fmla="*/ 43 w 118"/>
                  <a:gd name="T45" fmla="*/ 155 h 175"/>
                  <a:gd name="T46" fmla="*/ 58 w 118"/>
                  <a:gd name="T47" fmla="*/ 140 h 175"/>
                  <a:gd name="T48" fmla="*/ 73 w 118"/>
                  <a:gd name="T49" fmla="*/ 155 h 175"/>
                  <a:gd name="T50" fmla="*/ 58 w 118"/>
                  <a:gd name="T51" fmla="*/ 17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8" h="175">
                    <a:moveTo>
                      <a:pt x="108" y="69"/>
                    </a:moveTo>
                    <a:cubicBezTo>
                      <a:pt x="107" y="70"/>
                      <a:pt x="107" y="70"/>
                      <a:pt x="107" y="70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6" y="123"/>
                      <a:pt x="106" y="123"/>
                    </a:cubicBezTo>
                    <a:cubicBezTo>
                      <a:pt x="106" y="136"/>
                      <a:pt x="106" y="136"/>
                      <a:pt x="106" y="136"/>
                    </a:cubicBezTo>
                    <a:cubicBezTo>
                      <a:pt x="12" y="136"/>
                      <a:pt x="12" y="136"/>
                      <a:pt x="12" y="136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06" y="12"/>
                      <a:pt x="106" y="12"/>
                      <a:pt x="106" y="12"/>
                    </a:cubicBezTo>
                    <a:cubicBezTo>
                      <a:pt x="106" y="15"/>
                      <a:pt x="106" y="15"/>
                      <a:pt x="106" y="15"/>
                    </a:cubicBezTo>
                    <a:cubicBezTo>
                      <a:pt x="118" y="15"/>
                      <a:pt x="118" y="15"/>
                      <a:pt x="118" y="15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8" y="4"/>
                      <a:pt x="114" y="0"/>
                      <a:pt x="108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71"/>
                      <a:pt x="4" y="175"/>
                      <a:pt x="9" y="175"/>
                    </a:cubicBezTo>
                    <a:cubicBezTo>
                      <a:pt x="108" y="175"/>
                      <a:pt x="108" y="175"/>
                      <a:pt x="108" y="175"/>
                    </a:cubicBezTo>
                    <a:cubicBezTo>
                      <a:pt x="114" y="175"/>
                      <a:pt x="118" y="171"/>
                      <a:pt x="118" y="165"/>
                    </a:cubicBezTo>
                    <a:cubicBezTo>
                      <a:pt x="118" y="123"/>
                      <a:pt x="118" y="123"/>
                      <a:pt x="118" y="123"/>
                    </a:cubicBezTo>
                    <a:cubicBezTo>
                      <a:pt x="108" y="123"/>
                      <a:pt x="108" y="123"/>
                      <a:pt x="108" y="123"/>
                    </a:cubicBezTo>
                    <a:lnTo>
                      <a:pt x="108" y="69"/>
                    </a:lnTo>
                    <a:close/>
                    <a:moveTo>
                      <a:pt x="58" y="170"/>
                    </a:moveTo>
                    <a:cubicBezTo>
                      <a:pt x="50" y="170"/>
                      <a:pt x="43" y="163"/>
                      <a:pt x="43" y="155"/>
                    </a:cubicBezTo>
                    <a:cubicBezTo>
                      <a:pt x="43" y="147"/>
                      <a:pt x="50" y="140"/>
                      <a:pt x="58" y="140"/>
                    </a:cubicBezTo>
                    <a:cubicBezTo>
                      <a:pt x="66" y="140"/>
                      <a:pt x="73" y="147"/>
                      <a:pt x="73" y="155"/>
                    </a:cubicBezTo>
                    <a:cubicBezTo>
                      <a:pt x="73" y="163"/>
                      <a:pt x="66" y="170"/>
                      <a:pt x="58" y="170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4" name="Freeform 123"/>
              <p:cNvSpPr>
                <a:spLocks/>
              </p:cNvSpPr>
              <p:nvPr/>
            </p:nvSpPr>
            <p:spPr bwMode="auto">
              <a:xfrm>
                <a:off x="6669746" y="4543406"/>
                <a:ext cx="338730" cy="200376"/>
              </a:xfrm>
              <a:custGeom>
                <a:avLst/>
                <a:gdLst>
                  <a:gd name="T0" fmla="*/ 204 w 284"/>
                  <a:gd name="T1" fmla="*/ 0 h 168"/>
                  <a:gd name="T2" fmla="*/ 239 w 284"/>
                  <a:gd name="T3" fmla="*/ 35 h 168"/>
                  <a:gd name="T4" fmla="*/ 152 w 284"/>
                  <a:gd name="T5" fmla="*/ 108 h 168"/>
                  <a:gd name="T6" fmla="*/ 93 w 284"/>
                  <a:gd name="T7" fmla="*/ 59 h 168"/>
                  <a:gd name="T8" fmla="*/ 0 w 284"/>
                  <a:gd name="T9" fmla="*/ 134 h 168"/>
                  <a:gd name="T10" fmla="*/ 0 w 284"/>
                  <a:gd name="T11" fmla="*/ 168 h 168"/>
                  <a:gd name="T12" fmla="*/ 93 w 284"/>
                  <a:gd name="T13" fmla="*/ 92 h 168"/>
                  <a:gd name="T14" fmla="*/ 152 w 284"/>
                  <a:gd name="T15" fmla="*/ 142 h 168"/>
                  <a:gd name="T16" fmla="*/ 256 w 284"/>
                  <a:gd name="T17" fmla="*/ 52 h 168"/>
                  <a:gd name="T18" fmla="*/ 284 w 284"/>
                  <a:gd name="T19" fmla="*/ 80 h 168"/>
                  <a:gd name="T20" fmla="*/ 284 w 284"/>
                  <a:gd name="T21" fmla="*/ 0 h 168"/>
                  <a:gd name="T22" fmla="*/ 204 w 284"/>
                  <a:gd name="T23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4" h="168">
                    <a:moveTo>
                      <a:pt x="204" y="0"/>
                    </a:moveTo>
                    <a:lnTo>
                      <a:pt x="239" y="35"/>
                    </a:lnTo>
                    <a:lnTo>
                      <a:pt x="152" y="108"/>
                    </a:lnTo>
                    <a:lnTo>
                      <a:pt x="93" y="59"/>
                    </a:lnTo>
                    <a:lnTo>
                      <a:pt x="0" y="134"/>
                    </a:lnTo>
                    <a:lnTo>
                      <a:pt x="0" y="168"/>
                    </a:lnTo>
                    <a:lnTo>
                      <a:pt x="93" y="92"/>
                    </a:lnTo>
                    <a:lnTo>
                      <a:pt x="152" y="142"/>
                    </a:lnTo>
                    <a:lnTo>
                      <a:pt x="256" y="52"/>
                    </a:lnTo>
                    <a:lnTo>
                      <a:pt x="284" y="80"/>
                    </a:lnTo>
                    <a:lnTo>
                      <a:pt x="284" y="0"/>
                    </a:lnTo>
                    <a:lnTo>
                      <a:pt x="204" y="0"/>
                    </a:ln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0" name="椭圆 29"/>
            <p:cNvSpPr/>
            <p:nvPr/>
          </p:nvSpPr>
          <p:spPr>
            <a:xfrm>
              <a:off x="7449660" y="2718674"/>
              <a:ext cx="738140" cy="738141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2683C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7703824" y="2949057"/>
              <a:ext cx="288689" cy="271672"/>
              <a:chOff x="5067933" y="4413400"/>
              <a:chExt cx="586815" cy="552226"/>
            </a:xfrm>
            <a:solidFill>
              <a:srgbClr val="1C50A2"/>
            </a:solidFill>
          </p:grpSpPr>
          <p:sp>
            <p:nvSpPr>
              <p:cNvPr id="63" name="Freeform 124"/>
              <p:cNvSpPr>
                <a:spLocks noEditPoints="1"/>
              </p:cNvSpPr>
              <p:nvPr/>
            </p:nvSpPr>
            <p:spPr bwMode="auto">
              <a:xfrm>
                <a:off x="5121606" y="4413400"/>
                <a:ext cx="242121" cy="304142"/>
              </a:xfrm>
              <a:custGeom>
                <a:avLst/>
                <a:gdLst>
                  <a:gd name="T0" fmla="*/ 6 w 86"/>
                  <a:gd name="T1" fmla="*/ 68 h 108"/>
                  <a:gd name="T2" fmla="*/ 14 w 86"/>
                  <a:gd name="T3" fmla="*/ 77 h 108"/>
                  <a:gd name="T4" fmla="*/ 45 w 86"/>
                  <a:gd name="T5" fmla="*/ 108 h 108"/>
                  <a:gd name="T6" fmla="*/ 76 w 86"/>
                  <a:gd name="T7" fmla="*/ 77 h 108"/>
                  <a:gd name="T8" fmla="*/ 76 w 86"/>
                  <a:gd name="T9" fmla="*/ 77 h 108"/>
                  <a:gd name="T10" fmla="*/ 84 w 86"/>
                  <a:gd name="T11" fmla="*/ 68 h 108"/>
                  <a:gd name="T12" fmla="*/ 78 w 86"/>
                  <a:gd name="T13" fmla="*/ 59 h 108"/>
                  <a:gd name="T14" fmla="*/ 78 w 86"/>
                  <a:gd name="T15" fmla="*/ 59 h 108"/>
                  <a:gd name="T16" fmla="*/ 68 w 86"/>
                  <a:gd name="T17" fmla="*/ 24 h 108"/>
                  <a:gd name="T18" fmla="*/ 22 w 86"/>
                  <a:gd name="T19" fmla="*/ 19 h 108"/>
                  <a:gd name="T20" fmla="*/ 11 w 86"/>
                  <a:gd name="T21" fmla="*/ 59 h 108"/>
                  <a:gd name="T22" fmla="*/ 11 w 86"/>
                  <a:gd name="T23" fmla="*/ 59 h 108"/>
                  <a:gd name="T24" fmla="*/ 6 w 86"/>
                  <a:gd name="T25" fmla="*/ 68 h 108"/>
                  <a:gd name="T26" fmla="*/ 14 w 86"/>
                  <a:gd name="T27" fmla="*/ 60 h 108"/>
                  <a:gd name="T28" fmla="*/ 14 w 86"/>
                  <a:gd name="T29" fmla="*/ 60 h 108"/>
                  <a:gd name="T30" fmla="*/ 15 w 86"/>
                  <a:gd name="T31" fmla="*/ 60 h 108"/>
                  <a:gd name="T32" fmla="*/ 15 w 86"/>
                  <a:gd name="T33" fmla="*/ 58 h 108"/>
                  <a:gd name="T34" fmla="*/ 17 w 86"/>
                  <a:gd name="T35" fmla="*/ 46 h 108"/>
                  <a:gd name="T36" fmla="*/ 20 w 86"/>
                  <a:gd name="T37" fmla="*/ 42 h 108"/>
                  <a:gd name="T38" fmla="*/ 56 w 86"/>
                  <a:gd name="T39" fmla="*/ 34 h 108"/>
                  <a:gd name="T40" fmla="*/ 73 w 86"/>
                  <a:gd name="T41" fmla="*/ 61 h 108"/>
                  <a:gd name="T42" fmla="*/ 74 w 86"/>
                  <a:gd name="T43" fmla="*/ 61 h 108"/>
                  <a:gd name="T44" fmla="*/ 75 w 86"/>
                  <a:gd name="T45" fmla="*/ 61 h 108"/>
                  <a:gd name="T46" fmla="*/ 76 w 86"/>
                  <a:gd name="T47" fmla="*/ 60 h 108"/>
                  <a:gd name="T48" fmla="*/ 80 w 86"/>
                  <a:gd name="T49" fmla="*/ 62 h 108"/>
                  <a:gd name="T50" fmla="*/ 82 w 86"/>
                  <a:gd name="T51" fmla="*/ 68 h 108"/>
                  <a:gd name="T52" fmla="*/ 80 w 86"/>
                  <a:gd name="T53" fmla="*/ 73 h 108"/>
                  <a:gd name="T54" fmla="*/ 76 w 86"/>
                  <a:gd name="T55" fmla="*/ 75 h 108"/>
                  <a:gd name="T56" fmla="*/ 76 w 86"/>
                  <a:gd name="T57" fmla="*/ 75 h 108"/>
                  <a:gd name="T58" fmla="*/ 74 w 86"/>
                  <a:gd name="T59" fmla="*/ 75 h 108"/>
                  <a:gd name="T60" fmla="*/ 74 w 86"/>
                  <a:gd name="T61" fmla="*/ 77 h 108"/>
                  <a:gd name="T62" fmla="*/ 63 w 86"/>
                  <a:gd name="T63" fmla="*/ 98 h 108"/>
                  <a:gd name="T64" fmla="*/ 55 w 86"/>
                  <a:gd name="T65" fmla="*/ 104 h 108"/>
                  <a:gd name="T66" fmla="*/ 45 w 86"/>
                  <a:gd name="T67" fmla="*/ 106 h 108"/>
                  <a:gd name="T68" fmla="*/ 35 w 86"/>
                  <a:gd name="T69" fmla="*/ 104 h 108"/>
                  <a:gd name="T70" fmla="*/ 26 w 86"/>
                  <a:gd name="T71" fmla="*/ 98 h 108"/>
                  <a:gd name="T72" fmla="*/ 16 w 86"/>
                  <a:gd name="T73" fmla="*/ 77 h 108"/>
                  <a:gd name="T74" fmla="*/ 15 w 86"/>
                  <a:gd name="T75" fmla="*/ 75 h 108"/>
                  <a:gd name="T76" fmla="*/ 14 w 86"/>
                  <a:gd name="T77" fmla="*/ 75 h 108"/>
                  <a:gd name="T78" fmla="*/ 8 w 86"/>
                  <a:gd name="T79" fmla="*/ 68 h 108"/>
                  <a:gd name="T80" fmla="*/ 10 w 86"/>
                  <a:gd name="T81" fmla="*/ 62 h 108"/>
                  <a:gd name="T82" fmla="*/ 14 w 86"/>
                  <a:gd name="T83" fmla="*/ 6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6" h="108">
                    <a:moveTo>
                      <a:pt x="6" y="68"/>
                    </a:moveTo>
                    <a:cubicBezTo>
                      <a:pt x="6" y="73"/>
                      <a:pt x="9" y="77"/>
                      <a:pt x="14" y="77"/>
                    </a:cubicBezTo>
                    <a:cubicBezTo>
                      <a:pt x="17" y="95"/>
                      <a:pt x="29" y="108"/>
                      <a:pt x="45" y="108"/>
                    </a:cubicBezTo>
                    <a:cubicBezTo>
                      <a:pt x="60" y="108"/>
                      <a:pt x="73" y="95"/>
                      <a:pt x="76" y="77"/>
                    </a:cubicBezTo>
                    <a:cubicBezTo>
                      <a:pt x="76" y="77"/>
                      <a:pt x="76" y="77"/>
                      <a:pt x="76" y="77"/>
                    </a:cubicBezTo>
                    <a:cubicBezTo>
                      <a:pt x="81" y="77"/>
                      <a:pt x="84" y="73"/>
                      <a:pt x="84" y="68"/>
                    </a:cubicBezTo>
                    <a:cubicBezTo>
                      <a:pt x="84" y="63"/>
                      <a:pt x="81" y="59"/>
                      <a:pt x="78" y="59"/>
                    </a:cubicBezTo>
                    <a:cubicBezTo>
                      <a:pt x="78" y="59"/>
                      <a:pt x="78" y="59"/>
                      <a:pt x="78" y="59"/>
                    </a:cubicBezTo>
                    <a:cubicBezTo>
                      <a:pt x="78" y="59"/>
                      <a:pt x="86" y="31"/>
                      <a:pt x="68" y="24"/>
                    </a:cubicBezTo>
                    <a:cubicBezTo>
                      <a:pt x="66" y="0"/>
                      <a:pt x="22" y="19"/>
                      <a:pt x="22" y="19"/>
                    </a:cubicBezTo>
                    <a:cubicBezTo>
                      <a:pt x="0" y="30"/>
                      <a:pt x="11" y="59"/>
                      <a:pt x="11" y="59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8" y="61"/>
                      <a:pt x="6" y="64"/>
                      <a:pt x="6" y="68"/>
                    </a:cubicBezTo>
                    <a:close/>
                    <a:moveTo>
                      <a:pt x="14" y="60"/>
                    </a:moveTo>
                    <a:cubicBezTo>
                      <a:pt x="14" y="60"/>
                      <a:pt x="14" y="60"/>
                      <a:pt x="14" y="60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58"/>
                      <a:pt x="15" y="58"/>
                      <a:pt x="15" y="58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9" y="44"/>
                      <a:pt x="20" y="42"/>
                      <a:pt x="20" y="42"/>
                    </a:cubicBezTo>
                    <a:cubicBezTo>
                      <a:pt x="40" y="43"/>
                      <a:pt x="56" y="34"/>
                      <a:pt x="56" y="34"/>
                    </a:cubicBezTo>
                    <a:cubicBezTo>
                      <a:pt x="69" y="24"/>
                      <a:pt x="73" y="61"/>
                      <a:pt x="73" y="61"/>
                    </a:cubicBezTo>
                    <a:cubicBezTo>
                      <a:pt x="74" y="61"/>
                      <a:pt x="74" y="61"/>
                      <a:pt x="74" y="61"/>
                    </a:cubicBezTo>
                    <a:cubicBezTo>
                      <a:pt x="75" y="61"/>
                      <a:pt x="75" y="61"/>
                      <a:pt x="75" y="61"/>
                    </a:cubicBezTo>
                    <a:cubicBezTo>
                      <a:pt x="76" y="60"/>
                      <a:pt x="76" y="60"/>
                      <a:pt x="76" y="60"/>
                    </a:cubicBezTo>
                    <a:cubicBezTo>
                      <a:pt x="78" y="60"/>
                      <a:pt x="79" y="61"/>
                      <a:pt x="80" y="62"/>
                    </a:cubicBezTo>
                    <a:cubicBezTo>
                      <a:pt x="81" y="64"/>
                      <a:pt x="82" y="66"/>
                      <a:pt x="82" y="68"/>
                    </a:cubicBezTo>
                    <a:cubicBezTo>
                      <a:pt x="82" y="70"/>
                      <a:pt x="81" y="72"/>
                      <a:pt x="80" y="73"/>
                    </a:cubicBezTo>
                    <a:cubicBezTo>
                      <a:pt x="79" y="75"/>
                      <a:pt x="78" y="75"/>
                      <a:pt x="76" y="75"/>
                    </a:cubicBezTo>
                    <a:cubicBezTo>
                      <a:pt x="76" y="75"/>
                      <a:pt x="76" y="75"/>
                      <a:pt x="76" y="75"/>
                    </a:cubicBezTo>
                    <a:cubicBezTo>
                      <a:pt x="74" y="75"/>
                      <a:pt x="74" y="75"/>
                      <a:pt x="74" y="75"/>
                    </a:cubicBezTo>
                    <a:cubicBezTo>
                      <a:pt x="74" y="77"/>
                      <a:pt x="74" y="77"/>
                      <a:pt x="74" y="77"/>
                    </a:cubicBezTo>
                    <a:cubicBezTo>
                      <a:pt x="72" y="85"/>
                      <a:pt x="69" y="92"/>
                      <a:pt x="63" y="98"/>
                    </a:cubicBezTo>
                    <a:cubicBezTo>
                      <a:pt x="61" y="100"/>
                      <a:pt x="58" y="102"/>
                      <a:pt x="55" y="104"/>
                    </a:cubicBezTo>
                    <a:cubicBezTo>
                      <a:pt x="51" y="105"/>
                      <a:pt x="48" y="106"/>
                      <a:pt x="45" y="106"/>
                    </a:cubicBezTo>
                    <a:cubicBezTo>
                      <a:pt x="41" y="106"/>
                      <a:pt x="38" y="105"/>
                      <a:pt x="35" y="104"/>
                    </a:cubicBezTo>
                    <a:cubicBezTo>
                      <a:pt x="32" y="102"/>
                      <a:pt x="29" y="100"/>
                      <a:pt x="26" y="98"/>
                    </a:cubicBezTo>
                    <a:cubicBezTo>
                      <a:pt x="21" y="93"/>
                      <a:pt x="17" y="85"/>
                      <a:pt x="16" y="77"/>
                    </a:cubicBezTo>
                    <a:cubicBezTo>
                      <a:pt x="15" y="75"/>
                      <a:pt x="15" y="75"/>
                      <a:pt x="15" y="75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1" y="75"/>
                      <a:pt x="8" y="72"/>
                      <a:pt x="8" y="68"/>
                    </a:cubicBezTo>
                    <a:cubicBezTo>
                      <a:pt x="8" y="66"/>
                      <a:pt x="9" y="64"/>
                      <a:pt x="10" y="62"/>
                    </a:cubicBezTo>
                    <a:cubicBezTo>
                      <a:pt x="11" y="61"/>
                      <a:pt x="13" y="60"/>
                      <a:pt x="14" y="60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4" name="Freeform 125"/>
              <p:cNvSpPr>
                <a:spLocks/>
              </p:cNvSpPr>
              <p:nvPr/>
            </p:nvSpPr>
            <p:spPr bwMode="auto">
              <a:xfrm>
                <a:off x="5067933" y="4717542"/>
                <a:ext cx="361392" cy="248084"/>
              </a:xfrm>
              <a:custGeom>
                <a:avLst/>
                <a:gdLst>
                  <a:gd name="T0" fmla="*/ 126 w 128"/>
                  <a:gd name="T1" fmla="*/ 61 h 88"/>
                  <a:gd name="T2" fmla="*/ 113 w 128"/>
                  <a:gd name="T3" fmla="*/ 64 h 88"/>
                  <a:gd name="T4" fmla="*/ 99 w 128"/>
                  <a:gd name="T5" fmla="*/ 70 h 88"/>
                  <a:gd name="T6" fmla="*/ 83 w 128"/>
                  <a:gd name="T7" fmla="*/ 33 h 88"/>
                  <a:gd name="T8" fmla="*/ 94 w 128"/>
                  <a:gd name="T9" fmla="*/ 28 h 88"/>
                  <a:gd name="T10" fmla="*/ 119 w 128"/>
                  <a:gd name="T11" fmla="*/ 12 h 88"/>
                  <a:gd name="T12" fmla="*/ 99 w 128"/>
                  <a:gd name="T13" fmla="*/ 0 h 88"/>
                  <a:gd name="T14" fmla="*/ 72 w 128"/>
                  <a:gd name="T15" fmla="*/ 43 h 88"/>
                  <a:gd name="T16" fmla="*/ 68 w 128"/>
                  <a:gd name="T17" fmla="*/ 23 h 88"/>
                  <a:gd name="T18" fmla="*/ 72 w 128"/>
                  <a:gd name="T19" fmla="*/ 17 h 88"/>
                  <a:gd name="T20" fmla="*/ 64 w 128"/>
                  <a:gd name="T21" fmla="*/ 10 h 88"/>
                  <a:gd name="T22" fmla="*/ 56 w 128"/>
                  <a:gd name="T23" fmla="*/ 17 h 88"/>
                  <a:gd name="T24" fmla="*/ 60 w 128"/>
                  <a:gd name="T25" fmla="*/ 23 h 88"/>
                  <a:gd name="T26" fmla="*/ 57 w 128"/>
                  <a:gd name="T27" fmla="*/ 43 h 88"/>
                  <a:gd name="T28" fmla="*/ 29 w 128"/>
                  <a:gd name="T29" fmla="*/ 0 h 88"/>
                  <a:gd name="T30" fmla="*/ 0 w 128"/>
                  <a:gd name="T31" fmla="*/ 28 h 88"/>
                  <a:gd name="T32" fmla="*/ 0 w 128"/>
                  <a:gd name="T33" fmla="*/ 82 h 88"/>
                  <a:gd name="T34" fmla="*/ 64 w 128"/>
                  <a:gd name="T35" fmla="*/ 88 h 88"/>
                  <a:gd name="T36" fmla="*/ 128 w 128"/>
                  <a:gd name="T37" fmla="*/ 82 h 88"/>
                  <a:gd name="T38" fmla="*/ 128 w 128"/>
                  <a:gd name="T39" fmla="*/ 65 h 88"/>
                  <a:gd name="T40" fmla="*/ 126 w 128"/>
                  <a:gd name="T41" fmla="*/ 6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8" h="88">
                    <a:moveTo>
                      <a:pt x="126" y="61"/>
                    </a:moveTo>
                    <a:cubicBezTo>
                      <a:pt x="113" y="64"/>
                      <a:pt x="113" y="64"/>
                      <a:pt x="113" y="64"/>
                    </a:cubicBezTo>
                    <a:cubicBezTo>
                      <a:pt x="99" y="70"/>
                      <a:pt x="99" y="70"/>
                      <a:pt x="99" y="70"/>
                    </a:cubicBezTo>
                    <a:cubicBezTo>
                      <a:pt x="83" y="33"/>
                      <a:pt x="83" y="33"/>
                      <a:pt x="83" y="33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119" y="12"/>
                      <a:pt x="119" y="12"/>
                      <a:pt x="119" y="12"/>
                    </a:cubicBezTo>
                    <a:cubicBezTo>
                      <a:pt x="114" y="7"/>
                      <a:pt x="107" y="3"/>
                      <a:pt x="99" y="0"/>
                    </a:cubicBezTo>
                    <a:cubicBezTo>
                      <a:pt x="72" y="43"/>
                      <a:pt x="72" y="43"/>
                      <a:pt x="72" y="43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70" y="22"/>
                      <a:pt x="72" y="20"/>
                      <a:pt x="72" y="17"/>
                    </a:cubicBezTo>
                    <a:cubicBezTo>
                      <a:pt x="72" y="13"/>
                      <a:pt x="68" y="10"/>
                      <a:pt x="64" y="10"/>
                    </a:cubicBezTo>
                    <a:cubicBezTo>
                      <a:pt x="60" y="10"/>
                      <a:pt x="56" y="13"/>
                      <a:pt x="56" y="17"/>
                    </a:cubicBezTo>
                    <a:cubicBezTo>
                      <a:pt x="56" y="20"/>
                      <a:pt x="58" y="22"/>
                      <a:pt x="60" y="23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4" y="6"/>
                      <a:pt x="3" y="16"/>
                      <a:pt x="0" y="28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33" y="88"/>
                      <a:pt x="64" y="88"/>
                    </a:cubicBezTo>
                    <a:cubicBezTo>
                      <a:pt x="95" y="88"/>
                      <a:pt x="128" y="82"/>
                      <a:pt x="128" y="82"/>
                    </a:cubicBezTo>
                    <a:cubicBezTo>
                      <a:pt x="128" y="65"/>
                      <a:pt x="128" y="65"/>
                      <a:pt x="128" y="65"/>
                    </a:cubicBezTo>
                    <a:cubicBezTo>
                      <a:pt x="127" y="64"/>
                      <a:pt x="126" y="62"/>
                      <a:pt x="126" y="61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5" name="Freeform 126"/>
              <p:cNvSpPr>
                <a:spLocks noEditPoints="1"/>
              </p:cNvSpPr>
              <p:nvPr/>
            </p:nvSpPr>
            <p:spPr bwMode="auto">
              <a:xfrm>
                <a:off x="5321981" y="4644786"/>
                <a:ext cx="332767" cy="273131"/>
              </a:xfrm>
              <a:custGeom>
                <a:avLst/>
                <a:gdLst>
                  <a:gd name="T0" fmla="*/ 117 w 118"/>
                  <a:gd name="T1" fmla="*/ 60 h 97"/>
                  <a:gd name="T2" fmla="*/ 93 w 118"/>
                  <a:gd name="T3" fmla="*/ 4 h 97"/>
                  <a:gd name="T4" fmla="*/ 87 w 118"/>
                  <a:gd name="T5" fmla="*/ 1 h 97"/>
                  <a:gd name="T6" fmla="*/ 84 w 118"/>
                  <a:gd name="T7" fmla="*/ 7 h 97"/>
                  <a:gd name="T8" fmla="*/ 6 w 118"/>
                  <a:gd name="T9" fmla="*/ 59 h 97"/>
                  <a:gd name="T10" fmla="*/ 0 w 118"/>
                  <a:gd name="T11" fmla="*/ 61 h 97"/>
                  <a:gd name="T12" fmla="*/ 11 w 118"/>
                  <a:gd name="T13" fmla="*/ 89 h 97"/>
                  <a:gd name="T14" fmla="*/ 17 w 118"/>
                  <a:gd name="T15" fmla="*/ 86 h 97"/>
                  <a:gd name="T16" fmla="*/ 13 w 118"/>
                  <a:gd name="T17" fmla="*/ 76 h 97"/>
                  <a:gd name="T18" fmla="*/ 15 w 118"/>
                  <a:gd name="T19" fmla="*/ 75 h 97"/>
                  <a:gd name="T20" fmla="*/ 19 w 118"/>
                  <a:gd name="T21" fmla="*/ 85 h 97"/>
                  <a:gd name="T22" fmla="*/ 39 w 118"/>
                  <a:gd name="T23" fmla="*/ 81 h 97"/>
                  <a:gd name="T24" fmla="*/ 40 w 118"/>
                  <a:gd name="T25" fmla="*/ 84 h 97"/>
                  <a:gd name="T26" fmla="*/ 62 w 118"/>
                  <a:gd name="T27" fmla="*/ 94 h 97"/>
                  <a:gd name="T28" fmla="*/ 71 w 118"/>
                  <a:gd name="T29" fmla="*/ 74 h 97"/>
                  <a:gd name="T30" fmla="*/ 108 w 118"/>
                  <a:gd name="T31" fmla="*/ 65 h 97"/>
                  <a:gd name="T32" fmla="*/ 89 w 118"/>
                  <a:gd name="T33" fmla="*/ 23 h 97"/>
                  <a:gd name="T34" fmla="*/ 91 w 118"/>
                  <a:gd name="T35" fmla="*/ 22 h 97"/>
                  <a:gd name="T36" fmla="*/ 110 w 118"/>
                  <a:gd name="T37" fmla="*/ 66 h 97"/>
                  <a:gd name="T38" fmla="*/ 114 w 118"/>
                  <a:gd name="T39" fmla="*/ 66 h 97"/>
                  <a:gd name="T40" fmla="*/ 117 w 118"/>
                  <a:gd name="T41" fmla="*/ 60 h 97"/>
                  <a:gd name="T42" fmla="*/ 59 w 118"/>
                  <a:gd name="T43" fmla="*/ 87 h 97"/>
                  <a:gd name="T44" fmla="*/ 46 w 118"/>
                  <a:gd name="T45" fmla="*/ 82 h 97"/>
                  <a:gd name="T46" fmla="*/ 46 w 118"/>
                  <a:gd name="T47" fmla="*/ 79 h 97"/>
                  <a:gd name="T48" fmla="*/ 64 w 118"/>
                  <a:gd name="T49" fmla="*/ 75 h 97"/>
                  <a:gd name="T50" fmla="*/ 59 w 118"/>
                  <a:gd name="T51" fmla="*/ 87 h 97"/>
                  <a:gd name="T52" fmla="*/ 79 w 118"/>
                  <a:gd name="T53" fmla="*/ 23 h 97"/>
                  <a:gd name="T54" fmla="*/ 18 w 118"/>
                  <a:gd name="T55" fmla="*/ 64 h 97"/>
                  <a:gd name="T56" fmla="*/ 13 w 118"/>
                  <a:gd name="T57" fmla="*/ 63 h 97"/>
                  <a:gd name="T58" fmla="*/ 14 w 118"/>
                  <a:gd name="T59" fmla="*/ 58 h 97"/>
                  <a:gd name="T60" fmla="*/ 75 w 118"/>
                  <a:gd name="T61" fmla="*/ 17 h 97"/>
                  <a:gd name="T62" fmla="*/ 80 w 118"/>
                  <a:gd name="T63" fmla="*/ 18 h 97"/>
                  <a:gd name="T64" fmla="*/ 79 w 118"/>
                  <a:gd name="T65" fmla="*/ 2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8" h="97">
                    <a:moveTo>
                      <a:pt x="117" y="60"/>
                    </a:moveTo>
                    <a:cubicBezTo>
                      <a:pt x="93" y="4"/>
                      <a:pt x="93" y="4"/>
                      <a:pt x="93" y="4"/>
                    </a:cubicBezTo>
                    <a:cubicBezTo>
                      <a:pt x="92" y="1"/>
                      <a:pt x="89" y="0"/>
                      <a:pt x="87" y="1"/>
                    </a:cubicBezTo>
                    <a:cubicBezTo>
                      <a:pt x="85" y="2"/>
                      <a:pt x="83" y="5"/>
                      <a:pt x="84" y="7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11" y="89"/>
                      <a:pt x="11" y="89"/>
                      <a:pt x="11" y="89"/>
                    </a:cubicBezTo>
                    <a:cubicBezTo>
                      <a:pt x="17" y="86"/>
                      <a:pt x="17" y="86"/>
                      <a:pt x="17" y="86"/>
                    </a:cubicBezTo>
                    <a:cubicBezTo>
                      <a:pt x="13" y="76"/>
                      <a:pt x="13" y="76"/>
                      <a:pt x="13" y="76"/>
                    </a:cubicBezTo>
                    <a:cubicBezTo>
                      <a:pt x="15" y="75"/>
                      <a:pt x="15" y="75"/>
                      <a:pt x="15" y="75"/>
                    </a:cubicBezTo>
                    <a:cubicBezTo>
                      <a:pt x="19" y="85"/>
                      <a:pt x="19" y="85"/>
                      <a:pt x="19" y="85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39" y="82"/>
                      <a:pt x="40" y="83"/>
                      <a:pt x="40" y="84"/>
                    </a:cubicBezTo>
                    <a:cubicBezTo>
                      <a:pt x="44" y="93"/>
                      <a:pt x="54" y="97"/>
                      <a:pt x="62" y="94"/>
                    </a:cubicBezTo>
                    <a:cubicBezTo>
                      <a:pt x="69" y="90"/>
                      <a:pt x="73" y="82"/>
                      <a:pt x="71" y="74"/>
                    </a:cubicBezTo>
                    <a:cubicBezTo>
                      <a:pt x="108" y="65"/>
                      <a:pt x="108" y="65"/>
                      <a:pt x="108" y="65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110" y="66"/>
                      <a:pt x="110" y="66"/>
                      <a:pt x="110" y="66"/>
                    </a:cubicBezTo>
                    <a:cubicBezTo>
                      <a:pt x="111" y="67"/>
                      <a:pt x="113" y="67"/>
                      <a:pt x="114" y="66"/>
                    </a:cubicBezTo>
                    <a:cubicBezTo>
                      <a:pt x="117" y="65"/>
                      <a:pt x="118" y="63"/>
                      <a:pt x="117" y="60"/>
                    </a:cubicBezTo>
                    <a:close/>
                    <a:moveTo>
                      <a:pt x="59" y="87"/>
                    </a:moveTo>
                    <a:cubicBezTo>
                      <a:pt x="54" y="89"/>
                      <a:pt x="48" y="87"/>
                      <a:pt x="46" y="82"/>
                    </a:cubicBezTo>
                    <a:cubicBezTo>
                      <a:pt x="46" y="81"/>
                      <a:pt x="46" y="80"/>
                      <a:pt x="46" y="79"/>
                    </a:cubicBezTo>
                    <a:cubicBezTo>
                      <a:pt x="64" y="75"/>
                      <a:pt x="64" y="75"/>
                      <a:pt x="64" y="75"/>
                    </a:cubicBezTo>
                    <a:cubicBezTo>
                      <a:pt x="65" y="80"/>
                      <a:pt x="63" y="85"/>
                      <a:pt x="59" y="87"/>
                    </a:cubicBezTo>
                    <a:close/>
                    <a:moveTo>
                      <a:pt x="79" y="23"/>
                    </a:moveTo>
                    <a:cubicBezTo>
                      <a:pt x="18" y="64"/>
                      <a:pt x="18" y="64"/>
                      <a:pt x="18" y="64"/>
                    </a:cubicBezTo>
                    <a:cubicBezTo>
                      <a:pt x="17" y="66"/>
                      <a:pt x="14" y="65"/>
                      <a:pt x="13" y="63"/>
                    </a:cubicBezTo>
                    <a:cubicBezTo>
                      <a:pt x="12" y="62"/>
                      <a:pt x="12" y="59"/>
                      <a:pt x="14" y="58"/>
                    </a:cubicBezTo>
                    <a:cubicBezTo>
                      <a:pt x="75" y="17"/>
                      <a:pt x="75" y="17"/>
                      <a:pt x="75" y="17"/>
                    </a:cubicBezTo>
                    <a:cubicBezTo>
                      <a:pt x="77" y="15"/>
                      <a:pt x="79" y="16"/>
                      <a:pt x="80" y="18"/>
                    </a:cubicBezTo>
                    <a:cubicBezTo>
                      <a:pt x="81" y="19"/>
                      <a:pt x="81" y="22"/>
                      <a:pt x="79" y="23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6" name="椭圆 35"/>
            <p:cNvSpPr/>
            <p:nvPr/>
          </p:nvSpPr>
          <p:spPr>
            <a:xfrm>
              <a:off x="6094848" y="1352974"/>
              <a:ext cx="738140" cy="738141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2683C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6331909" y="1597318"/>
              <a:ext cx="279300" cy="262285"/>
              <a:chOff x="3411256" y="4486155"/>
              <a:chExt cx="567731" cy="533142"/>
            </a:xfrm>
            <a:solidFill>
              <a:srgbClr val="1C50A2"/>
            </a:solidFill>
          </p:grpSpPr>
          <p:sp>
            <p:nvSpPr>
              <p:cNvPr id="54" name="Freeform 156"/>
              <p:cNvSpPr>
                <a:spLocks/>
              </p:cNvSpPr>
              <p:nvPr/>
            </p:nvSpPr>
            <p:spPr bwMode="auto">
              <a:xfrm>
                <a:off x="3411256" y="4486155"/>
                <a:ext cx="363778" cy="435340"/>
              </a:xfrm>
              <a:custGeom>
                <a:avLst/>
                <a:gdLst>
                  <a:gd name="T0" fmla="*/ 11 w 129"/>
                  <a:gd name="T1" fmla="*/ 12 h 154"/>
                  <a:gd name="T2" fmla="*/ 118 w 129"/>
                  <a:gd name="T3" fmla="*/ 12 h 154"/>
                  <a:gd name="T4" fmla="*/ 118 w 129"/>
                  <a:gd name="T5" fmla="*/ 31 h 154"/>
                  <a:gd name="T6" fmla="*/ 129 w 129"/>
                  <a:gd name="T7" fmla="*/ 31 h 154"/>
                  <a:gd name="T8" fmla="*/ 129 w 129"/>
                  <a:gd name="T9" fmla="*/ 10 h 154"/>
                  <a:gd name="T10" fmla="*/ 120 w 129"/>
                  <a:gd name="T11" fmla="*/ 0 h 154"/>
                  <a:gd name="T12" fmla="*/ 10 w 129"/>
                  <a:gd name="T13" fmla="*/ 0 h 154"/>
                  <a:gd name="T14" fmla="*/ 0 w 129"/>
                  <a:gd name="T15" fmla="*/ 10 h 154"/>
                  <a:gd name="T16" fmla="*/ 0 w 129"/>
                  <a:gd name="T17" fmla="*/ 144 h 154"/>
                  <a:gd name="T18" fmla="*/ 10 w 129"/>
                  <a:gd name="T19" fmla="*/ 154 h 154"/>
                  <a:gd name="T20" fmla="*/ 69 w 129"/>
                  <a:gd name="T21" fmla="*/ 154 h 154"/>
                  <a:gd name="T22" fmla="*/ 69 w 129"/>
                  <a:gd name="T23" fmla="*/ 143 h 154"/>
                  <a:gd name="T24" fmla="*/ 11 w 129"/>
                  <a:gd name="T25" fmla="*/ 143 h 154"/>
                  <a:gd name="T26" fmla="*/ 11 w 129"/>
                  <a:gd name="T27" fmla="*/ 1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9" h="154">
                    <a:moveTo>
                      <a:pt x="11" y="12"/>
                    </a:moveTo>
                    <a:cubicBezTo>
                      <a:pt x="118" y="12"/>
                      <a:pt x="118" y="12"/>
                      <a:pt x="118" y="12"/>
                    </a:cubicBezTo>
                    <a:cubicBezTo>
                      <a:pt x="118" y="31"/>
                      <a:pt x="118" y="31"/>
                      <a:pt x="118" y="31"/>
                    </a:cubicBezTo>
                    <a:cubicBezTo>
                      <a:pt x="129" y="31"/>
                      <a:pt x="129" y="31"/>
                      <a:pt x="129" y="31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5" y="0"/>
                      <a:pt x="12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0"/>
                      <a:pt x="5" y="154"/>
                      <a:pt x="10" y="154"/>
                    </a:cubicBezTo>
                    <a:cubicBezTo>
                      <a:pt x="69" y="154"/>
                      <a:pt x="69" y="154"/>
                      <a:pt x="69" y="154"/>
                    </a:cubicBezTo>
                    <a:cubicBezTo>
                      <a:pt x="69" y="143"/>
                      <a:pt x="69" y="143"/>
                      <a:pt x="69" y="143"/>
                    </a:cubicBezTo>
                    <a:cubicBezTo>
                      <a:pt x="11" y="143"/>
                      <a:pt x="11" y="143"/>
                      <a:pt x="11" y="143"/>
                    </a:cubicBezTo>
                    <a:lnTo>
                      <a:pt x="11" y="12"/>
                    </a:ln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" name="Freeform 157"/>
              <p:cNvSpPr>
                <a:spLocks noEditPoints="1"/>
              </p:cNvSpPr>
              <p:nvPr/>
            </p:nvSpPr>
            <p:spPr bwMode="auto">
              <a:xfrm>
                <a:off x="3617595" y="4585150"/>
                <a:ext cx="361392" cy="434147"/>
              </a:xfrm>
              <a:custGeom>
                <a:avLst/>
                <a:gdLst>
                  <a:gd name="T0" fmla="*/ 119 w 128"/>
                  <a:gd name="T1" fmla="*/ 0 h 154"/>
                  <a:gd name="T2" fmla="*/ 9 w 128"/>
                  <a:gd name="T3" fmla="*/ 0 h 154"/>
                  <a:gd name="T4" fmla="*/ 0 w 128"/>
                  <a:gd name="T5" fmla="*/ 10 h 154"/>
                  <a:gd name="T6" fmla="*/ 0 w 128"/>
                  <a:gd name="T7" fmla="*/ 144 h 154"/>
                  <a:gd name="T8" fmla="*/ 9 w 128"/>
                  <a:gd name="T9" fmla="*/ 154 h 154"/>
                  <a:gd name="T10" fmla="*/ 119 w 128"/>
                  <a:gd name="T11" fmla="*/ 154 h 154"/>
                  <a:gd name="T12" fmla="*/ 128 w 128"/>
                  <a:gd name="T13" fmla="*/ 144 h 154"/>
                  <a:gd name="T14" fmla="*/ 128 w 128"/>
                  <a:gd name="T15" fmla="*/ 10 h 154"/>
                  <a:gd name="T16" fmla="*/ 119 w 128"/>
                  <a:gd name="T17" fmla="*/ 0 h 154"/>
                  <a:gd name="T18" fmla="*/ 117 w 128"/>
                  <a:gd name="T19" fmla="*/ 142 h 154"/>
                  <a:gd name="T20" fmla="*/ 10 w 128"/>
                  <a:gd name="T21" fmla="*/ 142 h 154"/>
                  <a:gd name="T22" fmla="*/ 10 w 128"/>
                  <a:gd name="T23" fmla="*/ 12 h 154"/>
                  <a:gd name="T24" fmla="*/ 117 w 128"/>
                  <a:gd name="T25" fmla="*/ 12 h 154"/>
                  <a:gd name="T26" fmla="*/ 117 w 128"/>
                  <a:gd name="T27" fmla="*/ 14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154">
                    <a:moveTo>
                      <a:pt x="11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5"/>
                      <a:pt x="0" y="10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0"/>
                      <a:pt x="4" y="154"/>
                      <a:pt x="9" y="154"/>
                    </a:cubicBezTo>
                    <a:cubicBezTo>
                      <a:pt x="119" y="154"/>
                      <a:pt x="119" y="154"/>
                      <a:pt x="119" y="154"/>
                    </a:cubicBezTo>
                    <a:cubicBezTo>
                      <a:pt x="124" y="154"/>
                      <a:pt x="128" y="150"/>
                      <a:pt x="128" y="144"/>
                    </a:cubicBezTo>
                    <a:cubicBezTo>
                      <a:pt x="128" y="10"/>
                      <a:pt x="128" y="10"/>
                      <a:pt x="128" y="10"/>
                    </a:cubicBezTo>
                    <a:cubicBezTo>
                      <a:pt x="128" y="5"/>
                      <a:pt x="124" y="0"/>
                      <a:pt x="119" y="0"/>
                    </a:cubicBezTo>
                    <a:close/>
                    <a:moveTo>
                      <a:pt x="117" y="142"/>
                    </a:moveTo>
                    <a:cubicBezTo>
                      <a:pt x="10" y="142"/>
                      <a:pt x="10" y="142"/>
                      <a:pt x="10" y="14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17" y="12"/>
                      <a:pt x="117" y="12"/>
                      <a:pt x="117" y="12"/>
                    </a:cubicBezTo>
                    <a:lnTo>
                      <a:pt x="117" y="142"/>
                    </a:ln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6" name="Rectangle 158"/>
              <p:cNvSpPr>
                <a:spLocks noChangeArrowheads="1"/>
              </p:cNvSpPr>
              <p:nvPr/>
            </p:nvSpPr>
            <p:spPr bwMode="auto">
              <a:xfrm>
                <a:off x="3671267" y="4692494"/>
                <a:ext cx="256434" cy="25047"/>
              </a:xfrm>
              <a:prstGeom prst="rect">
                <a:avLst/>
              </a:prstGeom>
              <a:grpFill/>
              <a:ln w="9525">
                <a:solidFill>
                  <a:srgbClr val="1C50A2"/>
                </a:solidFill>
                <a:miter lim="800000"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Rectangle 159"/>
              <p:cNvSpPr>
                <a:spLocks noChangeArrowheads="1"/>
              </p:cNvSpPr>
              <p:nvPr/>
            </p:nvSpPr>
            <p:spPr bwMode="auto">
              <a:xfrm>
                <a:off x="3671267" y="4760479"/>
                <a:ext cx="256434" cy="25047"/>
              </a:xfrm>
              <a:prstGeom prst="rect">
                <a:avLst/>
              </a:prstGeom>
              <a:grpFill/>
              <a:ln w="9525">
                <a:solidFill>
                  <a:srgbClr val="1C50A2"/>
                </a:solidFill>
                <a:miter lim="800000"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Rectangle 160"/>
              <p:cNvSpPr>
                <a:spLocks noChangeArrowheads="1"/>
              </p:cNvSpPr>
              <p:nvPr/>
            </p:nvSpPr>
            <p:spPr bwMode="auto">
              <a:xfrm>
                <a:off x="3671267" y="4828463"/>
                <a:ext cx="256434" cy="21469"/>
              </a:xfrm>
              <a:prstGeom prst="rect">
                <a:avLst/>
              </a:prstGeom>
              <a:grpFill/>
              <a:ln w="9525">
                <a:solidFill>
                  <a:srgbClr val="1C50A2"/>
                </a:solidFill>
                <a:miter lim="800000"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9" name="Rectangle 161"/>
              <p:cNvSpPr>
                <a:spLocks noChangeArrowheads="1"/>
              </p:cNvSpPr>
              <p:nvPr/>
            </p:nvSpPr>
            <p:spPr bwMode="auto">
              <a:xfrm>
                <a:off x="3671267" y="4895255"/>
                <a:ext cx="256434" cy="22662"/>
              </a:xfrm>
              <a:prstGeom prst="rect">
                <a:avLst/>
              </a:prstGeom>
              <a:grpFill/>
              <a:ln w="9525">
                <a:solidFill>
                  <a:srgbClr val="1C50A2"/>
                </a:solidFill>
                <a:miter lim="800000"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0" name="Freeform 162"/>
              <p:cNvSpPr>
                <a:spLocks/>
              </p:cNvSpPr>
              <p:nvPr/>
            </p:nvSpPr>
            <p:spPr bwMode="auto">
              <a:xfrm>
                <a:off x="3468506" y="4597077"/>
                <a:ext cx="132391" cy="273131"/>
              </a:xfrm>
              <a:custGeom>
                <a:avLst/>
                <a:gdLst>
                  <a:gd name="T0" fmla="*/ 47 w 47"/>
                  <a:gd name="T1" fmla="*/ 97 h 97"/>
                  <a:gd name="T2" fmla="*/ 47 w 47"/>
                  <a:gd name="T3" fmla="*/ 78 h 97"/>
                  <a:gd name="T4" fmla="*/ 47 w 47"/>
                  <a:gd name="T5" fmla="*/ 78 h 97"/>
                  <a:gd name="T6" fmla="*/ 17 w 47"/>
                  <a:gd name="T7" fmla="*/ 48 h 97"/>
                  <a:gd name="T8" fmla="*/ 47 w 47"/>
                  <a:gd name="T9" fmla="*/ 19 h 97"/>
                  <a:gd name="T10" fmla="*/ 47 w 47"/>
                  <a:gd name="T11" fmla="*/ 19 h 97"/>
                  <a:gd name="T12" fmla="*/ 47 w 47"/>
                  <a:gd name="T13" fmla="*/ 0 h 97"/>
                  <a:gd name="T14" fmla="*/ 38 w 47"/>
                  <a:gd name="T15" fmla="*/ 0 h 97"/>
                  <a:gd name="T16" fmla="*/ 38 w 47"/>
                  <a:gd name="T17" fmla="*/ 8 h 97"/>
                  <a:gd name="T18" fmla="*/ 24 w 47"/>
                  <a:gd name="T19" fmla="*/ 14 h 97"/>
                  <a:gd name="T20" fmla="*/ 19 w 47"/>
                  <a:gd name="T21" fmla="*/ 8 h 97"/>
                  <a:gd name="T22" fmla="*/ 6 w 47"/>
                  <a:gd name="T23" fmla="*/ 20 h 97"/>
                  <a:gd name="T24" fmla="*/ 12 w 47"/>
                  <a:gd name="T25" fmla="*/ 26 h 97"/>
                  <a:gd name="T26" fmla="*/ 6 w 47"/>
                  <a:gd name="T27" fmla="*/ 40 h 97"/>
                  <a:gd name="T28" fmla="*/ 0 w 47"/>
                  <a:gd name="T29" fmla="*/ 40 h 97"/>
                  <a:gd name="T30" fmla="*/ 0 w 47"/>
                  <a:gd name="T31" fmla="*/ 57 h 97"/>
                  <a:gd name="T32" fmla="*/ 6 w 47"/>
                  <a:gd name="T33" fmla="*/ 57 h 97"/>
                  <a:gd name="T34" fmla="*/ 12 w 47"/>
                  <a:gd name="T35" fmla="*/ 71 h 97"/>
                  <a:gd name="T36" fmla="*/ 6 w 47"/>
                  <a:gd name="T37" fmla="*/ 77 h 97"/>
                  <a:gd name="T38" fmla="*/ 18 w 47"/>
                  <a:gd name="T39" fmla="*/ 89 h 97"/>
                  <a:gd name="T40" fmla="*/ 24 w 47"/>
                  <a:gd name="T41" fmla="*/ 83 h 97"/>
                  <a:gd name="T42" fmla="*/ 38 w 47"/>
                  <a:gd name="T43" fmla="*/ 89 h 97"/>
                  <a:gd name="T44" fmla="*/ 38 w 47"/>
                  <a:gd name="T45" fmla="*/ 97 h 97"/>
                  <a:gd name="T46" fmla="*/ 47 w 47"/>
                  <a:gd name="T47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7" h="97">
                    <a:moveTo>
                      <a:pt x="47" y="97"/>
                    </a:moveTo>
                    <a:cubicBezTo>
                      <a:pt x="47" y="78"/>
                      <a:pt x="47" y="78"/>
                      <a:pt x="47" y="78"/>
                    </a:cubicBezTo>
                    <a:cubicBezTo>
                      <a:pt x="47" y="78"/>
                      <a:pt x="47" y="78"/>
                      <a:pt x="47" y="78"/>
                    </a:cubicBezTo>
                    <a:cubicBezTo>
                      <a:pt x="30" y="78"/>
                      <a:pt x="17" y="64"/>
                      <a:pt x="17" y="48"/>
                    </a:cubicBezTo>
                    <a:cubicBezTo>
                      <a:pt x="17" y="32"/>
                      <a:pt x="30" y="19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3" y="9"/>
                      <a:pt x="28" y="11"/>
                      <a:pt x="24" y="14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9" y="30"/>
                      <a:pt x="7" y="35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7" y="62"/>
                      <a:pt x="9" y="67"/>
                      <a:pt x="12" y="71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8" y="86"/>
                      <a:pt x="33" y="88"/>
                      <a:pt x="38" y="89"/>
                    </a:cubicBezTo>
                    <a:cubicBezTo>
                      <a:pt x="38" y="97"/>
                      <a:pt x="38" y="97"/>
                      <a:pt x="38" y="97"/>
                    </a:cubicBezTo>
                    <a:lnTo>
                      <a:pt x="47" y="97"/>
                    </a:ln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" name="Freeform 163"/>
              <p:cNvSpPr>
                <a:spLocks/>
              </p:cNvSpPr>
              <p:nvPr/>
            </p:nvSpPr>
            <p:spPr bwMode="auto">
              <a:xfrm>
                <a:off x="3538876" y="4669833"/>
                <a:ext cx="62021" cy="127621"/>
              </a:xfrm>
              <a:custGeom>
                <a:avLst/>
                <a:gdLst>
                  <a:gd name="T0" fmla="*/ 22 w 22"/>
                  <a:gd name="T1" fmla="*/ 7 h 45"/>
                  <a:gd name="T2" fmla="*/ 22 w 22"/>
                  <a:gd name="T3" fmla="*/ 0 h 45"/>
                  <a:gd name="T4" fmla="*/ 22 w 22"/>
                  <a:gd name="T5" fmla="*/ 0 h 45"/>
                  <a:gd name="T6" fmla="*/ 0 w 22"/>
                  <a:gd name="T7" fmla="*/ 22 h 45"/>
                  <a:gd name="T8" fmla="*/ 22 w 22"/>
                  <a:gd name="T9" fmla="*/ 45 h 45"/>
                  <a:gd name="T10" fmla="*/ 22 w 22"/>
                  <a:gd name="T11" fmla="*/ 45 h 45"/>
                  <a:gd name="T12" fmla="*/ 22 w 22"/>
                  <a:gd name="T13" fmla="*/ 38 h 45"/>
                  <a:gd name="T14" fmla="*/ 22 w 22"/>
                  <a:gd name="T15" fmla="*/ 38 h 45"/>
                  <a:gd name="T16" fmla="*/ 7 w 22"/>
                  <a:gd name="T17" fmla="*/ 22 h 45"/>
                  <a:gd name="T18" fmla="*/ 22 w 22"/>
                  <a:gd name="T19" fmla="*/ 7 h 45"/>
                  <a:gd name="T20" fmla="*/ 22 w 22"/>
                  <a:gd name="T21" fmla="*/ 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45">
                    <a:moveTo>
                      <a:pt x="22" y="7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9" y="0"/>
                      <a:pt x="0" y="10"/>
                      <a:pt x="0" y="22"/>
                    </a:cubicBezTo>
                    <a:cubicBezTo>
                      <a:pt x="0" y="35"/>
                      <a:pt x="9" y="45"/>
                      <a:pt x="22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13" y="38"/>
                      <a:pt x="7" y="31"/>
                      <a:pt x="7" y="22"/>
                    </a:cubicBezTo>
                    <a:cubicBezTo>
                      <a:pt x="7" y="14"/>
                      <a:pt x="13" y="7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" name="Freeform 164"/>
              <p:cNvSpPr>
                <a:spLocks/>
              </p:cNvSpPr>
              <p:nvPr/>
            </p:nvSpPr>
            <p:spPr bwMode="auto">
              <a:xfrm>
                <a:off x="3578236" y="4709192"/>
                <a:ext cx="22662" cy="45323"/>
              </a:xfrm>
              <a:custGeom>
                <a:avLst/>
                <a:gdLst>
                  <a:gd name="T0" fmla="*/ 8 w 8"/>
                  <a:gd name="T1" fmla="*/ 16 h 16"/>
                  <a:gd name="T2" fmla="*/ 8 w 8"/>
                  <a:gd name="T3" fmla="*/ 0 h 16"/>
                  <a:gd name="T4" fmla="*/ 0 w 8"/>
                  <a:gd name="T5" fmla="*/ 8 h 16"/>
                  <a:gd name="T6" fmla="*/ 8 w 8"/>
                  <a:gd name="T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6">
                    <a:moveTo>
                      <a:pt x="8" y="16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3"/>
                      <a:pt x="3" y="16"/>
                      <a:pt x="8" y="16"/>
                    </a:cubicBezTo>
                    <a:close/>
                  </a:path>
                </a:pathLst>
              </a:custGeom>
              <a:grpFill/>
              <a:ln w="9525">
                <a:solidFill>
                  <a:srgbClr val="1C50A2"/>
                </a:solidFill>
                <a:round/>
                <a:headEnd/>
                <a:tailEnd/>
              </a:ln>
              <a:extLst/>
            </p:spPr>
            <p:txBody>
              <a:bodyPr vert="horz" wrap="square" lIns="96429" tIns="48214" rIns="96429" bIns="48214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 rot="16200000" flipH="1">
              <a:off x="5566423" y="1342588"/>
              <a:ext cx="952353" cy="728911"/>
              <a:chOff x="911201" y="1622002"/>
              <a:chExt cx="2283025" cy="1747386"/>
            </a:xfrm>
            <a:solidFill>
              <a:srgbClr val="1C50A2"/>
            </a:solidFill>
          </p:grpSpPr>
          <p:sp>
            <p:nvSpPr>
              <p:cNvPr id="39" name="矩形 38"/>
              <p:cNvSpPr/>
              <p:nvPr/>
            </p:nvSpPr>
            <p:spPr>
              <a:xfrm>
                <a:off x="2026099" y="1679379"/>
                <a:ext cx="60759" cy="489621"/>
              </a:xfrm>
              <a:prstGeom prst="rect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 rot="-2700000" flipV="1">
                <a:off x="1283460" y="1824478"/>
                <a:ext cx="1547880" cy="1544910"/>
              </a:xfrm>
              <a:custGeom>
                <a:avLst/>
                <a:gdLst>
                  <a:gd name="connsiteX0" fmla="*/ 871669 w 901730"/>
                  <a:gd name="connsiteY0" fmla="*/ 0 h 900000"/>
                  <a:gd name="connsiteX1" fmla="*/ 901730 w 901730"/>
                  <a:gd name="connsiteY1" fmla="*/ 0 h 900000"/>
                  <a:gd name="connsiteX2" fmla="*/ 1730 w 901730"/>
                  <a:gd name="connsiteY2" fmla="*/ 900000 h 900000"/>
                  <a:gd name="connsiteX3" fmla="*/ 0 w 901730"/>
                  <a:gd name="connsiteY3" fmla="*/ 899913 h 900000"/>
                  <a:gd name="connsiteX4" fmla="*/ 0 w 901730"/>
                  <a:gd name="connsiteY4" fmla="*/ 869852 h 900000"/>
                  <a:gd name="connsiteX5" fmla="*/ 1731 w 901730"/>
                  <a:gd name="connsiteY5" fmla="*/ 869939 h 900000"/>
                  <a:gd name="connsiteX6" fmla="*/ 871669 w 901730"/>
                  <a:gd name="connsiteY6" fmla="*/ 1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1730" h="900000">
                    <a:moveTo>
                      <a:pt x="871669" y="0"/>
                    </a:moveTo>
                    <a:lnTo>
                      <a:pt x="901730" y="0"/>
                    </a:lnTo>
                    <a:cubicBezTo>
                      <a:pt x="901730" y="497056"/>
                      <a:pt x="498786" y="900000"/>
                      <a:pt x="1730" y="900000"/>
                    </a:cubicBezTo>
                    <a:lnTo>
                      <a:pt x="0" y="899913"/>
                    </a:lnTo>
                    <a:lnTo>
                      <a:pt x="0" y="869852"/>
                    </a:lnTo>
                    <a:lnTo>
                      <a:pt x="1731" y="869939"/>
                    </a:lnTo>
                    <a:cubicBezTo>
                      <a:pt x="482184" y="869939"/>
                      <a:pt x="871669" y="480454"/>
                      <a:pt x="871669" y="1"/>
                    </a:cubicBezTo>
                    <a:close/>
                  </a:path>
                </a:pathLst>
              </a:cu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911201" y="2587444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3095293" y="2587444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1952570" y="2048530"/>
                <a:ext cx="209661" cy="209661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2007933" y="2106832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2007011" y="1622002"/>
                <a:ext cx="98933" cy="98933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1C50A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kern="0">
                  <a:solidFill>
                    <a:sysClr val="windowText" lastClr="000000"/>
                  </a:solidFill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108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109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669925" y="2647973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10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718746" y="3081964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111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11724" y="2433074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15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3776091" y="2647973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16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3824912" y="3081964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117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3917890" y="2433074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18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669925" y="4699779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19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718746" y="5133770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120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11724" y="4484880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2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3776091" y="4699779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2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3824912" y="5133770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12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3917890" y="4484880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4436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2" name="组合 3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3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sp>
        <p:nvSpPr>
          <p:cNvPr id="29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关键技术</a:t>
            </a:r>
            <a:endParaRPr lang="zh-CN" altLang="en-US" sz="1100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</a:rPr>
              <a:t>实践难点</a:t>
            </a:r>
          </a:p>
        </p:txBody>
      </p:sp>
      <p:sp>
        <p:nvSpPr>
          <p:cNvPr id="43" name="矩形 42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市场调研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2"/>
          <p:cNvGrpSpPr/>
          <p:nvPr/>
        </p:nvGrpSpPr>
        <p:grpSpPr>
          <a:xfrm>
            <a:off x="1043723" y="2477478"/>
            <a:ext cx="3738758" cy="3376246"/>
            <a:chOff x="4032249" y="2085976"/>
            <a:chExt cx="4125912" cy="3725863"/>
          </a:xfrm>
          <a:solidFill>
            <a:srgbClr val="1C50A2"/>
          </a:solidFill>
          <a:effectLst>
            <a:outerShdw blurRad="342900" dist="317500" dir="5400000" sx="90000" sy="-19000" rotWithShape="0">
              <a:prstClr val="black">
                <a:alpha val="24000"/>
              </a:prstClr>
            </a:outerShdw>
          </a:effectLst>
        </p:grpSpPr>
        <p:sp>
          <p:nvSpPr>
            <p:cNvPr id="55" name="Freeform 14"/>
            <p:cNvSpPr/>
            <p:nvPr/>
          </p:nvSpPr>
          <p:spPr bwMode="auto">
            <a:xfrm>
              <a:off x="4032249" y="3692525"/>
              <a:ext cx="3208338" cy="2119312"/>
            </a:xfrm>
            <a:custGeom>
              <a:avLst/>
              <a:gdLst>
                <a:gd name="T0" fmla="*/ 37 w 1723"/>
                <a:gd name="T1" fmla="*/ 721 h 1138"/>
                <a:gd name="T2" fmla="*/ 451 w 1723"/>
                <a:gd name="T3" fmla="*/ 0 h 1138"/>
                <a:gd name="T4" fmla="*/ 451 w 1723"/>
                <a:gd name="T5" fmla="*/ 0 h 1138"/>
                <a:gd name="T6" fmla="*/ 634 w 1723"/>
                <a:gd name="T7" fmla="*/ 605 h 1138"/>
                <a:gd name="T8" fmla="*/ 1330 w 1723"/>
                <a:gd name="T9" fmla="*/ 579 h 1138"/>
                <a:gd name="T10" fmla="*/ 1446 w 1723"/>
                <a:gd name="T11" fmla="*/ 325 h 1138"/>
                <a:gd name="T12" fmla="*/ 1277 w 1723"/>
                <a:gd name="T13" fmla="*/ 32 h 1138"/>
                <a:gd name="T14" fmla="*/ 1071 w 1723"/>
                <a:gd name="T15" fmla="*/ 1138 h 1138"/>
                <a:gd name="T16" fmla="*/ 1071 w 1723"/>
                <a:gd name="T17" fmla="*/ 1138 h 1138"/>
                <a:gd name="T18" fmla="*/ 279 w 1723"/>
                <a:gd name="T19" fmla="*/ 1138 h 1138"/>
                <a:gd name="T20" fmla="*/ 0 w 1723"/>
                <a:gd name="T21" fmla="*/ 860 h 1138"/>
                <a:gd name="T22" fmla="*/ 37 w 1723"/>
                <a:gd name="T23" fmla="*/ 721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23" h="1138">
                  <a:moveTo>
                    <a:pt x="37" y="721"/>
                  </a:moveTo>
                  <a:cubicBezTo>
                    <a:pt x="451" y="0"/>
                    <a:pt x="451" y="0"/>
                    <a:pt x="45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342" y="265"/>
                    <a:pt x="450" y="484"/>
                    <a:pt x="634" y="605"/>
                  </a:cubicBezTo>
                  <a:cubicBezTo>
                    <a:pt x="828" y="733"/>
                    <a:pt x="1106" y="750"/>
                    <a:pt x="1330" y="579"/>
                  </a:cubicBezTo>
                  <a:cubicBezTo>
                    <a:pt x="1401" y="517"/>
                    <a:pt x="1446" y="426"/>
                    <a:pt x="1446" y="325"/>
                  </a:cubicBezTo>
                  <a:cubicBezTo>
                    <a:pt x="1446" y="196"/>
                    <a:pt x="1378" y="96"/>
                    <a:pt x="1277" y="32"/>
                  </a:cubicBezTo>
                  <a:cubicBezTo>
                    <a:pt x="1723" y="311"/>
                    <a:pt x="1648" y="1131"/>
                    <a:pt x="1071" y="1138"/>
                  </a:cubicBezTo>
                  <a:cubicBezTo>
                    <a:pt x="1071" y="1138"/>
                    <a:pt x="1071" y="1138"/>
                    <a:pt x="1071" y="1138"/>
                  </a:cubicBezTo>
                  <a:cubicBezTo>
                    <a:pt x="279" y="1138"/>
                    <a:pt x="279" y="1138"/>
                    <a:pt x="279" y="1138"/>
                  </a:cubicBezTo>
                  <a:cubicBezTo>
                    <a:pt x="125" y="1138"/>
                    <a:pt x="0" y="1014"/>
                    <a:pt x="0" y="860"/>
                  </a:cubicBezTo>
                  <a:cubicBezTo>
                    <a:pt x="0" y="809"/>
                    <a:pt x="13" y="762"/>
                    <a:pt x="37" y="72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6" name="Freeform 15"/>
            <p:cNvSpPr/>
            <p:nvPr/>
          </p:nvSpPr>
          <p:spPr bwMode="auto">
            <a:xfrm>
              <a:off x="4451349" y="2085976"/>
              <a:ext cx="2860675" cy="3284539"/>
            </a:xfrm>
            <a:custGeom>
              <a:avLst/>
              <a:gdLst>
                <a:gd name="T0" fmla="*/ 226 w 1537"/>
                <a:gd name="T1" fmla="*/ 862 h 1764"/>
                <a:gd name="T2" fmla="*/ 640 w 1537"/>
                <a:gd name="T3" fmla="*/ 141 h 1764"/>
                <a:gd name="T4" fmla="*/ 883 w 1537"/>
                <a:gd name="T5" fmla="*/ 0 h 1764"/>
                <a:gd name="T6" fmla="*/ 1123 w 1537"/>
                <a:gd name="T7" fmla="*/ 136 h 1764"/>
                <a:gd name="T8" fmla="*/ 1537 w 1537"/>
                <a:gd name="T9" fmla="*/ 857 h 1764"/>
                <a:gd name="T10" fmla="*/ 1537 w 1537"/>
                <a:gd name="T11" fmla="*/ 857 h 1764"/>
                <a:gd name="T12" fmla="*/ 545 w 1537"/>
                <a:gd name="T13" fmla="*/ 1188 h 1764"/>
                <a:gd name="T14" fmla="*/ 883 w 1537"/>
                <a:gd name="T15" fmla="*/ 1525 h 1764"/>
                <a:gd name="T16" fmla="*/ 1094 w 1537"/>
                <a:gd name="T17" fmla="*/ 1451 h 1764"/>
                <a:gd name="T18" fmla="*/ 226 w 1537"/>
                <a:gd name="T19" fmla="*/ 863 h 1764"/>
                <a:gd name="T20" fmla="*/ 226 w 1537"/>
                <a:gd name="T21" fmla="*/ 862 h 1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7" h="1764">
                  <a:moveTo>
                    <a:pt x="226" y="862"/>
                  </a:moveTo>
                  <a:cubicBezTo>
                    <a:pt x="640" y="141"/>
                    <a:pt x="640" y="141"/>
                    <a:pt x="640" y="141"/>
                  </a:cubicBezTo>
                  <a:cubicBezTo>
                    <a:pt x="688" y="57"/>
                    <a:pt x="779" y="0"/>
                    <a:pt x="883" y="0"/>
                  </a:cubicBezTo>
                  <a:cubicBezTo>
                    <a:pt x="985" y="0"/>
                    <a:pt x="1074" y="55"/>
                    <a:pt x="1123" y="136"/>
                  </a:cubicBezTo>
                  <a:cubicBezTo>
                    <a:pt x="1537" y="857"/>
                    <a:pt x="1537" y="857"/>
                    <a:pt x="1537" y="857"/>
                  </a:cubicBezTo>
                  <a:cubicBezTo>
                    <a:pt x="1537" y="857"/>
                    <a:pt x="1537" y="857"/>
                    <a:pt x="1537" y="857"/>
                  </a:cubicBezTo>
                  <a:cubicBezTo>
                    <a:pt x="1244" y="356"/>
                    <a:pt x="545" y="671"/>
                    <a:pt x="545" y="1188"/>
                  </a:cubicBezTo>
                  <a:cubicBezTo>
                    <a:pt x="545" y="1374"/>
                    <a:pt x="696" y="1525"/>
                    <a:pt x="883" y="1525"/>
                  </a:cubicBezTo>
                  <a:cubicBezTo>
                    <a:pt x="963" y="1525"/>
                    <a:pt x="1036" y="1498"/>
                    <a:pt x="1094" y="1451"/>
                  </a:cubicBezTo>
                  <a:cubicBezTo>
                    <a:pt x="681" y="1764"/>
                    <a:pt x="0" y="1400"/>
                    <a:pt x="226" y="863"/>
                  </a:cubicBezTo>
                  <a:lnTo>
                    <a:pt x="226" y="8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7" name="Freeform 16"/>
            <p:cNvSpPr/>
            <p:nvPr/>
          </p:nvSpPr>
          <p:spPr bwMode="auto">
            <a:xfrm>
              <a:off x="5465762" y="2749550"/>
              <a:ext cx="2692399" cy="3062288"/>
            </a:xfrm>
            <a:custGeom>
              <a:avLst/>
              <a:gdLst>
                <a:gd name="T0" fmla="*/ 992 w 1446"/>
                <a:gd name="T1" fmla="*/ 501 h 1645"/>
                <a:gd name="T2" fmla="*/ 1409 w 1446"/>
                <a:gd name="T3" fmla="*/ 1228 h 1645"/>
                <a:gd name="T4" fmla="*/ 1446 w 1446"/>
                <a:gd name="T5" fmla="*/ 1367 h 1645"/>
                <a:gd name="T6" fmla="*/ 1167 w 1446"/>
                <a:gd name="T7" fmla="*/ 1645 h 1645"/>
                <a:gd name="T8" fmla="*/ 294 w 1446"/>
                <a:gd name="T9" fmla="*/ 1645 h 1645"/>
                <a:gd name="T10" fmla="*/ 507 w 1446"/>
                <a:gd name="T11" fmla="*/ 539 h 1645"/>
                <a:gd name="T12" fmla="*/ 338 w 1446"/>
                <a:gd name="T13" fmla="*/ 494 h 1645"/>
                <a:gd name="T14" fmla="*/ 0 w 1446"/>
                <a:gd name="T15" fmla="*/ 832 h 1645"/>
                <a:gd name="T16" fmla="*/ 992 w 1446"/>
                <a:gd name="T17" fmla="*/ 501 h 1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6" h="1645">
                  <a:moveTo>
                    <a:pt x="992" y="501"/>
                  </a:moveTo>
                  <a:cubicBezTo>
                    <a:pt x="1409" y="1228"/>
                    <a:pt x="1409" y="1228"/>
                    <a:pt x="1409" y="1228"/>
                  </a:cubicBezTo>
                  <a:cubicBezTo>
                    <a:pt x="1432" y="1269"/>
                    <a:pt x="1446" y="1316"/>
                    <a:pt x="1446" y="1367"/>
                  </a:cubicBezTo>
                  <a:cubicBezTo>
                    <a:pt x="1446" y="1521"/>
                    <a:pt x="1321" y="1645"/>
                    <a:pt x="1167" y="1645"/>
                  </a:cubicBezTo>
                  <a:cubicBezTo>
                    <a:pt x="294" y="1645"/>
                    <a:pt x="294" y="1645"/>
                    <a:pt x="294" y="1645"/>
                  </a:cubicBezTo>
                  <a:cubicBezTo>
                    <a:pt x="877" y="1645"/>
                    <a:pt x="955" y="819"/>
                    <a:pt x="507" y="539"/>
                  </a:cubicBezTo>
                  <a:cubicBezTo>
                    <a:pt x="457" y="510"/>
                    <a:pt x="399" y="494"/>
                    <a:pt x="338" y="494"/>
                  </a:cubicBezTo>
                  <a:cubicBezTo>
                    <a:pt x="151" y="494"/>
                    <a:pt x="0" y="645"/>
                    <a:pt x="0" y="832"/>
                  </a:cubicBezTo>
                  <a:cubicBezTo>
                    <a:pt x="0" y="315"/>
                    <a:pt x="699" y="0"/>
                    <a:pt x="992" y="50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8" name="Freeform 17"/>
            <p:cNvSpPr/>
            <p:nvPr/>
          </p:nvSpPr>
          <p:spPr bwMode="auto">
            <a:xfrm>
              <a:off x="5435600" y="2749550"/>
              <a:ext cx="1876425" cy="1549400"/>
            </a:xfrm>
            <a:custGeom>
              <a:avLst/>
              <a:gdLst>
                <a:gd name="T0" fmla="*/ 16 w 1008"/>
                <a:gd name="T1" fmla="*/ 832 h 832"/>
                <a:gd name="T2" fmla="*/ 1008 w 1008"/>
                <a:gd name="T3" fmla="*/ 501 h 832"/>
                <a:gd name="T4" fmla="*/ 16 w 1008"/>
                <a:gd name="T5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832">
                  <a:moveTo>
                    <a:pt x="16" y="832"/>
                  </a:moveTo>
                  <a:cubicBezTo>
                    <a:pt x="16" y="315"/>
                    <a:pt x="715" y="0"/>
                    <a:pt x="1008" y="501"/>
                  </a:cubicBezTo>
                  <a:cubicBezTo>
                    <a:pt x="715" y="1"/>
                    <a:pt x="0" y="253"/>
                    <a:pt x="16" y="832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27000" dist="38100" dir="2700000" algn="tl" rotWithShape="0">
                <a:prstClr val="black">
                  <a:alpha val="7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9" name="Freeform 18"/>
            <p:cNvSpPr/>
            <p:nvPr/>
          </p:nvSpPr>
          <p:spPr bwMode="auto">
            <a:xfrm>
              <a:off x="4486275" y="3670300"/>
              <a:ext cx="1747838" cy="1622425"/>
            </a:xfrm>
            <a:custGeom>
              <a:avLst/>
              <a:gdLst>
                <a:gd name="T0" fmla="*/ 939 w 939"/>
                <a:gd name="T1" fmla="*/ 677 h 871"/>
                <a:gd name="T2" fmla="*/ 214 w 939"/>
                <a:gd name="T3" fmla="*/ 0 h 871"/>
                <a:gd name="T4" fmla="*/ 939 w 939"/>
                <a:gd name="T5" fmla="*/ 677 h 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9" h="871">
                  <a:moveTo>
                    <a:pt x="939" y="677"/>
                  </a:moveTo>
                  <a:cubicBezTo>
                    <a:pt x="419" y="871"/>
                    <a:pt x="0" y="457"/>
                    <a:pt x="214" y="0"/>
                  </a:cubicBezTo>
                  <a:cubicBezTo>
                    <a:pt x="37" y="499"/>
                    <a:pt x="468" y="810"/>
                    <a:pt x="939" y="677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127000" dist="38100" dir="16200000" rotWithShape="0">
                <a:prstClr val="black">
                  <a:alpha val="7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0" name="Freeform 19"/>
            <p:cNvSpPr/>
            <p:nvPr/>
          </p:nvSpPr>
          <p:spPr bwMode="auto">
            <a:xfrm>
              <a:off x="6013449" y="3752851"/>
              <a:ext cx="1298576" cy="2058988"/>
            </a:xfrm>
            <a:custGeom>
              <a:avLst/>
              <a:gdLst>
                <a:gd name="T0" fmla="*/ 0 w 698"/>
                <a:gd name="T1" fmla="*/ 1106 h 1106"/>
                <a:gd name="T2" fmla="*/ 213 w 698"/>
                <a:gd name="T3" fmla="*/ 0 h 1106"/>
                <a:gd name="T4" fmla="*/ 0 w 698"/>
                <a:gd name="T5" fmla="*/ 1106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8" h="1106">
                  <a:moveTo>
                    <a:pt x="0" y="1106"/>
                  </a:moveTo>
                  <a:cubicBezTo>
                    <a:pt x="583" y="1106"/>
                    <a:pt x="661" y="280"/>
                    <a:pt x="213" y="0"/>
                  </a:cubicBezTo>
                  <a:cubicBezTo>
                    <a:pt x="698" y="280"/>
                    <a:pt x="610" y="1106"/>
                    <a:pt x="0" y="110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7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28" name="TextBox 23"/>
          <p:cNvSpPr txBox="1"/>
          <p:nvPr/>
        </p:nvSpPr>
        <p:spPr>
          <a:xfrm rot="18033840">
            <a:off x="1618774" y="3560483"/>
            <a:ext cx="1199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01</a:t>
            </a:r>
            <a:r>
              <a:rPr lang="en-US" dirty="0">
                <a:solidFill>
                  <a:schemeClr val="bg1"/>
                </a:solidFill>
              </a:rPr>
              <a:t> Lorem</a:t>
            </a:r>
          </a:p>
        </p:txBody>
      </p:sp>
      <p:sp>
        <p:nvSpPr>
          <p:cNvPr id="30" name="TextBox 24"/>
          <p:cNvSpPr txBox="1"/>
          <p:nvPr/>
        </p:nvSpPr>
        <p:spPr>
          <a:xfrm rot="3667932">
            <a:off x="3370880" y="4030134"/>
            <a:ext cx="1199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02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Lorem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TextBox 25"/>
          <p:cNvSpPr txBox="1"/>
          <p:nvPr/>
        </p:nvSpPr>
        <p:spPr>
          <a:xfrm rot="10800000">
            <a:off x="1845784" y="5309243"/>
            <a:ext cx="1199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03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Lorem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6" name="Group 26"/>
          <p:cNvGrpSpPr/>
          <p:nvPr/>
        </p:nvGrpSpPr>
        <p:grpSpPr>
          <a:xfrm rot="13975806">
            <a:off x="1288970" y="5178869"/>
            <a:ext cx="319088" cy="465138"/>
            <a:chOff x="5429367" y="4908078"/>
            <a:chExt cx="319088" cy="465138"/>
          </a:xfrm>
          <a:solidFill>
            <a:srgbClr val="1C50A2"/>
          </a:solidFill>
        </p:grpSpPr>
        <p:sp>
          <p:nvSpPr>
            <p:cNvPr id="52" name="AutoShape 97"/>
            <p:cNvSpPr/>
            <p:nvPr/>
          </p:nvSpPr>
          <p:spPr bwMode="auto">
            <a:xfrm>
              <a:off x="5429367" y="4908078"/>
              <a:ext cx="319088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636" y="3374"/>
                  </a:moveTo>
                  <a:lnTo>
                    <a:pt x="1963" y="3375"/>
                  </a:lnTo>
                  <a:lnTo>
                    <a:pt x="1963" y="2025"/>
                  </a:lnTo>
                  <a:cubicBezTo>
                    <a:pt x="1963" y="1653"/>
                    <a:pt x="2402" y="1350"/>
                    <a:pt x="2945" y="1350"/>
                  </a:cubicBezTo>
                  <a:lnTo>
                    <a:pt x="18654" y="1349"/>
                  </a:lnTo>
                  <a:cubicBezTo>
                    <a:pt x="19195" y="1349"/>
                    <a:pt x="19636" y="1652"/>
                    <a:pt x="19636" y="2024"/>
                  </a:cubicBezTo>
                  <a:cubicBezTo>
                    <a:pt x="19636" y="2024"/>
                    <a:pt x="19636" y="3374"/>
                    <a:pt x="19636" y="3374"/>
                  </a:cubicBezTo>
                  <a:close/>
                  <a:moveTo>
                    <a:pt x="19636" y="17546"/>
                  </a:moveTo>
                  <a:lnTo>
                    <a:pt x="1963" y="17547"/>
                  </a:lnTo>
                  <a:lnTo>
                    <a:pt x="1963" y="4050"/>
                  </a:lnTo>
                  <a:lnTo>
                    <a:pt x="19636" y="4049"/>
                  </a:lnTo>
                  <a:cubicBezTo>
                    <a:pt x="19636" y="4049"/>
                    <a:pt x="19636" y="17546"/>
                    <a:pt x="19636" y="17546"/>
                  </a:cubicBezTo>
                  <a:close/>
                  <a:moveTo>
                    <a:pt x="19636" y="19574"/>
                  </a:moveTo>
                  <a:cubicBezTo>
                    <a:pt x="19636" y="19946"/>
                    <a:pt x="19195" y="20249"/>
                    <a:pt x="18654" y="20249"/>
                  </a:cubicBezTo>
                  <a:lnTo>
                    <a:pt x="2945" y="20250"/>
                  </a:lnTo>
                  <a:cubicBezTo>
                    <a:pt x="2402" y="20250"/>
                    <a:pt x="1963" y="19947"/>
                    <a:pt x="1963" y="19575"/>
                  </a:cubicBezTo>
                  <a:lnTo>
                    <a:pt x="1963" y="18222"/>
                  </a:lnTo>
                  <a:lnTo>
                    <a:pt x="19636" y="18221"/>
                  </a:lnTo>
                  <a:cubicBezTo>
                    <a:pt x="19636" y="18221"/>
                    <a:pt x="19636" y="19574"/>
                    <a:pt x="19636" y="19574"/>
                  </a:cubicBezTo>
                  <a:close/>
                  <a:moveTo>
                    <a:pt x="18654" y="0"/>
                  </a:moveTo>
                  <a:lnTo>
                    <a:pt x="2945" y="0"/>
                  </a:lnTo>
                  <a:cubicBezTo>
                    <a:pt x="1317" y="0"/>
                    <a:pt x="0" y="907"/>
                    <a:pt x="0" y="2025"/>
                  </a:cubicBezTo>
                  <a:lnTo>
                    <a:pt x="0" y="19575"/>
                  </a:lnTo>
                  <a:cubicBezTo>
                    <a:pt x="0" y="20693"/>
                    <a:pt x="1317" y="21600"/>
                    <a:pt x="2945" y="21600"/>
                  </a:cubicBezTo>
                  <a:lnTo>
                    <a:pt x="18654" y="21599"/>
                  </a:lnTo>
                  <a:cubicBezTo>
                    <a:pt x="20280" y="21599"/>
                    <a:pt x="21600" y="20693"/>
                    <a:pt x="21600" y="19574"/>
                  </a:cubicBezTo>
                  <a:lnTo>
                    <a:pt x="21600" y="2024"/>
                  </a:lnTo>
                  <a:cubicBezTo>
                    <a:pt x="21600" y="906"/>
                    <a:pt x="20280" y="0"/>
                    <a:pt x="18654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53" name="AutoShape 98"/>
            <p:cNvSpPr/>
            <p:nvPr/>
          </p:nvSpPr>
          <p:spPr bwMode="auto">
            <a:xfrm>
              <a:off x="5559542" y="4951734"/>
              <a:ext cx="58738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800"/>
                  </a:moveTo>
                  <a:cubicBezTo>
                    <a:pt x="21600" y="16758"/>
                    <a:pt x="20387" y="21599"/>
                    <a:pt x="18899" y="21599"/>
                  </a:cubicBezTo>
                  <a:lnTo>
                    <a:pt x="2699" y="21599"/>
                  </a:lnTo>
                  <a:cubicBezTo>
                    <a:pt x="1202" y="21599"/>
                    <a:pt x="0" y="16758"/>
                    <a:pt x="0" y="10800"/>
                  </a:cubicBezTo>
                  <a:cubicBezTo>
                    <a:pt x="0" y="4841"/>
                    <a:pt x="1202" y="0"/>
                    <a:pt x="2699" y="0"/>
                  </a:cubicBezTo>
                  <a:lnTo>
                    <a:pt x="18899" y="0"/>
                  </a:lnTo>
                  <a:cubicBezTo>
                    <a:pt x="20387" y="0"/>
                    <a:pt x="21600" y="4841"/>
                    <a:pt x="2160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54" name="AutoShape 99"/>
            <p:cNvSpPr/>
            <p:nvPr/>
          </p:nvSpPr>
          <p:spPr bwMode="auto">
            <a:xfrm>
              <a:off x="5574623" y="5315272"/>
              <a:ext cx="28575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800"/>
                  </a:moveTo>
                  <a:cubicBezTo>
                    <a:pt x="21600" y="16769"/>
                    <a:pt x="19174" y="21599"/>
                    <a:pt x="16199" y="21599"/>
                  </a:cubicBezTo>
                  <a:lnTo>
                    <a:pt x="5399" y="21599"/>
                  </a:lnTo>
                  <a:cubicBezTo>
                    <a:pt x="2404" y="21599"/>
                    <a:pt x="0" y="16769"/>
                    <a:pt x="0" y="10800"/>
                  </a:cubicBezTo>
                  <a:cubicBezTo>
                    <a:pt x="0" y="4830"/>
                    <a:pt x="2404" y="0"/>
                    <a:pt x="5399" y="0"/>
                  </a:cubicBezTo>
                  <a:lnTo>
                    <a:pt x="16199" y="0"/>
                  </a:lnTo>
                  <a:cubicBezTo>
                    <a:pt x="19174" y="0"/>
                    <a:pt x="21600" y="4830"/>
                    <a:pt x="2160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37" name="Group 30"/>
          <p:cNvGrpSpPr/>
          <p:nvPr/>
        </p:nvGrpSpPr>
        <p:grpSpPr>
          <a:xfrm>
            <a:off x="2747219" y="2705472"/>
            <a:ext cx="319088" cy="465138"/>
            <a:chOff x="3582988" y="3510757"/>
            <a:chExt cx="319088" cy="465138"/>
          </a:xfrm>
          <a:solidFill>
            <a:srgbClr val="1C50A2"/>
          </a:solidFill>
        </p:grpSpPr>
        <p:sp>
          <p:nvSpPr>
            <p:cNvPr id="50" name="AutoShape 113"/>
            <p:cNvSpPr/>
            <p:nvPr/>
          </p:nvSpPr>
          <p:spPr bwMode="auto">
            <a:xfrm>
              <a:off x="3582988" y="3510757"/>
              <a:ext cx="319088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51" name="AutoShape 114"/>
            <p:cNvSpPr/>
            <p:nvPr/>
          </p:nvSpPr>
          <p:spPr bwMode="auto">
            <a:xfrm>
              <a:off x="3655219" y="3583782"/>
              <a:ext cx="94456" cy="944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38" name="Group 33"/>
          <p:cNvGrpSpPr/>
          <p:nvPr/>
        </p:nvGrpSpPr>
        <p:grpSpPr>
          <a:xfrm rot="7811741">
            <a:off x="4095988" y="5229868"/>
            <a:ext cx="465138" cy="391319"/>
            <a:chOff x="5356342" y="3093565"/>
            <a:chExt cx="465138" cy="391319"/>
          </a:xfrm>
          <a:solidFill>
            <a:schemeClr val="bg1"/>
          </a:solidFill>
        </p:grpSpPr>
        <p:sp>
          <p:nvSpPr>
            <p:cNvPr id="39" name="AutoShape 120"/>
            <p:cNvSpPr/>
            <p:nvPr/>
          </p:nvSpPr>
          <p:spPr bwMode="auto">
            <a:xfrm>
              <a:off x="5473023" y="3195165"/>
              <a:ext cx="231775" cy="231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0" name="AutoShape 121"/>
            <p:cNvSpPr/>
            <p:nvPr/>
          </p:nvSpPr>
          <p:spPr bwMode="auto">
            <a:xfrm>
              <a:off x="5530967" y="3253109"/>
              <a:ext cx="65088" cy="650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9" name="AutoShape 122"/>
            <p:cNvSpPr/>
            <p:nvPr/>
          </p:nvSpPr>
          <p:spPr bwMode="auto">
            <a:xfrm>
              <a:off x="5356342" y="3093565"/>
              <a:ext cx="465138" cy="39131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sp>
        <p:nvSpPr>
          <p:cNvPr id="67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68" name="文本框 1"/>
          <p:cNvSpPr txBox="1"/>
          <p:nvPr/>
        </p:nvSpPr>
        <p:spPr>
          <a:xfrm>
            <a:off x="5279421" y="2086841"/>
            <a:ext cx="6069320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69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275108" y="3718564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70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323929" y="4152555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71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5416907" y="3503665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72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381274" y="3718564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73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430095" y="4152555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74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523073" y="3503665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5884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2" name="组合 3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3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sp>
        <p:nvSpPr>
          <p:cNvPr id="29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关键技术</a:t>
            </a:r>
            <a:endParaRPr lang="zh-CN" altLang="en-US" sz="1100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实践难点</a:t>
            </a:r>
          </a:p>
        </p:txBody>
      </p:sp>
      <p:sp>
        <p:nvSpPr>
          <p:cNvPr id="43" name="矩形 42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b="1" dirty="0">
                <a:solidFill>
                  <a:srgbClr val="1C50A2"/>
                </a:solidFill>
                <a:latin typeface="Arial" panose="020B0604020202020204"/>
              </a:rPr>
              <a:t>市场调研</a:t>
            </a:r>
            <a:endParaRPr lang="zh-CN" altLang="en-US" b="1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5"/>
          <p:cNvSpPr>
            <a:spLocks/>
          </p:cNvSpPr>
          <p:nvPr/>
        </p:nvSpPr>
        <p:spPr bwMode="auto">
          <a:xfrm>
            <a:off x="2953280" y="3072871"/>
            <a:ext cx="1498600" cy="1568450"/>
          </a:xfrm>
          <a:custGeom>
            <a:avLst/>
            <a:gdLst>
              <a:gd name="T0" fmla="*/ 176 w 944"/>
              <a:gd name="T1" fmla="*/ 204 h 988"/>
              <a:gd name="T2" fmla="*/ 178 w 944"/>
              <a:gd name="T3" fmla="*/ 216 h 988"/>
              <a:gd name="T4" fmla="*/ 188 w 944"/>
              <a:gd name="T5" fmla="*/ 240 h 988"/>
              <a:gd name="T6" fmla="*/ 206 w 944"/>
              <a:gd name="T7" fmla="*/ 256 h 988"/>
              <a:gd name="T8" fmla="*/ 228 w 944"/>
              <a:gd name="T9" fmla="*/ 266 h 988"/>
              <a:gd name="T10" fmla="*/ 578 w 944"/>
              <a:gd name="T11" fmla="*/ 268 h 988"/>
              <a:gd name="T12" fmla="*/ 614 w 944"/>
              <a:gd name="T13" fmla="*/ 270 h 988"/>
              <a:gd name="T14" fmla="*/ 686 w 944"/>
              <a:gd name="T15" fmla="*/ 284 h 988"/>
              <a:gd name="T16" fmla="*/ 752 w 944"/>
              <a:gd name="T17" fmla="*/ 312 h 988"/>
              <a:gd name="T18" fmla="*/ 810 w 944"/>
              <a:gd name="T19" fmla="*/ 352 h 988"/>
              <a:gd name="T20" fmla="*/ 860 w 944"/>
              <a:gd name="T21" fmla="*/ 402 h 988"/>
              <a:gd name="T22" fmla="*/ 900 w 944"/>
              <a:gd name="T23" fmla="*/ 460 h 988"/>
              <a:gd name="T24" fmla="*/ 928 w 944"/>
              <a:gd name="T25" fmla="*/ 526 h 988"/>
              <a:gd name="T26" fmla="*/ 944 w 944"/>
              <a:gd name="T27" fmla="*/ 596 h 988"/>
              <a:gd name="T28" fmla="*/ 944 w 944"/>
              <a:gd name="T29" fmla="*/ 634 h 988"/>
              <a:gd name="T30" fmla="*/ 940 w 944"/>
              <a:gd name="T31" fmla="*/ 696 h 988"/>
              <a:gd name="T32" fmla="*/ 924 w 944"/>
              <a:gd name="T33" fmla="*/ 756 h 988"/>
              <a:gd name="T34" fmla="*/ 900 w 944"/>
              <a:gd name="T35" fmla="*/ 810 h 988"/>
              <a:gd name="T36" fmla="*/ 866 w 944"/>
              <a:gd name="T37" fmla="*/ 860 h 988"/>
              <a:gd name="T38" fmla="*/ 826 w 944"/>
              <a:gd name="T39" fmla="*/ 902 h 988"/>
              <a:gd name="T40" fmla="*/ 778 w 944"/>
              <a:gd name="T41" fmla="*/ 940 h 988"/>
              <a:gd name="T42" fmla="*/ 726 w 944"/>
              <a:gd name="T43" fmla="*/ 968 h 988"/>
              <a:gd name="T44" fmla="*/ 668 w 944"/>
              <a:gd name="T45" fmla="*/ 988 h 988"/>
              <a:gd name="T46" fmla="*/ 656 w 944"/>
              <a:gd name="T47" fmla="*/ 970 h 988"/>
              <a:gd name="T48" fmla="*/ 630 w 944"/>
              <a:gd name="T49" fmla="*/ 936 h 988"/>
              <a:gd name="T50" fmla="*/ 518 w 944"/>
              <a:gd name="T51" fmla="*/ 824 h 988"/>
              <a:gd name="T52" fmla="*/ 578 w 944"/>
              <a:gd name="T53" fmla="*/ 824 h 988"/>
              <a:gd name="T54" fmla="*/ 616 w 944"/>
              <a:gd name="T55" fmla="*/ 820 h 988"/>
              <a:gd name="T56" fmla="*/ 652 w 944"/>
              <a:gd name="T57" fmla="*/ 810 h 988"/>
              <a:gd name="T58" fmla="*/ 684 w 944"/>
              <a:gd name="T59" fmla="*/ 792 h 988"/>
              <a:gd name="T60" fmla="*/ 712 w 944"/>
              <a:gd name="T61" fmla="*/ 768 h 988"/>
              <a:gd name="T62" fmla="*/ 736 w 944"/>
              <a:gd name="T63" fmla="*/ 740 h 988"/>
              <a:gd name="T64" fmla="*/ 754 w 944"/>
              <a:gd name="T65" fmla="*/ 708 h 988"/>
              <a:gd name="T66" fmla="*/ 764 w 944"/>
              <a:gd name="T67" fmla="*/ 672 h 988"/>
              <a:gd name="T68" fmla="*/ 768 w 944"/>
              <a:gd name="T69" fmla="*/ 634 h 988"/>
              <a:gd name="T70" fmla="*/ 768 w 944"/>
              <a:gd name="T71" fmla="*/ 614 h 988"/>
              <a:gd name="T72" fmla="*/ 760 w 944"/>
              <a:gd name="T73" fmla="*/ 578 h 988"/>
              <a:gd name="T74" fmla="*/ 746 w 944"/>
              <a:gd name="T75" fmla="*/ 544 h 988"/>
              <a:gd name="T76" fmla="*/ 724 w 944"/>
              <a:gd name="T77" fmla="*/ 514 h 988"/>
              <a:gd name="T78" fmla="*/ 698 w 944"/>
              <a:gd name="T79" fmla="*/ 488 h 988"/>
              <a:gd name="T80" fmla="*/ 668 w 944"/>
              <a:gd name="T81" fmla="*/ 468 h 988"/>
              <a:gd name="T82" fmla="*/ 634 w 944"/>
              <a:gd name="T83" fmla="*/ 452 h 988"/>
              <a:gd name="T84" fmla="*/ 598 w 944"/>
              <a:gd name="T85" fmla="*/ 446 h 988"/>
              <a:gd name="T86" fmla="*/ 578 w 944"/>
              <a:gd name="T87" fmla="*/ 444 h 988"/>
              <a:gd name="T88" fmla="*/ 168 w 944"/>
              <a:gd name="T89" fmla="*/ 444 h 988"/>
              <a:gd name="T90" fmla="*/ 134 w 944"/>
              <a:gd name="T91" fmla="*/ 438 h 988"/>
              <a:gd name="T92" fmla="*/ 104 w 944"/>
              <a:gd name="T93" fmla="*/ 424 h 988"/>
              <a:gd name="T94" fmla="*/ 76 w 944"/>
              <a:gd name="T95" fmla="*/ 408 h 988"/>
              <a:gd name="T96" fmla="*/ 50 w 944"/>
              <a:gd name="T97" fmla="*/ 386 h 988"/>
              <a:gd name="T98" fmla="*/ 30 w 944"/>
              <a:gd name="T99" fmla="*/ 360 h 988"/>
              <a:gd name="T100" fmla="*/ 16 w 944"/>
              <a:gd name="T101" fmla="*/ 332 h 988"/>
              <a:gd name="T102" fmla="*/ 4 w 944"/>
              <a:gd name="T103" fmla="*/ 300 h 988"/>
              <a:gd name="T104" fmla="*/ 0 w 944"/>
              <a:gd name="T105" fmla="*/ 266 h 988"/>
              <a:gd name="T106" fmla="*/ 176 w 944"/>
              <a:gd name="T107" fmla="*/ 0 h 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44" h="988">
                <a:moveTo>
                  <a:pt x="176" y="0"/>
                </a:moveTo>
                <a:lnTo>
                  <a:pt x="176" y="204"/>
                </a:lnTo>
                <a:lnTo>
                  <a:pt x="176" y="204"/>
                </a:lnTo>
                <a:lnTo>
                  <a:pt x="178" y="216"/>
                </a:lnTo>
                <a:lnTo>
                  <a:pt x="182" y="228"/>
                </a:lnTo>
                <a:lnTo>
                  <a:pt x="188" y="240"/>
                </a:lnTo>
                <a:lnTo>
                  <a:pt x="196" y="248"/>
                </a:lnTo>
                <a:lnTo>
                  <a:pt x="206" y="256"/>
                </a:lnTo>
                <a:lnTo>
                  <a:pt x="216" y="262"/>
                </a:lnTo>
                <a:lnTo>
                  <a:pt x="228" y="266"/>
                </a:lnTo>
                <a:lnTo>
                  <a:pt x="240" y="268"/>
                </a:lnTo>
                <a:lnTo>
                  <a:pt x="578" y="268"/>
                </a:lnTo>
                <a:lnTo>
                  <a:pt x="578" y="268"/>
                </a:lnTo>
                <a:lnTo>
                  <a:pt x="614" y="270"/>
                </a:lnTo>
                <a:lnTo>
                  <a:pt x="650" y="276"/>
                </a:lnTo>
                <a:lnTo>
                  <a:pt x="686" y="284"/>
                </a:lnTo>
                <a:lnTo>
                  <a:pt x="720" y="298"/>
                </a:lnTo>
                <a:lnTo>
                  <a:pt x="752" y="312"/>
                </a:lnTo>
                <a:lnTo>
                  <a:pt x="782" y="332"/>
                </a:lnTo>
                <a:lnTo>
                  <a:pt x="810" y="352"/>
                </a:lnTo>
                <a:lnTo>
                  <a:pt x="836" y="376"/>
                </a:lnTo>
                <a:lnTo>
                  <a:pt x="860" y="402"/>
                </a:lnTo>
                <a:lnTo>
                  <a:pt x="882" y="430"/>
                </a:lnTo>
                <a:lnTo>
                  <a:pt x="900" y="460"/>
                </a:lnTo>
                <a:lnTo>
                  <a:pt x="916" y="492"/>
                </a:lnTo>
                <a:lnTo>
                  <a:pt x="928" y="526"/>
                </a:lnTo>
                <a:lnTo>
                  <a:pt x="938" y="560"/>
                </a:lnTo>
                <a:lnTo>
                  <a:pt x="944" y="596"/>
                </a:lnTo>
                <a:lnTo>
                  <a:pt x="944" y="634"/>
                </a:lnTo>
                <a:lnTo>
                  <a:pt x="944" y="634"/>
                </a:lnTo>
                <a:lnTo>
                  <a:pt x="944" y="666"/>
                </a:lnTo>
                <a:lnTo>
                  <a:pt x="940" y="696"/>
                </a:lnTo>
                <a:lnTo>
                  <a:pt x="934" y="726"/>
                </a:lnTo>
                <a:lnTo>
                  <a:pt x="924" y="756"/>
                </a:lnTo>
                <a:lnTo>
                  <a:pt x="914" y="782"/>
                </a:lnTo>
                <a:lnTo>
                  <a:pt x="900" y="810"/>
                </a:lnTo>
                <a:lnTo>
                  <a:pt x="884" y="836"/>
                </a:lnTo>
                <a:lnTo>
                  <a:pt x="866" y="860"/>
                </a:lnTo>
                <a:lnTo>
                  <a:pt x="846" y="882"/>
                </a:lnTo>
                <a:lnTo>
                  <a:pt x="826" y="902"/>
                </a:lnTo>
                <a:lnTo>
                  <a:pt x="802" y="922"/>
                </a:lnTo>
                <a:lnTo>
                  <a:pt x="778" y="940"/>
                </a:lnTo>
                <a:lnTo>
                  <a:pt x="752" y="956"/>
                </a:lnTo>
                <a:lnTo>
                  <a:pt x="726" y="968"/>
                </a:lnTo>
                <a:lnTo>
                  <a:pt x="698" y="980"/>
                </a:lnTo>
                <a:lnTo>
                  <a:pt x="668" y="988"/>
                </a:lnTo>
                <a:lnTo>
                  <a:pt x="668" y="988"/>
                </a:lnTo>
                <a:lnTo>
                  <a:pt x="656" y="970"/>
                </a:lnTo>
                <a:lnTo>
                  <a:pt x="644" y="952"/>
                </a:lnTo>
                <a:lnTo>
                  <a:pt x="630" y="936"/>
                </a:lnTo>
                <a:lnTo>
                  <a:pt x="614" y="920"/>
                </a:lnTo>
                <a:lnTo>
                  <a:pt x="518" y="824"/>
                </a:lnTo>
                <a:lnTo>
                  <a:pt x="578" y="824"/>
                </a:lnTo>
                <a:lnTo>
                  <a:pt x="578" y="824"/>
                </a:lnTo>
                <a:lnTo>
                  <a:pt x="598" y="824"/>
                </a:lnTo>
                <a:lnTo>
                  <a:pt x="616" y="820"/>
                </a:lnTo>
                <a:lnTo>
                  <a:pt x="634" y="816"/>
                </a:lnTo>
                <a:lnTo>
                  <a:pt x="652" y="810"/>
                </a:lnTo>
                <a:lnTo>
                  <a:pt x="668" y="800"/>
                </a:lnTo>
                <a:lnTo>
                  <a:pt x="684" y="792"/>
                </a:lnTo>
                <a:lnTo>
                  <a:pt x="698" y="780"/>
                </a:lnTo>
                <a:lnTo>
                  <a:pt x="712" y="768"/>
                </a:lnTo>
                <a:lnTo>
                  <a:pt x="724" y="754"/>
                </a:lnTo>
                <a:lnTo>
                  <a:pt x="736" y="740"/>
                </a:lnTo>
                <a:lnTo>
                  <a:pt x="746" y="724"/>
                </a:lnTo>
                <a:lnTo>
                  <a:pt x="754" y="708"/>
                </a:lnTo>
                <a:lnTo>
                  <a:pt x="760" y="690"/>
                </a:lnTo>
                <a:lnTo>
                  <a:pt x="764" y="672"/>
                </a:lnTo>
                <a:lnTo>
                  <a:pt x="768" y="654"/>
                </a:lnTo>
                <a:lnTo>
                  <a:pt x="768" y="634"/>
                </a:lnTo>
                <a:lnTo>
                  <a:pt x="768" y="634"/>
                </a:lnTo>
                <a:lnTo>
                  <a:pt x="768" y="614"/>
                </a:lnTo>
                <a:lnTo>
                  <a:pt x="764" y="596"/>
                </a:lnTo>
                <a:lnTo>
                  <a:pt x="760" y="578"/>
                </a:lnTo>
                <a:lnTo>
                  <a:pt x="754" y="560"/>
                </a:lnTo>
                <a:lnTo>
                  <a:pt x="746" y="544"/>
                </a:lnTo>
                <a:lnTo>
                  <a:pt x="736" y="528"/>
                </a:lnTo>
                <a:lnTo>
                  <a:pt x="724" y="514"/>
                </a:lnTo>
                <a:lnTo>
                  <a:pt x="712" y="500"/>
                </a:lnTo>
                <a:lnTo>
                  <a:pt x="698" y="488"/>
                </a:lnTo>
                <a:lnTo>
                  <a:pt x="684" y="476"/>
                </a:lnTo>
                <a:lnTo>
                  <a:pt x="668" y="468"/>
                </a:lnTo>
                <a:lnTo>
                  <a:pt x="652" y="460"/>
                </a:lnTo>
                <a:lnTo>
                  <a:pt x="634" y="452"/>
                </a:lnTo>
                <a:lnTo>
                  <a:pt x="616" y="448"/>
                </a:lnTo>
                <a:lnTo>
                  <a:pt x="598" y="446"/>
                </a:lnTo>
                <a:lnTo>
                  <a:pt x="578" y="444"/>
                </a:lnTo>
                <a:lnTo>
                  <a:pt x="578" y="444"/>
                </a:lnTo>
                <a:lnTo>
                  <a:pt x="168" y="444"/>
                </a:lnTo>
                <a:lnTo>
                  <a:pt x="168" y="444"/>
                </a:lnTo>
                <a:lnTo>
                  <a:pt x="150" y="442"/>
                </a:lnTo>
                <a:lnTo>
                  <a:pt x="134" y="438"/>
                </a:lnTo>
                <a:lnTo>
                  <a:pt x="118" y="432"/>
                </a:lnTo>
                <a:lnTo>
                  <a:pt x="104" y="424"/>
                </a:lnTo>
                <a:lnTo>
                  <a:pt x="88" y="416"/>
                </a:lnTo>
                <a:lnTo>
                  <a:pt x="76" y="408"/>
                </a:lnTo>
                <a:lnTo>
                  <a:pt x="62" y="398"/>
                </a:lnTo>
                <a:lnTo>
                  <a:pt x="50" y="386"/>
                </a:lnTo>
                <a:lnTo>
                  <a:pt x="40" y="374"/>
                </a:lnTo>
                <a:lnTo>
                  <a:pt x="30" y="360"/>
                </a:lnTo>
                <a:lnTo>
                  <a:pt x="22" y="346"/>
                </a:lnTo>
                <a:lnTo>
                  <a:pt x="16" y="332"/>
                </a:lnTo>
                <a:lnTo>
                  <a:pt x="10" y="316"/>
                </a:lnTo>
                <a:lnTo>
                  <a:pt x="4" y="300"/>
                </a:lnTo>
                <a:lnTo>
                  <a:pt x="2" y="284"/>
                </a:lnTo>
                <a:lnTo>
                  <a:pt x="0" y="266"/>
                </a:lnTo>
                <a:lnTo>
                  <a:pt x="0" y="176"/>
                </a:lnTo>
                <a:lnTo>
                  <a:pt x="176" y="0"/>
                </a:lnTo>
                <a:lnTo>
                  <a:pt x="176" y="0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6"/>
          <p:cNvSpPr>
            <a:spLocks/>
          </p:cNvSpPr>
          <p:nvPr/>
        </p:nvSpPr>
        <p:spPr bwMode="auto">
          <a:xfrm>
            <a:off x="1642005" y="2282296"/>
            <a:ext cx="1568450" cy="1498600"/>
          </a:xfrm>
          <a:custGeom>
            <a:avLst/>
            <a:gdLst>
              <a:gd name="T0" fmla="*/ 204 w 988"/>
              <a:gd name="T1" fmla="*/ 768 h 944"/>
              <a:gd name="T2" fmla="*/ 216 w 988"/>
              <a:gd name="T3" fmla="*/ 766 h 944"/>
              <a:gd name="T4" fmla="*/ 238 w 988"/>
              <a:gd name="T5" fmla="*/ 756 h 944"/>
              <a:gd name="T6" fmla="*/ 256 w 988"/>
              <a:gd name="T7" fmla="*/ 738 h 944"/>
              <a:gd name="T8" fmla="*/ 266 w 988"/>
              <a:gd name="T9" fmla="*/ 716 h 944"/>
              <a:gd name="T10" fmla="*/ 268 w 988"/>
              <a:gd name="T11" fmla="*/ 366 h 944"/>
              <a:gd name="T12" fmla="*/ 270 w 988"/>
              <a:gd name="T13" fmla="*/ 330 h 944"/>
              <a:gd name="T14" fmla="*/ 284 w 988"/>
              <a:gd name="T15" fmla="*/ 258 h 944"/>
              <a:gd name="T16" fmla="*/ 312 w 988"/>
              <a:gd name="T17" fmla="*/ 192 h 944"/>
              <a:gd name="T18" fmla="*/ 352 w 988"/>
              <a:gd name="T19" fmla="*/ 134 h 944"/>
              <a:gd name="T20" fmla="*/ 402 w 988"/>
              <a:gd name="T21" fmla="*/ 84 h 944"/>
              <a:gd name="T22" fmla="*/ 460 w 988"/>
              <a:gd name="T23" fmla="*/ 44 h 944"/>
              <a:gd name="T24" fmla="*/ 526 w 988"/>
              <a:gd name="T25" fmla="*/ 16 h 944"/>
              <a:gd name="T26" fmla="*/ 596 w 988"/>
              <a:gd name="T27" fmla="*/ 2 h 944"/>
              <a:gd name="T28" fmla="*/ 634 w 988"/>
              <a:gd name="T29" fmla="*/ 0 h 944"/>
              <a:gd name="T30" fmla="*/ 696 w 988"/>
              <a:gd name="T31" fmla="*/ 4 h 944"/>
              <a:gd name="T32" fmla="*/ 756 w 988"/>
              <a:gd name="T33" fmla="*/ 20 h 944"/>
              <a:gd name="T34" fmla="*/ 810 w 988"/>
              <a:gd name="T35" fmla="*/ 44 h 944"/>
              <a:gd name="T36" fmla="*/ 860 w 988"/>
              <a:gd name="T37" fmla="*/ 78 h 944"/>
              <a:gd name="T38" fmla="*/ 904 w 988"/>
              <a:gd name="T39" fmla="*/ 120 h 944"/>
              <a:gd name="T40" fmla="*/ 940 w 988"/>
              <a:gd name="T41" fmla="*/ 168 h 944"/>
              <a:gd name="T42" fmla="*/ 970 w 988"/>
              <a:gd name="T43" fmla="*/ 220 h 944"/>
              <a:gd name="T44" fmla="*/ 988 w 988"/>
              <a:gd name="T45" fmla="*/ 278 h 944"/>
              <a:gd name="T46" fmla="*/ 952 w 988"/>
              <a:gd name="T47" fmla="*/ 304 h 944"/>
              <a:gd name="T48" fmla="*/ 918 w 988"/>
              <a:gd name="T49" fmla="*/ 332 h 944"/>
              <a:gd name="T50" fmla="*/ 824 w 988"/>
              <a:gd name="T51" fmla="*/ 366 h 944"/>
              <a:gd name="T52" fmla="*/ 822 w 988"/>
              <a:gd name="T53" fmla="*/ 346 h 944"/>
              <a:gd name="T54" fmla="*/ 816 w 988"/>
              <a:gd name="T55" fmla="*/ 310 h 944"/>
              <a:gd name="T56" fmla="*/ 800 w 988"/>
              <a:gd name="T57" fmla="*/ 276 h 944"/>
              <a:gd name="T58" fmla="*/ 780 w 988"/>
              <a:gd name="T59" fmla="*/ 246 h 944"/>
              <a:gd name="T60" fmla="*/ 754 w 988"/>
              <a:gd name="T61" fmla="*/ 220 h 944"/>
              <a:gd name="T62" fmla="*/ 724 w 988"/>
              <a:gd name="T63" fmla="*/ 198 h 944"/>
              <a:gd name="T64" fmla="*/ 690 w 988"/>
              <a:gd name="T65" fmla="*/ 184 h 944"/>
              <a:gd name="T66" fmla="*/ 654 w 988"/>
              <a:gd name="T67" fmla="*/ 176 h 944"/>
              <a:gd name="T68" fmla="*/ 634 w 988"/>
              <a:gd name="T69" fmla="*/ 176 h 944"/>
              <a:gd name="T70" fmla="*/ 596 w 988"/>
              <a:gd name="T71" fmla="*/ 180 h 944"/>
              <a:gd name="T72" fmla="*/ 560 w 988"/>
              <a:gd name="T73" fmla="*/ 190 h 944"/>
              <a:gd name="T74" fmla="*/ 528 w 988"/>
              <a:gd name="T75" fmla="*/ 208 h 944"/>
              <a:gd name="T76" fmla="*/ 500 w 988"/>
              <a:gd name="T77" fmla="*/ 232 h 944"/>
              <a:gd name="T78" fmla="*/ 476 w 988"/>
              <a:gd name="T79" fmla="*/ 260 h 944"/>
              <a:gd name="T80" fmla="*/ 458 w 988"/>
              <a:gd name="T81" fmla="*/ 292 h 944"/>
              <a:gd name="T82" fmla="*/ 448 w 988"/>
              <a:gd name="T83" fmla="*/ 328 h 944"/>
              <a:gd name="T84" fmla="*/ 444 w 988"/>
              <a:gd name="T85" fmla="*/ 366 h 944"/>
              <a:gd name="T86" fmla="*/ 444 w 988"/>
              <a:gd name="T87" fmla="*/ 776 h 944"/>
              <a:gd name="T88" fmla="*/ 442 w 988"/>
              <a:gd name="T89" fmla="*/ 794 h 944"/>
              <a:gd name="T90" fmla="*/ 432 w 988"/>
              <a:gd name="T91" fmla="*/ 826 h 944"/>
              <a:gd name="T92" fmla="*/ 416 w 988"/>
              <a:gd name="T93" fmla="*/ 856 h 944"/>
              <a:gd name="T94" fmla="*/ 398 w 988"/>
              <a:gd name="T95" fmla="*/ 882 h 944"/>
              <a:gd name="T96" fmla="*/ 374 w 988"/>
              <a:gd name="T97" fmla="*/ 904 h 944"/>
              <a:gd name="T98" fmla="*/ 346 w 988"/>
              <a:gd name="T99" fmla="*/ 922 h 944"/>
              <a:gd name="T100" fmla="*/ 316 w 988"/>
              <a:gd name="T101" fmla="*/ 936 h 944"/>
              <a:gd name="T102" fmla="*/ 284 w 988"/>
              <a:gd name="T103" fmla="*/ 942 h 944"/>
              <a:gd name="T104" fmla="*/ 174 w 988"/>
              <a:gd name="T105" fmla="*/ 944 h 944"/>
              <a:gd name="T106" fmla="*/ 0 w 988"/>
              <a:gd name="T107" fmla="*/ 768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88" h="944">
                <a:moveTo>
                  <a:pt x="0" y="768"/>
                </a:moveTo>
                <a:lnTo>
                  <a:pt x="204" y="768"/>
                </a:lnTo>
                <a:lnTo>
                  <a:pt x="204" y="768"/>
                </a:lnTo>
                <a:lnTo>
                  <a:pt x="216" y="766"/>
                </a:lnTo>
                <a:lnTo>
                  <a:pt x="228" y="762"/>
                </a:lnTo>
                <a:lnTo>
                  <a:pt x="238" y="756"/>
                </a:lnTo>
                <a:lnTo>
                  <a:pt x="248" y="748"/>
                </a:lnTo>
                <a:lnTo>
                  <a:pt x="256" y="738"/>
                </a:lnTo>
                <a:lnTo>
                  <a:pt x="262" y="728"/>
                </a:lnTo>
                <a:lnTo>
                  <a:pt x="266" y="716"/>
                </a:lnTo>
                <a:lnTo>
                  <a:pt x="268" y="704"/>
                </a:lnTo>
                <a:lnTo>
                  <a:pt x="268" y="366"/>
                </a:lnTo>
                <a:lnTo>
                  <a:pt x="268" y="366"/>
                </a:lnTo>
                <a:lnTo>
                  <a:pt x="270" y="330"/>
                </a:lnTo>
                <a:lnTo>
                  <a:pt x="276" y="294"/>
                </a:lnTo>
                <a:lnTo>
                  <a:pt x="284" y="258"/>
                </a:lnTo>
                <a:lnTo>
                  <a:pt x="296" y="224"/>
                </a:lnTo>
                <a:lnTo>
                  <a:pt x="312" y="192"/>
                </a:lnTo>
                <a:lnTo>
                  <a:pt x="330" y="162"/>
                </a:lnTo>
                <a:lnTo>
                  <a:pt x="352" y="134"/>
                </a:lnTo>
                <a:lnTo>
                  <a:pt x="376" y="108"/>
                </a:lnTo>
                <a:lnTo>
                  <a:pt x="402" y="84"/>
                </a:lnTo>
                <a:lnTo>
                  <a:pt x="430" y="62"/>
                </a:lnTo>
                <a:lnTo>
                  <a:pt x="460" y="44"/>
                </a:lnTo>
                <a:lnTo>
                  <a:pt x="492" y="28"/>
                </a:lnTo>
                <a:lnTo>
                  <a:pt x="526" y="16"/>
                </a:lnTo>
                <a:lnTo>
                  <a:pt x="560" y="6"/>
                </a:lnTo>
                <a:lnTo>
                  <a:pt x="596" y="2"/>
                </a:lnTo>
                <a:lnTo>
                  <a:pt x="634" y="0"/>
                </a:lnTo>
                <a:lnTo>
                  <a:pt x="634" y="0"/>
                </a:lnTo>
                <a:lnTo>
                  <a:pt x="666" y="0"/>
                </a:lnTo>
                <a:lnTo>
                  <a:pt x="696" y="4"/>
                </a:lnTo>
                <a:lnTo>
                  <a:pt x="726" y="10"/>
                </a:lnTo>
                <a:lnTo>
                  <a:pt x="756" y="20"/>
                </a:lnTo>
                <a:lnTo>
                  <a:pt x="784" y="32"/>
                </a:lnTo>
                <a:lnTo>
                  <a:pt x="810" y="44"/>
                </a:lnTo>
                <a:lnTo>
                  <a:pt x="836" y="60"/>
                </a:lnTo>
                <a:lnTo>
                  <a:pt x="860" y="78"/>
                </a:lnTo>
                <a:lnTo>
                  <a:pt x="882" y="98"/>
                </a:lnTo>
                <a:lnTo>
                  <a:pt x="904" y="120"/>
                </a:lnTo>
                <a:lnTo>
                  <a:pt x="922" y="142"/>
                </a:lnTo>
                <a:lnTo>
                  <a:pt x="940" y="168"/>
                </a:lnTo>
                <a:lnTo>
                  <a:pt x="956" y="194"/>
                </a:lnTo>
                <a:lnTo>
                  <a:pt x="970" y="220"/>
                </a:lnTo>
                <a:lnTo>
                  <a:pt x="980" y="248"/>
                </a:lnTo>
                <a:lnTo>
                  <a:pt x="988" y="278"/>
                </a:lnTo>
                <a:lnTo>
                  <a:pt x="988" y="278"/>
                </a:lnTo>
                <a:lnTo>
                  <a:pt x="952" y="304"/>
                </a:lnTo>
                <a:lnTo>
                  <a:pt x="936" y="316"/>
                </a:lnTo>
                <a:lnTo>
                  <a:pt x="918" y="332"/>
                </a:lnTo>
                <a:lnTo>
                  <a:pt x="824" y="428"/>
                </a:lnTo>
                <a:lnTo>
                  <a:pt x="824" y="366"/>
                </a:lnTo>
                <a:lnTo>
                  <a:pt x="824" y="366"/>
                </a:lnTo>
                <a:lnTo>
                  <a:pt x="822" y="346"/>
                </a:lnTo>
                <a:lnTo>
                  <a:pt x="820" y="328"/>
                </a:lnTo>
                <a:lnTo>
                  <a:pt x="816" y="310"/>
                </a:lnTo>
                <a:lnTo>
                  <a:pt x="808" y="292"/>
                </a:lnTo>
                <a:lnTo>
                  <a:pt x="800" y="276"/>
                </a:lnTo>
                <a:lnTo>
                  <a:pt x="792" y="260"/>
                </a:lnTo>
                <a:lnTo>
                  <a:pt x="780" y="246"/>
                </a:lnTo>
                <a:lnTo>
                  <a:pt x="768" y="232"/>
                </a:lnTo>
                <a:lnTo>
                  <a:pt x="754" y="220"/>
                </a:lnTo>
                <a:lnTo>
                  <a:pt x="740" y="208"/>
                </a:lnTo>
                <a:lnTo>
                  <a:pt x="724" y="198"/>
                </a:lnTo>
                <a:lnTo>
                  <a:pt x="708" y="190"/>
                </a:lnTo>
                <a:lnTo>
                  <a:pt x="690" y="184"/>
                </a:lnTo>
                <a:lnTo>
                  <a:pt x="672" y="180"/>
                </a:lnTo>
                <a:lnTo>
                  <a:pt x="654" y="176"/>
                </a:lnTo>
                <a:lnTo>
                  <a:pt x="634" y="176"/>
                </a:lnTo>
                <a:lnTo>
                  <a:pt x="634" y="176"/>
                </a:lnTo>
                <a:lnTo>
                  <a:pt x="614" y="176"/>
                </a:lnTo>
                <a:lnTo>
                  <a:pt x="596" y="180"/>
                </a:lnTo>
                <a:lnTo>
                  <a:pt x="578" y="184"/>
                </a:lnTo>
                <a:lnTo>
                  <a:pt x="560" y="190"/>
                </a:lnTo>
                <a:lnTo>
                  <a:pt x="544" y="198"/>
                </a:lnTo>
                <a:lnTo>
                  <a:pt x="528" y="208"/>
                </a:lnTo>
                <a:lnTo>
                  <a:pt x="514" y="220"/>
                </a:lnTo>
                <a:lnTo>
                  <a:pt x="500" y="232"/>
                </a:lnTo>
                <a:lnTo>
                  <a:pt x="488" y="246"/>
                </a:lnTo>
                <a:lnTo>
                  <a:pt x="476" y="260"/>
                </a:lnTo>
                <a:lnTo>
                  <a:pt x="468" y="276"/>
                </a:lnTo>
                <a:lnTo>
                  <a:pt x="458" y="292"/>
                </a:lnTo>
                <a:lnTo>
                  <a:pt x="452" y="310"/>
                </a:lnTo>
                <a:lnTo>
                  <a:pt x="448" y="328"/>
                </a:lnTo>
                <a:lnTo>
                  <a:pt x="444" y="346"/>
                </a:lnTo>
                <a:lnTo>
                  <a:pt x="444" y="366"/>
                </a:lnTo>
                <a:lnTo>
                  <a:pt x="444" y="366"/>
                </a:lnTo>
                <a:lnTo>
                  <a:pt x="444" y="776"/>
                </a:lnTo>
                <a:lnTo>
                  <a:pt x="444" y="776"/>
                </a:lnTo>
                <a:lnTo>
                  <a:pt x="442" y="794"/>
                </a:lnTo>
                <a:lnTo>
                  <a:pt x="438" y="810"/>
                </a:lnTo>
                <a:lnTo>
                  <a:pt x="432" y="826"/>
                </a:lnTo>
                <a:lnTo>
                  <a:pt x="424" y="842"/>
                </a:lnTo>
                <a:lnTo>
                  <a:pt x="416" y="856"/>
                </a:lnTo>
                <a:lnTo>
                  <a:pt x="408" y="870"/>
                </a:lnTo>
                <a:lnTo>
                  <a:pt x="398" y="882"/>
                </a:lnTo>
                <a:lnTo>
                  <a:pt x="386" y="894"/>
                </a:lnTo>
                <a:lnTo>
                  <a:pt x="374" y="904"/>
                </a:lnTo>
                <a:lnTo>
                  <a:pt x="360" y="914"/>
                </a:lnTo>
                <a:lnTo>
                  <a:pt x="346" y="922"/>
                </a:lnTo>
                <a:lnTo>
                  <a:pt x="332" y="930"/>
                </a:lnTo>
                <a:lnTo>
                  <a:pt x="316" y="936"/>
                </a:lnTo>
                <a:lnTo>
                  <a:pt x="300" y="940"/>
                </a:lnTo>
                <a:lnTo>
                  <a:pt x="284" y="942"/>
                </a:lnTo>
                <a:lnTo>
                  <a:pt x="266" y="944"/>
                </a:lnTo>
                <a:lnTo>
                  <a:pt x="174" y="944"/>
                </a:lnTo>
                <a:lnTo>
                  <a:pt x="0" y="768"/>
                </a:lnTo>
                <a:lnTo>
                  <a:pt x="0" y="768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7"/>
          <p:cNvSpPr>
            <a:spLocks/>
          </p:cNvSpPr>
          <p:nvPr/>
        </p:nvSpPr>
        <p:spPr bwMode="auto">
          <a:xfrm>
            <a:off x="848255" y="3520546"/>
            <a:ext cx="1498600" cy="1571625"/>
          </a:xfrm>
          <a:custGeom>
            <a:avLst/>
            <a:gdLst>
              <a:gd name="T0" fmla="*/ 768 w 944"/>
              <a:gd name="T1" fmla="*/ 784 h 990"/>
              <a:gd name="T2" fmla="*/ 766 w 944"/>
              <a:gd name="T3" fmla="*/ 772 h 990"/>
              <a:gd name="T4" fmla="*/ 756 w 944"/>
              <a:gd name="T5" fmla="*/ 750 h 990"/>
              <a:gd name="T6" fmla="*/ 738 w 944"/>
              <a:gd name="T7" fmla="*/ 732 h 990"/>
              <a:gd name="T8" fmla="*/ 716 w 944"/>
              <a:gd name="T9" fmla="*/ 722 h 990"/>
              <a:gd name="T10" fmla="*/ 366 w 944"/>
              <a:gd name="T11" fmla="*/ 720 h 990"/>
              <a:gd name="T12" fmla="*/ 328 w 944"/>
              <a:gd name="T13" fmla="*/ 718 h 990"/>
              <a:gd name="T14" fmla="*/ 258 w 944"/>
              <a:gd name="T15" fmla="*/ 704 h 990"/>
              <a:gd name="T16" fmla="*/ 192 w 944"/>
              <a:gd name="T17" fmla="*/ 676 h 990"/>
              <a:gd name="T18" fmla="*/ 134 w 944"/>
              <a:gd name="T19" fmla="*/ 636 h 990"/>
              <a:gd name="T20" fmla="*/ 84 w 944"/>
              <a:gd name="T21" fmla="*/ 586 h 990"/>
              <a:gd name="T22" fmla="*/ 44 w 944"/>
              <a:gd name="T23" fmla="*/ 528 h 990"/>
              <a:gd name="T24" fmla="*/ 16 w 944"/>
              <a:gd name="T25" fmla="*/ 462 h 990"/>
              <a:gd name="T26" fmla="*/ 0 w 944"/>
              <a:gd name="T27" fmla="*/ 392 h 990"/>
              <a:gd name="T28" fmla="*/ 0 w 944"/>
              <a:gd name="T29" fmla="*/ 354 h 990"/>
              <a:gd name="T30" fmla="*/ 4 w 944"/>
              <a:gd name="T31" fmla="*/ 292 h 990"/>
              <a:gd name="T32" fmla="*/ 20 w 944"/>
              <a:gd name="T33" fmla="*/ 234 h 990"/>
              <a:gd name="T34" fmla="*/ 44 w 944"/>
              <a:gd name="T35" fmla="*/ 178 h 990"/>
              <a:gd name="T36" fmla="*/ 78 w 944"/>
              <a:gd name="T37" fmla="*/ 128 h 990"/>
              <a:gd name="T38" fmla="*/ 120 w 944"/>
              <a:gd name="T39" fmla="*/ 84 h 990"/>
              <a:gd name="T40" fmla="*/ 168 w 944"/>
              <a:gd name="T41" fmla="*/ 48 h 990"/>
              <a:gd name="T42" fmla="*/ 220 w 944"/>
              <a:gd name="T43" fmla="*/ 20 h 990"/>
              <a:gd name="T44" fmla="*/ 278 w 944"/>
              <a:gd name="T45" fmla="*/ 0 h 990"/>
              <a:gd name="T46" fmla="*/ 302 w 944"/>
              <a:gd name="T47" fmla="*/ 36 h 990"/>
              <a:gd name="T48" fmla="*/ 332 w 944"/>
              <a:gd name="T49" fmla="*/ 70 h 990"/>
              <a:gd name="T50" fmla="*/ 366 w 944"/>
              <a:gd name="T51" fmla="*/ 164 h 990"/>
              <a:gd name="T52" fmla="*/ 346 w 944"/>
              <a:gd name="T53" fmla="*/ 166 h 990"/>
              <a:gd name="T54" fmla="*/ 310 w 944"/>
              <a:gd name="T55" fmla="*/ 174 h 990"/>
              <a:gd name="T56" fmla="*/ 276 w 944"/>
              <a:gd name="T57" fmla="*/ 188 h 990"/>
              <a:gd name="T58" fmla="*/ 244 w 944"/>
              <a:gd name="T59" fmla="*/ 208 h 990"/>
              <a:gd name="T60" fmla="*/ 220 w 944"/>
              <a:gd name="T61" fmla="*/ 234 h 990"/>
              <a:gd name="T62" fmla="*/ 198 w 944"/>
              <a:gd name="T63" fmla="*/ 264 h 990"/>
              <a:gd name="T64" fmla="*/ 184 w 944"/>
              <a:gd name="T65" fmla="*/ 298 h 990"/>
              <a:gd name="T66" fmla="*/ 176 w 944"/>
              <a:gd name="T67" fmla="*/ 336 h 990"/>
              <a:gd name="T68" fmla="*/ 176 w 944"/>
              <a:gd name="T69" fmla="*/ 354 h 990"/>
              <a:gd name="T70" fmla="*/ 180 w 944"/>
              <a:gd name="T71" fmla="*/ 392 h 990"/>
              <a:gd name="T72" fmla="*/ 190 w 944"/>
              <a:gd name="T73" fmla="*/ 428 h 990"/>
              <a:gd name="T74" fmla="*/ 208 w 944"/>
              <a:gd name="T75" fmla="*/ 460 h 990"/>
              <a:gd name="T76" fmla="*/ 232 w 944"/>
              <a:gd name="T77" fmla="*/ 488 h 990"/>
              <a:gd name="T78" fmla="*/ 260 w 944"/>
              <a:gd name="T79" fmla="*/ 512 h 990"/>
              <a:gd name="T80" fmla="*/ 292 w 944"/>
              <a:gd name="T81" fmla="*/ 530 h 990"/>
              <a:gd name="T82" fmla="*/ 328 w 944"/>
              <a:gd name="T83" fmla="*/ 540 h 990"/>
              <a:gd name="T84" fmla="*/ 366 w 944"/>
              <a:gd name="T85" fmla="*/ 544 h 990"/>
              <a:gd name="T86" fmla="*/ 776 w 944"/>
              <a:gd name="T87" fmla="*/ 544 h 990"/>
              <a:gd name="T88" fmla="*/ 794 w 944"/>
              <a:gd name="T89" fmla="*/ 548 h 990"/>
              <a:gd name="T90" fmla="*/ 826 w 944"/>
              <a:gd name="T91" fmla="*/ 558 h 990"/>
              <a:gd name="T92" fmla="*/ 856 w 944"/>
              <a:gd name="T93" fmla="*/ 572 h 990"/>
              <a:gd name="T94" fmla="*/ 882 w 944"/>
              <a:gd name="T95" fmla="*/ 592 h 990"/>
              <a:gd name="T96" fmla="*/ 904 w 944"/>
              <a:gd name="T97" fmla="*/ 614 h 990"/>
              <a:gd name="T98" fmla="*/ 922 w 944"/>
              <a:gd name="T99" fmla="*/ 642 h 990"/>
              <a:gd name="T100" fmla="*/ 934 w 944"/>
              <a:gd name="T101" fmla="*/ 672 h 990"/>
              <a:gd name="T102" fmla="*/ 942 w 944"/>
              <a:gd name="T103" fmla="*/ 706 h 990"/>
              <a:gd name="T104" fmla="*/ 944 w 944"/>
              <a:gd name="T105" fmla="*/ 814 h 990"/>
              <a:gd name="T106" fmla="*/ 768 w 944"/>
              <a:gd name="T107" fmla="*/ 990 h 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44" h="990">
                <a:moveTo>
                  <a:pt x="768" y="990"/>
                </a:moveTo>
                <a:lnTo>
                  <a:pt x="768" y="784"/>
                </a:lnTo>
                <a:lnTo>
                  <a:pt x="768" y="784"/>
                </a:lnTo>
                <a:lnTo>
                  <a:pt x="766" y="772"/>
                </a:lnTo>
                <a:lnTo>
                  <a:pt x="762" y="760"/>
                </a:lnTo>
                <a:lnTo>
                  <a:pt x="756" y="750"/>
                </a:lnTo>
                <a:lnTo>
                  <a:pt x="748" y="740"/>
                </a:lnTo>
                <a:lnTo>
                  <a:pt x="738" y="732"/>
                </a:lnTo>
                <a:lnTo>
                  <a:pt x="728" y="726"/>
                </a:lnTo>
                <a:lnTo>
                  <a:pt x="716" y="722"/>
                </a:lnTo>
                <a:lnTo>
                  <a:pt x="704" y="720"/>
                </a:lnTo>
                <a:lnTo>
                  <a:pt x="366" y="720"/>
                </a:lnTo>
                <a:lnTo>
                  <a:pt x="366" y="720"/>
                </a:lnTo>
                <a:lnTo>
                  <a:pt x="328" y="718"/>
                </a:lnTo>
                <a:lnTo>
                  <a:pt x="294" y="714"/>
                </a:lnTo>
                <a:lnTo>
                  <a:pt x="258" y="704"/>
                </a:lnTo>
                <a:lnTo>
                  <a:pt x="224" y="692"/>
                </a:lnTo>
                <a:lnTo>
                  <a:pt x="192" y="676"/>
                </a:lnTo>
                <a:lnTo>
                  <a:pt x="162" y="658"/>
                </a:lnTo>
                <a:lnTo>
                  <a:pt x="134" y="636"/>
                </a:lnTo>
                <a:lnTo>
                  <a:pt x="108" y="612"/>
                </a:lnTo>
                <a:lnTo>
                  <a:pt x="84" y="586"/>
                </a:lnTo>
                <a:lnTo>
                  <a:pt x="62" y="558"/>
                </a:lnTo>
                <a:lnTo>
                  <a:pt x="44" y="528"/>
                </a:lnTo>
                <a:lnTo>
                  <a:pt x="28" y="496"/>
                </a:lnTo>
                <a:lnTo>
                  <a:pt x="16" y="462"/>
                </a:lnTo>
                <a:lnTo>
                  <a:pt x="6" y="428"/>
                </a:lnTo>
                <a:lnTo>
                  <a:pt x="0" y="392"/>
                </a:lnTo>
                <a:lnTo>
                  <a:pt x="0" y="354"/>
                </a:lnTo>
                <a:lnTo>
                  <a:pt x="0" y="354"/>
                </a:lnTo>
                <a:lnTo>
                  <a:pt x="0" y="324"/>
                </a:lnTo>
                <a:lnTo>
                  <a:pt x="4" y="292"/>
                </a:lnTo>
                <a:lnTo>
                  <a:pt x="10" y="262"/>
                </a:lnTo>
                <a:lnTo>
                  <a:pt x="20" y="234"/>
                </a:lnTo>
                <a:lnTo>
                  <a:pt x="30" y="206"/>
                </a:lnTo>
                <a:lnTo>
                  <a:pt x="44" y="178"/>
                </a:lnTo>
                <a:lnTo>
                  <a:pt x="60" y="152"/>
                </a:lnTo>
                <a:lnTo>
                  <a:pt x="78" y="128"/>
                </a:lnTo>
                <a:lnTo>
                  <a:pt x="98" y="106"/>
                </a:lnTo>
                <a:lnTo>
                  <a:pt x="120" y="84"/>
                </a:lnTo>
                <a:lnTo>
                  <a:pt x="142" y="66"/>
                </a:lnTo>
                <a:lnTo>
                  <a:pt x="168" y="48"/>
                </a:lnTo>
                <a:lnTo>
                  <a:pt x="194" y="32"/>
                </a:lnTo>
                <a:lnTo>
                  <a:pt x="220" y="20"/>
                </a:lnTo>
                <a:lnTo>
                  <a:pt x="248" y="8"/>
                </a:lnTo>
                <a:lnTo>
                  <a:pt x="278" y="0"/>
                </a:lnTo>
                <a:lnTo>
                  <a:pt x="278" y="0"/>
                </a:lnTo>
                <a:lnTo>
                  <a:pt x="302" y="36"/>
                </a:lnTo>
                <a:lnTo>
                  <a:pt x="316" y="52"/>
                </a:lnTo>
                <a:lnTo>
                  <a:pt x="332" y="70"/>
                </a:lnTo>
                <a:lnTo>
                  <a:pt x="426" y="164"/>
                </a:lnTo>
                <a:lnTo>
                  <a:pt x="366" y="164"/>
                </a:lnTo>
                <a:lnTo>
                  <a:pt x="366" y="164"/>
                </a:lnTo>
                <a:lnTo>
                  <a:pt x="346" y="166"/>
                </a:lnTo>
                <a:lnTo>
                  <a:pt x="328" y="168"/>
                </a:lnTo>
                <a:lnTo>
                  <a:pt x="310" y="174"/>
                </a:lnTo>
                <a:lnTo>
                  <a:pt x="292" y="180"/>
                </a:lnTo>
                <a:lnTo>
                  <a:pt x="276" y="188"/>
                </a:lnTo>
                <a:lnTo>
                  <a:pt x="260" y="198"/>
                </a:lnTo>
                <a:lnTo>
                  <a:pt x="244" y="208"/>
                </a:lnTo>
                <a:lnTo>
                  <a:pt x="232" y="220"/>
                </a:lnTo>
                <a:lnTo>
                  <a:pt x="220" y="234"/>
                </a:lnTo>
                <a:lnTo>
                  <a:pt x="208" y="248"/>
                </a:lnTo>
                <a:lnTo>
                  <a:pt x="198" y="264"/>
                </a:lnTo>
                <a:lnTo>
                  <a:pt x="190" y="280"/>
                </a:lnTo>
                <a:lnTo>
                  <a:pt x="184" y="298"/>
                </a:lnTo>
                <a:lnTo>
                  <a:pt x="180" y="316"/>
                </a:lnTo>
                <a:lnTo>
                  <a:pt x="176" y="336"/>
                </a:lnTo>
                <a:lnTo>
                  <a:pt x="176" y="354"/>
                </a:lnTo>
                <a:lnTo>
                  <a:pt x="176" y="354"/>
                </a:lnTo>
                <a:lnTo>
                  <a:pt x="176" y="374"/>
                </a:lnTo>
                <a:lnTo>
                  <a:pt x="180" y="392"/>
                </a:lnTo>
                <a:lnTo>
                  <a:pt x="184" y="410"/>
                </a:lnTo>
                <a:lnTo>
                  <a:pt x="190" y="428"/>
                </a:lnTo>
                <a:lnTo>
                  <a:pt x="198" y="444"/>
                </a:lnTo>
                <a:lnTo>
                  <a:pt x="208" y="460"/>
                </a:lnTo>
                <a:lnTo>
                  <a:pt x="220" y="476"/>
                </a:lnTo>
                <a:lnTo>
                  <a:pt x="232" y="488"/>
                </a:lnTo>
                <a:lnTo>
                  <a:pt x="244" y="502"/>
                </a:lnTo>
                <a:lnTo>
                  <a:pt x="260" y="512"/>
                </a:lnTo>
                <a:lnTo>
                  <a:pt x="276" y="522"/>
                </a:lnTo>
                <a:lnTo>
                  <a:pt x="292" y="530"/>
                </a:lnTo>
                <a:lnTo>
                  <a:pt x="310" y="536"/>
                </a:lnTo>
                <a:lnTo>
                  <a:pt x="328" y="540"/>
                </a:lnTo>
                <a:lnTo>
                  <a:pt x="346" y="544"/>
                </a:lnTo>
                <a:lnTo>
                  <a:pt x="366" y="544"/>
                </a:lnTo>
                <a:lnTo>
                  <a:pt x="366" y="544"/>
                </a:lnTo>
                <a:lnTo>
                  <a:pt x="776" y="544"/>
                </a:lnTo>
                <a:lnTo>
                  <a:pt x="776" y="544"/>
                </a:lnTo>
                <a:lnTo>
                  <a:pt x="794" y="548"/>
                </a:lnTo>
                <a:lnTo>
                  <a:pt x="810" y="552"/>
                </a:lnTo>
                <a:lnTo>
                  <a:pt x="826" y="558"/>
                </a:lnTo>
                <a:lnTo>
                  <a:pt x="840" y="564"/>
                </a:lnTo>
                <a:lnTo>
                  <a:pt x="856" y="572"/>
                </a:lnTo>
                <a:lnTo>
                  <a:pt x="868" y="582"/>
                </a:lnTo>
                <a:lnTo>
                  <a:pt x="882" y="592"/>
                </a:lnTo>
                <a:lnTo>
                  <a:pt x="892" y="602"/>
                </a:lnTo>
                <a:lnTo>
                  <a:pt x="904" y="614"/>
                </a:lnTo>
                <a:lnTo>
                  <a:pt x="914" y="628"/>
                </a:lnTo>
                <a:lnTo>
                  <a:pt x="922" y="642"/>
                </a:lnTo>
                <a:lnTo>
                  <a:pt x="928" y="656"/>
                </a:lnTo>
                <a:lnTo>
                  <a:pt x="934" y="672"/>
                </a:lnTo>
                <a:lnTo>
                  <a:pt x="940" y="688"/>
                </a:lnTo>
                <a:lnTo>
                  <a:pt x="942" y="706"/>
                </a:lnTo>
                <a:lnTo>
                  <a:pt x="944" y="722"/>
                </a:lnTo>
                <a:lnTo>
                  <a:pt x="944" y="814"/>
                </a:lnTo>
                <a:lnTo>
                  <a:pt x="768" y="990"/>
                </a:lnTo>
                <a:lnTo>
                  <a:pt x="768" y="99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8"/>
          <p:cNvSpPr>
            <a:spLocks/>
          </p:cNvSpPr>
          <p:nvPr/>
        </p:nvSpPr>
        <p:spPr bwMode="auto">
          <a:xfrm>
            <a:off x="2092855" y="4380971"/>
            <a:ext cx="1568450" cy="1498600"/>
          </a:xfrm>
          <a:custGeom>
            <a:avLst/>
            <a:gdLst>
              <a:gd name="T0" fmla="*/ 784 w 988"/>
              <a:gd name="T1" fmla="*/ 176 h 944"/>
              <a:gd name="T2" fmla="*/ 772 w 988"/>
              <a:gd name="T3" fmla="*/ 178 h 944"/>
              <a:gd name="T4" fmla="*/ 748 w 988"/>
              <a:gd name="T5" fmla="*/ 188 h 944"/>
              <a:gd name="T6" fmla="*/ 732 w 988"/>
              <a:gd name="T7" fmla="*/ 206 h 944"/>
              <a:gd name="T8" fmla="*/ 722 w 988"/>
              <a:gd name="T9" fmla="*/ 228 h 944"/>
              <a:gd name="T10" fmla="*/ 720 w 988"/>
              <a:gd name="T11" fmla="*/ 578 h 944"/>
              <a:gd name="T12" fmla="*/ 718 w 988"/>
              <a:gd name="T13" fmla="*/ 614 h 944"/>
              <a:gd name="T14" fmla="*/ 704 w 988"/>
              <a:gd name="T15" fmla="*/ 686 h 944"/>
              <a:gd name="T16" fmla="*/ 676 w 988"/>
              <a:gd name="T17" fmla="*/ 752 h 944"/>
              <a:gd name="T18" fmla="*/ 636 w 988"/>
              <a:gd name="T19" fmla="*/ 810 h 944"/>
              <a:gd name="T20" fmla="*/ 586 w 988"/>
              <a:gd name="T21" fmla="*/ 860 h 944"/>
              <a:gd name="T22" fmla="*/ 528 w 988"/>
              <a:gd name="T23" fmla="*/ 900 h 944"/>
              <a:gd name="T24" fmla="*/ 462 w 988"/>
              <a:gd name="T25" fmla="*/ 928 h 944"/>
              <a:gd name="T26" fmla="*/ 390 w 988"/>
              <a:gd name="T27" fmla="*/ 944 h 944"/>
              <a:gd name="T28" fmla="*/ 354 w 988"/>
              <a:gd name="T29" fmla="*/ 944 h 944"/>
              <a:gd name="T30" fmla="*/ 292 w 988"/>
              <a:gd name="T31" fmla="*/ 940 h 944"/>
              <a:gd name="T32" fmla="*/ 232 w 988"/>
              <a:gd name="T33" fmla="*/ 924 h 944"/>
              <a:gd name="T34" fmla="*/ 178 w 988"/>
              <a:gd name="T35" fmla="*/ 900 h 944"/>
              <a:gd name="T36" fmla="*/ 128 w 988"/>
              <a:gd name="T37" fmla="*/ 866 h 944"/>
              <a:gd name="T38" fmla="*/ 84 w 988"/>
              <a:gd name="T39" fmla="*/ 826 h 944"/>
              <a:gd name="T40" fmla="*/ 48 w 988"/>
              <a:gd name="T41" fmla="*/ 778 h 944"/>
              <a:gd name="T42" fmla="*/ 20 w 988"/>
              <a:gd name="T43" fmla="*/ 726 h 944"/>
              <a:gd name="T44" fmla="*/ 0 w 988"/>
              <a:gd name="T45" fmla="*/ 668 h 944"/>
              <a:gd name="T46" fmla="*/ 18 w 988"/>
              <a:gd name="T47" fmla="*/ 656 h 944"/>
              <a:gd name="T48" fmla="*/ 52 w 988"/>
              <a:gd name="T49" fmla="*/ 630 h 944"/>
              <a:gd name="T50" fmla="*/ 164 w 988"/>
              <a:gd name="T51" fmla="*/ 518 h 944"/>
              <a:gd name="T52" fmla="*/ 164 w 988"/>
              <a:gd name="T53" fmla="*/ 578 h 944"/>
              <a:gd name="T54" fmla="*/ 168 w 988"/>
              <a:gd name="T55" fmla="*/ 616 h 944"/>
              <a:gd name="T56" fmla="*/ 178 w 988"/>
              <a:gd name="T57" fmla="*/ 652 h 944"/>
              <a:gd name="T58" fmla="*/ 196 w 988"/>
              <a:gd name="T59" fmla="*/ 684 h 944"/>
              <a:gd name="T60" fmla="*/ 220 w 988"/>
              <a:gd name="T61" fmla="*/ 712 h 944"/>
              <a:gd name="T62" fmla="*/ 248 w 988"/>
              <a:gd name="T63" fmla="*/ 736 h 944"/>
              <a:gd name="T64" fmla="*/ 280 w 988"/>
              <a:gd name="T65" fmla="*/ 754 h 944"/>
              <a:gd name="T66" fmla="*/ 316 w 988"/>
              <a:gd name="T67" fmla="*/ 764 h 944"/>
              <a:gd name="T68" fmla="*/ 354 w 988"/>
              <a:gd name="T69" fmla="*/ 768 h 944"/>
              <a:gd name="T70" fmla="*/ 372 w 988"/>
              <a:gd name="T71" fmla="*/ 768 h 944"/>
              <a:gd name="T72" fmla="*/ 410 w 988"/>
              <a:gd name="T73" fmla="*/ 760 h 944"/>
              <a:gd name="T74" fmla="*/ 444 w 988"/>
              <a:gd name="T75" fmla="*/ 746 h 944"/>
              <a:gd name="T76" fmla="*/ 474 w 988"/>
              <a:gd name="T77" fmla="*/ 724 h 944"/>
              <a:gd name="T78" fmla="*/ 500 w 988"/>
              <a:gd name="T79" fmla="*/ 698 h 944"/>
              <a:gd name="T80" fmla="*/ 520 w 988"/>
              <a:gd name="T81" fmla="*/ 668 h 944"/>
              <a:gd name="T82" fmla="*/ 534 w 988"/>
              <a:gd name="T83" fmla="*/ 634 h 944"/>
              <a:gd name="T84" fmla="*/ 542 w 988"/>
              <a:gd name="T85" fmla="*/ 598 h 944"/>
              <a:gd name="T86" fmla="*/ 544 w 988"/>
              <a:gd name="T87" fmla="*/ 578 h 944"/>
              <a:gd name="T88" fmla="*/ 544 w 988"/>
              <a:gd name="T89" fmla="*/ 168 h 944"/>
              <a:gd name="T90" fmla="*/ 550 w 988"/>
              <a:gd name="T91" fmla="*/ 134 h 944"/>
              <a:gd name="T92" fmla="*/ 562 w 988"/>
              <a:gd name="T93" fmla="*/ 102 h 944"/>
              <a:gd name="T94" fmla="*/ 580 w 988"/>
              <a:gd name="T95" fmla="*/ 76 h 944"/>
              <a:gd name="T96" fmla="*/ 602 w 988"/>
              <a:gd name="T97" fmla="*/ 50 h 944"/>
              <a:gd name="T98" fmla="*/ 628 w 988"/>
              <a:gd name="T99" fmla="*/ 30 h 944"/>
              <a:gd name="T100" fmla="*/ 656 w 988"/>
              <a:gd name="T101" fmla="*/ 14 h 944"/>
              <a:gd name="T102" fmla="*/ 688 w 988"/>
              <a:gd name="T103" fmla="*/ 4 h 944"/>
              <a:gd name="T104" fmla="*/ 722 w 988"/>
              <a:gd name="T105" fmla="*/ 0 h 944"/>
              <a:gd name="T106" fmla="*/ 988 w 988"/>
              <a:gd name="T107" fmla="*/ 176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88" h="944">
                <a:moveTo>
                  <a:pt x="988" y="176"/>
                </a:moveTo>
                <a:lnTo>
                  <a:pt x="784" y="176"/>
                </a:lnTo>
                <a:lnTo>
                  <a:pt x="784" y="176"/>
                </a:lnTo>
                <a:lnTo>
                  <a:pt x="772" y="178"/>
                </a:lnTo>
                <a:lnTo>
                  <a:pt x="760" y="182"/>
                </a:lnTo>
                <a:lnTo>
                  <a:pt x="748" y="188"/>
                </a:lnTo>
                <a:lnTo>
                  <a:pt x="740" y="196"/>
                </a:lnTo>
                <a:lnTo>
                  <a:pt x="732" y="206"/>
                </a:lnTo>
                <a:lnTo>
                  <a:pt x="726" y="216"/>
                </a:lnTo>
                <a:lnTo>
                  <a:pt x="722" y="228"/>
                </a:lnTo>
                <a:lnTo>
                  <a:pt x="720" y="240"/>
                </a:lnTo>
                <a:lnTo>
                  <a:pt x="720" y="578"/>
                </a:lnTo>
                <a:lnTo>
                  <a:pt x="720" y="578"/>
                </a:lnTo>
                <a:lnTo>
                  <a:pt x="718" y="614"/>
                </a:lnTo>
                <a:lnTo>
                  <a:pt x="712" y="650"/>
                </a:lnTo>
                <a:lnTo>
                  <a:pt x="704" y="686"/>
                </a:lnTo>
                <a:lnTo>
                  <a:pt x="690" y="720"/>
                </a:lnTo>
                <a:lnTo>
                  <a:pt x="676" y="752"/>
                </a:lnTo>
                <a:lnTo>
                  <a:pt x="656" y="782"/>
                </a:lnTo>
                <a:lnTo>
                  <a:pt x="636" y="810"/>
                </a:lnTo>
                <a:lnTo>
                  <a:pt x="612" y="836"/>
                </a:lnTo>
                <a:lnTo>
                  <a:pt x="586" y="860"/>
                </a:lnTo>
                <a:lnTo>
                  <a:pt x="558" y="882"/>
                </a:lnTo>
                <a:lnTo>
                  <a:pt x="528" y="900"/>
                </a:lnTo>
                <a:lnTo>
                  <a:pt x="496" y="916"/>
                </a:lnTo>
                <a:lnTo>
                  <a:pt x="462" y="928"/>
                </a:lnTo>
                <a:lnTo>
                  <a:pt x="426" y="938"/>
                </a:lnTo>
                <a:lnTo>
                  <a:pt x="390" y="944"/>
                </a:lnTo>
                <a:lnTo>
                  <a:pt x="354" y="944"/>
                </a:lnTo>
                <a:lnTo>
                  <a:pt x="354" y="944"/>
                </a:lnTo>
                <a:lnTo>
                  <a:pt x="322" y="944"/>
                </a:lnTo>
                <a:lnTo>
                  <a:pt x="292" y="940"/>
                </a:lnTo>
                <a:lnTo>
                  <a:pt x="262" y="934"/>
                </a:lnTo>
                <a:lnTo>
                  <a:pt x="232" y="924"/>
                </a:lnTo>
                <a:lnTo>
                  <a:pt x="204" y="914"/>
                </a:lnTo>
                <a:lnTo>
                  <a:pt x="178" y="900"/>
                </a:lnTo>
                <a:lnTo>
                  <a:pt x="152" y="884"/>
                </a:lnTo>
                <a:lnTo>
                  <a:pt x="128" y="866"/>
                </a:lnTo>
                <a:lnTo>
                  <a:pt x="106" y="846"/>
                </a:lnTo>
                <a:lnTo>
                  <a:pt x="84" y="826"/>
                </a:lnTo>
                <a:lnTo>
                  <a:pt x="66" y="802"/>
                </a:lnTo>
                <a:lnTo>
                  <a:pt x="48" y="778"/>
                </a:lnTo>
                <a:lnTo>
                  <a:pt x="32" y="752"/>
                </a:lnTo>
                <a:lnTo>
                  <a:pt x="20" y="726"/>
                </a:lnTo>
                <a:lnTo>
                  <a:pt x="8" y="698"/>
                </a:lnTo>
                <a:lnTo>
                  <a:pt x="0" y="668"/>
                </a:lnTo>
                <a:lnTo>
                  <a:pt x="0" y="668"/>
                </a:lnTo>
                <a:lnTo>
                  <a:pt x="18" y="656"/>
                </a:lnTo>
                <a:lnTo>
                  <a:pt x="36" y="644"/>
                </a:lnTo>
                <a:lnTo>
                  <a:pt x="52" y="630"/>
                </a:lnTo>
                <a:lnTo>
                  <a:pt x="68" y="614"/>
                </a:lnTo>
                <a:lnTo>
                  <a:pt x="164" y="518"/>
                </a:lnTo>
                <a:lnTo>
                  <a:pt x="164" y="578"/>
                </a:lnTo>
                <a:lnTo>
                  <a:pt x="164" y="578"/>
                </a:lnTo>
                <a:lnTo>
                  <a:pt x="164" y="598"/>
                </a:lnTo>
                <a:lnTo>
                  <a:pt x="168" y="616"/>
                </a:lnTo>
                <a:lnTo>
                  <a:pt x="172" y="634"/>
                </a:lnTo>
                <a:lnTo>
                  <a:pt x="178" y="652"/>
                </a:lnTo>
                <a:lnTo>
                  <a:pt x="186" y="668"/>
                </a:lnTo>
                <a:lnTo>
                  <a:pt x="196" y="684"/>
                </a:lnTo>
                <a:lnTo>
                  <a:pt x="208" y="698"/>
                </a:lnTo>
                <a:lnTo>
                  <a:pt x="220" y="712"/>
                </a:lnTo>
                <a:lnTo>
                  <a:pt x="234" y="724"/>
                </a:lnTo>
                <a:lnTo>
                  <a:pt x="248" y="736"/>
                </a:lnTo>
                <a:lnTo>
                  <a:pt x="264" y="746"/>
                </a:lnTo>
                <a:lnTo>
                  <a:pt x="280" y="754"/>
                </a:lnTo>
                <a:lnTo>
                  <a:pt x="298" y="760"/>
                </a:lnTo>
                <a:lnTo>
                  <a:pt x="316" y="764"/>
                </a:lnTo>
                <a:lnTo>
                  <a:pt x="334" y="768"/>
                </a:lnTo>
                <a:lnTo>
                  <a:pt x="354" y="768"/>
                </a:lnTo>
                <a:lnTo>
                  <a:pt x="354" y="768"/>
                </a:lnTo>
                <a:lnTo>
                  <a:pt x="372" y="768"/>
                </a:lnTo>
                <a:lnTo>
                  <a:pt x="392" y="764"/>
                </a:lnTo>
                <a:lnTo>
                  <a:pt x="410" y="760"/>
                </a:lnTo>
                <a:lnTo>
                  <a:pt x="428" y="754"/>
                </a:lnTo>
                <a:lnTo>
                  <a:pt x="444" y="746"/>
                </a:lnTo>
                <a:lnTo>
                  <a:pt x="460" y="736"/>
                </a:lnTo>
                <a:lnTo>
                  <a:pt x="474" y="724"/>
                </a:lnTo>
                <a:lnTo>
                  <a:pt x="488" y="712"/>
                </a:lnTo>
                <a:lnTo>
                  <a:pt x="500" y="698"/>
                </a:lnTo>
                <a:lnTo>
                  <a:pt x="510" y="684"/>
                </a:lnTo>
                <a:lnTo>
                  <a:pt x="520" y="668"/>
                </a:lnTo>
                <a:lnTo>
                  <a:pt x="528" y="652"/>
                </a:lnTo>
                <a:lnTo>
                  <a:pt x="534" y="634"/>
                </a:lnTo>
                <a:lnTo>
                  <a:pt x="540" y="616"/>
                </a:lnTo>
                <a:lnTo>
                  <a:pt x="542" y="598"/>
                </a:lnTo>
                <a:lnTo>
                  <a:pt x="544" y="578"/>
                </a:lnTo>
                <a:lnTo>
                  <a:pt x="544" y="578"/>
                </a:lnTo>
                <a:lnTo>
                  <a:pt x="544" y="168"/>
                </a:lnTo>
                <a:lnTo>
                  <a:pt x="544" y="168"/>
                </a:lnTo>
                <a:lnTo>
                  <a:pt x="546" y="150"/>
                </a:lnTo>
                <a:lnTo>
                  <a:pt x="550" y="134"/>
                </a:lnTo>
                <a:lnTo>
                  <a:pt x="556" y="118"/>
                </a:lnTo>
                <a:lnTo>
                  <a:pt x="562" y="102"/>
                </a:lnTo>
                <a:lnTo>
                  <a:pt x="570" y="88"/>
                </a:lnTo>
                <a:lnTo>
                  <a:pt x="580" y="76"/>
                </a:lnTo>
                <a:lnTo>
                  <a:pt x="590" y="62"/>
                </a:lnTo>
                <a:lnTo>
                  <a:pt x="602" y="50"/>
                </a:lnTo>
                <a:lnTo>
                  <a:pt x="614" y="40"/>
                </a:lnTo>
                <a:lnTo>
                  <a:pt x="628" y="30"/>
                </a:lnTo>
                <a:lnTo>
                  <a:pt x="642" y="22"/>
                </a:lnTo>
                <a:lnTo>
                  <a:pt x="656" y="14"/>
                </a:lnTo>
                <a:lnTo>
                  <a:pt x="672" y="8"/>
                </a:lnTo>
                <a:lnTo>
                  <a:pt x="688" y="4"/>
                </a:lnTo>
                <a:lnTo>
                  <a:pt x="704" y="2"/>
                </a:lnTo>
                <a:lnTo>
                  <a:pt x="722" y="0"/>
                </a:lnTo>
                <a:lnTo>
                  <a:pt x="812" y="0"/>
                </a:lnTo>
                <a:lnTo>
                  <a:pt x="988" y="176"/>
                </a:lnTo>
                <a:lnTo>
                  <a:pt x="988" y="176"/>
                </a:lnTo>
                <a:close/>
              </a:path>
            </a:pathLst>
          </a:custGeom>
          <a:solidFill>
            <a:srgbClr val="D5D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9"/>
          <p:cNvSpPr>
            <a:spLocks/>
          </p:cNvSpPr>
          <p:nvPr/>
        </p:nvSpPr>
        <p:spPr bwMode="auto">
          <a:xfrm>
            <a:off x="2350030" y="2637896"/>
            <a:ext cx="1743075" cy="892175"/>
          </a:xfrm>
          <a:custGeom>
            <a:avLst/>
            <a:gdLst>
              <a:gd name="T0" fmla="*/ 144 w 1098"/>
              <a:gd name="T1" fmla="*/ 346 h 562"/>
              <a:gd name="T2" fmla="*/ 154 w 1098"/>
              <a:gd name="T3" fmla="*/ 352 h 562"/>
              <a:gd name="T4" fmla="*/ 178 w 1098"/>
              <a:gd name="T5" fmla="*/ 360 h 562"/>
              <a:gd name="T6" fmla="*/ 202 w 1098"/>
              <a:gd name="T7" fmla="*/ 360 h 562"/>
              <a:gd name="T8" fmla="*/ 226 w 1098"/>
              <a:gd name="T9" fmla="*/ 352 h 562"/>
              <a:gd name="T10" fmla="*/ 474 w 1098"/>
              <a:gd name="T11" fmla="*/ 106 h 562"/>
              <a:gd name="T12" fmla="*/ 502 w 1098"/>
              <a:gd name="T13" fmla="*/ 82 h 562"/>
              <a:gd name="T14" fmla="*/ 562 w 1098"/>
              <a:gd name="T15" fmla="*/ 42 h 562"/>
              <a:gd name="T16" fmla="*/ 628 w 1098"/>
              <a:gd name="T17" fmla="*/ 14 h 562"/>
              <a:gd name="T18" fmla="*/ 698 w 1098"/>
              <a:gd name="T19" fmla="*/ 2 h 562"/>
              <a:gd name="T20" fmla="*/ 768 w 1098"/>
              <a:gd name="T21" fmla="*/ 0 h 562"/>
              <a:gd name="T22" fmla="*/ 838 w 1098"/>
              <a:gd name="T23" fmla="*/ 14 h 562"/>
              <a:gd name="T24" fmla="*/ 904 w 1098"/>
              <a:gd name="T25" fmla="*/ 40 h 562"/>
              <a:gd name="T26" fmla="*/ 964 w 1098"/>
              <a:gd name="T27" fmla="*/ 80 h 562"/>
              <a:gd name="T28" fmla="*/ 992 w 1098"/>
              <a:gd name="T29" fmla="*/ 106 h 562"/>
              <a:gd name="T30" fmla="*/ 1032 w 1098"/>
              <a:gd name="T31" fmla="*/ 152 h 562"/>
              <a:gd name="T32" fmla="*/ 1064 w 1098"/>
              <a:gd name="T33" fmla="*/ 206 h 562"/>
              <a:gd name="T34" fmla="*/ 1084 w 1098"/>
              <a:gd name="T35" fmla="*/ 262 h 562"/>
              <a:gd name="T36" fmla="*/ 1096 w 1098"/>
              <a:gd name="T37" fmla="*/ 322 h 562"/>
              <a:gd name="T38" fmla="*/ 1098 w 1098"/>
              <a:gd name="T39" fmla="*/ 382 h 562"/>
              <a:gd name="T40" fmla="*/ 1090 w 1098"/>
              <a:gd name="T41" fmla="*/ 440 h 562"/>
              <a:gd name="T42" fmla="*/ 1072 w 1098"/>
              <a:gd name="T43" fmla="*/ 498 h 562"/>
              <a:gd name="T44" fmla="*/ 1046 w 1098"/>
              <a:gd name="T45" fmla="*/ 554 h 562"/>
              <a:gd name="T46" fmla="*/ 1002 w 1098"/>
              <a:gd name="T47" fmla="*/ 546 h 562"/>
              <a:gd name="T48" fmla="*/ 958 w 1098"/>
              <a:gd name="T49" fmla="*/ 542 h 562"/>
              <a:gd name="T50" fmla="*/ 868 w 1098"/>
              <a:gd name="T51" fmla="*/ 498 h 562"/>
              <a:gd name="T52" fmla="*/ 880 w 1098"/>
              <a:gd name="T53" fmla="*/ 484 h 562"/>
              <a:gd name="T54" fmla="*/ 902 w 1098"/>
              <a:gd name="T55" fmla="*/ 452 h 562"/>
              <a:gd name="T56" fmla="*/ 914 w 1098"/>
              <a:gd name="T57" fmla="*/ 418 h 562"/>
              <a:gd name="T58" fmla="*/ 922 w 1098"/>
              <a:gd name="T59" fmla="*/ 382 h 562"/>
              <a:gd name="T60" fmla="*/ 922 w 1098"/>
              <a:gd name="T61" fmla="*/ 346 h 562"/>
              <a:gd name="T62" fmla="*/ 914 w 1098"/>
              <a:gd name="T63" fmla="*/ 310 h 562"/>
              <a:gd name="T64" fmla="*/ 902 w 1098"/>
              <a:gd name="T65" fmla="*/ 276 h 562"/>
              <a:gd name="T66" fmla="*/ 880 w 1098"/>
              <a:gd name="T67" fmla="*/ 244 h 562"/>
              <a:gd name="T68" fmla="*/ 868 w 1098"/>
              <a:gd name="T69" fmla="*/ 230 h 562"/>
              <a:gd name="T70" fmla="*/ 838 w 1098"/>
              <a:gd name="T71" fmla="*/ 206 h 562"/>
              <a:gd name="T72" fmla="*/ 804 w 1098"/>
              <a:gd name="T73" fmla="*/ 188 h 562"/>
              <a:gd name="T74" fmla="*/ 770 w 1098"/>
              <a:gd name="T75" fmla="*/ 178 h 562"/>
              <a:gd name="T76" fmla="*/ 734 w 1098"/>
              <a:gd name="T77" fmla="*/ 174 h 562"/>
              <a:gd name="T78" fmla="*/ 696 w 1098"/>
              <a:gd name="T79" fmla="*/ 178 h 562"/>
              <a:gd name="T80" fmla="*/ 662 w 1098"/>
              <a:gd name="T81" fmla="*/ 188 h 562"/>
              <a:gd name="T82" fmla="*/ 628 w 1098"/>
              <a:gd name="T83" fmla="*/ 206 h 562"/>
              <a:gd name="T84" fmla="*/ 598 w 1098"/>
              <a:gd name="T85" fmla="*/ 230 h 562"/>
              <a:gd name="T86" fmla="*/ 308 w 1098"/>
              <a:gd name="T87" fmla="*/ 520 h 562"/>
              <a:gd name="T88" fmla="*/ 294 w 1098"/>
              <a:gd name="T89" fmla="*/ 530 h 562"/>
              <a:gd name="T90" fmla="*/ 264 w 1098"/>
              <a:gd name="T91" fmla="*/ 546 h 562"/>
              <a:gd name="T92" fmla="*/ 234 w 1098"/>
              <a:gd name="T93" fmla="*/ 556 h 562"/>
              <a:gd name="T94" fmla="*/ 200 w 1098"/>
              <a:gd name="T95" fmla="*/ 562 h 562"/>
              <a:gd name="T96" fmla="*/ 168 w 1098"/>
              <a:gd name="T97" fmla="*/ 560 h 562"/>
              <a:gd name="T98" fmla="*/ 136 w 1098"/>
              <a:gd name="T99" fmla="*/ 554 h 562"/>
              <a:gd name="T100" fmla="*/ 106 w 1098"/>
              <a:gd name="T101" fmla="*/ 542 h 562"/>
              <a:gd name="T102" fmla="*/ 78 w 1098"/>
              <a:gd name="T103" fmla="*/ 524 h 562"/>
              <a:gd name="T104" fmla="*/ 0 w 1098"/>
              <a:gd name="T105" fmla="*/ 448 h 562"/>
              <a:gd name="T106" fmla="*/ 0 w 1098"/>
              <a:gd name="T107" fmla="*/ 200 h 5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98" h="562">
                <a:moveTo>
                  <a:pt x="0" y="200"/>
                </a:moveTo>
                <a:lnTo>
                  <a:pt x="144" y="346"/>
                </a:lnTo>
                <a:lnTo>
                  <a:pt x="144" y="346"/>
                </a:lnTo>
                <a:lnTo>
                  <a:pt x="154" y="352"/>
                </a:lnTo>
                <a:lnTo>
                  <a:pt x="166" y="358"/>
                </a:lnTo>
                <a:lnTo>
                  <a:pt x="178" y="360"/>
                </a:lnTo>
                <a:lnTo>
                  <a:pt x="190" y="362"/>
                </a:lnTo>
                <a:lnTo>
                  <a:pt x="202" y="360"/>
                </a:lnTo>
                <a:lnTo>
                  <a:pt x="214" y="358"/>
                </a:lnTo>
                <a:lnTo>
                  <a:pt x="226" y="352"/>
                </a:lnTo>
                <a:lnTo>
                  <a:pt x="236" y="344"/>
                </a:lnTo>
                <a:lnTo>
                  <a:pt x="474" y="106"/>
                </a:lnTo>
                <a:lnTo>
                  <a:pt x="474" y="106"/>
                </a:lnTo>
                <a:lnTo>
                  <a:pt x="502" y="82"/>
                </a:lnTo>
                <a:lnTo>
                  <a:pt x="530" y="60"/>
                </a:lnTo>
                <a:lnTo>
                  <a:pt x="562" y="42"/>
                </a:lnTo>
                <a:lnTo>
                  <a:pt x="594" y="26"/>
                </a:lnTo>
                <a:lnTo>
                  <a:pt x="628" y="14"/>
                </a:lnTo>
                <a:lnTo>
                  <a:pt x="662" y="6"/>
                </a:lnTo>
                <a:lnTo>
                  <a:pt x="698" y="2"/>
                </a:lnTo>
                <a:lnTo>
                  <a:pt x="734" y="0"/>
                </a:lnTo>
                <a:lnTo>
                  <a:pt x="768" y="0"/>
                </a:lnTo>
                <a:lnTo>
                  <a:pt x="804" y="6"/>
                </a:lnTo>
                <a:lnTo>
                  <a:pt x="838" y="14"/>
                </a:lnTo>
                <a:lnTo>
                  <a:pt x="872" y="26"/>
                </a:lnTo>
                <a:lnTo>
                  <a:pt x="904" y="40"/>
                </a:lnTo>
                <a:lnTo>
                  <a:pt x="936" y="58"/>
                </a:lnTo>
                <a:lnTo>
                  <a:pt x="964" y="80"/>
                </a:lnTo>
                <a:lnTo>
                  <a:pt x="992" y="106"/>
                </a:lnTo>
                <a:lnTo>
                  <a:pt x="992" y="106"/>
                </a:lnTo>
                <a:lnTo>
                  <a:pt x="1014" y="128"/>
                </a:lnTo>
                <a:lnTo>
                  <a:pt x="1032" y="152"/>
                </a:lnTo>
                <a:lnTo>
                  <a:pt x="1050" y="178"/>
                </a:lnTo>
                <a:lnTo>
                  <a:pt x="1064" y="206"/>
                </a:lnTo>
                <a:lnTo>
                  <a:pt x="1076" y="234"/>
                </a:lnTo>
                <a:lnTo>
                  <a:pt x="1084" y="262"/>
                </a:lnTo>
                <a:lnTo>
                  <a:pt x="1092" y="292"/>
                </a:lnTo>
                <a:lnTo>
                  <a:pt x="1096" y="322"/>
                </a:lnTo>
                <a:lnTo>
                  <a:pt x="1098" y="352"/>
                </a:lnTo>
                <a:lnTo>
                  <a:pt x="1098" y="382"/>
                </a:lnTo>
                <a:lnTo>
                  <a:pt x="1096" y="412"/>
                </a:lnTo>
                <a:lnTo>
                  <a:pt x="1090" y="440"/>
                </a:lnTo>
                <a:lnTo>
                  <a:pt x="1082" y="470"/>
                </a:lnTo>
                <a:lnTo>
                  <a:pt x="1072" y="498"/>
                </a:lnTo>
                <a:lnTo>
                  <a:pt x="1060" y="526"/>
                </a:lnTo>
                <a:lnTo>
                  <a:pt x="1046" y="554"/>
                </a:lnTo>
                <a:lnTo>
                  <a:pt x="1046" y="554"/>
                </a:lnTo>
                <a:lnTo>
                  <a:pt x="1002" y="546"/>
                </a:lnTo>
                <a:lnTo>
                  <a:pt x="982" y="542"/>
                </a:lnTo>
                <a:lnTo>
                  <a:pt x="958" y="542"/>
                </a:lnTo>
                <a:lnTo>
                  <a:pt x="824" y="542"/>
                </a:lnTo>
                <a:lnTo>
                  <a:pt x="868" y="498"/>
                </a:lnTo>
                <a:lnTo>
                  <a:pt x="868" y="498"/>
                </a:lnTo>
                <a:lnTo>
                  <a:pt x="880" y="484"/>
                </a:lnTo>
                <a:lnTo>
                  <a:pt x="892" y="470"/>
                </a:lnTo>
                <a:lnTo>
                  <a:pt x="902" y="452"/>
                </a:lnTo>
                <a:lnTo>
                  <a:pt x="908" y="436"/>
                </a:lnTo>
                <a:lnTo>
                  <a:pt x="914" y="418"/>
                </a:lnTo>
                <a:lnTo>
                  <a:pt x="920" y="400"/>
                </a:lnTo>
                <a:lnTo>
                  <a:pt x="922" y="382"/>
                </a:lnTo>
                <a:lnTo>
                  <a:pt x="922" y="364"/>
                </a:lnTo>
                <a:lnTo>
                  <a:pt x="922" y="346"/>
                </a:lnTo>
                <a:lnTo>
                  <a:pt x="920" y="328"/>
                </a:lnTo>
                <a:lnTo>
                  <a:pt x="914" y="310"/>
                </a:lnTo>
                <a:lnTo>
                  <a:pt x="908" y="292"/>
                </a:lnTo>
                <a:lnTo>
                  <a:pt x="902" y="276"/>
                </a:lnTo>
                <a:lnTo>
                  <a:pt x="892" y="260"/>
                </a:lnTo>
                <a:lnTo>
                  <a:pt x="880" y="244"/>
                </a:lnTo>
                <a:lnTo>
                  <a:pt x="868" y="230"/>
                </a:lnTo>
                <a:lnTo>
                  <a:pt x="868" y="230"/>
                </a:lnTo>
                <a:lnTo>
                  <a:pt x="854" y="216"/>
                </a:lnTo>
                <a:lnTo>
                  <a:pt x="838" y="206"/>
                </a:lnTo>
                <a:lnTo>
                  <a:pt x="822" y="196"/>
                </a:lnTo>
                <a:lnTo>
                  <a:pt x="804" y="188"/>
                </a:lnTo>
                <a:lnTo>
                  <a:pt x="788" y="182"/>
                </a:lnTo>
                <a:lnTo>
                  <a:pt x="770" y="178"/>
                </a:lnTo>
                <a:lnTo>
                  <a:pt x="752" y="176"/>
                </a:lnTo>
                <a:lnTo>
                  <a:pt x="734" y="174"/>
                </a:lnTo>
                <a:lnTo>
                  <a:pt x="714" y="176"/>
                </a:lnTo>
                <a:lnTo>
                  <a:pt x="696" y="178"/>
                </a:lnTo>
                <a:lnTo>
                  <a:pt x="678" y="182"/>
                </a:lnTo>
                <a:lnTo>
                  <a:pt x="662" y="188"/>
                </a:lnTo>
                <a:lnTo>
                  <a:pt x="644" y="196"/>
                </a:lnTo>
                <a:lnTo>
                  <a:pt x="628" y="206"/>
                </a:lnTo>
                <a:lnTo>
                  <a:pt x="614" y="218"/>
                </a:lnTo>
                <a:lnTo>
                  <a:pt x="598" y="230"/>
                </a:lnTo>
                <a:lnTo>
                  <a:pt x="598" y="230"/>
                </a:lnTo>
                <a:lnTo>
                  <a:pt x="308" y="520"/>
                </a:lnTo>
                <a:lnTo>
                  <a:pt x="308" y="520"/>
                </a:lnTo>
                <a:lnTo>
                  <a:pt x="294" y="530"/>
                </a:lnTo>
                <a:lnTo>
                  <a:pt x="280" y="540"/>
                </a:lnTo>
                <a:lnTo>
                  <a:pt x="264" y="546"/>
                </a:lnTo>
                <a:lnTo>
                  <a:pt x="250" y="552"/>
                </a:lnTo>
                <a:lnTo>
                  <a:pt x="234" y="556"/>
                </a:lnTo>
                <a:lnTo>
                  <a:pt x="218" y="560"/>
                </a:lnTo>
                <a:lnTo>
                  <a:pt x="200" y="562"/>
                </a:lnTo>
                <a:lnTo>
                  <a:pt x="184" y="562"/>
                </a:lnTo>
                <a:lnTo>
                  <a:pt x="168" y="560"/>
                </a:lnTo>
                <a:lnTo>
                  <a:pt x="152" y="558"/>
                </a:lnTo>
                <a:lnTo>
                  <a:pt x="136" y="554"/>
                </a:lnTo>
                <a:lnTo>
                  <a:pt x="122" y="548"/>
                </a:lnTo>
                <a:lnTo>
                  <a:pt x="106" y="542"/>
                </a:lnTo>
                <a:lnTo>
                  <a:pt x="92" y="534"/>
                </a:lnTo>
                <a:lnTo>
                  <a:pt x="78" y="524"/>
                </a:lnTo>
                <a:lnTo>
                  <a:pt x="64" y="514"/>
                </a:lnTo>
                <a:lnTo>
                  <a:pt x="0" y="448"/>
                </a:lnTo>
                <a:lnTo>
                  <a:pt x="0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10"/>
          <p:cNvSpPr>
            <a:spLocks/>
          </p:cNvSpPr>
          <p:nvPr/>
        </p:nvSpPr>
        <p:spPr bwMode="auto">
          <a:xfrm>
            <a:off x="1203855" y="2641071"/>
            <a:ext cx="895350" cy="1746250"/>
          </a:xfrm>
          <a:custGeom>
            <a:avLst/>
            <a:gdLst>
              <a:gd name="T0" fmla="*/ 346 w 564"/>
              <a:gd name="T1" fmla="*/ 954 h 1100"/>
              <a:gd name="T2" fmla="*/ 354 w 564"/>
              <a:gd name="T3" fmla="*/ 944 h 1100"/>
              <a:gd name="T4" fmla="*/ 362 w 564"/>
              <a:gd name="T5" fmla="*/ 920 h 1100"/>
              <a:gd name="T6" fmla="*/ 362 w 564"/>
              <a:gd name="T7" fmla="*/ 896 h 1100"/>
              <a:gd name="T8" fmla="*/ 354 w 564"/>
              <a:gd name="T9" fmla="*/ 874 h 1100"/>
              <a:gd name="T10" fmla="*/ 108 w 564"/>
              <a:gd name="T11" fmla="*/ 624 h 1100"/>
              <a:gd name="T12" fmla="*/ 82 w 564"/>
              <a:gd name="T13" fmla="*/ 596 h 1100"/>
              <a:gd name="T14" fmla="*/ 42 w 564"/>
              <a:gd name="T15" fmla="*/ 536 h 1100"/>
              <a:gd name="T16" fmla="*/ 16 w 564"/>
              <a:gd name="T17" fmla="*/ 470 h 1100"/>
              <a:gd name="T18" fmla="*/ 2 w 564"/>
              <a:gd name="T19" fmla="*/ 400 h 1100"/>
              <a:gd name="T20" fmla="*/ 2 w 564"/>
              <a:gd name="T21" fmla="*/ 330 h 1100"/>
              <a:gd name="T22" fmla="*/ 16 w 564"/>
              <a:gd name="T23" fmla="*/ 260 h 1100"/>
              <a:gd name="T24" fmla="*/ 42 w 564"/>
              <a:gd name="T25" fmla="*/ 194 h 1100"/>
              <a:gd name="T26" fmla="*/ 82 w 564"/>
              <a:gd name="T27" fmla="*/ 134 h 1100"/>
              <a:gd name="T28" fmla="*/ 106 w 564"/>
              <a:gd name="T29" fmla="*/ 106 h 1100"/>
              <a:gd name="T30" fmla="*/ 154 w 564"/>
              <a:gd name="T31" fmla="*/ 66 h 1100"/>
              <a:gd name="T32" fmla="*/ 206 w 564"/>
              <a:gd name="T33" fmla="*/ 34 h 1100"/>
              <a:gd name="T34" fmla="*/ 264 w 564"/>
              <a:gd name="T35" fmla="*/ 14 h 1100"/>
              <a:gd name="T36" fmla="*/ 322 w 564"/>
              <a:gd name="T37" fmla="*/ 2 h 1100"/>
              <a:gd name="T38" fmla="*/ 382 w 564"/>
              <a:gd name="T39" fmla="*/ 0 h 1100"/>
              <a:gd name="T40" fmla="*/ 442 w 564"/>
              <a:gd name="T41" fmla="*/ 8 h 1100"/>
              <a:gd name="T42" fmla="*/ 500 w 564"/>
              <a:gd name="T43" fmla="*/ 26 h 1100"/>
              <a:gd name="T44" fmla="*/ 554 w 564"/>
              <a:gd name="T45" fmla="*/ 52 h 1100"/>
              <a:gd name="T46" fmla="*/ 546 w 564"/>
              <a:gd name="T47" fmla="*/ 96 h 1100"/>
              <a:gd name="T48" fmla="*/ 544 w 564"/>
              <a:gd name="T49" fmla="*/ 140 h 1100"/>
              <a:gd name="T50" fmla="*/ 500 w 564"/>
              <a:gd name="T51" fmla="*/ 232 h 1100"/>
              <a:gd name="T52" fmla="*/ 486 w 564"/>
              <a:gd name="T53" fmla="*/ 218 h 1100"/>
              <a:gd name="T54" fmla="*/ 454 w 564"/>
              <a:gd name="T55" fmla="*/ 198 h 1100"/>
              <a:gd name="T56" fmla="*/ 420 w 564"/>
              <a:gd name="T57" fmla="*/ 184 h 1100"/>
              <a:gd name="T58" fmla="*/ 384 w 564"/>
              <a:gd name="T59" fmla="*/ 176 h 1100"/>
              <a:gd name="T60" fmla="*/ 348 w 564"/>
              <a:gd name="T61" fmla="*/ 176 h 1100"/>
              <a:gd name="T62" fmla="*/ 312 w 564"/>
              <a:gd name="T63" fmla="*/ 184 h 1100"/>
              <a:gd name="T64" fmla="*/ 278 w 564"/>
              <a:gd name="T65" fmla="*/ 198 h 1100"/>
              <a:gd name="T66" fmla="*/ 246 w 564"/>
              <a:gd name="T67" fmla="*/ 218 h 1100"/>
              <a:gd name="T68" fmla="*/ 232 w 564"/>
              <a:gd name="T69" fmla="*/ 230 h 1100"/>
              <a:gd name="T70" fmla="*/ 208 w 564"/>
              <a:gd name="T71" fmla="*/ 260 h 1100"/>
              <a:gd name="T72" fmla="*/ 190 w 564"/>
              <a:gd name="T73" fmla="*/ 294 h 1100"/>
              <a:gd name="T74" fmla="*/ 180 w 564"/>
              <a:gd name="T75" fmla="*/ 328 h 1100"/>
              <a:gd name="T76" fmla="*/ 176 w 564"/>
              <a:gd name="T77" fmla="*/ 366 h 1100"/>
              <a:gd name="T78" fmla="*/ 180 w 564"/>
              <a:gd name="T79" fmla="*/ 402 h 1100"/>
              <a:gd name="T80" fmla="*/ 190 w 564"/>
              <a:gd name="T81" fmla="*/ 436 h 1100"/>
              <a:gd name="T82" fmla="*/ 208 w 564"/>
              <a:gd name="T83" fmla="*/ 470 h 1100"/>
              <a:gd name="T84" fmla="*/ 232 w 564"/>
              <a:gd name="T85" fmla="*/ 500 h 1100"/>
              <a:gd name="T86" fmla="*/ 522 w 564"/>
              <a:gd name="T87" fmla="*/ 790 h 1100"/>
              <a:gd name="T88" fmla="*/ 532 w 564"/>
              <a:gd name="T89" fmla="*/ 804 h 1100"/>
              <a:gd name="T90" fmla="*/ 548 w 564"/>
              <a:gd name="T91" fmla="*/ 834 h 1100"/>
              <a:gd name="T92" fmla="*/ 558 w 564"/>
              <a:gd name="T93" fmla="*/ 866 h 1100"/>
              <a:gd name="T94" fmla="*/ 564 w 564"/>
              <a:gd name="T95" fmla="*/ 898 h 1100"/>
              <a:gd name="T96" fmla="*/ 562 w 564"/>
              <a:gd name="T97" fmla="*/ 930 h 1100"/>
              <a:gd name="T98" fmla="*/ 556 w 564"/>
              <a:gd name="T99" fmla="*/ 962 h 1100"/>
              <a:gd name="T100" fmla="*/ 544 w 564"/>
              <a:gd name="T101" fmla="*/ 992 h 1100"/>
              <a:gd name="T102" fmla="*/ 526 w 564"/>
              <a:gd name="T103" fmla="*/ 1020 h 1100"/>
              <a:gd name="T104" fmla="*/ 450 w 564"/>
              <a:gd name="T105" fmla="*/ 1100 h 1100"/>
              <a:gd name="T106" fmla="*/ 202 w 564"/>
              <a:gd name="T107" fmla="*/ 1098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64" h="1100">
                <a:moveTo>
                  <a:pt x="202" y="1098"/>
                </a:moveTo>
                <a:lnTo>
                  <a:pt x="346" y="954"/>
                </a:lnTo>
                <a:lnTo>
                  <a:pt x="346" y="954"/>
                </a:lnTo>
                <a:lnTo>
                  <a:pt x="354" y="944"/>
                </a:lnTo>
                <a:lnTo>
                  <a:pt x="360" y="932"/>
                </a:lnTo>
                <a:lnTo>
                  <a:pt x="362" y="920"/>
                </a:lnTo>
                <a:lnTo>
                  <a:pt x="364" y="908"/>
                </a:lnTo>
                <a:lnTo>
                  <a:pt x="362" y="896"/>
                </a:lnTo>
                <a:lnTo>
                  <a:pt x="358" y="884"/>
                </a:lnTo>
                <a:lnTo>
                  <a:pt x="354" y="874"/>
                </a:lnTo>
                <a:lnTo>
                  <a:pt x="346" y="862"/>
                </a:lnTo>
                <a:lnTo>
                  <a:pt x="108" y="624"/>
                </a:lnTo>
                <a:lnTo>
                  <a:pt x="108" y="624"/>
                </a:lnTo>
                <a:lnTo>
                  <a:pt x="82" y="596"/>
                </a:lnTo>
                <a:lnTo>
                  <a:pt x="62" y="568"/>
                </a:lnTo>
                <a:lnTo>
                  <a:pt x="42" y="536"/>
                </a:lnTo>
                <a:lnTo>
                  <a:pt x="28" y="504"/>
                </a:lnTo>
                <a:lnTo>
                  <a:pt x="16" y="470"/>
                </a:lnTo>
                <a:lnTo>
                  <a:pt x="8" y="436"/>
                </a:lnTo>
                <a:lnTo>
                  <a:pt x="2" y="400"/>
                </a:lnTo>
                <a:lnTo>
                  <a:pt x="0" y="366"/>
                </a:lnTo>
                <a:lnTo>
                  <a:pt x="2" y="330"/>
                </a:lnTo>
                <a:lnTo>
                  <a:pt x="6" y="294"/>
                </a:lnTo>
                <a:lnTo>
                  <a:pt x="16" y="260"/>
                </a:lnTo>
                <a:lnTo>
                  <a:pt x="26" y="226"/>
                </a:lnTo>
                <a:lnTo>
                  <a:pt x="42" y="194"/>
                </a:lnTo>
                <a:lnTo>
                  <a:pt x="60" y="162"/>
                </a:lnTo>
                <a:lnTo>
                  <a:pt x="82" y="134"/>
                </a:lnTo>
                <a:lnTo>
                  <a:pt x="106" y="106"/>
                </a:lnTo>
                <a:lnTo>
                  <a:pt x="106" y="106"/>
                </a:lnTo>
                <a:lnTo>
                  <a:pt x="130" y="84"/>
                </a:lnTo>
                <a:lnTo>
                  <a:pt x="154" y="66"/>
                </a:lnTo>
                <a:lnTo>
                  <a:pt x="180" y="48"/>
                </a:lnTo>
                <a:lnTo>
                  <a:pt x="206" y="34"/>
                </a:lnTo>
                <a:lnTo>
                  <a:pt x="234" y="24"/>
                </a:lnTo>
                <a:lnTo>
                  <a:pt x="264" y="14"/>
                </a:lnTo>
                <a:lnTo>
                  <a:pt x="292" y="6"/>
                </a:lnTo>
                <a:lnTo>
                  <a:pt x="322" y="2"/>
                </a:lnTo>
                <a:lnTo>
                  <a:pt x="352" y="0"/>
                </a:lnTo>
                <a:lnTo>
                  <a:pt x="382" y="0"/>
                </a:lnTo>
                <a:lnTo>
                  <a:pt x="412" y="4"/>
                </a:lnTo>
                <a:lnTo>
                  <a:pt x="442" y="8"/>
                </a:lnTo>
                <a:lnTo>
                  <a:pt x="472" y="16"/>
                </a:lnTo>
                <a:lnTo>
                  <a:pt x="500" y="26"/>
                </a:lnTo>
                <a:lnTo>
                  <a:pt x="528" y="38"/>
                </a:lnTo>
                <a:lnTo>
                  <a:pt x="554" y="52"/>
                </a:lnTo>
                <a:lnTo>
                  <a:pt x="554" y="52"/>
                </a:lnTo>
                <a:lnTo>
                  <a:pt x="546" y="96"/>
                </a:lnTo>
                <a:lnTo>
                  <a:pt x="544" y="118"/>
                </a:lnTo>
                <a:lnTo>
                  <a:pt x="544" y="140"/>
                </a:lnTo>
                <a:lnTo>
                  <a:pt x="544" y="274"/>
                </a:lnTo>
                <a:lnTo>
                  <a:pt x="500" y="232"/>
                </a:lnTo>
                <a:lnTo>
                  <a:pt x="500" y="232"/>
                </a:lnTo>
                <a:lnTo>
                  <a:pt x="486" y="218"/>
                </a:lnTo>
                <a:lnTo>
                  <a:pt x="470" y="206"/>
                </a:lnTo>
                <a:lnTo>
                  <a:pt x="454" y="198"/>
                </a:lnTo>
                <a:lnTo>
                  <a:pt x="438" y="190"/>
                </a:lnTo>
                <a:lnTo>
                  <a:pt x="420" y="184"/>
                </a:lnTo>
                <a:lnTo>
                  <a:pt x="402" y="180"/>
                </a:lnTo>
                <a:lnTo>
                  <a:pt x="384" y="176"/>
                </a:lnTo>
                <a:lnTo>
                  <a:pt x="366" y="176"/>
                </a:lnTo>
                <a:lnTo>
                  <a:pt x="348" y="176"/>
                </a:lnTo>
                <a:lnTo>
                  <a:pt x="330" y="180"/>
                </a:lnTo>
                <a:lnTo>
                  <a:pt x="312" y="184"/>
                </a:lnTo>
                <a:lnTo>
                  <a:pt x="294" y="190"/>
                </a:lnTo>
                <a:lnTo>
                  <a:pt x="278" y="198"/>
                </a:lnTo>
                <a:lnTo>
                  <a:pt x="262" y="206"/>
                </a:lnTo>
                <a:lnTo>
                  <a:pt x="246" y="218"/>
                </a:lnTo>
                <a:lnTo>
                  <a:pt x="232" y="230"/>
                </a:lnTo>
                <a:lnTo>
                  <a:pt x="232" y="230"/>
                </a:lnTo>
                <a:lnTo>
                  <a:pt x="218" y="246"/>
                </a:lnTo>
                <a:lnTo>
                  <a:pt x="208" y="260"/>
                </a:lnTo>
                <a:lnTo>
                  <a:pt x="198" y="276"/>
                </a:lnTo>
                <a:lnTo>
                  <a:pt x="190" y="294"/>
                </a:lnTo>
                <a:lnTo>
                  <a:pt x="184" y="312"/>
                </a:lnTo>
                <a:lnTo>
                  <a:pt x="180" y="328"/>
                </a:lnTo>
                <a:lnTo>
                  <a:pt x="178" y="348"/>
                </a:lnTo>
                <a:lnTo>
                  <a:pt x="176" y="366"/>
                </a:lnTo>
                <a:lnTo>
                  <a:pt x="178" y="384"/>
                </a:lnTo>
                <a:lnTo>
                  <a:pt x="180" y="402"/>
                </a:lnTo>
                <a:lnTo>
                  <a:pt x="184" y="420"/>
                </a:lnTo>
                <a:lnTo>
                  <a:pt x="190" y="436"/>
                </a:lnTo>
                <a:lnTo>
                  <a:pt x="198" y="454"/>
                </a:lnTo>
                <a:lnTo>
                  <a:pt x="208" y="470"/>
                </a:lnTo>
                <a:lnTo>
                  <a:pt x="218" y="486"/>
                </a:lnTo>
                <a:lnTo>
                  <a:pt x="232" y="500"/>
                </a:lnTo>
                <a:lnTo>
                  <a:pt x="232" y="500"/>
                </a:lnTo>
                <a:lnTo>
                  <a:pt x="522" y="790"/>
                </a:lnTo>
                <a:lnTo>
                  <a:pt x="522" y="790"/>
                </a:lnTo>
                <a:lnTo>
                  <a:pt x="532" y="804"/>
                </a:lnTo>
                <a:lnTo>
                  <a:pt x="540" y="818"/>
                </a:lnTo>
                <a:lnTo>
                  <a:pt x="548" y="834"/>
                </a:lnTo>
                <a:lnTo>
                  <a:pt x="554" y="850"/>
                </a:lnTo>
                <a:lnTo>
                  <a:pt x="558" y="866"/>
                </a:lnTo>
                <a:lnTo>
                  <a:pt x="562" y="882"/>
                </a:lnTo>
                <a:lnTo>
                  <a:pt x="564" y="898"/>
                </a:lnTo>
                <a:lnTo>
                  <a:pt x="564" y="914"/>
                </a:lnTo>
                <a:lnTo>
                  <a:pt x="562" y="930"/>
                </a:lnTo>
                <a:lnTo>
                  <a:pt x="560" y="946"/>
                </a:lnTo>
                <a:lnTo>
                  <a:pt x="556" y="962"/>
                </a:lnTo>
                <a:lnTo>
                  <a:pt x="550" y="978"/>
                </a:lnTo>
                <a:lnTo>
                  <a:pt x="544" y="992"/>
                </a:lnTo>
                <a:lnTo>
                  <a:pt x="536" y="1006"/>
                </a:lnTo>
                <a:lnTo>
                  <a:pt x="526" y="1020"/>
                </a:lnTo>
                <a:lnTo>
                  <a:pt x="514" y="1034"/>
                </a:lnTo>
                <a:lnTo>
                  <a:pt x="450" y="1100"/>
                </a:lnTo>
                <a:lnTo>
                  <a:pt x="202" y="1098"/>
                </a:lnTo>
                <a:lnTo>
                  <a:pt x="202" y="1098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11"/>
          <p:cNvSpPr>
            <a:spLocks/>
          </p:cNvSpPr>
          <p:nvPr/>
        </p:nvSpPr>
        <p:spPr bwMode="auto">
          <a:xfrm>
            <a:off x="1210205" y="4631796"/>
            <a:ext cx="1743075" cy="895350"/>
          </a:xfrm>
          <a:custGeom>
            <a:avLst/>
            <a:gdLst>
              <a:gd name="T0" fmla="*/ 954 w 1098"/>
              <a:gd name="T1" fmla="*/ 218 h 564"/>
              <a:gd name="T2" fmla="*/ 944 w 1098"/>
              <a:gd name="T3" fmla="*/ 210 h 564"/>
              <a:gd name="T4" fmla="*/ 920 w 1098"/>
              <a:gd name="T5" fmla="*/ 202 h 564"/>
              <a:gd name="T6" fmla="*/ 896 w 1098"/>
              <a:gd name="T7" fmla="*/ 202 h 564"/>
              <a:gd name="T8" fmla="*/ 872 w 1098"/>
              <a:gd name="T9" fmla="*/ 210 h 564"/>
              <a:gd name="T10" fmla="*/ 624 w 1098"/>
              <a:gd name="T11" fmla="*/ 456 h 564"/>
              <a:gd name="T12" fmla="*/ 596 w 1098"/>
              <a:gd name="T13" fmla="*/ 482 h 564"/>
              <a:gd name="T14" fmla="*/ 536 w 1098"/>
              <a:gd name="T15" fmla="*/ 522 h 564"/>
              <a:gd name="T16" fmla="*/ 470 w 1098"/>
              <a:gd name="T17" fmla="*/ 548 h 564"/>
              <a:gd name="T18" fmla="*/ 400 w 1098"/>
              <a:gd name="T19" fmla="*/ 562 h 564"/>
              <a:gd name="T20" fmla="*/ 328 w 1098"/>
              <a:gd name="T21" fmla="*/ 562 h 564"/>
              <a:gd name="T22" fmla="*/ 260 w 1098"/>
              <a:gd name="T23" fmla="*/ 548 h 564"/>
              <a:gd name="T24" fmla="*/ 194 w 1098"/>
              <a:gd name="T25" fmla="*/ 522 h 564"/>
              <a:gd name="T26" fmla="*/ 132 w 1098"/>
              <a:gd name="T27" fmla="*/ 482 h 564"/>
              <a:gd name="T28" fmla="*/ 106 w 1098"/>
              <a:gd name="T29" fmla="*/ 458 h 564"/>
              <a:gd name="T30" fmla="*/ 64 w 1098"/>
              <a:gd name="T31" fmla="*/ 410 h 564"/>
              <a:gd name="T32" fmla="*/ 34 w 1098"/>
              <a:gd name="T33" fmla="*/ 356 h 564"/>
              <a:gd name="T34" fmla="*/ 12 w 1098"/>
              <a:gd name="T35" fmla="*/ 300 h 564"/>
              <a:gd name="T36" fmla="*/ 2 w 1098"/>
              <a:gd name="T37" fmla="*/ 242 h 564"/>
              <a:gd name="T38" fmla="*/ 0 w 1098"/>
              <a:gd name="T39" fmla="*/ 182 h 564"/>
              <a:gd name="T40" fmla="*/ 8 w 1098"/>
              <a:gd name="T41" fmla="*/ 122 h 564"/>
              <a:gd name="T42" fmla="*/ 24 w 1098"/>
              <a:gd name="T43" fmla="*/ 64 h 564"/>
              <a:gd name="T44" fmla="*/ 52 w 1098"/>
              <a:gd name="T45" fmla="*/ 10 h 564"/>
              <a:gd name="T46" fmla="*/ 96 w 1098"/>
              <a:gd name="T47" fmla="*/ 18 h 564"/>
              <a:gd name="T48" fmla="*/ 140 w 1098"/>
              <a:gd name="T49" fmla="*/ 20 h 564"/>
              <a:gd name="T50" fmla="*/ 230 w 1098"/>
              <a:gd name="T51" fmla="*/ 64 h 564"/>
              <a:gd name="T52" fmla="*/ 218 w 1098"/>
              <a:gd name="T53" fmla="*/ 78 h 564"/>
              <a:gd name="T54" fmla="*/ 196 w 1098"/>
              <a:gd name="T55" fmla="*/ 110 h 564"/>
              <a:gd name="T56" fmla="*/ 182 w 1098"/>
              <a:gd name="T57" fmla="*/ 144 h 564"/>
              <a:gd name="T58" fmla="*/ 176 w 1098"/>
              <a:gd name="T59" fmla="*/ 180 h 564"/>
              <a:gd name="T60" fmla="*/ 176 w 1098"/>
              <a:gd name="T61" fmla="*/ 216 h 564"/>
              <a:gd name="T62" fmla="*/ 182 w 1098"/>
              <a:gd name="T63" fmla="*/ 252 h 564"/>
              <a:gd name="T64" fmla="*/ 196 w 1098"/>
              <a:gd name="T65" fmla="*/ 286 h 564"/>
              <a:gd name="T66" fmla="*/ 218 w 1098"/>
              <a:gd name="T67" fmla="*/ 318 h 564"/>
              <a:gd name="T68" fmla="*/ 230 w 1098"/>
              <a:gd name="T69" fmla="*/ 332 h 564"/>
              <a:gd name="T70" fmla="*/ 260 w 1098"/>
              <a:gd name="T71" fmla="*/ 356 h 564"/>
              <a:gd name="T72" fmla="*/ 292 w 1098"/>
              <a:gd name="T73" fmla="*/ 374 h 564"/>
              <a:gd name="T74" fmla="*/ 328 w 1098"/>
              <a:gd name="T75" fmla="*/ 384 h 564"/>
              <a:gd name="T76" fmla="*/ 364 w 1098"/>
              <a:gd name="T77" fmla="*/ 388 h 564"/>
              <a:gd name="T78" fmla="*/ 402 w 1098"/>
              <a:gd name="T79" fmla="*/ 384 h 564"/>
              <a:gd name="T80" fmla="*/ 436 w 1098"/>
              <a:gd name="T81" fmla="*/ 374 h 564"/>
              <a:gd name="T82" fmla="*/ 470 w 1098"/>
              <a:gd name="T83" fmla="*/ 356 h 564"/>
              <a:gd name="T84" fmla="*/ 498 w 1098"/>
              <a:gd name="T85" fmla="*/ 332 h 564"/>
              <a:gd name="T86" fmla="*/ 790 w 1098"/>
              <a:gd name="T87" fmla="*/ 42 h 564"/>
              <a:gd name="T88" fmla="*/ 804 w 1098"/>
              <a:gd name="T89" fmla="*/ 32 h 564"/>
              <a:gd name="T90" fmla="*/ 834 w 1098"/>
              <a:gd name="T91" fmla="*/ 16 h 564"/>
              <a:gd name="T92" fmla="*/ 864 w 1098"/>
              <a:gd name="T93" fmla="*/ 6 h 564"/>
              <a:gd name="T94" fmla="*/ 896 w 1098"/>
              <a:gd name="T95" fmla="*/ 0 h 564"/>
              <a:gd name="T96" fmla="*/ 930 w 1098"/>
              <a:gd name="T97" fmla="*/ 2 h 564"/>
              <a:gd name="T98" fmla="*/ 962 w 1098"/>
              <a:gd name="T99" fmla="*/ 8 h 564"/>
              <a:gd name="T100" fmla="*/ 992 w 1098"/>
              <a:gd name="T101" fmla="*/ 20 h 564"/>
              <a:gd name="T102" fmla="*/ 1020 w 1098"/>
              <a:gd name="T103" fmla="*/ 38 h 564"/>
              <a:gd name="T104" fmla="*/ 1098 w 1098"/>
              <a:gd name="T105" fmla="*/ 114 h 564"/>
              <a:gd name="T106" fmla="*/ 1098 w 1098"/>
              <a:gd name="T107" fmla="*/ 362 h 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98" h="564">
                <a:moveTo>
                  <a:pt x="1098" y="362"/>
                </a:moveTo>
                <a:lnTo>
                  <a:pt x="954" y="218"/>
                </a:lnTo>
                <a:lnTo>
                  <a:pt x="954" y="218"/>
                </a:lnTo>
                <a:lnTo>
                  <a:pt x="944" y="210"/>
                </a:lnTo>
                <a:lnTo>
                  <a:pt x="932" y="204"/>
                </a:lnTo>
                <a:lnTo>
                  <a:pt x="920" y="202"/>
                </a:lnTo>
                <a:lnTo>
                  <a:pt x="908" y="200"/>
                </a:lnTo>
                <a:lnTo>
                  <a:pt x="896" y="202"/>
                </a:lnTo>
                <a:lnTo>
                  <a:pt x="884" y="206"/>
                </a:lnTo>
                <a:lnTo>
                  <a:pt x="872" y="210"/>
                </a:lnTo>
                <a:lnTo>
                  <a:pt x="862" y="218"/>
                </a:lnTo>
                <a:lnTo>
                  <a:pt x="624" y="456"/>
                </a:lnTo>
                <a:lnTo>
                  <a:pt x="624" y="456"/>
                </a:lnTo>
                <a:lnTo>
                  <a:pt x="596" y="482"/>
                </a:lnTo>
                <a:lnTo>
                  <a:pt x="566" y="502"/>
                </a:lnTo>
                <a:lnTo>
                  <a:pt x="536" y="522"/>
                </a:lnTo>
                <a:lnTo>
                  <a:pt x="504" y="536"/>
                </a:lnTo>
                <a:lnTo>
                  <a:pt x="470" y="548"/>
                </a:lnTo>
                <a:lnTo>
                  <a:pt x="434" y="556"/>
                </a:lnTo>
                <a:lnTo>
                  <a:pt x="400" y="562"/>
                </a:lnTo>
                <a:lnTo>
                  <a:pt x="364" y="564"/>
                </a:lnTo>
                <a:lnTo>
                  <a:pt x="328" y="562"/>
                </a:lnTo>
                <a:lnTo>
                  <a:pt x="294" y="558"/>
                </a:lnTo>
                <a:lnTo>
                  <a:pt x="260" y="548"/>
                </a:lnTo>
                <a:lnTo>
                  <a:pt x="226" y="538"/>
                </a:lnTo>
                <a:lnTo>
                  <a:pt x="194" y="522"/>
                </a:lnTo>
                <a:lnTo>
                  <a:pt x="162" y="504"/>
                </a:lnTo>
                <a:lnTo>
                  <a:pt x="132" y="482"/>
                </a:lnTo>
                <a:lnTo>
                  <a:pt x="106" y="458"/>
                </a:lnTo>
                <a:lnTo>
                  <a:pt x="106" y="458"/>
                </a:lnTo>
                <a:lnTo>
                  <a:pt x="84" y="434"/>
                </a:lnTo>
                <a:lnTo>
                  <a:pt x="64" y="410"/>
                </a:lnTo>
                <a:lnTo>
                  <a:pt x="48" y="384"/>
                </a:lnTo>
                <a:lnTo>
                  <a:pt x="34" y="356"/>
                </a:lnTo>
                <a:lnTo>
                  <a:pt x="22" y="330"/>
                </a:lnTo>
                <a:lnTo>
                  <a:pt x="12" y="300"/>
                </a:lnTo>
                <a:lnTo>
                  <a:pt x="6" y="272"/>
                </a:lnTo>
                <a:lnTo>
                  <a:pt x="2" y="242"/>
                </a:lnTo>
                <a:lnTo>
                  <a:pt x="0" y="212"/>
                </a:lnTo>
                <a:lnTo>
                  <a:pt x="0" y="182"/>
                </a:lnTo>
                <a:lnTo>
                  <a:pt x="2" y="152"/>
                </a:lnTo>
                <a:lnTo>
                  <a:pt x="8" y="122"/>
                </a:lnTo>
                <a:lnTo>
                  <a:pt x="16" y="92"/>
                </a:lnTo>
                <a:lnTo>
                  <a:pt x="24" y="64"/>
                </a:lnTo>
                <a:lnTo>
                  <a:pt x="38" y="36"/>
                </a:lnTo>
                <a:lnTo>
                  <a:pt x="52" y="10"/>
                </a:lnTo>
                <a:lnTo>
                  <a:pt x="52" y="10"/>
                </a:lnTo>
                <a:lnTo>
                  <a:pt x="96" y="18"/>
                </a:lnTo>
                <a:lnTo>
                  <a:pt x="116" y="20"/>
                </a:lnTo>
                <a:lnTo>
                  <a:pt x="140" y="20"/>
                </a:lnTo>
                <a:lnTo>
                  <a:pt x="274" y="20"/>
                </a:lnTo>
                <a:lnTo>
                  <a:pt x="230" y="64"/>
                </a:lnTo>
                <a:lnTo>
                  <a:pt x="230" y="64"/>
                </a:lnTo>
                <a:lnTo>
                  <a:pt x="218" y="78"/>
                </a:lnTo>
                <a:lnTo>
                  <a:pt x="206" y="94"/>
                </a:lnTo>
                <a:lnTo>
                  <a:pt x="196" y="110"/>
                </a:lnTo>
                <a:lnTo>
                  <a:pt x="188" y="126"/>
                </a:lnTo>
                <a:lnTo>
                  <a:pt x="182" y="144"/>
                </a:lnTo>
                <a:lnTo>
                  <a:pt x="178" y="162"/>
                </a:lnTo>
                <a:lnTo>
                  <a:pt x="176" y="180"/>
                </a:lnTo>
                <a:lnTo>
                  <a:pt x="174" y="198"/>
                </a:lnTo>
                <a:lnTo>
                  <a:pt x="176" y="216"/>
                </a:lnTo>
                <a:lnTo>
                  <a:pt x="178" y="234"/>
                </a:lnTo>
                <a:lnTo>
                  <a:pt x="182" y="252"/>
                </a:lnTo>
                <a:lnTo>
                  <a:pt x="188" y="270"/>
                </a:lnTo>
                <a:lnTo>
                  <a:pt x="196" y="286"/>
                </a:lnTo>
                <a:lnTo>
                  <a:pt x="206" y="302"/>
                </a:lnTo>
                <a:lnTo>
                  <a:pt x="218" y="318"/>
                </a:lnTo>
                <a:lnTo>
                  <a:pt x="230" y="332"/>
                </a:lnTo>
                <a:lnTo>
                  <a:pt x="230" y="332"/>
                </a:lnTo>
                <a:lnTo>
                  <a:pt x="244" y="346"/>
                </a:lnTo>
                <a:lnTo>
                  <a:pt x="260" y="356"/>
                </a:lnTo>
                <a:lnTo>
                  <a:pt x="276" y="366"/>
                </a:lnTo>
                <a:lnTo>
                  <a:pt x="292" y="374"/>
                </a:lnTo>
                <a:lnTo>
                  <a:pt x="310" y="380"/>
                </a:lnTo>
                <a:lnTo>
                  <a:pt x="328" y="384"/>
                </a:lnTo>
                <a:lnTo>
                  <a:pt x="346" y="386"/>
                </a:lnTo>
                <a:lnTo>
                  <a:pt x="364" y="388"/>
                </a:lnTo>
                <a:lnTo>
                  <a:pt x="382" y="386"/>
                </a:lnTo>
                <a:lnTo>
                  <a:pt x="402" y="384"/>
                </a:lnTo>
                <a:lnTo>
                  <a:pt x="418" y="380"/>
                </a:lnTo>
                <a:lnTo>
                  <a:pt x="436" y="374"/>
                </a:lnTo>
                <a:lnTo>
                  <a:pt x="454" y="366"/>
                </a:lnTo>
                <a:lnTo>
                  <a:pt x="470" y="356"/>
                </a:lnTo>
                <a:lnTo>
                  <a:pt x="484" y="346"/>
                </a:lnTo>
                <a:lnTo>
                  <a:pt x="498" y="332"/>
                </a:lnTo>
                <a:lnTo>
                  <a:pt x="498" y="332"/>
                </a:lnTo>
                <a:lnTo>
                  <a:pt x="790" y="42"/>
                </a:lnTo>
                <a:lnTo>
                  <a:pt x="790" y="42"/>
                </a:lnTo>
                <a:lnTo>
                  <a:pt x="804" y="32"/>
                </a:lnTo>
                <a:lnTo>
                  <a:pt x="818" y="24"/>
                </a:lnTo>
                <a:lnTo>
                  <a:pt x="834" y="16"/>
                </a:lnTo>
                <a:lnTo>
                  <a:pt x="848" y="10"/>
                </a:lnTo>
                <a:lnTo>
                  <a:pt x="864" y="6"/>
                </a:lnTo>
                <a:lnTo>
                  <a:pt x="880" y="2"/>
                </a:lnTo>
                <a:lnTo>
                  <a:pt x="896" y="0"/>
                </a:lnTo>
                <a:lnTo>
                  <a:pt x="912" y="0"/>
                </a:lnTo>
                <a:lnTo>
                  <a:pt x="930" y="2"/>
                </a:lnTo>
                <a:lnTo>
                  <a:pt x="946" y="4"/>
                </a:lnTo>
                <a:lnTo>
                  <a:pt x="962" y="8"/>
                </a:lnTo>
                <a:lnTo>
                  <a:pt x="976" y="14"/>
                </a:lnTo>
                <a:lnTo>
                  <a:pt x="992" y="20"/>
                </a:lnTo>
                <a:lnTo>
                  <a:pt x="1006" y="28"/>
                </a:lnTo>
                <a:lnTo>
                  <a:pt x="1020" y="38"/>
                </a:lnTo>
                <a:lnTo>
                  <a:pt x="1034" y="48"/>
                </a:lnTo>
                <a:lnTo>
                  <a:pt x="1098" y="114"/>
                </a:lnTo>
                <a:lnTo>
                  <a:pt x="1098" y="362"/>
                </a:lnTo>
                <a:lnTo>
                  <a:pt x="1098" y="362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12"/>
          <p:cNvSpPr>
            <a:spLocks/>
          </p:cNvSpPr>
          <p:nvPr/>
        </p:nvSpPr>
        <p:spPr bwMode="auto">
          <a:xfrm>
            <a:off x="3204105" y="3777721"/>
            <a:ext cx="895350" cy="1743075"/>
          </a:xfrm>
          <a:custGeom>
            <a:avLst/>
            <a:gdLst>
              <a:gd name="T0" fmla="*/ 216 w 564"/>
              <a:gd name="T1" fmla="*/ 144 h 1098"/>
              <a:gd name="T2" fmla="*/ 210 w 564"/>
              <a:gd name="T3" fmla="*/ 154 h 1098"/>
              <a:gd name="T4" fmla="*/ 202 w 564"/>
              <a:gd name="T5" fmla="*/ 178 h 1098"/>
              <a:gd name="T6" fmla="*/ 202 w 564"/>
              <a:gd name="T7" fmla="*/ 202 h 1098"/>
              <a:gd name="T8" fmla="*/ 210 w 564"/>
              <a:gd name="T9" fmla="*/ 226 h 1098"/>
              <a:gd name="T10" fmla="*/ 456 w 564"/>
              <a:gd name="T11" fmla="*/ 474 h 1098"/>
              <a:gd name="T12" fmla="*/ 482 w 564"/>
              <a:gd name="T13" fmla="*/ 502 h 1098"/>
              <a:gd name="T14" fmla="*/ 520 w 564"/>
              <a:gd name="T15" fmla="*/ 562 h 1098"/>
              <a:gd name="T16" fmla="*/ 548 w 564"/>
              <a:gd name="T17" fmla="*/ 628 h 1098"/>
              <a:gd name="T18" fmla="*/ 562 w 564"/>
              <a:gd name="T19" fmla="*/ 698 h 1098"/>
              <a:gd name="T20" fmla="*/ 562 w 564"/>
              <a:gd name="T21" fmla="*/ 768 h 1098"/>
              <a:gd name="T22" fmla="*/ 548 w 564"/>
              <a:gd name="T23" fmla="*/ 838 h 1098"/>
              <a:gd name="T24" fmla="*/ 522 w 564"/>
              <a:gd name="T25" fmla="*/ 904 h 1098"/>
              <a:gd name="T26" fmla="*/ 482 w 564"/>
              <a:gd name="T27" fmla="*/ 964 h 1098"/>
              <a:gd name="T28" fmla="*/ 456 w 564"/>
              <a:gd name="T29" fmla="*/ 992 h 1098"/>
              <a:gd name="T30" fmla="*/ 410 w 564"/>
              <a:gd name="T31" fmla="*/ 1032 h 1098"/>
              <a:gd name="T32" fmla="*/ 356 w 564"/>
              <a:gd name="T33" fmla="*/ 1064 h 1098"/>
              <a:gd name="T34" fmla="*/ 300 w 564"/>
              <a:gd name="T35" fmla="*/ 1084 h 1098"/>
              <a:gd name="T36" fmla="*/ 242 w 564"/>
              <a:gd name="T37" fmla="*/ 1096 h 1098"/>
              <a:gd name="T38" fmla="*/ 182 w 564"/>
              <a:gd name="T39" fmla="*/ 1098 h 1098"/>
              <a:gd name="T40" fmla="*/ 122 w 564"/>
              <a:gd name="T41" fmla="*/ 1090 h 1098"/>
              <a:gd name="T42" fmla="*/ 64 w 564"/>
              <a:gd name="T43" fmla="*/ 1072 h 1098"/>
              <a:gd name="T44" fmla="*/ 10 w 564"/>
              <a:gd name="T45" fmla="*/ 1046 h 1098"/>
              <a:gd name="T46" fmla="*/ 16 w 564"/>
              <a:gd name="T47" fmla="*/ 1002 h 1098"/>
              <a:gd name="T48" fmla="*/ 20 w 564"/>
              <a:gd name="T49" fmla="*/ 958 h 1098"/>
              <a:gd name="T50" fmla="*/ 64 w 564"/>
              <a:gd name="T51" fmla="*/ 868 h 1098"/>
              <a:gd name="T52" fmla="*/ 78 w 564"/>
              <a:gd name="T53" fmla="*/ 880 h 1098"/>
              <a:gd name="T54" fmla="*/ 110 w 564"/>
              <a:gd name="T55" fmla="*/ 902 h 1098"/>
              <a:gd name="T56" fmla="*/ 144 w 564"/>
              <a:gd name="T57" fmla="*/ 914 h 1098"/>
              <a:gd name="T58" fmla="*/ 180 w 564"/>
              <a:gd name="T59" fmla="*/ 922 h 1098"/>
              <a:gd name="T60" fmla="*/ 216 w 564"/>
              <a:gd name="T61" fmla="*/ 922 h 1098"/>
              <a:gd name="T62" fmla="*/ 252 w 564"/>
              <a:gd name="T63" fmla="*/ 916 h 1098"/>
              <a:gd name="T64" fmla="*/ 286 w 564"/>
              <a:gd name="T65" fmla="*/ 902 h 1098"/>
              <a:gd name="T66" fmla="*/ 318 w 564"/>
              <a:gd name="T67" fmla="*/ 880 h 1098"/>
              <a:gd name="T68" fmla="*/ 332 w 564"/>
              <a:gd name="T69" fmla="*/ 868 h 1098"/>
              <a:gd name="T70" fmla="*/ 356 w 564"/>
              <a:gd name="T71" fmla="*/ 838 h 1098"/>
              <a:gd name="T72" fmla="*/ 374 w 564"/>
              <a:gd name="T73" fmla="*/ 804 h 1098"/>
              <a:gd name="T74" fmla="*/ 384 w 564"/>
              <a:gd name="T75" fmla="*/ 770 h 1098"/>
              <a:gd name="T76" fmla="*/ 388 w 564"/>
              <a:gd name="T77" fmla="*/ 734 h 1098"/>
              <a:gd name="T78" fmla="*/ 384 w 564"/>
              <a:gd name="T79" fmla="*/ 696 h 1098"/>
              <a:gd name="T80" fmla="*/ 374 w 564"/>
              <a:gd name="T81" fmla="*/ 662 h 1098"/>
              <a:gd name="T82" fmla="*/ 356 w 564"/>
              <a:gd name="T83" fmla="*/ 628 h 1098"/>
              <a:gd name="T84" fmla="*/ 332 w 564"/>
              <a:gd name="T85" fmla="*/ 598 h 1098"/>
              <a:gd name="T86" fmla="*/ 42 w 564"/>
              <a:gd name="T87" fmla="*/ 308 h 1098"/>
              <a:gd name="T88" fmla="*/ 32 w 564"/>
              <a:gd name="T89" fmla="*/ 294 h 1098"/>
              <a:gd name="T90" fmla="*/ 16 w 564"/>
              <a:gd name="T91" fmla="*/ 264 h 1098"/>
              <a:gd name="T92" fmla="*/ 6 w 564"/>
              <a:gd name="T93" fmla="*/ 234 h 1098"/>
              <a:gd name="T94" fmla="*/ 0 w 564"/>
              <a:gd name="T95" fmla="*/ 202 h 1098"/>
              <a:gd name="T96" fmla="*/ 2 w 564"/>
              <a:gd name="T97" fmla="*/ 168 h 1098"/>
              <a:gd name="T98" fmla="*/ 8 w 564"/>
              <a:gd name="T99" fmla="*/ 136 h 1098"/>
              <a:gd name="T100" fmla="*/ 20 w 564"/>
              <a:gd name="T101" fmla="*/ 106 h 1098"/>
              <a:gd name="T102" fmla="*/ 38 w 564"/>
              <a:gd name="T103" fmla="*/ 78 h 1098"/>
              <a:gd name="T104" fmla="*/ 114 w 564"/>
              <a:gd name="T105" fmla="*/ 0 h 1098"/>
              <a:gd name="T106" fmla="*/ 362 w 564"/>
              <a:gd name="T107" fmla="*/ 0 h 1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64" h="1098">
                <a:moveTo>
                  <a:pt x="362" y="0"/>
                </a:moveTo>
                <a:lnTo>
                  <a:pt x="216" y="144"/>
                </a:lnTo>
                <a:lnTo>
                  <a:pt x="216" y="144"/>
                </a:lnTo>
                <a:lnTo>
                  <a:pt x="210" y="154"/>
                </a:lnTo>
                <a:lnTo>
                  <a:pt x="204" y="166"/>
                </a:lnTo>
                <a:lnTo>
                  <a:pt x="202" y="178"/>
                </a:lnTo>
                <a:lnTo>
                  <a:pt x="200" y="190"/>
                </a:lnTo>
                <a:lnTo>
                  <a:pt x="202" y="202"/>
                </a:lnTo>
                <a:lnTo>
                  <a:pt x="206" y="214"/>
                </a:lnTo>
                <a:lnTo>
                  <a:pt x="210" y="226"/>
                </a:lnTo>
                <a:lnTo>
                  <a:pt x="218" y="236"/>
                </a:lnTo>
                <a:lnTo>
                  <a:pt x="456" y="474"/>
                </a:lnTo>
                <a:lnTo>
                  <a:pt x="456" y="474"/>
                </a:lnTo>
                <a:lnTo>
                  <a:pt x="482" y="502"/>
                </a:lnTo>
                <a:lnTo>
                  <a:pt x="502" y="532"/>
                </a:lnTo>
                <a:lnTo>
                  <a:pt x="520" y="562"/>
                </a:lnTo>
                <a:lnTo>
                  <a:pt x="536" y="594"/>
                </a:lnTo>
                <a:lnTo>
                  <a:pt x="548" y="628"/>
                </a:lnTo>
                <a:lnTo>
                  <a:pt x="556" y="662"/>
                </a:lnTo>
                <a:lnTo>
                  <a:pt x="562" y="698"/>
                </a:lnTo>
                <a:lnTo>
                  <a:pt x="564" y="734"/>
                </a:lnTo>
                <a:lnTo>
                  <a:pt x="562" y="768"/>
                </a:lnTo>
                <a:lnTo>
                  <a:pt x="556" y="804"/>
                </a:lnTo>
                <a:lnTo>
                  <a:pt x="548" y="838"/>
                </a:lnTo>
                <a:lnTo>
                  <a:pt x="538" y="872"/>
                </a:lnTo>
                <a:lnTo>
                  <a:pt x="522" y="904"/>
                </a:lnTo>
                <a:lnTo>
                  <a:pt x="504" y="936"/>
                </a:lnTo>
                <a:lnTo>
                  <a:pt x="482" y="964"/>
                </a:lnTo>
                <a:lnTo>
                  <a:pt x="456" y="992"/>
                </a:lnTo>
                <a:lnTo>
                  <a:pt x="456" y="992"/>
                </a:lnTo>
                <a:lnTo>
                  <a:pt x="434" y="1014"/>
                </a:lnTo>
                <a:lnTo>
                  <a:pt x="410" y="1032"/>
                </a:lnTo>
                <a:lnTo>
                  <a:pt x="384" y="1050"/>
                </a:lnTo>
                <a:lnTo>
                  <a:pt x="356" y="1064"/>
                </a:lnTo>
                <a:lnTo>
                  <a:pt x="328" y="1076"/>
                </a:lnTo>
                <a:lnTo>
                  <a:pt x="300" y="1084"/>
                </a:lnTo>
                <a:lnTo>
                  <a:pt x="270" y="1092"/>
                </a:lnTo>
                <a:lnTo>
                  <a:pt x="242" y="1096"/>
                </a:lnTo>
                <a:lnTo>
                  <a:pt x="212" y="1098"/>
                </a:lnTo>
                <a:lnTo>
                  <a:pt x="182" y="1098"/>
                </a:lnTo>
                <a:lnTo>
                  <a:pt x="152" y="1096"/>
                </a:lnTo>
                <a:lnTo>
                  <a:pt x="122" y="1090"/>
                </a:lnTo>
                <a:lnTo>
                  <a:pt x="92" y="1082"/>
                </a:lnTo>
                <a:lnTo>
                  <a:pt x="64" y="1072"/>
                </a:lnTo>
                <a:lnTo>
                  <a:pt x="36" y="1060"/>
                </a:lnTo>
                <a:lnTo>
                  <a:pt x="10" y="1046"/>
                </a:lnTo>
                <a:lnTo>
                  <a:pt x="10" y="1046"/>
                </a:lnTo>
                <a:lnTo>
                  <a:pt x="16" y="1002"/>
                </a:lnTo>
                <a:lnTo>
                  <a:pt x="20" y="982"/>
                </a:lnTo>
                <a:lnTo>
                  <a:pt x="20" y="958"/>
                </a:lnTo>
                <a:lnTo>
                  <a:pt x="20" y="824"/>
                </a:lnTo>
                <a:lnTo>
                  <a:pt x="64" y="868"/>
                </a:lnTo>
                <a:lnTo>
                  <a:pt x="64" y="868"/>
                </a:lnTo>
                <a:lnTo>
                  <a:pt x="78" y="880"/>
                </a:lnTo>
                <a:lnTo>
                  <a:pt x="94" y="892"/>
                </a:lnTo>
                <a:lnTo>
                  <a:pt x="110" y="902"/>
                </a:lnTo>
                <a:lnTo>
                  <a:pt x="126" y="908"/>
                </a:lnTo>
                <a:lnTo>
                  <a:pt x="144" y="914"/>
                </a:lnTo>
                <a:lnTo>
                  <a:pt x="162" y="920"/>
                </a:lnTo>
                <a:lnTo>
                  <a:pt x="180" y="922"/>
                </a:lnTo>
                <a:lnTo>
                  <a:pt x="198" y="922"/>
                </a:lnTo>
                <a:lnTo>
                  <a:pt x="216" y="922"/>
                </a:lnTo>
                <a:lnTo>
                  <a:pt x="234" y="920"/>
                </a:lnTo>
                <a:lnTo>
                  <a:pt x="252" y="916"/>
                </a:lnTo>
                <a:lnTo>
                  <a:pt x="270" y="910"/>
                </a:lnTo>
                <a:lnTo>
                  <a:pt x="286" y="902"/>
                </a:lnTo>
                <a:lnTo>
                  <a:pt x="302" y="892"/>
                </a:lnTo>
                <a:lnTo>
                  <a:pt x="318" y="880"/>
                </a:lnTo>
                <a:lnTo>
                  <a:pt x="332" y="868"/>
                </a:lnTo>
                <a:lnTo>
                  <a:pt x="332" y="868"/>
                </a:lnTo>
                <a:lnTo>
                  <a:pt x="346" y="854"/>
                </a:lnTo>
                <a:lnTo>
                  <a:pt x="356" y="838"/>
                </a:lnTo>
                <a:lnTo>
                  <a:pt x="366" y="822"/>
                </a:lnTo>
                <a:lnTo>
                  <a:pt x="374" y="804"/>
                </a:lnTo>
                <a:lnTo>
                  <a:pt x="380" y="788"/>
                </a:lnTo>
                <a:lnTo>
                  <a:pt x="384" y="770"/>
                </a:lnTo>
                <a:lnTo>
                  <a:pt x="386" y="752"/>
                </a:lnTo>
                <a:lnTo>
                  <a:pt x="388" y="734"/>
                </a:lnTo>
                <a:lnTo>
                  <a:pt x="386" y="714"/>
                </a:lnTo>
                <a:lnTo>
                  <a:pt x="384" y="696"/>
                </a:lnTo>
                <a:lnTo>
                  <a:pt x="380" y="680"/>
                </a:lnTo>
                <a:lnTo>
                  <a:pt x="374" y="662"/>
                </a:lnTo>
                <a:lnTo>
                  <a:pt x="366" y="644"/>
                </a:lnTo>
                <a:lnTo>
                  <a:pt x="356" y="628"/>
                </a:lnTo>
                <a:lnTo>
                  <a:pt x="344" y="614"/>
                </a:lnTo>
                <a:lnTo>
                  <a:pt x="332" y="598"/>
                </a:lnTo>
                <a:lnTo>
                  <a:pt x="332" y="598"/>
                </a:lnTo>
                <a:lnTo>
                  <a:pt x="42" y="308"/>
                </a:lnTo>
                <a:lnTo>
                  <a:pt x="42" y="308"/>
                </a:lnTo>
                <a:lnTo>
                  <a:pt x="32" y="294"/>
                </a:lnTo>
                <a:lnTo>
                  <a:pt x="22" y="280"/>
                </a:lnTo>
                <a:lnTo>
                  <a:pt x="16" y="264"/>
                </a:lnTo>
                <a:lnTo>
                  <a:pt x="10" y="250"/>
                </a:lnTo>
                <a:lnTo>
                  <a:pt x="6" y="234"/>
                </a:lnTo>
                <a:lnTo>
                  <a:pt x="2" y="218"/>
                </a:lnTo>
                <a:lnTo>
                  <a:pt x="0" y="202"/>
                </a:lnTo>
                <a:lnTo>
                  <a:pt x="0" y="184"/>
                </a:lnTo>
                <a:lnTo>
                  <a:pt x="2" y="168"/>
                </a:lnTo>
                <a:lnTo>
                  <a:pt x="4" y="152"/>
                </a:lnTo>
                <a:lnTo>
                  <a:pt x="8" y="136"/>
                </a:lnTo>
                <a:lnTo>
                  <a:pt x="14" y="122"/>
                </a:lnTo>
                <a:lnTo>
                  <a:pt x="20" y="106"/>
                </a:lnTo>
                <a:lnTo>
                  <a:pt x="28" y="92"/>
                </a:lnTo>
                <a:lnTo>
                  <a:pt x="38" y="78"/>
                </a:lnTo>
                <a:lnTo>
                  <a:pt x="48" y="64"/>
                </a:lnTo>
                <a:lnTo>
                  <a:pt x="114" y="0"/>
                </a:lnTo>
                <a:lnTo>
                  <a:pt x="362" y="0"/>
                </a:lnTo>
                <a:lnTo>
                  <a:pt x="362" y="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13"/>
          <p:cNvSpPr>
            <a:spLocks noEditPoints="1"/>
          </p:cNvSpPr>
          <p:nvPr/>
        </p:nvSpPr>
        <p:spPr bwMode="auto">
          <a:xfrm>
            <a:off x="2153180" y="3339571"/>
            <a:ext cx="98425" cy="98425"/>
          </a:xfrm>
          <a:custGeom>
            <a:avLst/>
            <a:gdLst>
              <a:gd name="T0" fmla="*/ 62 w 62"/>
              <a:gd name="T1" fmla="*/ 32 h 62"/>
              <a:gd name="T2" fmla="*/ 60 w 62"/>
              <a:gd name="T3" fmla="*/ 44 h 62"/>
              <a:gd name="T4" fmla="*/ 52 w 62"/>
              <a:gd name="T5" fmla="*/ 54 h 62"/>
              <a:gd name="T6" fmla="*/ 42 w 62"/>
              <a:gd name="T7" fmla="*/ 60 h 62"/>
              <a:gd name="T8" fmla="*/ 30 w 62"/>
              <a:gd name="T9" fmla="*/ 62 h 62"/>
              <a:gd name="T10" fmla="*/ 18 w 62"/>
              <a:gd name="T11" fmla="*/ 60 h 62"/>
              <a:gd name="T12" fmla="*/ 14 w 62"/>
              <a:gd name="T13" fmla="*/ 58 h 62"/>
              <a:gd name="T14" fmla="*/ 8 w 62"/>
              <a:gd name="T15" fmla="*/ 54 h 62"/>
              <a:gd name="T16" fmla="*/ 2 w 62"/>
              <a:gd name="T17" fmla="*/ 44 h 62"/>
              <a:gd name="T18" fmla="*/ 0 w 62"/>
              <a:gd name="T19" fmla="*/ 38 h 62"/>
              <a:gd name="T20" fmla="*/ 0 w 62"/>
              <a:gd name="T21" fmla="*/ 32 h 62"/>
              <a:gd name="T22" fmla="*/ 2 w 62"/>
              <a:gd name="T23" fmla="*/ 18 h 62"/>
              <a:gd name="T24" fmla="*/ 6 w 62"/>
              <a:gd name="T25" fmla="*/ 14 h 62"/>
              <a:gd name="T26" fmla="*/ 10 w 62"/>
              <a:gd name="T27" fmla="*/ 10 h 62"/>
              <a:gd name="T28" fmla="*/ 20 w 62"/>
              <a:gd name="T29" fmla="*/ 4 h 62"/>
              <a:gd name="T30" fmla="*/ 30 w 62"/>
              <a:gd name="T31" fmla="*/ 0 h 62"/>
              <a:gd name="T32" fmla="*/ 42 w 62"/>
              <a:gd name="T33" fmla="*/ 4 h 62"/>
              <a:gd name="T34" fmla="*/ 52 w 62"/>
              <a:gd name="T35" fmla="*/ 10 h 62"/>
              <a:gd name="T36" fmla="*/ 60 w 62"/>
              <a:gd name="T37" fmla="*/ 20 h 62"/>
              <a:gd name="T38" fmla="*/ 62 w 62"/>
              <a:gd name="T39" fmla="*/ 26 h 62"/>
              <a:gd name="T40" fmla="*/ 62 w 62"/>
              <a:gd name="T41" fmla="*/ 32 h 62"/>
              <a:gd name="T42" fmla="*/ 30 w 62"/>
              <a:gd name="T43" fmla="*/ 48 h 62"/>
              <a:gd name="T44" fmla="*/ 38 w 62"/>
              <a:gd name="T45" fmla="*/ 46 h 62"/>
              <a:gd name="T46" fmla="*/ 44 w 62"/>
              <a:gd name="T47" fmla="*/ 44 h 62"/>
              <a:gd name="T48" fmla="*/ 48 w 62"/>
              <a:gd name="T49" fmla="*/ 38 h 62"/>
              <a:gd name="T50" fmla="*/ 50 w 62"/>
              <a:gd name="T51" fmla="*/ 32 h 62"/>
              <a:gd name="T52" fmla="*/ 48 w 62"/>
              <a:gd name="T53" fmla="*/ 24 h 62"/>
              <a:gd name="T54" fmla="*/ 44 w 62"/>
              <a:gd name="T55" fmla="*/ 20 h 62"/>
              <a:gd name="T56" fmla="*/ 38 w 62"/>
              <a:gd name="T57" fmla="*/ 16 h 62"/>
              <a:gd name="T58" fmla="*/ 30 w 62"/>
              <a:gd name="T59" fmla="*/ 16 h 62"/>
              <a:gd name="T60" fmla="*/ 24 w 62"/>
              <a:gd name="T61" fmla="*/ 16 h 62"/>
              <a:gd name="T62" fmla="*/ 18 w 62"/>
              <a:gd name="T63" fmla="*/ 20 h 62"/>
              <a:gd name="T64" fmla="*/ 14 w 62"/>
              <a:gd name="T65" fmla="*/ 24 h 62"/>
              <a:gd name="T66" fmla="*/ 12 w 62"/>
              <a:gd name="T67" fmla="*/ 32 h 62"/>
              <a:gd name="T68" fmla="*/ 14 w 62"/>
              <a:gd name="T69" fmla="*/ 38 h 62"/>
              <a:gd name="T70" fmla="*/ 18 w 62"/>
              <a:gd name="T71" fmla="*/ 44 h 62"/>
              <a:gd name="T72" fmla="*/ 24 w 62"/>
              <a:gd name="T73" fmla="*/ 46 h 62"/>
              <a:gd name="T74" fmla="*/ 30 w 62"/>
              <a:gd name="T75" fmla="*/ 48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2" h="62">
                <a:moveTo>
                  <a:pt x="62" y="32"/>
                </a:moveTo>
                <a:lnTo>
                  <a:pt x="62" y="32"/>
                </a:lnTo>
                <a:lnTo>
                  <a:pt x="62" y="38"/>
                </a:lnTo>
                <a:lnTo>
                  <a:pt x="60" y="44"/>
                </a:lnTo>
                <a:lnTo>
                  <a:pt x="60" y="44"/>
                </a:lnTo>
                <a:lnTo>
                  <a:pt x="52" y="54"/>
                </a:lnTo>
                <a:lnTo>
                  <a:pt x="52" y="54"/>
                </a:lnTo>
                <a:lnTo>
                  <a:pt x="42" y="60"/>
                </a:lnTo>
                <a:lnTo>
                  <a:pt x="42" y="60"/>
                </a:lnTo>
                <a:lnTo>
                  <a:pt x="30" y="62"/>
                </a:lnTo>
                <a:lnTo>
                  <a:pt x="30" y="62"/>
                </a:lnTo>
                <a:lnTo>
                  <a:pt x="18" y="60"/>
                </a:lnTo>
                <a:lnTo>
                  <a:pt x="18" y="60"/>
                </a:lnTo>
                <a:lnTo>
                  <a:pt x="14" y="58"/>
                </a:lnTo>
                <a:lnTo>
                  <a:pt x="8" y="54"/>
                </a:lnTo>
                <a:lnTo>
                  <a:pt x="8" y="54"/>
                </a:lnTo>
                <a:lnTo>
                  <a:pt x="4" y="50"/>
                </a:lnTo>
                <a:lnTo>
                  <a:pt x="2" y="44"/>
                </a:lnTo>
                <a:lnTo>
                  <a:pt x="2" y="44"/>
                </a:lnTo>
                <a:lnTo>
                  <a:pt x="0" y="38"/>
                </a:lnTo>
                <a:lnTo>
                  <a:pt x="0" y="32"/>
                </a:lnTo>
                <a:lnTo>
                  <a:pt x="0" y="32"/>
                </a:lnTo>
                <a:lnTo>
                  <a:pt x="0" y="24"/>
                </a:lnTo>
                <a:lnTo>
                  <a:pt x="2" y="18"/>
                </a:lnTo>
                <a:lnTo>
                  <a:pt x="2" y="18"/>
                </a:lnTo>
                <a:lnTo>
                  <a:pt x="6" y="14"/>
                </a:lnTo>
                <a:lnTo>
                  <a:pt x="10" y="10"/>
                </a:lnTo>
                <a:lnTo>
                  <a:pt x="10" y="10"/>
                </a:lnTo>
                <a:lnTo>
                  <a:pt x="20" y="4"/>
                </a:lnTo>
                <a:lnTo>
                  <a:pt x="20" y="4"/>
                </a:lnTo>
                <a:lnTo>
                  <a:pt x="30" y="0"/>
                </a:lnTo>
                <a:lnTo>
                  <a:pt x="30" y="0"/>
                </a:lnTo>
                <a:lnTo>
                  <a:pt x="42" y="4"/>
                </a:lnTo>
                <a:lnTo>
                  <a:pt x="42" y="4"/>
                </a:lnTo>
                <a:lnTo>
                  <a:pt x="48" y="6"/>
                </a:lnTo>
                <a:lnTo>
                  <a:pt x="52" y="10"/>
                </a:lnTo>
                <a:lnTo>
                  <a:pt x="52" y="10"/>
                </a:lnTo>
                <a:lnTo>
                  <a:pt x="60" y="20"/>
                </a:lnTo>
                <a:lnTo>
                  <a:pt x="60" y="20"/>
                </a:lnTo>
                <a:lnTo>
                  <a:pt x="62" y="26"/>
                </a:lnTo>
                <a:lnTo>
                  <a:pt x="62" y="32"/>
                </a:lnTo>
                <a:lnTo>
                  <a:pt x="62" y="32"/>
                </a:lnTo>
                <a:close/>
                <a:moveTo>
                  <a:pt x="30" y="48"/>
                </a:moveTo>
                <a:lnTo>
                  <a:pt x="30" y="48"/>
                </a:lnTo>
                <a:lnTo>
                  <a:pt x="38" y="46"/>
                </a:lnTo>
                <a:lnTo>
                  <a:pt x="38" y="46"/>
                </a:lnTo>
                <a:lnTo>
                  <a:pt x="44" y="44"/>
                </a:lnTo>
                <a:lnTo>
                  <a:pt x="44" y="44"/>
                </a:lnTo>
                <a:lnTo>
                  <a:pt x="48" y="38"/>
                </a:lnTo>
                <a:lnTo>
                  <a:pt x="48" y="38"/>
                </a:lnTo>
                <a:lnTo>
                  <a:pt x="50" y="32"/>
                </a:lnTo>
                <a:lnTo>
                  <a:pt x="50" y="32"/>
                </a:lnTo>
                <a:lnTo>
                  <a:pt x="48" y="24"/>
                </a:lnTo>
                <a:lnTo>
                  <a:pt x="48" y="24"/>
                </a:lnTo>
                <a:lnTo>
                  <a:pt x="44" y="20"/>
                </a:lnTo>
                <a:lnTo>
                  <a:pt x="44" y="20"/>
                </a:lnTo>
                <a:lnTo>
                  <a:pt x="38" y="16"/>
                </a:lnTo>
                <a:lnTo>
                  <a:pt x="38" y="16"/>
                </a:lnTo>
                <a:lnTo>
                  <a:pt x="30" y="16"/>
                </a:lnTo>
                <a:lnTo>
                  <a:pt x="30" y="16"/>
                </a:lnTo>
                <a:lnTo>
                  <a:pt x="24" y="16"/>
                </a:lnTo>
                <a:lnTo>
                  <a:pt x="24" y="16"/>
                </a:lnTo>
                <a:lnTo>
                  <a:pt x="18" y="20"/>
                </a:lnTo>
                <a:lnTo>
                  <a:pt x="18" y="20"/>
                </a:lnTo>
                <a:lnTo>
                  <a:pt x="14" y="24"/>
                </a:lnTo>
                <a:lnTo>
                  <a:pt x="14" y="24"/>
                </a:lnTo>
                <a:lnTo>
                  <a:pt x="12" y="32"/>
                </a:lnTo>
                <a:lnTo>
                  <a:pt x="12" y="32"/>
                </a:lnTo>
                <a:lnTo>
                  <a:pt x="14" y="38"/>
                </a:lnTo>
                <a:lnTo>
                  <a:pt x="14" y="38"/>
                </a:lnTo>
                <a:lnTo>
                  <a:pt x="18" y="44"/>
                </a:lnTo>
                <a:lnTo>
                  <a:pt x="18" y="44"/>
                </a:lnTo>
                <a:lnTo>
                  <a:pt x="24" y="46"/>
                </a:lnTo>
                <a:lnTo>
                  <a:pt x="24" y="46"/>
                </a:lnTo>
                <a:lnTo>
                  <a:pt x="30" y="48"/>
                </a:lnTo>
                <a:lnTo>
                  <a:pt x="30" y="48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Freeform 14"/>
          <p:cNvSpPr>
            <a:spLocks noEditPoints="1"/>
          </p:cNvSpPr>
          <p:nvPr/>
        </p:nvSpPr>
        <p:spPr bwMode="auto">
          <a:xfrm>
            <a:off x="2175405" y="3253846"/>
            <a:ext cx="104775" cy="76200"/>
          </a:xfrm>
          <a:custGeom>
            <a:avLst/>
            <a:gdLst>
              <a:gd name="T0" fmla="*/ 48 w 66"/>
              <a:gd name="T1" fmla="*/ 18 h 48"/>
              <a:gd name="T2" fmla="*/ 48 w 66"/>
              <a:gd name="T3" fmla="*/ 18 h 48"/>
              <a:gd name="T4" fmla="*/ 48 w 66"/>
              <a:gd name="T5" fmla="*/ 24 h 48"/>
              <a:gd name="T6" fmla="*/ 46 w 66"/>
              <a:gd name="T7" fmla="*/ 28 h 48"/>
              <a:gd name="T8" fmla="*/ 46 w 66"/>
              <a:gd name="T9" fmla="*/ 28 h 48"/>
              <a:gd name="T10" fmla="*/ 44 w 66"/>
              <a:gd name="T11" fmla="*/ 32 h 48"/>
              <a:gd name="T12" fmla="*/ 40 w 66"/>
              <a:gd name="T13" fmla="*/ 34 h 48"/>
              <a:gd name="T14" fmla="*/ 66 w 66"/>
              <a:gd name="T15" fmla="*/ 34 h 48"/>
              <a:gd name="T16" fmla="*/ 66 w 66"/>
              <a:gd name="T17" fmla="*/ 48 h 48"/>
              <a:gd name="T18" fmla="*/ 2 w 66"/>
              <a:gd name="T19" fmla="*/ 48 h 48"/>
              <a:gd name="T20" fmla="*/ 2 w 66"/>
              <a:gd name="T21" fmla="*/ 36 h 48"/>
              <a:gd name="T22" fmla="*/ 10 w 66"/>
              <a:gd name="T23" fmla="*/ 36 h 48"/>
              <a:gd name="T24" fmla="*/ 10 w 66"/>
              <a:gd name="T25" fmla="*/ 36 h 48"/>
              <a:gd name="T26" fmla="*/ 4 w 66"/>
              <a:gd name="T27" fmla="*/ 30 h 48"/>
              <a:gd name="T28" fmla="*/ 4 w 66"/>
              <a:gd name="T29" fmla="*/ 30 h 48"/>
              <a:gd name="T30" fmla="*/ 2 w 66"/>
              <a:gd name="T31" fmla="*/ 26 h 48"/>
              <a:gd name="T32" fmla="*/ 0 w 66"/>
              <a:gd name="T33" fmla="*/ 20 h 48"/>
              <a:gd name="T34" fmla="*/ 0 w 66"/>
              <a:gd name="T35" fmla="*/ 20 h 48"/>
              <a:gd name="T36" fmla="*/ 2 w 66"/>
              <a:gd name="T37" fmla="*/ 12 h 48"/>
              <a:gd name="T38" fmla="*/ 2 w 66"/>
              <a:gd name="T39" fmla="*/ 12 h 48"/>
              <a:gd name="T40" fmla="*/ 8 w 66"/>
              <a:gd name="T41" fmla="*/ 6 h 48"/>
              <a:gd name="T42" fmla="*/ 8 w 66"/>
              <a:gd name="T43" fmla="*/ 6 h 48"/>
              <a:gd name="T44" fmla="*/ 16 w 66"/>
              <a:gd name="T45" fmla="*/ 0 h 48"/>
              <a:gd name="T46" fmla="*/ 16 w 66"/>
              <a:gd name="T47" fmla="*/ 0 h 48"/>
              <a:gd name="T48" fmla="*/ 24 w 66"/>
              <a:gd name="T49" fmla="*/ 0 h 48"/>
              <a:gd name="T50" fmla="*/ 24 w 66"/>
              <a:gd name="T51" fmla="*/ 0 h 48"/>
              <a:gd name="T52" fmla="*/ 34 w 66"/>
              <a:gd name="T53" fmla="*/ 0 h 48"/>
              <a:gd name="T54" fmla="*/ 34 w 66"/>
              <a:gd name="T55" fmla="*/ 0 h 48"/>
              <a:gd name="T56" fmla="*/ 42 w 66"/>
              <a:gd name="T57" fmla="*/ 4 h 48"/>
              <a:gd name="T58" fmla="*/ 42 w 66"/>
              <a:gd name="T59" fmla="*/ 4 h 48"/>
              <a:gd name="T60" fmla="*/ 46 w 66"/>
              <a:gd name="T61" fmla="*/ 12 h 48"/>
              <a:gd name="T62" fmla="*/ 46 w 66"/>
              <a:gd name="T63" fmla="*/ 12 h 48"/>
              <a:gd name="T64" fmla="*/ 48 w 66"/>
              <a:gd name="T65" fmla="*/ 18 h 48"/>
              <a:gd name="T66" fmla="*/ 48 w 66"/>
              <a:gd name="T67" fmla="*/ 18 h 48"/>
              <a:gd name="T68" fmla="*/ 36 w 66"/>
              <a:gd name="T69" fmla="*/ 24 h 48"/>
              <a:gd name="T70" fmla="*/ 36 w 66"/>
              <a:gd name="T71" fmla="*/ 24 h 48"/>
              <a:gd name="T72" fmla="*/ 36 w 66"/>
              <a:gd name="T73" fmla="*/ 20 h 48"/>
              <a:gd name="T74" fmla="*/ 36 w 66"/>
              <a:gd name="T75" fmla="*/ 20 h 48"/>
              <a:gd name="T76" fmla="*/ 32 w 66"/>
              <a:gd name="T77" fmla="*/ 16 h 48"/>
              <a:gd name="T78" fmla="*/ 32 w 66"/>
              <a:gd name="T79" fmla="*/ 16 h 48"/>
              <a:gd name="T80" fmla="*/ 30 w 66"/>
              <a:gd name="T81" fmla="*/ 14 h 48"/>
              <a:gd name="T82" fmla="*/ 30 w 66"/>
              <a:gd name="T83" fmla="*/ 14 h 48"/>
              <a:gd name="T84" fmla="*/ 24 w 66"/>
              <a:gd name="T85" fmla="*/ 14 h 48"/>
              <a:gd name="T86" fmla="*/ 24 w 66"/>
              <a:gd name="T87" fmla="*/ 14 h 48"/>
              <a:gd name="T88" fmla="*/ 20 w 66"/>
              <a:gd name="T89" fmla="*/ 14 h 48"/>
              <a:gd name="T90" fmla="*/ 20 w 66"/>
              <a:gd name="T91" fmla="*/ 14 h 48"/>
              <a:gd name="T92" fmla="*/ 16 w 66"/>
              <a:gd name="T93" fmla="*/ 16 h 48"/>
              <a:gd name="T94" fmla="*/ 16 w 66"/>
              <a:gd name="T95" fmla="*/ 16 h 48"/>
              <a:gd name="T96" fmla="*/ 14 w 66"/>
              <a:gd name="T97" fmla="*/ 20 h 48"/>
              <a:gd name="T98" fmla="*/ 14 w 66"/>
              <a:gd name="T99" fmla="*/ 20 h 48"/>
              <a:gd name="T100" fmla="*/ 12 w 66"/>
              <a:gd name="T101" fmla="*/ 24 h 48"/>
              <a:gd name="T102" fmla="*/ 12 w 66"/>
              <a:gd name="T103" fmla="*/ 24 h 48"/>
              <a:gd name="T104" fmla="*/ 14 w 66"/>
              <a:gd name="T105" fmla="*/ 30 h 48"/>
              <a:gd name="T106" fmla="*/ 14 w 66"/>
              <a:gd name="T107" fmla="*/ 30 h 48"/>
              <a:gd name="T108" fmla="*/ 20 w 66"/>
              <a:gd name="T109" fmla="*/ 34 h 48"/>
              <a:gd name="T110" fmla="*/ 28 w 66"/>
              <a:gd name="T111" fmla="*/ 34 h 48"/>
              <a:gd name="T112" fmla="*/ 28 w 66"/>
              <a:gd name="T113" fmla="*/ 34 h 48"/>
              <a:gd name="T114" fmla="*/ 34 w 66"/>
              <a:gd name="T115" fmla="*/ 30 h 48"/>
              <a:gd name="T116" fmla="*/ 34 w 66"/>
              <a:gd name="T117" fmla="*/ 30 h 48"/>
              <a:gd name="T118" fmla="*/ 36 w 66"/>
              <a:gd name="T119" fmla="*/ 24 h 48"/>
              <a:gd name="T120" fmla="*/ 36 w 66"/>
              <a:gd name="T121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6" h="48">
                <a:moveTo>
                  <a:pt x="48" y="18"/>
                </a:moveTo>
                <a:lnTo>
                  <a:pt x="48" y="18"/>
                </a:lnTo>
                <a:lnTo>
                  <a:pt x="48" y="24"/>
                </a:lnTo>
                <a:lnTo>
                  <a:pt x="46" y="28"/>
                </a:lnTo>
                <a:lnTo>
                  <a:pt x="46" y="28"/>
                </a:lnTo>
                <a:lnTo>
                  <a:pt x="44" y="32"/>
                </a:lnTo>
                <a:lnTo>
                  <a:pt x="40" y="34"/>
                </a:lnTo>
                <a:lnTo>
                  <a:pt x="66" y="34"/>
                </a:lnTo>
                <a:lnTo>
                  <a:pt x="66" y="48"/>
                </a:lnTo>
                <a:lnTo>
                  <a:pt x="2" y="48"/>
                </a:lnTo>
                <a:lnTo>
                  <a:pt x="2" y="36"/>
                </a:lnTo>
                <a:lnTo>
                  <a:pt x="10" y="36"/>
                </a:lnTo>
                <a:lnTo>
                  <a:pt x="10" y="36"/>
                </a:lnTo>
                <a:lnTo>
                  <a:pt x="4" y="30"/>
                </a:lnTo>
                <a:lnTo>
                  <a:pt x="4" y="30"/>
                </a:lnTo>
                <a:lnTo>
                  <a:pt x="2" y="26"/>
                </a:lnTo>
                <a:lnTo>
                  <a:pt x="0" y="20"/>
                </a:lnTo>
                <a:lnTo>
                  <a:pt x="0" y="20"/>
                </a:lnTo>
                <a:lnTo>
                  <a:pt x="2" y="12"/>
                </a:lnTo>
                <a:lnTo>
                  <a:pt x="2" y="12"/>
                </a:lnTo>
                <a:lnTo>
                  <a:pt x="8" y="6"/>
                </a:lnTo>
                <a:lnTo>
                  <a:pt x="8" y="6"/>
                </a:lnTo>
                <a:lnTo>
                  <a:pt x="16" y="0"/>
                </a:lnTo>
                <a:lnTo>
                  <a:pt x="16" y="0"/>
                </a:lnTo>
                <a:lnTo>
                  <a:pt x="24" y="0"/>
                </a:lnTo>
                <a:lnTo>
                  <a:pt x="24" y="0"/>
                </a:lnTo>
                <a:lnTo>
                  <a:pt x="34" y="0"/>
                </a:lnTo>
                <a:lnTo>
                  <a:pt x="34" y="0"/>
                </a:lnTo>
                <a:lnTo>
                  <a:pt x="42" y="4"/>
                </a:lnTo>
                <a:lnTo>
                  <a:pt x="42" y="4"/>
                </a:lnTo>
                <a:lnTo>
                  <a:pt x="46" y="12"/>
                </a:lnTo>
                <a:lnTo>
                  <a:pt x="46" y="12"/>
                </a:lnTo>
                <a:lnTo>
                  <a:pt x="48" y="18"/>
                </a:lnTo>
                <a:lnTo>
                  <a:pt x="48" y="18"/>
                </a:lnTo>
                <a:close/>
                <a:moveTo>
                  <a:pt x="36" y="24"/>
                </a:moveTo>
                <a:lnTo>
                  <a:pt x="36" y="24"/>
                </a:lnTo>
                <a:lnTo>
                  <a:pt x="36" y="20"/>
                </a:lnTo>
                <a:lnTo>
                  <a:pt x="36" y="20"/>
                </a:lnTo>
                <a:lnTo>
                  <a:pt x="32" y="16"/>
                </a:lnTo>
                <a:lnTo>
                  <a:pt x="32" y="16"/>
                </a:lnTo>
                <a:lnTo>
                  <a:pt x="30" y="14"/>
                </a:lnTo>
                <a:lnTo>
                  <a:pt x="30" y="14"/>
                </a:lnTo>
                <a:lnTo>
                  <a:pt x="24" y="14"/>
                </a:lnTo>
                <a:lnTo>
                  <a:pt x="24" y="14"/>
                </a:lnTo>
                <a:lnTo>
                  <a:pt x="20" y="14"/>
                </a:lnTo>
                <a:lnTo>
                  <a:pt x="20" y="14"/>
                </a:lnTo>
                <a:lnTo>
                  <a:pt x="16" y="16"/>
                </a:lnTo>
                <a:lnTo>
                  <a:pt x="16" y="16"/>
                </a:lnTo>
                <a:lnTo>
                  <a:pt x="14" y="20"/>
                </a:lnTo>
                <a:lnTo>
                  <a:pt x="14" y="20"/>
                </a:lnTo>
                <a:lnTo>
                  <a:pt x="12" y="24"/>
                </a:lnTo>
                <a:lnTo>
                  <a:pt x="12" y="24"/>
                </a:lnTo>
                <a:lnTo>
                  <a:pt x="14" y="30"/>
                </a:lnTo>
                <a:lnTo>
                  <a:pt x="14" y="30"/>
                </a:lnTo>
                <a:lnTo>
                  <a:pt x="20" y="34"/>
                </a:lnTo>
                <a:lnTo>
                  <a:pt x="28" y="34"/>
                </a:lnTo>
                <a:lnTo>
                  <a:pt x="28" y="34"/>
                </a:lnTo>
                <a:lnTo>
                  <a:pt x="34" y="30"/>
                </a:lnTo>
                <a:lnTo>
                  <a:pt x="34" y="30"/>
                </a:lnTo>
                <a:lnTo>
                  <a:pt x="36" y="24"/>
                </a:lnTo>
                <a:lnTo>
                  <a:pt x="36" y="24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15"/>
          <p:cNvSpPr>
            <a:spLocks/>
          </p:cNvSpPr>
          <p:nvPr/>
        </p:nvSpPr>
        <p:spPr bwMode="auto">
          <a:xfrm>
            <a:off x="2156355" y="3196696"/>
            <a:ext cx="95250" cy="50800"/>
          </a:xfrm>
          <a:custGeom>
            <a:avLst/>
            <a:gdLst>
              <a:gd name="T0" fmla="*/ 58 w 60"/>
              <a:gd name="T1" fmla="*/ 0 h 32"/>
              <a:gd name="T2" fmla="*/ 58 w 60"/>
              <a:gd name="T3" fmla="*/ 0 h 32"/>
              <a:gd name="T4" fmla="*/ 60 w 60"/>
              <a:gd name="T5" fmla="*/ 6 h 32"/>
              <a:gd name="T6" fmla="*/ 60 w 60"/>
              <a:gd name="T7" fmla="*/ 6 h 32"/>
              <a:gd name="T8" fmla="*/ 60 w 60"/>
              <a:gd name="T9" fmla="*/ 14 h 32"/>
              <a:gd name="T10" fmla="*/ 60 w 60"/>
              <a:gd name="T11" fmla="*/ 14 h 32"/>
              <a:gd name="T12" fmla="*/ 60 w 60"/>
              <a:gd name="T13" fmla="*/ 18 h 32"/>
              <a:gd name="T14" fmla="*/ 60 w 60"/>
              <a:gd name="T15" fmla="*/ 18 h 32"/>
              <a:gd name="T16" fmla="*/ 58 w 60"/>
              <a:gd name="T17" fmla="*/ 22 h 32"/>
              <a:gd name="T18" fmla="*/ 58 w 60"/>
              <a:gd name="T19" fmla="*/ 22 h 32"/>
              <a:gd name="T20" fmla="*/ 54 w 60"/>
              <a:gd name="T21" fmla="*/ 24 h 32"/>
              <a:gd name="T22" fmla="*/ 54 w 60"/>
              <a:gd name="T23" fmla="*/ 24 h 32"/>
              <a:gd name="T24" fmla="*/ 48 w 60"/>
              <a:gd name="T25" fmla="*/ 26 h 32"/>
              <a:gd name="T26" fmla="*/ 24 w 60"/>
              <a:gd name="T27" fmla="*/ 26 h 32"/>
              <a:gd name="T28" fmla="*/ 24 w 60"/>
              <a:gd name="T29" fmla="*/ 32 h 32"/>
              <a:gd name="T30" fmla="*/ 14 w 60"/>
              <a:gd name="T31" fmla="*/ 32 h 32"/>
              <a:gd name="T32" fmla="*/ 14 w 60"/>
              <a:gd name="T33" fmla="*/ 26 h 32"/>
              <a:gd name="T34" fmla="*/ 0 w 60"/>
              <a:gd name="T35" fmla="*/ 26 h 32"/>
              <a:gd name="T36" fmla="*/ 0 w 60"/>
              <a:gd name="T37" fmla="*/ 12 h 32"/>
              <a:gd name="T38" fmla="*/ 14 w 60"/>
              <a:gd name="T39" fmla="*/ 12 h 32"/>
              <a:gd name="T40" fmla="*/ 14 w 60"/>
              <a:gd name="T41" fmla="*/ 2 h 32"/>
              <a:gd name="T42" fmla="*/ 24 w 60"/>
              <a:gd name="T43" fmla="*/ 2 h 32"/>
              <a:gd name="T44" fmla="*/ 24 w 60"/>
              <a:gd name="T45" fmla="*/ 12 h 32"/>
              <a:gd name="T46" fmla="*/ 44 w 60"/>
              <a:gd name="T47" fmla="*/ 12 h 32"/>
              <a:gd name="T48" fmla="*/ 44 w 60"/>
              <a:gd name="T49" fmla="*/ 12 h 32"/>
              <a:gd name="T50" fmla="*/ 46 w 60"/>
              <a:gd name="T51" fmla="*/ 10 h 32"/>
              <a:gd name="T52" fmla="*/ 46 w 60"/>
              <a:gd name="T53" fmla="*/ 10 h 32"/>
              <a:gd name="T54" fmla="*/ 48 w 60"/>
              <a:gd name="T55" fmla="*/ 8 h 32"/>
              <a:gd name="T56" fmla="*/ 48 w 60"/>
              <a:gd name="T57" fmla="*/ 8 h 32"/>
              <a:gd name="T58" fmla="*/ 48 w 60"/>
              <a:gd name="T59" fmla="*/ 4 h 32"/>
              <a:gd name="T60" fmla="*/ 48 w 60"/>
              <a:gd name="T61" fmla="*/ 4 h 32"/>
              <a:gd name="T62" fmla="*/ 46 w 60"/>
              <a:gd name="T63" fmla="*/ 2 h 32"/>
              <a:gd name="T64" fmla="*/ 58 w 60"/>
              <a:gd name="T65" fmla="*/ 0 h 32"/>
              <a:gd name="T66" fmla="*/ 58 w 60"/>
              <a:gd name="T6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0" h="32">
                <a:moveTo>
                  <a:pt x="58" y="0"/>
                </a:moveTo>
                <a:lnTo>
                  <a:pt x="58" y="0"/>
                </a:lnTo>
                <a:lnTo>
                  <a:pt x="60" y="6"/>
                </a:lnTo>
                <a:lnTo>
                  <a:pt x="60" y="6"/>
                </a:lnTo>
                <a:lnTo>
                  <a:pt x="60" y="14"/>
                </a:lnTo>
                <a:lnTo>
                  <a:pt x="60" y="14"/>
                </a:lnTo>
                <a:lnTo>
                  <a:pt x="60" y="18"/>
                </a:lnTo>
                <a:lnTo>
                  <a:pt x="60" y="18"/>
                </a:lnTo>
                <a:lnTo>
                  <a:pt x="58" y="22"/>
                </a:lnTo>
                <a:lnTo>
                  <a:pt x="58" y="22"/>
                </a:lnTo>
                <a:lnTo>
                  <a:pt x="54" y="24"/>
                </a:lnTo>
                <a:lnTo>
                  <a:pt x="54" y="24"/>
                </a:lnTo>
                <a:lnTo>
                  <a:pt x="48" y="26"/>
                </a:lnTo>
                <a:lnTo>
                  <a:pt x="24" y="26"/>
                </a:lnTo>
                <a:lnTo>
                  <a:pt x="24" y="32"/>
                </a:lnTo>
                <a:lnTo>
                  <a:pt x="14" y="32"/>
                </a:lnTo>
                <a:lnTo>
                  <a:pt x="14" y="26"/>
                </a:lnTo>
                <a:lnTo>
                  <a:pt x="0" y="26"/>
                </a:lnTo>
                <a:lnTo>
                  <a:pt x="0" y="12"/>
                </a:lnTo>
                <a:lnTo>
                  <a:pt x="14" y="12"/>
                </a:lnTo>
                <a:lnTo>
                  <a:pt x="14" y="2"/>
                </a:lnTo>
                <a:lnTo>
                  <a:pt x="24" y="2"/>
                </a:lnTo>
                <a:lnTo>
                  <a:pt x="24" y="12"/>
                </a:lnTo>
                <a:lnTo>
                  <a:pt x="44" y="12"/>
                </a:lnTo>
                <a:lnTo>
                  <a:pt x="44" y="12"/>
                </a:lnTo>
                <a:lnTo>
                  <a:pt x="46" y="10"/>
                </a:lnTo>
                <a:lnTo>
                  <a:pt x="46" y="10"/>
                </a:lnTo>
                <a:lnTo>
                  <a:pt x="48" y="8"/>
                </a:lnTo>
                <a:lnTo>
                  <a:pt x="48" y="8"/>
                </a:lnTo>
                <a:lnTo>
                  <a:pt x="48" y="4"/>
                </a:lnTo>
                <a:lnTo>
                  <a:pt x="48" y="4"/>
                </a:lnTo>
                <a:lnTo>
                  <a:pt x="46" y="2"/>
                </a:lnTo>
                <a:lnTo>
                  <a:pt x="58" y="0"/>
                </a:lnTo>
                <a:lnTo>
                  <a:pt x="58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16"/>
          <p:cNvSpPr>
            <a:spLocks noEditPoints="1"/>
          </p:cNvSpPr>
          <p:nvPr/>
        </p:nvSpPr>
        <p:spPr bwMode="auto">
          <a:xfrm>
            <a:off x="2150005" y="3164946"/>
            <a:ext cx="101600" cy="22225"/>
          </a:xfrm>
          <a:custGeom>
            <a:avLst/>
            <a:gdLst>
              <a:gd name="T0" fmla="*/ 64 w 64"/>
              <a:gd name="T1" fmla="*/ 14 h 14"/>
              <a:gd name="T2" fmla="*/ 18 w 64"/>
              <a:gd name="T3" fmla="*/ 14 h 14"/>
              <a:gd name="T4" fmla="*/ 18 w 64"/>
              <a:gd name="T5" fmla="*/ 0 h 14"/>
              <a:gd name="T6" fmla="*/ 64 w 64"/>
              <a:gd name="T7" fmla="*/ 0 h 14"/>
              <a:gd name="T8" fmla="*/ 64 w 64"/>
              <a:gd name="T9" fmla="*/ 14 h 14"/>
              <a:gd name="T10" fmla="*/ 64 w 64"/>
              <a:gd name="T11" fmla="*/ 14 h 14"/>
              <a:gd name="T12" fmla="*/ 12 w 64"/>
              <a:gd name="T13" fmla="*/ 14 h 14"/>
              <a:gd name="T14" fmla="*/ 0 w 64"/>
              <a:gd name="T15" fmla="*/ 14 h 14"/>
              <a:gd name="T16" fmla="*/ 0 w 64"/>
              <a:gd name="T17" fmla="*/ 0 h 14"/>
              <a:gd name="T18" fmla="*/ 12 w 64"/>
              <a:gd name="T19" fmla="*/ 0 h 14"/>
              <a:gd name="T20" fmla="*/ 12 w 64"/>
              <a:gd name="T21" fmla="*/ 14 h 14"/>
              <a:gd name="T22" fmla="*/ 12 w 64"/>
              <a:gd name="T23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4" h="14">
                <a:moveTo>
                  <a:pt x="64" y="14"/>
                </a:moveTo>
                <a:lnTo>
                  <a:pt x="18" y="14"/>
                </a:lnTo>
                <a:lnTo>
                  <a:pt x="18" y="0"/>
                </a:lnTo>
                <a:lnTo>
                  <a:pt x="64" y="0"/>
                </a:lnTo>
                <a:lnTo>
                  <a:pt x="64" y="14"/>
                </a:lnTo>
                <a:lnTo>
                  <a:pt x="64" y="14"/>
                </a:lnTo>
                <a:close/>
                <a:moveTo>
                  <a:pt x="12" y="14"/>
                </a:moveTo>
                <a:lnTo>
                  <a:pt x="0" y="14"/>
                </a:lnTo>
                <a:lnTo>
                  <a:pt x="0" y="0"/>
                </a:lnTo>
                <a:lnTo>
                  <a:pt x="12" y="0"/>
                </a:lnTo>
                <a:lnTo>
                  <a:pt x="12" y="14"/>
                </a:lnTo>
                <a:lnTo>
                  <a:pt x="12" y="14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Freeform 17"/>
          <p:cNvSpPr>
            <a:spLocks noEditPoints="1"/>
          </p:cNvSpPr>
          <p:nvPr/>
        </p:nvSpPr>
        <p:spPr bwMode="auto">
          <a:xfrm>
            <a:off x="2175405" y="3076046"/>
            <a:ext cx="76200" cy="79375"/>
          </a:xfrm>
          <a:custGeom>
            <a:avLst/>
            <a:gdLst>
              <a:gd name="T0" fmla="*/ 48 w 48"/>
              <a:gd name="T1" fmla="*/ 24 h 50"/>
              <a:gd name="T2" fmla="*/ 46 w 48"/>
              <a:gd name="T3" fmla="*/ 36 h 50"/>
              <a:gd name="T4" fmla="*/ 42 w 48"/>
              <a:gd name="T5" fmla="*/ 42 h 50"/>
              <a:gd name="T6" fmla="*/ 34 w 48"/>
              <a:gd name="T7" fmla="*/ 48 h 50"/>
              <a:gd name="T8" fmla="*/ 24 w 48"/>
              <a:gd name="T9" fmla="*/ 50 h 50"/>
              <a:gd name="T10" fmla="*/ 16 w 48"/>
              <a:gd name="T11" fmla="*/ 48 h 50"/>
              <a:gd name="T12" fmla="*/ 8 w 48"/>
              <a:gd name="T13" fmla="*/ 42 h 50"/>
              <a:gd name="T14" fmla="*/ 2 w 48"/>
              <a:gd name="T15" fmla="*/ 36 h 50"/>
              <a:gd name="T16" fmla="*/ 0 w 48"/>
              <a:gd name="T17" fmla="*/ 24 h 50"/>
              <a:gd name="T18" fmla="*/ 2 w 48"/>
              <a:gd name="T19" fmla="*/ 14 h 50"/>
              <a:gd name="T20" fmla="*/ 8 w 48"/>
              <a:gd name="T21" fmla="*/ 6 h 50"/>
              <a:gd name="T22" fmla="*/ 16 w 48"/>
              <a:gd name="T23" fmla="*/ 2 h 50"/>
              <a:gd name="T24" fmla="*/ 24 w 48"/>
              <a:gd name="T25" fmla="*/ 0 h 50"/>
              <a:gd name="T26" fmla="*/ 34 w 48"/>
              <a:gd name="T27" fmla="*/ 2 h 50"/>
              <a:gd name="T28" fmla="*/ 42 w 48"/>
              <a:gd name="T29" fmla="*/ 6 h 50"/>
              <a:gd name="T30" fmla="*/ 46 w 48"/>
              <a:gd name="T31" fmla="*/ 14 h 50"/>
              <a:gd name="T32" fmla="*/ 48 w 48"/>
              <a:gd name="T33" fmla="*/ 24 h 50"/>
              <a:gd name="T34" fmla="*/ 24 w 48"/>
              <a:gd name="T35" fmla="*/ 34 h 50"/>
              <a:gd name="T36" fmla="*/ 34 w 48"/>
              <a:gd name="T37" fmla="*/ 32 h 50"/>
              <a:gd name="T38" fmla="*/ 36 w 48"/>
              <a:gd name="T39" fmla="*/ 28 h 50"/>
              <a:gd name="T40" fmla="*/ 36 w 48"/>
              <a:gd name="T41" fmla="*/ 24 h 50"/>
              <a:gd name="T42" fmla="*/ 36 w 48"/>
              <a:gd name="T43" fmla="*/ 20 h 50"/>
              <a:gd name="T44" fmla="*/ 34 w 48"/>
              <a:gd name="T45" fmla="*/ 18 h 50"/>
              <a:gd name="T46" fmla="*/ 30 w 48"/>
              <a:gd name="T47" fmla="*/ 16 h 50"/>
              <a:gd name="T48" fmla="*/ 24 w 48"/>
              <a:gd name="T49" fmla="*/ 14 h 50"/>
              <a:gd name="T50" fmla="*/ 16 w 48"/>
              <a:gd name="T51" fmla="*/ 18 h 50"/>
              <a:gd name="T52" fmla="*/ 14 w 48"/>
              <a:gd name="T53" fmla="*/ 20 h 50"/>
              <a:gd name="T54" fmla="*/ 12 w 48"/>
              <a:gd name="T55" fmla="*/ 24 h 50"/>
              <a:gd name="T56" fmla="*/ 14 w 48"/>
              <a:gd name="T57" fmla="*/ 28 h 50"/>
              <a:gd name="T58" fmla="*/ 16 w 48"/>
              <a:gd name="T59" fmla="*/ 32 h 50"/>
              <a:gd name="T60" fmla="*/ 20 w 48"/>
              <a:gd name="T61" fmla="*/ 34 h 50"/>
              <a:gd name="T62" fmla="*/ 24 w 48"/>
              <a:gd name="T63" fmla="*/ 3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8" h="50">
                <a:moveTo>
                  <a:pt x="48" y="24"/>
                </a:moveTo>
                <a:lnTo>
                  <a:pt x="48" y="24"/>
                </a:lnTo>
                <a:lnTo>
                  <a:pt x="46" y="36"/>
                </a:lnTo>
                <a:lnTo>
                  <a:pt x="46" y="36"/>
                </a:lnTo>
                <a:lnTo>
                  <a:pt x="42" y="42"/>
                </a:lnTo>
                <a:lnTo>
                  <a:pt x="42" y="42"/>
                </a:lnTo>
                <a:lnTo>
                  <a:pt x="34" y="48"/>
                </a:lnTo>
                <a:lnTo>
                  <a:pt x="34" y="48"/>
                </a:lnTo>
                <a:lnTo>
                  <a:pt x="24" y="50"/>
                </a:lnTo>
                <a:lnTo>
                  <a:pt x="24" y="50"/>
                </a:lnTo>
                <a:lnTo>
                  <a:pt x="16" y="48"/>
                </a:lnTo>
                <a:lnTo>
                  <a:pt x="16" y="48"/>
                </a:lnTo>
                <a:lnTo>
                  <a:pt x="8" y="42"/>
                </a:lnTo>
                <a:lnTo>
                  <a:pt x="8" y="42"/>
                </a:lnTo>
                <a:lnTo>
                  <a:pt x="2" y="36"/>
                </a:lnTo>
                <a:lnTo>
                  <a:pt x="2" y="36"/>
                </a:lnTo>
                <a:lnTo>
                  <a:pt x="0" y="24"/>
                </a:lnTo>
                <a:lnTo>
                  <a:pt x="0" y="24"/>
                </a:lnTo>
                <a:lnTo>
                  <a:pt x="2" y="14"/>
                </a:lnTo>
                <a:lnTo>
                  <a:pt x="2" y="14"/>
                </a:lnTo>
                <a:lnTo>
                  <a:pt x="8" y="6"/>
                </a:lnTo>
                <a:lnTo>
                  <a:pt x="8" y="6"/>
                </a:lnTo>
                <a:lnTo>
                  <a:pt x="16" y="2"/>
                </a:lnTo>
                <a:lnTo>
                  <a:pt x="16" y="2"/>
                </a:lnTo>
                <a:lnTo>
                  <a:pt x="24" y="0"/>
                </a:lnTo>
                <a:lnTo>
                  <a:pt x="24" y="0"/>
                </a:lnTo>
                <a:lnTo>
                  <a:pt x="34" y="2"/>
                </a:lnTo>
                <a:lnTo>
                  <a:pt x="34" y="2"/>
                </a:lnTo>
                <a:lnTo>
                  <a:pt x="42" y="6"/>
                </a:lnTo>
                <a:lnTo>
                  <a:pt x="42" y="6"/>
                </a:lnTo>
                <a:lnTo>
                  <a:pt x="46" y="14"/>
                </a:lnTo>
                <a:lnTo>
                  <a:pt x="46" y="14"/>
                </a:lnTo>
                <a:lnTo>
                  <a:pt x="48" y="24"/>
                </a:lnTo>
                <a:lnTo>
                  <a:pt x="48" y="24"/>
                </a:lnTo>
                <a:close/>
                <a:moveTo>
                  <a:pt x="24" y="34"/>
                </a:moveTo>
                <a:lnTo>
                  <a:pt x="24" y="34"/>
                </a:lnTo>
                <a:lnTo>
                  <a:pt x="30" y="34"/>
                </a:lnTo>
                <a:lnTo>
                  <a:pt x="34" y="32"/>
                </a:lnTo>
                <a:lnTo>
                  <a:pt x="34" y="32"/>
                </a:lnTo>
                <a:lnTo>
                  <a:pt x="36" y="28"/>
                </a:lnTo>
                <a:lnTo>
                  <a:pt x="36" y="24"/>
                </a:lnTo>
                <a:lnTo>
                  <a:pt x="36" y="24"/>
                </a:lnTo>
                <a:lnTo>
                  <a:pt x="36" y="20"/>
                </a:lnTo>
                <a:lnTo>
                  <a:pt x="36" y="20"/>
                </a:lnTo>
                <a:lnTo>
                  <a:pt x="34" y="18"/>
                </a:lnTo>
                <a:lnTo>
                  <a:pt x="34" y="18"/>
                </a:lnTo>
                <a:lnTo>
                  <a:pt x="30" y="16"/>
                </a:lnTo>
                <a:lnTo>
                  <a:pt x="30" y="16"/>
                </a:lnTo>
                <a:lnTo>
                  <a:pt x="24" y="14"/>
                </a:lnTo>
                <a:lnTo>
                  <a:pt x="24" y="14"/>
                </a:lnTo>
                <a:lnTo>
                  <a:pt x="20" y="16"/>
                </a:lnTo>
                <a:lnTo>
                  <a:pt x="16" y="18"/>
                </a:lnTo>
                <a:lnTo>
                  <a:pt x="16" y="18"/>
                </a:lnTo>
                <a:lnTo>
                  <a:pt x="14" y="20"/>
                </a:lnTo>
                <a:lnTo>
                  <a:pt x="12" y="24"/>
                </a:lnTo>
                <a:lnTo>
                  <a:pt x="12" y="24"/>
                </a:lnTo>
                <a:lnTo>
                  <a:pt x="14" y="28"/>
                </a:lnTo>
                <a:lnTo>
                  <a:pt x="14" y="28"/>
                </a:lnTo>
                <a:lnTo>
                  <a:pt x="16" y="32"/>
                </a:lnTo>
                <a:lnTo>
                  <a:pt x="16" y="32"/>
                </a:lnTo>
                <a:lnTo>
                  <a:pt x="20" y="34"/>
                </a:lnTo>
                <a:lnTo>
                  <a:pt x="20" y="34"/>
                </a:lnTo>
                <a:lnTo>
                  <a:pt x="24" y="34"/>
                </a:lnTo>
                <a:lnTo>
                  <a:pt x="24" y="34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Freeform 18"/>
          <p:cNvSpPr>
            <a:spLocks/>
          </p:cNvSpPr>
          <p:nvPr/>
        </p:nvSpPr>
        <p:spPr bwMode="auto">
          <a:xfrm>
            <a:off x="2175405" y="2996671"/>
            <a:ext cx="76200" cy="69850"/>
          </a:xfrm>
          <a:custGeom>
            <a:avLst/>
            <a:gdLst>
              <a:gd name="T0" fmla="*/ 48 w 48"/>
              <a:gd name="T1" fmla="*/ 0 h 44"/>
              <a:gd name="T2" fmla="*/ 48 w 48"/>
              <a:gd name="T3" fmla="*/ 14 h 44"/>
              <a:gd name="T4" fmla="*/ 22 w 48"/>
              <a:gd name="T5" fmla="*/ 14 h 44"/>
              <a:gd name="T6" fmla="*/ 22 w 48"/>
              <a:gd name="T7" fmla="*/ 14 h 44"/>
              <a:gd name="T8" fmla="*/ 16 w 48"/>
              <a:gd name="T9" fmla="*/ 14 h 44"/>
              <a:gd name="T10" fmla="*/ 16 w 48"/>
              <a:gd name="T11" fmla="*/ 14 h 44"/>
              <a:gd name="T12" fmla="*/ 14 w 48"/>
              <a:gd name="T13" fmla="*/ 20 h 44"/>
              <a:gd name="T14" fmla="*/ 14 w 48"/>
              <a:gd name="T15" fmla="*/ 20 h 44"/>
              <a:gd name="T16" fmla="*/ 14 w 48"/>
              <a:gd name="T17" fmla="*/ 22 h 44"/>
              <a:gd name="T18" fmla="*/ 14 w 48"/>
              <a:gd name="T19" fmla="*/ 22 h 44"/>
              <a:gd name="T20" fmla="*/ 16 w 48"/>
              <a:gd name="T21" fmla="*/ 26 h 44"/>
              <a:gd name="T22" fmla="*/ 16 w 48"/>
              <a:gd name="T23" fmla="*/ 26 h 44"/>
              <a:gd name="T24" fmla="*/ 18 w 48"/>
              <a:gd name="T25" fmla="*/ 28 h 44"/>
              <a:gd name="T26" fmla="*/ 18 w 48"/>
              <a:gd name="T27" fmla="*/ 28 h 44"/>
              <a:gd name="T28" fmla="*/ 22 w 48"/>
              <a:gd name="T29" fmla="*/ 30 h 44"/>
              <a:gd name="T30" fmla="*/ 48 w 48"/>
              <a:gd name="T31" fmla="*/ 30 h 44"/>
              <a:gd name="T32" fmla="*/ 48 w 48"/>
              <a:gd name="T33" fmla="*/ 44 h 44"/>
              <a:gd name="T34" fmla="*/ 2 w 48"/>
              <a:gd name="T35" fmla="*/ 44 h 44"/>
              <a:gd name="T36" fmla="*/ 2 w 48"/>
              <a:gd name="T37" fmla="*/ 30 h 44"/>
              <a:gd name="T38" fmla="*/ 10 w 48"/>
              <a:gd name="T39" fmla="*/ 30 h 44"/>
              <a:gd name="T40" fmla="*/ 10 w 48"/>
              <a:gd name="T41" fmla="*/ 30 h 44"/>
              <a:gd name="T42" fmla="*/ 6 w 48"/>
              <a:gd name="T43" fmla="*/ 28 h 44"/>
              <a:gd name="T44" fmla="*/ 4 w 48"/>
              <a:gd name="T45" fmla="*/ 24 h 44"/>
              <a:gd name="T46" fmla="*/ 4 w 48"/>
              <a:gd name="T47" fmla="*/ 24 h 44"/>
              <a:gd name="T48" fmla="*/ 2 w 48"/>
              <a:gd name="T49" fmla="*/ 18 h 44"/>
              <a:gd name="T50" fmla="*/ 0 w 48"/>
              <a:gd name="T51" fmla="*/ 14 h 44"/>
              <a:gd name="T52" fmla="*/ 0 w 48"/>
              <a:gd name="T53" fmla="*/ 14 h 44"/>
              <a:gd name="T54" fmla="*/ 2 w 48"/>
              <a:gd name="T55" fmla="*/ 6 h 44"/>
              <a:gd name="T56" fmla="*/ 2 w 48"/>
              <a:gd name="T57" fmla="*/ 6 h 44"/>
              <a:gd name="T58" fmla="*/ 6 w 48"/>
              <a:gd name="T59" fmla="*/ 2 h 44"/>
              <a:gd name="T60" fmla="*/ 6 w 48"/>
              <a:gd name="T61" fmla="*/ 2 h 44"/>
              <a:gd name="T62" fmla="*/ 12 w 48"/>
              <a:gd name="T63" fmla="*/ 0 h 44"/>
              <a:gd name="T64" fmla="*/ 12 w 48"/>
              <a:gd name="T65" fmla="*/ 0 h 44"/>
              <a:gd name="T66" fmla="*/ 18 w 48"/>
              <a:gd name="T67" fmla="*/ 0 h 44"/>
              <a:gd name="T68" fmla="*/ 48 w 48"/>
              <a:gd name="T69" fmla="*/ 0 h 44"/>
              <a:gd name="T70" fmla="*/ 48 w 48"/>
              <a:gd name="T71" fmla="*/ 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8" h="44">
                <a:moveTo>
                  <a:pt x="48" y="0"/>
                </a:moveTo>
                <a:lnTo>
                  <a:pt x="48" y="14"/>
                </a:lnTo>
                <a:lnTo>
                  <a:pt x="22" y="14"/>
                </a:lnTo>
                <a:lnTo>
                  <a:pt x="22" y="14"/>
                </a:lnTo>
                <a:lnTo>
                  <a:pt x="16" y="14"/>
                </a:lnTo>
                <a:lnTo>
                  <a:pt x="16" y="14"/>
                </a:lnTo>
                <a:lnTo>
                  <a:pt x="14" y="20"/>
                </a:lnTo>
                <a:lnTo>
                  <a:pt x="14" y="20"/>
                </a:lnTo>
                <a:lnTo>
                  <a:pt x="14" y="22"/>
                </a:lnTo>
                <a:lnTo>
                  <a:pt x="14" y="22"/>
                </a:lnTo>
                <a:lnTo>
                  <a:pt x="16" y="26"/>
                </a:lnTo>
                <a:lnTo>
                  <a:pt x="16" y="26"/>
                </a:lnTo>
                <a:lnTo>
                  <a:pt x="18" y="28"/>
                </a:lnTo>
                <a:lnTo>
                  <a:pt x="18" y="28"/>
                </a:lnTo>
                <a:lnTo>
                  <a:pt x="22" y="30"/>
                </a:lnTo>
                <a:lnTo>
                  <a:pt x="48" y="30"/>
                </a:lnTo>
                <a:lnTo>
                  <a:pt x="48" y="44"/>
                </a:lnTo>
                <a:lnTo>
                  <a:pt x="2" y="44"/>
                </a:lnTo>
                <a:lnTo>
                  <a:pt x="2" y="30"/>
                </a:lnTo>
                <a:lnTo>
                  <a:pt x="10" y="30"/>
                </a:lnTo>
                <a:lnTo>
                  <a:pt x="10" y="30"/>
                </a:lnTo>
                <a:lnTo>
                  <a:pt x="6" y="28"/>
                </a:lnTo>
                <a:lnTo>
                  <a:pt x="4" y="24"/>
                </a:lnTo>
                <a:lnTo>
                  <a:pt x="4" y="24"/>
                </a:lnTo>
                <a:lnTo>
                  <a:pt x="2" y="18"/>
                </a:lnTo>
                <a:lnTo>
                  <a:pt x="0" y="14"/>
                </a:lnTo>
                <a:lnTo>
                  <a:pt x="0" y="14"/>
                </a:lnTo>
                <a:lnTo>
                  <a:pt x="2" y="6"/>
                </a:lnTo>
                <a:lnTo>
                  <a:pt x="2" y="6"/>
                </a:lnTo>
                <a:lnTo>
                  <a:pt x="6" y="2"/>
                </a:lnTo>
                <a:lnTo>
                  <a:pt x="6" y="2"/>
                </a:lnTo>
                <a:lnTo>
                  <a:pt x="12" y="0"/>
                </a:lnTo>
                <a:lnTo>
                  <a:pt x="12" y="0"/>
                </a:lnTo>
                <a:lnTo>
                  <a:pt x="18" y="0"/>
                </a:lnTo>
                <a:lnTo>
                  <a:pt x="48" y="0"/>
                </a:lnTo>
                <a:lnTo>
                  <a:pt x="48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19"/>
          <p:cNvSpPr>
            <a:spLocks noEditPoints="1"/>
          </p:cNvSpPr>
          <p:nvPr/>
        </p:nvSpPr>
        <p:spPr bwMode="auto">
          <a:xfrm>
            <a:off x="2153180" y="2869671"/>
            <a:ext cx="98425" cy="92075"/>
          </a:xfrm>
          <a:custGeom>
            <a:avLst/>
            <a:gdLst>
              <a:gd name="T0" fmla="*/ 0 w 62"/>
              <a:gd name="T1" fmla="*/ 34 h 58"/>
              <a:gd name="T2" fmla="*/ 0 w 62"/>
              <a:gd name="T3" fmla="*/ 22 h 58"/>
              <a:gd name="T4" fmla="*/ 62 w 62"/>
              <a:gd name="T5" fmla="*/ 0 h 58"/>
              <a:gd name="T6" fmla="*/ 62 w 62"/>
              <a:gd name="T7" fmla="*/ 14 h 58"/>
              <a:gd name="T8" fmla="*/ 48 w 62"/>
              <a:gd name="T9" fmla="*/ 18 h 58"/>
              <a:gd name="T10" fmla="*/ 48 w 62"/>
              <a:gd name="T11" fmla="*/ 38 h 58"/>
              <a:gd name="T12" fmla="*/ 62 w 62"/>
              <a:gd name="T13" fmla="*/ 42 h 58"/>
              <a:gd name="T14" fmla="*/ 62 w 62"/>
              <a:gd name="T15" fmla="*/ 58 h 58"/>
              <a:gd name="T16" fmla="*/ 0 w 62"/>
              <a:gd name="T17" fmla="*/ 34 h 58"/>
              <a:gd name="T18" fmla="*/ 0 w 62"/>
              <a:gd name="T19" fmla="*/ 34 h 58"/>
              <a:gd name="T20" fmla="*/ 38 w 62"/>
              <a:gd name="T21" fmla="*/ 20 h 58"/>
              <a:gd name="T22" fmla="*/ 16 w 62"/>
              <a:gd name="T23" fmla="*/ 28 h 58"/>
              <a:gd name="T24" fmla="*/ 38 w 62"/>
              <a:gd name="T25" fmla="*/ 36 h 58"/>
              <a:gd name="T26" fmla="*/ 38 w 62"/>
              <a:gd name="T27" fmla="*/ 20 h 58"/>
              <a:gd name="T28" fmla="*/ 38 w 62"/>
              <a:gd name="T29" fmla="*/ 2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2" h="58">
                <a:moveTo>
                  <a:pt x="0" y="34"/>
                </a:moveTo>
                <a:lnTo>
                  <a:pt x="0" y="22"/>
                </a:lnTo>
                <a:lnTo>
                  <a:pt x="62" y="0"/>
                </a:lnTo>
                <a:lnTo>
                  <a:pt x="62" y="14"/>
                </a:lnTo>
                <a:lnTo>
                  <a:pt x="48" y="18"/>
                </a:lnTo>
                <a:lnTo>
                  <a:pt x="48" y="38"/>
                </a:lnTo>
                <a:lnTo>
                  <a:pt x="62" y="42"/>
                </a:lnTo>
                <a:lnTo>
                  <a:pt x="62" y="58"/>
                </a:lnTo>
                <a:lnTo>
                  <a:pt x="0" y="34"/>
                </a:lnTo>
                <a:lnTo>
                  <a:pt x="0" y="34"/>
                </a:lnTo>
                <a:close/>
                <a:moveTo>
                  <a:pt x="38" y="20"/>
                </a:moveTo>
                <a:lnTo>
                  <a:pt x="16" y="28"/>
                </a:lnTo>
                <a:lnTo>
                  <a:pt x="38" y="36"/>
                </a:lnTo>
                <a:lnTo>
                  <a:pt x="38" y="20"/>
                </a:lnTo>
                <a:lnTo>
                  <a:pt x="38" y="2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20"/>
          <p:cNvSpPr>
            <a:spLocks noEditPoints="1"/>
          </p:cNvSpPr>
          <p:nvPr/>
        </p:nvSpPr>
        <p:spPr bwMode="auto">
          <a:xfrm>
            <a:off x="3289830" y="3584046"/>
            <a:ext cx="95250" cy="101600"/>
          </a:xfrm>
          <a:custGeom>
            <a:avLst/>
            <a:gdLst>
              <a:gd name="T0" fmla="*/ 30 w 60"/>
              <a:gd name="T1" fmla="*/ 64 h 64"/>
              <a:gd name="T2" fmla="*/ 18 w 60"/>
              <a:gd name="T3" fmla="*/ 60 h 64"/>
              <a:gd name="T4" fmla="*/ 8 w 60"/>
              <a:gd name="T5" fmla="*/ 54 h 64"/>
              <a:gd name="T6" fmla="*/ 2 w 60"/>
              <a:gd name="T7" fmla="*/ 44 h 64"/>
              <a:gd name="T8" fmla="*/ 0 w 60"/>
              <a:gd name="T9" fmla="*/ 32 h 64"/>
              <a:gd name="T10" fmla="*/ 0 w 60"/>
              <a:gd name="T11" fmla="*/ 26 h 64"/>
              <a:gd name="T12" fmla="*/ 2 w 60"/>
              <a:gd name="T13" fmla="*/ 20 h 64"/>
              <a:gd name="T14" fmla="*/ 8 w 60"/>
              <a:gd name="T15" fmla="*/ 10 h 64"/>
              <a:gd name="T16" fmla="*/ 18 w 60"/>
              <a:gd name="T17" fmla="*/ 4 h 64"/>
              <a:gd name="T18" fmla="*/ 24 w 60"/>
              <a:gd name="T19" fmla="*/ 2 h 64"/>
              <a:gd name="T20" fmla="*/ 30 w 60"/>
              <a:gd name="T21" fmla="*/ 0 h 64"/>
              <a:gd name="T22" fmla="*/ 42 w 60"/>
              <a:gd name="T23" fmla="*/ 4 h 64"/>
              <a:gd name="T24" fmla="*/ 48 w 60"/>
              <a:gd name="T25" fmla="*/ 6 h 64"/>
              <a:gd name="T26" fmla="*/ 52 w 60"/>
              <a:gd name="T27" fmla="*/ 10 h 64"/>
              <a:gd name="T28" fmla="*/ 58 w 60"/>
              <a:gd name="T29" fmla="*/ 20 h 64"/>
              <a:gd name="T30" fmla="*/ 60 w 60"/>
              <a:gd name="T31" fmla="*/ 32 h 64"/>
              <a:gd name="T32" fmla="*/ 58 w 60"/>
              <a:gd name="T33" fmla="*/ 44 h 64"/>
              <a:gd name="T34" fmla="*/ 52 w 60"/>
              <a:gd name="T35" fmla="*/ 54 h 64"/>
              <a:gd name="T36" fmla="*/ 48 w 60"/>
              <a:gd name="T37" fmla="*/ 58 h 64"/>
              <a:gd name="T38" fmla="*/ 42 w 60"/>
              <a:gd name="T39" fmla="*/ 60 h 64"/>
              <a:gd name="T40" fmla="*/ 30 w 60"/>
              <a:gd name="T41" fmla="*/ 64 h 64"/>
              <a:gd name="T42" fmla="*/ 14 w 60"/>
              <a:gd name="T43" fmla="*/ 32 h 64"/>
              <a:gd name="T44" fmla="*/ 14 w 60"/>
              <a:gd name="T45" fmla="*/ 38 h 64"/>
              <a:gd name="T46" fmla="*/ 18 w 60"/>
              <a:gd name="T47" fmla="*/ 44 h 64"/>
              <a:gd name="T48" fmla="*/ 24 w 60"/>
              <a:gd name="T49" fmla="*/ 48 h 64"/>
              <a:gd name="T50" fmla="*/ 30 w 60"/>
              <a:gd name="T51" fmla="*/ 50 h 64"/>
              <a:gd name="T52" fmla="*/ 38 w 60"/>
              <a:gd name="T53" fmla="*/ 48 h 64"/>
              <a:gd name="T54" fmla="*/ 42 w 60"/>
              <a:gd name="T55" fmla="*/ 44 h 64"/>
              <a:gd name="T56" fmla="*/ 46 w 60"/>
              <a:gd name="T57" fmla="*/ 38 h 64"/>
              <a:gd name="T58" fmla="*/ 46 w 60"/>
              <a:gd name="T59" fmla="*/ 32 h 64"/>
              <a:gd name="T60" fmla="*/ 46 w 60"/>
              <a:gd name="T61" fmla="*/ 24 h 64"/>
              <a:gd name="T62" fmla="*/ 42 w 60"/>
              <a:gd name="T63" fmla="*/ 18 h 64"/>
              <a:gd name="T64" fmla="*/ 38 w 60"/>
              <a:gd name="T65" fmla="*/ 14 h 64"/>
              <a:gd name="T66" fmla="*/ 30 w 60"/>
              <a:gd name="T67" fmla="*/ 14 h 64"/>
              <a:gd name="T68" fmla="*/ 24 w 60"/>
              <a:gd name="T69" fmla="*/ 14 h 64"/>
              <a:gd name="T70" fmla="*/ 18 w 60"/>
              <a:gd name="T71" fmla="*/ 20 h 64"/>
              <a:gd name="T72" fmla="*/ 14 w 60"/>
              <a:gd name="T73" fmla="*/ 26 h 64"/>
              <a:gd name="T74" fmla="*/ 14 w 60"/>
              <a:gd name="T75" fmla="*/ 32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0" h="64">
                <a:moveTo>
                  <a:pt x="30" y="64"/>
                </a:moveTo>
                <a:lnTo>
                  <a:pt x="30" y="64"/>
                </a:lnTo>
                <a:lnTo>
                  <a:pt x="24" y="62"/>
                </a:lnTo>
                <a:lnTo>
                  <a:pt x="18" y="60"/>
                </a:lnTo>
                <a:lnTo>
                  <a:pt x="18" y="60"/>
                </a:lnTo>
                <a:lnTo>
                  <a:pt x="8" y="54"/>
                </a:lnTo>
                <a:lnTo>
                  <a:pt x="8" y="54"/>
                </a:lnTo>
                <a:lnTo>
                  <a:pt x="2" y="44"/>
                </a:lnTo>
                <a:lnTo>
                  <a:pt x="2" y="44"/>
                </a:lnTo>
                <a:lnTo>
                  <a:pt x="0" y="32"/>
                </a:lnTo>
                <a:lnTo>
                  <a:pt x="0" y="32"/>
                </a:lnTo>
                <a:lnTo>
                  <a:pt x="0" y="26"/>
                </a:lnTo>
                <a:lnTo>
                  <a:pt x="2" y="20"/>
                </a:lnTo>
                <a:lnTo>
                  <a:pt x="2" y="20"/>
                </a:lnTo>
                <a:lnTo>
                  <a:pt x="4" y="14"/>
                </a:lnTo>
                <a:lnTo>
                  <a:pt x="8" y="10"/>
                </a:lnTo>
                <a:lnTo>
                  <a:pt x="8" y="10"/>
                </a:lnTo>
                <a:lnTo>
                  <a:pt x="18" y="4"/>
                </a:lnTo>
                <a:lnTo>
                  <a:pt x="18" y="4"/>
                </a:lnTo>
                <a:lnTo>
                  <a:pt x="24" y="2"/>
                </a:lnTo>
                <a:lnTo>
                  <a:pt x="30" y="0"/>
                </a:lnTo>
                <a:lnTo>
                  <a:pt x="30" y="0"/>
                </a:lnTo>
                <a:lnTo>
                  <a:pt x="36" y="2"/>
                </a:lnTo>
                <a:lnTo>
                  <a:pt x="42" y="4"/>
                </a:lnTo>
                <a:lnTo>
                  <a:pt x="42" y="4"/>
                </a:lnTo>
                <a:lnTo>
                  <a:pt x="48" y="6"/>
                </a:lnTo>
                <a:lnTo>
                  <a:pt x="52" y="10"/>
                </a:lnTo>
                <a:lnTo>
                  <a:pt x="52" y="10"/>
                </a:lnTo>
                <a:lnTo>
                  <a:pt x="58" y="20"/>
                </a:lnTo>
                <a:lnTo>
                  <a:pt x="58" y="20"/>
                </a:lnTo>
                <a:lnTo>
                  <a:pt x="60" y="32"/>
                </a:lnTo>
                <a:lnTo>
                  <a:pt x="60" y="32"/>
                </a:lnTo>
                <a:lnTo>
                  <a:pt x="60" y="38"/>
                </a:lnTo>
                <a:lnTo>
                  <a:pt x="58" y="44"/>
                </a:lnTo>
                <a:lnTo>
                  <a:pt x="58" y="44"/>
                </a:lnTo>
                <a:lnTo>
                  <a:pt x="52" y="54"/>
                </a:lnTo>
                <a:lnTo>
                  <a:pt x="52" y="54"/>
                </a:lnTo>
                <a:lnTo>
                  <a:pt x="48" y="58"/>
                </a:lnTo>
                <a:lnTo>
                  <a:pt x="42" y="60"/>
                </a:lnTo>
                <a:lnTo>
                  <a:pt x="42" y="60"/>
                </a:lnTo>
                <a:lnTo>
                  <a:pt x="36" y="62"/>
                </a:lnTo>
                <a:lnTo>
                  <a:pt x="30" y="64"/>
                </a:lnTo>
                <a:lnTo>
                  <a:pt x="30" y="64"/>
                </a:lnTo>
                <a:close/>
                <a:moveTo>
                  <a:pt x="14" y="32"/>
                </a:moveTo>
                <a:lnTo>
                  <a:pt x="14" y="32"/>
                </a:lnTo>
                <a:lnTo>
                  <a:pt x="14" y="38"/>
                </a:lnTo>
                <a:lnTo>
                  <a:pt x="14" y="38"/>
                </a:lnTo>
                <a:lnTo>
                  <a:pt x="18" y="44"/>
                </a:lnTo>
                <a:lnTo>
                  <a:pt x="18" y="44"/>
                </a:lnTo>
                <a:lnTo>
                  <a:pt x="24" y="48"/>
                </a:lnTo>
                <a:lnTo>
                  <a:pt x="24" y="48"/>
                </a:lnTo>
                <a:lnTo>
                  <a:pt x="30" y="50"/>
                </a:lnTo>
                <a:lnTo>
                  <a:pt x="30" y="50"/>
                </a:lnTo>
                <a:lnTo>
                  <a:pt x="38" y="48"/>
                </a:lnTo>
                <a:lnTo>
                  <a:pt x="38" y="48"/>
                </a:lnTo>
                <a:lnTo>
                  <a:pt x="42" y="44"/>
                </a:lnTo>
                <a:lnTo>
                  <a:pt x="42" y="44"/>
                </a:lnTo>
                <a:lnTo>
                  <a:pt x="46" y="38"/>
                </a:lnTo>
                <a:lnTo>
                  <a:pt x="46" y="38"/>
                </a:lnTo>
                <a:lnTo>
                  <a:pt x="46" y="32"/>
                </a:lnTo>
                <a:lnTo>
                  <a:pt x="46" y="32"/>
                </a:lnTo>
                <a:lnTo>
                  <a:pt x="46" y="24"/>
                </a:lnTo>
                <a:lnTo>
                  <a:pt x="46" y="24"/>
                </a:lnTo>
                <a:lnTo>
                  <a:pt x="42" y="18"/>
                </a:lnTo>
                <a:lnTo>
                  <a:pt x="42" y="18"/>
                </a:lnTo>
                <a:lnTo>
                  <a:pt x="38" y="14"/>
                </a:lnTo>
                <a:lnTo>
                  <a:pt x="38" y="14"/>
                </a:lnTo>
                <a:lnTo>
                  <a:pt x="30" y="14"/>
                </a:lnTo>
                <a:lnTo>
                  <a:pt x="30" y="14"/>
                </a:lnTo>
                <a:lnTo>
                  <a:pt x="24" y="14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6"/>
                </a:lnTo>
                <a:lnTo>
                  <a:pt x="14" y="26"/>
                </a:lnTo>
                <a:lnTo>
                  <a:pt x="14" y="32"/>
                </a:lnTo>
                <a:lnTo>
                  <a:pt x="14" y="32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Freeform 21"/>
          <p:cNvSpPr>
            <a:spLocks noEditPoints="1"/>
          </p:cNvSpPr>
          <p:nvPr/>
        </p:nvSpPr>
        <p:spPr bwMode="auto">
          <a:xfrm>
            <a:off x="3397780" y="3609446"/>
            <a:ext cx="76200" cy="104775"/>
          </a:xfrm>
          <a:custGeom>
            <a:avLst/>
            <a:gdLst>
              <a:gd name="T0" fmla="*/ 28 w 48"/>
              <a:gd name="T1" fmla="*/ 48 h 66"/>
              <a:gd name="T2" fmla="*/ 28 w 48"/>
              <a:gd name="T3" fmla="*/ 48 h 66"/>
              <a:gd name="T4" fmla="*/ 24 w 48"/>
              <a:gd name="T5" fmla="*/ 48 h 66"/>
              <a:gd name="T6" fmla="*/ 20 w 48"/>
              <a:gd name="T7" fmla="*/ 46 h 66"/>
              <a:gd name="T8" fmla="*/ 20 w 48"/>
              <a:gd name="T9" fmla="*/ 46 h 66"/>
              <a:gd name="T10" fmla="*/ 16 w 48"/>
              <a:gd name="T11" fmla="*/ 42 h 66"/>
              <a:gd name="T12" fmla="*/ 14 w 48"/>
              <a:gd name="T13" fmla="*/ 40 h 66"/>
              <a:gd name="T14" fmla="*/ 14 w 48"/>
              <a:gd name="T15" fmla="*/ 66 h 66"/>
              <a:gd name="T16" fmla="*/ 0 w 48"/>
              <a:gd name="T17" fmla="*/ 66 h 66"/>
              <a:gd name="T18" fmla="*/ 0 w 48"/>
              <a:gd name="T19" fmla="*/ 2 h 66"/>
              <a:gd name="T20" fmla="*/ 12 w 48"/>
              <a:gd name="T21" fmla="*/ 2 h 66"/>
              <a:gd name="T22" fmla="*/ 12 w 48"/>
              <a:gd name="T23" fmla="*/ 8 h 66"/>
              <a:gd name="T24" fmla="*/ 12 w 48"/>
              <a:gd name="T25" fmla="*/ 8 h 66"/>
              <a:gd name="T26" fmla="*/ 18 w 48"/>
              <a:gd name="T27" fmla="*/ 2 h 66"/>
              <a:gd name="T28" fmla="*/ 18 w 48"/>
              <a:gd name="T29" fmla="*/ 2 h 66"/>
              <a:gd name="T30" fmla="*/ 22 w 48"/>
              <a:gd name="T31" fmla="*/ 0 h 66"/>
              <a:gd name="T32" fmla="*/ 28 w 48"/>
              <a:gd name="T33" fmla="*/ 0 h 66"/>
              <a:gd name="T34" fmla="*/ 28 w 48"/>
              <a:gd name="T35" fmla="*/ 0 h 66"/>
              <a:gd name="T36" fmla="*/ 36 w 48"/>
              <a:gd name="T37" fmla="*/ 2 h 66"/>
              <a:gd name="T38" fmla="*/ 36 w 48"/>
              <a:gd name="T39" fmla="*/ 2 h 66"/>
              <a:gd name="T40" fmla="*/ 42 w 48"/>
              <a:gd name="T41" fmla="*/ 6 h 66"/>
              <a:gd name="T42" fmla="*/ 42 w 48"/>
              <a:gd name="T43" fmla="*/ 6 h 66"/>
              <a:gd name="T44" fmla="*/ 46 w 48"/>
              <a:gd name="T45" fmla="*/ 14 h 66"/>
              <a:gd name="T46" fmla="*/ 46 w 48"/>
              <a:gd name="T47" fmla="*/ 14 h 66"/>
              <a:gd name="T48" fmla="*/ 48 w 48"/>
              <a:gd name="T49" fmla="*/ 24 h 66"/>
              <a:gd name="T50" fmla="*/ 48 w 48"/>
              <a:gd name="T51" fmla="*/ 24 h 66"/>
              <a:gd name="T52" fmla="*/ 48 w 48"/>
              <a:gd name="T53" fmla="*/ 34 h 66"/>
              <a:gd name="T54" fmla="*/ 48 w 48"/>
              <a:gd name="T55" fmla="*/ 34 h 66"/>
              <a:gd name="T56" fmla="*/ 42 w 48"/>
              <a:gd name="T57" fmla="*/ 40 h 66"/>
              <a:gd name="T58" fmla="*/ 42 w 48"/>
              <a:gd name="T59" fmla="*/ 40 h 66"/>
              <a:gd name="T60" fmla="*/ 36 w 48"/>
              <a:gd name="T61" fmla="*/ 46 h 66"/>
              <a:gd name="T62" fmla="*/ 36 w 48"/>
              <a:gd name="T63" fmla="*/ 46 h 66"/>
              <a:gd name="T64" fmla="*/ 28 w 48"/>
              <a:gd name="T65" fmla="*/ 48 h 66"/>
              <a:gd name="T66" fmla="*/ 28 w 48"/>
              <a:gd name="T67" fmla="*/ 48 h 66"/>
              <a:gd name="T68" fmla="*/ 24 w 48"/>
              <a:gd name="T69" fmla="*/ 36 h 66"/>
              <a:gd name="T70" fmla="*/ 24 w 48"/>
              <a:gd name="T71" fmla="*/ 36 h 66"/>
              <a:gd name="T72" fmla="*/ 28 w 48"/>
              <a:gd name="T73" fmla="*/ 34 h 66"/>
              <a:gd name="T74" fmla="*/ 28 w 48"/>
              <a:gd name="T75" fmla="*/ 34 h 66"/>
              <a:gd name="T76" fmla="*/ 32 w 48"/>
              <a:gd name="T77" fmla="*/ 32 h 66"/>
              <a:gd name="T78" fmla="*/ 32 w 48"/>
              <a:gd name="T79" fmla="*/ 32 h 66"/>
              <a:gd name="T80" fmla="*/ 34 w 48"/>
              <a:gd name="T81" fmla="*/ 28 h 66"/>
              <a:gd name="T82" fmla="*/ 34 w 48"/>
              <a:gd name="T83" fmla="*/ 28 h 66"/>
              <a:gd name="T84" fmla="*/ 34 w 48"/>
              <a:gd name="T85" fmla="*/ 24 h 66"/>
              <a:gd name="T86" fmla="*/ 34 w 48"/>
              <a:gd name="T87" fmla="*/ 24 h 66"/>
              <a:gd name="T88" fmla="*/ 34 w 48"/>
              <a:gd name="T89" fmla="*/ 20 h 66"/>
              <a:gd name="T90" fmla="*/ 34 w 48"/>
              <a:gd name="T91" fmla="*/ 20 h 66"/>
              <a:gd name="T92" fmla="*/ 32 w 48"/>
              <a:gd name="T93" fmla="*/ 16 h 66"/>
              <a:gd name="T94" fmla="*/ 32 w 48"/>
              <a:gd name="T95" fmla="*/ 16 h 66"/>
              <a:gd name="T96" fmla="*/ 28 w 48"/>
              <a:gd name="T97" fmla="*/ 12 h 66"/>
              <a:gd name="T98" fmla="*/ 28 w 48"/>
              <a:gd name="T99" fmla="*/ 12 h 66"/>
              <a:gd name="T100" fmla="*/ 24 w 48"/>
              <a:gd name="T101" fmla="*/ 12 h 66"/>
              <a:gd name="T102" fmla="*/ 24 w 48"/>
              <a:gd name="T103" fmla="*/ 12 h 66"/>
              <a:gd name="T104" fmla="*/ 18 w 48"/>
              <a:gd name="T105" fmla="*/ 14 h 66"/>
              <a:gd name="T106" fmla="*/ 18 w 48"/>
              <a:gd name="T107" fmla="*/ 14 h 66"/>
              <a:gd name="T108" fmla="*/ 14 w 48"/>
              <a:gd name="T109" fmla="*/ 18 h 66"/>
              <a:gd name="T110" fmla="*/ 14 w 48"/>
              <a:gd name="T111" fmla="*/ 28 h 66"/>
              <a:gd name="T112" fmla="*/ 14 w 48"/>
              <a:gd name="T113" fmla="*/ 28 h 66"/>
              <a:gd name="T114" fmla="*/ 18 w 48"/>
              <a:gd name="T115" fmla="*/ 34 h 66"/>
              <a:gd name="T116" fmla="*/ 18 w 48"/>
              <a:gd name="T117" fmla="*/ 34 h 66"/>
              <a:gd name="T118" fmla="*/ 24 w 48"/>
              <a:gd name="T119" fmla="*/ 36 h 66"/>
              <a:gd name="T120" fmla="*/ 24 w 48"/>
              <a:gd name="T121" fmla="*/ 3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8" h="66">
                <a:moveTo>
                  <a:pt x="28" y="48"/>
                </a:moveTo>
                <a:lnTo>
                  <a:pt x="28" y="48"/>
                </a:lnTo>
                <a:lnTo>
                  <a:pt x="24" y="48"/>
                </a:lnTo>
                <a:lnTo>
                  <a:pt x="20" y="46"/>
                </a:lnTo>
                <a:lnTo>
                  <a:pt x="20" y="46"/>
                </a:lnTo>
                <a:lnTo>
                  <a:pt x="16" y="42"/>
                </a:lnTo>
                <a:lnTo>
                  <a:pt x="14" y="40"/>
                </a:lnTo>
                <a:lnTo>
                  <a:pt x="14" y="66"/>
                </a:lnTo>
                <a:lnTo>
                  <a:pt x="0" y="66"/>
                </a:lnTo>
                <a:lnTo>
                  <a:pt x="0" y="2"/>
                </a:lnTo>
                <a:lnTo>
                  <a:pt x="12" y="2"/>
                </a:lnTo>
                <a:lnTo>
                  <a:pt x="12" y="8"/>
                </a:lnTo>
                <a:lnTo>
                  <a:pt x="12" y="8"/>
                </a:lnTo>
                <a:lnTo>
                  <a:pt x="18" y="2"/>
                </a:lnTo>
                <a:lnTo>
                  <a:pt x="18" y="2"/>
                </a:lnTo>
                <a:lnTo>
                  <a:pt x="22" y="0"/>
                </a:lnTo>
                <a:lnTo>
                  <a:pt x="28" y="0"/>
                </a:lnTo>
                <a:lnTo>
                  <a:pt x="28" y="0"/>
                </a:lnTo>
                <a:lnTo>
                  <a:pt x="36" y="2"/>
                </a:lnTo>
                <a:lnTo>
                  <a:pt x="36" y="2"/>
                </a:lnTo>
                <a:lnTo>
                  <a:pt x="42" y="6"/>
                </a:lnTo>
                <a:lnTo>
                  <a:pt x="42" y="6"/>
                </a:lnTo>
                <a:lnTo>
                  <a:pt x="46" y="14"/>
                </a:lnTo>
                <a:lnTo>
                  <a:pt x="46" y="14"/>
                </a:lnTo>
                <a:lnTo>
                  <a:pt x="48" y="24"/>
                </a:lnTo>
                <a:lnTo>
                  <a:pt x="48" y="24"/>
                </a:lnTo>
                <a:lnTo>
                  <a:pt x="48" y="34"/>
                </a:lnTo>
                <a:lnTo>
                  <a:pt x="48" y="34"/>
                </a:lnTo>
                <a:lnTo>
                  <a:pt x="42" y="40"/>
                </a:lnTo>
                <a:lnTo>
                  <a:pt x="42" y="40"/>
                </a:lnTo>
                <a:lnTo>
                  <a:pt x="36" y="46"/>
                </a:lnTo>
                <a:lnTo>
                  <a:pt x="36" y="46"/>
                </a:lnTo>
                <a:lnTo>
                  <a:pt x="28" y="48"/>
                </a:lnTo>
                <a:lnTo>
                  <a:pt x="28" y="48"/>
                </a:lnTo>
                <a:close/>
                <a:moveTo>
                  <a:pt x="24" y="36"/>
                </a:moveTo>
                <a:lnTo>
                  <a:pt x="24" y="36"/>
                </a:lnTo>
                <a:lnTo>
                  <a:pt x="28" y="34"/>
                </a:lnTo>
                <a:lnTo>
                  <a:pt x="28" y="34"/>
                </a:lnTo>
                <a:lnTo>
                  <a:pt x="32" y="32"/>
                </a:lnTo>
                <a:lnTo>
                  <a:pt x="32" y="32"/>
                </a:lnTo>
                <a:lnTo>
                  <a:pt x="34" y="28"/>
                </a:lnTo>
                <a:lnTo>
                  <a:pt x="34" y="28"/>
                </a:lnTo>
                <a:lnTo>
                  <a:pt x="34" y="24"/>
                </a:lnTo>
                <a:lnTo>
                  <a:pt x="34" y="24"/>
                </a:lnTo>
                <a:lnTo>
                  <a:pt x="34" y="20"/>
                </a:lnTo>
                <a:lnTo>
                  <a:pt x="34" y="20"/>
                </a:lnTo>
                <a:lnTo>
                  <a:pt x="32" y="16"/>
                </a:lnTo>
                <a:lnTo>
                  <a:pt x="32" y="16"/>
                </a:lnTo>
                <a:lnTo>
                  <a:pt x="28" y="12"/>
                </a:lnTo>
                <a:lnTo>
                  <a:pt x="28" y="12"/>
                </a:lnTo>
                <a:lnTo>
                  <a:pt x="24" y="12"/>
                </a:lnTo>
                <a:lnTo>
                  <a:pt x="24" y="12"/>
                </a:lnTo>
                <a:lnTo>
                  <a:pt x="18" y="14"/>
                </a:lnTo>
                <a:lnTo>
                  <a:pt x="18" y="14"/>
                </a:lnTo>
                <a:lnTo>
                  <a:pt x="14" y="18"/>
                </a:lnTo>
                <a:lnTo>
                  <a:pt x="14" y="28"/>
                </a:lnTo>
                <a:lnTo>
                  <a:pt x="14" y="28"/>
                </a:lnTo>
                <a:lnTo>
                  <a:pt x="18" y="34"/>
                </a:lnTo>
                <a:lnTo>
                  <a:pt x="18" y="34"/>
                </a:lnTo>
                <a:lnTo>
                  <a:pt x="24" y="36"/>
                </a:lnTo>
                <a:lnTo>
                  <a:pt x="24" y="36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Freeform 22"/>
          <p:cNvSpPr>
            <a:spLocks/>
          </p:cNvSpPr>
          <p:nvPr/>
        </p:nvSpPr>
        <p:spPr bwMode="auto">
          <a:xfrm>
            <a:off x="3480330" y="3587221"/>
            <a:ext cx="50800" cy="98425"/>
          </a:xfrm>
          <a:custGeom>
            <a:avLst/>
            <a:gdLst>
              <a:gd name="T0" fmla="*/ 32 w 32"/>
              <a:gd name="T1" fmla="*/ 58 h 62"/>
              <a:gd name="T2" fmla="*/ 32 w 32"/>
              <a:gd name="T3" fmla="*/ 58 h 62"/>
              <a:gd name="T4" fmla="*/ 26 w 32"/>
              <a:gd name="T5" fmla="*/ 60 h 62"/>
              <a:gd name="T6" fmla="*/ 26 w 32"/>
              <a:gd name="T7" fmla="*/ 60 h 62"/>
              <a:gd name="T8" fmla="*/ 18 w 32"/>
              <a:gd name="T9" fmla="*/ 62 h 62"/>
              <a:gd name="T10" fmla="*/ 18 w 32"/>
              <a:gd name="T11" fmla="*/ 62 h 62"/>
              <a:gd name="T12" fmla="*/ 14 w 32"/>
              <a:gd name="T13" fmla="*/ 60 h 62"/>
              <a:gd name="T14" fmla="*/ 14 w 32"/>
              <a:gd name="T15" fmla="*/ 60 h 62"/>
              <a:gd name="T16" fmla="*/ 10 w 32"/>
              <a:gd name="T17" fmla="*/ 58 h 62"/>
              <a:gd name="T18" fmla="*/ 10 w 32"/>
              <a:gd name="T19" fmla="*/ 58 h 62"/>
              <a:gd name="T20" fmla="*/ 6 w 32"/>
              <a:gd name="T21" fmla="*/ 56 h 62"/>
              <a:gd name="T22" fmla="*/ 6 w 32"/>
              <a:gd name="T23" fmla="*/ 56 h 62"/>
              <a:gd name="T24" fmla="*/ 6 w 32"/>
              <a:gd name="T25" fmla="*/ 50 h 62"/>
              <a:gd name="T26" fmla="*/ 6 w 32"/>
              <a:gd name="T27" fmla="*/ 26 h 62"/>
              <a:gd name="T28" fmla="*/ 0 w 32"/>
              <a:gd name="T29" fmla="*/ 26 h 62"/>
              <a:gd name="T30" fmla="*/ 0 w 32"/>
              <a:gd name="T31" fmla="*/ 16 h 62"/>
              <a:gd name="T32" fmla="*/ 6 w 32"/>
              <a:gd name="T33" fmla="*/ 16 h 62"/>
              <a:gd name="T34" fmla="*/ 6 w 32"/>
              <a:gd name="T35" fmla="*/ 0 h 62"/>
              <a:gd name="T36" fmla="*/ 20 w 32"/>
              <a:gd name="T37" fmla="*/ 0 h 62"/>
              <a:gd name="T38" fmla="*/ 20 w 32"/>
              <a:gd name="T39" fmla="*/ 16 h 62"/>
              <a:gd name="T40" fmla="*/ 30 w 32"/>
              <a:gd name="T41" fmla="*/ 16 h 62"/>
              <a:gd name="T42" fmla="*/ 30 w 32"/>
              <a:gd name="T43" fmla="*/ 26 h 62"/>
              <a:gd name="T44" fmla="*/ 20 w 32"/>
              <a:gd name="T45" fmla="*/ 26 h 62"/>
              <a:gd name="T46" fmla="*/ 20 w 32"/>
              <a:gd name="T47" fmla="*/ 44 h 62"/>
              <a:gd name="T48" fmla="*/ 20 w 32"/>
              <a:gd name="T49" fmla="*/ 44 h 62"/>
              <a:gd name="T50" fmla="*/ 20 w 32"/>
              <a:gd name="T51" fmla="*/ 48 h 62"/>
              <a:gd name="T52" fmla="*/ 20 w 32"/>
              <a:gd name="T53" fmla="*/ 48 h 62"/>
              <a:gd name="T54" fmla="*/ 24 w 32"/>
              <a:gd name="T55" fmla="*/ 48 h 62"/>
              <a:gd name="T56" fmla="*/ 24 w 32"/>
              <a:gd name="T57" fmla="*/ 48 h 62"/>
              <a:gd name="T58" fmla="*/ 26 w 32"/>
              <a:gd name="T59" fmla="*/ 48 h 62"/>
              <a:gd name="T60" fmla="*/ 26 w 32"/>
              <a:gd name="T61" fmla="*/ 48 h 62"/>
              <a:gd name="T62" fmla="*/ 30 w 32"/>
              <a:gd name="T63" fmla="*/ 48 h 62"/>
              <a:gd name="T64" fmla="*/ 32 w 32"/>
              <a:gd name="T65" fmla="*/ 58 h 62"/>
              <a:gd name="T66" fmla="*/ 32 w 32"/>
              <a:gd name="T67" fmla="*/ 58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2" h="62">
                <a:moveTo>
                  <a:pt x="32" y="58"/>
                </a:moveTo>
                <a:lnTo>
                  <a:pt x="32" y="58"/>
                </a:lnTo>
                <a:lnTo>
                  <a:pt x="26" y="60"/>
                </a:lnTo>
                <a:lnTo>
                  <a:pt x="26" y="60"/>
                </a:lnTo>
                <a:lnTo>
                  <a:pt x="18" y="62"/>
                </a:lnTo>
                <a:lnTo>
                  <a:pt x="18" y="62"/>
                </a:lnTo>
                <a:lnTo>
                  <a:pt x="14" y="60"/>
                </a:lnTo>
                <a:lnTo>
                  <a:pt x="14" y="60"/>
                </a:lnTo>
                <a:lnTo>
                  <a:pt x="10" y="58"/>
                </a:lnTo>
                <a:lnTo>
                  <a:pt x="10" y="58"/>
                </a:lnTo>
                <a:lnTo>
                  <a:pt x="6" y="56"/>
                </a:lnTo>
                <a:lnTo>
                  <a:pt x="6" y="56"/>
                </a:lnTo>
                <a:lnTo>
                  <a:pt x="6" y="50"/>
                </a:lnTo>
                <a:lnTo>
                  <a:pt x="6" y="26"/>
                </a:lnTo>
                <a:lnTo>
                  <a:pt x="0" y="26"/>
                </a:lnTo>
                <a:lnTo>
                  <a:pt x="0" y="16"/>
                </a:lnTo>
                <a:lnTo>
                  <a:pt x="6" y="16"/>
                </a:lnTo>
                <a:lnTo>
                  <a:pt x="6" y="0"/>
                </a:lnTo>
                <a:lnTo>
                  <a:pt x="20" y="0"/>
                </a:lnTo>
                <a:lnTo>
                  <a:pt x="20" y="16"/>
                </a:lnTo>
                <a:lnTo>
                  <a:pt x="30" y="16"/>
                </a:lnTo>
                <a:lnTo>
                  <a:pt x="30" y="26"/>
                </a:lnTo>
                <a:lnTo>
                  <a:pt x="20" y="26"/>
                </a:lnTo>
                <a:lnTo>
                  <a:pt x="20" y="44"/>
                </a:lnTo>
                <a:lnTo>
                  <a:pt x="20" y="44"/>
                </a:lnTo>
                <a:lnTo>
                  <a:pt x="20" y="48"/>
                </a:lnTo>
                <a:lnTo>
                  <a:pt x="20" y="48"/>
                </a:lnTo>
                <a:lnTo>
                  <a:pt x="24" y="48"/>
                </a:lnTo>
                <a:lnTo>
                  <a:pt x="24" y="48"/>
                </a:lnTo>
                <a:lnTo>
                  <a:pt x="26" y="48"/>
                </a:lnTo>
                <a:lnTo>
                  <a:pt x="26" y="48"/>
                </a:lnTo>
                <a:lnTo>
                  <a:pt x="30" y="48"/>
                </a:lnTo>
                <a:lnTo>
                  <a:pt x="32" y="58"/>
                </a:lnTo>
                <a:lnTo>
                  <a:pt x="32" y="58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Freeform 23"/>
          <p:cNvSpPr>
            <a:spLocks noEditPoints="1"/>
          </p:cNvSpPr>
          <p:nvPr/>
        </p:nvSpPr>
        <p:spPr bwMode="auto">
          <a:xfrm>
            <a:off x="3540655" y="3584046"/>
            <a:ext cx="22225" cy="98425"/>
          </a:xfrm>
          <a:custGeom>
            <a:avLst/>
            <a:gdLst>
              <a:gd name="T0" fmla="*/ 0 w 14"/>
              <a:gd name="T1" fmla="*/ 62 h 62"/>
              <a:gd name="T2" fmla="*/ 0 w 14"/>
              <a:gd name="T3" fmla="*/ 18 h 62"/>
              <a:gd name="T4" fmla="*/ 14 w 14"/>
              <a:gd name="T5" fmla="*/ 18 h 62"/>
              <a:gd name="T6" fmla="*/ 14 w 14"/>
              <a:gd name="T7" fmla="*/ 62 h 62"/>
              <a:gd name="T8" fmla="*/ 0 w 14"/>
              <a:gd name="T9" fmla="*/ 62 h 62"/>
              <a:gd name="T10" fmla="*/ 0 w 14"/>
              <a:gd name="T11" fmla="*/ 62 h 62"/>
              <a:gd name="T12" fmla="*/ 0 w 14"/>
              <a:gd name="T13" fmla="*/ 12 h 62"/>
              <a:gd name="T14" fmla="*/ 0 w 14"/>
              <a:gd name="T15" fmla="*/ 0 h 62"/>
              <a:gd name="T16" fmla="*/ 14 w 14"/>
              <a:gd name="T17" fmla="*/ 0 h 62"/>
              <a:gd name="T18" fmla="*/ 14 w 14"/>
              <a:gd name="T19" fmla="*/ 12 h 62"/>
              <a:gd name="T20" fmla="*/ 0 w 14"/>
              <a:gd name="T21" fmla="*/ 12 h 62"/>
              <a:gd name="T22" fmla="*/ 0 w 14"/>
              <a:gd name="T23" fmla="*/ 12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" h="62">
                <a:moveTo>
                  <a:pt x="0" y="62"/>
                </a:moveTo>
                <a:lnTo>
                  <a:pt x="0" y="18"/>
                </a:lnTo>
                <a:lnTo>
                  <a:pt x="14" y="18"/>
                </a:lnTo>
                <a:lnTo>
                  <a:pt x="14" y="62"/>
                </a:lnTo>
                <a:lnTo>
                  <a:pt x="0" y="62"/>
                </a:lnTo>
                <a:lnTo>
                  <a:pt x="0" y="62"/>
                </a:lnTo>
                <a:close/>
                <a:moveTo>
                  <a:pt x="0" y="12"/>
                </a:moveTo>
                <a:lnTo>
                  <a:pt x="0" y="0"/>
                </a:lnTo>
                <a:lnTo>
                  <a:pt x="14" y="0"/>
                </a:lnTo>
                <a:lnTo>
                  <a:pt x="14" y="12"/>
                </a:lnTo>
                <a:lnTo>
                  <a:pt x="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24"/>
          <p:cNvSpPr>
            <a:spLocks noEditPoints="1"/>
          </p:cNvSpPr>
          <p:nvPr/>
        </p:nvSpPr>
        <p:spPr bwMode="auto">
          <a:xfrm>
            <a:off x="3572405" y="3609446"/>
            <a:ext cx="79375" cy="76200"/>
          </a:xfrm>
          <a:custGeom>
            <a:avLst/>
            <a:gdLst>
              <a:gd name="T0" fmla="*/ 26 w 50"/>
              <a:gd name="T1" fmla="*/ 48 h 48"/>
              <a:gd name="T2" fmla="*/ 14 w 50"/>
              <a:gd name="T3" fmla="*/ 46 h 48"/>
              <a:gd name="T4" fmla="*/ 8 w 50"/>
              <a:gd name="T5" fmla="*/ 40 h 48"/>
              <a:gd name="T6" fmla="*/ 2 w 50"/>
              <a:gd name="T7" fmla="*/ 32 h 48"/>
              <a:gd name="T8" fmla="*/ 0 w 50"/>
              <a:gd name="T9" fmla="*/ 24 h 48"/>
              <a:gd name="T10" fmla="*/ 2 w 50"/>
              <a:gd name="T11" fmla="*/ 14 h 48"/>
              <a:gd name="T12" fmla="*/ 8 w 50"/>
              <a:gd name="T13" fmla="*/ 8 h 48"/>
              <a:gd name="T14" fmla="*/ 14 w 50"/>
              <a:gd name="T15" fmla="*/ 2 h 48"/>
              <a:gd name="T16" fmla="*/ 26 w 50"/>
              <a:gd name="T17" fmla="*/ 0 h 48"/>
              <a:gd name="T18" fmla="*/ 36 w 50"/>
              <a:gd name="T19" fmla="*/ 2 h 48"/>
              <a:gd name="T20" fmla="*/ 44 w 50"/>
              <a:gd name="T21" fmla="*/ 8 h 48"/>
              <a:gd name="T22" fmla="*/ 48 w 50"/>
              <a:gd name="T23" fmla="*/ 14 h 48"/>
              <a:gd name="T24" fmla="*/ 50 w 50"/>
              <a:gd name="T25" fmla="*/ 24 h 48"/>
              <a:gd name="T26" fmla="*/ 48 w 50"/>
              <a:gd name="T27" fmla="*/ 32 h 48"/>
              <a:gd name="T28" fmla="*/ 44 w 50"/>
              <a:gd name="T29" fmla="*/ 40 h 48"/>
              <a:gd name="T30" fmla="*/ 36 w 50"/>
              <a:gd name="T31" fmla="*/ 46 h 48"/>
              <a:gd name="T32" fmla="*/ 26 w 50"/>
              <a:gd name="T33" fmla="*/ 48 h 48"/>
              <a:gd name="T34" fmla="*/ 16 w 50"/>
              <a:gd name="T35" fmla="*/ 24 h 48"/>
              <a:gd name="T36" fmla="*/ 18 w 50"/>
              <a:gd name="T37" fmla="*/ 32 h 48"/>
              <a:gd name="T38" fmla="*/ 22 w 50"/>
              <a:gd name="T39" fmla="*/ 36 h 48"/>
              <a:gd name="T40" fmla="*/ 26 w 50"/>
              <a:gd name="T41" fmla="*/ 36 h 48"/>
              <a:gd name="T42" fmla="*/ 30 w 50"/>
              <a:gd name="T43" fmla="*/ 34 h 48"/>
              <a:gd name="T44" fmla="*/ 32 w 50"/>
              <a:gd name="T45" fmla="*/ 32 h 48"/>
              <a:gd name="T46" fmla="*/ 34 w 50"/>
              <a:gd name="T47" fmla="*/ 28 h 48"/>
              <a:gd name="T48" fmla="*/ 36 w 50"/>
              <a:gd name="T49" fmla="*/ 24 h 48"/>
              <a:gd name="T50" fmla="*/ 32 w 50"/>
              <a:gd name="T51" fmla="*/ 16 h 48"/>
              <a:gd name="T52" fmla="*/ 30 w 50"/>
              <a:gd name="T53" fmla="*/ 12 h 48"/>
              <a:gd name="T54" fmla="*/ 26 w 50"/>
              <a:gd name="T55" fmla="*/ 12 h 48"/>
              <a:gd name="T56" fmla="*/ 22 w 50"/>
              <a:gd name="T57" fmla="*/ 12 h 48"/>
              <a:gd name="T58" fmla="*/ 18 w 50"/>
              <a:gd name="T59" fmla="*/ 16 h 48"/>
              <a:gd name="T60" fmla="*/ 16 w 50"/>
              <a:gd name="T61" fmla="*/ 20 h 48"/>
              <a:gd name="T62" fmla="*/ 16 w 50"/>
              <a:gd name="T63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0" h="48">
                <a:moveTo>
                  <a:pt x="26" y="48"/>
                </a:moveTo>
                <a:lnTo>
                  <a:pt x="26" y="48"/>
                </a:lnTo>
                <a:lnTo>
                  <a:pt x="14" y="46"/>
                </a:lnTo>
                <a:lnTo>
                  <a:pt x="14" y="46"/>
                </a:lnTo>
                <a:lnTo>
                  <a:pt x="8" y="40"/>
                </a:lnTo>
                <a:lnTo>
                  <a:pt x="8" y="40"/>
                </a:lnTo>
                <a:lnTo>
                  <a:pt x="2" y="32"/>
                </a:lnTo>
                <a:lnTo>
                  <a:pt x="2" y="32"/>
                </a:lnTo>
                <a:lnTo>
                  <a:pt x="0" y="24"/>
                </a:lnTo>
                <a:lnTo>
                  <a:pt x="0" y="24"/>
                </a:lnTo>
                <a:lnTo>
                  <a:pt x="2" y="14"/>
                </a:lnTo>
                <a:lnTo>
                  <a:pt x="2" y="14"/>
                </a:lnTo>
                <a:lnTo>
                  <a:pt x="8" y="8"/>
                </a:lnTo>
                <a:lnTo>
                  <a:pt x="8" y="8"/>
                </a:lnTo>
                <a:lnTo>
                  <a:pt x="14" y="2"/>
                </a:lnTo>
                <a:lnTo>
                  <a:pt x="14" y="2"/>
                </a:lnTo>
                <a:lnTo>
                  <a:pt x="26" y="0"/>
                </a:lnTo>
                <a:lnTo>
                  <a:pt x="26" y="0"/>
                </a:lnTo>
                <a:lnTo>
                  <a:pt x="36" y="2"/>
                </a:lnTo>
                <a:lnTo>
                  <a:pt x="36" y="2"/>
                </a:lnTo>
                <a:lnTo>
                  <a:pt x="44" y="8"/>
                </a:lnTo>
                <a:lnTo>
                  <a:pt x="44" y="8"/>
                </a:lnTo>
                <a:lnTo>
                  <a:pt x="48" y="14"/>
                </a:lnTo>
                <a:lnTo>
                  <a:pt x="48" y="14"/>
                </a:lnTo>
                <a:lnTo>
                  <a:pt x="50" y="24"/>
                </a:lnTo>
                <a:lnTo>
                  <a:pt x="50" y="24"/>
                </a:lnTo>
                <a:lnTo>
                  <a:pt x="48" y="32"/>
                </a:lnTo>
                <a:lnTo>
                  <a:pt x="48" y="32"/>
                </a:lnTo>
                <a:lnTo>
                  <a:pt x="44" y="40"/>
                </a:lnTo>
                <a:lnTo>
                  <a:pt x="44" y="40"/>
                </a:lnTo>
                <a:lnTo>
                  <a:pt x="36" y="46"/>
                </a:lnTo>
                <a:lnTo>
                  <a:pt x="36" y="46"/>
                </a:lnTo>
                <a:lnTo>
                  <a:pt x="26" y="48"/>
                </a:lnTo>
                <a:lnTo>
                  <a:pt x="26" y="48"/>
                </a:lnTo>
                <a:close/>
                <a:moveTo>
                  <a:pt x="16" y="24"/>
                </a:moveTo>
                <a:lnTo>
                  <a:pt x="16" y="24"/>
                </a:lnTo>
                <a:lnTo>
                  <a:pt x="16" y="28"/>
                </a:lnTo>
                <a:lnTo>
                  <a:pt x="18" y="32"/>
                </a:lnTo>
                <a:lnTo>
                  <a:pt x="18" y="32"/>
                </a:lnTo>
                <a:lnTo>
                  <a:pt x="22" y="36"/>
                </a:lnTo>
                <a:lnTo>
                  <a:pt x="26" y="36"/>
                </a:lnTo>
                <a:lnTo>
                  <a:pt x="26" y="36"/>
                </a:lnTo>
                <a:lnTo>
                  <a:pt x="30" y="34"/>
                </a:lnTo>
                <a:lnTo>
                  <a:pt x="30" y="34"/>
                </a:lnTo>
                <a:lnTo>
                  <a:pt x="32" y="32"/>
                </a:lnTo>
                <a:lnTo>
                  <a:pt x="32" y="32"/>
                </a:lnTo>
                <a:lnTo>
                  <a:pt x="34" y="28"/>
                </a:lnTo>
                <a:lnTo>
                  <a:pt x="34" y="28"/>
                </a:lnTo>
                <a:lnTo>
                  <a:pt x="36" y="24"/>
                </a:lnTo>
                <a:lnTo>
                  <a:pt x="36" y="24"/>
                </a:lnTo>
                <a:lnTo>
                  <a:pt x="34" y="20"/>
                </a:lnTo>
                <a:lnTo>
                  <a:pt x="32" y="16"/>
                </a:lnTo>
                <a:lnTo>
                  <a:pt x="32" y="16"/>
                </a:lnTo>
                <a:lnTo>
                  <a:pt x="30" y="12"/>
                </a:lnTo>
                <a:lnTo>
                  <a:pt x="26" y="12"/>
                </a:lnTo>
                <a:lnTo>
                  <a:pt x="26" y="12"/>
                </a:lnTo>
                <a:lnTo>
                  <a:pt x="22" y="12"/>
                </a:lnTo>
                <a:lnTo>
                  <a:pt x="22" y="12"/>
                </a:lnTo>
                <a:lnTo>
                  <a:pt x="18" y="16"/>
                </a:lnTo>
                <a:lnTo>
                  <a:pt x="18" y="16"/>
                </a:lnTo>
                <a:lnTo>
                  <a:pt x="16" y="20"/>
                </a:lnTo>
                <a:lnTo>
                  <a:pt x="16" y="20"/>
                </a:lnTo>
                <a:lnTo>
                  <a:pt x="16" y="24"/>
                </a:lnTo>
                <a:lnTo>
                  <a:pt x="16" y="24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25"/>
          <p:cNvSpPr>
            <a:spLocks/>
          </p:cNvSpPr>
          <p:nvPr/>
        </p:nvSpPr>
        <p:spPr bwMode="auto">
          <a:xfrm>
            <a:off x="3661305" y="3609446"/>
            <a:ext cx="69850" cy="73025"/>
          </a:xfrm>
          <a:custGeom>
            <a:avLst/>
            <a:gdLst>
              <a:gd name="T0" fmla="*/ 44 w 44"/>
              <a:gd name="T1" fmla="*/ 46 h 46"/>
              <a:gd name="T2" fmla="*/ 30 w 44"/>
              <a:gd name="T3" fmla="*/ 46 h 46"/>
              <a:gd name="T4" fmla="*/ 30 w 44"/>
              <a:gd name="T5" fmla="*/ 22 h 46"/>
              <a:gd name="T6" fmla="*/ 30 w 44"/>
              <a:gd name="T7" fmla="*/ 22 h 46"/>
              <a:gd name="T8" fmla="*/ 28 w 44"/>
              <a:gd name="T9" fmla="*/ 14 h 46"/>
              <a:gd name="T10" fmla="*/ 28 w 44"/>
              <a:gd name="T11" fmla="*/ 14 h 46"/>
              <a:gd name="T12" fmla="*/ 26 w 44"/>
              <a:gd name="T13" fmla="*/ 12 h 46"/>
              <a:gd name="T14" fmla="*/ 24 w 44"/>
              <a:gd name="T15" fmla="*/ 12 h 46"/>
              <a:gd name="T16" fmla="*/ 24 w 44"/>
              <a:gd name="T17" fmla="*/ 12 h 46"/>
              <a:gd name="T18" fmla="*/ 22 w 44"/>
              <a:gd name="T19" fmla="*/ 14 h 46"/>
              <a:gd name="T20" fmla="*/ 22 w 44"/>
              <a:gd name="T21" fmla="*/ 14 h 46"/>
              <a:gd name="T22" fmla="*/ 18 w 44"/>
              <a:gd name="T23" fmla="*/ 14 h 46"/>
              <a:gd name="T24" fmla="*/ 18 w 44"/>
              <a:gd name="T25" fmla="*/ 14 h 46"/>
              <a:gd name="T26" fmla="*/ 16 w 44"/>
              <a:gd name="T27" fmla="*/ 18 h 46"/>
              <a:gd name="T28" fmla="*/ 16 w 44"/>
              <a:gd name="T29" fmla="*/ 18 h 46"/>
              <a:gd name="T30" fmla="*/ 14 w 44"/>
              <a:gd name="T31" fmla="*/ 20 h 46"/>
              <a:gd name="T32" fmla="*/ 14 w 44"/>
              <a:gd name="T33" fmla="*/ 46 h 46"/>
              <a:gd name="T34" fmla="*/ 0 w 44"/>
              <a:gd name="T35" fmla="*/ 46 h 46"/>
              <a:gd name="T36" fmla="*/ 0 w 44"/>
              <a:gd name="T37" fmla="*/ 2 h 46"/>
              <a:gd name="T38" fmla="*/ 12 w 44"/>
              <a:gd name="T39" fmla="*/ 2 h 46"/>
              <a:gd name="T40" fmla="*/ 12 w 44"/>
              <a:gd name="T41" fmla="*/ 8 h 46"/>
              <a:gd name="T42" fmla="*/ 12 w 44"/>
              <a:gd name="T43" fmla="*/ 8 h 46"/>
              <a:gd name="T44" fmla="*/ 16 w 44"/>
              <a:gd name="T45" fmla="*/ 6 h 46"/>
              <a:gd name="T46" fmla="*/ 20 w 44"/>
              <a:gd name="T47" fmla="*/ 2 h 46"/>
              <a:gd name="T48" fmla="*/ 20 w 44"/>
              <a:gd name="T49" fmla="*/ 2 h 46"/>
              <a:gd name="T50" fmla="*/ 26 w 44"/>
              <a:gd name="T51" fmla="*/ 0 h 46"/>
              <a:gd name="T52" fmla="*/ 30 w 44"/>
              <a:gd name="T53" fmla="*/ 0 h 46"/>
              <a:gd name="T54" fmla="*/ 30 w 44"/>
              <a:gd name="T55" fmla="*/ 0 h 46"/>
              <a:gd name="T56" fmla="*/ 38 w 44"/>
              <a:gd name="T57" fmla="*/ 2 h 46"/>
              <a:gd name="T58" fmla="*/ 38 w 44"/>
              <a:gd name="T59" fmla="*/ 2 h 46"/>
              <a:gd name="T60" fmla="*/ 42 w 44"/>
              <a:gd name="T61" fmla="*/ 6 h 46"/>
              <a:gd name="T62" fmla="*/ 42 w 44"/>
              <a:gd name="T63" fmla="*/ 6 h 46"/>
              <a:gd name="T64" fmla="*/ 44 w 44"/>
              <a:gd name="T65" fmla="*/ 12 h 46"/>
              <a:gd name="T66" fmla="*/ 44 w 44"/>
              <a:gd name="T67" fmla="*/ 12 h 46"/>
              <a:gd name="T68" fmla="*/ 44 w 44"/>
              <a:gd name="T69" fmla="*/ 18 h 46"/>
              <a:gd name="T70" fmla="*/ 44 w 44"/>
              <a:gd name="T71" fmla="*/ 46 h 46"/>
              <a:gd name="T72" fmla="*/ 44 w 44"/>
              <a:gd name="T73" fmla="*/ 46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4" h="46">
                <a:moveTo>
                  <a:pt x="44" y="46"/>
                </a:moveTo>
                <a:lnTo>
                  <a:pt x="30" y="46"/>
                </a:lnTo>
                <a:lnTo>
                  <a:pt x="30" y="22"/>
                </a:lnTo>
                <a:lnTo>
                  <a:pt x="30" y="22"/>
                </a:lnTo>
                <a:lnTo>
                  <a:pt x="28" y="14"/>
                </a:lnTo>
                <a:lnTo>
                  <a:pt x="28" y="14"/>
                </a:lnTo>
                <a:lnTo>
                  <a:pt x="26" y="12"/>
                </a:lnTo>
                <a:lnTo>
                  <a:pt x="24" y="12"/>
                </a:lnTo>
                <a:lnTo>
                  <a:pt x="24" y="12"/>
                </a:lnTo>
                <a:lnTo>
                  <a:pt x="22" y="14"/>
                </a:lnTo>
                <a:lnTo>
                  <a:pt x="22" y="14"/>
                </a:lnTo>
                <a:lnTo>
                  <a:pt x="18" y="14"/>
                </a:lnTo>
                <a:lnTo>
                  <a:pt x="18" y="14"/>
                </a:lnTo>
                <a:lnTo>
                  <a:pt x="16" y="18"/>
                </a:lnTo>
                <a:lnTo>
                  <a:pt x="16" y="18"/>
                </a:lnTo>
                <a:lnTo>
                  <a:pt x="14" y="20"/>
                </a:lnTo>
                <a:lnTo>
                  <a:pt x="14" y="46"/>
                </a:lnTo>
                <a:lnTo>
                  <a:pt x="0" y="46"/>
                </a:lnTo>
                <a:lnTo>
                  <a:pt x="0" y="2"/>
                </a:lnTo>
                <a:lnTo>
                  <a:pt x="12" y="2"/>
                </a:lnTo>
                <a:lnTo>
                  <a:pt x="12" y="8"/>
                </a:lnTo>
                <a:lnTo>
                  <a:pt x="12" y="8"/>
                </a:lnTo>
                <a:lnTo>
                  <a:pt x="16" y="6"/>
                </a:lnTo>
                <a:lnTo>
                  <a:pt x="20" y="2"/>
                </a:lnTo>
                <a:lnTo>
                  <a:pt x="20" y="2"/>
                </a:lnTo>
                <a:lnTo>
                  <a:pt x="26" y="0"/>
                </a:lnTo>
                <a:lnTo>
                  <a:pt x="30" y="0"/>
                </a:lnTo>
                <a:lnTo>
                  <a:pt x="30" y="0"/>
                </a:lnTo>
                <a:lnTo>
                  <a:pt x="38" y="2"/>
                </a:lnTo>
                <a:lnTo>
                  <a:pt x="38" y="2"/>
                </a:lnTo>
                <a:lnTo>
                  <a:pt x="42" y="6"/>
                </a:lnTo>
                <a:lnTo>
                  <a:pt x="42" y="6"/>
                </a:lnTo>
                <a:lnTo>
                  <a:pt x="44" y="12"/>
                </a:lnTo>
                <a:lnTo>
                  <a:pt x="44" y="12"/>
                </a:lnTo>
                <a:lnTo>
                  <a:pt x="44" y="18"/>
                </a:lnTo>
                <a:lnTo>
                  <a:pt x="44" y="46"/>
                </a:lnTo>
                <a:lnTo>
                  <a:pt x="44" y="46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Freeform 26"/>
          <p:cNvSpPr>
            <a:spLocks noEditPoints="1"/>
          </p:cNvSpPr>
          <p:nvPr/>
        </p:nvSpPr>
        <p:spPr bwMode="auto">
          <a:xfrm>
            <a:off x="3781955" y="3584046"/>
            <a:ext cx="79375" cy="98425"/>
          </a:xfrm>
          <a:custGeom>
            <a:avLst/>
            <a:gdLst>
              <a:gd name="T0" fmla="*/ 50 w 50"/>
              <a:gd name="T1" fmla="*/ 46 h 62"/>
              <a:gd name="T2" fmla="*/ 50 w 50"/>
              <a:gd name="T3" fmla="*/ 46 h 62"/>
              <a:gd name="T4" fmla="*/ 48 w 50"/>
              <a:gd name="T5" fmla="*/ 54 h 62"/>
              <a:gd name="T6" fmla="*/ 48 w 50"/>
              <a:gd name="T7" fmla="*/ 54 h 62"/>
              <a:gd name="T8" fmla="*/ 44 w 50"/>
              <a:gd name="T9" fmla="*/ 58 h 62"/>
              <a:gd name="T10" fmla="*/ 44 w 50"/>
              <a:gd name="T11" fmla="*/ 58 h 62"/>
              <a:gd name="T12" fmla="*/ 38 w 50"/>
              <a:gd name="T13" fmla="*/ 62 h 62"/>
              <a:gd name="T14" fmla="*/ 38 w 50"/>
              <a:gd name="T15" fmla="*/ 62 h 62"/>
              <a:gd name="T16" fmla="*/ 30 w 50"/>
              <a:gd name="T17" fmla="*/ 62 h 62"/>
              <a:gd name="T18" fmla="*/ 0 w 50"/>
              <a:gd name="T19" fmla="*/ 62 h 62"/>
              <a:gd name="T20" fmla="*/ 0 w 50"/>
              <a:gd name="T21" fmla="*/ 0 h 62"/>
              <a:gd name="T22" fmla="*/ 34 w 50"/>
              <a:gd name="T23" fmla="*/ 0 h 62"/>
              <a:gd name="T24" fmla="*/ 34 w 50"/>
              <a:gd name="T25" fmla="*/ 0 h 62"/>
              <a:gd name="T26" fmla="*/ 40 w 50"/>
              <a:gd name="T27" fmla="*/ 2 h 62"/>
              <a:gd name="T28" fmla="*/ 40 w 50"/>
              <a:gd name="T29" fmla="*/ 2 h 62"/>
              <a:gd name="T30" fmla="*/ 44 w 50"/>
              <a:gd name="T31" fmla="*/ 6 h 62"/>
              <a:gd name="T32" fmla="*/ 44 w 50"/>
              <a:gd name="T33" fmla="*/ 6 h 62"/>
              <a:gd name="T34" fmla="*/ 46 w 50"/>
              <a:gd name="T35" fmla="*/ 10 h 62"/>
              <a:gd name="T36" fmla="*/ 46 w 50"/>
              <a:gd name="T37" fmla="*/ 10 h 62"/>
              <a:gd name="T38" fmla="*/ 48 w 50"/>
              <a:gd name="T39" fmla="*/ 16 h 62"/>
              <a:gd name="T40" fmla="*/ 48 w 50"/>
              <a:gd name="T41" fmla="*/ 16 h 62"/>
              <a:gd name="T42" fmla="*/ 46 w 50"/>
              <a:gd name="T43" fmla="*/ 26 h 62"/>
              <a:gd name="T44" fmla="*/ 46 w 50"/>
              <a:gd name="T45" fmla="*/ 26 h 62"/>
              <a:gd name="T46" fmla="*/ 42 w 50"/>
              <a:gd name="T47" fmla="*/ 28 h 62"/>
              <a:gd name="T48" fmla="*/ 38 w 50"/>
              <a:gd name="T49" fmla="*/ 32 h 62"/>
              <a:gd name="T50" fmla="*/ 38 w 50"/>
              <a:gd name="T51" fmla="*/ 32 h 62"/>
              <a:gd name="T52" fmla="*/ 44 w 50"/>
              <a:gd name="T53" fmla="*/ 34 h 62"/>
              <a:gd name="T54" fmla="*/ 48 w 50"/>
              <a:gd name="T55" fmla="*/ 36 h 62"/>
              <a:gd name="T56" fmla="*/ 48 w 50"/>
              <a:gd name="T57" fmla="*/ 36 h 62"/>
              <a:gd name="T58" fmla="*/ 50 w 50"/>
              <a:gd name="T59" fmla="*/ 42 h 62"/>
              <a:gd name="T60" fmla="*/ 50 w 50"/>
              <a:gd name="T61" fmla="*/ 46 h 62"/>
              <a:gd name="T62" fmla="*/ 50 w 50"/>
              <a:gd name="T63" fmla="*/ 46 h 62"/>
              <a:gd name="T64" fmla="*/ 36 w 50"/>
              <a:gd name="T65" fmla="*/ 44 h 62"/>
              <a:gd name="T66" fmla="*/ 36 w 50"/>
              <a:gd name="T67" fmla="*/ 44 h 62"/>
              <a:gd name="T68" fmla="*/ 34 w 50"/>
              <a:gd name="T69" fmla="*/ 40 h 62"/>
              <a:gd name="T70" fmla="*/ 34 w 50"/>
              <a:gd name="T71" fmla="*/ 40 h 62"/>
              <a:gd name="T72" fmla="*/ 30 w 50"/>
              <a:gd name="T73" fmla="*/ 38 h 62"/>
              <a:gd name="T74" fmla="*/ 14 w 50"/>
              <a:gd name="T75" fmla="*/ 38 h 62"/>
              <a:gd name="T76" fmla="*/ 14 w 50"/>
              <a:gd name="T77" fmla="*/ 50 h 62"/>
              <a:gd name="T78" fmla="*/ 30 w 50"/>
              <a:gd name="T79" fmla="*/ 50 h 62"/>
              <a:gd name="T80" fmla="*/ 30 w 50"/>
              <a:gd name="T81" fmla="*/ 50 h 62"/>
              <a:gd name="T82" fmla="*/ 34 w 50"/>
              <a:gd name="T83" fmla="*/ 48 h 62"/>
              <a:gd name="T84" fmla="*/ 34 w 50"/>
              <a:gd name="T85" fmla="*/ 48 h 62"/>
              <a:gd name="T86" fmla="*/ 36 w 50"/>
              <a:gd name="T87" fmla="*/ 44 h 62"/>
              <a:gd name="T88" fmla="*/ 36 w 50"/>
              <a:gd name="T89" fmla="*/ 44 h 62"/>
              <a:gd name="T90" fmla="*/ 14 w 50"/>
              <a:gd name="T91" fmla="*/ 14 h 62"/>
              <a:gd name="T92" fmla="*/ 14 w 50"/>
              <a:gd name="T93" fmla="*/ 26 h 62"/>
              <a:gd name="T94" fmla="*/ 28 w 50"/>
              <a:gd name="T95" fmla="*/ 26 h 62"/>
              <a:gd name="T96" fmla="*/ 28 w 50"/>
              <a:gd name="T97" fmla="*/ 26 h 62"/>
              <a:gd name="T98" fmla="*/ 32 w 50"/>
              <a:gd name="T99" fmla="*/ 24 h 62"/>
              <a:gd name="T100" fmla="*/ 32 w 50"/>
              <a:gd name="T101" fmla="*/ 24 h 62"/>
              <a:gd name="T102" fmla="*/ 34 w 50"/>
              <a:gd name="T103" fmla="*/ 20 h 62"/>
              <a:gd name="T104" fmla="*/ 34 w 50"/>
              <a:gd name="T105" fmla="*/ 20 h 62"/>
              <a:gd name="T106" fmla="*/ 32 w 50"/>
              <a:gd name="T107" fmla="*/ 14 h 62"/>
              <a:gd name="T108" fmla="*/ 32 w 50"/>
              <a:gd name="T109" fmla="*/ 14 h 62"/>
              <a:gd name="T110" fmla="*/ 28 w 50"/>
              <a:gd name="T111" fmla="*/ 14 h 62"/>
              <a:gd name="T112" fmla="*/ 14 w 50"/>
              <a:gd name="T113" fmla="*/ 14 h 62"/>
              <a:gd name="T114" fmla="*/ 14 w 50"/>
              <a:gd name="T115" fmla="*/ 14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0" h="62">
                <a:moveTo>
                  <a:pt x="50" y="46"/>
                </a:moveTo>
                <a:lnTo>
                  <a:pt x="50" y="46"/>
                </a:lnTo>
                <a:lnTo>
                  <a:pt x="48" y="54"/>
                </a:lnTo>
                <a:lnTo>
                  <a:pt x="48" y="54"/>
                </a:lnTo>
                <a:lnTo>
                  <a:pt x="44" y="58"/>
                </a:lnTo>
                <a:lnTo>
                  <a:pt x="44" y="58"/>
                </a:lnTo>
                <a:lnTo>
                  <a:pt x="38" y="62"/>
                </a:lnTo>
                <a:lnTo>
                  <a:pt x="38" y="62"/>
                </a:lnTo>
                <a:lnTo>
                  <a:pt x="30" y="62"/>
                </a:lnTo>
                <a:lnTo>
                  <a:pt x="0" y="62"/>
                </a:lnTo>
                <a:lnTo>
                  <a:pt x="0" y="0"/>
                </a:lnTo>
                <a:lnTo>
                  <a:pt x="34" y="0"/>
                </a:lnTo>
                <a:lnTo>
                  <a:pt x="34" y="0"/>
                </a:lnTo>
                <a:lnTo>
                  <a:pt x="40" y="2"/>
                </a:lnTo>
                <a:lnTo>
                  <a:pt x="40" y="2"/>
                </a:lnTo>
                <a:lnTo>
                  <a:pt x="44" y="6"/>
                </a:lnTo>
                <a:lnTo>
                  <a:pt x="44" y="6"/>
                </a:lnTo>
                <a:lnTo>
                  <a:pt x="46" y="10"/>
                </a:lnTo>
                <a:lnTo>
                  <a:pt x="46" y="10"/>
                </a:lnTo>
                <a:lnTo>
                  <a:pt x="48" y="16"/>
                </a:lnTo>
                <a:lnTo>
                  <a:pt x="48" y="16"/>
                </a:lnTo>
                <a:lnTo>
                  <a:pt x="46" y="26"/>
                </a:lnTo>
                <a:lnTo>
                  <a:pt x="46" y="26"/>
                </a:lnTo>
                <a:lnTo>
                  <a:pt x="42" y="28"/>
                </a:lnTo>
                <a:lnTo>
                  <a:pt x="38" y="32"/>
                </a:lnTo>
                <a:lnTo>
                  <a:pt x="38" y="32"/>
                </a:lnTo>
                <a:lnTo>
                  <a:pt x="44" y="34"/>
                </a:lnTo>
                <a:lnTo>
                  <a:pt x="48" y="36"/>
                </a:lnTo>
                <a:lnTo>
                  <a:pt x="48" y="36"/>
                </a:lnTo>
                <a:lnTo>
                  <a:pt x="50" y="42"/>
                </a:lnTo>
                <a:lnTo>
                  <a:pt x="50" y="46"/>
                </a:lnTo>
                <a:lnTo>
                  <a:pt x="50" y="46"/>
                </a:lnTo>
                <a:close/>
                <a:moveTo>
                  <a:pt x="36" y="44"/>
                </a:moveTo>
                <a:lnTo>
                  <a:pt x="36" y="44"/>
                </a:lnTo>
                <a:lnTo>
                  <a:pt x="34" y="40"/>
                </a:lnTo>
                <a:lnTo>
                  <a:pt x="34" y="40"/>
                </a:lnTo>
                <a:lnTo>
                  <a:pt x="30" y="38"/>
                </a:lnTo>
                <a:lnTo>
                  <a:pt x="14" y="38"/>
                </a:lnTo>
                <a:lnTo>
                  <a:pt x="14" y="50"/>
                </a:lnTo>
                <a:lnTo>
                  <a:pt x="30" y="50"/>
                </a:lnTo>
                <a:lnTo>
                  <a:pt x="30" y="50"/>
                </a:lnTo>
                <a:lnTo>
                  <a:pt x="34" y="48"/>
                </a:lnTo>
                <a:lnTo>
                  <a:pt x="34" y="48"/>
                </a:lnTo>
                <a:lnTo>
                  <a:pt x="36" y="44"/>
                </a:lnTo>
                <a:lnTo>
                  <a:pt x="36" y="44"/>
                </a:lnTo>
                <a:close/>
                <a:moveTo>
                  <a:pt x="14" y="14"/>
                </a:moveTo>
                <a:lnTo>
                  <a:pt x="14" y="26"/>
                </a:lnTo>
                <a:lnTo>
                  <a:pt x="28" y="26"/>
                </a:lnTo>
                <a:lnTo>
                  <a:pt x="28" y="26"/>
                </a:lnTo>
                <a:lnTo>
                  <a:pt x="32" y="24"/>
                </a:lnTo>
                <a:lnTo>
                  <a:pt x="32" y="24"/>
                </a:lnTo>
                <a:lnTo>
                  <a:pt x="34" y="20"/>
                </a:lnTo>
                <a:lnTo>
                  <a:pt x="34" y="20"/>
                </a:lnTo>
                <a:lnTo>
                  <a:pt x="32" y="14"/>
                </a:lnTo>
                <a:lnTo>
                  <a:pt x="32" y="14"/>
                </a:lnTo>
                <a:lnTo>
                  <a:pt x="28" y="14"/>
                </a:lnTo>
                <a:lnTo>
                  <a:pt x="14" y="14"/>
                </a:lnTo>
                <a:lnTo>
                  <a:pt x="14" y="14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Freeform 27"/>
          <p:cNvSpPr>
            <a:spLocks noEditPoints="1"/>
          </p:cNvSpPr>
          <p:nvPr/>
        </p:nvSpPr>
        <p:spPr bwMode="auto">
          <a:xfrm>
            <a:off x="3051705" y="4720696"/>
            <a:ext cx="98425" cy="95250"/>
          </a:xfrm>
          <a:custGeom>
            <a:avLst/>
            <a:gdLst>
              <a:gd name="T0" fmla="*/ 0 w 62"/>
              <a:gd name="T1" fmla="*/ 30 h 60"/>
              <a:gd name="T2" fmla="*/ 2 w 62"/>
              <a:gd name="T3" fmla="*/ 18 h 60"/>
              <a:gd name="T4" fmla="*/ 6 w 62"/>
              <a:gd name="T5" fmla="*/ 12 h 60"/>
              <a:gd name="T6" fmla="*/ 10 w 62"/>
              <a:gd name="T7" fmla="*/ 8 h 60"/>
              <a:gd name="T8" fmla="*/ 20 w 62"/>
              <a:gd name="T9" fmla="*/ 2 h 60"/>
              <a:gd name="T10" fmla="*/ 32 w 62"/>
              <a:gd name="T11" fmla="*/ 0 h 60"/>
              <a:gd name="T12" fmla="*/ 44 w 62"/>
              <a:gd name="T13" fmla="*/ 2 h 60"/>
              <a:gd name="T14" fmla="*/ 54 w 62"/>
              <a:gd name="T15" fmla="*/ 8 h 60"/>
              <a:gd name="T16" fmla="*/ 60 w 62"/>
              <a:gd name="T17" fmla="*/ 18 h 60"/>
              <a:gd name="T18" fmla="*/ 62 w 62"/>
              <a:gd name="T19" fmla="*/ 30 h 60"/>
              <a:gd name="T20" fmla="*/ 62 w 62"/>
              <a:gd name="T21" fmla="*/ 36 h 60"/>
              <a:gd name="T22" fmla="*/ 60 w 62"/>
              <a:gd name="T23" fmla="*/ 42 h 60"/>
              <a:gd name="T24" fmla="*/ 52 w 62"/>
              <a:gd name="T25" fmla="*/ 52 h 60"/>
              <a:gd name="T26" fmla="*/ 42 w 62"/>
              <a:gd name="T27" fmla="*/ 58 h 60"/>
              <a:gd name="T28" fmla="*/ 32 w 62"/>
              <a:gd name="T29" fmla="*/ 60 h 60"/>
              <a:gd name="T30" fmla="*/ 20 w 62"/>
              <a:gd name="T31" fmla="*/ 58 h 60"/>
              <a:gd name="T32" fmla="*/ 10 w 62"/>
              <a:gd name="T33" fmla="*/ 52 h 60"/>
              <a:gd name="T34" fmla="*/ 2 w 62"/>
              <a:gd name="T35" fmla="*/ 42 h 60"/>
              <a:gd name="T36" fmla="*/ 0 w 62"/>
              <a:gd name="T37" fmla="*/ 36 h 60"/>
              <a:gd name="T38" fmla="*/ 0 w 62"/>
              <a:gd name="T39" fmla="*/ 30 h 60"/>
              <a:gd name="T40" fmla="*/ 32 w 62"/>
              <a:gd name="T41" fmla="*/ 14 h 60"/>
              <a:gd name="T42" fmla="*/ 24 w 62"/>
              <a:gd name="T43" fmla="*/ 14 h 60"/>
              <a:gd name="T44" fmla="*/ 18 w 62"/>
              <a:gd name="T45" fmla="*/ 18 h 60"/>
              <a:gd name="T46" fmla="*/ 14 w 62"/>
              <a:gd name="T47" fmla="*/ 22 h 60"/>
              <a:gd name="T48" fmla="*/ 12 w 62"/>
              <a:gd name="T49" fmla="*/ 30 h 60"/>
              <a:gd name="T50" fmla="*/ 14 w 62"/>
              <a:gd name="T51" fmla="*/ 36 h 60"/>
              <a:gd name="T52" fmla="*/ 18 w 62"/>
              <a:gd name="T53" fmla="*/ 42 h 60"/>
              <a:gd name="T54" fmla="*/ 24 w 62"/>
              <a:gd name="T55" fmla="*/ 44 h 60"/>
              <a:gd name="T56" fmla="*/ 32 w 62"/>
              <a:gd name="T57" fmla="*/ 46 h 60"/>
              <a:gd name="T58" fmla="*/ 38 w 62"/>
              <a:gd name="T59" fmla="*/ 44 h 60"/>
              <a:gd name="T60" fmla="*/ 44 w 62"/>
              <a:gd name="T61" fmla="*/ 42 h 60"/>
              <a:gd name="T62" fmla="*/ 48 w 62"/>
              <a:gd name="T63" fmla="*/ 36 h 60"/>
              <a:gd name="T64" fmla="*/ 50 w 62"/>
              <a:gd name="T65" fmla="*/ 30 h 60"/>
              <a:gd name="T66" fmla="*/ 48 w 62"/>
              <a:gd name="T67" fmla="*/ 22 h 60"/>
              <a:gd name="T68" fmla="*/ 44 w 62"/>
              <a:gd name="T69" fmla="*/ 18 h 60"/>
              <a:gd name="T70" fmla="*/ 38 w 62"/>
              <a:gd name="T71" fmla="*/ 14 h 60"/>
              <a:gd name="T72" fmla="*/ 32 w 62"/>
              <a:gd name="T73" fmla="*/ 14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2" h="60">
                <a:moveTo>
                  <a:pt x="0" y="30"/>
                </a:moveTo>
                <a:lnTo>
                  <a:pt x="0" y="30"/>
                </a:lnTo>
                <a:lnTo>
                  <a:pt x="0" y="24"/>
                </a:lnTo>
                <a:lnTo>
                  <a:pt x="2" y="18"/>
                </a:lnTo>
                <a:lnTo>
                  <a:pt x="2" y="18"/>
                </a:lnTo>
                <a:lnTo>
                  <a:pt x="6" y="12"/>
                </a:lnTo>
                <a:lnTo>
                  <a:pt x="10" y="8"/>
                </a:lnTo>
                <a:lnTo>
                  <a:pt x="10" y="8"/>
                </a:lnTo>
                <a:lnTo>
                  <a:pt x="20" y="2"/>
                </a:lnTo>
                <a:lnTo>
                  <a:pt x="20" y="2"/>
                </a:lnTo>
                <a:lnTo>
                  <a:pt x="32" y="0"/>
                </a:lnTo>
                <a:lnTo>
                  <a:pt x="32" y="0"/>
                </a:lnTo>
                <a:lnTo>
                  <a:pt x="44" y="2"/>
                </a:lnTo>
                <a:lnTo>
                  <a:pt x="44" y="2"/>
                </a:lnTo>
                <a:lnTo>
                  <a:pt x="54" y="8"/>
                </a:lnTo>
                <a:lnTo>
                  <a:pt x="54" y="8"/>
                </a:lnTo>
                <a:lnTo>
                  <a:pt x="60" y="18"/>
                </a:lnTo>
                <a:lnTo>
                  <a:pt x="60" y="18"/>
                </a:lnTo>
                <a:lnTo>
                  <a:pt x="62" y="24"/>
                </a:lnTo>
                <a:lnTo>
                  <a:pt x="62" y="30"/>
                </a:lnTo>
                <a:lnTo>
                  <a:pt x="62" y="30"/>
                </a:lnTo>
                <a:lnTo>
                  <a:pt x="62" y="36"/>
                </a:lnTo>
                <a:lnTo>
                  <a:pt x="60" y="42"/>
                </a:lnTo>
                <a:lnTo>
                  <a:pt x="60" y="42"/>
                </a:lnTo>
                <a:lnTo>
                  <a:pt x="56" y="48"/>
                </a:lnTo>
                <a:lnTo>
                  <a:pt x="52" y="52"/>
                </a:lnTo>
                <a:lnTo>
                  <a:pt x="52" y="52"/>
                </a:lnTo>
                <a:lnTo>
                  <a:pt x="42" y="58"/>
                </a:lnTo>
                <a:lnTo>
                  <a:pt x="42" y="58"/>
                </a:lnTo>
                <a:lnTo>
                  <a:pt x="32" y="60"/>
                </a:lnTo>
                <a:lnTo>
                  <a:pt x="32" y="60"/>
                </a:lnTo>
                <a:lnTo>
                  <a:pt x="20" y="58"/>
                </a:lnTo>
                <a:lnTo>
                  <a:pt x="20" y="58"/>
                </a:lnTo>
                <a:lnTo>
                  <a:pt x="10" y="52"/>
                </a:lnTo>
                <a:lnTo>
                  <a:pt x="10" y="52"/>
                </a:lnTo>
                <a:lnTo>
                  <a:pt x="2" y="42"/>
                </a:lnTo>
                <a:lnTo>
                  <a:pt x="2" y="42"/>
                </a:lnTo>
                <a:lnTo>
                  <a:pt x="0" y="36"/>
                </a:lnTo>
                <a:lnTo>
                  <a:pt x="0" y="30"/>
                </a:lnTo>
                <a:lnTo>
                  <a:pt x="0" y="30"/>
                </a:lnTo>
                <a:close/>
                <a:moveTo>
                  <a:pt x="32" y="14"/>
                </a:moveTo>
                <a:lnTo>
                  <a:pt x="32" y="14"/>
                </a:lnTo>
                <a:lnTo>
                  <a:pt x="24" y="14"/>
                </a:lnTo>
                <a:lnTo>
                  <a:pt x="24" y="14"/>
                </a:lnTo>
                <a:lnTo>
                  <a:pt x="18" y="18"/>
                </a:lnTo>
                <a:lnTo>
                  <a:pt x="18" y="18"/>
                </a:lnTo>
                <a:lnTo>
                  <a:pt x="14" y="22"/>
                </a:lnTo>
                <a:lnTo>
                  <a:pt x="14" y="22"/>
                </a:lnTo>
                <a:lnTo>
                  <a:pt x="12" y="30"/>
                </a:lnTo>
                <a:lnTo>
                  <a:pt x="12" y="30"/>
                </a:lnTo>
                <a:lnTo>
                  <a:pt x="14" y="36"/>
                </a:lnTo>
                <a:lnTo>
                  <a:pt x="14" y="36"/>
                </a:lnTo>
                <a:lnTo>
                  <a:pt x="18" y="42"/>
                </a:lnTo>
                <a:lnTo>
                  <a:pt x="18" y="42"/>
                </a:lnTo>
                <a:lnTo>
                  <a:pt x="24" y="44"/>
                </a:lnTo>
                <a:lnTo>
                  <a:pt x="24" y="44"/>
                </a:lnTo>
                <a:lnTo>
                  <a:pt x="32" y="46"/>
                </a:lnTo>
                <a:lnTo>
                  <a:pt x="32" y="46"/>
                </a:lnTo>
                <a:lnTo>
                  <a:pt x="38" y="44"/>
                </a:lnTo>
                <a:lnTo>
                  <a:pt x="38" y="44"/>
                </a:lnTo>
                <a:lnTo>
                  <a:pt x="44" y="42"/>
                </a:lnTo>
                <a:lnTo>
                  <a:pt x="44" y="42"/>
                </a:lnTo>
                <a:lnTo>
                  <a:pt x="48" y="36"/>
                </a:lnTo>
                <a:lnTo>
                  <a:pt x="48" y="36"/>
                </a:lnTo>
                <a:lnTo>
                  <a:pt x="50" y="30"/>
                </a:lnTo>
                <a:lnTo>
                  <a:pt x="50" y="30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4" y="18"/>
                </a:lnTo>
                <a:lnTo>
                  <a:pt x="38" y="14"/>
                </a:lnTo>
                <a:lnTo>
                  <a:pt x="38" y="14"/>
                </a:lnTo>
                <a:lnTo>
                  <a:pt x="32" y="14"/>
                </a:lnTo>
                <a:lnTo>
                  <a:pt x="32" y="14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28"/>
          <p:cNvSpPr>
            <a:spLocks noEditPoints="1"/>
          </p:cNvSpPr>
          <p:nvPr/>
        </p:nvSpPr>
        <p:spPr bwMode="auto">
          <a:xfrm>
            <a:off x="3023130" y="4828646"/>
            <a:ext cx="101600" cy="76200"/>
          </a:xfrm>
          <a:custGeom>
            <a:avLst/>
            <a:gdLst>
              <a:gd name="T0" fmla="*/ 18 w 64"/>
              <a:gd name="T1" fmla="*/ 28 h 48"/>
              <a:gd name="T2" fmla="*/ 18 w 64"/>
              <a:gd name="T3" fmla="*/ 28 h 48"/>
              <a:gd name="T4" fmla="*/ 18 w 64"/>
              <a:gd name="T5" fmla="*/ 24 h 48"/>
              <a:gd name="T6" fmla="*/ 20 w 64"/>
              <a:gd name="T7" fmla="*/ 20 h 48"/>
              <a:gd name="T8" fmla="*/ 20 w 64"/>
              <a:gd name="T9" fmla="*/ 20 h 48"/>
              <a:gd name="T10" fmla="*/ 22 w 64"/>
              <a:gd name="T11" fmla="*/ 16 h 48"/>
              <a:gd name="T12" fmla="*/ 26 w 64"/>
              <a:gd name="T13" fmla="*/ 14 h 48"/>
              <a:gd name="T14" fmla="*/ 0 w 64"/>
              <a:gd name="T15" fmla="*/ 14 h 48"/>
              <a:gd name="T16" fmla="*/ 0 w 64"/>
              <a:gd name="T17" fmla="*/ 0 h 48"/>
              <a:gd name="T18" fmla="*/ 64 w 64"/>
              <a:gd name="T19" fmla="*/ 0 h 48"/>
              <a:gd name="T20" fmla="*/ 64 w 64"/>
              <a:gd name="T21" fmla="*/ 12 h 48"/>
              <a:gd name="T22" fmla="*/ 56 w 64"/>
              <a:gd name="T23" fmla="*/ 12 h 48"/>
              <a:gd name="T24" fmla="*/ 56 w 64"/>
              <a:gd name="T25" fmla="*/ 12 h 48"/>
              <a:gd name="T26" fmla="*/ 62 w 64"/>
              <a:gd name="T27" fmla="*/ 18 h 48"/>
              <a:gd name="T28" fmla="*/ 62 w 64"/>
              <a:gd name="T29" fmla="*/ 18 h 48"/>
              <a:gd name="T30" fmla="*/ 64 w 64"/>
              <a:gd name="T31" fmla="*/ 22 h 48"/>
              <a:gd name="T32" fmla="*/ 64 w 64"/>
              <a:gd name="T33" fmla="*/ 26 h 48"/>
              <a:gd name="T34" fmla="*/ 64 w 64"/>
              <a:gd name="T35" fmla="*/ 26 h 48"/>
              <a:gd name="T36" fmla="*/ 64 w 64"/>
              <a:gd name="T37" fmla="*/ 36 h 48"/>
              <a:gd name="T38" fmla="*/ 64 w 64"/>
              <a:gd name="T39" fmla="*/ 36 h 48"/>
              <a:gd name="T40" fmla="*/ 58 w 64"/>
              <a:gd name="T41" fmla="*/ 42 h 48"/>
              <a:gd name="T42" fmla="*/ 58 w 64"/>
              <a:gd name="T43" fmla="*/ 42 h 48"/>
              <a:gd name="T44" fmla="*/ 50 w 64"/>
              <a:gd name="T45" fmla="*/ 46 h 48"/>
              <a:gd name="T46" fmla="*/ 50 w 64"/>
              <a:gd name="T47" fmla="*/ 46 h 48"/>
              <a:gd name="T48" fmla="*/ 42 w 64"/>
              <a:gd name="T49" fmla="*/ 48 h 48"/>
              <a:gd name="T50" fmla="*/ 42 w 64"/>
              <a:gd name="T51" fmla="*/ 48 h 48"/>
              <a:gd name="T52" fmla="*/ 32 w 64"/>
              <a:gd name="T53" fmla="*/ 46 h 48"/>
              <a:gd name="T54" fmla="*/ 32 w 64"/>
              <a:gd name="T55" fmla="*/ 46 h 48"/>
              <a:gd name="T56" fmla="*/ 24 w 64"/>
              <a:gd name="T57" fmla="*/ 42 h 48"/>
              <a:gd name="T58" fmla="*/ 24 w 64"/>
              <a:gd name="T59" fmla="*/ 42 h 48"/>
              <a:gd name="T60" fmla="*/ 20 w 64"/>
              <a:gd name="T61" fmla="*/ 36 h 48"/>
              <a:gd name="T62" fmla="*/ 20 w 64"/>
              <a:gd name="T63" fmla="*/ 36 h 48"/>
              <a:gd name="T64" fmla="*/ 18 w 64"/>
              <a:gd name="T65" fmla="*/ 28 h 48"/>
              <a:gd name="T66" fmla="*/ 18 w 64"/>
              <a:gd name="T67" fmla="*/ 28 h 48"/>
              <a:gd name="T68" fmla="*/ 30 w 64"/>
              <a:gd name="T69" fmla="*/ 24 h 48"/>
              <a:gd name="T70" fmla="*/ 30 w 64"/>
              <a:gd name="T71" fmla="*/ 24 h 48"/>
              <a:gd name="T72" fmla="*/ 30 w 64"/>
              <a:gd name="T73" fmla="*/ 28 h 48"/>
              <a:gd name="T74" fmla="*/ 30 w 64"/>
              <a:gd name="T75" fmla="*/ 28 h 48"/>
              <a:gd name="T76" fmla="*/ 32 w 64"/>
              <a:gd name="T77" fmla="*/ 32 h 48"/>
              <a:gd name="T78" fmla="*/ 32 w 64"/>
              <a:gd name="T79" fmla="*/ 32 h 48"/>
              <a:gd name="T80" fmla="*/ 36 w 64"/>
              <a:gd name="T81" fmla="*/ 34 h 48"/>
              <a:gd name="T82" fmla="*/ 36 w 64"/>
              <a:gd name="T83" fmla="*/ 34 h 48"/>
              <a:gd name="T84" fmla="*/ 42 w 64"/>
              <a:gd name="T85" fmla="*/ 34 h 48"/>
              <a:gd name="T86" fmla="*/ 42 w 64"/>
              <a:gd name="T87" fmla="*/ 34 h 48"/>
              <a:gd name="T88" fmla="*/ 46 w 64"/>
              <a:gd name="T89" fmla="*/ 34 h 48"/>
              <a:gd name="T90" fmla="*/ 46 w 64"/>
              <a:gd name="T91" fmla="*/ 34 h 48"/>
              <a:gd name="T92" fmla="*/ 50 w 64"/>
              <a:gd name="T93" fmla="*/ 32 h 48"/>
              <a:gd name="T94" fmla="*/ 50 w 64"/>
              <a:gd name="T95" fmla="*/ 32 h 48"/>
              <a:gd name="T96" fmla="*/ 52 w 64"/>
              <a:gd name="T97" fmla="*/ 28 h 48"/>
              <a:gd name="T98" fmla="*/ 52 w 64"/>
              <a:gd name="T99" fmla="*/ 28 h 48"/>
              <a:gd name="T100" fmla="*/ 54 w 64"/>
              <a:gd name="T101" fmla="*/ 24 h 48"/>
              <a:gd name="T102" fmla="*/ 54 w 64"/>
              <a:gd name="T103" fmla="*/ 24 h 48"/>
              <a:gd name="T104" fmla="*/ 52 w 64"/>
              <a:gd name="T105" fmla="*/ 18 h 48"/>
              <a:gd name="T106" fmla="*/ 52 w 64"/>
              <a:gd name="T107" fmla="*/ 18 h 48"/>
              <a:gd name="T108" fmla="*/ 46 w 64"/>
              <a:gd name="T109" fmla="*/ 14 h 48"/>
              <a:gd name="T110" fmla="*/ 38 w 64"/>
              <a:gd name="T111" fmla="*/ 14 h 48"/>
              <a:gd name="T112" fmla="*/ 38 w 64"/>
              <a:gd name="T113" fmla="*/ 14 h 48"/>
              <a:gd name="T114" fmla="*/ 32 w 64"/>
              <a:gd name="T115" fmla="*/ 18 h 48"/>
              <a:gd name="T116" fmla="*/ 32 w 64"/>
              <a:gd name="T117" fmla="*/ 18 h 48"/>
              <a:gd name="T118" fmla="*/ 30 w 64"/>
              <a:gd name="T119" fmla="*/ 24 h 48"/>
              <a:gd name="T120" fmla="*/ 30 w 64"/>
              <a:gd name="T121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4" h="48">
                <a:moveTo>
                  <a:pt x="18" y="28"/>
                </a:moveTo>
                <a:lnTo>
                  <a:pt x="18" y="28"/>
                </a:lnTo>
                <a:lnTo>
                  <a:pt x="18" y="24"/>
                </a:lnTo>
                <a:lnTo>
                  <a:pt x="20" y="20"/>
                </a:lnTo>
                <a:lnTo>
                  <a:pt x="20" y="20"/>
                </a:lnTo>
                <a:lnTo>
                  <a:pt x="22" y="16"/>
                </a:lnTo>
                <a:lnTo>
                  <a:pt x="26" y="14"/>
                </a:lnTo>
                <a:lnTo>
                  <a:pt x="0" y="14"/>
                </a:lnTo>
                <a:lnTo>
                  <a:pt x="0" y="0"/>
                </a:lnTo>
                <a:lnTo>
                  <a:pt x="64" y="0"/>
                </a:lnTo>
                <a:lnTo>
                  <a:pt x="64" y="12"/>
                </a:lnTo>
                <a:lnTo>
                  <a:pt x="56" y="12"/>
                </a:lnTo>
                <a:lnTo>
                  <a:pt x="56" y="12"/>
                </a:lnTo>
                <a:lnTo>
                  <a:pt x="62" y="18"/>
                </a:lnTo>
                <a:lnTo>
                  <a:pt x="62" y="18"/>
                </a:lnTo>
                <a:lnTo>
                  <a:pt x="64" y="22"/>
                </a:lnTo>
                <a:lnTo>
                  <a:pt x="64" y="26"/>
                </a:lnTo>
                <a:lnTo>
                  <a:pt x="64" y="26"/>
                </a:lnTo>
                <a:lnTo>
                  <a:pt x="64" y="36"/>
                </a:lnTo>
                <a:lnTo>
                  <a:pt x="64" y="36"/>
                </a:lnTo>
                <a:lnTo>
                  <a:pt x="58" y="42"/>
                </a:lnTo>
                <a:lnTo>
                  <a:pt x="58" y="42"/>
                </a:lnTo>
                <a:lnTo>
                  <a:pt x="50" y="46"/>
                </a:lnTo>
                <a:lnTo>
                  <a:pt x="50" y="46"/>
                </a:lnTo>
                <a:lnTo>
                  <a:pt x="42" y="48"/>
                </a:lnTo>
                <a:lnTo>
                  <a:pt x="42" y="48"/>
                </a:lnTo>
                <a:lnTo>
                  <a:pt x="32" y="46"/>
                </a:lnTo>
                <a:lnTo>
                  <a:pt x="32" y="46"/>
                </a:lnTo>
                <a:lnTo>
                  <a:pt x="24" y="42"/>
                </a:lnTo>
                <a:lnTo>
                  <a:pt x="24" y="42"/>
                </a:lnTo>
                <a:lnTo>
                  <a:pt x="20" y="36"/>
                </a:lnTo>
                <a:lnTo>
                  <a:pt x="20" y="36"/>
                </a:lnTo>
                <a:lnTo>
                  <a:pt x="18" y="28"/>
                </a:lnTo>
                <a:lnTo>
                  <a:pt x="18" y="28"/>
                </a:lnTo>
                <a:close/>
                <a:moveTo>
                  <a:pt x="30" y="24"/>
                </a:moveTo>
                <a:lnTo>
                  <a:pt x="30" y="24"/>
                </a:lnTo>
                <a:lnTo>
                  <a:pt x="30" y="28"/>
                </a:lnTo>
                <a:lnTo>
                  <a:pt x="30" y="28"/>
                </a:lnTo>
                <a:lnTo>
                  <a:pt x="32" y="32"/>
                </a:lnTo>
                <a:lnTo>
                  <a:pt x="32" y="32"/>
                </a:lnTo>
                <a:lnTo>
                  <a:pt x="36" y="34"/>
                </a:lnTo>
                <a:lnTo>
                  <a:pt x="36" y="34"/>
                </a:lnTo>
                <a:lnTo>
                  <a:pt x="42" y="34"/>
                </a:lnTo>
                <a:lnTo>
                  <a:pt x="42" y="34"/>
                </a:lnTo>
                <a:lnTo>
                  <a:pt x="46" y="34"/>
                </a:lnTo>
                <a:lnTo>
                  <a:pt x="46" y="34"/>
                </a:lnTo>
                <a:lnTo>
                  <a:pt x="50" y="32"/>
                </a:lnTo>
                <a:lnTo>
                  <a:pt x="50" y="32"/>
                </a:lnTo>
                <a:lnTo>
                  <a:pt x="52" y="28"/>
                </a:lnTo>
                <a:lnTo>
                  <a:pt x="52" y="28"/>
                </a:lnTo>
                <a:lnTo>
                  <a:pt x="54" y="24"/>
                </a:lnTo>
                <a:lnTo>
                  <a:pt x="54" y="24"/>
                </a:lnTo>
                <a:lnTo>
                  <a:pt x="52" y="18"/>
                </a:lnTo>
                <a:lnTo>
                  <a:pt x="52" y="18"/>
                </a:lnTo>
                <a:lnTo>
                  <a:pt x="46" y="14"/>
                </a:lnTo>
                <a:lnTo>
                  <a:pt x="38" y="14"/>
                </a:lnTo>
                <a:lnTo>
                  <a:pt x="38" y="14"/>
                </a:lnTo>
                <a:lnTo>
                  <a:pt x="32" y="18"/>
                </a:lnTo>
                <a:lnTo>
                  <a:pt x="32" y="18"/>
                </a:lnTo>
                <a:lnTo>
                  <a:pt x="30" y="24"/>
                </a:lnTo>
                <a:lnTo>
                  <a:pt x="30" y="24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29"/>
          <p:cNvSpPr>
            <a:spLocks/>
          </p:cNvSpPr>
          <p:nvPr/>
        </p:nvSpPr>
        <p:spPr bwMode="auto">
          <a:xfrm>
            <a:off x="3051705" y="4911196"/>
            <a:ext cx="95250" cy="50800"/>
          </a:xfrm>
          <a:custGeom>
            <a:avLst/>
            <a:gdLst>
              <a:gd name="T0" fmla="*/ 2 w 60"/>
              <a:gd name="T1" fmla="*/ 32 h 32"/>
              <a:gd name="T2" fmla="*/ 2 w 60"/>
              <a:gd name="T3" fmla="*/ 32 h 32"/>
              <a:gd name="T4" fmla="*/ 0 w 60"/>
              <a:gd name="T5" fmla="*/ 26 h 32"/>
              <a:gd name="T6" fmla="*/ 0 w 60"/>
              <a:gd name="T7" fmla="*/ 26 h 32"/>
              <a:gd name="T8" fmla="*/ 0 w 60"/>
              <a:gd name="T9" fmla="*/ 18 h 32"/>
              <a:gd name="T10" fmla="*/ 0 w 60"/>
              <a:gd name="T11" fmla="*/ 18 h 32"/>
              <a:gd name="T12" fmla="*/ 0 w 60"/>
              <a:gd name="T13" fmla="*/ 14 h 32"/>
              <a:gd name="T14" fmla="*/ 0 w 60"/>
              <a:gd name="T15" fmla="*/ 14 h 32"/>
              <a:gd name="T16" fmla="*/ 2 w 60"/>
              <a:gd name="T17" fmla="*/ 10 h 32"/>
              <a:gd name="T18" fmla="*/ 2 w 60"/>
              <a:gd name="T19" fmla="*/ 10 h 32"/>
              <a:gd name="T20" fmla="*/ 6 w 60"/>
              <a:gd name="T21" fmla="*/ 6 h 32"/>
              <a:gd name="T22" fmla="*/ 6 w 60"/>
              <a:gd name="T23" fmla="*/ 6 h 32"/>
              <a:gd name="T24" fmla="*/ 12 w 60"/>
              <a:gd name="T25" fmla="*/ 6 h 32"/>
              <a:gd name="T26" fmla="*/ 36 w 60"/>
              <a:gd name="T27" fmla="*/ 6 h 32"/>
              <a:gd name="T28" fmla="*/ 36 w 60"/>
              <a:gd name="T29" fmla="*/ 0 h 32"/>
              <a:gd name="T30" fmla="*/ 46 w 60"/>
              <a:gd name="T31" fmla="*/ 0 h 32"/>
              <a:gd name="T32" fmla="*/ 46 w 60"/>
              <a:gd name="T33" fmla="*/ 6 h 32"/>
              <a:gd name="T34" fmla="*/ 60 w 60"/>
              <a:gd name="T35" fmla="*/ 6 h 32"/>
              <a:gd name="T36" fmla="*/ 60 w 60"/>
              <a:gd name="T37" fmla="*/ 20 h 32"/>
              <a:gd name="T38" fmla="*/ 46 w 60"/>
              <a:gd name="T39" fmla="*/ 20 h 32"/>
              <a:gd name="T40" fmla="*/ 46 w 60"/>
              <a:gd name="T41" fmla="*/ 28 h 32"/>
              <a:gd name="T42" fmla="*/ 36 w 60"/>
              <a:gd name="T43" fmla="*/ 28 h 32"/>
              <a:gd name="T44" fmla="*/ 36 w 60"/>
              <a:gd name="T45" fmla="*/ 20 h 32"/>
              <a:gd name="T46" fmla="*/ 16 w 60"/>
              <a:gd name="T47" fmla="*/ 20 h 32"/>
              <a:gd name="T48" fmla="*/ 16 w 60"/>
              <a:gd name="T49" fmla="*/ 20 h 32"/>
              <a:gd name="T50" fmla="*/ 14 w 60"/>
              <a:gd name="T51" fmla="*/ 20 h 32"/>
              <a:gd name="T52" fmla="*/ 14 w 60"/>
              <a:gd name="T53" fmla="*/ 20 h 32"/>
              <a:gd name="T54" fmla="*/ 12 w 60"/>
              <a:gd name="T55" fmla="*/ 24 h 32"/>
              <a:gd name="T56" fmla="*/ 12 w 60"/>
              <a:gd name="T57" fmla="*/ 24 h 32"/>
              <a:gd name="T58" fmla="*/ 12 w 60"/>
              <a:gd name="T59" fmla="*/ 26 h 32"/>
              <a:gd name="T60" fmla="*/ 12 w 60"/>
              <a:gd name="T61" fmla="*/ 26 h 32"/>
              <a:gd name="T62" fmla="*/ 14 w 60"/>
              <a:gd name="T63" fmla="*/ 30 h 32"/>
              <a:gd name="T64" fmla="*/ 2 w 60"/>
              <a:gd name="T65" fmla="*/ 32 h 32"/>
              <a:gd name="T66" fmla="*/ 2 w 60"/>
              <a:gd name="T67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0" h="32">
                <a:moveTo>
                  <a:pt x="2" y="32"/>
                </a:moveTo>
                <a:lnTo>
                  <a:pt x="2" y="32"/>
                </a:lnTo>
                <a:lnTo>
                  <a:pt x="0" y="26"/>
                </a:lnTo>
                <a:lnTo>
                  <a:pt x="0" y="26"/>
                </a:lnTo>
                <a:lnTo>
                  <a:pt x="0" y="18"/>
                </a:lnTo>
                <a:lnTo>
                  <a:pt x="0" y="18"/>
                </a:lnTo>
                <a:lnTo>
                  <a:pt x="0" y="14"/>
                </a:lnTo>
                <a:lnTo>
                  <a:pt x="0" y="14"/>
                </a:lnTo>
                <a:lnTo>
                  <a:pt x="2" y="10"/>
                </a:lnTo>
                <a:lnTo>
                  <a:pt x="2" y="10"/>
                </a:lnTo>
                <a:lnTo>
                  <a:pt x="6" y="6"/>
                </a:lnTo>
                <a:lnTo>
                  <a:pt x="6" y="6"/>
                </a:lnTo>
                <a:lnTo>
                  <a:pt x="12" y="6"/>
                </a:lnTo>
                <a:lnTo>
                  <a:pt x="36" y="6"/>
                </a:lnTo>
                <a:lnTo>
                  <a:pt x="36" y="0"/>
                </a:lnTo>
                <a:lnTo>
                  <a:pt x="46" y="0"/>
                </a:lnTo>
                <a:lnTo>
                  <a:pt x="46" y="6"/>
                </a:lnTo>
                <a:lnTo>
                  <a:pt x="60" y="6"/>
                </a:lnTo>
                <a:lnTo>
                  <a:pt x="60" y="20"/>
                </a:lnTo>
                <a:lnTo>
                  <a:pt x="46" y="20"/>
                </a:lnTo>
                <a:lnTo>
                  <a:pt x="46" y="28"/>
                </a:lnTo>
                <a:lnTo>
                  <a:pt x="36" y="28"/>
                </a:lnTo>
                <a:lnTo>
                  <a:pt x="36" y="20"/>
                </a:lnTo>
                <a:lnTo>
                  <a:pt x="16" y="20"/>
                </a:lnTo>
                <a:lnTo>
                  <a:pt x="16" y="20"/>
                </a:lnTo>
                <a:lnTo>
                  <a:pt x="14" y="20"/>
                </a:lnTo>
                <a:lnTo>
                  <a:pt x="14" y="20"/>
                </a:lnTo>
                <a:lnTo>
                  <a:pt x="12" y="24"/>
                </a:lnTo>
                <a:lnTo>
                  <a:pt x="12" y="24"/>
                </a:lnTo>
                <a:lnTo>
                  <a:pt x="12" y="26"/>
                </a:lnTo>
                <a:lnTo>
                  <a:pt x="12" y="26"/>
                </a:lnTo>
                <a:lnTo>
                  <a:pt x="14" y="30"/>
                </a:lnTo>
                <a:lnTo>
                  <a:pt x="2" y="32"/>
                </a:lnTo>
                <a:lnTo>
                  <a:pt x="2" y="32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Freeform 30"/>
          <p:cNvSpPr>
            <a:spLocks noEditPoints="1"/>
          </p:cNvSpPr>
          <p:nvPr/>
        </p:nvSpPr>
        <p:spPr bwMode="auto">
          <a:xfrm>
            <a:off x="3051705" y="4971521"/>
            <a:ext cx="101600" cy="22225"/>
          </a:xfrm>
          <a:custGeom>
            <a:avLst/>
            <a:gdLst>
              <a:gd name="T0" fmla="*/ 0 w 64"/>
              <a:gd name="T1" fmla="*/ 0 h 14"/>
              <a:gd name="T2" fmla="*/ 46 w 64"/>
              <a:gd name="T3" fmla="*/ 0 h 14"/>
              <a:gd name="T4" fmla="*/ 46 w 64"/>
              <a:gd name="T5" fmla="*/ 14 h 14"/>
              <a:gd name="T6" fmla="*/ 0 w 64"/>
              <a:gd name="T7" fmla="*/ 14 h 14"/>
              <a:gd name="T8" fmla="*/ 0 w 64"/>
              <a:gd name="T9" fmla="*/ 0 h 14"/>
              <a:gd name="T10" fmla="*/ 0 w 64"/>
              <a:gd name="T11" fmla="*/ 0 h 14"/>
              <a:gd name="T12" fmla="*/ 52 w 64"/>
              <a:gd name="T13" fmla="*/ 0 h 14"/>
              <a:gd name="T14" fmla="*/ 64 w 64"/>
              <a:gd name="T15" fmla="*/ 0 h 14"/>
              <a:gd name="T16" fmla="*/ 64 w 64"/>
              <a:gd name="T17" fmla="*/ 14 h 14"/>
              <a:gd name="T18" fmla="*/ 52 w 64"/>
              <a:gd name="T19" fmla="*/ 14 h 14"/>
              <a:gd name="T20" fmla="*/ 52 w 64"/>
              <a:gd name="T21" fmla="*/ 0 h 14"/>
              <a:gd name="T22" fmla="*/ 52 w 64"/>
              <a:gd name="T23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4" h="14">
                <a:moveTo>
                  <a:pt x="0" y="0"/>
                </a:moveTo>
                <a:lnTo>
                  <a:pt x="46" y="0"/>
                </a:lnTo>
                <a:lnTo>
                  <a:pt x="46" y="14"/>
                </a:lnTo>
                <a:lnTo>
                  <a:pt x="0" y="14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52" y="0"/>
                </a:moveTo>
                <a:lnTo>
                  <a:pt x="64" y="0"/>
                </a:lnTo>
                <a:lnTo>
                  <a:pt x="64" y="14"/>
                </a:lnTo>
                <a:lnTo>
                  <a:pt x="52" y="14"/>
                </a:lnTo>
                <a:lnTo>
                  <a:pt x="52" y="0"/>
                </a:lnTo>
                <a:lnTo>
                  <a:pt x="52" y="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31"/>
          <p:cNvSpPr>
            <a:spLocks noEditPoints="1"/>
          </p:cNvSpPr>
          <p:nvPr/>
        </p:nvSpPr>
        <p:spPr bwMode="auto">
          <a:xfrm>
            <a:off x="3051705" y="5003271"/>
            <a:ext cx="73025" cy="79375"/>
          </a:xfrm>
          <a:custGeom>
            <a:avLst/>
            <a:gdLst>
              <a:gd name="T0" fmla="*/ 0 w 46"/>
              <a:gd name="T1" fmla="*/ 24 h 50"/>
              <a:gd name="T2" fmla="*/ 2 w 46"/>
              <a:gd name="T3" fmla="*/ 14 h 50"/>
              <a:gd name="T4" fmla="*/ 6 w 46"/>
              <a:gd name="T5" fmla="*/ 6 h 50"/>
              <a:gd name="T6" fmla="*/ 14 w 46"/>
              <a:gd name="T7" fmla="*/ 2 h 50"/>
              <a:gd name="T8" fmla="*/ 24 w 46"/>
              <a:gd name="T9" fmla="*/ 0 h 50"/>
              <a:gd name="T10" fmla="*/ 32 w 46"/>
              <a:gd name="T11" fmla="*/ 2 h 50"/>
              <a:gd name="T12" fmla="*/ 40 w 46"/>
              <a:gd name="T13" fmla="*/ 6 h 50"/>
              <a:gd name="T14" fmla="*/ 44 w 46"/>
              <a:gd name="T15" fmla="*/ 14 h 50"/>
              <a:gd name="T16" fmla="*/ 46 w 46"/>
              <a:gd name="T17" fmla="*/ 24 h 50"/>
              <a:gd name="T18" fmla="*/ 44 w 46"/>
              <a:gd name="T19" fmla="*/ 36 h 50"/>
              <a:gd name="T20" fmla="*/ 40 w 46"/>
              <a:gd name="T21" fmla="*/ 42 h 50"/>
              <a:gd name="T22" fmla="*/ 32 w 46"/>
              <a:gd name="T23" fmla="*/ 48 h 50"/>
              <a:gd name="T24" fmla="*/ 24 w 46"/>
              <a:gd name="T25" fmla="*/ 50 h 50"/>
              <a:gd name="T26" fmla="*/ 14 w 46"/>
              <a:gd name="T27" fmla="*/ 48 h 50"/>
              <a:gd name="T28" fmla="*/ 6 w 46"/>
              <a:gd name="T29" fmla="*/ 42 h 50"/>
              <a:gd name="T30" fmla="*/ 2 w 46"/>
              <a:gd name="T31" fmla="*/ 36 h 50"/>
              <a:gd name="T32" fmla="*/ 0 w 46"/>
              <a:gd name="T33" fmla="*/ 24 h 50"/>
              <a:gd name="T34" fmla="*/ 24 w 46"/>
              <a:gd name="T35" fmla="*/ 14 h 50"/>
              <a:gd name="T36" fmla="*/ 14 w 46"/>
              <a:gd name="T37" fmla="*/ 18 h 50"/>
              <a:gd name="T38" fmla="*/ 12 w 46"/>
              <a:gd name="T39" fmla="*/ 20 h 50"/>
              <a:gd name="T40" fmla="*/ 12 w 46"/>
              <a:gd name="T41" fmla="*/ 24 h 50"/>
              <a:gd name="T42" fmla="*/ 12 w 46"/>
              <a:gd name="T43" fmla="*/ 28 h 50"/>
              <a:gd name="T44" fmla="*/ 14 w 46"/>
              <a:gd name="T45" fmla="*/ 32 h 50"/>
              <a:gd name="T46" fmla="*/ 18 w 46"/>
              <a:gd name="T47" fmla="*/ 34 h 50"/>
              <a:gd name="T48" fmla="*/ 24 w 46"/>
              <a:gd name="T49" fmla="*/ 34 h 50"/>
              <a:gd name="T50" fmla="*/ 32 w 46"/>
              <a:gd name="T51" fmla="*/ 32 h 50"/>
              <a:gd name="T52" fmla="*/ 34 w 46"/>
              <a:gd name="T53" fmla="*/ 28 h 50"/>
              <a:gd name="T54" fmla="*/ 36 w 46"/>
              <a:gd name="T55" fmla="*/ 24 h 50"/>
              <a:gd name="T56" fmla="*/ 34 w 46"/>
              <a:gd name="T57" fmla="*/ 20 h 50"/>
              <a:gd name="T58" fmla="*/ 32 w 46"/>
              <a:gd name="T59" fmla="*/ 18 h 50"/>
              <a:gd name="T60" fmla="*/ 28 w 46"/>
              <a:gd name="T61" fmla="*/ 16 h 50"/>
              <a:gd name="T62" fmla="*/ 24 w 46"/>
              <a:gd name="T63" fmla="*/ 1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" h="50">
                <a:moveTo>
                  <a:pt x="0" y="24"/>
                </a:moveTo>
                <a:lnTo>
                  <a:pt x="0" y="24"/>
                </a:lnTo>
                <a:lnTo>
                  <a:pt x="2" y="14"/>
                </a:lnTo>
                <a:lnTo>
                  <a:pt x="2" y="14"/>
                </a:lnTo>
                <a:lnTo>
                  <a:pt x="6" y="6"/>
                </a:lnTo>
                <a:lnTo>
                  <a:pt x="6" y="6"/>
                </a:lnTo>
                <a:lnTo>
                  <a:pt x="14" y="2"/>
                </a:lnTo>
                <a:lnTo>
                  <a:pt x="14" y="2"/>
                </a:lnTo>
                <a:lnTo>
                  <a:pt x="24" y="0"/>
                </a:lnTo>
                <a:lnTo>
                  <a:pt x="24" y="0"/>
                </a:lnTo>
                <a:lnTo>
                  <a:pt x="32" y="2"/>
                </a:lnTo>
                <a:lnTo>
                  <a:pt x="32" y="2"/>
                </a:lnTo>
                <a:lnTo>
                  <a:pt x="40" y="6"/>
                </a:lnTo>
                <a:lnTo>
                  <a:pt x="40" y="6"/>
                </a:lnTo>
                <a:lnTo>
                  <a:pt x="44" y="14"/>
                </a:lnTo>
                <a:lnTo>
                  <a:pt x="44" y="14"/>
                </a:lnTo>
                <a:lnTo>
                  <a:pt x="46" y="24"/>
                </a:lnTo>
                <a:lnTo>
                  <a:pt x="46" y="24"/>
                </a:lnTo>
                <a:lnTo>
                  <a:pt x="44" y="36"/>
                </a:lnTo>
                <a:lnTo>
                  <a:pt x="44" y="36"/>
                </a:lnTo>
                <a:lnTo>
                  <a:pt x="40" y="42"/>
                </a:lnTo>
                <a:lnTo>
                  <a:pt x="40" y="42"/>
                </a:lnTo>
                <a:lnTo>
                  <a:pt x="32" y="48"/>
                </a:lnTo>
                <a:lnTo>
                  <a:pt x="32" y="48"/>
                </a:lnTo>
                <a:lnTo>
                  <a:pt x="24" y="50"/>
                </a:lnTo>
                <a:lnTo>
                  <a:pt x="24" y="50"/>
                </a:lnTo>
                <a:lnTo>
                  <a:pt x="14" y="48"/>
                </a:lnTo>
                <a:lnTo>
                  <a:pt x="14" y="48"/>
                </a:lnTo>
                <a:lnTo>
                  <a:pt x="6" y="42"/>
                </a:lnTo>
                <a:lnTo>
                  <a:pt x="6" y="42"/>
                </a:lnTo>
                <a:lnTo>
                  <a:pt x="2" y="36"/>
                </a:lnTo>
                <a:lnTo>
                  <a:pt x="2" y="36"/>
                </a:lnTo>
                <a:lnTo>
                  <a:pt x="0" y="24"/>
                </a:lnTo>
                <a:lnTo>
                  <a:pt x="0" y="24"/>
                </a:lnTo>
                <a:close/>
                <a:moveTo>
                  <a:pt x="24" y="14"/>
                </a:moveTo>
                <a:lnTo>
                  <a:pt x="24" y="14"/>
                </a:lnTo>
                <a:lnTo>
                  <a:pt x="18" y="16"/>
                </a:lnTo>
                <a:lnTo>
                  <a:pt x="14" y="18"/>
                </a:lnTo>
                <a:lnTo>
                  <a:pt x="14" y="18"/>
                </a:lnTo>
                <a:lnTo>
                  <a:pt x="12" y="20"/>
                </a:lnTo>
                <a:lnTo>
                  <a:pt x="12" y="24"/>
                </a:lnTo>
                <a:lnTo>
                  <a:pt x="12" y="24"/>
                </a:lnTo>
                <a:lnTo>
                  <a:pt x="12" y="28"/>
                </a:lnTo>
                <a:lnTo>
                  <a:pt x="12" y="28"/>
                </a:lnTo>
                <a:lnTo>
                  <a:pt x="14" y="32"/>
                </a:lnTo>
                <a:lnTo>
                  <a:pt x="14" y="32"/>
                </a:lnTo>
                <a:lnTo>
                  <a:pt x="18" y="34"/>
                </a:lnTo>
                <a:lnTo>
                  <a:pt x="18" y="34"/>
                </a:lnTo>
                <a:lnTo>
                  <a:pt x="24" y="34"/>
                </a:lnTo>
                <a:lnTo>
                  <a:pt x="24" y="34"/>
                </a:lnTo>
                <a:lnTo>
                  <a:pt x="28" y="34"/>
                </a:lnTo>
                <a:lnTo>
                  <a:pt x="32" y="32"/>
                </a:lnTo>
                <a:lnTo>
                  <a:pt x="32" y="32"/>
                </a:lnTo>
                <a:lnTo>
                  <a:pt x="34" y="28"/>
                </a:lnTo>
                <a:lnTo>
                  <a:pt x="36" y="24"/>
                </a:lnTo>
                <a:lnTo>
                  <a:pt x="36" y="24"/>
                </a:lnTo>
                <a:lnTo>
                  <a:pt x="34" y="20"/>
                </a:lnTo>
                <a:lnTo>
                  <a:pt x="34" y="20"/>
                </a:lnTo>
                <a:lnTo>
                  <a:pt x="32" y="18"/>
                </a:lnTo>
                <a:lnTo>
                  <a:pt x="32" y="18"/>
                </a:lnTo>
                <a:lnTo>
                  <a:pt x="28" y="16"/>
                </a:lnTo>
                <a:lnTo>
                  <a:pt x="28" y="16"/>
                </a:lnTo>
                <a:lnTo>
                  <a:pt x="24" y="14"/>
                </a:lnTo>
                <a:lnTo>
                  <a:pt x="24" y="14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32"/>
          <p:cNvSpPr>
            <a:spLocks/>
          </p:cNvSpPr>
          <p:nvPr/>
        </p:nvSpPr>
        <p:spPr bwMode="auto">
          <a:xfrm>
            <a:off x="3051705" y="5092171"/>
            <a:ext cx="73025" cy="69850"/>
          </a:xfrm>
          <a:custGeom>
            <a:avLst/>
            <a:gdLst>
              <a:gd name="T0" fmla="*/ 0 w 46"/>
              <a:gd name="T1" fmla="*/ 44 h 44"/>
              <a:gd name="T2" fmla="*/ 0 w 46"/>
              <a:gd name="T3" fmla="*/ 30 h 44"/>
              <a:gd name="T4" fmla="*/ 26 w 46"/>
              <a:gd name="T5" fmla="*/ 30 h 44"/>
              <a:gd name="T6" fmla="*/ 26 w 46"/>
              <a:gd name="T7" fmla="*/ 30 h 44"/>
              <a:gd name="T8" fmla="*/ 32 w 46"/>
              <a:gd name="T9" fmla="*/ 28 h 44"/>
              <a:gd name="T10" fmla="*/ 32 w 46"/>
              <a:gd name="T11" fmla="*/ 28 h 44"/>
              <a:gd name="T12" fmla="*/ 34 w 46"/>
              <a:gd name="T13" fmla="*/ 26 h 44"/>
              <a:gd name="T14" fmla="*/ 34 w 46"/>
              <a:gd name="T15" fmla="*/ 24 h 44"/>
              <a:gd name="T16" fmla="*/ 34 w 46"/>
              <a:gd name="T17" fmla="*/ 24 h 44"/>
              <a:gd name="T18" fmla="*/ 34 w 46"/>
              <a:gd name="T19" fmla="*/ 22 h 44"/>
              <a:gd name="T20" fmla="*/ 34 w 46"/>
              <a:gd name="T21" fmla="*/ 22 h 44"/>
              <a:gd name="T22" fmla="*/ 32 w 46"/>
              <a:gd name="T23" fmla="*/ 18 h 44"/>
              <a:gd name="T24" fmla="*/ 32 w 46"/>
              <a:gd name="T25" fmla="*/ 18 h 44"/>
              <a:gd name="T26" fmla="*/ 30 w 46"/>
              <a:gd name="T27" fmla="*/ 16 h 44"/>
              <a:gd name="T28" fmla="*/ 30 w 46"/>
              <a:gd name="T29" fmla="*/ 16 h 44"/>
              <a:gd name="T30" fmla="*/ 26 w 46"/>
              <a:gd name="T31" fmla="*/ 14 h 44"/>
              <a:gd name="T32" fmla="*/ 0 w 46"/>
              <a:gd name="T33" fmla="*/ 14 h 44"/>
              <a:gd name="T34" fmla="*/ 0 w 46"/>
              <a:gd name="T35" fmla="*/ 0 h 44"/>
              <a:gd name="T36" fmla="*/ 46 w 46"/>
              <a:gd name="T37" fmla="*/ 0 h 44"/>
              <a:gd name="T38" fmla="*/ 46 w 46"/>
              <a:gd name="T39" fmla="*/ 12 h 44"/>
              <a:gd name="T40" fmla="*/ 38 w 46"/>
              <a:gd name="T41" fmla="*/ 12 h 44"/>
              <a:gd name="T42" fmla="*/ 38 w 46"/>
              <a:gd name="T43" fmla="*/ 12 h 44"/>
              <a:gd name="T44" fmla="*/ 42 w 46"/>
              <a:gd name="T45" fmla="*/ 16 h 44"/>
              <a:gd name="T46" fmla="*/ 44 w 46"/>
              <a:gd name="T47" fmla="*/ 20 h 44"/>
              <a:gd name="T48" fmla="*/ 44 w 46"/>
              <a:gd name="T49" fmla="*/ 20 h 44"/>
              <a:gd name="T50" fmla="*/ 46 w 46"/>
              <a:gd name="T51" fmla="*/ 24 h 44"/>
              <a:gd name="T52" fmla="*/ 46 w 46"/>
              <a:gd name="T53" fmla="*/ 30 h 44"/>
              <a:gd name="T54" fmla="*/ 46 w 46"/>
              <a:gd name="T55" fmla="*/ 30 h 44"/>
              <a:gd name="T56" fmla="*/ 46 w 46"/>
              <a:gd name="T57" fmla="*/ 38 h 44"/>
              <a:gd name="T58" fmla="*/ 46 w 46"/>
              <a:gd name="T59" fmla="*/ 38 h 44"/>
              <a:gd name="T60" fmla="*/ 42 w 46"/>
              <a:gd name="T61" fmla="*/ 42 h 44"/>
              <a:gd name="T62" fmla="*/ 42 w 46"/>
              <a:gd name="T63" fmla="*/ 42 h 44"/>
              <a:gd name="T64" fmla="*/ 36 w 46"/>
              <a:gd name="T65" fmla="*/ 44 h 44"/>
              <a:gd name="T66" fmla="*/ 36 w 46"/>
              <a:gd name="T67" fmla="*/ 44 h 44"/>
              <a:gd name="T68" fmla="*/ 30 w 46"/>
              <a:gd name="T69" fmla="*/ 44 h 44"/>
              <a:gd name="T70" fmla="*/ 0 w 46"/>
              <a:gd name="T71" fmla="*/ 44 h 44"/>
              <a:gd name="T72" fmla="*/ 0 w 46"/>
              <a:gd name="T73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6" h="44">
                <a:moveTo>
                  <a:pt x="0" y="44"/>
                </a:moveTo>
                <a:lnTo>
                  <a:pt x="0" y="30"/>
                </a:lnTo>
                <a:lnTo>
                  <a:pt x="26" y="30"/>
                </a:lnTo>
                <a:lnTo>
                  <a:pt x="26" y="30"/>
                </a:lnTo>
                <a:lnTo>
                  <a:pt x="32" y="28"/>
                </a:lnTo>
                <a:lnTo>
                  <a:pt x="32" y="28"/>
                </a:lnTo>
                <a:lnTo>
                  <a:pt x="34" y="26"/>
                </a:lnTo>
                <a:lnTo>
                  <a:pt x="34" y="24"/>
                </a:lnTo>
                <a:lnTo>
                  <a:pt x="34" y="24"/>
                </a:lnTo>
                <a:lnTo>
                  <a:pt x="34" y="22"/>
                </a:lnTo>
                <a:lnTo>
                  <a:pt x="34" y="22"/>
                </a:lnTo>
                <a:lnTo>
                  <a:pt x="32" y="18"/>
                </a:lnTo>
                <a:lnTo>
                  <a:pt x="32" y="18"/>
                </a:lnTo>
                <a:lnTo>
                  <a:pt x="30" y="16"/>
                </a:lnTo>
                <a:lnTo>
                  <a:pt x="30" y="16"/>
                </a:lnTo>
                <a:lnTo>
                  <a:pt x="26" y="14"/>
                </a:lnTo>
                <a:lnTo>
                  <a:pt x="0" y="14"/>
                </a:lnTo>
                <a:lnTo>
                  <a:pt x="0" y="0"/>
                </a:lnTo>
                <a:lnTo>
                  <a:pt x="46" y="0"/>
                </a:lnTo>
                <a:lnTo>
                  <a:pt x="46" y="12"/>
                </a:lnTo>
                <a:lnTo>
                  <a:pt x="38" y="12"/>
                </a:lnTo>
                <a:lnTo>
                  <a:pt x="38" y="12"/>
                </a:lnTo>
                <a:lnTo>
                  <a:pt x="42" y="16"/>
                </a:lnTo>
                <a:lnTo>
                  <a:pt x="44" y="20"/>
                </a:lnTo>
                <a:lnTo>
                  <a:pt x="44" y="20"/>
                </a:lnTo>
                <a:lnTo>
                  <a:pt x="46" y="24"/>
                </a:lnTo>
                <a:lnTo>
                  <a:pt x="46" y="30"/>
                </a:lnTo>
                <a:lnTo>
                  <a:pt x="46" y="30"/>
                </a:lnTo>
                <a:lnTo>
                  <a:pt x="46" y="38"/>
                </a:lnTo>
                <a:lnTo>
                  <a:pt x="46" y="38"/>
                </a:lnTo>
                <a:lnTo>
                  <a:pt x="42" y="42"/>
                </a:lnTo>
                <a:lnTo>
                  <a:pt x="42" y="42"/>
                </a:lnTo>
                <a:lnTo>
                  <a:pt x="36" y="44"/>
                </a:lnTo>
                <a:lnTo>
                  <a:pt x="36" y="44"/>
                </a:lnTo>
                <a:lnTo>
                  <a:pt x="30" y="44"/>
                </a:lnTo>
                <a:lnTo>
                  <a:pt x="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Freeform 33"/>
          <p:cNvSpPr>
            <a:spLocks/>
          </p:cNvSpPr>
          <p:nvPr/>
        </p:nvSpPr>
        <p:spPr bwMode="auto">
          <a:xfrm>
            <a:off x="3051705" y="5206471"/>
            <a:ext cx="98425" cy="88900"/>
          </a:xfrm>
          <a:custGeom>
            <a:avLst/>
            <a:gdLst>
              <a:gd name="T0" fmla="*/ 32 w 62"/>
              <a:gd name="T1" fmla="*/ 0 h 56"/>
              <a:gd name="T2" fmla="*/ 42 w 62"/>
              <a:gd name="T3" fmla="*/ 2 h 56"/>
              <a:gd name="T4" fmla="*/ 52 w 62"/>
              <a:gd name="T5" fmla="*/ 8 h 56"/>
              <a:gd name="T6" fmla="*/ 60 w 62"/>
              <a:gd name="T7" fmla="*/ 18 h 56"/>
              <a:gd name="T8" fmla="*/ 62 w 62"/>
              <a:gd name="T9" fmla="*/ 24 h 56"/>
              <a:gd name="T10" fmla="*/ 62 w 62"/>
              <a:gd name="T11" fmla="*/ 30 h 56"/>
              <a:gd name="T12" fmla="*/ 58 w 62"/>
              <a:gd name="T13" fmla="*/ 46 h 56"/>
              <a:gd name="T14" fmla="*/ 54 w 62"/>
              <a:gd name="T15" fmla="*/ 50 h 56"/>
              <a:gd name="T16" fmla="*/ 42 w 62"/>
              <a:gd name="T17" fmla="*/ 44 h 56"/>
              <a:gd name="T18" fmla="*/ 46 w 62"/>
              <a:gd name="T19" fmla="*/ 42 h 56"/>
              <a:gd name="T20" fmla="*/ 48 w 62"/>
              <a:gd name="T21" fmla="*/ 38 h 56"/>
              <a:gd name="T22" fmla="*/ 50 w 62"/>
              <a:gd name="T23" fmla="*/ 34 h 56"/>
              <a:gd name="T24" fmla="*/ 50 w 62"/>
              <a:gd name="T25" fmla="*/ 30 h 56"/>
              <a:gd name="T26" fmla="*/ 48 w 62"/>
              <a:gd name="T27" fmla="*/ 22 h 56"/>
              <a:gd name="T28" fmla="*/ 44 w 62"/>
              <a:gd name="T29" fmla="*/ 18 h 56"/>
              <a:gd name="T30" fmla="*/ 38 w 62"/>
              <a:gd name="T31" fmla="*/ 14 h 56"/>
              <a:gd name="T32" fmla="*/ 32 w 62"/>
              <a:gd name="T33" fmla="*/ 14 h 56"/>
              <a:gd name="T34" fmla="*/ 24 w 62"/>
              <a:gd name="T35" fmla="*/ 14 h 56"/>
              <a:gd name="T36" fmla="*/ 18 w 62"/>
              <a:gd name="T37" fmla="*/ 18 h 56"/>
              <a:gd name="T38" fmla="*/ 14 w 62"/>
              <a:gd name="T39" fmla="*/ 24 h 56"/>
              <a:gd name="T40" fmla="*/ 12 w 62"/>
              <a:gd name="T41" fmla="*/ 30 h 56"/>
              <a:gd name="T42" fmla="*/ 12 w 62"/>
              <a:gd name="T43" fmla="*/ 34 h 56"/>
              <a:gd name="T44" fmla="*/ 14 w 62"/>
              <a:gd name="T45" fmla="*/ 38 h 56"/>
              <a:gd name="T46" fmla="*/ 18 w 62"/>
              <a:gd name="T47" fmla="*/ 42 h 56"/>
              <a:gd name="T48" fmla="*/ 22 w 62"/>
              <a:gd name="T49" fmla="*/ 44 h 56"/>
              <a:gd name="T50" fmla="*/ 14 w 62"/>
              <a:gd name="T51" fmla="*/ 56 h 56"/>
              <a:gd name="T52" fmla="*/ 8 w 62"/>
              <a:gd name="T53" fmla="*/ 52 h 56"/>
              <a:gd name="T54" fmla="*/ 4 w 62"/>
              <a:gd name="T55" fmla="*/ 44 h 56"/>
              <a:gd name="T56" fmla="*/ 0 w 62"/>
              <a:gd name="T57" fmla="*/ 38 h 56"/>
              <a:gd name="T58" fmla="*/ 0 w 62"/>
              <a:gd name="T59" fmla="*/ 30 h 56"/>
              <a:gd name="T60" fmla="*/ 2 w 62"/>
              <a:gd name="T61" fmla="*/ 18 h 56"/>
              <a:gd name="T62" fmla="*/ 6 w 62"/>
              <a:gd name="T63" fmla="*/ 12 h 56"/>
              <a:gd name="T64" fmla="*/ 10 w 62"/>
              <a:gd name="T65" fmla="*/ 8 h 56"/>
              <a:gd name="T66" fmla="*/ 20 w 62"/>
              <a:gd name="T67" fmla="*/ 2 h 56"/>
              <a:gd name="T68" fmla="*/ 32 w 62"/>
              <a:gd name="T69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2" h="56">
                <a:moveTo>
                  <a:pt x="32" y="0"/>
                </a:moveTo>
                <a:lnTo>
                  <a:pt x="32" y="0"/>
                </a:lnTo>
                <a:lnTo>
                  <a:pt x="42" y="2"/>
                </a:lnTo>
                <a:lnTo>
                  <a:pt x="42" y="2"/>
                </a:lnTo>
                <a:lnTo>
                  <a:pt x="52" y="8"/>
                </a:lnTo>
                <a:lnTo>
                  <a:pt x="52" y="8"/>
                </a:lnTo>
                <a:lnTo>
                  <a:pt x="56" y="12"/>
                </a:lnTo>
                <a:lnTo>
                  <a:pt x="60" y="18"/>
                </a:lnTo>
                <a:lnTo>
                  <a:pt x="60" y="18"/>
                </a:lnTo>
                <a:lnTo>
                  <a:pt x="62" y="24"/>
                </a:lnTo>
                <a:lnTo>
                  <a:pt x="62" y="30"/>
                </a:lnTo>
                <a:lnTo>
                  <a:pt x="62" y="30"/>
                </a:lnTo>
                <a:lnTo>
                  <a:pt x="62" y="38"/>
                </a:lnTo>
                <a:lnTo>
                  <a:pt x="58" y="46"/>
                </a:lnTo>
                <a:lnTo>
                  <a:pt x="58" y="46"/>
                </a:lnTo>
                <a:lnTo>
                  <a:pt x="54" y="50"/>
                </a:lnTo>
                <a:lnTo>
                  <a:pt x="50" y="54"/>
                </a:lnTo>
                <a:lnTo>
                  <a:pt x="42" y="44"/>
                </a:lnTo>
                <a:lnTo>
                  <a:pt x="42" y="44"/>
                </a:lnTo>
                <a:lnTo>
                  <a:pt x="46" y="42"/>
                </a:lnTo>
                <a:lnTo>
                  <a:pt x="46" y="42"/>
                </a:lnTo>
                <a:lnTo>
                  <a:pt x="48" y="38"/>
                </a:lnTo>
                <a:lnTo>
                  <a:pt x="48" y="38"/>
                </a:lnTo>
                <a:lnTo>
                  <a:pt x="50" y="34"/>
                </a:lnTo>
                <a:lnTo>
                  <a:pt x="50" y="34"/>
                </a:lnTo>
                <a:lnTo>
                  <a:pt x="50" y="30"/>
                </a:lnTo>
                <a:lnTo>
                  <a:pt x="50" y="30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4" y="18"/>
                </a:lnTo>
                <a:lnTo>
                  <a:pt x="38" y="14"/>
                </a:lnTo>
                <a:lnTo>
                  <a:pt x="38" y="14"/>
                </a:lnTo>
                <a:lnTo>
                  <a:pt x="32" y="14"/>
                </a:lnTo>
                <a:lnTo>
                  <a:pt x="32" y="14"/>
                </a:lnTo>
                <a:lnTo>
                  <a:pt x="24" y="14"/>
                </a:lnTo>
                <a:lnTo>
                  <a:pt x="24" y="14"/>
                </a:lnTo>
                <a:lnTo>
                  <a:pt x="18" y="18"/>
                </a:lnTo>
                <a:lnTo>
                  <a:pt x="18" y="18"/>
                </a:lnTo>
                <a:lnTo>
                  <a:pt x="14" y="24"/>
                </a:lnTo>
                <a:lnTo>
                  <a:pt x="14" y="24"/>
                </a:lnTo>
                <a:lnTo>
                  <a:pt x="12" y="30"/>
                </a:lnTo>
                <a:lnTo>
                  <a:pt x="12" y="30"/>
                </a:lnTo>
                <a:lnTo>
                  <a:pt x="12" y="34"/>
                </a:lnTo>
                <a:lnTo>
                  <a:pt x="12" y="34"/>
                </a:lnTo>
                <a:lnTo>
                  <a:pt x="14" y="38"/>
                </a:lnTo>
                <a:lnTo>
                  <a:pt x="14" y="38"/>
                </a:lnTo>
                <a:lnTo>
                  <a:pt x="18" y="42"/>
                </a:lnTo>
                <a:lnTo>
                  <a:pt x="18" y="42"/>
                </a:lnTo>
                <a:lnTo>
                  <a:pt x="22" y="44"/>
                </a:lnTo>
                <a:lnTo>
                  <a:pt x="14" y="56"/>
                </a:lnTo>
                <a:lnTo>
                  <a:pt x="14" y="56"/>
                </a:lnTo>
                <a:lnTo>
                  <a:pt x="8" y="52"/>
                </a:lnTo>
                <a:lnTo>
                  <a:pt x="8" y="52"/>
                </a:lnTo>
                <a:lnTo>
                  <a:pt x="4" y="44"/>
                </a:lnTo>
                <a:lnTo>
                  <a:pt x="4" y="44"/>
                </a:lnTo>
                <a:lnTo>
                  <a:pt x="0" y="38"/>
                </a:lnTo>
                <a:lnTo>
                  <a:pt x="0" y="38"/>
                </a:lnTo>
                <a:lnTo>
                  <a:pt x="0" y="30"/>
                </a:lnTo>
                <a:lnTo>
                  <a:pt x="0" y="30"/>
                </a:lnTo>
                <a:lnTo>
                  <a:pt x="0" y="24"/>
                </a:lnTo>
                <a:lnTo>
                  <a:pt x="2" y="18"/>
                </a:lnTo>
                <a:lnTo>
                  <a:pt x="2" y="18"/>
                </a:lnTo>
                <a:lnTo>
                  <a:pt x="6" y="12"/>
                </a:lnTo>
                <a:lnTo>
                  <a:pt x="10" y="8"/>
                </a:lnTo>
                <a:lnTo>
                  <a:pt x="10" y="8"/>
                </a:lnTo>
                <a:lnTo>
                  <a:pt x="20" y="2"/>
                </a:lnTo>
                <a:lnTo>
                  <a:pt x="20" y="2"/>
                </a:lnTo>
                <a:lnTo>
                  <a:pt x="32" y="0"/>
                </a:lnTo>
                <a:lnTo>
                  <a:pt x="32" y="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Freeform 34"/>
          <p:cNvSpPr>
            <a:spLocks noEditPoints="1"/>
          </p:cNvSpPr>
          <p:nvPr/>
        </p:nvSpPr>
        <p:spPr bwMode="auto">
          <a:xfrm>
            <a:off x="1397530" y="4476221"/>
            <a:ext cx="98425" cy="98425"/>
          </a:xfrm>
          <a:custGeom>
            <a:avLst/>
            <a:gdLst>
              <a:gd name="T0" fmla="*/ 30 w 62"/>
              <a:gd name="T1" fmla="*/ 62 h 62"/>
              <a:gd name="T2" fmla="*/ 18 w 62"/>
              <a:gd name="T3" fmla="*/ 60 h 62"/>
              <a:gd name="T4" fmla="*/ 8 w 62"/>
              <a:gd name="T5" fmla="*/ 52 h 62"/>
              <a:gd name="T6" fmla="*/ 2 w 62"/>
              <a:gd name="T7" fmla="*/ 42 h 62"/>
              <a:gd name="T8" fmla="*/ 0 w 62"/>
              <a:gd name="T9" fmla="*/ 30 h 62"/>
              <a:gd name="T10" fmla="*/ 2 w 62"/>
              <a:gd name="T11" fmla="*/ 18 h 62"/>
              <a:gd name="T12" fmla="*/ 6 w 62"/>
              <a:gd name="T13" fmla="*/ 14 h 62"/>
              <a:gd name="T14" fmla="*/ 8 w 62"/>
              <a:gd name="T15" fmla="*/ 8 h 62"/>
              <a:gd name="T16" fmla="*/ 18 w 62"/>
              <a:gd name="T17" fmla="*/ 2 h 62"/>
              <a:gd name="T18" fmla="*/ 30 w 62"/>
              <a:gd name="T19" fmla="*/ 0 h 62"/>
              <a:gd name="T20" fmla="*/ 38 w 62"/>
              <a:gd name="T21" fmla="*/ 0 h 62"/>
              <a:gd name="T22" fmla="*/ 44 w 62"/>
              <a:gd name="T23" fmla="*/ 2 h 62"/>
              <a:gd name="T24" fmla="*/ 54 w 62"/>
              <a:gd name="T25" fmla="*/ 10 h 62"/>
              <a:gd name="T26" fmla="*/ 60 w 62"/>
              <a:gd name="T27" fmla="*/ 20 h 62"/>
              <a:gd name="T28" fmla="*/ 62 w 62"/>
              <a:gd name="T29" fmla="*/ 30 h 62"/>
              <a:gd name="T30" fmla="*/ 60 w 62"/>
              <a:gd name="T31" fmla="*/ 36 h 62"/>
              <a:gd name="T32" fmla="*/ 60 w 62"/>
              <a:gd name="T33" fmla="*/ 42 h 62"/>
              <a:gd name="T34" fmla="*/ 52 w 62"/>
              <a:gd name="T35" fmla="*/ 52 h 62"/>
              <a:gd name="T36" fmla="*/ 44 w 62"/>
              <a:gd name="T37" fmla="*/ 60 h 62"/>
              <a:gd name="T38" fmla="*/ 30 w 62"/>
              <a:gd name="T39" fmla="*/ 62 h 62"/>
              <a:gd name="T40" fmla="*/ 14 w 62"/>
              <a:gd name="T41" fmla="*/ 30 h 62"/>
              <a:gd name="T42" fmla="*/ 16 w 62"/>
              <a:gd name="T43" fmla="*/ 38 h 62"/>
              <a:gd name="T44" fmla="*/ 18 w 62"/>
              <a:gd name="T45" fmla="*/ 44 h 62"/>
              <a:gd name="T46" fmla="*/ 24 w 62"/>
              <a:gd name="T47" fmla="*/ 48 h 62"/>
              <a:gd name="T48" fmla="*/ 30 w 62"/>
              <a:gd name="T49" fmla="*/ 50 h 62"/>
              <a:gd name="T50" fmla="*/ 38 w 62"/>
              <a:gd name="T51" fmla="*/ 48 h 62"/>
              <a:gd name="T52" fmla="*/ 42 w 62"/>
              <a:gd name="T53" fmla="*/ 44 h 62"/>
              <a:gd name="T54" fmla="*/ 46 w 62"/>
              <a:gd name="T55" fmla="*/ 38 h 62"/>
              <a:gd name="T56" fmla="*/ 48 w 62"/>
              <a:gd name="T57" fmla="*/ 30 h 62"/>
              <a:gd name="T58" fmla="*/ 46 w 62"/>
              <a:gd name="T59" fmla="*/ 24 h 62"/>
              <a:gd name="T60" fmla="*/ 42 w 62"/>
              <a:gd name="T61" fmla="*/ 18 h 62"/>
              <a:gd name="T62" fmla="*/ 38 w 62"/>
              <a:gd name="T63" fmla="*/ 14 h 62"/>
              <a:gd name="T64" fmla="*/ 30 w 62"/>
              <a:gd name="T65" fmla="*/ 12 h 62"/>
              <a:gd name="T66" fmla="*/ 24 w 62"/>
              <a:gd name="T67" fmla="*/ 14 h 62"/>
              <a:gd name="T68" fmla="*/ 18 w 62"/>
              <a:gd name="T69" fmla="*/ 18 h 62"/>
              <a:gd name="T70" fmla="*/ 16 w 62"/>
              <a:gd name="T71" fmla="*/ 24 h 62"/>
              <a:gd name="T72" fmla="*/ 14 w 62"/>
              <a:gd name="T73" fmla="*/ 3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2" h="62">
                <a:moveTo>
                  <a:pt x="30" y="62"/>
                </a:moveTo>
                <a:lnTo>
                  <a:pt x="30" y="62"/>
                </a:lnTo>
                <a:lnTo>
                  <a:pt x="24" y="62"/>
                </a:lnTo>
                <a:lnTo>
                  <a:pt x="18" y="60"/>
                </a:lnTo>
                <a:lnTo>
                  <a:pt x="18" y="60"/>
                </a:lnTo>
                <a:lnTo>
                  <a:pt x="8" y="52"/>
                </a:lnTo>
                <a:lnTo>
                  <a:pt x="8" y="52"/>
                </a:lnTo>
                <a:lnTo>
                  <a:pt x="2" y="42"/>
                </a:lnTo>
                <a:lnTo>
                  <a:pt x="2" y="42"/>
                </a:lnTo>
                <a:lnTo>
                  <a:pt x="0" y="30"/>
                </a:lnTo>
                <a:lnTo>
                  <a:pt x="0" y="30"/>
                </a:lnTo>
                <a:lnTo>
                  <a:pt x="2" y="18"/>
                </a:lnTo>
                <a:lnTo>
                  <a:pt x="2" y="18"/>
                </a:lnTo>
                <a:lnTo>
                  <a:pt x="6" y="14"/>
                </a:lnTo>
                <a:lnTo>
                  <a:pt x="8" y="8"/>
                </a:lnTo>
                <a:lnTo>
                  <a:pt x="8" y="8"/>
                </a:lnTo>
                <a:lnTo>
                  <a:pt x="18" y="2"/>
                </a:lnTo>
                <a:lnTo>
                  <a:pt x="18" y="2"/>
                </a:lnTo>
                <a:lnTo>
                  <a:pt x="24" y="0"/>
                </a:lnTo>
                <a:lnTo>
                  <a:pt x="30" y="0"/>
                </a:lnTo>
                <a:lnTo>
                  <a:pt x="30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48" y="6"/>
                </a:lnTo>
                <a:lnTo>
                  <a:pt x="54" y="10"/>
                </a:lnTo>
                <a:lnTo>
                  <a:pt x="54" y="10"/>
                </a:lnTo>
                <a:lnTo>
                  <a:pt x="60" y="20"/>
                </a:lnTo>
                <a:lnTo>
                  <a:pt x="60" y="20"/>
                </a:lnTo>
                <a:lnTo>
                  <a:pt x="62" y="30"/>
                </a:lnTo>
                <a:lnTo>
                  <a:pt x="62" y="30"/>
                </a:lnTo>
                <a:lnTo>
                  <a:pt x="60" y="36"/>
                </a:lnTo>
                <a:lnTo>
                  <a:pt x="60" y="42"/>
                </a:lnTo>
                <a:lnTo>
                  <a:pt x="60" y="42"/>
                </a:lnTo>
                <a:lnTo>
                  <a:pt x="52" y="52"/>
                </a:lnTo>
                <a:lnTo>
                  <a:pt x="52" y="52"/>
                </a:lnTo>
                <a:lnTo>
                  <a:pt x="44" y="60"/>
                </a:lnTo>
                <a:lnTo>
                  <a:pt x="44" y="60"/>
                </a:lnTo>
                <a:lnTo>
                  <a:pt x="38" y="62"/>
                </a:lnTo>
                <a:lnTo>
                  <a:pt x="30" y="62"/>
                </a:lnTo>
                <a:lnTo>
                  <a:pt x="30" y="62"/>
                </a:lnTo>
                <a:close/>
                <a:moveTo>
                  <a:pt x="14" y="30"/>
                </a:moveTo>
                <a:lnTo>
                  <a:pt x="14" y="30"/>
                </a:lnTo>
                <a:lnTo>
                  <a:pt x="16" y="38"/>
                </a:lnTo>
                <a:lnTo>
                  <a:pt x="16" y="38"/>
                </a:lnTo>
                <a:lnTo>
                  <a:pt x="18" y="44"/>
                </a:lnTo>
                <a:lnTo>
                  <a:pt x="18" y="44"/>
                </a:lnTo>
                <a:lnTo>
                  <a:pt x="24" y="48"/>
                </a:lnTo>
                <a:lnTo>
                  <a:pt x="24" y="48"/>
                </a:lnTo>
                <a:lnTo>
                  <a:pt x="30" y="50"/>
                </a:lnTo>
                <a:lnTo>
                  <a:pt x="30" y="50"/>
                </a:lnTo>
                <a:lnTo>
                  <a:pt x="38" y="48"/>
                </a:lnTo>
                <a:lnTo>
                  <a:pt x="38" y="48"/>
                </a:lnTo>
                <a:lnTo>
                  <a:pt x="42" y="44"/>
                </a:lnTo>
                <a:lnTo>
                  <a:pt x="42" y="44"/>
                </a:lnTo>
                <a:lnTo>
                  <a:pt x="46" y="38"/>
                </a:lnTo>
                <a:lnTo>
                  <a:pt x="46" y="38"/>
                </a:lnTo>
                <a:lnTo>
                  <a:pt x="48" y="30"/>
                </a:lnTo>
                <a:lnTo>
                  <a:pt x="48" y="30"/>
                </a:lnTo>
                <a:lnTo>
                  <a:pt x="46" y="24"/>
                </a:lnTo>
                <a:lnTo>
                  <a:pt x="46" y="24"/>
                </a:lnTo>
                <a:lnTo>
                  <a:pt x="42" y="18"/>
                </a:lnTo>
                <a:lnTo>
                  <a:pt x="42" y="18"/>
                </a:lnTo>
                <a:lnTo>
                  <a:pt x="38" y="14"/>
                </a:lnTo>
                <a:lnTo>
                  <a:pt x="38" y="14"/>
                </a:lnTo>
                <a:lnTo>
                  <a:pt x="30" y="12"/>
                </a:lnTo>
                <a:lnTo>
                  <a:pt x="30" y="12"/>
                </a:lnTo>
                <a:lnTo>
                  <a:pt x="24" y="14"/>
                </a:lnTo>
                <a:lnTo>
                  <a:pt x="24" y="14"/>
                </a:lnTo>
                <a:lnTo>
                  <a:pt x="18" y="18"/>
                </a:lnTo>
                <a:lnTo>
                  <a:pt x="18" y="18"/>
                </a:lnTo>
                <a:lnTo>
                  <a:pt x="16" y="24"/>
                </a:lnTo>
                <a:lnTo>
                  <a:pt x="16" y="24"/>
                </a:lnTo>
                <a:lnTo>
                  <a:pt x="14" y="30"/>
                </a:lnTo>
                <a:lnTo>
                  <a:pt x="14" y="3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35"/>
          <p:cNvSpPr>
            <a:spLocks noEditPoints="1"/>
          </p:cNvSpPr>
          <p:nvPr/>
        </p:nvSpPr>
        <p:spPr bwMode="auto">
          <a:xfrm>
            <a:off x="1505480" y="4498446"/>
            <a:ext cx="79375" cy="104775"/>
          </a:xfrm>
          <a:custGeom>
            <a:avLst/>
            <a:gdLst>
              <a:gd name="T0" fmla="*/ 30 w 50"/>
              <a:gd name="T1" fmla="*/ 48 h 66"/>
              <a:gd name="T2" fmla="*/ 30 w 50"/>
              <a:gd name="T3" fmla="*/ 48 h 66"/>
              <a:gd name="T4" fmla="*/ 24 w 50"/>
              <a:gd name="T5" fmla="*/ 48 h 66"/>
              <a:gd name="T6" fmla="*/ 20 w 50"/>
              <a:gd name="T7" fmla="*/ 46 h 66"/>
              <a:gd name="T8" fmla="*/ 20 w 50"/>
              <a:gd name="T9" fmla="*/ 46 h 66"/>
              <a:gd name="T10" fmla="*/ 16 w 50"/>
              <a:gd name="T11" fmla="*/ 44 h 66"/>
              <a:gd name="T12" fmla="*/ 14 w 50"/>
              <a:gd name="T13" fmla="*/ 40 h 66"/>
              <a:gd name="T14" fmla="*/ 14 w 50"/>
              <a:gd name="T15" fmla="*/ 66 h 66"/>
              <a:gd name="T16" fmla="*/ 0 w 50"/>
              <a:gd name="T17" fmla="*/ 66 h 66"/>
              <a:gd name="T18" fmla="*/ 0 w 50"/>
              <a:gd name="T19" fmla="*/ 2 h 66"/>
              <a:gd name="T20" fmla="*/ 12 w 50"/>
              <a:gd name="T21" fmla="*/ 2 h 66"/>
              <a:gd name="T22" fmla="*/ 12 w 50"/>
              <a:gd name="T23" fmla="*/ 10 h 66"/>
              <a:gd name="T24" fmla="*/ 12 w 50"/>
              <a:gd name="T25" fmla="*/ 10 h 66"/>
              <a:gd name="T26" fmla="*/ 20 w 50"/>
              <a:gd name="T27" fmla="*/ 2 h 66"/>
              <a:gd name="T28" fmla="*/ 20 w 50"/>
              <a:gd name="T29" fmla="*/ 2 h 66"/>
              <a:gd name="T30" fmla="*/ 28 w 50"/>
              <a:gd name="T31" fmla="*/ 0 h 66"/>
              <a:gd name="T32" fmla="*/ 28 w 50"/>
              <a:gd name="T33" fmla="*/ 0 h 66"/>
              <a:gd name="T34" fmla="*/ 36 w 50"/>
              <a:gd name="T35" fmla="*/ 2 h 66"/>
              <a:gd name="T36" fmla="*/ 36 w 50"/>
              <a:gd name="T37" fmla="*/ 2 h 66"/>
              <a:gd name="T38" fmla="*/ 44 w 50"/>
              <a:gd name="T39" fmla="*/ 8 h 66"/>
              <a:gd name="T40" fmla="*/ 44 w 50"/>
              <a:gd name="T41" fmla="*/ 8 h 66"/>
              <a:gd name="T42" fmla="*/ 48 w 50"/>
              <a:gd name="T43" fmla="*/ 16 h 66"/>
              <a:gd name="T44" fmla="*/ 48 w 50"/>
              <a:gd name="T45" fmla="*/ 16 h 66"/>
              <a:gd name="T46" fmla="*/ 50 w 50"/>
              <a:gd name="T47" fmla="*/ 24 h 66"/>
              <a:gd name="T48" fmla="*/ 50 w 50"/>
              <a:gd name="T49" fmla="*/ 24 h 66"/>
              <a:gd name="T50" fmla="*/ 48 w 50"/>
              <a:gd name="T51" fmla="*/ 34 h 66"/>
              <a:gd name="T52" fmla="*/ 48 w 50"/>
              <a:gd name="T53" fmla="*/ 34 h 66"/>
              <a:gd name="T54" fmla="*/ 44 w 50"/>
              <a:gd name="T55" fmla="*/ 42 h 66"/>
              <a:gd name="T56" fmla="*/ 44 w 50"/>
              <a:gd name="T57" fmla="*/ 42 h 66"/>
              <a:gd name="T58" fmla="*/ 38 w 50"/>
              <a:gd name="T59" fmla="*/ 46 h 66"/>
              <a:gd name="T60" fmla="*/ 38 w 50"/>
              <a:gd name="T61" fmla="*/ 46 h 66"/>
              <a:gd name="T62" fmla="*/ 30 w 50"/>
              <a:gd name="T63" fmla="*/ 48 h 66"/>
              <a:gd name="T64" fmla="*/ 30 w 50"/>
              <a:gd name="T65" fmla="*/ 48 h 66"/>
              <a:gd name="T66" fmla="*/ 24 w 50"/>
              <a:gd name="T67" fmla="*/ 36 h 66"/>
              <a:gd name="T68" fmla="*/ 24 w 50"/>
              <a:gd name="T69" fmla="*/ 36 h 66"/>
              <a:gd name="T70" fmla="*/ 28 w 50"/>
              <a:gd name="T71" fmla="*/ 36 h 66"/>
              <a:gd name="T72" fmla="*/ 28 w 50"/>
              <a:gd name="T73" fmla="*/ 36 h 66"/>
              <a:gd name="T74" fmla="*/ 32 w 50"/>
              <a:gd name="T75" fmla="*/ 32 h 66"/>
              <a:gd name="T76" fmla="*/ 32 w 50"/>
              <a:gd name="T77" fmla="*/ 32 h 66"/>
              <a:gd name="T78" fmla="*/ 34 w 50"/>
              <a:gd name="T79" fmla="*/ 28 h 66"/>
              <a:gd name="T80" fmla="*/ 34 w 50"/>
              <a:gd name="T81" fmla="*/ 28 h 66"/>
              <a:gd name="T82" fmla="*/ 36 w 50"/>
              <a:gd name="T83" fmla="*/ 24 h 66"/>
              <a:gd name="T84" fmla="*/ 36 w 50"/>
              <a:gd name="T85" fmla="*/ 24 h 66"/>
              <a:gd name="T86" fmla="*/ 34 w 50"/>
              <a:gd name="T87" fmla="*/ 20 h 66"/>
              <a:gd name="T88" fmla="*/ 34 w 50"/>
              <a:gd name="T89" fmla="*/ 20 h 66"/>
              <a:gd name="T90" fmla="*/ 32 w 50"/>
              <a:gd name="T91" fmla="*/ 16 h 66"/>
              <a:gd name="T92" fmla="*/ 32 w 50"/>
              <a:gd name="T93" fmla="*/ 16 h 66"/>
              <a:gd name="T94" fmla="*/ 28 w 50"/>
              <a:gd name="T95" fmla="*/ 14 h 66"/>
              <a:gd name="T96" fmla="*/ 28 w 50"/>
              <a:gd name="T97" fmla="*/ 14 h 66"/>
              <a:gd name="T98" fmla="*/ 24 w 50"/>
              <a:gd name="T99" fmla="*/ 12 h 66"/>
              <a:gd name="T100" fmla="*/ 24 w 50"/>
              <a:gd name="T101" fmla="*/ 12 h 66"/>
              <a:gd name="T102" fmla="*/ 18 w 50"/>
              <a:gd name="T103" fmla="*/ 14 h 66"/>
              <a:gd name="T104" fmla="*/ 18 w 50"/>
              <a:gd name="T105" fmla="*/ 14 h 66"/>
              <a:gd name="T106" fmla="*/ 14 w 50"/>
              <a:gd name="T107" fmla="*/ 18 h 66"/>
              <a:gd name="T108" fmla="*/ 14 w 50"/>
              <a:gd name="T109" fmla="*/ 28 h 66"/>
              <a:gd name="T110" fmla="*/ 14 w 50"/>
              <a:gd name="T111" fmla="*/ 28 h 66"/>
              <a:gd name="T112" fmla="*/ 18 w 50"/>
              <a:gd name="T113" fmla="*/ 34 h 66"/>
              <a:gd name="T114" fmla="*/ 18 w 50"/>
              <a:gd name="T115" fmla="*/ 34 h 66"/>
              <a:gd name="T116" fmla="*/ 24 w 50"/>
              <a:gd name="T117" fmla="*/ 36 h 66"/>
              <a:gd name="T118" fmla="*/ 24 w 50"/>
              <a:gd name="T119" fmla="*/ 3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0" h="66">
                <a:moveTo>
                  <a:pt x="30" y="48"/>
                </a:moveTo>
                <a:lnTo>
                  <a:pt x="30" y="48"/>
                </a:lnTo>
                <a:lnTo>
                  <a:pt x="24" y="48"/>
                </a:lnTo>
                <a:lnTo>
                  <a:pt x="20" y="46"/>
                </a:lnTo>
                <a:lnTo>
                  <a:pt x="20" y="46"/>
                </a:lnTo>
                <a:lnTo>
                  <a:pt x="16" y="44"/>
                </a:lnTo>
                <a:lnTo>
                  <a:pt x="14" y="40"/>
                </a:lnTo>
                <a:lnTo>
                  <a:pt x="14" y="66"/>
                </a:lnTo>
                <a:lnTo>
                  <a:pt x="0" y="66"/>
                </a:lnTo>
                <a:lnTo>
                  <a:pt x="0" y="2"/>
                </a:lnTo>
                <a:lnTo>
                  <a:pt x="12" y="2"/>
                </a:lnTo>
                <a:lnTo>
                  <a:pt x="12" y="10"/>
                </a:lnTo>
                <a:lnTo>
                  <a:pt x="12" y="10"/>
                </a:lnTo>
                <a:lnTo>
                  <a:pt x="20" y="2"/>
                </a:lnTo>
                <a:lnTo>
                  <a:pt x="20" y="2"/>
                </a:lnTo>
                <a:lnTo>
                  <a:pt x="28" y="0"/>
                </a:lnTo>
                <a:lnTo>
                  <a:pt x="28" y="0"/>
                </a:lnTo>
                <a:lnTo>
                  <a:pt x="36" y="2"/>
                </a:lnTo>
                <a:lnTo>
                  <a:pt x="36" y="2"/>
                </a:lnTo>
                <a:lnTo>
                  <a:pt x="44" y="8"/>
                </a:lnTo>
                <a:lnTo>
                  <a:pt x="44" y="8"/>
                </a:lnTo>
                <a:lnTo>
                  <a:pt x="48" y="16"/>
                </a:lnTo>
                <a:lnTo>
                  <a:pt x="48" y="16"/>
                </a:lnTo>
                <a:lnTo>
                  <a:pt x="50" y="24"/>
                </a:lnTo>
                <a:lnTo>
                  <a:pt x="50" y="24"/>
                </a:lnTo>
                <a:lnTo>
                  <a:pt x="48" y="34"/>
                </a:lnTo>
                <a:lnTo>
                  <a:pt x="48" y="34"/>
                </a:lnTo>
                <a:lnTo>
                  <a:pt x="44" y="42"/>
                </a:lnTo>
                <a:lnTo>
                  <a:pt x="44" y="42"/>
                </a:lnTo>
                <a:lnTo>
                  <a:pt x="38" y="46"/>
                </a:lnTo>
                <a:lnTo>
                  <a:pt x="38" y="46"/>
                </a:lnTo>
                <a:lnTo>
                  <a:pt x="30" y="48"/>
                </a:lnTo>
                <a:lnTo>
                  <a:pt x="30" y="48"/>
                </a:lnTo>
                <a:close/>
                <a:moveTo>
                  <a:pt x="24" y="36"/>
                </a:moveTo>
                <a:lnTo>
                  <a:pt x="24" y="36"/>
                </a:lnTo>
                <a:lnTo>
                  <a:pt x="28" y="36"/>
                </a:lnTo>
                <a:lnTo>
                  <a:pt x="28" y="36"/>
                </a:lnTo>
                <a:lnTo>
                  <a:pt x="32" y="32"/>
                </a:lnTo>
                <a:lnTo>
                  <a:pt x="32" y="32"/>
                </a:lnTo>
                <a:lnTo>
                  <a:pt x="34" y="28"/>
                </a:lnTo>
                <a:lnTo>
                  <a:pt x="34" y="28"/>
                </a:lnTo>
                <a:lnTo>
                  <a:pt x="36" y="24"/>
                </a:lnTo>
                <a:lnTo>
                  <a:pt x="36" y="24"/>
                </a:lnTo>
                <a:lnTo>
                  <a:pt x="34" y="20"/>
                </a:lnTo>
                <a:lnTo>
                  <a:pt x="34" y="20"/>
                </a:lnTo>
                <a:lnTo>
                  <a:pt x="32" y="16"/>
                </a:lnTo>
                <a:lnTo>
                  <a:pt x="32" y="16"/>
                </a:lnTo>
                <a:lnTo>
                  <a:pt x="28" y="14"/>
                </a:lnTo>
                <a:lnTo>
                  <a:pt x="28" y="14"/>
                </a:lnTo>
                <a:lnTo>
                  <a:pt x="24" y="12"/>
                </a:lnTo>
                <a:lnTo>
                  <a:pt x="24" y="12"/>
                </a:lnTo>
                <a:lnTo>
                  <a:pt x="18" y="14"/>
                </a:lnTo>
                <a:lnTo>
                  <a:pt x="18" y="14"/>
                </a:lnTo>
                <a:lnTo>
                  <a:pt x="14" y="18"/>
                </a:lnTo>
                <a:lnTo>
                  <a:pt x="14" y="28"/>
                </a:lnTo>
                <a:lnTo>
                  <a:pt x="14" y="28"/>
                </a:lnTo>
                <a:lnTo>
                  <a:pt x="18" y="34"/>
                </a:lnTo>
                <a:lnTo>
                  <a:pt x="18" y="34"/>
                </a:lnTo>
                <a:lnTo>
                  <a:pt x="24" y="36"/>
                </a:lnTo>
                <a:lnTo>
                  <a:pt x="24" y="36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Freeform 36"/>
          <p:cNvSpPr>
            <a:spLocks/>
          </p:cNvSpPr>
          <p:nvPr/>
        </p:nvSpPr>
        <p:spPr bwMode="auto">
          <a:xfrm>
            <a:off x="1588030" y="4479396"/>
            <a:ext cx="53975" cy="95250"/>
          </a:xfrm>
          <a:custGeom>
            <a:avLst/>
            <a:gdLst>
              <a:gd name="T0" fmla="*/ 34 w 34"/>
              <a:gd name="T1" fmla="*/ 56 h 60"/>
              <a:gd name="T2" fmla="*/ 34 w 34"/>
              <a:gd name="T3" fmla="*/ 56 h 60"/>
              <a:gd name="T4" fmla="*/ 26 w 34"/>
              <a:gd name="T5" fmla="*/ 60 h 60"/>
              <a:gd name="T6" fmla="*/ 26 w 34"/>
              <a:gd name="T7" fmla="*/ 60 h 60"/>
              <a:gd name="T8" fmla="*/ 20 w 34"/>
              <a:gd name="T9" fmla="*/ 60 h 60"/>
              <a:gd name="T10" fmla="*/ 20 w 34"/>
              <a:gd name="T11" fmla="*/ 60 h 60"/>
              <a:gd name="T12" fmla="*/ 14 w 34"/>
              <a:gd name="T13" fmla="*/ 60 h 60"/>
              <a:gd name="T14" fmla="*/ 14 w 34"/>
              <a:gd name="T15" fmla="*/ 60 h 60"/>
              <a:gd name="T16" fmla="*/ 10 w 34"/>
              <a:gd name="T17" fmla="*/ 58 h 60"/>
              <a:gd name="T18" fmla="*/ 10 w 34"/>
              <a:gd name="T19" fmla="*/ 58 h 60"/>
              <a:gd name="T20" fmla="*/ 8 w 34"/>
              <a:gd name="T21" fmla="*/ 54 h 60"/>
              <a:gd name="T22" fmla="*/ 8 w 34"/>
              <a:gd name="T23" fmla="*/ 54 h 60"/>
              <a:gd name="T24" fmla="*/ 6 w 34"/>
              <a:gd name="T25" fmla="*/ 48 h 60"/>
              <a:gd name="T26" fmla="*/ 6 w 34"/>
              <a:gd name="T27" fmla="*/ 24 h 60"/>
              <a:gd name="T28" fmla="*/ 0 w 34"/>
              <a:gd name="T29" fmla="*/ 24 h 60"/>
              <a:gd name="T30" fmla="*/ 0 w 34"/>
              <a:gd name="T31" fmla="*/ 14 h 60"/>
              <a:gd name="T32" fmla="*/ 6 w 34"/>
              <a:gd name="T33" fmla="*/ 14 h 60"/>
              <a:gd name="T34" fmla="*/ 6 w 34"/>
              <a:gd name="T35" fmla="*/ 0 h 60"/>
              <a:gd name="T36" fmla="*/ 20 w 34"/>
              <a:gd name="T37" fmla="*/ 0 h 60"/>
              <a:gd name="T38" fmla="*/ 20 w 34"/>
              <a:gd name="T39" fmla="*/ 14 h 60"/>
              <a:gd name="T40" fmla="*/ 30 w 34"/>
              <a:gd name="T41" fmla="*/ 14 h 60"/>
              <a:gd name="T42" fmla="*/ 30 w 34"/>
              <a:gd name="T43" fmla="*/ 24 h 60"/>
              <a:gd name="T44" fmla="*/ 20 w 34"/>
              <a:gd name="T45" fmla="*/ 24 h 60"/>
              <a:gd name="T46" fmla="*/ 20 w 34"/>
              <a:gd name="T47" fmla="*/ 44 h 60"/>
              <a:gd name="T48" fmla="*/ 20 w 34"/>
              <a:gd name="T49" fmla="*/ 44 h 60"/>
              <a:gd name="T50" fmla="*/ 22 w 34"/>
              <a:gd name="T51" fmla="*/ 46 h 60"/>
              <a:gd name="T52" fmla="*/ 22 w 34"/>
              <a:gd name="T53" fmla="*/ 46 h 60"/>
              <a:gd name="T54" fmla="*/ 24 w 34"/>
              <a:gd name="T55" fmla="*/ 48 h 60"/>
              <a:gd name="T56" fmla="*/ 24 w 34"/>
              <a:gd name="T57" fmla="*/ 48 h 60"/>
              <a:gd name="T58" fmla="*/ 28 w 34"/>
              <a:gd name="T59" fmla="*/ 46 h 60"/>
              <a:gd name="T60" fmla="*/ 28 w 34"/>
              <a:gd name="T61" fmla="*/ 46 h 60"/>
              <a:gd name="T62" fmla="*/ 30 w 34"/>
              <a:gd name="T63" fmla="*/ 46 h 60"/>
              <a:gd name="T64" fmla="*/ 34 w 34"/>
              <a:gd name="T65" fmla="*/ 56 h 60"/>
              <a:gd name="T66" fmla="*/ 34 w 34"/>
              <a:gd name="T67" fmla="*/ 5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4" h="60">
                <a:moveTo>
                  <a:pt x="34" y="56"/>
                </a:moveTo>
                <a:lnTo>
                  <a:pt x="34" y="56"/>
                </a:lnTo>
                <a:lnTo>
                  <a:pt x="26" y="60"/>
                </a:lnTo>
                <a:lnTo>
                  <a:pt x="26" y="60"/>
                </a:lnTo>
                <a:lnTo>
                  <a:pt x="20" y="60"/>
                </a:lnTo>
                <a:lnTo>
                  <a:pt x="20" y="60"/>
                </a:lnTo>
                <a:lnTo>
                  <a:pt x="14" y="60"/>
                </a:lnTo>
                <a:lnTo>
                  <a:pt x="14" y="60"/>
                </a:lnTo>
                <a:lnTo>
                  <a:pt x="10" y="58"/>
                </a:lnTo>
                <a:lnTo>
                  <a:pt x="10" y="58"/>
                </a:lnTo>
                <a:lnTo>
                  <a:pt x="8" y="54"/>
                </a:lnTo>
                <a:lnTo>
                  <a:pt x="8" y="54"/>
                </a:lnTo>
                <a:lnTo>
                  <a:pt x="6" y="48"/>
                </a:lnTo>
                <a:lnTo>
                  <a:pt x="6" y="24"/>
                </a:lnTo>
                <a:lnTo>
                  <a:pt x="0" y="24"/>
                </a:lnTo>
                <a:lnTo>
                  <a:pt x="0" y="14"/>
                </a:lnTo>
                <a:lnTo>
                  <a:pt x="6" y="14"/>
                </a:lnTo>
                <a:lnTo>
                  <a:pt x="6" y="0"/>
                </a:lnTo>
                <a:lnTo>
                  <a:pt x="20" y="0"/>
                </a:lnTo>
                <a:lnTo>
                  <a:pt x="20" y="14"/>
                </a:lnTo>
                <a:lnTo>
                  <a:pt x="30" y="14"/>
                </a:lnTo>
                <a:lnTo>
                  <a:pt x="30" y="24"/>
                </a:lnTo>
                <a:lnTo>
                  <a:pt x="20" y="24"/>
                </a:lnTo>
                <a:lnTo>
                  <a:pt x="20" y="44"/>
                </a:lnTo>
                <a:lnTo>
                  <a:pt x="20" y="44"/>
                </a:lnTo>
                <a:lnTo>
                  <a:pt x="22" y="46"/>
                </a:lnTo>
                <a:lnTo>
                  <a:pt x="22" y="46"/>
                </a:lnTo>
                <a:lnTo>
                  <a:pt x="24" y="48"/>
                </a:lnTo>
                <a:lnTo>
                  <a:pt x="24" y="48"/>
                </a:lnTo>
                <a:lnTo>
                  <a:pt x="28" y="46"/>
                </a:lnTo>
                <a:lnTo>
                  <a:pt x="28" y="46"/>
                </a:lnTo>
                <a:lnTo>
                  <a:pt x="30" y="46"/>
                </a:lnTo>
                <a:lnTo>
                  <a:pt x="34" y="56"/>
                </a:lnTo>
                <a:lnTo>
                  <a:pt x="34" y="56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Freeform 37"/>
          <p:cNvSpPr>
            <a:spLocks noEditPoints="1"/>
          </p:cNvSpPr>
          <p:nvPr/>
        </p:nvSpPr>
        <p:spPr bwMode="auto">
          <a:xfrm>
            <a:off x="1648355" y="4473046"/>
            <a:ext cx="22225" cy="101600"/>
          </a:xfrm>
          <a:custGeom>
            <a:avLst/>
            <a:gdLst>
              <a:gd name="T0" fmla="*/ 0 w 14"/>
              <a:gd name="T1" fmla="*/ 64 h 64"/>
              <a:gd name="T2" fmla="*/ 0 w 14"/>
              <a:gd name="T3" fmla="*/ 18 h 64"/>
              <a:gd name="T4" fmla="*/ 14 w 14"/>
              <a:gd name="T5" fmla="*/ 18 h 64"/>
              <a:gd name="T6" fmla="*/ 14 w 14"/>
              <a:gd name="T7" fmla="*/ 64 h 64"/>
              <a:gd name="T8" fmla="*/ 0 w 14"/>
              <a:gd name="T9" fmla="*/ 64 h 64"/>
              <a:gd name="T10" fmla="*/ 0 w 14"/>
              <a:gd name="T11" fmla="*/ 64 h 64"/>
              <a:gd name="T12" fmla="*/ 0 w 14"/>
              <a:gd name="T13" fmla="*/ 12 h 64"/>
              <a:gd name="T14" fmla="*/ 0 w 14"/>
              <a:gd name="T15" fmla="*/ 0 h 64"/>
              <a:gd name="T16" fmla="*/ 14 w 14"/>
              <a:gd name="T17" fmla="*/ 0 h 64"/>
              <a:gd name="T18" fmla="*/ 14 w 14"/>
              <a:gd name="T19" fmla="*/ 12 h 64"/>
              <a:gd name="T20" fmla="*/ 0 w 14"/>
              <a:gd name="T21" fmla="*/ 12 h 64"/>
              <a:gd name="T22" fmla="*/ 0 w 14"/>
              <a:gd name="T23" fmla="*/ 12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" h="64">
                <a:moveTo>
                  <a:pt x="0" y="64"/>
                </a:moveTo>
                <a:lnTo>
                  <a:pt x="0" y="18"/>
                </a:lnTo>
                <a:lnTo>
                  <a:pt x="14" y="18"/>
                </a:lnTo>
                <a:lnTo>
                  <a:pt x="14" y="64"/>
                </a:lnTo>
                <a:lnTo>
                  <a:pt x="0" y="64"/>
                </a:lnTo>
                <a:lnTo>
                  <a:pt x="0" y="64"/>
                </a:lnTo>
                <a:close/>
                <a:moveTo>
                  <a:pt x="0" y="12"/>
                </a:moveTo>
                <a:lnTo>
                  <a:pt x="0" y="0"/>
                </a:lnTo>
                <a:lnTo>
                  <a:pt x="14" y="0"/>
                </a:lnTo>
                <a:lnTo>
                  <a:pt x="14" y="12"/>
                </a:lnTo>
                <a:lnTo>
                  <a:pt x="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38"/>
          <p:cNvSpPr>
            <a:spLocks noEditPoints="1"/>
          </p:cNvSpPr>
          <p:nvPr/>
        </p:nvSpPr>
        <p:spPr bwMode="auto">
          <a:xfrm>
            <a:off x="1683280" y="4498446"/>
            <a:ext cx="76200" cy="76200"/>
          </a:xfrm>
          <a:custGeom>
            <a:avLst/>
            <a:gdLst>
              <a:gd name="T0" fmla="*/ 24 w 48"/>
              <a:gd name="T1" fmla="*/ 48 h 48"/>
              <a:gd name="T2" fmla="*/ 14 w 48"/>
              <a:gd name="T3" fmla="*/ 46 h 48"/>
              <a:gd name="T4" fmla="*/ 6 w 48"/>
              <a:gd name="T5" fmla="*/ 42 h 48"/>
              <a:gd name="T6" fmla="*/ 2 w 48"/>
              <a:gd name="T7" fmla="*/ 34 h 48"/>
              <a:gd name="T8" fmla="*/ 0 w 48"/>
              <a:gd name="T9" fmla="*/ 24 h 48"/>
              <a:gd name="T10" fmla="*/ 2 w 48"/>
              <a:gd name="T11" fmla="*/ 16 h 48"/>
              <a:gd name="T12" fmla="*/ 6 w 48"/>
              <a:gd name="T13" fmla="*/ 8 h 48"/>
              <a:gd name="T14" fmla="*/ 14 w 48"/>
              <a:gd name="T15" fmla="*/ 2 h 48"/>
              <a:gd name="T16" fmla="*/ 24 w 48"/>
              <a:gd name="T17" fmla="*/ 0 h 48"/>
              <a:gd name="T18" fmla="*/ 34 w 48"/>
              <a:gd name="T19" fmla="*/ 2 h 48"/>
              <a:gd name="T20" fmla="*/ 42 w 48"/>
              <a:gd name="T21" fmla="*/ 8 h 48"/>
              <a:gd name="T22" fmla="*/ 46 w 48"/>
              <a:gd name="T23" fmla="*/ 16 h 48"/>
              <a:gd name="T24" fmla="*/ 48 w 48"/>
              <a:gd name="T25" fmla="*/ 24 h 48"/>
              <a:gd name="T26" fmla="*/ 46 w 48"/>
              <a:gd name="T27" fmla="*/ 34 h 48"/>
              <a:gd name="T28" fmla="*/ 42 w 48"/>
              <a:gd name="T29" fmla="*/ 42 h 48"/>
              <a:gd name="T30" fmla="*/ 34 w 48"/>
              <a:gd name="T31" fmla="*/ 46 h 48"/>
              <a:gd name="T32" fmla="*/ 24 w 48"/>
              <a:gd name="T33" fmla="*/ 48 h 48"/>
              <a:gd name="T34" fmla="*/ 14 w 48"/>
              <a:gd name="T35" fmla="*/ 24 h 48"/>
              <a:gd name="T36" fmla="*/ 16 w 48"/>
              <a:gd name="T37" fmla="*/ 34 h 48"/>
              <a:gd name="T38" fmla="*/ 20 w 48"/>
              <a:gd name="T39" fmla="*/ 36 h 48"/>
              <a:gd name="T40" fmla="*/ 24 w 48"/>
              <a:gd name="T41" fmla="*/ 36 h 48"/>
              <a:gd name="T42" fmla="*/ 28 w 48"/>
              <a:gd name="T43" fmla="*/ 36 h 48"/>
              <a:gd name="T44" fmla="*/ 32 w 48"/>
              <a:gd name="T45" fmla="*/ 34 h 48"/>
              <a:gd name="T46" fmla="*/ 34 w 48"/>
              <a:gd name="T47" fmla="*/ 30 h 48"/>
              <a:gd name="T48" fmla="*/ 34 w 48"/>
              <a:gd name="T49" fmla="*/ 24 h 48"/>
              <a:gd name="T50" fmla="*/ 32 w 48"/>
              <a:gd name="T51" fmla="*/ 16 h 48"/>
              <a:gd name="T52" fmla="*/ 28 w 48"/>
              <a:gd name="T53" fmla="*/ 14 h 48"/>
              <a:gd name="T54" fmla="*/ 24 w 48"/>
              <a:gd name="T55" fmla="*/ 12 h 48"/>
              <a:gd name="T56" fmla="*/ 20 w 48"/>
              <a:gd name="T57" fmla="*/ 14 h 48"/>
              <a:gd name="T58" fmla="*/ 16 w 48"/>
              <a:gd name="T59" fmla="*/ 16 h 48"/>
              <a:gd name="T60" fmla="*/ 14 w 48"/>
              <a:gd name="T61" fmla="*/ 20 h 48"/>
              <a:gd name="T62" fmla="*/ 14 w 48"/>
              <a:gd name="T63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8" h="48">
                <a:moveTo>
                  <a:pt x="24" y="48"/>
                </a:moveTo>
                <a:lnTo>
                  <a:pt x="24" y="48"/>
                </a:lnTo>
                <a:lnTo>
                  <a:pt x="14" y="46"/>
                </a:lnTo>
                <a:lnTo>
                  <a:pt x="14" y="46"/>
                </a:lnTo>
                <a:lnTo>
                  <a:pt x="6" y="42"/>
                </a:lnTo>
                <a:lnTo>
                  <a:pt x="6" y="42"/>
                </a:lnTo>
                <a:lnTo>
                  <a:pt x="2" y="34"/>
                </a:lnTo>
                <a:lnTo>
                  <a:pt x="2" y="34"/>
                </a:lnTo>
                <a:lnTo>
                  <a:pt x="0" y="24"/>
                </a:lnTo>
                <a:lnTo>
                  <a:pt x="0" y="24"/>
                </a:lnTo>
                <a:lnTo>
                  <a:pt x="2" y="16"/>
                </a:lnTo>
                <a:lnTo>
                  <a:pt x="2" y="16"/>
                </a:lnTo>
                <a:lnTo>
                  <a:pt x="6" y="8"/>
                </a:lnTo>
                <a:lnTo>
                  <a:pt x="6" y="8"/>
                </a:lnTo>
                <a:lnTo>
                  <a:pt x="14" y="2"/>
                </a:lnTo>
                <a:lnTo>
                  <a:pt x="14" y="2"/>
                </a:lnTo>
                <a:lnTo>
                  <a:pt x="24" y="0"/>
                </a:lnTo>
                <a:lnTo>
                  <a:pt x="24" y="0"/>
                </a:lnTo>
                <a:lnTo>
                  <a:pt x="34" y="2"/>
                </a:lnTo>
                <a:lnTo>
                  <a:pt x="34" y="2"/>
                </a:lnTo>
                <a:lnTo>
                  <a:pt x="42" y="8"/>
                </a:lnTo>
                <a:lnTo>
                  <a:pt x="42" y="8"/>
                </a:lnTo>
                <a:lnTo>
                  <a:pt x="46" y="16"/>
                </a:lnTo>
                <a:lnTo>
                  <a:pt x="46" y="16"/>
                </a:lnTo>
                <a:lnTo>
                  <a:pt x="48" y="24"/>
                </a:lnTo>
                <a:lnTo>
                  <a:pt x="48" y="24"/>
                </a:lnTo>
                <a:lnTo>
                  <a:pt x="46" y="34"/>
                </a:lnTo>
                <a:lnTo>
                  <a:pt x="46" y="34"/>
                </a:lnTo>
                <a:lnTo>
                  <a:pt x="42" y="42"/>
                </a:lnTo>
                <a:lnTo>
                  <a:pt x="42" y="42"/>
                </a:lnTo>
                <a:lnTo>
                  <a:pt x="34" y="46"/>
                </a:lnTo>
                <a:lnTo>
                  <a:pt x="34" y="46"/>
                </a:lnTo>
                <a:lnTo>
                  <a:pt x="24" y="48"/>
                </a:lnTo>
                <a:lnTo>
                  <a:pt x="24" y="48"/>
                </a:lnTo>
                <a:close/>
                <a:moveTo>
                  <a:pt x="14" y="24"/>
                </a:moveTo>
                <a:lnTo>
                  <a:pt x="14" y="24"/>
                </a:lnTo>
                <a:lnTo>
                  <a:pt x="14" y="30"/>
                </a:lnTo>
                <a:lnTo>
                  <a:pt x="16" y="34"/>
                </a:lnTo>
                <a:lnTo>
                  <a:pt x="16" y="34"/>
                </a:lnTo>
                <a:lnTo>
                  <a:pt x="20" y="36"/>
                </a:lnTo>
                <a:lnTo>
                  <a:pt x="24" y="36"/>
                </a:lnTo>
                <a:lnTo>
                  <a:pt x="24" y="36"/>
                </a:lnTo>
                <a:lnTo>
                  <a:pt x="28" y="36"/>
                </a:lnTo>
                <a:lnTo>
                  <a:pt x="28" y="36"/>
                </a:lnTo>
                <a:lnTo>
                  <a:pt x="32" y="34"/>
                </a:lnTo>
                <a:lnTo>
                  <a:pt x="32" y="34"/>
                </a:lnTo>
                <a:lnTo>
                  <a:pt x="34" y="30"/>
                </a:lnTo>
                <a:lnTo>
                  <a:pt x="34" y="30"/>
                </a:lnTo>
                <a:lnTo>
                  <a:pt x="34" y="24"/>
                </a:lnTo>
                <a:lnTo>
                  <a:pt x="34" y="24"/>
                </a:lnTo>
                <a:lnTo>
                  <a:pt x="34" y="20"/>
                </a:lnTo>
                <a:lnTo>
                  <a:pt x="32" y="16"/>
                </a:lnTo>
                <a:lnTo>
                  <a:pt x="32" y="16"/>
                </a:lnTo>
                <a:lnTo>
                  <a:pt x="28" y="14"/>
                </a:lnTo>
                <a:lnTo>
                  <a:pt x="24" y="12"/>
                </a:lnTo>
                <a:lnTo>
                  <a:pt x="24" y="12"/>
                </a:lnTo>
                <a:lnTo>
                  <a:pt x="20" y="14"/>
                </a:lnTo>
                <a:lnTo>
                  <a:pt x="20" y="14"/>
                </a:lnTo>
                <a:lnTo>
                  <a:pt x="16" y="16"/>
                </a:lnTo>
                <a:lnTo>
                  <a:pt x="16" y="16"/>
                </a:lnTo>
                <a:lnTo>
                  <a:pt x="14" y="20"/>
                </a:lnTo>
                <a:lnTo>
                  <a:pt x="14" y="20"/>
                </a:lnTo>
                <a:lnTo>
                  <a:pt x="14" y="24"/>
                </a:lnTo>
                <a:lnTo>
                  <a:pt x="14" y="24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39"/>
          <p:cNvSpPr>
            <a:spLocks/>
          </p:cNvSpPr>
          <p:nvPr/>
        </p:nvSpPr>
        <p:spPr bwMode="auto">
          <a:xfrm>
            <a:off x="1772180" y="4498446"/>
            <a:ext cx="69850" cy="76200"/>
          </a:xfrm>
          <a:custGeom>
            <a:avLst/>
            <a:gdLst>
              <a:gd name="T0" fmla="*/ 44 w 44"/>
              <a:gd name="T1" fmla="*/ 48 h 48"/>
              <a:gd name="T2" fmla="*/ 30 w 44"/>
              <a:gd name="T3" fmla="*/ 48 h 48"/>
              <a:gd name="T4" fmla="*/ 30 w 44"/>
              <a:gd name="T5" fmla="*/ 22 h 48"/>
              <a:gd name="T6" fmla="*/ 30 w 44"/>
              <a:gd name="T7" fmla="*/ 22 h 48"/>
              <a:gd name="T8" fmla="*/ 28 w 44"/>
              <a:gd name="T9" fmla="*/ 16 h 48"/>
              <a:gd name="T10" fmla="*/ 28 w 44"/>
              <a:gd name="T11" fmla="*/ 16 h 48"/>
              <a:gd name="T12" fmla="*/ 24 w 44"/>
              <a:gd name="T13" fmla="*/ 14 h 48"/>
              <a:gd name="T14" fmla="*/ 24 w 44"/>
              <a:gd name="T15" fmla="*/ 14 h 48"/>
              <a:gd name="T16" fmla="*/ 20 w 44"/>
              <a:gd name="T17" fmla="*/ 14 h 48"/>
              <a:gd name="T18" fmla="*/ 20 w 44"/>
              <a:gd name="T19" fmla="*/ 14 h 48"/>
              <a:gd name="T20" fmla="*/ 18 w 44"/>
              <a:gd name="T21" fmla="*/ 16 h 48"/>
              <a:gd name="T22" fmla="*/ 18 w 44"/>
              <a:gd name="T23" fmla="*/ 16 h 48"/>
              <a:gd name="T24" fmla="*/ 14 w 44"/>
              <a:gd name="T25" fmla="*/ 18 h 48"/>
              <a:gd name="T26" fmla="*/ 14 w 44"/>
              <a:gd name="T27" fmla="*/ 18 h 48"/>
              <a:gd name="T28" fmla="*/ 14 w 44"/>
              <a:gd name="T29" fmla="*/ 22 h 48"/>
              <a:gd name="T30" fmla="*/ 14 w 44"/>
              <a:gd name="T31" fmla="*/ 48 h 48"/>
              <a:gd name="T32" fmla="*/ 0 w 44"/>
              <a:gd name="T33" fmla="*/ 48 h 48"/>
              <a:gd name="T34" fmla="*/ 0 w 44"/>
              <a:gd name="T35" fmla="*/ 2 h 48"/>
              <a:gd name="T36" fmla="*/ 12 w 44"/>
              <a:gd name="T37" fmla="*/ 2 h 48"/>
              <a:gd name="T38" fmla="*/ 12 w 44"/>
              <a:gd name="T39" fmla="*/ 10 h 48"/>
              <a:gd name="T40" fmla="*/ 12 w 44"/>
              <a:gd name="T41" fmla="*/ 10 h 48"/>
              <a:gd name="T42" fmla="*/ 14 w 44"/>
              <a:gd name="T43" fmla="*/ 6 h 48"/>
              <a:gd name="T44" fmla="*/ 18 w 44"/>
              <a:gd name="T45" fmla="*/ 4 h 48"/>
              <a:gd name="T46" fmla="*/ 18 w 44"/>
              <a:gd name="T47" fmla="*/ 4 h 48"/>
              <a:gd name="T48" fmla="*/ 24 w 44"/>
              <a:gd name="T49" fmla="*/ 2 h 48"/>
              <a:gd name="T50" fmla="*/ 30 w 44"/>
              <a:gd name="T51" fmla="*/ 0 h 48"/>
              <a:gd name="T52" fmla="*/ 30 w 44"/>
              <a:gd name="T53" fmla="*/ 0 h 48"/>
              <a:gd name="T54" fmla="*/ 36 w 44"/>
              <a:gd name="T55" fmla="*/ 2 h 48"/>
              <a:gd name="T56" fmla="*/ 36 w 44"/>
              <a:gd name="T57" fmla="*/ 2 h 48"/>
              <a:gd name="T58" fmla="*/ 40 w 44"/>
              <a:gd name="T59" fmla="*/ 6 h 48"/>
              <a:gd name="T60" fmla="*/ 40 w 44"/>
              <a:gd name="T61" fmla="*/ 6 h 48"/>
              <a:gd name="T62" fmla="*/ 42 w 44"/>
              <a:gd name="T63" fmla="*/ 12 h 48"/>
              <a:gd name="T64" fmla="*/ 42 w 44"/>
              <a:gd name="T65" fmla="*/ 12 h 48"/>
              <a:gd name="T66" fmla="*/ 44 w 44"/>
              <a:gd name="T67" fmla="*/ 18 h 48"/>
              <a:gd name="T68" fmla="*/ 44 w 44"/>
              <a:gd name="T69" fmla="*/ 48 h 48"/>
              <a:gd name="T70" fmla="*/ 44 w 44"/>
              <a:gd name="T71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" h="48">
                <a:moveTo>
                  <a:pt x="44" y="48"/>
                </a:moveTo>
                <a:lnTo>
                  <a:pt x="30" y="48"/>
                </a:lnTo>
                <a:lnTo>
                  <a:pt x="30" y="22"/>
                </a:lnTo>
                <a:lnTo>
                  <a:pt x="30" y="22"/>
                </a:lnTo>
                <a:lnTo>
                  <a:pt x="28" y="16"/>
                </a:lnTo>
                <a:lnTo>
                  <a:pt x="28" y="16"/>
                </a:lnTo>
                <a:lnTo>
                  <a:pt x="24" y="14"/>
                </a:lnTo>
                <a:lnTo>
                  <a:pt x="24" y="14"/>
                </a:lnTo>
                <a:lnTo>
                  <a:pt x="20" y="14"/>
                </a:lnTo>
                <a:lnTo>
                  <a:pt x="20" y="14"/>
                </a:lnTo>
                <a:lnTo>
                  <a:pt x="18" y="16"/>
                </a:lnTo>
                <a:lnTo>
                  <a:pt x="18" y="16"/>
                </a:lnTo>
                <a:lnTo>
                  <a:pt x="14" y="18"/>
                </a:lnTo>
                <a:lnTo>
                  <a:pt x="14" y="18"/>
                </a:lnTo>
                <a:lnTo>
                  <a:pt x="14" y="22"/>
                </a:lnTo>
                <a:lnTo>
                  <a:pt x="14" y="48"/>
                </a:lnTo>
                <a:lnTo>
                  <a:pt x="0" y="48"/>
                </a:lnTo>
                <a:lnTo>
                  <a:pt x="0" y="2"/>
                </a:lnTo>
                <a:lnTo>
                  <a:pt x="12" y="2"/>
                </a:lnTo>
                <a:lnTo>
                  <a:pt x="12" y="10"/>
                </a:lnTo>
                <a:lnTo>
                  <a:pt x="12" y="10"/>
                </a:lnTo>
                <a:lnTo>
                  <a:pt x="14" y="6"/>
                </a:lnTo>
                <a:lnTo>
                  <a:pt x="18" y="4"/>
                </a:lnTo>
                <a:lnTo>
                  <a:pt x="18" y="4"/>
                </a:lnTo>
                <a:lnTo>
                  <a:pt x="24" y="2"/>
                </a:lnTo>
                <a:lnTo>
                  <a:pt x="30" y="0"/>
                </a:lnTo>
                <a:lnTo>
                  <a:pt x="30" y="0"/>
                </a:lnTo>
                <a:lnTo>
                  <a:pt x="36" y="2"/>
                </a:lnTo>
                <a:lnTo>
                  <a:pt x="36" y="2"/>
                </a:lnTo>
                <a:lnTo>
                  <a:pt x="40" y="6"/>
                </a:lnTo>
                <a:lnTo>
                  <a:pt x="40" y="6"/>
                </a:lnTo>
                <a:lnTo>
                  <a:pt x="42" y="12"/>
                </a:lnTo>
                <a:lnTo>
                  <a:pt x="42" y="12"/>
                </a:lnTo>
                <a:lnTo>
                  <a:pt x="44" y="18"/>
                </a:lnTo>
                <a:lnTo>
                  <a:pt x="44" y="48"/>
                </a:lnTo>
                <a:lnTo>
                  <a:pt x="44" y="48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40"/>
          <p:cNvSpPr>
            <a:spLocks noEditPoints="1"/>
          </p:cNvSpPr>
          <p:nvPr/>
        </p:nvSpPr>
        <p:spPr bwMode="auto">
          <a:xfrm>
            <a:off x="1889655" y="4476221"/>
            <a:ext cx="85725" cy="98425"/>
          </a:xfrm>
          <a:custGeom>
            <a:avLst/>
            <a:gdLst>
              <a:gd name="T0" fmla="*/ 0 w 54"/>
              <a:gd name="T1" fmla="*/ 62 h 62"/>
              <a:gd name="T2" fmla="*/ 0 w 54"/>
              <a:gd name="T3" fmla="*/ 0 h 62"/>
              <a:gd name="T4" fmla="*/ 22 w 54"/>
              <a:gd name="T5" fmla="*/ 0 h 62"/>
              <a:gd name="T6" fmla="*/ 22 w 54"/>
              <a:gd name="T7" fmla="*/ 0 h 62"/>
              <a:gd name="T8" fmla="*/ 30 w 54"/>
              <a:gd name="T9" fmla="*/ 0 h 62"/>
              <a:gd name="T10" fmla="*/ 36 w 54"/>
              <a:gd name="T11" fmla="*/ 2 h 62"/>
              <a:gd name="T12" fmla="*/ 36 w 54"/>
              <a:gd name="T13" fmla="*/ 2 h 62"/>
              <a:gd name="T14" fmla="*/ 42 w 54"/>
              <a:gd name="T15" fmla="*/ 4 h 62"/>
              <a:gd name="T16" fmla="*/ 46 w 54"/>
              <a:gd name="T17" fmla="*/ 8 h 62"/>
              <a:gd name="T18" fmla="*/ 46 w 54"/>
              <a:gd name="T19" fmla="*/ 8 h 62"/>
              <a:gd name="T20" fmla="*/ 52 w 54"/>
              <a:gd name="T21" fmla="*/ 18 h 62"/>
              <a:gd name="T22" fmla="*/ 52 w 54"/>
              <a:gd name="T23" fmla="*/ 18 h 62"/>
              <a:gd name="T24" fmla="*/ 54 w 54"/>
              <a:gd name="T25" fmla="*/ 30 h 62"/>
              <a:gd name="T26" fmla="*/ 54 w 54"/>
              <a:gd name="T27" fmla="*/ 30 h 62"/>
              <a:gd name="T28" fmla="*/ 54 w 54"/>
              <a:gd name="T29" fmla="*/ 38 h 62"/>
              <a:gd name="T30" fmla="*/ 52 w 54"/>
              <a:gd name="T31" fmla="*/ 44 h 62"/>
              <a:gd name="T32" fmla="*/ 52 w 54"/>
              <a:gd name="T33" fmla="*/ 44 h 62"/>
              <a:gd name="T34" fmla="*/ 46 w 54"/>
              <a:gd name="T35" fmla="*/ 52 h 62"/>
              <a:gd name="T36" fmla="*/ 46 w 54"/>
              <a:gd name="T37" fmla="*/ 52 h 62"/>
              <a:gd name="T38" fmla="*/ 40 w 54"/>
              <a:gd name="T39" fmla="*/ 56 h 62"/>
              <a:gd name="T40" fmla="*/ 36 w 54"/>
              <a:gd name="T41" fmla="*/ 60 h 62"/>
              <a:gd name="T42" fmla="*/ 36 w 54"/>
              <a:gd name="T43" fmla="*/ 60 h 62"/>
              <a:gd name="T44" fmla="*/ 22 w 54"/>
              <a:gd name="T45" fmla="*/ 62 h 62"/>
              <a:gd name="T46" fmla="*/ 0 w 54"/>
              <a:gd name="T47" fmla="*/ 62 h 62"/>
              <a:gd name="T48" fmla="*/ 0 w 54"/>
              <a:gd name="T49" fmla="*/ 62 h 62"/>
              <a:gd name="T50" fmla="*/ 40 w 54"/>
              <a:gd name="T51" fmla="*/ 30 h 62"/>
              <a:gd name="T52" fmla="*/ 40 w 54"/>
              <a:gd name="T53" fmla="*/ 30 h 62"/>
              <a:gd name="T54" fmla="*/ 38 w 54"/>
              <a:gd name="T55" fmla="*/ 22 h 62"/>
              <a:gd name="T56" fmla="*/ 38 w 54"/>
              <a:gd name="T57" fmla="*/ 22 h 62"/>
              <a:gd name="T58" fmla="*/ 34 w 54"/>
              <a:gd name="T59" fmla="*/ 18 h 62"/>
              <a:gd name="T60" fmla="*/ 34 w 54"/>
              <a:gd name="T61" fmla="*/ 18 h 62"/>
              <a:gd name="T62" fmla="*/ 30 w 54"/>
              <a:gd name="T63" fmla="*/ 14 h 62"/>
              <a:gd name="T64" fmla="*/ 30 w 54"/>
              <a:gd name="T65" fmla="*/ 14 h 62"/>
              <a:gd name="T66" fmla="*/ 22 w 54"/>
              <a:gd name="T67" fmla="*/ 12 h 62"/>
              <a:gd name="T68" fmla="*/ 14 w 54"/>
              <a:gd name="T69" fmla="*/ 12 h 62"/>
              <a:gd name="T70" fmla="*/ 14 w 54"/>
              <a:gd name="T71" fmla="*/ 48 h 62"/>
              <a:gd name="T72" fmla="*/ 22 w 54"/>
              <a:gd name="T73" fmla="*/ 48 h 62"/>
              <a:gd name="T74" fmla="*/ 22 w 54"/>
              <a:gd name="T75" fmla="*/ 48 h 62"/>
              <a:gd name="T76" fmla="*/ 30 w 54"/>
              <a:gd name="T77" fmla="*/ 48 h 62"/>
              <a:gd name="T78" fmla="*/ 30 w 54"/>
              <a:gd name="T79" fmla="*/ 48 h 62"/>
              <a:gd name="T80" fmla="*/ 34 w 54"/>
              <a:gd name="T81" fmla="*/ 44 h 62"/>
              <a:gd name="T82" fmla="*/ 34 w 54"/>
              <a:gd name="T83" fmla="*/ 44 h 62"/>
              <a:gd name="T84" fmla="*/ 38 w 54"/>
              <a:gd name="T85" fmla="*/ 38 h 62"/>
              <a:gd name="T86" fmla="*/ 38 w 54"/>
              <a:gd name="T87" fmla="*/ 38 h 62"/>
              <a:gd name="T88" fmla="*/ 40 w 54"/>
              <a:gd name="T89" fmla="*/ 30 h 62"/>
              <a:gd name="T90" fmla="*/ 40 w 54"/>
              <a:gd name="T91" fmla="*/ 3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4" h="62">
                <a:moveTo>
                  <a:pt x="0" y="62"/>
                </a:moveTo>
                <a:lnTo>
                  <a:pt x="0" y="0"/>
                </a:lnTo>
                <a:lnTo>
                  <a:pt x="22" y="0"/>
                </a:lnTo>
                <a:lnTo>
                  <a:pt x="22" y="0"/>
                </a:lnTo>
                <a:lnTo>
                  <a:pt x="30" y="0"/>
                </a:lnTo>
                <a:lnTo>
                  <a:pt x="36" y="2"/>
                </a:lnTo>
                <a:lnTo>
                  <a:pt x="36" y="2"/>
                </a:lnTo>
                <a:lnTo>
                  <a:pt x="42" y="4"/>
                </a:lnTo>
                <a:lnTo>
                  <a:pt x="46" y="8"/>
                </a:lnTo>
                <a:lnTo>
                  <a:pt x="46" y="8"/>
                </a:lnTo>
                <a:lnTo>
                  <a:pt x="52" y="18"/>
                </a:lnTo>
                <a:lnTo>
                  <a:pt x="52" y="18"/>
                </a:lnTo>
                <a:lnTo>
                  <a:pt x="54" y="30"/>
                </a:lnTo>
                <a:lnTo>
                  <a:pt x="54" y="30"/>
                </a:lnTo>
                <a:lnTo>
                  <a:pt x="54" y="38"/>
                </a:lnTo>
                <a:lnTo>
                  <a:pt x="52" y="44"/>
                </a:lnTo>
                <a:lnTo>
                  <a:pt x="52" y="44"/>
                </a:lnTo>
                <a:lnTo>
                  <a:pt x="46" y="52"/>
                </a:lnTo>
                <a:lnTo>
                  <a:pt x="46" y="52"/>
                </a:lnTo>
                <a:lnTo>
                  <a:pt x="40" y="56"/>
                </a:lnTo>
                <a:lnTo>
                  <a:pt x="36" y="60"/>
                </a:lnTo>
                <a:lnTo>
                  <a:pt x="36" y="60"/>
                </a:lnTo>
                <a:lnTo>
                  <a:pt x="22" y="62"/>
                </a:lnTo>
                <a:lnTo>
                  <a:pt x="0" y="62"/>
                </a:lnTo>
                <a:lnTo>
                  <a:pt x="0" y="62"/>
                </a:lnTo>
                <a:close/>
                <a:moveTo>
                  <a:pt x="40" y="30"/>
                </a:moveTo>
                <a:lnTo>
                  <a:pt x="40" y="30"/>
                </a:lnTo>
                <a:lnTo>
                  <a:pt x="38" y="22"/>
                </a:lnTo>
                <a:lnTo>
                  <a:pt x="38" y="22"/>
                </a:lnTo>
                <a:lnTo>
                  <a:pt x="34" y="18"/>
                </a:lnTo>
                <a:lnTo>
                  <a:pt x="34" y="18"/>
                </a:lnTo>
                <a:lnTo>
                  <a:pt x="30" y="14"/>
                </a:lnTo>
                <a:lnTo>
                  <a:pt x="30" y="14"/>
                </a:lnTo>
                <a:lnTo>
                  <a:pt x="22" y="12"/>
                </a:lnTo>
                <a:lnTo>
                  <a:pt x="14" y="12"/>
                </a:lnTo>
                <a:lnTo>
                  <a:pt x="14" y="48"/>
                </a:lnTo>
                <a:lnTo>
                  <a:pt x="22" y="48"/>
                </a:lnTo>
                <a:lnTo>
                  <a:pt x="22" y="48"/>
                </a:lnTo>
                <a:lnTo>
                  <a:pt x="30" y="48"/>
                </a:lnTo>
                <a:lnTo>
                  <a:pt x="30" y="48"/>
                </a:lnTo>
                <a:lnTo>
                  <a:pt x="34" y="44"/>
                </a:lnTo>
                <a:lnTo>
                  <a:pt x="34" y="44"/>
                </a:lnTo>
                <a:lnTo>
                  <a:pt x="38" y="38"/>
                </a:lnTo>
                <a:lnTo>
                  <a:pt x="38" y="38"/>
                </a:lnTo>
                <a:lnTo>
                  <a:pt x="40" y="30"/>
                </a:lnTo>
                <a:lnTo>
                  <a:pt x="40" y="3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" name="Freeform 41"/>
          <p:cNvSpPr>
            <a:spLocks noEditPoints="1"/>
          </p:cNvSpPr>
          <p:nvPr/>
        </p:nvSpPr>
        <p:spPr bwMode="auto">
          <a:xfrm>
            <a:off x="2594505" y="2733146"/>
            <a:ext cx="161925" cy="161925"/>
          </a:xfrm>
          <a:custGeom>
            <a:avLst/>
            <a:gdLst>
              <a:gd name="T0" fmla="*/ 52 w 102"/>
              <a:gd name="T1" fmla="*/ 14 h 102"/>
              <a:gd name="T2" fmla="*/ 36 w 102"/>
              <a:gd name="T3" fmla="*/ 18 h 102"/>
              <a:gd name="T4" fmla="*/ 24 w 102"/>
              <a:gd name="T5" fmla="*/ 28 h 102"/>
              <a:gd name="T6" fmla="*/ 20 w 102"/>
              <a:gd name="T7" fmla="*/ 34 h 102"/>
              <a:gd name="T8" fmla="*/ 14 w 102"/>
              <a:gd name="T9" fmla="*/ 46 h 102"/>
              <a:gd name="T10" fmla="*/ 16 w 102"/>
              <a:gd name="T11" fmla="*/ 62 h 102"/>
              <a:gd name="T12" fmla="*/ 22 w 102"/>
              <a:gd name="T13" fmla="*/ 74 h 102"/>
              <a:gd name="T14" fmla="*/ 28 w 102"/>
              <a:gd name="T15" fmla="*/ 80 h 102"/>
              <a:gd name="T16" fmla="*/ 52 w 102"/>
              <a:gd name="T17" fmla="*/ 88 h 102"/>
              <a:gd name="T18" fmla="*/ 60 w 102"/>
              <a:gd name="T19" fmla="*/ 88 h 102"/>
              <a:gd name="T20" fmla="*/ 74 w 102"/>
              <a:gd name="T21" fmla="*/ 80 h 102"/>
              <a:gd name="T22" fmla="*/ 80 w 102"/>
              <a:gd name="T23" fmla="*/ 76 h 102"/>
              <a:gd name="T24" fmla="*/ 86 w 102"/>
              <a:gd name="T25" fmla="*/ 62 h 102"/>
              <a:gd name="T26" fmla="*/ 88 w 102"/>
              <a:gd name="T27" fmla="*/ 48 h 102"/>
              <a:gd name="T28" fmla="*/ 88 w 102"/>
              <a:gd name="T29" fmla="*/ 40 h 102"/>
              <a:gd name="T30" fmla="*/ 80 w 102"/>
              <a:gd name="T31" fmla="*/ 28 h 102"/>
              <a:gd name="T32" fmla="*/ 76 w 102"/>
              <a:gd name="T33" fmla="*/ 22 h 102"/>
              <a:gd name="T34" fmla="*/ 52 w 102"/>
              <a:gd name="T35" fmla="*/ 14 h 102"/>
              <a:gd name="T36" fmla="*/ 52 w 102"/>
              <a:gd name="T37" fmla="*/ 102 h 102"/>
              <a:gd name="T38" fmla="*/ 42 w 102"/>
              <a:gd name="T39" fmla="*/ 102 h 102"/>
              <a:gd name="T40" fmla="*/ 26 w 102"/>
              <a:gd name="T41" fmla="*/ 96 h 102"/>
              <a:gd name="T42" fmla="*/ 18 w 102"/>
              <a:gd name="T43" fmla="*/ 90 h 102"/>
              <a:gd name="T44" fmla="*/ 6 w 102"/>
              <a:gd name="T45" fmla="*/ 74 h 102"/>
              <a:gd name="T46" fmla="*/ 0 w 102"/>
              <a:gd name="T47" fmla="*/ 56 h 102"/>
              <a:gd name="T48" fmla="*/ 2 w 102"/>
              <a:gd name="T49" fmla="*/ 36 h 102"/>
              <a:gd name="T50" fmla="*/ 12 w 102"/>
              <a:gd name="T51" fmla="*/ 18 h 102"/>
              <a:gd name="T52" fmla="*/ 20 w 102"/>
              <a:gd name="T53" fmla="*/ 10 h 102"/>
              <a:gd name="T54" fmla="*/ 40 w 102"/>
              <a:gd name="T55" fmla="*/ 2 h 102"/>
              <a:gd name="T56" fmla="*/ 52 w 102"/>
              <a:gd name="T57" fmla="*/ 0 h 102"/>
              <a:gd name="T58" fmla="*/ 70 w 102"/>
              <a:gd name="T59" fmla="*/ 4 h 102"/>
              <a:gd name="T60" fmla="*/ 84 w 102"/>
              <a:gd name="T61" fmla="*/ 12 h 102"/>
              <a:gd name="T62" fmla="*/ 92 w 102"/>
              <a:gd name="T63" fmla="*/ 20 h 102"/>
              <a:gd name="T64" fmla="*/ 100 w 102"/>
              <a:gd name="T65" fmla="*/ 36 h 102"/>
              <a:gd name="T66" fmla="*/ 102 w 102"/>
              <a:gd name="T67" fmla="*/ 46 h 102"/>
              <a:gd name="T68" fmla="*/ 100 w 102"/>
              <a:gd name="T69" fmla="*/ 66 h 102"/>
              <a:gd name="T70" fmla="*/ 90 w 102"/>
              <a:gd name="T71" fmla="*/ 84 h 102"/>
              <a:gd name="T72" fmla="*/ 82 w 102"/>
              <a:gd name="T73" fmla="*/ 92 h 102"/>
              <a:gd name="T74" fmla="*/ 62 w 102"/>
              <a:gd name="T75" fmla="*/ 100 h 102"/>
              <a:gd name="T76" fmla="*/ 52 w 102"/>
              <a:gd name="T77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" h="102">
                <a:moveTo>
                  <a:pt x="52" y="14"/>
                </a:moveTo>
                <a:lnTo>
                  <a:pt x="52" y="14"/>
                </a:lnTo>
                <a:lnTo>
                  <a:pt x="44" y="14"/>
                </a:lnTo>
                <a:lnTo>
                  <a:pt x="36" y="18"/>
                </a:lnTo>
                <a:lnTo>
                  <a:pt x="30" y="22"/>
                </a:lnTo>
                <a:lnTo>
                  <a:pt x="24" y="28"/>
                </a:lnTo>
                <a:lnTo>
                  <a:pt x="24" y="28"/>
                </a:lnTo>
                <a:lnTo>
                  <a:pt x="20" y="34"/>
                </a:lnTo>
                <a:lnTo>
                  <a:pt x="16" y="40"/>
                </a:lnTo>
                <a:lnTo>
                  <a:pt x="14" y="46"/>
                </a:lnTo>
                <a:lnTo>
                  <a:pt x="14" y="54"/>
                </a:lnTo>
                <a:lnTo>
                  <a:pt x="16" y="62"/>
                </a:lnTo>
                <a:lnTo>
                  <a:pt x="18" y="68"/>
                </a:lnTo>
                <a:lnTo>
                  <a:pt x="22" y="74"/>
                </a:lnTo>
                <a:lnTo>
                  <a:pt x="28" y="80"/>
                </a:lnTo>
                <a:lnTo>
                  <a:pt x="28" y="80"/>
                </a:lnTo>
                <a:lnTo>
                  <a:pt x="38" y="86"/>
                </a:lnTo>
                <a:lnTo>
                  <a:pt x="52" y="88"/>
                </a:lnTo>
                <a:lnTo>
                  <a:pt x="52" y="88"/>
                </a:lnTo>
                <a:lnTo>
                  <a:pt x="60" y="88"/>
                </a:lnTo>
                <a:lnTo>
                  <a:pt x="68" y="84"/>
                </a:lnTo>
                <a:lnTo>
                  <a:pt x="74" y="80"/>
                </a:lnTo>
                <a:lnTo>
                  <a:pt x="80" y="76"/>
                </a:lnTo>
                <a:lnTo>
                  <a:pt x="80" y="76"/>
                </a:lnTo>
                <a:lnTo>
                  <a:pt x="84" y="70"/>
                </a:lnTo>
                <a:lnTo>
                  <a:pt x="86" y="62"/>
                </a:lnTo>
                <a:lnTo>
                  <a:pt x="88" y="56"/>
                </a:lnTo>
                <a:lnTo>
                  <a:pt x="88" y="48"/>
                </a:lnTo>
                <a:lnTo>
                  <a:pt x="88" y="48"/>
                </a:lnTo>
                <a:lnTo>
                  <a:pt x="88" y="40"/>
                </a:lnTo>
                <a:lnTo>
                  <a:pt x="84" y="34"/>
                </a:lnTo>
                <a:lnTo>
                  <a:pt x="80" y="28"/>
                </a:lnTo>
                <a:lnTo>
                  <a:pt x="76" y="22"/>
                </a:lnTo>
                <a:lnTo>
                  <a:pt x="76" y="22"/>
                </a:lnTo>
                <a:lnTo>
                  <a:pt x="64" y="16"/>
                </a:lnTo>
                <a:lnTo>
                  <a:pt x="52" y="14"/>
                </a:lnTo>
                <a:lnTo>
                  <a:pt x="52" y="14"/>
                </a:lnTo>
                <a:close/>
                <a:moveTo>
                  <a:pt x="52" y="102"/>
                </a:moveTo>
                <a:lnTo>
                  <a:pt x="52" y="102"/>
                </a:lnTo>
                <a:lnTo>
                  <a:pt x="42" y="102"/>
                </a:lnTo>
                <a:lnTo>
                  <a:pt x="34" y="98"/>
                </a:lnTo>
                <a:lnTo>
                  <a:pt x="26" y="96"/>
                </a:lnTo>
                <a:lnTo>
                  <a:pt x="18" y="90"/>
                </a:lnTo>
                <a:lnTo>
                  <a:pt x="18" y="90"/>
                </a:lnTo>
                <a:lnTo>
                  <a:pt x="12" y="82"/>
                </a:lnTo>
                <a:lnTo>
                  <a:pt x="6" y="74"/>
                </a:lnTo>
                <a:lnTo>
                  <a:pt x="2" y="64"/>
                </a:lnTo>
                <a:lnTo>
                  <a:pt x="0" y="56"/>
                </a:lnTo>
                <a:lnTo>
                  <a:pt x="0" y="46"/>
                </a:lnTo>
                <a:lnTo>
                  <a:pt x="2" y="36"/>
                </a:lnTo>
                <a:lnTo>
                  <a:pt x="6" y="26"/>
                </a:lnTo>
                <a:lnTo>
                  <a:pt x="12" y="18"/>
                </a:lnTo>
                <a:lnTo>
                  <a:pt x="12" y="18"/>
                </a:lnTo>
                <a:lnTo>
                  <a:pt x="20" y="10"/>
                </a:lnTo>
                <a:lnTo>
                  <a:pt x="30" y="4"/>
                </a:lnTo>
                <a:lnTo>
                  <a:pt x="40" y="2"/>
                </a:lnTo>
                <a:lnTo>
                  <a:pt x="52" y="0"/>
                </a:lnTo>
                <a:lnTo>
                  <a:pt x="52" y="0"/>
                </a:lnTo>
                <a:lnTo>
                  <a:pt x="60" y="0"/>
                </a:lnTo>
                <a:lnTo>
                  <a:pt x="70" y="4"/>
                </a:lnTo>
                <a:lnTo>
                  <a:pt x="78" y="6"/>
                </a:lnTo>
                <a:lnTo>
                  <a:pt x="84" y="12"/>
                </a:lnTo>
                <a:lnTo>
                  <a:pt x="84" y="12"/>
                </a:lnTo>
                <a:lnTo>
                  <a:pt x="92" y="20"/>
                </a:lnTo>
                <a:lnTo>
                  <a:pt x="98" y="28"/>
                </a:lnTo>
                <a:lnTo>
                  <a:pt x="100" y="36"/>
                </a:lnTo>
                <a:lnTo>
                  <a:pt x="102" y="46"/>
                </a:lnTo>
                <a:lnTo>
                  <a:pt x="102" y="46"/>
                </a:lnTo>
                <a:lnTo>
                  <a:pt x="102" y="56"/>
                </a:lnTo>
                <a:lnTo>
                  <a:pt x="100" y="66"/>
                </a:lnTo>
                <a:lnTo>
                  <a:pt x="96" y="76"/>
                </a:lnTo>
                <a:lnTo>
                  <a:pt x="90" y="84"/>
                </a:lnTo>
                <a:lnTo>
                  <a:pt x="90" y="84"/>
                </a:lnTo>
                <a:lnTo>
                  <a:pt x="82" y="92"/>
                </a:lnTo>
                <a:lnTo>
                  <a:pt x="72" y="98"/>
                </a:lnTo>
                <a:lnTo>
                  <a:pt x="62" y="100"/>
                </a:lnTo>
                <a:lnTo>
                  <a:pt x="52" y="102"/>
                </a:lnTo>
                <a:lnTo>
                  <a:pt x="52" y="102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" name="Freeform 42"/>
          <p:cNvSpPr>
            <a:spLocks/>
          </p:cNvSpPr>
          <p:nvPr/>
        </p:nvSpPr>
        <p:spPr bwMode="auto">
          <a:xfrm>
            <a:off x="2597680" y="2860146"/>
            <a:ext cx="41275" cy="41275"/>
          </a:xfrm>
          <a:custGeom>
            <a:avLst/>
            <a:gdLst>
              <a:gd name="T0" fmla="*/ 12 w 26"/>
              <a:gd name="T1" fmla="*/ 26 h 26"/>
              <a:gd name="T2" fmla="*/ 0 w 26"/>
              <a:gd name="T3" fmla="*/ 18 h 26"/>
              <a:gd name="T4" fmla="*/ 16 w 26"/>
              <a:gd name="T5" fmla="*/ 0 h 26"/>
              <a:gd name="T6" fmla="*/ 26 w 26"/>
              <a:gd name="T7" fmla="*/ 10 h 26"/>
              <a:gd name="T8" fmla="*/ 12 w 26"/>
              <a:gd name="T9" fmla="*/ 26 h 26"/>
              <a:gd name="T10" fmla="*/ 12 w 26"/>
              <a:gd name="T11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" h="26">
                <a:moveTo>
                  <a:pt x="12" y="26"/>
                </a:moveTo>
                <a:lnTo>
                  <a:pt x="0" y="18"/>
                </a:lnTo>
                <a:lnTo>
                  <a:pt x="16" y="0"/>
                </a:lnTo>
                <a:lnTo>
                  <a:pt x="26" y="10"/>
                </a:lnTo>
                <a:lnTo>
                  <a:pt x="12" y="26"/>
                </a:lnTo>
                <a:lnTo>
                  <a:pt x="12" y="26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" name="Freeform 43"/>
          <p:cNvSpPr>
            <a:spLocks/>
          </p:cNvSpPr>
          <p:nvPr/>
        </p:nvSpPr>
        <p:spPr bwMode="auto">
          <a:xfrm>
            <a:off x="2550055" y="2885546"/>
            <a:ext cx="69850" cy="73025"/>
          </a:xfrm>
          <a:custGeom>
            <a:avLst/>
            <a:gdLst>
              <a:gd name="T0" fmla="*/ 18 w 44"/>
              <a:gd name="T1" fmla="*/ 44 h 46"/>
              <a:gd name="T2" fmla="*/ 18 w 44"/>
              <a:gd name="T3" fmla="*/ 44 h 46"/>
              <a:gd name="T4" fmla="*/ 14 w 44"/>
              <a:gd name="T5" fmla="*/ 46 h 46"/>
              <a:gd name="T6" fmla="*/ 10 w 44"/>
              <a:gd name="T7" fmla="*/ 46 h 46"/>
              <a:gd name="T8" fmla="*/ 2 w 44"/>
              <a:gd name="T9" fmla="*/ 40 h 46"/>
              <a:gd name="T10" fmla="*/ 2 w 44"/>
              <a:gd name="T11" fmla="*/ 40 h 46"/>
              <a:gd name="T12" fmla="*/ 0 w 44"/>
              <a:gd name="T13" fmla="*/ 34 h 46"/>
              <a:gd name="T14" fmla="*/ 2 w 44"/>
              <a:gd name="T15" fmla="*/ 30 h 46"/>
              <a:gd name="T16" fmla="*/ 24 w 44"/>
              <a:gd name="T17" fmla="*/ 2 h 46"/>
              <a:gd name="T18" fmla="*/ 24 w 44"/>
              <a:gd name="T19" fmla="*/ 2 h 46"/>
              <a:gd name="T20" fmla="*/ 30 w 44"/>
              <a:gd name="T21" fmla="*/ 0 h 46"/>
              <a:gd name="T22" fmla="*/ 34 w 44"/>
              <a:gd name="T23" fmla="*/ 2 h 46"/>
              <a:gd name="T24" fmla="*/ 42 w 44"/>
              <a:gd name="T25" fmla="*/ 8 h 46"/>
              <a:gd name="T26" fmla="*/ 42 w 44"/>
              <a:gd name="T27" fmla="*/ 8 h 46"/>
              <a:gd name="T28" fmla="*/ 44 w 44"/>
              <a:gd name="T29" fmla="*/ 12 h 46"/>
              <a:gd name="T30" fmla="*/ 42 w 44"/>
              <a:gd name="T31" fmla="*/ 18 h 46"/>
              <a:gd name="T32" fmla="*/ 18 w 44"/>
              <a:gd name="T33" fmla="*/ 44 h 46"/>
              <a:gd name="T34" fmla="*/ 18 w 44"/>
              <a:gd name="T35" fmla="*/ 44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4" h="46">
                <a:moveTo>
                  <a:pt x="18" y="44"/>
                </a:moveTo>
                <a:lnTo>
                  <a:pt x="18" y="44"/>
                </a:lnTo>
                <a:lnTo>
                  <a:pt x="14" y="46"/>
                </a:lnTo>
                <a:lnTo>
                  <a:pt x="10" y="46"/>
                </a:lnTo>
                <a:lnTo>
                  <a:pt x="2" y="40"/>
                </a:lnTo>
                <a:lnTo>
                  <a:pt x="2" y="40"/>
                </a:lnTo>
                <a:lnTo>
                  <a:pt x="0" y="34"/>
                </a:lnTo>
                <a:lnTo>
                  <a:pt x="2" y="30"/>
                </a:lnTo>
                <a:lnTo>
                  <a:pt x="24" y="2"/>
                </a:lnTo>
                <a:lnTo>
                  <a:pt x="24" y="2"/>
                </a:lnTo>
                <a:lnTo>
                  <a:pt x="30" y="0"/>
                </a:lnTo>
                <a:lnTo>
                  <a:pt x="34" y="2"/>
                </a:lnTo>
                <a:lnTo>
                  <a:pt x="42" y="8"/>
                </a:lnTo>
                <a:lnTo>
                  <a:pt x="42" y="8"/>
                </a:lnTo>
                <a:lnTo>
                  <a:pt x="44" y="12"/>
                </a:lnTo>
                <a:lnTo>
                  <a:pt x="42" y="18"/>
                </a:lnTo>
                <a:lnTo>
                  <a:pt x="18" y="44"/>
                </a:lnTo>
                <a:lnTo>
                  <a:pt x="18" y="44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" name="Freeform 44"/>
          <p:cNvSpPr>
            <a:spLocks/>
          </p:cNvSpPr>
          <p:nvPr/>
        </p:nvSpPr>
        <p:spPr bwMode="auto">
          <a:xfrm>
            <a:off x="2642130" y="2764896"/>
            <a:ext cx="50800" cy="25400"/>
          </a:xfrm>
          <a:custGeom>
            <a:avLst/>
            <a:gdLst>
              <a:gd name="T0" fmla="*/ 32 w 32"/>
              <a:gd name="T1" fmla="*/ 6 h 16"/>
              <a:gd name="T2" fmla="*/ 32 w 32"/>
              <a:gd name="T3" fmla="*/ 6 h 16"/>
              <a:gd name="T4" fmla="*/ 30 w 32"/>
              <a:gd name="T5" fmla="*/ 8 h 16"/>
              <a:gd name="T6" fmla="*/ 28 w 32"/>
              <a:gd name="T7" fmla="*/ 8 h 16"/>
              <a:gd name="T8" fmla="*/ 22 w 32"/>
              <a:gd name="T9" fmla="*/ 8 h 16"/>
              <a:gd name="T10" fmla="*/ 16 w 32"/>
              <a:gd name="T11" fmla="*/ 8 h 16"/>
              <a:gd name="T12" fmla="*/ 16 w 32"/>
              <a:gd name="T13" fmla="*/ 8 h 16"/>
              <a:gd name="T14" fmla="*/ 10 w 32"/>
              <a:gd name="T15" fmla="*/ 10 h 16"/>
              <a:gd name="T16" fmla="*/ 4 w 32"/>
              <a:gd name="T17" fmla="*/ 14 h 16"/>
              <a:gd name="T18" fmla="*/ 2 w 32"/>
              <a:gd name="T19" fmla="*/ 16 h 16"/>
              <a:gd name="T20" fmla="*/ 0 w 32"/>
              <a:gd name="T21" fmla="*/ 14 h 16"/>
              <a:gd name="T22" fmla="*/ 0 w 32"/>
              <a:gd name="T23" fmla="*/ 14 h 16"/>
              <a:gd name="T24" fmla="*/ 0 w 32"/>
              <a:gd name="T25" fmla="*/ 10 h 16"/>
              <a:gd name="T26" fmla="*/ 4 w 32"/>
              <a:gd name="T27" fmla="*/ 6 h 16"/>
              <a:gd name="T28" fmla="*/ 14 w 32"/>
              <a:gd name="T29" fmla="*/ 0 h 16"/>
              <a:gd name="T30" fmla="*/ 14 w 32"/>
              <a:gd name="T31" fmla="*/ 0 h 16"/>
              <a:gd name="T32" fmla="*/ 18 w 32"/>
              <a:gd name="T33" fmla="*/ 0 h 16"/>
              <a:gd name="T34" fmla="*/ 24 w 32"/>
              <a:gd name="T35" fmla="*/ 0 h 16"/>
              <a:gd name="T36" fmla="*/ 28 w 32"/>
              <a:gd name="T37" fmla="*/ 2 h 16"/>
              <a:gd name="T38" fmla="*/ 32 w 32"/>
              <a:gd name="T39" fmla="*/ 6 h 16"/>
              <a:gd name="T40" fmla="*/ 32 w 32"/>
              <a:gd name="T41" fmla="*/ 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" h="16">
                <a:moveTo>
                  <a:pt x="32" y="6"/>
                </a:moveTo>
                <a:lnTo>
                  <a:pt x="32" y="6"/>
                </a:lnTo>
                <a:lnTo>
                  <a:pt x="30" y="8"/>
                </a:lnTo>
                <a:lnTo>
                  <a:pt x="28" y="8"/>
                </a:lnTo>
                <a:lnTo>
                  <a:pt x="22" y="8"/>
                </a:lnTo>
                <a:lnTo>
                  <a:pt x="16" y="8"/>
                </a:lnTo>
                <a:lnTo>
                  <a:pt x="16" y="8"/>
                </a:lnTo>
                <a:lnTo>
                  <a:pt x="10" y="10"/>
                </a:lnTo>
                <a:lnTo>
                  <a:pt x="4" y="14"/>
                </a:lnTo>
                <a:lnTo>
                  <a:pt x="2" y="16"/>
                </a:lnTo>
                <a:lnTo>
                  <a:pt x="0" y="14"/>
                </a:lnTo>
                <a:lnTo>
                  <a:pt x="0" y="14"/>
                </a:lnTo>
                <a:lnTo>
                  <a:pt x="0" y="10"/>
                </a:lnTo>
                <a:lnTo>
                  <a:pt x="4" y="6"/>
                </a:lnTo>
                <a:lnTo>
                  <a:pt x="14" y="0"/>
                </a:lnTo>
                <a:lnTo>
                  <a:pt x="14" y="0"/>
                </a:lnTo>
                <a:lnTo>
                  <a:pt x="18" y="0"/>
                </a:lnTo>
                <a:lnTo>
                  <a:pt x="24" y="0"/>
                </a:lnTo>
                <a:lnTo>
                  <a:pt x="28" y="2"/>
                </a:lnTo>
                <a:lnTo>
                  <a:pt x="32" y="6"/>
                </a:lnTo>
                <a:lnTo>
                  <a:pt x="32" y="6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Freeform 45"/>
          <p:cNvSpPr>
            <a:spLocks/>
          </p:cNvSpPr>
          <p:nvPr/>
        </p:nvSpPr>
        <p:spPr bwMode="auto">
          <a:xfrm>
            <a:off x="2696105" y="2771246"/>
            <a:ext cx="12700" cy="12700"/>
          </a:xfrm>
          <a:custGeom>
            <a:avLst/>
            <a:gdLst>
              <a:gd name="T0" fmla="*/ 8 w 8"/>
              <a:gd name="T1" fmla="*/ 6 h 8"/>
              <a:gd name="T2" fmla="*/ 8 w 8"/>
              <a:gd name="T3" fmla="*/ 6 h 8"/>
              <a:gd name="T4" fmla="*/ 6 w 8"/>
              <a:gd name="T5" fmla="*/ 8 h 8"/>
              <a:gd name="T6" fmla="*/ 2 w 8"/>
              <a:gd name="T7" fmla="*/ 6 h 8"/>
              <a:gd name="T8" fmla="*/ 2 w 8"/>
              <a:gd name="T9" fmla="*/ 6 h 8"/>
              <a:gd name="T10" fmla="*/ 0 w 8"/>
              <a:gd name="T11" fmla="*/ 6 h 8"/>
              <a:gd name="T12" fmla="*/ 0 w 8"/>
              <a:gd name="T13" fmla="*/ 4 h 8"/>
              <a:gd name="T14" fmla="*/ 0 w 8"/>
              <a:gd name="T15" fmla="*/ 4 h 8"/>
              <a:gd name="T16" fmla="*/ 2 w 8"/>
              <a:gd name="T17" fmla="*/ 0 h 8"/>
              <a:gd name="T18" fmla="*/ 4 w 8"/>
              <a:gd name="T19" fmla="*/ 0 h 8"/>
              <a:gd name="T20" fmla="*/ 4 w 8"/>
              <a:gd name="T21" fmla="*/ 0 h 8"/>
              <a:gd name="T22" fmla="*/ 6 w 8"/>
              <a:gd name="T23" fmla="*/ 2 h 8"/>
              <a:gd name="T24" fmla="*/ 8 w 8"/>
              <a:gd name="T25" fmla="*/ 6 h 8"/>
              <a:gd name="T26" fmla="*/ 8 w 8"/>
              <a:gd name="T27" fmla="*/ 6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" h="8">
                <a:moveTo>
                  <a:pt x="8" y="6"/>
                </a:moveTo>
                <a:lnTo>
                  <a:pt x="8" y="6"/>
                </a:lnTo>
                <a:lnTo>
                  <a:pt x="6" y="8"/>
                </a:lnTo>
                <a:lnTo>
                  <a:pt x="2" y="6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lnTo>
                  <a:pt x="4" y="0"/>
                </a:lnTo>
                <a:lnTo>
                  <a:pt x="4" y="0"/>
                </a:lnTo>
                <a:lnTo>
                  <a:pt x="6" y="2"/>
                </a:lnTo>
                <a:lnTo>
                  <a:pt x="8" y="6"/>
                </a:lnTo>
                <a:lnTo>
                  <a:pt x="8" y="6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" name="Freeform 46"/>
          <p:cNvSpPr>
            <a:spLocks/>
          </p:cNvSpPr>
          <p:nvPr/>
        </p:nvSpPr>
        <p:spPr bwMode="auto">
          <a:xfrm>
            <a:off x="3864505" y="3939646"/>
            <a:ext cx="9525" cy="31750"/>
          </a:xfrm>
          <a:custGeom>
            <a:avLst/>
            <a:gdLst>
              <a:gd name="T0" fmla="*/ 6 w 6"/>
              <a:gd name="T1" fmla="*/ 18 h 20"/>
              <a:gd name="T2" fmla="*/ 6 w 6"/>
              <a:gd name="T3" fmla="*/ 18 h 20"/>
              <a:gd name="T4" fmla="*/ 4 w 6"/>
              <a:gd name="T5" fmla="*/ 18 h 20"/>
              <a:gd name="T6" fmla="*/ 4 w 6"/>
              <a:gd name="T7" fmla="*/ 20 h 20"/>
              <a:gd name="T8" fmla="*/ 4 w 6"/>
              <a:gd name="T9" fmla="*/ 20 h 20"/>
              <a:gd name="T10" fmla="*/ 4 w 6"/>
              <a:gd name="T11" fmla="*/ 20 h 20"/>
              <a:gd name="T12" fmla="*/ 2 w 6"/>
              <a:gd name="T13" fmla="*/ 18 h 20"/>
              <a:gd name="T14" fmla="*/ 0 w 6"/>
              <a:gd name="T15" fmla="*/ 18 h 20"/>
              <a:gd name="T16" fmla="*/ 0 w 6"/>
              <a:gd name="T17" fmla="*/ 2 h 20"/>
              <a:gd name="T18" fmla="*/ 0 w 6"/>
              <a:gd name="T19" fmla="*/ 2 h 20"/>
              <a:gd name="T20" fmla="*/ 2 w 6"/>
              <a:gd name="T21" fmla="*/ 2 h 20"/>
              <a:gd name="T22" fmla="*/ 4 w 6"/>
              <a:gd name="T23" fmla="*/ 0 h 20"/>
              <a:gd name="T24" fmla="*/ 4 w 6"/>
              <a:gd name="T25" fmla="*/ 0 h 20"/>
              <a:gd name="T26" fmla="*/ 4 w 6"/>
              <a:gd name="T27" fmla="*/ 0 h 20"/>
              <a:gd name="T28" fmla="*/ 4 w 6"/>
              <a:gd name="T29" fmla="*/ 2 h 20"/>
              <a:gd name="T30" fmla="*/ 6 w 6"/>
              <a:gd name="T31" fmla="*/ 2 h 20"/>
              <a:gd name="T32" fmla="*/ 6 w 6"/>
              <a:gd name="T33" fmla="*/ 18 h 20"/>
              <a:gd name="T34" fmla="*/ 6 w 6"/>
              <a:gd name="T35" fmla="*/ 18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" h="20">
                <a:moveTo>
                  <a:pt x="6" y="18"/>
                </a:moveTo>
                <a:lnTo>
                  <a:pt x="6" y="18"/>
                </a:lnTo>
                <a:lnTo>
                  <a:pt x="4" y="18"/>
                </a:lnTo>
                <a:lnTo>
                  <a:pt x="4" y="20"/>
                </a:lnTo>
                <a:lnTo>
                  <a:pt x="4" y="20"/>
                </a:lnTo>
                <a:lnTo>
                  <a:pt x="4" y="20"/>
                </a:lnTo>
                <a:lnTo>
                  <a:pt x="2" y="18"/>
                </a:lnTo>
                <a:lnTo>
                  <a:pt x="0" y="18"/>
                </a:lnTo>
                <a:lnTo>
                  <a:pt x="0" y="2"/>
                </a:lnTo>
                <a:lnTo>
                  <a:pt x="0" y="2"/>
                </a:lnTo>
                <a:lnTo>
                  <a:pt x="2" y="2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2"/>
                </a:lnTo>
                <a:lnTo>
                  <a:pt x="6" y="2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Freeform 47"/>
          <p:cNvSpPr>
            <a:spLocks/>
          </p:cNvSpPr>
          <p:nvPr/>
        </p:nvSpPr>
        <p:spPr bwMode="auto">
          <a:xfrm>
            <a:off x="3772430" y="3984096"/>
            <a:ext cx="22225" cy="22225"/>
          </a:xfrm>
          <a:custGeom>
            <a:avLst/>
            <a:gdLst>
              <a:gd name="T0" fmla="*/ 14 w 14"/>
              <a:gd name="T1" fmla="*/ 10 h 14"/>
              <a:gd name="T2" fmla="*/ 14 w 14"/>
              <a:gd name="T3" fmla="*/ 10 h 14"/>
              <a:gd name="T4" fmla="*/ 14 w 14"/>
              <a:gd name="T5" fmla="*/ 12 h 14"/>
              <a:gd name="T6" fmla="*/ 14 w 14"/>
              <a:gd name="T7" fmla="*/ 14 h 14"/>
              <a:gd name="T8" fmla="*/ 14 w 14"/>
              <a:gd name="T9" fmla="*/ 14 h 14"/>
              <a:gd name="T10" fmla="*/ 14 w 14"/>
              <a:gd name="T11" fmla="*/ 14 h 14"/>
              <a:gd name="T12" fmla="*/ 12 w 14"/>
              <a:gd name="T13" fmla="*/ 14 h 14"/>
              <a:gd name="T14" fmla="*/ 10 w 14"/>
              <a:gd name="T15" fmla="*/ 14 h 14"/>
              <a:gd name="T16" fmla="*/ 0 w 14"/>
              <a:gd name="T17" fmla="*/ 4 h 14"/>
              <a:gd name="T18" fmla="*/ 0 w 14"/>
              <a:gd name="T19" fmla="*/ 4 h 14"/>
              <a:gd name="T20" fmla="*/ 0 w 14"/>
              <a:gd name="T21" fmla="*/ 4 h 14"/>
              <a:gd name="T22" fmla="*/ 0 w 14"/>
              <a:gd name="T23" fmla="*/ 2 h 14"/>
              <a:gd name="T24" fmla="*/ 0 w 14"/>
              <a:gd name="T25" fmla="*/ 2 h 14"/>
              <a:gd name="T26" fmla="*/ 0 w 14"/>
              <a:gd name="T27" fmla="*/ 2 h 14"/>
              <a:gd name="T28" fmla="*/ 2 w 14"/>
              <a:gd name="T29" fmla="*/ 0 h 14"/>
              <a:gd name="T30" fmla="*/ 4 w 14"/>
              <a:gd name="T31" fmla="*/ 2 h 14"/>
              <a:gd name="T32" fmla="*/ 14 w 14"/>
              <a:gd name="T33" fmla="*/ 10 h 14"/>
              <a:gd name="T34" fmla="*/ 14 w 14"/>
              <a:gd name="T35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" h="14">
                <a:moveTo>
                  <a:pt x="14" y="10"/>
                </a:moveTo>
                <a:lnTo>
                  <a:pt x="14" y="10"/>
                </a:lnTo>
                <a:lnTo>
                  <a:pt x="14" y="12"/>
                </a:lnTo>
                <a:lnTo>
                  <a:pt x="14" y="14"/>
                </a:lnTo>
                <a:lnTo>
                  <a:pt x="14" y="14"/>
                </a:lnTo>
                <a:lnTo>
                  <a:pt x="14" y="14"/>
                </a:lnTo>
                <a:lnTo>
                  <a:pt x="12" y="14"/>
                </a:lnTo>
                <a:lnTo>
                  <a:pt x="10" y="14"/>
                </a:lnTo>
                <a:lnTo>
                  <a:pt x="0" y="4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14" y="10"/>
                </a:lnTo>
                <a:lnTo>
                  <a:pt x="14" y="10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Freeform 48"/>
          <p:cNvSpPr>
            <a:spLocks/>
          </p:cNvSpPr>
          <p:nvPr/>
        </p:nvSpPr>
        <p:spPr bwMode="auto">
          <a:xfrm>
            <a:off x="3740680" y="4082521"/>
            <a:ext cx="31750" cy="9525"/>
          </a:xfrm>
          <a:custGeom>
            <a:avLst/>
            <a:gdLst>
              <a:gd name="T0" fmla="*/ 16 w 20"/>
              <a:gd name="T1" fmla="*/ 0 h 6"/>
              <a:gd name="T2" fmla="*/ 16 w 20"/>
              <a:gd name="T3" fmla="*/ 0 h 6"/>
              <a:gd name="T4" fmla="*/ 18 w 20"/>
              <a:gd name="T5" fmla="*/ 2 h 6"/>
              <a:gd name="T6" fmla="*/ 20 w 20"/>
              <a:gd name="T7" fmla="*/ 2 h 6"/>
              <a:gd name="T8" fmla="*/ 20 w 20"/>
              <a:gd name="T9" fmla="*/ 2 h 6"/>
              <a:gd name="T10" fmla="*/ 20 w 20"/>
              <a:gd name="T11" fmla="*/ 2 h 6"/>
              <a:gd name="T12" fmla="*/ 18 w 20"/>
              <a:gd name="T13" fmla="*/ 4 h 6"/>
              <a:gd name="T14" fmla="*/ 18 w 20"/>
              <a:gd name="T15" fmla="*/ 6 h 6"/>
              <a:gd name="T16" fmla="*/ 4 w 20"/>
              <a:gd name="T17" fmla="*/ 6 h 6"/>
              <a:gd name="T18" fmla="*/ 4 w 20"/>
              <a:gd name="T19" fmla="*/ 6 h 6"/>
              <a:gd name="T20" fmla="*/ 2 w 20"/>
              <a:gd name="T21" fmla="*/ 6 h 6"/>
              <a:gd name="T22" fmla="*/ 0 w 20"/>
              <a:gd name="T23" fmla="*/ 4 h 6"/>
              <a:gd name="T24" fmla="*/ 0 w 20"/>
              <a:gd name="T25" fmla="*/ 4 h 6"/>
              <a:gd name="T26" fmla="*/ 0 w 20"/>
              <a:gd name="T27" fmla="*/ 4 h 6"/>
              <a:gd name="T28" fmla="*/ 2 w 20"/>
              <a:gd name="T29" fmla="*/ 2 h 6"/>
              <a:gd name="T30" fmla="*/ 2 w 20"/>
              <a:gd name="T31" fmla="*/ 2 h 6"/>
              <a:gd name="T32" fmla="*/ 16 w 20"/>
              <a:gd name="T33" fmla="*/ 0 h 6"/>
              <a:gd name="T34" fmla="*/ 16 w 20"/>
              <a:gd name="T35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" h="6">
                <a:moveTo>
                  <a:pt x="16" y="0"/>
                </a:moveTo>
                <a:lnTo>
                  <a:pt x="16" y="0"/>
                </a:lnTo>
                <a:lnTo>
                  <a:pt x="18" y="2"/>
                </a:lnTo>
                <a:lnTo>
                  <a:pt x="20" y="2"/>
                </a:lnTo>
                <a:lnTo>
                  <a:pt x="20" y="2"/>
                </a:lnTo>
                <a:lnTo>
                  <a:pt x="20" y="2"/>
                </a:lnTo>
                <a:lnTo>
                  <a:pt x="18" y="4"/>
                </a:lnTo>
                <a:lnTo>
                  <a:pt x="18" y="6"/>
                </a:lnTo>
                <a:lnTo>
                  <a:pt x="4" y="6"/>
                </a:lnTo>
                <a:lnTo>
                  <a:pt x="4" y="6"/>
                </a:lnTo>
                <a:lnTo>
                  <a:pt x="2" y="6"/>
                </a:lnTo>
                <a:lnTo>
                  <a:pt x="0" y="4"/>
                </a:lnTo>
                <a:lnTo>
                  <a:pt x="0" y="4"/>
                </a:lnTo>
                <a:lnTo>
                  <a:pt x="0" y="4"/>
                </a:lnTo>
                <a:lnTo>
                  <a:pt x="2" y="2"/>
                </a:lnTo>
                <a:lnTo>
                  <a:pt x="2" y="2"/>
                </a:lnTo>
                <a:lnTo>
                  <a:pt x="16" y="0"/>
                </a:lnTo>
                <a:lnTo>
                  <a:pt x="16" y="0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Freeform 49"/>
          <p:cNvSpPr>
            <a:spLocks/>
          </p:cNvSpPr>
          <p:nvPr/>
        </p:nvSpPr>
        <p:spPr bwMode="auto">
          <a:xfrm>
            <a:off x="3975630" y="4076171"/>
            <a:ext cx="28575" cy="9525"/>
          </a:xfrm>
          <a:custGeom>
            <a:avLst/>
            <a:gdLst>
              <a:gd name="T0" fmla="*/ 2 w 18"/>
              <a:gd name="T1" fmla="*/ 6 h 6"/>
              <a:gd name="T2" fmla="*/ 2 w 18"/>
              <a:gd name="T3" fmla="*/ 6 h 6"/>
              <a:gd name="T4" fmla="*/ 0 w 18"/>
              <a:gd name="T5" fmla="*/ 4 h 6"/>
              <a:gd name="T6" fmla="*/ 0 w 18"/>
              <a:gd name="T7" fmla="*/ 2 h 6"/>
              <a:gd name="T8" fmla="*/ 0 w 18"/>
              <a:gd name="T9" fmla="*/ 2 h 6"/>
              <a:gd name="T10" fmla="*/ 0 w 18"/>
              <a:gd name="T11" fmla="*/ 2 h 6"/>
              <a:gd name="T12" fmla="*/ 0 w 18"/>
              <a:gd name="T13" fmla="*/ 0 h 6"/>
              <a:gd name="T14" fmla="*/ 2 w 18"/>
              <a:gd name="T15" fmla="*/ 0 h 6"/>
              <a:gd name="T16" fmla="*/ 16 w 18"/>
              <a:gd name="T17" fmla="*/ 2 h 6"/>
              <a:gd name="T18" fmla="*/ 16 w 18"/>
              <a:gd name="T19" fmla="*/ 2 h 6"/>
              <a:gd name="T20" fmla="*/ 18 w 18"/>
              <a:gd name="T21" fmla="*/ 2 h 6"/>
              <a:gd name="T22" fmla="*/ 18 w 18"/>
              <a:gd name="T23" fmla="*/ 4 h 6"/>
              <a:gd name="T24" fmla="*/ 18 w 18"/>
              <a:gd name="T25" fmla="*/ 4 h 6"/>
              <a:gd name="T26" fmla="*/ 18 w 18"/>
              <a:gd name="T27" fmla="*/ 4 h 6"/>
              <a:gd name="T28" fmla="*/ 18 w 18"/>
              <a:gd name="T29" fmla="*/ 6 h 6"/>
              <a:gd name="T30" fmla="*/ 16 w 18"/>
              <a:gd name="T31" fmla="*/ 6 h 6"/>
              <a:gd name="T32" fmla="*/ 2 w 18"/>
              <a:gd name="T33" fmla="*/ 6 h 6"/>
              <a:gd name="T34" fmla="*/ 2 w 18"/>
              <a:gd name="T35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8" h="6">
                <a:moveTo>
                  <a:pt x="2" y="6"/>
                </a:moveTo>
                <a:lnTo>
                  <a:pt x="2" y="6"/>
                </a:lnTo>
                <a:lnTo>
                  <a:pt x="0" y="4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16" y="2"/>
                </a:lnTo>
                <a:lnTo>
                  <a:pt x="16" y="2"/>
                </a:lnTo>
                <a:lnTo>
                  <a:pt x="18" y="2"/>
                </a:lnTo>
                <a:lnTo>
                  <a:pt x="18" y="4"/>
                </a:lnTo>
                <a:lnTo>
                  <a:pt x="18" y="4"/>
                </a:lnTo>
                <a:lnTo>
                  <a:pt x="18" y="4"/>
                </a:lnTo>
                <a:lnTo>
                  <a:pt x="18" y="6"/>
                </a:lnTo>
                <a:lnTo>
                  <a:pt x="16" y="6"/>
                </a:lnTo>
                <a:lnTo>
                  <a:pt x="2" y="6"/>
                </a:lnTo>
                <a:lnTo>
                  <a:pt x="2" y="6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" name="Freeform 50"/>
          <p:cNvSpPr>
            <a:spLocks/>
          </p:cNvSpPr>
          <p:nvPr/>
        </p:nvSpPr>
        <p:spPr bwMode="auto">
          <a:xfrm>
            <a:off x="3947055" y="3980921"/>
            <a:ext cx="22225" cy="22225"/>
          </a:xfrm>
          <a:custGeom>
            <a:avLst/>
            <a:gdLst>
              <a:gd name="T0" fmla="*/ 4 w 14"/>
              <a:gd name="T1" fmla="*/ 14 h 14"/>
              <a:gd name="T2" fmla="*/ 4 w 14"/>
              <a:gd name="T3" fmla="*/ 14 h 14"/>
              <a:gd name="T4" fmla="*/ 2 w 14"/>
              <a:gd name="T5" fmla="*/ 14 h 14"/>
              <a:gd name="T6" fmla="*/ 0 w 14"/>
              <a:gd name="T7" fmla="*/ 12 h 14"/>
              <a:gd name="T8" fmla="*/ 0 w 14"/>
              <a:gd name="T9" fmla="*/ 12 h 14"/>
              <a:gd name="T10" fmla="*/ 0 w 14"/>
              <a:gd name="T11" fmla="*/ 12 h 14"/>
              <a:gd name="T12" fmla="*/ 0 w 14"/>
              <a:gd name="T13" fmla="*/ 12 h 14"/>
              <a:gd name="T14" fmla="*/ 0 w 14"/>
              <a:gd name="T15" fmla="*/ 10 h 14"/>
              <a:gd name="T16" fmla="*/ 10 w 14"/>
              <a:gd name="T17" fmla="*/ 0 h 14"/>
              <a:gd name="T18" fmla="*/ 10 w 14"/>
              <a:gd name="T19" fmla="*/ 0 h 14"/>
              <a:gd name="T20" fmla="*/ 12 w 14"/>
              <a:gd name="T21" fmla="*/ 0 h 14"/>
              <a:gd name="T22" fmla="*/ 14 w 14"/>
              <a:gd name="T23" fmla="*/ 0 h 14"/>
              <a:gd name="T24" fmla="*/ 14 w 14"/>
              <a:gd name="T25" fmla="*/ 0 h 14"/>
              <a:gd name="T26" fmla="*/ 14 w 14"/>
              <a:gd name="T27" fmla="*/ 0 h 14"/>
              <a:gd name="T28" fmla="*/ 14 w 14"/>
              <a:gd name="T29" fmla="*/ 2 h 14"/>
              <a:gd name="T30" fmla="*/ 14 w 14"/>
              <a:gd name="T31" fmla="*/ 4 h 14"/>
              <a:gd name="T32" fmla="*/ 4 w 14"/>
              <a:gd name="T33" fmla="*/ 14 h 14"/>
              <a:gd name="T34" fmla="*/ 4 w 14"/>
              <a:gd name="T35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" h="14">
                <a:moveTo>
                  <a:pt x="4" y="14"/>
                </a:moveTo>
                <a:lnTo>
                  <a:pt x="4" y="14"/>
                </a:lnTo>
                <a:lnTo>
                  <a:pt x="2" y="14"/>
                </a:lnTo>
                <a:lnTo>
                  <a:pt x="0" y="12"/>
                </a:lnTo>
                <a:lnTo>
                  <a:pt x="0" y="12"/>
                </a:lnTo>
                <a:lnTo>
                  <a:pt x="0" y="12"/>
                </a:lnTo>
                <a:lnTo>
                  <a:pt x="0" y="12"/>
                </a:lnTo>
                <a:lnTo>
                  <a:pt x="0" y="10"/>
                </a:lnTo>
                <a:lnTo>
                  <a:pt x="10" y="0"/>
                </a:lnTo>
                <a:lnTo>
                  <a:pt x="10" y="0"/>
                </a:lnTo>
                <a:lnTo>
                  <a:pt x="12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4" y="2"/>
                </a:lnTo>
                <a:lnTo>
                  <a:pt x="14" y="4"/>
                </a:lnTo>
                <a:lnTo>
                  <a:pt x="4" y="14"/>
                </a:lnTo>
                <a:lnTo>
                  <a:pt x="4" y="14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" name="Freeform 51"/>
          <p:cNvSpPr>
            <a:spLocks noEditPoints="1"/>
          </p:cNvSpPr>
          <p:nvPr/>
        </p:nvSpPr>
        <p:spPr bwMode="auto">
          <a:xfrm>
            <a:off x="3788305" y="3980921"/>
            <a:ext cx="161925" cy="225425"/>
          </a:xfrm>
          <a:custGeom>
            <a:avLst/>
            <a:gdLst>
              <a:gd name="T0" fmla="*/ 68 w 102"/>
              <a:gd name="T1" fmla="*/ 122 h 142"/>
              <a:gd name="T2" fmla="*/ 66 w 102"/>
              <a:gd name="T3" fmla="*/ 126 h 142"/>
              <a:gd name="T4" fmla="*/ 38 w 102"/>
              <a:gd name="T5" fmla="*/ 126 h 142"/>
              <a:gd name="T6" fmla="*/ 36 w 102"/>
              <a:gd name="T7" fmla="*/ 126 h 142"/>
              <a:gd name="T8" fmla="*/ 34 w 102"/>
              <a:gd name="T9" fmla="*/ 122 h 142"/>
              <a:gd name="T10" fmla="*/ 68 w 102"/>
              <a:gd name="T11" fmla="*/ 108 h 142"/>
              <a:gd name="T12" fmla="*/ 68 w 102"/>
              <a:gd name="T13" fmla="*/ 122 h 142"/>
              <a:gd name="T14" fmla="*/ 32 w 102"/>
              <a:gd name="T15" fmla="*/ 26 h 142"/>
              <a:gd name="T16" fmla="*/ 22 w 102"/>
              <a:gd name="T17" fmla="*/ 36 h 142"/>
              <a:gd name="T18" fmla="*/ 20 w 102"/>
              <a:gd name="T19" fmla="*/ 52 h 142"/>
              <a:gd name="T20" fmla="*/ 20 w 102"/>
              <a:gd name="T21" fmla="*/ 58 h 142"/>
              <a:gd name="T22" fmla="*/ 26 w 102"/>
              <a:gd name="T23" fmla="*/ 70 h 142"/>
              <a:gd name="T24" fmla="*/ 30 w 102"/>
              <a:gd name="T25" fmla="*/ 76 h 142"/>
              <a:gd name="T26" fmla="*/ 32 w 102"/>
              <a:gd name="T27" fmla="*/ 78 h 142"/>
              <a:gd name="T28" fmla="*/ 30 w 102"/>
              <a:gd name="T29" fmla="*/ 80 h 142"/>
              <a:gd name="T30" fmla="*/ 28 w 102"/>
              <a:gd name="T31" fmla="*/ 80 h 142"/>
              <a:gd name="T32" fmla="*/ 18 w 102"/>
              <a:gd name="T33" fmla="*/ 66 h 142"/>
              <a:gd name="T34" fmla="*/ 14 w 102"/>
              <a:gd name="T35" fmla="*/ 52 h 142"/>
              <a:gd name="T36" fmla="*/ 16 w 102"/>
              <a:gd name="T37" fmla="*/ 42 h 142"/>
              <a:gd name="T38" fmla="*/ 24 w 102"/>
              <a:gd name="T39" fmla="*/ 28 h 142"/>
              <a:gd name="T40" fmla="*/ 30 w 102"/>
              <a:gd name="T41" fmla="*/ 22 h 142"/>
              <a:gd name="T42" fmla="*/ 32 w 102"/>
              <a:gd name="T43" fmla="*/ 22 h 142"/>
              <a:gd name="T44" fmla="*/ 32 w 102"/>
              <a:gd name="T45" fmla="*/ 22 h 142"/>
              <a:gd name="T46" fmla="*/ 32 w 102"/>
              <a:gd name="T47" fmla="*/ 26 h 142"/>
              <a:gd name="T48" fmla="*/ 102 w 102"/>
              <a:gd name="T49" fmla="*/ 52 h 142"/>
              <a:gd name="T50" fmla="*/ 100 w 102"/>
              <a:gd name="T51" fmla="*/ 42 h 142"/>
              <a:gd name="T52" fmla="*/ 94 w 102"/>
              <a:gd name="T53" fmla="*/ 22 h 142"/>
              <a:gd name="T54" fmla="*/ 80 w 102"/>
              <a:gd name="T55" fmla="*/ 10 h 142"/>
              <a:gd name="T56" fmla="*/ 62 w 102"/>
              <a:gd name="T57" fmla="*/ 2 h 142"/>
              <a:gd name="T58" fmla="*/ 50 w 102"/>
              <a:gd name="T59" fmla="*/ 0 h 142"/>
              <a:gd name="T60" fmla="*/ 32 w 102"/>
              <a:gd name="T61" fmla="*/ 4 h 142"/>
              <a:gd name="T62" fmla="*/ 16 w 102"/>
              <a:gd name="T63" fmla="*/ 16 h 142"/>
              <a:gd name="T64" fmla="*/ 4 w 102"/>
              <a:gd name="T65" fmla="*/ 32 h 142"/>
              <a:gd name="T66" fmla="*/ 0 w 102"/>
              <a:gd name="T67" fmla="*/ 52 h 142"/>
              <a:gd name="T68" fmla="*/ 2 w 102"/>
              <a:gd name="T69" fmla="*/ 66 h 142"/>
              <a:gd name="T70" fmla="*/ 18 w 102"/>
              <a:gd name="T71" fmla="*/ 90 h 142"/>
              <a:gd name="T72" fmla="*/ 30 w 102"/>
              <a:gd name="T73" fmla="*/ 108 h 142"/>
              <a:gd name="T74" fmla="*/ 30 w 102"/>
              <a:gd name="T75" fmla="*/ 122 h 142"/>
              <a:gd name="T76" fmla="*/ 38 w 102"/>
              <a:gd name="T77" fmla="*/ 130 h 142"/>
              <a:gd name="T78" fmla="*/ 38 w 102"/>
              <a:gd name="T79" fmla="*/ 134 h 142"/>
              <a:gd name="T80" fmla="*/ 42 w 102"/>
              <a:gd name="T81" fmla="*/ 140 h 142"/>
              <a:gd name="T82" fmla="*/ 54 w 102"/>
              <a:gd name="T83" fmla="*/ 142 h 142"/>
              <a:gd name="T84" fmla="*/ 60 w 102"/>
              <a:gd name="T85" fmla="*/ 140 h 142"/>
              <a:gd name="T86" fmla="*/ 64 w 102"/>
              <a:gd name="T87" fmla="*/ 134 h 142"/>
              <a:gd name="T88" fmla="*/ 64 w 102"/>
              <a:gd name="T89" fmla="*/ 130 h 142"/>
              <a:gd name="T90" fmla="*/ 72 w 102"/>
              <a:gd name="T91" fmla="*/ 122 h 142"/>
              <a:gd name="T92" fmla="*/ 72 w 102"/>
              <a:gd name="T93" fmla="*/ 98 h 142"/>
              <a:gd name="T94" fmla="*/ 84 w 102"/>
              <a:gd name="T95" fmla="*/ 90 h 142"/>
              <a:gd name="T96" fmla="*/ 100 w 102"/>
              <a:gd name="T97" fmla="*/ 66 h 142"/>
              <a:gd name="T98" fmla="*/ 102 w 102"/>
              <a:gd name="T99" fmla="*/ 5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02" h="142">
                <a:moveTo>
                  <a:pt x="68" y="122"/>
                </a:moveTo>
                <a:lnTo>
                  <a:pt x="68" y="122"/>
                </a:lnTo>
                <a:lnTo>
                  <a:pt x="66" y="126"/>
                </a:lnTo>
                <a:lnTo>
                  <a:pt x="66" y="126"/>
                </a:lnTo>
                <a:lnTo>
                  <a:pt x="64" y="126"/>
                </a:lnTo>
                <a:lnTo>
                  <a:pt x="38" y="126"/>
                </a:lnTo>
                <a:lnTo>
                  <a:pt x="38" y="126"/>
                </a:lnTo>
                <a:lnTo>
                  <a:pt x="36" y="126"/>
                </a:lnTo>
                <a:lnTo>
                  <a:pt x="36" y="126"/>
                </a:lnTo>
                <a:lnTo>
                  <a:pt x="34" y="122"/>
                </a:lnTo>
                <a:lnTo>
                  <a:pt x="34" y="108"/>
                </a:lnTo>
                <a:lnTo>
                  <a:pt x="68" y="108"/>
                </a:lnTo>
                <a:lnTo>
                  <a:pt x="68" y="122"/>
                </a:lnTo>
                <a:lnTo>
                  <a:pt x="68" y="122"/>
                </a:lnTo>
                <a:close/>
                <a:moveTo>
                  <a:pt x="32" y="26"/>
                </a:moveTo>
                <a:lnTo>
                  <a:pt x="32" y="26"/>
                </a:lnTo>
                <a:lnTo>
                  <a:pt x="26" y="30"/>
                </a:lnTo>
                <a:lnTo>
                  <a:pt x="22" y="36"/>
                </a:lnTo>
                <a:lnTo>
                  <a:pt x="20" y="44"/>
                </a:lnTo>
                <a:lnTo>
                  <a:pt x="20" y="52"/>
                </a:lnTo>
                <a:lnTo>
                  <a:pt x="20" y="52"/>
                </a:lnTo>
                <a:lnTo>
                  <a:pt x="20" y="58"/>
                </a:lnTo>
                <a:lnTo>
                  <a:pt x="22" y="64"/>
                </a:lnTo>
                <a:lnTo>
                  <a:pt x="26" y="70"/>
                </a:lnTo>
                <a:lnTo>
                  <a:pt x="30" y="76"/>
                </a:lnTo>
                <a:lnTo>
                  <a:pt x="30" y="76"/>
                </a:lnTo>
                <a:lnTo>
                  <a:pt x="32" y="78"/>
                </a:lnTo>
                <a:lnTo>
                  <a:pt x="32" y="78"/>
                </a:lnTo>
                <a:lnTo>
                  <a:pt x="32" y="78"/>
                </a:lnTo>
                <a:lnTo>
                  <a:pt x="30" y="80"/>
                </a:lnTo>
                <a:lnTo>
                  <a:pt x="28" y="80"/>
                </a:lnTo>
                <a:lnTo>
                  <a:pt x="28" y="80"/>
                </a:lnTo>
                <a:lnTo>
                  <a:pt x="22" y="74"/>
                </a:lnTo>
                <a:lnTo>
                  <a:pt x="18" y="66"/>
                </a:lnTo>
                <a:lnTo>
                  <a:pt x="16" y="60"/>
                </a:lnTo>
                <a:lnTo>
                  <a:pt x="14" y="52"/>
                </a:lnTo>
                <a:lnTo>
                  <a:pt x="14" y="52"/>
                </a:lnTo>
                <a:lnTo>
                  <a:pt x="16" y="42"/>
                </a:lnTo>
                <a:lnTo>
                  <a:pt x="18" y="34"/>
                </a:lnTo>
                <a:lnTo>
                  <a:pt x="24" y="28"/>
                </a:lnTo>
                <a:lnTo>
                  <a:pt x="30" y="22"/>
                </a:lnTo>
                <a:lnTo>
                  <a:pt x="30" y="22"/>
                </a:lnTo>
                <a:lnTo>
                  <a:pt x="30" y="22"/>
                </a:lnTo>
                <a:lnTo>
                  <a:pt x="32" y="22"/>
                </a:lnTo>
                <a:lnTo>
                  <a:pt x="32" y="22"/>
                </a:lnTo>
                <a:lnTo>
                  <a:pt x="32" y="22"/>
                </a:lnTo>
                <a:lnTo>
                  <a:pt x="32" y="24"/>
                </a:lnTo>
                <a:lnTo>
                  <a:pt x="32" y="26"/>
                </a:lnTo>
                <a:lnTo>
                  <a:pt x="32" y="26"/>
                </a:lnTo>
                <a:close/>
                <a:moveTo>
                  <a:pt x="102" y="52"/>
                </a:moveTo>
                <a:lnTo>
                  <a:pt x="102" y="52"/>
                </a:lnTo>
                <a:lnTo>
                  <a:pt x="100" y="42"/>
                </a:lnTo>
                <a:lnTo>
                  <a:pt x="98" y="32"/>
                </a:lnTo>
                <a:lnTo>
                  <a:pt x="94" y="22"/>
                </a:lnTo>
                <a:lnTo>
                  <a:pt x="86" y="16"/>
                </a:lnTo>
                <a:lnTo>
                  <a:pt x="80" y="10"/>
                </a:lnTo>
                <a:lnTo>
                  <a:pt x="70" y="4"/>
                </a:lnTo>
                <a:lnTo>
                  <a:pt x="62" y="2"/>
                </a:lnTo>
                <a:lnTo>
                  <a:pt x="50" y="0"/>
                </a:lnTo>
                <a:lnTo>
                  <a:pt x="50" y="0"/>
                </a:lnTo>
                <a:lnTo>
                  <a:pt x="40" y="2"/>
                </a:lnTo>
                <a:lnTo>
                  <a:pt x="32" y="4"/>
                </a:lnTo>
                <a:lnTo>
                  <a:pt x="22" y="10"/>
                </a:lnTo>
                <a:lnTo>
                  <a:pt x="16" y="16"/>
                </a:lnTo>
                <a:lnTo>
                  <a:pt x="8" y="22"/>
                </a:lnTo>
                <a:lnTo>
                  <a:pt x="4" y="32"/>
                </a:lnTo>
                <a:lnTo>
                  <a:pt x="2" y="42"/>
                </a:lnTo>
                <a:lnTo>
                  <a:pt x="0" y="52"/>
                </a:lnTo>
                <a:lnTo>
                  <a:pt x="0" y="52"/>
                </a:lnTo>
                <a:lnTo>
                  <a:pt x="2" y="66"/>
                </a:lnTo>
                <a:lnTo>
                  <a:pt x="8" y="80"/>
                </a:lnTo>
                <a:lnTo>
                  <a:pt x="18" y="90"/>
                </a:lnTo>
                <a:lnTo>
                  <a:pt x="30" y="98"/>
                </a:lnTo>
                <a:lnTo>
                  <a:pt x="30" y="108"/>
                </a:lnTo>
                <a:lnTo>
                  <a:pt x="30" y="122"/>
                </a:lnTo>
                <a:lnTo>
                  <a:pt x="30" y="122"/>
                </a:lnTo>
                <a:lnTo>
                  <a:pt x="32" y="128"/>
                </a:lnTo>
                <a:lnTo>
                  <a:pt x="38" y="130"/>
                </a:lnTo>
                <a:lnTo>
                  <a:pt x="38" y="130"/>
                </a:lnTo>
                <a:lnTo>
                  <a:pt x="38" y="134"/>
                </a:lnTo>
                <a:lnTo>
                  <a:pt x="38" y="134"/>
                </a:lnTo>
                <a:lnTo>
                  <a:pt x="42" y="140"/>
                </a:lnTo>
                <a:lnTo>
                  <a:pt x="48" y="142"/>
                </a:lnTo>
                <a:lnTo>
                  <a:pt x="54" y="142"/>
                </a:lnTo>
                <a:lnTo>
                  <a:pt x="54" y="142"/>
                </a:lnTo>
                <a:lnTo>
                  <a:pt x="60" y="140"/>
                </a:lnTo>
                <a:lnTo>
                  <a:pt x="64" y="134"/>
                </a:lnTo>
                <a:lnTo>
                  <a:pt x="64" y="134"/>
                </a:lnTo>
                <a:lnTo>
                  <a:pt x="64" y="130"/>
                </a:lnTo>
                <a:lnTo>
                  <a:pt x="64" y="130"/>
                </a:lnTo>
                <a:lnTo>
                  <a:pt x="70" y="128"/>
                </a:lnTo>
                <a:lnTo>
                  <a:pt x="72" y="122"/>
                </a:lnTo>
                <a:lnTo>
                  <a:pt x="72" y="104"/>
                </a:lnTo>
                <a:lnTo>
                  <a:pt x="72" y="98"/>
                </a:lnTo>
                <a:lnTo>
                  <a:pt x="72" y="98"/>
                </a:lnTo>
                <a:lnTo>
                  <a:pt x="84" y="90"/>
                </a:lnTo>
                <a:lnTo>
                  <a:pt x="94" y="80"/>
                </a:lnTo>
                <a:lnTo>
                  <a:pt x="100" y="66"/>
                </a:lnTo>
                <a:lnTo>
                  <a:pt x="102" y="52"/>
                </a:lnTo>
                <a:lnTo>
                  <a:pt x="102" y="52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" name="Freeform 52"/>
          <p:cNvSpPr>
            <a:spLocks noEditPoints="1"/>
          </p:cNvSpPr>
          <p:nvPr/>
        </p:nvSpPr>
        <p:spPr bwMode="auto">
          <a:xfrm>
            <a:off x="1340380" y="3990446"/>
            <a:ext cx="206375" cy="203200"/>
          </a:xfrm>
          <a:custGeom>
            <a:avLst/>
            <a:gdLst>
              <a:gd name="T0" fmla="*/ 124 w 130"/>
              <a:gd name="T1" fmla="*/ 44 h 128"/>
              <a:gd name="T2" fmla="*/ 66 w 130"/>
              <a:gd name="T3" fmla="*/ 54 h 128"/>
              <a:gd name="T4" fmla="*/ 4 w 130"/>
              <a:gd name="T5" fmla="*/ 42 h 128"/>
              <a:gd name="T6" fmla="*/ 6 w 130"/>
              <a:gd name="T7" fmla="*/ 34 h 128"/>
              <a:gd name="T8" fmla="*/ 48 w 130"/>
              <a:gd name="T9" fmla="*/ 42 h 128"/>
              <a:gd name="T10" fmla="*/ 100 w 130"/>
              <a:gd name="T11" fmla="*/ 40 h 128"/>
              <a:gd name="T12" fmla="*/ 128 w 130"/>
              <a:gd name="T13" fmla="*/ 36 h 128"/>
              <a:gd name="T14" fmla="*/ 128 w 130"/>
              <a:gd name="T15" fmla="*/ 60 h 128"/>
              <a:gd name="T16" fmla="*/ 90 w 130"/>
              <a:gd name="T17" fmla="*/ 74 h 128"/>
              <a:gd name="T18" fmla="*/ 20 w 130"/>
              <a:gd name="T19" fmla="*/ 70 h 128"/>
              <a:gd name="T20" fmla="*/ 2 w 130"/>
              <a:gd name="T21" fmla="*/ 60 h 128"/>
              <a:gd name="T22" fmla="*/ 18 w 130"/>
              <a:gd name="T23" fmla="*/ 58 h 128"/>
              <a:gd name="T24" fmla="*/ 66 w 130"/>
              <a:gd name="T25" fmla="*/ 64 h 128"/>
              <a:gd name="T26" fmla="*/ 124 w 130"/>
              <a:gd name="T27" fmla="*/ 54 h 128"/>
              <a:gd name="T28" fmla="*/ 128 w 130"/>
              <a:gd name="T29" fmla="*/ 60 h 128"/>
              <a:gd name="T30" fmla="*/ 124 w 130"/>
              <a:gd name="T31" fmla="*/ 86 h 128"/>
              <a:gd name="T32" fmla="*/ 66 w 130"/>
              <a:gd name="T33" fmla="*/ 96 h 128"/>
              <a:gd name="T34" fmla="*/ 4 w 130"/>
              <a:gd name="T35" fmla="*/ 84 h 128"/>
              <a:gd name="T36" fmla="*/ 6 w 130"/>
              <a:gd name="T37" fmla="*/ 76 h 128"/>
              <a:gd name="T38" fmla="*/ 48 w 130"/>
              <a:gd name="T39" fmla="*/ 84 h 128"/>
              <a:gd name="T40" fmla="*/ 100 w 130"/>
              <a:gd name="T41" fmla="*/ 84 h 128"/>
              <a:gd name="T42" fmla="*/ 128 w 130"/>
              <a:gd name="T43" fmla="*/ 78 h 128"/>
              <a:gd name="T44" fmla="*/ 128 w 130"/>
              <a:gd name="T45" fmla="*/ 102 h 128"/>
              <a:gd name="T46" fmla="*/ 90 w 130"/>
              <a:gd name="T47" fmla="*/ 116 h 128"/>
              <a:gd name="T48" fmla="*/ 20 w 130"/>
              <a:gd name="T49" fmla="*/ 112 h 128"/>
              <a:gd name="T50" fmla="*/ 2 w 130"/>
              <a:gd name="T51" fmla="*/ 102 h 128"/>
              <a:gd name="T52" fmla="*/ 18 w 130"/>
              <a:gd name="T53" fmla="*/ 102 h 128"/>
              <a:gd name="T54" fmla="*/ 66 w 130"/>
              <a:gd name="T55" fmla="*/ 106 h 128"/>
              <a:gd name="T56" fmla="*/ 124 w 130"/>
              <a:gd name="T57" fmla="*/ 98 h 128"/>
              <a:gd name="T58" fmla="*/ 128 w 130"/>
              <a:gd name="T59" fmla="*/ 102 h 128"/>
              <a:gd name="T60" fmla="*/ 110 w 130"/>
              <a:gd name="T61" fmla="*/ 8 h 128"/>
              <a:gd name="T62" fmla="*/ 128 w 130"/>
              <a:gd name="T63" fmla="*/ 18 h 128"/>
              <a:gd name="T64" fmla="*/ 90 w 130"/>
              <a:gd name="T65" fmla="*/ 30 h 128"/>
              <a:gd name="T66" fmla="*/ 20 w 130"/>
              <a:gd name="T67" fmla="*/ 28 h 128"/>
              <a:gd name="T68" fmla="*/ 2 w 130"/>
              <a:gd name="T69" fmla="*/ 18 h 128"/>
              <a:gd name="T70" fmla="*/ 40 w 130"/>
              <a:gd name="T71" fmla="*/ 4 h 128"/>
              <a:gd name="T72" fmla="*/ 130 w 130"/>
              <a:gd name="T73" fmla="*/ 18 h 128"/>
              <a:gd name="T74" fmla="*/ 110 w 130"/>
              <a:gd name="T75" fmla="*/ 4 h 128"/>
              <a:gd name="T76" fmla="*/ 42 w 130"/>
              <a:gd name="T77" fmla="*/ 2 h 128"/>
              <a:gd name="T78" fmla="*/ 0 w 130"/>
              <a:gd name="T79" fmla="*/ 18 h 128"/>
              <a:gd name="T80" fmla="*/ 4 w 130"/>
              <a:gd name="T81" fmla="*/ 32 h 128"/>
              <a:gd name="T82" fmla="*/ 0 w 130"/>
              <a:gd name="T83" fmla="*/ 46 h 128"/>
              <a:gd name="T84" fmla="*/ 4 w 130"/>
              <a:gd name="T85" fmla="*/ 54 h 128"/>
              <a:gd name="T86" fmla="*/ 0 w 130"/>
              <a:gd name="T87" fmla="*/ 68 h 128"/>
              <a:gd name="T88" fmla="*/ 2 w 130"/>
              <a:gd name="T89" fmla="*/ 78 h 128"/>
              <a:gd name="T90" fmla="*/ 2 w 130"/>
              <a:gd name="T91" fmla="*/ 94 h 128"/>
              <a:gd name="T92" fmla="*/ 0 w 130"/>
              <a:gd name="T93" fmla="*/ 102 h 128"/>
              <a:gd name="T94" fmla="*/ 6 w 130"/>
              <a:gd name="T95" fmla="*/ 118 h 128"/>
              <a:gd name="T96" fmla="*/ 66 w 130"/>
              <a:gd name="T97" fmla="*/ 128 h 128"/>
              <a:gd name="T98" fmla="*/ 130 w 130"/>
              <a:gd name="T99" fmla="*/ 114 h 128"/>
              <a:gd name="T100" fmla="*/ 130 w 130"/>
              <a:gd name="T101" fmla="*/ 100 h 128"/>
              <a:gd name="T102" fmla="*/ 130 w 130"/>
              <a:gd name="T103" fmla="*/ 90 h 128"/>
              <a:gd name="T104" fmla="*/ 126 w 130"/>
              <a:gd name="T105" fmla="*/ 74 h 128"/>
              <a:gd name="T106" fmla="*/ 130 w 130"/>
              <a:gd name="T107" fmla="*/ 60 h 128"/>
              <a:gd name="T108" fmla="*/ 126 w 130"/>
              <a:gd name="T109" fmla="*/ 54 h 128"/>
              <a:gd name="T110" fmla="*/ 130 w 130"/>
              <a:gd name="T111" fmla="*/ 38 h 128"/>
              <a:gd name="T112" fmla="*/ 130 w 130"/>
              <a:gd name="T113" fmla="*/ 2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30" h="128">
                <a:moveTo>
                  <a:pt x="128" y="38"/>
                </a:moveTo>
                <a:lnTo>
                  <a:pt x="128" y="38"/>
                </a:lnTo>
                <a:lnTo>
                  <a:pt x="128" y="42"/>
                </a:lnTo>
                <a:lnTo>
                  <a:pt x="124" y="44"/>
                </a:lnTo>
                <a:lnTo>
                  <a:pt x="110" y="48"/>
                </a:lnTo>
                <a:lnTo>
                  <a:pt x="90" y="52"/>
                </a:lnTo>
                <a:lnTo>
                  <a:pt x="66" y="54"/>
                </a:lnTo>
                <a:lnTo>
                  <a:pt x="66" y="54"/>
                </a:lnTo>
                <a:lnTo>
                  <a:pt x="40" y="52"/>
                </a:lnTo>
                <a:lnTo>
                  <a:pt x="20" y="48"/>
                </a:lnTo>
                <a:lnTo>
                  <a:pt x="6" y="44"/>
                </a:lnTo>
                <a:lnTo>
                  <a:pt x="4" y="42"/>
                </a:lnTo>
                <a:lnTo>
                  <a:pt x="2" y="38"/>
                </a:lnTo>
                <a:lnTo>
                  <a:pt x="2" y="38"/>
                </a:lnTo>
                <a:lnTo>
                  <a:pt x="4" y="36"/>
                </a:lnTo>
                <a:lnTo>
                  <a:pt x="6" y="34"/>
                </a:lnTo>
                <a:lnTo>
                  <a:pt x="6" y="34"/>
                </a:lnTo>
                <a:lnTo>
                  <a:pt x="18" y="38"/>
                </a:lnTo>
                <a:lnTo>
                  <a:pt x="32" y="40"/>
                </a:lnTo>
                <a:lnTo>
                  <a:pt x="48" y="42"/>
                </a:lnTo>
                <a:lnTo>
                  <a:pt x="66" y="42"/>
                </a:lnTo>
                <a:lnTo>
                  <a:pt x="66" y="42"/>
                </a:lnTo>
                <a:lnTo>
                  <a:pt x="82" y="42"/>
                </a:lnTo>
                <a:lnTo>
                  <a:pt x="100" y="40"/>
                </a:lnTo>
                <a:lnTo>
                  <a:pt x="114" y="38"/>
                </a:lnTo>
                <a:lnTo>
                  <a:pt x="124" y="34"/>
                </a:lnTo>
                <a:lnTo>
                  <a:pt x="124" y="34"/>
                </a:lnTo>
                <a:lnTo>
                  <a:pt x="128" y="36"/>
                </a:lnTo>
                <a:lnTo>
                  <a:pt x="128" y="38"/>
                </a:lnTo>
                <a:lnTo>
                  <a:pt x="128" y="38"/>
                </a:lnTo>
                <a:close/>
                <a:moveTo>
                  <a:pt x="128" y="60"/>
                </a:moveTo>
                <a:lnTo>
                  <a:pt x="128" y="60"/>
                </a:lnTo>
                <a:lnTo>
                  <a:pt x="128" y="62"/>
                </a:lnTo>
                <a:lnTo>
                  <a:pt x="124" y="66"/>
                </a:lnTo>
                <a:lnTo>
                  <a:pt x="110" y="70"/>
                </a:lnTo>
                <a:lnTo>
                  <a:pt x="90" y="74"/>
                </a:lnTo>
                <a:lnTo>
                  <a:pt x="66" y="74"/>
                </a:lnTo>
                <a:lnTo>
                  <a:pt x="66" y="74"/>
                </a:lnTo>
                <a:lnTo>
                  <a:pt x="40" y="74"/>
                </a:lnTo>
                <a:lnTo>
                  <a:pt x="20" y="70"/>
                </a:lnTo>
                <a:lnTo>
                  <a:pt x="6" y="66"/>
                </a:lnTo>
                <a:lnTo>
                  <a:pt x="4" y="62"/>
                </a:lnTo>
                <a:lnTo>
                  <a:pt x="2" y="60"/>
                </a:lnTo>
                <a:lnTo>
                  <a:pt x="2" y="60"/>
                </a:lnTo>
                <a:lnTo>
                  <a:pt x="4" y="58"/>
                </a:lnTo>
                <a:lnTo>
                  <a:pt x="6" y="54"/>
                </a:lnTo>
                <a:lnTo>
                  <a:pt x="6" y="54"/>
                </a:lnTo>
                <a:lnTo>
                  <a:pt x="18" y="58"/>
                </a:lnTo>
                <a:lnTo>
                  <a:pt x="32" y="62"/>
                </a:lnTo>
                <a:lnTo>
                  <a:pt x="48" y="64"/>
                </a:lnTo>
                <a:lnTo>
                  <a:pt x="66" y="64"/>
                </a:lnTo>
                <a:lnTo>
                  <a:pt x="66" y="64"/>
                </a:lnTo>
                <a:lnTo>
                  <a:pt x="82" y="64"/>
                </a:lnTo>
                <a:lnTo>
                  <a:pt x="100" y="62"/>
                </a:lnTo>
                <a:lnTo>
                  <a:pt x="114" y="58"/>
                </a:lnTo>
                <a:lnTo>
                  <a:pt x="124" y="54"/>
                </a:lnTo>
                <a:lnTo>
                  <a:pt x="124" y="54"/>
                </a:lnTo>
                <a:lnTo>
                  <a:pt x="128" y="58"/>
                </a:lnTo>
                <a:lnTo>
                  <a:pt x="128" y="60"/>
                </a:lnTo>
                <a:lnTo>
                  <a:pt x="128" y="60"/>
                </a:lnTo>
                <a:close/>
                <a:moveTo>
                  <a:pt x="128" y="82"/>
                </a:moveTo>
                <a:lnTo>
                  <a:pt x="128" y="82"/>
                </a:lnTo>
                <a:lnTo>
                  <a:pt x="128" y="84"/>
                </a:lnTo>
                <a:lnTo>
                  <a:pt x="124" y="86"/>
                </a:lnTo>
                <a:lnTo>
                  <a:pt x="110" y="92"/>
                </a:lnTo>
                <a:lnTo>
                  <a:pt x="90" y="94"/>
                </a:lnTo>
                <a:lnTo>
                  <a:pt x="66" y="96"/>
                </a:lnTo>
                <a:lnTo>
                  <a:pt x="66" y="96"/>
                </a:lnTo>
                <a:lnTo>
                  <a:pt x="40" y="94"/>
                </a:lnTo>
                <a:lnTo>
                  <a:pt x="20" y="92"/>
                </a:lnTo>
                <a:lnTo>
                  <a:pt x="6" y="86"/>
                </a:lnTo>
                <a:lnTo>
                  <a:pt x="4" y="84"/>
                </a:lnTo>
                <a:lnTo>
                  <a:pt x="2" y="82"/>
                </a:lnTo>
                <a:lnTo>
                  <a:pt x="2" y="82"/>
                </a:lnTo>
                <a:lnTo>
                  <a:pt x="4" y="78"/>
                </a:lnTo>
                <a:lnTo>
                  <a:pt x="6" y="76"/>
                </a:lnTo>
                <a:lnTo>
                  <a:pt x="6" y="76"/>
                </a:lnTo>
                <a:lnTo>
                  <a:pt x="18" y="80"/>
                </a:lnTo>
                <a:lnTo>
                  <a:pt x="32" y="84"/>
                </a:lnTo>
                <a:lnTo>
                  <a:pt x="48" y="84"/>
                </a:lnTo>
                <a:lnTo>
                  <a:pt x="66" y="86"/>
                </a:lnTo>
                <a:lnTo>
                  <a:pt x="66" y="86"/>
                </a:lnTo>
                <a:lnTo>
                  <a:pt x="82" y="84"/>
                </a:lnTo>
                <a:lnTo>
                  <a:pt x="100" y="84"/>
                </a:lnTo>
                <a:lnTo>
                  <a:pt x="114" y="80"/>
                </a:lnTo>
                <a:lnTo>
                  <a:pt x="124" y="76"/>
                </a:lnTo>
                <a:lnTo>
                  <a:pt x="124" y="76"/>
                </a:lnTo>
                <a:lnTo>
                  <a:pt x="128" y="78"/>
                </a:lnTo>
                <a:lnTo>
                  <a:pt x="128" y="82"/>
                </a:lnTo>
                <a:lnTo>
                  <a:pt x="128" y="82"/>
                </a:lnTo>
                <a:close/>
                <a:moveTo>
                  <a:pt x="128" y="102"/>
                </a:moveTo>
                <a:lnTo>
                  <a:pt x="128" y="102"/>
                </a:lnTo>
                <a:lnTo>
                  <a:pt x="128" y="106"/>
                </a:lnTo>
                <a:lnTo>
                  <a:pt x="124" y="108"/>
                </a:lnTo>
                <a:lnTo>
                  <a:pt x="110" y="112"/>
                </a:lnTo>
                <a:lnTo>
                  <a:pt x="90" y="116"/>
                </a:lnTo>
                <a:lnTo>
                  <a:pt x="66" y="118"/>
                </a:lnTo>
                <a:lnTo>
                  <a:pt x="66" y="118"/>
                </a:lnTo>
                <a:lnTo>
                  <a:pt x="40" y="116"/>
                </a:lnTo>
                <a:lnTo>
                  <a:pt x="20" y="112"/>
                </a:lnTo>
                <a:lnTo>
                  <a:pt x="6" y="108"/>
                </a:lnTo>
                <a:lnTo>
                  <a:pt x="4" y="106"/>
                </a:lnTo>
                <a:lnTo>
                  <a:pt x="2" y="102"/>
                </a:lnTo>
                <a:lnTo>
                  <a:pt x="2" y="102"/>
                </a:lnTo>
                <a:lnTo>
                  <a:pt x="4" y="100"/>
                </a:lnTo>
                <a:lnTo>
                  <a:pt x="6" y="98"/>
                </a:lnTo>
                <a:lnTo>
                  <a:pt x="6" y="98"/>
                </a:lnTo>
                <a:lnTo>
                  <a:pt x="18" y="102"/>
                </a:lnTo>
                <a:lnTo>
                  <a:pt x="32" y="104"/>
                </a:lnTo>
                <a:lnTo>
                  <a:pt x="48" y="106"/>
                </a:lnTo>
                <a:lnTo>
                  <a:pt x="66" y="106"/>
                </a:lnTo>
                <a:lnTo>
                  <a:pt x="66" y="106"/>
                </a:lnTo>
                <a:lnTo>
                  <a:pt x="82" y="106"/>
                </a:lnTo>
                <a:lnTo>
                  <a:pt x="100" y="104"/>
                </a:lnTo>
                <a:lnTo>
                  <a:pt x="114" y="102"/>
                </a:lnTo>
                <a:lnTo>
                  <a:pt x="124" y="98"/>
                </a:lnTo>
                <a:lnTo>
                  <a:pt x="124" y="98"/>
                </a:lnTo>
                <a:lnTo>
                  <a:pt x="128" y="100"/>
                </a:lnTo>
                <a:lnTo>
                  <a:pt x="128" y="102"/>
                </a:lnTo>
                <a:lnTo>
                  <a:pt x="128" y="102"/>
                </a:lnTo>
                <a:close/>
                <a:moveTo>
                  <a:pt x="66" y="2"/>
                </a:moveTo>
                <a:lnTo>
                  <a:pt x="66" y="2"/>
                </a:lnTo>
                <a:lnTo>
                  <a:pt x="90" y="4"/>
                </a:lnTo>
                <a:lnTo>
                  <a:pt x="110" y="8"/>
                </a:lnTo>
                <a:lnTo>
                  <a:pt x="124" y="12"/>
                </a:lnTo>
                <a:lnTo>
                  <a:pt x="128" y="14"/>
                </a:lnTo>
                <a:lnTo>
                  <a:pt x="128" y="18"/>
                </a:lnTo>
                <a:lnTo>
                  <a:pt x="128" y="18"/>
                </a:lnTo>
                <a:lnTo>
                  <a:pt x="128" y="20"/>
                </a:lnTo>
                <a:lnTo>
                  <a:pt x="124" y="22"/>
                </a:lnTo>
                <a:lnTo>
                  <a:pt x="110" y="28"/>
                </a:lnTo>
                <a:lnTo>
                  <a:pt x="90" y="30"/>
                </a:lnTo>
                <a:lnTo>
                  <a:pt x="66" y="32"/>
                </a:lnTo>
                <a:lnTo>
                  <a:pt x="66" y="32"/>
                </a:lnTo>
                <a:lnTo>
                  <a:pt x="40" y="30"/>
                </a:lnTo>
                <a:lnTo>
                  <a:pt x="20" y="28"/>
                </a:lnTo>
                <a:lnTo>
                  <a:pt x="6" y="22"/>
                </a:lnTo>
                <a:lnTo>
                  <a:pt x="4" y="20"/>
                </a:lnTo>
                <a:lnTo>
                  <a:pt x="2" y="18"/>
                </a:lnTo>
                <a:lnTo>
                  <a:pt x="2" y="18"/>
                </a:lnTo>
                <a:lnTo>
                  <a:pt x="4" y="14"/>
                </a:lnTo>
                <a:lnTo>
                  <a:pt x="6" y="12"/>
                </a:lnTo>
                <a:lnTo>
                  <a:pt x="20" y="8"/>
                </a:lnTo>
                <a:lnTo>
                  <a:pt x="40" y="4"/>
                </a:lnTo>
                <a:lnTo>
                  <a:pt x="66" y="2"/>
                </a:lnTo>
                <a:lnTo>
                  <a:pt x="66" y="2"/>
                </a:lnTo>
                <a:close/>
                <a:moveTo>
                  <a:pt x="130" y="26"/>
                </a:moveTo>
                <a:lnTo>
                  <a:pt x="130" y="18"/>
                </a:lnTo>
                <a:lnTo>
                  <a:pt x="130" y="18"/>
                </a:lnTo>
                <a:lnTo>
                  <a:pt x="130" y="14"/>
                </a:lnTo>
                <a:lnTo>
                  <a:pt x="126" y="10"/>
                </a:lnTo>
                <a:lnTo>
                  <a:pt x="110" y="4"/>
                </a:lnTo>
                <a:lnTo>
                  <a:pt x="90" y="2"/>
                </a:lnTo>
                <a:lnTo>
                  <a:pt x="66" y="0"/>
                </a:lnTo>
                <a:lnTo>
                  <a:pt x="66" y="0"/>
                </a:lnTo>
                <a:lnTo>
                  <a:pt x="42" y="2"/>
                </a:lnTo>
                <a:lnTo>
                  <a:pt x="20" y="4"/>
                </a:lnTo>
                <a:lnTo>
                  <a:pt x="6" y="10"/>
                </a:lnTo>
                <a:lnTo>
                  <a:pt x="2" y="14"/>
                </a:lnTo>
                <a:lnTo>
                  <a:pt x="0" y="18"/>
                </a:lnTo>
                <a:lnTo>
                  <a:pt x="0" y="26"/>
                </a:lnTo>
                <a:lnTo>
                  <a:pt x="0" y="26"/>
                </a:lnTo>
                <a:lnTo>
                  <a:pt x="2" y="28"/>
                </a:lnTo>
                <a:lnTo>
                  <a:pt x="4" y="32"/>
                </a:lnTo>
                <a:lnTo>
                  <a:pt x="4" y="32"/>
                </a:lnTo>
                <a:lnTo>
                  <a:pt x="2" y="36"/>
                </a:lnTo>
                <a:lnTo>
                  <a:pt x="0" y="38"/>
                </a:lnTo>
                <a:lnTo>
                  <a:pt x="0" y="46"/>
                </a:lnTo>
                <a:lnTo>
                  <a:pt x="0" y="46"/>
                </a:lnTo>
                <a:lnTo>
                  <a:pt x="2" y="50"/>
                </a:lnTo>
                <a:lnTo>
                  <a:pt x="4" y="54"/>
                </a:lnTo>
                <a:lnTo>
                  <a:pt x="4" y="54"/>
                </a:lnTo>
                <a:lnTo>
                  <a:pt x="2" y="56"/>
                </a:lnTo>
                <a:lnTo>
                  <a:pt x="0" y="60"/>
                </a:lnTo>
                <a:lnTo>
                  <a:pt x="0" y="68"/>
                </a:lnTo>
                <a:lnTo>
                  <a:pt x="0" y="68"/>
                </a:lnTo>
                <a:lnTo>
                  <a:pt x="2" y="72"/>
                </a:lnTo>
                <a:lnTo>
                  <a:pt x="4" y="74"/>
                </a:lnTo>
                <a:lnTo>
                  <a:pt x="4" y="74"/>
                </a:lnTo>
                <a:lnTo>
                  <a:pt x="2" y="78"/>
                </a:lnTo>
                <a:lnTo>
                  <a:pt x="0" y="82"/>
                </a:lnTo>
                <a:lnTo>
                  <a:pt x="0" y="90"/>
                </a:lnTo>
                <a:lnTo>
                  <a:pt x="0" y="90"/>
                </a:lnTo>
                <a:lnTo>
                  <a:pt x="2" y="94"/>
                </a:lnTo>
                <a:lnTo>
                  <a:pt x="4" y="96"/>
                </a:lnTo>
                <a:lnTo>
                  <a:pt x="4" y="96"/>
                </a:lnTo>
                <a:lnTo>
                  <a:pt x="2" y="100"/>
                </a:lnTo>
                <a:lnTo>
                  <a:pt x="0" y="102"/>
                </a:lnTo>
                <a:lnTo>
                  <a:pt x="0" y="110"/>
                </a:lnTo>
                <a:lnTo>
                  <a:pt x="0" y="110"/>
                </a:lnTo>
                <a:lnTo>
                  <a:pt x="2" y="114"/>
                </a:lnTo>
                <a:lnTo>
                  <a:pt x="6" y="118"/>
                </a:lnTo>
                <a:lnTo>
                  <a:pt x="20" y="124"/>
                </a:lnTo>
                <a:lnTo>
                  <a:pt x="42" y="126"/>
                </a:lnTo>
                <a:lnTo>
                  <a:pt x="66" y="128"/>
                </a:lnTo>
                <a:lnTo>
                  <a:pt x="66" y="128"/>
                </a:lnTo>
                <a:lnTo>
                  <a:pt x="90" y="126"/>
                </a:lnTo>
                <a:lnTo>
                  <a:pt x="110" y="124"/>
                </a:lnTo>
                <a:lnTo>
                  <a:pt x="126" y="118"/>
                </a:lnTo>
                <a:lnTo>
                  <a:pt x="130" y="114"/>
                </a:lnTo>
                <a:lnTo>
                  <a:pt x="130" y="110"/>
                </a:lnTo>
                <a:lnTo>
                  <a:pt x="130" y="102"/>
                </a:lnTo>
                <a:lnTo>
                  <a:pt x="130" y="102"/>
                </a:lnTo>
                <a:lnTo>
                  <a:pt x="130" y="100"/>
                </a:lnTo>
                <a:lnTo>
                  <a:pt x="126" y="96"/>
                </a:lnTo>
                <a:lnTo>
                  <a:pt x="126" y="96"/>
                </a:lnTo>
                <a:lnTo>
                  <a:pt x="130" y="94"/>
                </a:lnTo>
                <a:lnTo>
                  <a:pt x="130" y="90"/>
                </a:lnTo>
                <a:lnTo>
                  <a:pt x="130" y="82"/>
                </a:lnTo>
                <a:lnTo>
                  <a:pt x="130" y="82"/>
                </a:lnTo>
                <a:lnTo>
                  <a:pt x="130" y="78"/>
                </a:lnTo>
                <a:lnTo>
                  <a:pt x="126" y="74"/>
                </a:lnTo>
                <a:lnTo>
                  <a:pt x="126" y="74"/>
                </a:lnTo>
                <a:lnTo>
                  <a:pt x="130" y="72"/>
                </a:lnTo>
                <a:lnTo>
                  <a:pt x="130" y="68"/>
                </a:lnTo>
                <a:lnTo>
                  <a:pt x="130" y="60"/>
                </a:lnTo>
                <a:lnTo>
                  <a:pt x="130" y="60"/>
                </a:lnTo>
                <a:lnTo>
                  <a:pt x="130" y="56"/>
                </a:lnTo>
                <a:lnTo>
                  <a:pt x="126" y="54"/>
                </a:lnTo>
                <a:lnTo>
                  <a:pt x="126" y="54"/>
                </a:lnTo>
                <a:lnTo>
                  <a:pt x="130" y="50"/>
                </a:lnTo>
                <a:lnTo>
                  <a:pt x="130" y="46"/>
                </a:lnTo>
                <a:lnTo>
                  <a:pt x="130" y="38"/>
                </a:lnTo>
                <a:lnTo>
                  <a:pt x="130" y="38"/>
                </a:lnTo>
                <a:lnTo>
                  <a:pt x="130" y="36"/>
                </a:lnTo>
                <a:lnTo>
                  <a:pt x="126" y="32"/>
                </a:lnTo>
                <a:lnTo>
                  <a:pt x="126" y="32"/>
                </a:lnTo>
                <a:lnTo>
                  <a:pt x="130" y="28"/>
                </a:lnTo>
                <a:lnTo>
                  <a:pt x="130" y="26"/>
                </a:lnTo>
                <a:lnTo>
                  <a:pt x="130" y="26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" name="Freeform 53"/>
          <p:cNvSpPr>
            <a:spLocks noEditPoints="1"/>
          </p:cNvSpPr>
          <p:nvPr/>
        </p:nvSpPr>
        <p:spPr bwMode="auto">
          <a:xfrm>
            <a:off x="2632605" y="5127096"/>
            <a:ext cx="66675" cy="66675"/>
          </a:xfrm>
          <a:custGeom>
            <a:avLst/>
            <a:gdLst>
              <a:gd name="T0" fmla="*/ 22 w 42"/>
              <a:gd name="T1" fmla="*/ 30 h 42"/>
              <a:gd name="T2" fmla="*/ 22 w 42"/>
              <a:gd name="T3" fmla="*/ 30 h 42"/>
              <a:gd name="T4" fmla="*/ 16 w 42"/>
              <a:gd name="T5" fmla="*/ 30 h 42"/>
              <a:gd name="T6" fmla="*/ 14 w 42"/>
              <a:gd name="T7" fmla="*/ 28 h 42"/>
              <a:gd name="T8" fmla="*/ 12 w 42"/>
              <a:gd name="T9" fmla="*/ 24 h 42"/>
              <a:gd name="T10" fmla="*/ 10 w 42"/>
              <a:gd name="T11" fmla="*/ 20 h 42"/>
              <a:gd name="T12" fmla="*/ 10 w 42"/>
              <a:gd name="T13" fmla="*/ 20 h 42"/>
              <a:gd name="T14" fmla="*/ 12 w 42"/>
              <a:gd name="T15" fmla="*/ 16 h 42"/>
              <a:gd name="T16" fmla="*/ 14 w 42"/>
              <a:gd name="T17" fmla="*/ 12 h 42"/>
              <a:gd name="T18" fmla="*/ 16 w 42"/>
              <a:gd name="T19" fmla="*/ 10 h 42"/>
              <a:gd name="T20" fmla="*/ 22 w 42"/>
              <a:gd name="T21" fmla="*/ 10 h 42"/>
              <a:gd name="T22" fmla="*/ 22 w 42"/>
              <a:gd name="T23" fmla="*/ 10 h 42"/>
              <a:gd name="T24" fmla="*/ 26 w 42"/>
              <a:gd name="T25" fmla="*/ 10 h 42"/>
              <a:gd name="T26" fmla="*/ 28 w 42"/>
              <a:gd name="T27" fmla="*/ 12 h 42"/>
              <a:gd name="T28" fmla="*/ 30 w 42"/>
              <a:gd name="T29" fmla="*/ 16 h 42"/>
              <a:gd name="T30" fmla="*/ 32 w 42"/>
              <a:gd name="T31" fmla="*/ 20 h 42"/>
              <a:gd name="T32" fmla="*/ 32 w 42"/>
              <a:gd name="T33" fmla="*/ 20 h 42"/>
              <a:gd name="T34" fmla="*/ 30 w 42"/>
              <a:gd name="T35" fmla="*/ 24 h 42"/>
              <a:gd name="T36" fmla="*/ 28 w 42"/>
              <a:gd name="T37" fmla="*/ 28 h 42"/>
              <a:gd name="T38" fmla="*/ 26 w 42"/>
              <a:gd name="T39" fmla="*/ 30 h 42"/>
              <a:gd name="T40" fmla="*/ 22 w 42"/>
              <a:gd name="T41" fmla="*/ 30 h 42"/>
              <a:gd name="T42" fmla="*/ 22 w 42"/>
              <a:gd name="T43" fmla="*/ 30 h 42"/>
              <a:gd name="T44" fmla="*/ 42 w 42"/>
              <a:gd name="T45" fmla="*/ 20 h 42"/>
              <a:gd name="T46" fmla="*/ 42 w 42"/>
              <a:gd name="T47" fmla="*/ 20 h 42"/>
              <a:gd name="T48" fmla="*/ 40 w 42"/>
              <a:gd name="T49" fmla="*/ 12 h 42"/>
              <a:gd name="T50" fmla="*/ 36 w 42"/>
              <a:gd name="T51" fmla="*/ 6 h 42"/>
              <a:gd name="T52" fmla="*/ 30 w 42"/>
              <a:gd name="T53" fmla="*/ 0 h 42"/>
              <a:gd name="T54" fmla="*/ 22 w 42"/>
              <a:gd name="T55" fmla="*/ 0 h 42"/>
              <a:gd name="T56" fmla="*/ 22 w 42"/>
              <a:gd name="T57" fmla="*/ 0 h 42"/>
              <a:gd name="T58" fmla="*/ 12 w 42"/>
              <a:gd name="T59" fmla="*/ 0 h 42"/>
              <a:gd name="T60" fmla="*/ 6 w 42"/>
              <a:gd name="T61" fmla="*/ 6 h 42"/>
              <a:gd name="T62" fmla="*/ 2 w 42"/>
              <a:gd name="T63" fmla="*/ 12 h 42"/>
              <a:gd name="T64" fmla="*/ 0 w 42"/>
              <a:gd name="T65" fmla="*/ 20 h 42"/>
              <a:gd name="T66" fmla="*/ 0 w 42"/>
              <a:gd name="T67" fmla="*/ 20 h 42"/>
              <a:gd name="T68" fmla="*/ 0 w 42"/>
              <a:gd name="T69" fmla="*/ 26 h 42"/>
              <a:gd name="T70" fmla="*/ 4 w 42"/>
              <a:gd name="T71" fmla="*/ 32 h 42"/>
              <a:gd name="T72" fmla="*/ 8 w 42"/>
              <a:gd name="T73" fmla="*/ 38 h 42"/>
              <a:gd name="T74" fmla="*/ 14 w 42"/>
              <a:gd name="T75" fmla="*/ 40 h 42"/>
              <a:gd name="T76" fmla="*/ 14 w 42"/>
              <a:gd name="T77" fmla="*/ 40 h 42"/>
              <a:gd name="T78" fmla="*/ 22 w 42"/>
              <a:gd name="T79" fmla="*/ 42 h 42"/>
              <a:gd name="T80" fmla="*/ 22 w 42"/>
              <a:gd name="T81" fmla="*/ 42 h 42"/>
              <a:gd name="T82" fmla="*/ 28 w 42"/>
              <a:gd name="T83" fmla="*/ 40 h 42"/>
              <a:gd name="T84" fmla="*/ 28 w 42"/>
              <a:gd name="T85" fmla="*/ 40 h 42"/>
              <a:gd name="T86" fmla="*/ 34 w 42"/>
              <a:gd name="T87" fmla="*/ 38 h 42"/>
              <a:gd name="T88" fmla="*/ 38 w 42"/>
              <a:gd name="T89" fmla="*/ 32 h 42"/>
              <a:gd name="T90" fmla="*/ 42 w 42"/>
              <a:gd name="T91" fmla="*/ 26 h 42"/>
              <a:gd name="T92" fmla="*/ 42 w 42"/>
              <a:gd name="T93" fmla="*/ 20 h 42"/>
              <a:gd name="T94" fmla="*/ 42 w 42"/>
              <a:gd name="T95" fmla="*/ 2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2" h="42">
                <a:moveTo>
                  <a:pt x="22" y="30"/>
                </a:moveTo>
                <a:lnTo>
                  <a:pt x="22" y="30"/>
                </a:lnTo>
                <a:lnTo>
                  <a:pt x="16" y="30"/>
                </a:lnTo>
                <a:lnTo>
                  <a:pt x="14" y="28"/>
                </a:lnTo>
                <a:lnTo>
                  <a:pt x="12" y="24"/>
                </a:lnTo>
                <a:lnTo>
                  <a:pt x="10" y="20"/>
                </a:lnTo>
                <a:lnTo>
                  <a:pt x="10" y="20"/>
                </a:lnTo>
                <a:lnTo>
                  <a:pt x="12" y="16"/>
                </a:lnTo>
                <a:lnTo>
                  <a:pt x="14" y="12"/>
                </a:lnTo>
                <a:lnTo>
                  <a:pt x="16" y="10"/>
                </a:lnTo>
                <a:lnTo>
                  <a:pt x="22" y="10"/>
                </a:lnTo>
                <a:lnTo>
                  <a:pt x="22" y="10"/>
                </a:lnTo>
                <a:lnTo>
                  <a:pt x="26" y="10"/>
                </a:lnTo>
                <a:lnTo>
                  <a:pt x="28" y="12"/>
                </a:lnTo>
                <a:lnTo>
                  <a:pt x="30" y="16"/>
                </a:lnTo>
                <a:lnTo>
                  <a:pt x="32" y="20"/>
                </a:lnTo>
                <a:lnTo>
                  <a:pt x="32" y="20"/>
                </a:lnTo>
                <a:lnTo>
                  <a:pt x="30" y="24"/>
                </a:lnTo>
                <a:lnTo>
                  <a:pt x="28" y="28"/>
                </a:lnTo>
                <a:lnTo>
                  <a:pt x="26" y="30"/>
                </a:lnTo>
                <a:lnTo>
                  <a:pt x="22" y="30"/>
                </a:lnTo>
                <a:lnTo>
                  <a:pt x="22" y="30"/>
                </a:lnTo>
                <a:close/>
                <a:moveTo>
                  <a:pt x="42" y="20"/>
                </a:moveTo>
                <a:lnTo>
                  <a:pt x="42" y="20"/>
                </a:lnTo>
                <a:lnTo>
                  <a:pt x="40" y="12"/>
                </a:lnTo>
                <a:lnTo>
                  <a:pt x="36" y="6"/>
                </a:lnTo>
                <a:lnTo>
                  <a:pt x="30" y="0"/>
                </a:lnTo>
                <a:lnTo>
                  <a:pt x="22" y="0"/>
                </a:lnTo>
                <a:lnTo>
                  <a:pt x="22" y="0"/>
                </a:lnTo>
                <a:lnTo>
                  <a:pt x="12" y="0"/>
                </a:lnTo>
                <a:lnTo>
                  <a:pt x="6" y="6"/>
                </a:lnTo>
                <a:lnTo>
                  <a:pt x="2" y="12"/>
                </a:lnTo>
                <a:lnTo>
                  <a:pt x="0" y="20"/>
                </a:lnTo>
                <a:lnTo>
                  <a:pt x="0" y="20"/>
                </a:lnTo>
                <a:lnTo>
                  <a:pt x="0" y="26"/>
                </a:lnTo>
                <a:lnTo>
                  <a:pt x="4" y="32"/>
                </a:lnTo>
                <a:lnTo>
                  <a:pt x="8" y="38"/>
                </a:lnTo>
                <a:lnTo>
                  <a:pt x="14" y="40"/>
                </a:lnTo>
                <a:lnTo>
                  <a:pt x="14" y="40"/>
                </a:lnTo>
                <a:lnTo>
                  <a:pt x="22" y="42"/>
                </a:lnTo>
                <a:lnTo>
                  <a:pt x="22" y="42"/>
                </a:lnTo>
                <a:lnTo>
                  <a:pt x="28" y="40"/>
                </a:lnTo>
                <a:lnTo>
                  <a:pt x="28" y="40"/>
                </a:lnTo>
                <a:lnTo>
                  <a:pt x="34" y="38"/>
                </a:lnTo>
                <a:lnTo>
                  <a:pt x="38" y="32"/>
                </a:lnTo>
                <a:lnTo>
                  <a:pt x="42" y="26"/>
                </a:lnTo>
                <a:lnTo>
                  <a:pt x="42" y="20"/>
                </a:lnTo>
                <a:lnTo>
                  <a:pt x="42" y="20"/>
                </a:lnTo>
                <a:close/>
              </a:path>
            </a:pathLst>
          </a:custGeom>
          <a:solidFill>
            <a:srgbClr val="D5D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Freeform 54"/>
          <p:cNvSpPr>
            <a:spLocks/>
          </p:cNvSpPr>
          <p:nvPr/>
        </p:nvSpPr>
        <p:spPr bwMode="auto">
          <a:xfrm>
            <a:off x="2546880" y="5273146"/>
            <a:ext cx="44450" cy="41275"/>
          </a:xfrm>
          <a:custGeom>
            <a:avLst/>
            <a:gdLst>
              <a:gd name="T0" fmla="*/ 16 w 28"/>
              <a:gd name="T1" fmla="*/ 0 h 26"/>
              <a:gd name="T2" fmla="*/ 8 w 28"/>
              <a:gd name="T3" fmla="*/ 10 h 26"/>
              <a:gd name="T4" fmla="*/ 0 w 28"/>
              <a:gd name="T5" fmla="*/ 22 h 26"/>
              <a:gd name="T6" fmla="*/ 14 w 28"/>
              <a:gd name="T7" fmla="*/ 24 h 26"/>
              <a:gd name="T8" fmla="*/ 28 w 28"/>
              <a:gd name="T9" fmla="*/ 26 h 26"/>
              <a:gd name="T10" fmla="*/ 22 w 28"/>
              <a:gd name="T11" fmla="*/ 12 h 26"/>
              <a:gd name="T12" fmla="*/ 16 w 28"/>
              <a:gd name="T13" fmla="*/ 0 h 26"/>
              <a:gd name="T14" fmla="*/ 16 w 28"/>
              <a:gd name="T15" fmla="*/ 0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" h="26">
                <a:moveTo>
                  <a:pt x="16" y="0"/>
                </a:moveTo>
                <a:lnTo>
                  <a:pt x="8" y="10"/>
                </a:lnTo>
                <a:lnTo>
                  <a:pt x="0" y="22"/>
                </a:lnTo>
                <a:lnTo>
                  <a:pt x="14" y="24"/>
                </a:lnTo>
                <a:lnTo>
                  <a:pt x="28" y="26"/>
                </a:lnTo>
                <a:lnTo>
                  <a:pt x="22" y="12"/>
                </a:lnTo>
                <a:lnTo>
                  <a:pt x="16" y="0"/>
                </a:lnTo>
                <a:lnTo>
                  <a:pt x="16" y="0"/>
                </a:lnTo>
                <a:close/>
              </a:path>
            </a:pathLst>
          </a:custGeom>
          <a:solidFill>
            <a:srgbClr val="D5D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" name="Freeform 55"/>
          <p:cNvSpPr>
            <a:spLocks/>
          </p:cNvSpPr>
          <p:nvPr/>
        </p:nvSpPr>
        <p:spPr bwMode="auto">
          <a:xfrm>
            <a:off x="2743730" y="5273146"/>
            <a:ext cx="41275" cy="41275"/>
          </a:xfrm>
          <a:custGeom>
            <a:avLst/>
            <a:gdLst>
              <a:gd name="T0" fmla="*/ 26 w 26"/>
              <a:gd name="T1" fmla="*/ 22 h 26"/>
              <a:gd name="T2" fmla="*/ 18 w 26"/>
              <a:gd name="T3" fmla="*/ 10 h 26"/>
              <a:gd name="T4" fmla="*/ 10 w 26"/>
              <a:gd name="T5" fmla="*/ 0 h 26"/>
              <a:gd name="T6" fmla="*/ 4 w 26"/>
              <a:gd name="T7" fmla="*/ 12 h 26"/>
              <a:gd name="T8" fmla="*/ 0 w 26"/>
              <a:gd name="T9" fmla="*/ 26 h 26"/>
              <a:gd name="T10" fmla="*/ 12 w 26"/>
              <a:gd name="T11" fmla="*/ 24 h 26"/>
              <a:gd name="T12" fmla="*/ 26 w 26"/>
              <a:gd name="T13" fmla="*/ 22 h 26"/>
              <a:gd name="T14" fmla="*/ 26 w 26"/>
              <a:gd name="T15" fmla="*/ 22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" h="26">
                <a:moveTo>
                  <a:pt x="26" y="22"/>
                </a:moveTo>
                <a:lnTo>
                  <a:pt x="18" y="10"/>
                </a:lnTo>
                <a:lnTo>
                  <a:pt x="10" y="0"/>
                </a:lnTo>
                <a:lnTo>
                  <a:pt x="4" y="12"/>
                </a:lnTo>
                <a:lnTo>
                  <a:pt x="0" y="26"/>
                </a:lnTo>
                <a:lnTo>
                  <a:pt x="12" y="24"/>
                </a:lnTo>
                <a:lnTo>
                  <a:pt x="26" y="22"/>
                </a:lnTo>
                <a:lnTo>
                  <a:pt x="26" y="22"/>
                </a:lnTo>
                <a:close/>
              </a:path>
            </a:pathLst>
          </a:custGeom>
          <a:solidFill>
            <a:srgbClr val="D5D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" name="Freeform 56"/>
          <p:cNvSpPr>
            <a:spLocks/>
          </p:cNvSpPr>
          <p:nvPr/>
        </p:nvSpPr>
        <p:spPr bwMode="auto">
          <a:xfrm>
            <a:off x="2556405" y="5196946"/>
            <a:ext cx="222250" cy="203200"/>
          </a:xfrm>
          <a:custGeom>
            <a:avLst/>
            <a:gdLst>
              <a:gd name="T0" fmla="*/ 140 w 140"/>
              <a:gd name="T1" fmla="*/ 82 h 128"/>
              <a:gd name="T2" fmla="*/ 132 w 140"/>
              <a:gd name="T3" fmla="*/ 76 h 128"/>
              <a:gd name="T4" fmla="*/ 126 w 140"/>
              <a:gd name="T5" fmla="*/ 76 h 128"/>
              <a:gd name="T6" fmla="*/ 118 w 140"/>
              <a:gd name="T7" fmla="*/ 84 h 128"/>
              <a:gd name="T8" fmla="*/ 110 w 140"/>
              <a:gd name="T9" fmla="*/ 88 h 128"/>
              <a:gd name="T10" fmla="*/ 88 w 140"/>
              <a:gd name="T11" fmla="*/ 90 h 128"/>
              <a:gd name="T12" fmla="*/ 82 w 140"/>
              <a:gd name="T13" fmla="*/ 84 h 128"/>
              <a:gd name="T14" fmla="*/ 78 w 140"/>
              <a:gd name="T15" fmla="*/ 60 h 128"/>
              <a:gd name="T16" fmla="*/ 94 w 140"/>
              <a:gd name="T17" fmla="*/ 18 h 128"/>
              <a:gd name="T18" fmla="*/ 98 w 140"/>
              <a:gd name="T19" fmla="*/ 18 h 128"/>
              <a:gd name="T20" fmla="*/ 98 w 140"/>
              <a:gd name="T21" fmla="*/ 14 h 128"/>
              <a:gd name="T22" fmla="*/ 98 w 140"/>
              <a:gd name="T23" fmla="*/ 10 h 128"/>
              <a:gd name="T24" fmla="*/ 76 w 140"/>
              <a:gd name="T25" fmla="*/ 8 h 128"/>
              <a:gd name="T26" fmla="*/ 76 w 140"/>
              <a:gd name="T27" fmla="*/ 0 h 128"/>
              <a:gd name="T28" fmla="*/ 70 w 140"/>
              <a:gd name="T29" fmla="*/ 2 h 128"/>
              <a:gd name="T30" fmla="*/ 62 w 140"/>
              <a:gd name="T31" fmla="*/ 0 h 128"/>
              <a:gd name="T32" fmla="*/ 62 w 140"/>
              <a:gd name="T33" fmla="*/ 8 h 128"/>
              <a:gd name="T34" fmla="*/ 44 w 140"/>
              <a:gd name="T35" fmla="*/ 8 h 128"/>
              <a:gd name="T36" fmla="*/ 40 w 140"/>
              <a:gd name="T37" fmla="*/ 14 h 128"/>
              <a:gd name="T38" fmla="*/ 40 w 140"/>
              <a:gd name="T39" fmla="*/ 14 h 128"/>
              <a:gd name="T40" fmla="*/ 44 w 140"/>
              <a:gd name="T41" fmla="*/ 18 h 128"/>
              <a:gd name="T42" fmla="*/ 62 w 140"/>
              <a:gd name="T43" fmla="*/ 18 h 128"/>
              <a:gd name="T44" fmla="*/ 58 w 140"/>
              <a:gd name="T45" fmla="*/ 84 h 128"/>
              <a:gd name="T46" fmla="*/ 56 w 140"/>
              <a:gd name="T47" fmla="*/ 88 h 128"/>
              <a:gd name="T48" fmla="*/ 40 w 140"/>
              <a:gd name="T49" fmla="*/ 90 h 128"/>
              <a:gd name="T50" fmla="*/ 20 w 140"/>
              <a:gd name="T51" fmla="*/ 84 h 128"/>
              <a:gd name="T52" fmla="*/ 16 w 140"/>
              <a:gd name="T53" fmla="*/ 80 h 128"/>
              <a:gd name="T54" fmla="*/ 6 w 140"/>
              <a:gd name="T55" fmla="*/ 76 h 128"/>
              <a:gd name="T56" fmla="*/ 0 w 140"/>
              <a:gd name="T57" fmla="*/ 74 h 128"/>
              <a:gd name="T58" fmla="*/ 0 w 140"/>
              <a:gd name="T59" fmla="*/ 82 h 128"/>
              <a:gd name="T60" fmla="*/ 4 w 140"/>
              <a:gd name="T61" fmla="*/ 96 h 128"/>
              <a:gd name="T62" fmla="*/ 20 w 140"/>
              <a:gd name="T63" fmla="*/ 106 h 128"/>
              <a:gd name="T64" fmla="*/ 28 w 140"/>
              <a:gd name="T65" fmla="*/ 108 h 128"/>
              <a:gd name="T66" fmla="*/ 50 w 140"/>
              <a:gd name="T67" fmla="*/ 114 h 128"/>
              <a:gd name="T68" fmla="*/ 66 w 140"/>
              <a:gd name="T69" fmla="*/ 126 h 128"/>
              <a:gd name="T70" fmla="*/ 70 w 140"/>
              <a:gd name="T71" fmla="*/ 128 h 128"/>
              <a:gd name="T72" fmla="*/ 72 w 140"/>
              <a:gd name="T73" fmla="*/ 126 h 128"/>
              <a:gd name="T74" fmla="*/ 88 w 140"/>
              <a:gd name="T75" fmla="*/ 114 h 128"/>
              <a:gd name="T76" fmla="*/ 110 w 140"/>
              <a:gd name="T77" fmla="*/ 108 h 128"/>
              <a:gd name="T78" fmla="*/ 118 w 140"/>
              <a:gd name="T79" fmla="*/ 106 h 128"/>
              <a:gd name="T80" fmla="*/ 134 w 140"/>
              <a:gd name="T81" fmla="*/ 96 h 128"/>
              <a:gd name="T82" fmla="*/ 140 w 140"/>
              <a:gd name="T83" fmla="*/ 8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0" h="128">
                <a:moveTo>
                  <a:pt x="140" y="82"/>
                </a:moveTo>
                <a:lnTo>
                  <a:pt x="140" y="82"/>
                </a:lnTo>
                <a:lnTo>
                  <a:pt x="138" y="74"/>
                </a:lnTo>
                <a:lnTo>
                  <a:pt x="132" y="76"/>
                </a:lnTo>
                <a:lnTo>
                  <a:pt x="126" y="76"/>
                </a:lnTo>
                <a:lnTo>
                  <a:pt x="126" y="76"/>
                </a:lnTo>
                <a:lnTo>
                  <a:pt x="122" y="80"/>
                </a:lnTo>
                <a:lnTo>
                  <a:pt x="118" y="84"/>
                </a:lnTo>
                <a:lnTo>
                  <a:pt x="118" y="84"/>
                </a:lnTo>
                <a:lnTo>
                  <a:pt x="110" y="88"/>
                </a:lnTo>
                <a:lnTo>
                  <a:pt x="98" y="90"/>
                </a:lnTo>
                <a:lnTo>
                  <a:pt x="88" y="90"/>
                </a:lnTo>
                <a:lnTo>
                  <a:pt x="84" y="88"/>
                </a:lnTo>
                <a:lnTo>
                  <a:pt x="82" y="84"/>
                </a:lnTo>
                <a:lnTo>
                  <a:pt x="82" y="84"/>
                </a:lnTo>
                <a:lnTo>
                  <a:pt x="78" y="60"/>
                </a:lnTo>
                <a:lnTo>
                  <a:pt x="76" y="18"/>
                </a:lnTo>
                <a:lnTo>
                  <a:pt x="94" y="18"/>
                </a:lnTo>
                <a:lnTo>
                  <a:pt x="94" y="18"/>
                </a:lnTo>
                <a:lnTo>
                  <a:pt x="98" y="18"/>
                </a:lnTo>
                <a:lnTo>
                  <a:pt x="98" y="14"/>
                </a:lnTo>
                <a:lnTo>
                  <a:pt x="98" y="14"/>
                </a:lnTo>
                <a:lnTo>
                  <a:pt x="98" y="14"/>
                </a:lnTo>
                <a:lnTo>
                  <a:pt x="98" y="10"/>
                </a:lnTo>
                <a:lnTo>
                  <a:pt x="94" y="8"/>
                </a:lnTo>
                <a:lnTo>
                  <a:pt x="76" y="8"/>
                </a:lnTo>
                <a:lnTo>
                  <a:pt x="76" y="8"/>
                </a:lnTo>
                <a:lnTo>
                  <a:pt x="76" y="0"/>
                </a:lnTo>
                <a:lnTo>
                  <a:pt x="76" y="0"/>
                </a:lnTo>
                <a:lnTo>
                  <a:pt x="70" y="2"/>
                </a:lnTo>
                <a:lnTo>
                  <a:pt x="70" y="2"/>
                </a:lnTo>
                <a:lnTo>
                  <a:pt x="62" y="0"/>
                </a:lnTo>
                <a:lnTo>
                  <a:pt x="62" y="0"/>
                </a:lnTo>
                <a:lnTo>
                  <a:pt x="62" y="8"/>
                </a:lnTo>
                <a:lnTo>
                  <a:pt x="44" y="8"/>
                </a:lnTo>
                <a:lnTo>
                  <a:pt x="44" y="8"/>
                </a:lnTo>
                <a:lnTo>
                  <a:pt x="40" y="10"/>
                </a:lnTo>
                <a:lnTo>
                  <a:pt x="40" y="14"/>
                </a:lnTo>
                <a:lnTo>
                  <a:pt x="40" y="14"/>
                </a:lnTo>
                <a:lnTo>
                  <a:pt x="40" y="14"/>
                </a:lnTo>
                <a:lnTo>
                  <a:pt x="40" y="18"/>
                </a:lnTo>
                <a:lnTo>
                  <a:pt x="44" y="18"/>
                </a:lnTo>
                <a:lnTo>
                  <a:pt x="62" y="18"/>
                </a:lnTo>
                <a:lnTo>
                  <a:pt x="62" y="18"/>
                </a:lnTo>
                <a:lnTo>
                  <a:pt x="60" y="60"/>
                </a:lnTo>
                <a:lnTo>
                  <a:pt x="58" y="84"/>
                </a:lnTo>
                <a:lnTo>
                  <a:pt x="58" y="84"/>
                </a:lnTo>
                <a:lnTo>
                  <a:pt x="56" y="88"/>
                </a:lnTo>
                <a:lnTo>
                  <a:pt x="52" y="90"/>
                </a:lnTo>
                <a:lnTo>
                  <a:pt x="40" y="90"/>
                </a:lnTo>
                <a:lnTo>
                  <a:pt x="28" y="88"/>
                </a:lnTo>
                <a:lnTo>
                  <a:pt x="20" y="84"/>
                </a:lnTo>
                <a:lnTo>
                  <a:pt x="20" y="84"/>
                </a:lnTo>
                <a:lnTo>
                  <a:pt x="16" y="80"/>
                </a:lnTo>
                <a:lnTo>
                  <a:pt x="12" y="76"/>
                </a:lnTo>
                <a:lnTo>
                  <a:pt x="6" y="76"/>
                </a:lnTo>
                <a:lnTo>
                  <a:pt x="0" y="74"/>
                </a:lnTo>
                <a:lnTo>
                  <a:pt x="0" y="74"/>
                </a:lnTo>
                <a:lnTo>
                  <a:pt x="0" y="82"/>
                </a:lnTo>
                <a:lnTo>
                  <a:pt x="0" y="82"/>
                </a:lnTo>
                <a:lnTo>
                  <a:pt x="0" y="90"/>
                </a:lnTo>
                <a:lnTo>
                  <a:pt x="4" y="96"/>
                </a:lnTo>
                <a:lnTo>
                  <a:pt x="12" y="102"/>
                </a:lnTo>
                <a:lnTo>
                  <a:pt x="20" y="106"/>
                </a:lnTo>
                <a:lnTo>
                  <a:pt x="20" y="106"/>
                </a:lnTo>
                <a:lnTo>
                  <a:pt x="28" y="108"/>
                </a:lnTo>
                <a:lnTo>
                  <a:pt x="28" y="108"/>
                </a:lnTo>
                <a:lnTo>
                  <a:pt x="50" y="114"/>
                </a:lnTo>
                <a:lnTo>
                  <a:pt x="58" y="120"/>
                </a:lnTo>
                <a:lnTo>
                  <a:pt x="66" y="126"/>
                </a:lnTo>
                <a:lnTo>
                  <a:pt x="66" y="126"/>
                </a:lnTo>
                <a:lnTo>
                  <a:pt x="70" y="128"/>
                </a:lnTo>
                <a:lnTo>
                  <a:pt x="72" y="126"/>
                </a:lnTo>
                <a:lnTo>
                  <a:pt x="72" y="126"/>
                </a:lnTo>
                <a:lnTo>
                  <a:pt x="80" y="120"/>
                </a:lnTo>
                <a:lnTo>
                  <a:pt x="88" y="114"/>
                </a:lnTo>
                <a:lnTo>
                  <a:pt x="110" y="108"/>
                </a:lnTo>
                <a:lnTo>
                  <a:pt x="110" y="108"/>
                </a:lnTo>
                <a:lnTo>
                  <a:pt x="118" y="106"/>
                </a:lnTo>
                <a:lnTo>
                  <a:pt x="118" y="106"/>
                </a:lnTo>
                <a:lnTo>
                  <a:pt x="126" y="102"/>
                </a:lnTo>
                <a:lnTo>
                  <a:pt x="134" y="96"/>
                </a:lnTo>
                <a:lnTo>
                  <a:pt x="138" y="90"/>
                </a:lnTo>
                <a:lnTo>
                  <a:pt x="140" y="82"/>
                </a:lnTo>
                <a:lnTo>
                  <a:pt x="140" y="82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" name="Freeform 57"/>
          <p:cNvSpPr>
            <a:spLocks/>
          </p:cNvSpPr>
          <p:nvPr/>
        </p:nvSpPr>
        <p:spPr bwMode="auto">
          <a:xfrm>
            <a:off x="2591330" y="4006321"/>
            <a:ext cx="139700" cy="149225"/>
          </a:xfrm>
          <a:custGeom>
            <a:avLst/>
            <a:gdLst>
              <a:gd name="T0" fmla="*/ 88 w 88"/>
              <a:gd name="T1" fmla="*/ 44 h 94"/>
              <a:gd name="T2" fmla="*/ 88 w 88"/>
              <a:gd name="T3" fmla="*/ 44 h 94"/>
              <a:gd name="T4" fmla="*/ 86 w 88"/>
              <a:gd name="T5" fmla="*/ 54 h 94"/>
              <a:gd name="T6" fmla="*/ 84 w 88"/>
              <a:gd name="T7" fmla="*/ 62 h 94"/>
              <a:gd name="T8" fmla="*/ 80 w 88"/>
              <a:gd name="T9" fmla="*/ 70 h 94"/>
              <a:gd name="T10" fmla="*/ 74 w 88"/>
              <a:gd name="T11" fmla="*/ 78 h 94"/>
              <a:gd name="T12" fmla="*/ 68 w 88"/>
              <a:gd name="T13" fmla="*/ 84 h 94"/>
              <a:gd name="T14" fmla="*/ 60 w 88"/>
              <a:gd name="T15" fmla="*/ 88 h 94"/>
              <a:gd name="T16" fmla="*/ 52 w 88"/>
              <a:gd name="T17" fmla="*/ 92 h 94"/>
              <a:gd name="T18" fmla="*/ 44 w 88"/>
              <a:gd name="T19" fmla="*/ 94 h 94"/>
              <a:gd name="T20" fmla="*/ 44 w 88"/>
              <a:gd name="T21" fmla="*/ 94 h 94"/>
              <a:gd name="T22" fmla="*/ 34 w 88"/>
              <a:gd name="T23" fmla="*/ 92 h 94"/>
              <a:gd name="T24" fmla="*/ 26 w 88"/>
              <a:gd name="T25" fmla="*/ 88 h 94"/>
              <a:gd name="T26" fmla="*/ 20 w 88"/>
              <a:gd name="T27" fmla="*/ 84 h 94"/>
              <a:gd name="T28" fmla="*/ 12 w 88"/>
              <a:gd name="T29" fmla="*/ 78 h 94"/>
              <a:gd name="T30" fmla="*/ 8 w 88"/>
              <a:gd name="T31" fmla="*/ 70 h 94"/>
              <a:gd name="T32" fmla="*/ 4 w 88"/>
              <a:gd name="T33" fmla="*/ 62 h 94"/>
              <a:gd name="T34" fmla="*/ 0 w 88"/>
              <a:gd name="T35" fmla="*/ 54 h 94"/>
              <a:gd name="T36" fmla="*/ 0 w 88"/>
              <a:gd name="T37" fmla="*/ 44 h 94"/>
              <a:gd name="T38" fmla="*/ 0 w 88"/>
              <a:gd name="T39" fmla="*/ 44 h 94"/>
              <a:gd name="T40" fmla="*/ 0 w 88"/>
              <a:gd name="T41" fmla="*/ 36 h 94"/>
              <a:gd name="T42" fmla="*/ 4 w 88"/>
              <a:gd name="T43" fmla="*/ 28 h 94"/>
              <a:gd name="T44" fmla="*/ 8 w 88"/>
              <a:gd name="T45" fmla="*/ 20 h 94"/>
              <a:gd name="T46" fmla="*/ 12 w 88"/>
              <a:gd name="T47" fmla="*/ 14 h 94"/>
              <a:gd name="T48" fmla="*/ 20 w 88"/>
              <a:gd name="T49" fmla="*/ 8 h 94"/>
              <a:gd name="T50" fmla="*/ 26 w 88"/>
              <a:gd name="T51" fmla="*/ 4 h 94"/>
              <a:gd name="T52" fmla="*/ 34 w 88"/>
              <a:gd name="T53" fmla="*/ 2 h 94"/>
              <a:gd name="T54" fmla="*/ 44 w 88"/>
              <a:gd name="T55" fmla="*/ 0 h 94"/>
              <a:gd name="T56" fmla="*/ 44 w 88"/>
              <a:gd name="T57" fmla="*/ 0 h 94"/>
              <a:gd name="T58" fmla="*/ 52 w 88"/>
              <a:gd name="T59" fmla="*/ 2 h 94"/>
              <a:gd name="T60" fmla="*/ 60 w 88"/>
              <a:gd name="T61" fmla="*/ 4 h 94"/>
              <a:gd name="T62" fmla="*/ 68 w 88"/>
              <a:gd name="T63" fmla="*/ 8 h 94"/>
              <a:gd name="T64" fmla="*/ 74 w 88"/>
              <a:gd name="T65" fmla="*/ 14 h 94"/>
              <a:gd name="T66" fmla="*/ 80 w 88"/>
              <a:gd name="T67" fmla="*/ 20 h 94"/>
              <a:gd name="T68" fmla="*/ 84 w 88"/>
              <a:gd name="T69" fmla="*/ 28 h 94"/>
              <a:gd name="T70" fmla="*/ 86 w 88"/>
              <a:gd name="T71" fmla="*/ 36 h 94"/>
              <a:gd name="T72" fmla="*/ 88 w 88"/>
              <a:gd name="T73" fmla="*/ 44 h 94"/>
              <a:gd name="T74" fmla="*/ 88 w 88"/>
              <a:gd name="T75" fmla="*/ 4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8" h="94">
                <a:moveTo>
                  <a:pt x="88" y="44"/>
                </a:moveTo>
                <a:lnTo>
                  <a:pt x="88" y="44"/>
                </a:lnTo>
                <a:lnTo>
                  <a:pt x="86" y="54"/>
                </a:lnTo>
                <a:lnTo>
                  <a:pt x="84" y="62"/>
                </a:lnTo>
                <a:lnTo>
                  <a:pt x="80" y="70"/>
                </a:lnTo>
                <a:lnTo>
                  <a:pt x="74" y="78"/>
                </a:lnTo>
                <a:lnTo>
                  <a:pt x="68" y="84"/>
                </a:lnTo>
                <a:lnTo>
                  <a:pt x="60" y="88"/>
                </a:lnTo>
                <a:lnTo>
                  <a:pt x="52" y="92"/>
                </a:lnTo>
                <a:lnTo>
                  <a:pt x="44" y="94"/>
                </a:lnTo>
                <a:lnTo>
                  <a:pt x="44" y="94"/>
                </a:lnTo>
                <a:lnTo>
                  <a:pt x="34" y="92"/>
                </a:lnTo>
                <a:lnTo>
                  <a:pt x="26" y="88"/>
                </a:lnTo>
                <a:lnTo>
                  <a:pt x="20" y="84"/>
                </a:lnTo>
                <a:lnTo>
                  <a:pt x="12" y="78"/>
                </a:lnTo>
                <a:lnTo>
                  <a:pt x="8" y="70"/>
                </a:lnTo>
                <a:lnTo>
                  <a:pt x="4" y="62"/>
                </a:lnTo>
                <a:lnTo>
                  <a:pt x="0" y="54"/>
                </a:lnTo>
                <a:lnTo>
                  <a:pt x="0" y="44"/>
                </a:lnTo>
                <a:lnTo>
                  <a:pt x="0" y="44"/>
                </a:lnTo>
                <a:lnTo>
                  <a:pt x="0" y="36"/>
                </a:lnTo>
                <a:lnTo>
                  <a:pt x="4" y="28"/>
                </a:lnTo>
                <a:lnTo>
                  <a:pt x="8" y="20"/>
                </a:lnTo>
                <a:lnTo>
                  <a:pt x="12" y="14"/>
                </a:lnTo>
                <a:lnTo>
                  <a:pt x="20" y="8"/>
                </a:lnTo>
                <a:lnTo>
                  <a:pt x="26" y="4"/>
                </a:lnTo>
                <a:lnTo>
                  <a:pt x="34" y="2"/>
                </a:lnTo>
                <a:lnTo>
                  <a:pt x="44" y="0"/>
                </a:lnTo>
                <a:lnTo>
                  <a:pt x="44" y="0"/>
                </a:lnTo>
                <a:lnTo>
                  <a:pt x="52" y="2"/>
                </a:lnTo>
                <a:lnTo>
                  <a:pt x="60" y="4"/>
                </a:lnTo>
                <a:lnTo>
                  <a:pt x="68" y="8"/>
                </a:lnTo>
                <a:lnTo>
                  <a:pt x="74" y="14"/>
                </a:lnTo>
                <a:lnTo>
                  <a:pt x="80" y="20"/>
                </a:lnTo>
                <a:lnTo>
                  <a:pt x="84" y="28"/>
                </a:lnTo>
                <a:lnTo>
                  <a:pt x="86" y="36"/>
                </a:lnTo>
                <a:lnTo>
                  <a:pt x="88" y="44"/>
                </a:lnTo>
                <a:lnTo>
                  <a:pt x="88" y="44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" name="Freeform 58"/>
          <p:cNvSpPr>
            <a:spLocks/>
          </p:cNvSpPr>
          <p:nvPr/>
        </p:nvSpPr>
        <p:spPr bwMode="auto">
          <a:xfrm>
            <a:off x="2540530" y="4165071"/>
            <a:ext cx="241300" cy="161925"/>
          </a:xfrm>
          <a:custGeom>
            <a:avLst/>
            <a:gdLst>
              <a:gd name="T0" fmla="*/ 138 w 152"/>
              <a:gd name="T1" fmla="*/ 102 h 102"/>
              <a:gd name="T2" fmla="*/ 138 w 152"/>
              <a:gd name="T3" fmla="*/ 102 h 102"/>
              <a:gd name="T4" fmla="*/ 142 w 152"/>
              <a:gd name="T5" fmla="*/ 102 h 102"/>
              <a:gd name="T6" fmla="*/ 148 w 152"/>
              <a:gd name="T7" fmla="*/ 98 h 102"/>
              <a:gd name="T8" fmla="*/ 150 w 152"/>
              <a:gd name="T9" fmla="*/ 94 h 102"/>
              <a:gd name="T10" fmla="*/ 152 w 152"/>
              <a:gd name="T11" fmla="*/ 88 h 102"/>
              <a:gd name="T12" fmla="*/ 152 w 152"/>
              <a:gd name="T13" fmla="*/ 78 h 102"/>
              <a:gd name="T14" fmla="*/ 152 w 152"/>
              <a:gd name="T15" fmla="*/ 78 h 102"/>
              <a:gd name="T16" fmla="*/ 150 w 152"/>
              <a:gd name="T17" fmla="*/ 66 h 102"/>
              <a:gd name="T18" fmla="*/ 148 w 152"/>
              <a:gd name="T19" fmla="*/ 52 h 102"/>
              <a:gd name="T20" fmla="*/ 142 w 152"/>
              <a:gd name="T21" fmla="*/ 40 h 102"/>
              <a:gd name="T22" fmla="*/ 134 w 152"/>
              <a:gd name="T23" fmla="*/ 28 h 102"/>
              <a:gd name="T24" fmla="*/ 124 w 152"/>
              <a:gd name="T25" fmla="*/ 16 h 102"/>
              <a:gd name="T26" fmla="*/ 110 w 152"/>
              <a:gd name="T27" fmla="*/ 8 h 102"/>
              <a:gd name="T28" fmla="*/ 94 w 152"/>
              <a:gd name="T29" fmla="*/ 2 h 102"/>
              <a:gd name="T30" fmla="*/ 76 w 152"/>
              <a:gd name="T31" fmla="*/ 0 h 102"/>
              <a:gd name="T32" fmla="*/ 76 w 152"/>
              <a:gd name="T33" fmla="*/ 0 h 102"/>
              <a:gd name="T34" fmla="*/ 58 w 152"/>
              <a:gd name="T35" fmla="*/ 2 h 102"/>
              <a:gd name="T36" fmla="*/ 42 w 152"/>
              <a:gd name="T37" fmla="*/ 8 h 102"/>
              <a:gd name="T38" fmla="*/ 28 w 152"/>
              <a:gd name="T39" fmla="*/ 16 h 102"/>
              <a:gd name="T40" fmla="*/ 18 w 152"/>
              <a:gd name="T41" fmla="*/ 26 h 102"/>
              <a:gd name="T42" fmla="*/ 10 w 152"/>
              <a:gd name="T43" fmla="*/ 38 h 102"/>
              <a:gd name="T44" fmla="*/ 4 w 152"/>
              <a:gd name="T45" fmla="*/ 52 h 102"/>
              <a:gd name="T46" fmla="*/ 0 w 152"/>
              <a:gd name="T47" fmla="*/ 64 h 102"/>
              <a:gd name="T48" fmla="*/ 0 w 152"/>
              <a:gd name="T49" fmla="*/ 76 h 102"/>
              <a:gd name="T50" fmla="*/ 0 w 152"/>
              <a:gd name="T51" fmla="*/ 88 h 102"/>
              <a:gd name="T52" fmla="*/ 0 w 152"/>
              <a:gd name="T53" fmla="*/ 88 h 102"/>
              <a:gd name="T54" fmla="*/ 0 w 152"/>
              <a:gd name="T55" fmla="*/ 94 h 102"/>
              <a:gd name="T56" fmla="*/ 4 w 152"/>
              <a:gd name="T57" fmla="*/ 98 h 102"/>
              <a:gd name="T58" fmla="*/ 8 w 152"/>
              <a:gd name="T59" fmla="*/ 102 h 102"/>
              <a:gd name="T60" fmla="*/ 14 w 152"/>
              <a:gd name="T61" fmla="*/ 102 h 102"/>
              <a:gd name="T62" fmla="*/ 138 w 152"/>
              <a:gd name="T63" fmla="*/ 102 h 102"/>
              <a:gd name="T64" fmla="*/ 138 w 152"/>
              <a:gd name="T65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52" h="102">
                <a:moveTo>
                  <a:pt x="138" y="102"/>
                </a:moveTo>
                <a:lnTo>
                  <a:pt x="138" y="102"/>
                </a:lnTo>
                <a:lnTo>
                  <a:pt x="142" y="102"/>
                </a:lnTo>
                <a:lnTo>
                  <a:pt x="148" y="98"/>
                </a:lnTo>
                <a:lnTo>
                  <a:pt x="150" y="94"/>
                </a:lnTo>
                <a:lnTo>
                  <a:pt x="152" y="88"/>
                </a:lnTo>
                <a:lnTo>
                  <a:pt x="152" y="78"/>
                </a:lnTo>
                <a:lnTo>
                  <a:pt x="152" y="78"/>
                </a:lnTo>
                <a:lnTo>
                  <a:pt x="150" y="66"/>
                </a:lnTo>
                <a:lnTo>
                  <a:pt x="148" y="52"/>
                </a:lnTo>
                <a:lnTo>
                  <a:pt x="142" y="40"/>
                </a:lnTo>
                <a:lnTo>
                  <a:pt x="134" y="28"/>
                </a:lnTo>
                <a:lnTo>
                  <a:pt x="124" y="16"/>
                </a:lnTo>
                <a:lnTo>
                  <a:pt x="110" y="8"/>
                </a:lnTo>
                <a:lnTo>
                  <a:pt x="94" y="2"/>
                </a:lnTo>
                <a:lnTo>
                  <a:pt x="76" y="0"/>
                </a:lnTo>
                <a:lnTo>
                  <a:pt x="76" y="0"/>
                </a:lnTo>
                <a:lnTo>
                  <a:pt x="58" y="2"/>
                </a:lnTo>
                <a:lnTo>
                  <a:pt x="42" y="8"/>
                </a:lnTo>
                <a:lnTo>
                  <a:pt x="28" y="16"/>
                </a:lnTo>
                <a:lnTo>
                  <a:pt x="18" y="26"/>
                </a:lnTo>
                <a:lnTo>
                  <a:pt x="10" y="38"/>
                </a:lnTo>
                <a:lnTo>
                  <a:pt x="4" y="52"/>
                </a:lnTo>
                <a:lnTo>
                  <a:pt x="0" y="64"/>
                </a:lnTo>
                <a:lnTo>
                  <a:pt x="0" y="76"/>
                </a:lnTo>
                <a:lnTo>
                  <a:pt x="0" y="88"/>
                </a:lnTo>
                <a:lnTo>
                  <a:pt x="0" y="88"/>
                </a:lnTo>
                <a:lnTo>
                  <a:pt x="0" y="94"/>
                </a:lnTo>
                <a:lnTo>
                  <a:pt x="4" y="98"/>
                </a:lnTo>
                <a:lnTo>
                  <a:pt x="8" y="102"/>
                </a:lnTo>
                <a:lnTo>
                  <a:pt x="14" y="102"/>
                </a:lnTo>
                <a:lnTo>
                  <a:pt x="138" y="102"/>
                </a:lnTo>
                <a:lnTo>
                  <a:pt x="138" y="102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" name="Freeform 59"/>
          <p:cNvSpPr>
            <a:spLocks/>
          </p:cNvSpPr>
          <p:nvPr/>
        </p:nvSpPr>
        <p:spPr bwMode="auto">
          <a:xfrm>
            <a:off x="2464330" y="4047596"/>
            <a:ext cx="101600" cy="111125"/>
          </a:xfrm>
          <a:custGeom>
            <a:avLst/>
            <a:gdLst>
              <a:gd name="T0" fmla="*/ 64 w 64"/>
              <a:gd name="T1" fmla="*/ 32 h 70"/>
              <a:gd name="T2" fmla="*/ 64 w 64"/>
              <a:gd name="T3" fmla="*/ 32 h 70"/>
              <a:gd name="T4" fmla="*/ 62 w 64"/>
              <a:gd name="T5" fmla="*/ 40 h 70"/>
              <a:gd name="T6" fmla="*/ 60 w 64"/>
              <a:gd name="T7" fmla="*/ 46 h 70"/>
              <a:gd name="T8" fmla="*/ 54 w 64"/>
              <a:gd name="T9" fmla="*/ 58 h 70"/>
              <a:gd name="T10" fmla="*/ 50 w 64"/>
              <a:gd name="T11" fmla="*/ 62 h 70"/>
              <a:gd name="T12" fmla="*/ 44 w 64"/>
              <a:gd name="T13" fmla="*/ 66 h 70"/>
              <a:gd name="T14" fmla="*/ 38 w 64"/>
              <a:gd name="T15" fmla="*/ 70 h 70"/>
              <a:gd name="T16" fmla="*/ 32 w 64"/>
              <a:gd name="T17" fmla="*/ 70 h 70"/>
              <a:gd name="T18" fmla="*/ 32 w 64"/>
              <a:gd name="T19" fmla="*/ 70 h 70"/>
              <a:gd name="T20" fmla="*/ 26 w 64"/>
              <a:gd name="T21" fmla="*/ 70 h 70"/>
              <a:gd name="T22" fmla="*/ 20 w 64"/>
              <a:gd name="T23" fmla="*/ 66 h 70"/>
              <a:gd name="T24" fmla="*/ 14 w 64"/>
              <a:gd name="T25" fmla="*/ 62 h 70"/>
              <a:gd name="T26" fmla="*/ 8 w 64"/>
              <a:gd name="T27" fmla="*/ 58 h 70"/>
              <a:gd name="T28" fmla="*/ 2 w 64"/>
              <a:gd name="T29" fmla="*/ 46 h 70"/>
              <a:gd name="T30" fmla="*/ 0 w 64"/>
              <a:gd name="T31" fmla="*/ 40 h 70"/>
              <a:gd name="T32" fmla="*/ 0 w 64"/>
              <a:gd name="T33" fmla="*/ 32 h 70"/>
              <a:gd name="T34" fmla="*/ 0 w 64"/>
              <a:gd name="T35" fmla="*/ 32 h 70"/>
              <a:gd name="T36" fmla="*/ 0 w 64"/>
              <a:gd name="T37" fmla="*/ 26 h 70"/>
              <a:gd name="T38" fmla="*/ 2 w 64"/>
              <a:gd name="T39" fmla="*/ 20 h 70"/>
              <a:gd name="T40" fmla="*/ 8 w 64"/>
              <a:gd name="T41" fmla="*/ 10 h 70"/>
              <a:gd name="T42" fmla="*/ 20 w 64"/>
              <a:gd name="T43" fmla="*/ 4 h 70"/>
              <a:gd name="T44" fmla="*/ 26 w 64"/>
              <a:gd name="T45" fmla="*/ 2 h 70"/>
              <a:gd name="T46" fmla="*/ 32 w 64"/>
              <a:gd name="T47" fmla="*/ 0 h 70"/>
              <a:gd name="T48" fmla="*/ 32 w 64"/>
              <a:gd name="T49" fmla="*/ 0 h 70"/>
              <a:gd name="T50" fmla="*/ 38 w 64"/>
              <a:gd name="T51" fmla="*/ 2 h 70"/>
              <a:gd name="T52" fmla="*/ 44 w 64"/>
              <a:gd name="T53" fmla="*/ 4 h 70"/>
              <a:gd name="T54" fmla="*/ 54 w 64"/>
              <a:gd name="T55" fmla="*/ 10 h 70"/>
              <a:gd name="T56" fmla="*/ 60 w 64"/>
              <a:gd name="T57" fmla="*/ 20 h 70"/>
              <a:gd name="T58" fmla="*/ 62 w 64"/>
              <a:gd name="T59" fmla="*/ 26 h 70"/>
              <a:gd name="T60" fmla="*/ 64 w 64"/>
              <a:gd name="T61" fmla="*/ 32 h 70"/>
              <a:gd name="T62" fmla="*/ 64 w 64"/>
              <a:gd name="T63" fmla="*/ 32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4" h="70">
                <a:moveTo>
                  <a:pt x="64" y="32"/>
                </a:moveTo>
                <a:lnTo>
                  <a:pt x="64" y="32"/>
                </a:lnTo>
                <a:lnTo>
                  <a:pt x="62" y="40"/>
                </a:lnTo>
                <a:lnTo>
                  <a:pt x="60" y="46"/>
                </a:lnTo>
                <a:lnTo>
                  <a:pt x="54" y="58"/>
                </a:lnTo>
                <a:lnTo>
                  <a:pt x="50" y="62"/>
                </a:lnTo>
                <a:lnTo>
                  <a:pt x="44" y="66"/>
                </a:lnTo>
                <a:lnTo>
                  <a:pt x="38" y="70"/>
                </a:lnTo>
                <a:lnTo>
                  <a:pt x="32" y="70"/>
                </a:lnTo>
                <a:lnTo>
                  <a:pt x="32" y="70"/>
                </a:lnTo>
                <a:lnTo>
                  <a:pt x="26" y="70"/>
                </a:lnTo>
                <a:lnTo>
                  <a:pt x="20" y="66"/>
                </a:lnTo>
                <a:lnTo>
                  <a:pt x="14" y="62"/>
                </a:lnTo>
                <a:lnTo>
                  <a:pt x="8" y="58"/>
                </a:lnTo>
                <a:lnTo>
                  <a:pt x="2" y="46"/>
                </a:lnTo>
                <a:lnTo>
                  <a:pt x="0" y="40"/>
                </a:lnTo>
                <a:lnTo>
                  <a:pt x="0" y="32"/>
                </a:lnTo>
                <a:lnTo>
                  <a:pt x="0" y="32"/>
                </a:lnTo>
                <a:lnTo>
                  <a:pt x="0" y="26"/>
                </a:lnTo>
                <a:lnTo>
                  <a:pt x="2" y="20"/>
                </a:lnTo>
                <a:lnTo>
                  <a:pt x="8" y="10"/>
                </a:lnTo>
                <a:lnTo>
                  <a:pt x="20" y="4"/>
                </a:lnTo>
                <a:lnTo>
                  <a:pt x="26" y="2"/>
                </a:lnTo>
                <a:lnTo>
                  <a:pt x="32" y="0"/>
                </a:lnTo>
                <a:lnTo>
                  <a:pt x="32" y="0"/>
                </a:lnTo>
                <a:lnTo>
                  <a:pt x="38" y="2"/>
                </a:lnTo>
                <a:lnTo>
                  <a:pt x="44" y="4"/>
                </a:lnTo>
                <a:lnTo>
                  <a:pt x="54" y="10"/>
                </a:lnTo>
                <a:lnTo>
                  <a:pt x="60" y="20"/>
                </a:lnTo>
                <a:lnTo>
                  <a:pt x="62" y="26"/>
                </a:lnTo>
                <a:lnTo>
                  <a:pt x="64" y="32"/>
                </a:lnTo>
                <a:lnTo>
                  <a:pt x="64" y="32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" name="Freeform 60"/>
          <p:cNvSpPr>
            <a:spLocks/>
          </p:cNvSpPr>
          <p:nvPr/>
        </p:nvSpPr>
        <p:spPr bwMode="auto">
          <a:xfrm>
            <a:off x="2426230" y="4165071"/>
            <a:ext cx="146050" cy="117475"/>
          </a:xfrm>
          <a:custGeom>
            <a:avLst/>
            <a:gdLst>
              <a:gd name="T0" fmla="*/ 92 w 92"/>
              <a:gd name="T1" fmla="*/ 14 h 74"/>
              <a:gd name="T2" fmla="*/ 92 w 92"/>
              <a:gd name="T3" fmla="*/ 14 h 74"/>
              <a:gd name="T4" fmla="*/ 84 w 92"/>
              <a:gd name="T5" fmla="*/ 8 h 74"/>
              <a:gd name="T6" fmla="*/ 76 w 92"/>
              <a:gd name="T7" fmla="*/ 4 h 74"/>
              <a:gd name="T8" fmla="*/ 66 w 92"/>
              <a:gd name="T9" fmla="*/ 2 h 74"/>
              <a:gd name="T10" fmla="*/ 56 w 92"/>
              <a:gd name="T11" fmla="*/ 0 h 74"/>
              <a:gd name="T12" fmla="*/ 56 w 92"/>
              <a:gd name="T13" fmla="*/ 0 h 74"/>
              <a:gd name="T14" fmla="*/ 44 w 92"/>
              <a:gd name="T15" fmla="*/ 2 h 74"/>
              <a:gd name="T16" fmla="*/ 34 w 92"/>
              <a:gd name="T17" fmla="*/ 4 h 74"/>
              <a:gd name="T18" fmla="*/ 26 w 92"/>
              <a:gd name="T19" fmla="*/ 8 h 74"/>
              <a:gd name="T20" fmla="*/ 18 w 92"/>
              <a:gd name="T21" fmla="*/ 14 h 74"/>
              <a:gd name="T22" fmla="*/ 12 w 92"/>
              <a:gd name="T23" fmla="*/ 22 h 74"/>
              <a:gd name="T24" fmla="*/ 6 w 92"/>
              <a:gd name="T25" fmla="*/ 30 h 74"/>
              <a:gd name="T26" fmla="*/ 2 w 92"/>
              <a:gd name="T27" fmla="*/ 40 h 74"/>
              <a:gd name="T28" fmla="*/ 0 w 92"/>
              <a:gd name="T29" fmla="*/ 50 h 74"/>
              <a:gd name="T30" fmla="*/ 0 w 92"/>
              <a:gd name="T31" fmla="*/ 50 h 74"/>
              <a:gd name="T32" fmla="*/ 0 w 92"/>
              <a:gd name="T33" fmla="*/ 50 h 74"/>
              <a:gd name="T34" fmla="*/ 2 w 92"/>
              <a:gd name="T35" fmla="*/ 60 h 74"/>
              <a:gd name="T36" fmla="*/ 6 w 92"/>
              <a:gd name="T37" fmla="*/ 68 h 74"/>
              <a:gd name="T38" fmla="*/ 14 w 92"/>
              <a:gd name="T39" fmla="*/ 72 h 74"/>
              <a:gd name="T40" fmla="*/ 24 w 92"/>
              <a:gd name="T41" fmla="*/ 74 h 74"/>
              <a:gd name="T42" fmla="*/ 64 w 92"/>
              <a:gd name="T43" fmla="*/ 74 h 74"/>
              <a:gd name="T44" fmla="*/ 64 w 92"/>
              <a:gd name="T45" fmla="*/ 74 h 74"/>
              <a:gd name="T46" fmla="*/ 66 w 92"/>
              <a:gd name="T47" fmla="*/ 56 h 74"/>
              <a:gd name="T48" fmla="*/ 72 w 92"/>
              <a:gd name="T49" fmla="*/ 40 h 74"/>
              <a:gd name="T50" fmla="*/ 80 w 92"/>
              <a:gd name="T51" fmla="*/ 26 h 74"/>
              <a:gd name="T52" fmla="*/ 92 w 92"/>
              <a:gd name="T53" fmla="*/ 14 h 74"/>
              <a:gd name="T54" fmla="*/ 92 w 92"/>
              <a:gd name="T55" fmla="*/ 1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2" h="74">
                <a:moveTo>
                  <a:pt x="92" y="14"/>
                </a:moveTo>
                <a:lnTo>
                  <a:pt x="92" y="14"/>
                </a:lnTo>
                <a:lnTo>
                  <a:pt x="84" y="8"/>
                </a:lnTo>
                <a:lnTo>
                  <a:pt x="76" y="4"/>
                </a:lnTo>
                <a:lnTo>
                  <a:pt x="66" y="2"/>
                </a:lnTo>
                <a:lnTo>
                  <a:pt x="56" y="0"/>
                </a:lnTo>
                <a:lnTo>
                  <a:pt x="56" y="0"/>
                </a:lnTo>
                <a:lnTo>
                  <a:pt x="44" y="2"/>
                </a:lnTo>
                <a:lnTo>
                  <a:pt x="34" y="4"/>
                </a:lnTo>
                <a:lnTo>
                  <a:pt x="26" y="8"/>
                </a:lnTo>
                <a:lnTo>
                  <a:pt x="18" y="14"/>
                </a:lnTo>
                <a:lnTo>
                  <a:pt x="12" y="22"/>
                </a:lnTo>
                <a:lnTo>
                  <a:pt x="6" y="30"/>
                </a:lnTo>
                <a:lnTo>
                  <a:pt x="2" y="40"/>
                </a:lnTo>
                <a:lnTo>
                  <a:pt x="0" y="50"/>
                </a:lnTo>
                <a:lnTo>
                  <a:pt x="0" y="50"/>
                </a:lnTo>
                <a:lnTo>
                  <a:pt x="0" y="50"/>
                </a:lnTo>
                <a:lnTo>
                  <a:pt x="2" y="60"/>
                </a:lnTo>
                <a:lnTo>
                  <a:pt x="6" y="68"/>
                </a:lnTo>
                <a:lnTo>
                  <a:pt x="14" y="72"/>
                </a:lnTo>
                <a:lnTo>
                  <a:pt x="24" y="74"/>
                </a:lnTo>
                <a:lnTo>
                  <a:pt x="64" y="74"/>
                </a:lnTo>
                <a:lnTo>
                  <a:pt x="64" y="74"/>
                </a:lnTo>
                <a:lnTo>
                  <a:pt x="66" y="56"/>
                </a:lnTo>
                <a:lnTo>
                  <a:pt x="72" y="40"/>
                </a:lnTo>
                <a:lnTo>
                  <a:pt x="80" y="26"/>
                </a:lnTo>
                <a:lnTo>
                  <a:pt x="92" y="14"/>
                </a:lnTo>
                <a:lnTo>
                  <a:pt x="92" y="14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" name="Freeform 61"/>
          <p:cNvSpPr>
            <a:spLocks/>
          </p:cNvSpPr>
          <p:nvPr/>
        </p:nvSpPr>
        <p:spPr bwMode="auto">
          <a:xfrm>
            <a:off x="2756430" y="4047596"/>
            <a:ext cx="101600" cy="111125"/>
          </a:xfrm>
          <a:custGeom>
            <a:avLst/>
            <a:gdLst>
              <a:gd name="T0" fmla="*/ 0 w 64"/>
              <a:gd name="T1" fmla="*/ 32 h 70"/>
              <a:gd name="T2" fmla="*/ 0 w 64"/>
              <a:gd name="T3" fmla="*/ 32 h 70"/>
              <a:gd name="T4" fmla="*/ 0 w 64"/>
              <a:gd name="T5" fmla="*/ 40 h 70"/>
              <a:gd name="T6" fmla="*/ 2 w 64"/>
              <a:gd name="T7" fmla="*/ 46 h 70"/>
              <a:gd name="T8" fmla="*/ 8 w 64"/>
              <a:gd name="T9" fmla="*/ 58 h 70"/>
              <a:gd name="T10" fmla="*/ 14 w 64"/>
              <a:gd name="T11" fmla="*/ 62 h 70"/>
              <a:gd name="T12" fmla="*/ 20 w 64"/>
              <a:gd name="T13" fmla="*/ 66 h 70"/>
              <a:gd name="T14" fmla="*/ 26 w 64"/>
              <a:gd name="T15" fmla="*/ 70 h 70"/>
              <a:gd name="T16" fmla="*/ 32 w 64"/>
              <a:gd name="T17" fmla="*/ 70 h 70"/>
              <a:gd name="T18" fmla="*/ 32 w 64"/>
              <a:gd name="T19" fmla="*/ 70 h 70"/>
              <a:gd name="T20" fmla="*/ 38 w 64"/>
              <a:gd name="T21" fmla="*/ 70 h 70"/>
              <a:gd name="T22" fmla="*/ 44 w 64"/>
              <a:gd name="T23" fmla="*/ 66 h 70"/>
              <a:gd name="T24" fmla="*/ 50 w 64"/>
              <a:gd name="T25" fmla="*/ 62 h 70"/>
              <a:gd name="T26" fmla="*/ 54 w 64"/>
              <a:gd name="T27" fmla="*/ 58 h 70"/>
              <a:gd name="T28" fmla="*/ 60 w 64"/>
              <a:gd name="T29" fmla="*/ 46 h 70"/>
              <a:gd name="T30" fmla="*/ 62 w 64"/>
              <a:gd name="T31" fmla="*/ 40 h 70"/>
              <a:gd name="T32" fmla="*/ 64 w 64"/>
              <a:gd name="T33" fmla="*/ 32 h 70"/>
              <a:gd name="T34" fmla="*/ 64 w 64"/>
              <a:gd name="T35" fmla="*/ 32 h 70"/>
              <a:gd name="T36" fmla="*/ 62 w 64"/>
              <a:gd name="T37" fmla="*/ 26 h 70"/>
              <a:gd name="T38" fmla="*/ 60 w 64"/>
              <a:gd name="T39" fmla="*/ 20 h 70"/>
              <a:gd name="T40" fmla="*/ 54 w 64"/>
              <a:gd name="T41" fmla="*/ 10 h 70"/>
              <a:gd name="T42" fmla="*/ 44 w 64"/>
              <a:gd name="T43" fmla="*/ 4 h 70"/>
              <a:gd name="T44" fmla="*/ 38 w 64"/>
              <a:gd name="T45" fmla="*/ 2 h 70"/>
              <a:gd name="T46" fmla="*/ 32 w 64"/>
              <a:gd name="T47" fmla="*/ 0 h 70"/>
              <a:gd name="T48" fmla="*/ 32 w 64"/>
              <a:gd name="T49" fmla="*/ 0 h 70"/>
              <a:gd name="T50" fmla="*/ 26 w 64"/>
              <a:gd name="T51" fmla="*/ 2 h 70"/>
              <a:gd name="T52" fmla="*/ 20 w 64"/>
              <a:gd name="T53" fmla="*/ 4 h 70"/>
              <a:gd name="T54" fmla="*/ 8 w 64"/>
              <a:gd name="T55" fmla="*/ 10 h 70"/>
              <a:gd name="T56" fmla="*/ 2 w 64"/>
              <a:gd name="T57" fmla="*/ 20 h 70"/>
              <a:gd name="T58" fmla="*/ 0 w 64"/>
              <a:gd name="T59" fmla="*/ 26 h 70"/>
              <a:gd name="T60" fmla="*/ 0 w 64"/>
              <a:gd name="T61" fmla="*/ 32 h 70"/>
              <a:gd name="T62" fmla="*/ 0 w 64"/>
              <a:gd name="T63" fmla="*/ 32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4" h="70">
                <a:moveTo>
                  <a:pt x="0" y="32"/>
                </a:moveTo>
                <a:lnTo>
                  <a:pt x="0" y="32"/>
                </a:lnTo>
                <a:lnTo>
                  <a:pt x="0" y="40"/>
                </a:lnTo>
                <a:lnTo>
                  <a:pt x="2" y="46"/>
                </a:lnTo>
                <a:lnTo>
                  <a:pt x="8" y="58"/>
                </a:lnTo>
                <a:lnTo>
                  <a:pt x="14" y="62"/>
                </a:lnTo>
                <a:lnTo>
                  <a:pt x="20" y="66"/>
                </a:lnTo>
                <a:lnTo>
                  <a:pt x="26" y="70"/>
                </a:lnTo>
                <a:lnTo>
                  <a:pt x="32" y="70"/>
                </a:lnTo>
                <a:lnTo>
                  <a:pt x="32" y="70"/>
                </a:lnTo>
                <a:lnTo>
                  <a:pt x="38" y="70"/>
                </a:lnTo>
                <a:lnTo>
                  <a:pt x="44" y="66"/>
                </a:lnTo>
                <a:lnTo>
                  <a:pt x="50" y="62"/>
                </a:lnTo>
                <a:lnTo>
                  <a:pt x="54" y="58"/>
                </a:lnTo>
                <a:lnTo>
                  <a:pt x="60" y="46"/>
                </a:lnTo>
                <a:lnTo>
                  <a:pt x="62" y="40"/>
                </a:lnTo>
                <a:lnTo>
                  <a:pt x="64" y="32"/>
                </a:lnTo>
                <a:lnTo>
                  <a:pt x="64" y="32"/>
                </a:lnTo>
                <a:lnTo>
                  <a:pt x="62" y="26"/>
                </a:lnTo>
                <a:lnTo>
                  <a:pt x="60" y="20"/>
                </a:lnTo>
                <a:lnTo>
                  <a:pt x="54" y="10"/>
                </a:lnTo>
                <a:lnTo>
                  <a:pt x="44" y="4"/>
                </a:lnTo>
                <a:lnTo>
                  <a:pt x="38" y="2"/>
                </a:lnTo>
                <a:lnTo>
                  <a:pt x="32" y="0"/>
                </a:lnTo>
                <a:lnTo>
                  <a:pt x="32" y="0"/>
                </a:lnTo>
                <a:lnTo>
                  <a:pt x="26" y="2"/>
                </a:lnTo>
                <a:lnTo>
                  <a:pt x="20" y="4"/>
                </a:lnTo>
                <a:lnTo>
                  <a:pt x="8" y="10"/>
                </a:lnTo>
                <a:lnTo>
                  <a:pt x="2" y="20"/>
                </a:lnTo>
                <a:lnTo>
                  <a:pt x="0" y="26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" name="Freeform 62"/>
          <p:cNvSpPr>
            <a:spLocks/>
          </p:cNvSpPr>
          <p:nvPr/>
        </p:nvSpPr>
        <p:spPr bwMode="auto">
          <a:xfrm>
            <a:off x="2746905" y="4165071"/>
            <a:ext cx="149225" cy="117475"/>
          </a:xfrm>
          <a:custGeom>
            <a:avLst/>
            <a:gdLst>
              <a:gd name="T0" fmla="*/ 0 w 94"/>
              <a:gd name="T1" fmla="*/ 14 h 74"/>
              <a:gd name="T2" fmla="*/ 0 w 94"/>
              <a:gd name="T3" fmla="*/ 14 h 74"/>
              <a:gd name="T4" fmla="*/ 8 w 94"/>
              <a:gd name="T5" fmla="*/ 8 h 74"/>
              <a:gd name="T6" fmla="*/ 18 w 94"/>
              <a:gd name="T7" fmla="*/ 4 h 74"/>
              <a:gd name="T8" fmla="*/ 28 w 94"/>
              <a:gd name="T9" fmla="*/ 2 h 74"/>
              <a:gd name="T10" fmla="*/ 38 w 94"/>
              <a:gd name="T11" fmla="*/ 0 h 74"/>
              <a:gd name="T12" fmla="*/ 38 w 94"/>
              <a:gd name="T13" fmla="*/ 0 h 74"/>
              <a:gd name="T14" fmla="*/ 48 w 94"/>
              <a:gd name="T15" fmla="*/ 2 h 74"/>
              <a:gd name="T16" fmla="*/ 58 w 94"/>
              <a:gd name="T17" fmla="*/ 4 h 74"/>
              <a:gd name="T18" fmla="*/ 68 w 94"/>
              <a:gd name="T19" fmla="*/ 8 h 74"/>
              <a:gd name="T20" fmla="*/ 76 w 94"/>
              <a:gd name="T21" fmla="*/ 14 h 74"/>
              <a:gd name="T22" fmla="*/ 82 w 94"/>
              <a:gd name="T23" fmla="*/ 22 h 74"/>
              <a:gd name="T24" fmla="*/ 88 w 94"/>
              <a:gd name="T25" fmla="*/ 30 h 74"/>
              <a:gd name="T26" fmla="*/ 92 w 94"/>
              <a:gd name="T27" fmla="*/ 40 h 74"/>
              <a:gd name="T28" fmla="*/ 94 w 94"/>
              <a:gd name="T29" fmla="*/ 50 h 74"/>
              <a:gd name="T30" fmla="*/ 94 w 94"/>
              <a:gd name="T31" fmla="*/ 50 h 74"/>
              <a:gd name="T32" fmla="*/ 94 w 94"/>
              <a:gd name="T33" fmla="*/ 50 h 74"/>
              <a:gd name="T34" fmla="*/ 92 w 94"/>
              <a:gd name="T35" fmla="*/ 60 h 74"/>
              <a:gd name="T36" fmla="*/ 86 w 94"/>
              <a:gd name="T37" fmla="*/ 68 h 74"/>
              <a:gd name="T38" fmla="*/ 78 w 94"/>
              <a:gd name="T39" fmla="*/ 72 h 74"/>
              <a:gd name="T40" fmla="*/ 70 w 94"/>
              <a:gd name="T41" fmla="*/ 74 h 74"/>
              <a:gd name="T42" fmla="*/ 28 w 94"/>
              <a:gd name="T43" fmla="*/ 74 h 74"/>
              <a:gd name="T44" fmla="*/ 28 w 94"/>
              <a:gd name="T45" fmla="*/ 74 h 74"/>
              <a:gd name="T46" fmla="*/ 26 w 94"/>
              <a:gd name="T47" fmla="*/ 56 h 74"/>
              <a:gd name="T48" fmla="*/ 22 w 94"/>
              <a:gd name="T49" fmla="*/ 40 h 74"/>
              <a:gd name="T50" fmla="*/ 12 w 94"/>
              <a:gd name="T51" fmla="*/ 26 h 74"/>
              <a:gd name="T52" fmla="*/ 0 w 94"/>
              <a:gd name="T53" fmla="*/ 14 h 74"/>
              <a:gd name="T54" fmla="*/ 0 w 94"/>
              <a:gd name="T55" fmla="*/ 1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4" h="74">
                <a:moveTo>
                  <a:pt x="0" y="14"/>
                </a:moveTo>
                <a:lnTo>
                  <a:pt x="0" y="14"/>
                </a:lnTo>
                <a:lnTo>
                  <a:pt x="8" y="8"/>
                </a:lnTo>
                <a:lnTo>
                  <a:pt x="18" y="4"/>
                </a:lnTo>
                <a:lnTo>
                  <a:pt x="28" y="2"/>
                </a:lnTo>
                <a:lnTo>
                  <a:pt x="38" y="0"/>
                </a:lnTo>
                <a:lnTo>
                  <a:pt x="38" y="0"/>
                </a:lnTo>
                <a:lnTo>
                  <a:pt x="48" y="2"/>
                </a:lnTo>
                <a:lnTo>
                  <a:pt x="58" y="4"/>
                </a:lnTo>
                <a:lnTo>
                  <a:pt x="68" y="8"/>
                </a:lnTo>
                <a:lnTo>
                  <a:pt x="76" y="14"/>
                </a:lnTo>
                <a:lnTo>
                  <a:pt x="82" y="22"/>
                </a:lnTo>
                <a:lnTo>
                  <a:pt x="88" y="30"/>
                </a:lnTo>
                <a:lnTo>
                  <a:pt x="92" y="40"/>
                </a:lnTo>
                <a:lnTo>
                  <a:pt x="94" y="50"/>
                </a:lnTo>
                <a:lnTo>
                  <a:pt x="94" y="50"/>
                </a:lnTo>
                <a:lnTo>
                  <a:pt x="94" y="50"/>
                </a:lnTo>
                <a:lnTo>
                  <a:pt x="92" y="60"/>
                </a:lnTo>
                <a:lnTo>
                  <a:pt x="86" y="68"/>
                </a:lnTo>
                <a:lnTo>
                  <a:pt x="78" y="72"/>
                </a:lnTo>
                <a:lnTo>
                  <a:pt x="70" y="74"/>
                </a:lnTo>
                <a:lnTo>
                  <a:pt x="28" y="74"/>
                </a:lnTo>
                <a:lnTo>
                  <a:pt x="28" y="74"/>
                </a:lnTo>
                <a:lnTo>
                  <a:pt x="26" y="56"/>
                </a:lnTo>
                <a:lnTo>
                  <a:pt x="22" y="40"/>
                </a:lnTo>
                <a:lnTo>
                  <a:pt x="12" y="26"/>
                </a:lnTo>
                <a:lnTo>
                  <a:pt x="0" y="14"/>
                </a:lnTo>
                <a:lnTo>
                  <a:pt x="0" y="14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" name="Freeform 63"/>
          <p:cNvSpPr>
            <a:spLocks/>
          </p:cNvSpPr>
          <p:nvPr/>
        </p:nvSpPr>
        <p:spPr bwMode="auto">
          <a:xfrm>
            <a:off x="2337330" y="3834871"/>
            <a:ext cx="101600" cy="95250"/>
          </a:xfrm>
          <a:custGeom>
            <a:avLst/>
            <a:gdLst>
              <a:gd name="T0" fmla="*/ 48 w 64"/>
              <a:gd name="T1" fmla="*/ 60 h 60"/>
              <a:gd name="T2" fmla="*/ 48 w 64"/>
              <a:gd name="T3" fmla="*/ 24 h 60"/>
              <a:gd name="T4" fmla="*/ 36 w 64"/>
              <a:gd name="T5" fmla="*/ 50 h 60"/>
              <a:gd name="T6" fmla="*/ 28 w 64"/>
              <a:gd name="T7" fmla="*/ 50 h 60"/>
              <a:gd name="T8" fmla="*/ 14 w 64"/>
              <a:gd name="T9" fmla="*/ 24 h 60"/>
              <a:gd name="T10" fmla="*/ 14 w 64"/>
              <a:gd name="T11" fmla="*/ 60 h 60"/>
              <a:gd name="T12" fmla="*/ 0 w 64"/>
              <a:gd name="T13" fmla="*/ 60 h 60"/>
              <a:gd name="T14" fmla="*/ 0 w 64"/>
              <a:gd name="T15" fmla="*/ 0 h 60"/>
              <a:gd name="T16" fmla="*/ 16 w 64"/>
              <a:gd name="T17" fmla="*/ 0 h 60"/>
              <a:gd name="T18" fmla="*/ 32 w 64"/>
              <a:gd name="T19" fmla="*/ 32 h 60"/>
              <a:gd name="T20" fmla="*/ 48 w 64"/>
              <a:gd name="T21" fmla="*/ 0 h 60"/>
              <a:gd name="T22" fmla="*/ 64 w 64"/>
              <a:gd name="T23" fmla="*/ 0 h 60"/>
              <a:gd name="T24" fmla="*/ 64 w 64"/>
              <a:gd name="T25" fmla="*/ 60 h 60"/>
              <a:gd name="T26" fmla="*/ 48 w 64"/>
              <a:gd name="T27" fmla="*/ 60 h 60"/>
              <a:gd name="T28" fmla="*/ 48 w 64"/>
              <a:gd name="T29" fmla="*/ 6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4" h="60">
                <a:moveTo>
                  <a:pt x="48" y="60"/>
                </a:moveTo>
                <a:lnTo>
                  <a:pt x="48" y="24"/>
                </a:lnTo>
                <a:lnTo>
                  <a:pt x="36" y="50"/>
                </a:lnTo>
                <a:lnTo>
                  <a:pt x="28" y="50"/>
                </a:lnTo>
                <a:lnTo>
                  <a:pt x="14" y="24"/>
                </a:lnTo>
                <a:lnTo>
                  <a:pt x="14" y="60"/>
                </a:lnTo>
                <a:lnTo>
                  <a:pt x="0" y="60"/>
                </a:lnTo>
                <a:lnTo>
                  <a:pt x="0" y="0"/>
                </a:lnTo>
                <a:lnTo>
                  <a:pt x="16" y="0"/>
                </a:lnTo>
                <a:lnTo>
                  <a:pt x="32" y="32"/>
                </a:lnTo>
                <a:lnTo>
                  <a:pt x="48" y="0"/>
                </a:lnTo>
                <a:lnTo>
                  <a:pt x="64" y="0"/>
                </a:lnTo>
                <a:lnTo>
                  <a:pt x="64" y="60"/>
                </a:lnTo>
                <a:lnTo>
                  <a:pt x="48" y="60"/>
                </a:lnTo>
                <a:lnTo>
                  <a:pt x="48" y="6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" name="Freeform 64"/>
          <p:cNvSpPr>
            <a:spLocks noEditPoints="1"/>
          </p:cNvSpPr>
          <p:nvPr/>
        </p:nvSpPr>
        <p:spPr bwMode="auto">
          <a:xfrm>
            <a:off x="2448455" y="3857096"/>
            <a:ext cx="76200" cy="76200"/>
          </a:xfrm>
          <a:custGeom>
            <a:avLst/>
            <a:gdLst>
              <a:gd name="T0" fmla="*/ 16 w 48"/>
              <a:gd name="T1" fmla="*/ 48 h 48"/>
              <a:gd name="T2" fmla="*/ 10 w 48"/>
              <a:gd name="T3" fmla="*/ 46 h 48"/>
              <a:gd name="T4" fmla="*/ 6 w 48"/>
              <a:gd name="T5" fmla="*/ 44 h 48"/>
              <a:gd name="T6" fmla="*/ 2 w 48"/>
              <a:gd name="T7" fmla="*/ 38 h 48"/>
              <a:gd name="T8" fmla="*/ 0 w 48"/>
              <a:gd name="T9" fmla="*/ 34 h 48"/>
              <a:gd name="T10" fmla="*/ 2 w 48"/>
              <a:gd name="T11" fmla="*/ 26 h 48"/>
              <a:gd name="T12" fmla="*/ 6 w 48"/>
              <a:gd name="T13" fmla="*/ 22 h 48"/>
              <a:gd name="T14" fmla="*/ 12 w 48"/>
              <a:gd name="T15" fmla="*/ 20 h 48"/>
              <a:gd name="T16" fmla="*/ 20 w 48"/>
              <a:gd name="T17" fmla="*/ 18 h 48"/>
              <a:gd name="T18" fmla="*/ 26 w 48"/>
              <a:gd name="T19" fmla="*/ 18 h 48"/>
              <a:gd name="T20" fmla="*/ 30 w 48"/>
              <a:gd name="T21" fmla="*/ 18 h 48"/>
              <a:gd name="T22" fmla="*/ 30 w 48"/>
              <a:gd name="T23" fmla="*/ 14 h 48"/>
              <a:gd name="T24" fmla="*/ 26 w 48"/>
              <a:gd name="T25" fmla="*/ 10 h 48"/>
              <a:gd name="T26" fmla="*/ 22 w 48"/>
              <a:gd name="T27" fmla="*/ 10 h 48"/>
              <a:gd name="T28" fmla="*/ 14 w 48"/>
              <a:gd name="T29" fmla="*/ 12 h 48"/>
              <a:gd name="T30" fmla="*/ 2 w 48"/>
              <a:gd name="T31" fmla="*/ 6 h 48"/>
              <a:gd name="T32" fmla="*/ 12 w 48"/>
              <a:gd name="T33" fmla="*/ 2 h 48"/>
              <a:gd name="T34" fmla="*/ 22 w 48"/>
              <a:gd name="T35" fmla="*/ 0 h 48"/>
              <a:gd name="T36" fmla="*/ 32 w 48"/>
              <a:gd name="T37" fmla="*/ 2 h 48"/>
              <a:gd name="T38" fmla="*/ 38 w 48"/>
              <a:gd name="T39" fmla="*/ 6 h 48"/>
              <a:gd name="T40" fmla="*/ 44 w 48"/>
              <a:gd name="T41" fmla="*/ 20 h 48"/>
              <a:gd name="T42" fmla="*/ 44 w 48"/>
              <a:gd name="T43" fmla="*/ 32 h 48"/>
              <a:gd name="T44" fmla="*/ 44 w 48"/>
              <a:gd name="T45" fmla="*/ 34 h 48"/>
              <a:gd name="T46" fmla="*/ 48 w 48"/>
              <a:gd name="T47" fmla="*/ 46 h 48"/>
              <a:gd name="T48" fmla="*/ 44 w 48"/>
              <a:gd name="T49" fmla="*/ 48 h 48"/>
              <a:gd name="T50" fmla="*/ 42 w 48"/>
              <a:gd name="T51" fmla="*/ 48 h 48"/>
              <a:gd name="T52" fmla="*/ 36 w 48"/>
              <a:gd name="T53" fmla="*/ 46 h 48"/>
              <a:gd name="T54" fmla="*/ 32 w 48"/>
              <a:gd name="T55" fmla="*/ 42 h 48"/>
              <a:gd name="T56" fmla="*/ 32 w 48"/>
              <a:gd name="T57" fmla="*/ 40 h 48"/>
              <a:gd name="T58" fmla="*/ 26 w 48"/>
              <a:gd name="T59" fmla="*/ 46 h 48"/>
              <a:gd name="T60" fmla="*/ 16 w 48"/>
              <a:gd name="T61" fmla="*/ 48 h 48"/>
              <a:gd name="T62" fmla="*/ 20 w 48"/>
              <a:gd name="T63" fmla="*/ 38 h 48"/>
              <a:gd name="T64" fmla="*/ 24 w 48"/>
              <a:gd name="T65" fmla="*/ 36 h 48"/>
              <a:gd name="T66" fmla="*/ 28 w 48"/>
              <a:gd name="T67" fmla="*/ 34 h 48"/>
              <a:gd name="T68" fmla="*/ 30 w 48"/>
              <a:gd name="T69" fmla="*/ 28 h 48"/>
              <a:gd name="T70" fmla="*/ 26 w 48"/>
              <a:gd name="T71" fmla="*/ 26 h 48"/>
              <a:gd name="T72" fmla="*/ 22 w 48"/>
              <a:gd name="T73" fmla="*/ 26 h 48"/>
              <a:gd name="T74" fmla="*/ 16 w 48"/>
              <a:gd name="T75" fmla="*/ 28 h 48"/>
              <a:gd name="T76" fmla="*/ 14 w 48"/>
              <a:gd name="T77" fmla="*/ 30 h 48"/>
              <a:gd name="T78" fmla="*/ 14 w 48"/>
              <a:gd name="T79" fmla="*/ 32 h 48"/>
              <a:gd name="T80" fmla="*/ 16 w 48"/>
              <a:gd name="T81" fmla="*/ 36 h 48"/>
              <a:gd name="T82" fmla="*/ 20 w 48"/>
              <a:gd name="T83" fmla="*/ 3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8" h="48">
                <a:moveTo>
                  <a:pt x="16" y="48"/>
                </a:moveTo>
                <a:lnTo>
                  <a:pt x="16" y="48"/>
                </a:lnTo>
                <a:lnTo>
                  <a:pt x="10" y="46"/>
                </a:lnTo>
                <a:lnTo>
                  <a:pt x="10" y="46"/>
                </a:lnTo>
                <a:lnTo>
                  <a:pt x="6" y="44"/>
                </a:lnTo>
                <a:lnTo>
                  <a:pt x="6" y="44"/>
                </a:lnTo>
                <a:lnTo>
                  <a:pt x="2" y="38"/>
                </a:lnTo>
                <a:lnTo>
                  <a:pt x="2" y="38"/>
                </a:lnTo>
                <a:lnTo>
                  <a:pt x="0" y="34"/>
                </a:lnTo>
                <a:lnTo>
                  <a:pt x="0" y="34"/>
                </a:lnTo>
                <a:lnTo>
                  <a:pt x="2" y="26"/>
                </a:lnTo>
                <a:lnTo>
                  <a:pt x="2" y="26"/>
                </a:lnTo>
                <a:lnTo>
                  <a:pt x="6" y="22"/>
                </a:lnTo>
                <a:lnTo>
                  <a:pt x="6" y="22"/>
                </a:lnTo>
                <a:lnTo>
                  <a:pt x="12" y="20"/>
                </a:lnTo>
                <a:lnTo>
                  <a:pt x="12" y="20"/>
                </a:lnTo>
                <a:lnTo>
                  <a:pt x="20" y="18"/>
                </a:lnTo>
                <a:lnTo>
                  <a:pt x="20" y="18"/>
                </a:lnTo>
                <a:lnTo>
                  <a:pt x="26" y="18"/>
                </a:lnTo>
                <a:lnTo>
                  <a:pt x="26" y="18"/>
                </a:lnTo>
                <a:lnTo>
                  <a:pt x="30" y="20"/>
                </a:lnTo>
                <a:lnTo>
                  <a:pt x="30" y="18"/>
                </a:lnTo>
                <a:lnTo>
                  <a:pt x="30" y="18"/>
                </a:lnTo>
                <a:lnTo>
                  <a:pt x="30" y="14"/>
                </a:lnTo>
                <a:lnTo>
                  <a:pt x="28" y="12"/>
                </a:lnTo>
                <a:lnTo>
                  <a:pt x="26" y="10"/>
                </a:lnTo>
                <a:lnTo>
                  <a:pt x="22" y="10"/>
                </a:lnTo>
                <a:lnTo>
                  <a:pt x="22" y="10"/>
                </a:lnTo>
                <a:lnTo>
                  <a:pt x="14" y="12"/>
                </a:lnTo>
                <a:lnTo>
                  <a:pt x="14" y="12"/>
                </a:lnTo>
                <a:lnTo>
                  <a:pt x="6" y="14"/>
                </a:lnTo>
                <a:lnTo>
                  <a:pt x="2" y="6"/>
                </a:lnTo>
                <a:lnTo>
                  <a:pt x="2" y="6"/>
                </a:lnTo>
                <a:lnTo>
                  <a:pt x="12" y="2"/>
                </a:lnTo>
                <a:lnTo>
                  <a:pt x="12" y="2"/>
                </a:lnTo>
                <a:lnTo>
                  <a:pt x="22" y="0"/>
                </a:lnTo>
                <a:lnTo>
                  <a:pt x="22" y="0"/>
                </a:lnTo>
                <a:lnTo>
                  <a:pt x="32" y="2"/>
                </a:lnTo>
                <a:lnTo>
                  <a:pt x="38" y="6"/>
                </a:lnTo>
                <a:lnTo>
                  <a:pt x="38" y="6"/>
                </a:lnTo>
                <a:lnTo>
                  <a:pt x="42" y="12"/>
                </a:lnTo>
                <a:lnTo>
                  <a:pt x="44" y="20"/>
                </a:lnTo>
                <a:lnTo>
                  <a:pt x="44" y="32"/>
                </a:lnTo>
                <a:lnTo>
                  <a:pt x="44" y="32"/>
                </a:lnTo>
                <a:lnTo>
                  <a:pt x="44" y="34"/>
                </a:lnTo>
                <a:lnTo>
                  <a:pt x="44" y="34"/>
                </a:lnTo>
                <a:lnTo>
                  <a:pt x="48" y="36"/>
                </a:lnTo>
                <a:lnTo>
                  <a:pt x="48" y="46"/>
                </a:lnTo>
                <a:lnTo>
                  <a:pt x="48" y="46"/>
                </a:lnTo>
                <a:lnTo>
                  <a:pt x="44" y="48"/>
                </a:lnTo>
                <a:lnTo>
                  <a:pt x="44" y="48"/>
                </a:lnTo>
                <a:lnTo>
                  <a:pt x="42" y="48"/>
                </a:lnTo>
                <a:lnTo>
                  <a:pt x="42" y="48"/>
                </a:lnTo>
                <a:lnTo>
                  <a:pt x="36" y="46"/>
                </a:lnTo>
                <a:lnTo>
                  <a:pt x="36" y="46"/>
                </a:lnTo>
                <a:lnTo>
                  <a:pt x="32" y="42"/>
                </a:lnTo>
                <a:lnTo>
                  <a:pt x="32" y="40"/>
                </a:lnTo>
                <a:lnTo>
                  <a:pt x="32" y="40"/>
                </a:lnTo>
                <a:lnTo>
                  <a:pt x="26" y="46"/>
                </a:lnTo>
                <a:lnTo>
                  <a:pt x="26" y="46"/>
                </a:lnTo>
                <a:lnTo>
                  <a:pt x="16" y="48"/>
                </a:lnTo>
                <a:lnTo>
                  <a:pt x="16" y="48"/>
                </a:lnTo>
                <a:close/>
                <a:moveTo>
                  <a:pt x="20" y="38"/>
                </a:moveTo>
                <a:lnTo>
                  <a:pt x="20" y="38"/>
                </a:lnTo>
                <a:lnTo>
                  <a:pt x="24" y="36"/>
                </a:lnTo>
                <a:lnTo>
                  <a:pt x="24" y="36"/>
                </a:lnTo>
                <a:lnTo>
                  <a:pt x="28" y="34"/>
                </a:lnTo>
                <a:lnTo>
                  <a:pt x="28" y="34"/>
                </a:lnTo>
                <a:lnTo>
                  <a:pt x="30" y="32"/>
                </a:lnTo>
                <a:lnTo>
                  <a:pt x="30" y="28"/>
                </a:lnTo>
                <a:lnTo>
                  <a:pt x="30" y="28"/>
                </a:lnTo>
                <a:lnTo>
                  <a:pt x="26" y="26"/>
                </a:lnTo>
                <a:lnTo>
                  <a:pt x="26" y="26"/>
                </a:lnTo>
                <a:lnTo>
                  <a:pt x="22" y="26"/>
                </a:lnTo>
                <a:lnTo>
                  <a:pt x="22" y="26"/>
                </a:lnTo>
                <a:lnTo>
                  <a:pt x="16" y="28"/>
                </a:lnTo>
                <a:lnTo>
                  <a:pt x="16" y="28"/>
                </a:lnTo>
                <a:lnTo>
                  <a:pt x="14" y="30"/>
                </a:lnTo>
                <a:lnTo>
                  <a:pt x="14" y="32"/>
                </a:lnTo>
                <a:lnTo>
                  <a:pt x="14" y="32"/>
                </a:lnTo>
                <a:lnTo>
                  <a:pt x="16" y="36"/>
                </a:lnTo>
                <a:lnTo>
                  <a:pt x="16" y="36"/>
                </a:lnTo>
                <a:lnTo>
                  <a:pt x="20" y="38"/>
                </a:lnTo>
                <a:lnTo>
                  <a:pt x="20" y="38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" name="Freeform 65"/>
          <p:cNvSpPr>
            <a:spLocks noEditPoints="1"/>
          </p:cNvSpPr>
          <p:nvPr/>
        </p:nvSpPr>
        <p:spPr bwMode="auto">
          <a:xfrm>
            <a:off x="2534180" y="3831696"/>
            <a:ext cx="22225" cy="98425"/>
          </a:xfrm>
          <a:custGeom>
            <a:avLst/>
            <a:gdLst>
              <a:gd name="T0" fmla="*/ 0 w 14"/>
              <a:gd name="T1" fmla="*/ 62 h 62"/>
              <a:gd name="T2" fmla="*/ 0 w 14"/>
              <a:gd name="T3" fmla="*/ 18 h 62"/>
              <a:gd name="T4" fmla="*/ 14 w 14"/>
              <a:gd name="T5" fmla="*/ 18 h 62"/>
              <a:gd name="T6" fmla="*/ 14 w 14"/>
              <a:gd name="T7" fmla="*/ 62 h 62"/>
              <a:gd name="T8" fmla="*/ 0 w 14"/>
              <a:gd name="T9" fmla="*/ 62 h 62"/>
              <a:gd name="T10" fmla="*/ 0 w 14"/>
              <a:gd name="T11" fmla="*/ 62 h 62"/>
              <a:gd name="T12" fmla="*/ 0 w 14"/>
              <a:gd name="T13" fmla="*/ 12 h 62"/>
              <a:gd name="T14" fmla="*/ 0 w 14"/>
              <a:gd name="T15" fmla="*/ 0 h 62"/>
              <a:gd name="T16" fmla="*/ 14 w 14"/>
              <a:gd name="T17" fmla="*/ 0 h 62"/>
              <a:gd name="T18" fmla="*/ 14 w 14"/>
              <a:gd name="T19" fmla="*/ 12 h 62"/>
              <a:gd name="T20" fmla="*/ 0 w 14"/>
              <a:gd name="T21" fmla="*/ 12 h 62"/>
              <a:gd name="T22" fmla="*/ 0 w 14"/>
              <a:gd name="T23" fmla="*/ 12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" h="62">
                <a:moveTo>
                  <a:pt x="0" y="62"/>
                </a:moveTo>
                <a:lnTo>
                  <a:pt x="0" y="18"/>
                </a:lnTo>
                <a:lnTo>
                  <a:pt x="14" y="18"/>
                </a:lnTo>
                <a:lnTo>
                  <a:pt x="14" y="62"/>
                </a:lnTo>
                <a:lnTo>
                  <a:pt x="0" y="62"/>
                </a:lnTo>
                <a:lnTo>
                  <a:pt x="0" y="62"/>
                </a:lnTo>
                <a:close/>
                <a:moveTo>
                  <a:pt x="0" y="12"/>
                </a:moveTo>
                <a:lnTo>
                  <a:pt x="0" y="0"/>
                </a:lnTo>
                <a:lnTo>
                  <a:pt x="14" y="0"/>
                </a:lnTo>
                <a:lnTo>
                  <a:pt x="14" y="12"/>
                </a:lnTo>
                <a:lnTo>
                  <a:pt x="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" name="Freeform 66"/>
          <p:cNvSpPr>
            <a:spLocks/>
          </p:cNvSpPr>
          <p:nvPr/>
        </p:nvSpPr>
        <p:spPr bwMode="auto">
          <a:xfrm>
            <a:off x="2572280" y="3857096"/>
            <a:ext cx="69850" cy="73025"/>
          </a:xfrm>
          <a:custGeom>
            <a:avLst/>
            <a:gdLst>
              <a:gd name="T0" fmla="*/ 44 w 44"/>
              <a:gd name="T1" fmla="*/ 46 h 46"/>
              <a:gd name="T2" fmla="*/ 30 w 44"/>
              <a:gd name="T3" fmla="*/ 46 h 46"/>
              <a:gd name="T4" fmla="*/ 30 w 44"/>
              <a:gd name="T5" fmla="*/ 22 h 46"/>
              <a:gd name="T6" fmla="*/ 30 w 44"/>
              <a:gd name="T7" fmla="*/ 22 h 46"/>
              <a:gd name="T8" fmla="*/ 28 w 44"/>
              <a:gd name="T9" fmla="*/ 14 h 46"/>
              <a:gd name="T10" fmla="*/ 28 w 44"/>
              <a:gd name="T11" fmla="*/ 14 h 46"/>
              <a:gd name="T12" fmla="*/ 24 w 44"/>
              <a:gd name="T13" fmla="*/ 12 h 46"/>
              <a:gd name="T14" fmla="*/ 24 w 44"/>
              <a:gd name="T15" fmla="*/ 12 h 46"/>
              <a:gd name="T16" fmla="*/ 20 w 44"/>
              <a:gd name="T17" fmla="*/ 14 h 46"/>
              <a:gd name="T18" fmla="*/ 20 w 44"/>
              <a:gd name="T19" fmla="*/ 14 h 46"/>
              <a:gd name="T20" fmla="*/ 18 w 44"/>
              <a:gd name="T21" fmla="*/ 14 h 46"/>
              <a:gd name="T22" fmla="*/ 18 w 44"/>
              <a:gd name="T23" fmla="*/ 14 h 46"/>
              <a:gd name="T24" fmla="*/ 16 w 44"/>
              <a:gd name="T25" fmla="*/ 18 h 46"/>
              <a:gd name="T26" fmla="*/ 16 w 44"/>
              <a:gd name="T27" fmla="*/ 18 h 46"/>
              <a:gd name="T28" fmla="*/ 14 w 44"/>
              <a:gd name="T29" fmla="*/ 20 h 46"/>
              <a:gd name="T30" fmla="*/ 14 w 44"/>
              <a:gd name="T31" fmla="*/ 46 h 46"/>
              <a:gd name="T32" fmla="*/ 0 w 44"/>
              <a:gd name="T33" fmla="*/ 46 h 46"/>
              <a:gd name="T34" fmla="*/ 0 w 44"/>
              <a:gd name="T35" fmla="*/ 2 h 46"/>
              <a:gd name="T36" fmla="*/ 12 w 44"/>
              <a:gd name="T37" fmla="*/ 2 h 46"/>
              <a:gd name="T38" fmla="*/ 12 w 44"/>
              <a:gd name="T39" fmla="*/ 8 h 46"/>
              <a:gd name="T40" fmla="*/ 12 w 44"/>
              <a:gd name="T41" fmla="*/ 8 h 46"/>
              <a:gd name="T42" fmla="*/ 16 w 44"/>
              <a:gd name="T43" fmla="*/ 6 h 46"/>
              <a:gd name="T44" fmla="*/ 20 w 44"/>
              <a:gd name="T45" fmla="*/ 2 h 46"/>
              <a:gd name="T46" fmla="*/ 20 w 44"/>
              <a:gd name="T47" fmla="*/ 2 h 46"/>
              <a:gd name="T48" fmla="*/ 30 w 44"/>
              <a:gd name="T49" fmla="*/ 0 h 46"/>
              <a:gd name="T50" fmla="*/ 30 w 44"/>
              <a:gd name="T51" fmla="*/ 0 h 46"/>
              <a:gd name="T52" fmla="*/ 38 w 44"/>
              <a:gd name="T53" fmla="*/ 2 h 46"/>
              <a:gd name="T54" fmla="*/ 38 w 44"/>
              <a:gd name="T55" fmla="*/ 2 h 46"/>
              <a:gd name="T56" fmla="*/ 42 w 44"/>
              <a:gd name="T57" fmla="*/ 6 h 46"/>
              <a:gd name="T58" fmla="*/ 42 w 44"/>
              <a:gd name="T59" fmla="*/ 6 h 46"/>
              <a:gd name="T60" fmla="*/ 44 w 44"/>
              <a:gd name="T61" fmla="*/ 12 h 46"/>
              <a:gd name="T62" fmla="*/ 44 w 44"/>
              <a:gd name="T63" fmla="*/ 12 h 46"/>
              <a:gd name="T64" fmla="*/ 44 w 44"/>
              <a:gd name="T65" fmla="*/ 18 h 46"/>
              <a:gd name="T66" fmla="*/ 44 w 44"/>
              <a:gd name="T67" fmla="*/ 46 h 46"/>
              <a:gd name="T68" fmla="*/ 44 w 44"/>
              <a:gd name="T69" fmla="*/ 46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4" h="46">
                <a:moveTo>
                  <a:pt x="44" y="46"/>
                </a:moveTo>
                <a:lnTo>
                  <a:pt x="30" y="46"/>
                </a:lnTo>
                <a:lnTo>
                  <a:pt x="30" y="22"/>
                </a:lnTo>
                <a:lnTo>
                  <a:pt x="30" y="22"/>
                </a:lnTo>
                <a:lnTo>
                  <a:pt x="28" y="14"/>
                </a:lnTo>
                <a:lnTo>
                  <a:pt x="28" y="14"/>
                </a:lnTo>
                <a:lnTo>
                  <a:pt x="24" y="12"/>
                </a:lnTo>
                <a:lnTo>
                  <a:pt x="24" y="12"/>
                </a:lnTo>
                <a:lnTo>
                  <a:pt x="20" y="14"/>
                </a:lnTo>
                <a:lnTo>
                  <a:pt x="20" y="14"/>
                </a:lnTo>
                <a:lnTo>
                  <a:pt x="18" y="14"/>
                </a:lnTo>
                <a:lnTo>
                  <a:pt x="18" y="14"/>
                </a:lnTo>
                <a:lnTo>
                  <a:pt x="16" y="18"/>
                </a:lnTo>
                <a:lnTo>
                  <a:pt x="16" y="18"/>
                </a:lnTo>
                <a:lnTo>
                  <a:pt x="14" y="20"/>
                </a:lnTo>
                <a:lnTo>
                  <a:pt x="14" y="46"/>
                </a:lnTo>
                <a:lnTo>
                  <a:pt x="0" y="46"/>
                </a:lnTo>
                <a:lnTo>
                  <a:pt x="0" y="2"/>
                </a:lnTo>
                <a:lnTo>
                  <a:pt x="12" y="2"/>
                </a:lnTo>
                <a:lnTo>
                  <a:pt x="12" y="8"/>
                </a:lnTo>
                <a:lnTo>
                  <a:pt x="12" y="8"/>
                </a:lnTo>
                <a:lnTo>
                  <a:pt x="16" y="6"/>
                </a:lnTo>
                <a:lnTo>
                  <a:pt x="20" y="2"/>
                </a:lnTo>
                <a:lnTo>
                  <a:pt x="20" y="2"/>
                </a:lnTo>
                <a:lnTo>
                  <a:pt x="30" y="0"/>
                </a:lnTo>
                <a:lnTo>
                  <a:pt x="30" y="0"/>
                </a:lnTo>
                <a:lnTo>
                  <a:pt x="38" y="2"/>
                </a:lnTo>
                <a:lnTo>
                  <a:pt x="38" y="2"/>
                </a:lnTo>
                <a:lnTo>
                  <a:pt x="42" y="6"/>
                </a:lnTo>
                <a:lnTo>
                  <a:pt x="42" y="6"/>
                </a:lnTo>
                <a:lnTo>
                  <a:pt x="44" y="12"/>
                </a:lnTo>
                <a:lnTo>
                  <a:pt x="44" y="12"/>
                </a:lnTo>
                <a:lnTo>
                  <a:pt x="44" y="18"/>
                </a:lnTo>
                <a:lnTo>
                  <a:pt x="44" y="46"/>
                </a:lnTo>
                <a:lnTo>
                  <a:pt x="44" y="46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" name="Freeform 67"/>
          <p:cNvSpPr>
            <a:spLocks/>
          </p:cNvSpPr>
          <p:nvPr/>
        </p:nvSpPr>
        <p:spPr bwMode="auto">
          <a:xfrm>
            <a:off x="2680230" y="3834871"/>
            <a:ext cx="82550" cy="95250"/>
          </a:xfrm>
          <a:custGeom>
            <a:avLst/>
            <a:gdLst>
              <a:gd name="T0" fmla="*/ 52 w 52"/>
              <a:gd name="T1" fmla="*/ 12 h 60"/>
              <a:gd name="T2" fmla="*/ 32 w 52"/>
              <a:gd name="T3" fmla="*/ 12 h 60"/>
              <a:gd name="T4" fmla="*/ 32 w 52"/>
              <a:gd name="T5" fmla="*/ 60 h 60"/>
              <a:gd name="T6" fmla="*/ 18 w 52"/>
              <a:gd name="T7" fmla="*/ 60 h 60"/>
              <a:gd name="T8" fmla="*/ 18 w 52"/>
              <a:gd name="T9" fmla="*/ 12 h 60"/>
              <a:gd name="T10" fmla="*/ 0 w 52"/>
              <a:gd name="T11" fmla="*/ 12 h 60"/>
              <a:gd name="T12" fmla="*/ 0 w 52"/>
              <a:gd name="T13" fmla="*/ 0 h 60"/>
              <a:gd name="T14" fmla="*/ 52 w 52"/>
              <a:gd name="T15" fmla="*/ 0 h 60"/>
              <a:gd name="T16" fmla="*/ 52 w 52"/>
              <a:gd name="T17" fmla="*/ 12 h 60"/>
              <a:gd name="T18" fmla="*/ 52 w 52"/>
              <a:gd name="T19" fmla="*/ 12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2" h="60">
                <a:moveTo>
                  <a:pt x="52" y="12"/>
                </a:moveTo>
                <a:lnTo>
                  <a:pt x="32" y="12"/>
                </a:lnTo>
                <a:lnTo>
                  <a:pt x="32" y="60"/>
                </a:lnTo>
                <a:lnTo>
                  <a:pt x="18" y="60"/>
                </a:lnTo>
                <a:lnTo>
                  <a:pt x="18" y="12"/>
                </a:lnTo>
                <a:lnTo>
                  <a:pt x="0" y="12"/>
                </a:lnTo>
                <a:lnTo>
                  <a:pt x="0" y="0"/>
                </a:lnTo>
                <a:lnTo>
                  <a:pt x="52" y="0"/>
                </a:lnTo>
                <a:lnTo>
                  <a:pt x="52" y="12"/>
                </a:lnTo>
                <a:lnTo>
                  <a:pt x="52" y="12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" name="Freeform 68"/>
          <p:cNvSpPr>
            <a:spLocks noEditPoints="1"/>
          </p:cNvSpPr>
          <p:nvPr/>
        </p:nvSpPr>
        <p:spPr bwMode="auto">
          <a:xfrm>
            <a:off x="2769130" y="3831696"/>
            <a:ext cx="22225" cy="98425"/>
          </a:xfrm>
          <a:custGeom>
            <a:avLst/>
            <a:gdLst>
              <a:gd name="T0" fmla="*/ 0 w 14"/>
              <a:gd name="T1" fmla="*/ 62 h 62"/>
              <a:gd name="T2" fmla="*/ 0 w 14"/>
              <a:gd name="T3" fmla="*/ 18 h 62"/>
              <a:gd name="T4" fmla="*/ 14 w 14"/>
              <a:gd name="T5" fmla="*/ 18 h 62"/>
              <a:gd name="T6" fmla="*/ 14 w 14"/>
              <a:gd name="T7" fmla="*/ 62 h 62"/>
              <a:gd name="T8" fmla="*/ 0 w 14"/>
              <a:gd name="T9" fmla="*/ 62 h 62"/>
              <a:gd name="T10" fmla="*/ 0 w 14"/>
              <a:gd name="T11" fmla="*/ 62 h 62"/>
              <a:gd name="T12" fmla="*/ 0 w 14"/>
              <a:gd name="T13" fmla="*/ 12 h 62"/>
              <a:gd name="T14" fmla="*/ 0 w 14"/>
              <a:gd name="T15" fmla="*/ 0 h 62"/>
              <a:gd name="T16" fmla="*/ 14 w 14"/>
              <a:gd name="T17" fmla="*/ 0 h 62"/>
              <a:gd name="T18" fmla="*/ 14 w 14"/>
              <a:gd name="T19" fmla="*/ 12 h 62"/>
              <a:gd name="T20" fmla="*/ 0 w 14"/>
              <a:gd name="T21" fmla="*/ 12 h 62"/>
              <a:gd name="T22" fmla="*/ 0 w 14"/>
              <a:gd name="T23" fmla="*/ 12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" h="62">
                <a:moveTo>
                  <a:pt x="0" y="62"/>
                </a:moveTo>
                <a:lnTo>
                  <a:pt x="0" y="18"/>
                </a:lnTo>
                <a:lnTo>
                  <a:pt x="14" y="18"/>
                </a:lnTo>
                <a:lnTo>
                  <a:pt x="14" y="62"/>
                </a:lnTo>
                <a:lnTo>
                  <a:pt x="0" y="62"/>
                </a:lnTo>
                <a:lnTo>
                  <a:pt x="0" y="62"/>
                </a:lnTo>
                <a:close/>
                <a:moveTo>
                  <a:pt x="0" y="12"/>
                </a:moveTo>
                <a:lnTo>
                  <a:pt x="0" y="0"/>
                </a:lnTo>
                <a:lnTo>
                  <a:pt x="14" y="0"/>
                </a:lnTo>
                <a:lnTo>
                  <a:pt x="14" y="12"/>
                </a:lnTo>
                <a:lnTo>
                  <a:pt x="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" name="Freeform 69"/>
          <p:cNvSpPr>
            <a:spLocks/>
          </p:cNvSpPr>
          <p:nvPr/>
        </p:nvSpPr>
        <p:spPr bwMode="auto">
          <a:xfrm>
            <a:off x="2804055" y="3834871"/>
            <a:ext cx="50800" cy="98425"/>
          </a:xfrm>
          <a:custGeom>
            <a:avLst/>
            <a:gdLst>
              <a:gd name="T0" fmla="*/ 32 w 32"/>
              <a:gd name="T1" fmla="*/ 58 h 62"/>
              <a:gd name="T2" fmla="*/ 32 w 32"/>
              <a:gd name="T3" fmla="*/ 58 h 62"/>
              <a:gd name="T4" fmla="*/ 26 w 32"/>
              <a:gd name="T5" fmla="*/ 60 h 62"/>
              <a:gd name="T6" fmla="*/ 26 w 32"/>
              <a:gd name="T7" fmla="*/ 60 h 62"/>
              <a:gd name="T8" fmla="*/ 18 w 32"/>
              <a:gd name="T9" fmla="*/ 62 h 62"/>
              <a:gd name="T10" fmla="*/ 18 w 32"/>
              <a:gd name="T11" fmla="*/ 62 h 62"/>
              <a:gd name="T12" fmla="*/ 14 w 32"/>
              <a:gd name="T13" fmla="*/ 62 h 62"/>
              <a:gd name="T14" fmla="*/ 14 w 32"/>
              <a:gd name="T15" fmla="*/ 62 h 62"/>
              <a:gd name="T16" fmla="*/ 10 w 32"/>
              <a:gd name="T17" fmla="*/ 58 h 62"/>
              <a:gd name="T18" fmla="*/ 10 w 32"/>
              <a:gd name="T19" fmla="*/ 58 h 62"/>
              <a:gd name="T20" fmla="*/ 6 w 32"/>
              <a:gd name="T21" fmla="*/ 56 h 62"/>
              <a:gd name="T22" fmla="*/ 6 w 32"/>
              <a:gd name="T23" fmla="*/ 56 h 62"/>
              <a:gd name="T24" fmla="*/ 6 w 32"/>
              <a:gd name="T25" fmla="*/ 50 h 62"/>
              <a:gd name="T26" fmla="*/ 6 w 32"/>
              <a:gd name="T27" fmla="*/ 26 h 62"/>
              <a:gd name="T28" fmla="*/ 0 w 32"/>
              <a:gd name="T29" fmla="*/ 26 h 62"/>
              <a:gd name="T30" fmla="*/ 0 w 32"/>
              <a:gd name="T31" fmla="*/ 16 h 62"/>
              <a:gd name="T32" fmla="*/ 6 w 32"/>
              <a:gd name="T33" fmla="*/ 16 h 62"/>
              <a:gd name="T34" fmla="*/ 6 w 32"/>
              <a:gd name="T35" fmla="*/ 0 h 62"/>
              <a:gd name="T36" fmla="*/ 20 w 32"/>
              <a:gd name="T37" fmla="*/ 0 h 62"/>
              <a:gd name="T38" fmla="*/ 20 w 32"/>
              <a:gd name="T39" fmla="*/ 16 h 62"/>
              <a:gd name="T40" fmla="*/ 28 w 32"/>
              <a:gd name="T41" fmla="*/ 16 h 62"/>
              <a:gd name="T42" fmla="*/ 28 w 32"/>
              <a:gd name="T43" fmla="*/ 26 h 62"/>
              <a:gd name="T44" fmla="*/ 20 w 32"/>
              <a:gd name="T45" fmla="*/ 26 h 62"/>
              <a:gd name="T46" fmla="*/ 20 w 32"/>
              <a:gd name="T47" fmla="*/ 44 h 62"/>
              <a:gd name="T48" fmla="*/ 20 w 32"/>
              <a:gd name="T49" fmla="*/ 44 h 62"/>
              <a:gd name="T50" fmla="*/ 20 w 32"/>
              <a:gd name="T51" fmla="*/ 48 h 62"/>
              <a:gd name="T52" fmla="*/ 20 w 32"/>
              <a:gd name="T53" fmla="*/ 48 h 62"/>
              <a:gd name="T54" fmla="*/ 24 w 32"/>
              <a:gd name="T55" fmla="*/ 48 h 62"/>
              <a:gd name="T56" fmla="*/ 24 w 32"/>
              <a:gd name="T57" fmla="*/ 48 h 62"/>
              <a:gd name="T58" fmla="*/ 26 w 32"/>
              <a:gd name="T59" fmla="*/ 48 h 62"/>
              <a:gd name="T60" fmla="*/ 26 w 32"/>
              <a:gd name="T61" fmla="*/ 48 h 62"/>
              <a:gd name="T62" fmla="*/ 30 w 32"/>
              <a:gd name="T63" fmla="*/ 48 h 62"/>
              <a:gd name="T64" fmla="*/ 32 w 32"/>
              <a:gd name="T65" fmla="*/ 58 h 62"/>
              <a:gd name="T66" fmla="*/ 32 w 32"/>
              <a:gd name="T67" fmla="*/ 58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2" h="62">
                <a:moveTo>
                  <a:pt x="32" y="58"/>
                </a:moveTo>
                <a:lnTo>
                  <a:pt x="32" y="58"/>
                </a:lnTo>
                <a:lnTo>
                  <a:pt x="26" y="60"/>
                </a:lnTo>
                <a:lnTo>
                  <a:pt x="26" y="60"/>
                </a:lnTo>
                <a:lnTo>
                  <a:pt x="18" y="62"/>
                </a:lnTo>
                <a:lnTo>
                  <a:pt x="18" y="62"/>
                </a:lnTo>
                <a:lnTo>
                  <a:pt x="14" y="62"/>
                </a:lnTo>
                <a:lnTo>
                  <a:pt x="14" y="62"/>
                </a:lnTo>
                <a:lnTo>
                  <a:pt x="10" y="58"/>
                </a:lnTo>
                <a:lnTo>
                  <a:pt x="10" y="58"/>
                </a:lnTo>
                <a:lnTo>
                  <a:pt x="6" y="56"/>
                </a:lnTo>
                <a:lnTo>
                  <a:pt x="6" y="56"/>
                </a:lnTo>
                <a:lnTo>
                  <a:pt x="6" y="50"/>
                </a:lnTo>
                <a:lnTo>
                  <a:pt x="6" y="26"/>
                </a:lnTo>
                <a:lnTo>
                  <a:pt x="0" y="26"/>
                </a:lnTo>
                <a:lnTo>
                  <a:pt x="0" y="16"/>
                </a:lnTo>
                <a:lnTo>
                  <a:pt x="6" y="16"/>
                </a:lnTo>
                <a:lnTo>
                  <a:pt x="6" y="0"/>
                </a:lnTo>
                <a:lnTo>
                  <a:pt x="20" y="0"/>
                </a:lnTo>
                <a:lnTo>
                  <a:pt x="20" y="16"/>
                </a:lnTo>
                <a:lnTo>
                  <a:pt x="28" y="16"/>
                </a:lnTo>
                <a:lnTo>
                  <a:pt x="28" y="26"/>
                </a:lnTo>
                <a:lnTo>
                  <a:pt x="20" y="26"/>
                </a:lnTo>
                <a:lnTo>
                  <a:pt x="20" y="44"/>
                </a:lnTo>
                <a:lnTo>
                  <a:pt x="20" y="44"/>
                </a:lnTo>
                <a:lnTo>
                  <a:pt x="20" y="48"/>
                </a:lnTo>
                <a:lnTo>
                  <a:pt x="20" y="48"/>
                </a:lnTo>
                <a:lnTo>
                  <a:pt x="24" y="48"/>
                </a:lnTo>
                <a:lnTo>
                  <a:pt x="24" y="48"/>
                </a:lnTo>
                <a:lnTo>
                  <a:pt x="26" y="48"/>
                </a:lnTo>
                <a:lnTo>
                  <a:pt x="26" y="48"/>
                </a:lnTo>
                <a:lnTo>
                  <a:pt x="30" y="48"/>
                </a:lnTo>
                <a:lnTo>
                  <a:pt x="32" y="58"/>
                </a:lnTo>
                <a:lnTo>
                  <a:pt x="32" y="58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" name="Freeform 70"/>
          <p:cNvSpPr>
            <a:spLocks/>
          </p:cNvSpPr>
          <p:nvPr/>
        </p:nvSpPr>
        <p:spPr bwMode="auto">
          <a:xfrm>
            <a:off x="2864380" y="3831696"/>
            <a:ext cx="38100" cy="101600"/>
          </a:xfrm>
          <a:custGeom>
            <a:avLst/>
            <a:gdLst>
              <a:gd name="T0" fmla="*/ 0 w 24"/>
              <a:gd name="T1" fmla="*/ 0 h 64"/>
              <a:gd name="T2" fmla="*/ 14 w 24"/>
              <a:gd name="T3" fmla="*/ 0 h 64"/>
              <a:gd name="T4" fmla="*/ 14 w 24"/>
              <a:gd name="T5" fmla="*/ 46 h 64"/>
              <a:gd name="T6" fmla="*/ 14 w 24"/>
              <a:gd name="T7" fmla="*/ 46 h 64"/>
              <a:gd name="T8" fmla="*/ 14 w 24"/>
              <a:gd name="T9" fmla="*/ 50 h 64"/>
              <a:gd name="T10" fmla="*/ 18 w 24"/>
              <a:gd name="T11" fmla="*/ 52 h 64"/>
              <a:gd name="T12" fmla="*/ 18 w 24"/>
              <a:gd name="T13" fmla="*/ 52 h 64"/>
              <a:gd name="T14" fmla="*/ 20 w 24"/>
              <a:gd name="T15" fmla="*/ 52 h 64"/>
              <a:gd name="T16" fmla="*/ 20 w 24"/>
              <a:gd name="T17" fmla="*/ 52 h 64"/>
              <a:gd name="T18" fmla="*/ 22 w 24"/>
              <a:gd name="T19" fmla="*/ 50 h 64"/>
              <a:gd name="T20" fmla="*/ 24 w 24"/>
              <a:gd name="T21" fmla="*/ 60 h 64"/>
              <a:gd name="T22" fmla="*/ 24 w 24"/>
              <a:gd name="T23" fmla="*/ 60 h 64"/>
              <a:gd name="T24" fmla="*/ 18 w 24"/>
              <a:gd name="T25" fmla="*/ 62 h 64"/>
              <a:gd name="T26" fmla="*/ 18 w 24"/>
              <a:gd name="T27" fmla="*/ 62 h 64"/>
              <a:gd name="T28" fmla="*/ 12 w 24"/>
              <a:gd name="T29" fmla="*/ 64 h 64"/>
              <a:gd name="T30" fmla="*/ 12 w 24"/>
              <a:gd name="T31" fmla="*/ 64 h 64"/>
              <a:gd name="T32" fmla="*/ 6 w 24"/>
              <a:gd name="T33" fmla="*/ 62 h 64"/>
              <a:gd name="T34" fmla="*/ 2 w 24"/>
              <a:gd name="T35" fmla="*/ 60 h 64"/>
              <a:gd name="T36" fmla="*/ 2 w 24"/>
              <a:gd name="T37" fmla="*/ 60 h 64"/>
              <a:gd name="T38" fmla="*/ 0 w 24"/>
              <a:gd name="T39" fmla="*/ 56 h 64"/>
              <a:gd name="T40" fmla="*/ 0 w 24"/>
              <a:gd name="T41" fmla="*/ 52 h 64"/>
              <a:gd name="T42" fmla="*/ 0 w 24"/>
              <a:gd name="T43" fmla="*/ 0 h 64"/>
              <a:gd name="T44" fmla="*/ 0 w 24"/>
              <a:gd name="T4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4" h="64">
                <a:moveTo>
                  <a:pt x="0" y="0"/>
                </a:moveTo>
                <a:lnTo>
                  <a:pt x="14" y="0"/>
                </a:lnTo>
                <a:lnTo>
                  <a:pt x="14" y="46"/>
                </a:lnTo>
                <a:lnTo>
                  <a:pt x="14" y="46"/>
                </a:lnTo>
                <a:lnTo>
                  <a:pt x="14" y="50"/>
                </a:lnTo>
                <a:lnTo>
                  <a:pt x="18" y="52"/>
                </a:lnTo>
                <a:lnTo>
                  <a:pt x="18" y="52"/>
                </a:lnTo>
                <a:lnTo>
                  <a:pt x="20" y="52"/>
                </a:lnTo>
                <a:lnTo>
                  <a:pt x="20" y="52"/>
                </a:lnTo>
                <a:lnTo>
                  <a:pt x="22" y="50"/>
                </a:lnTo>
                <a:lnTo>
                  <a:pt x="24" y="60"/>
                </a:lnTo>
                <a:lnTo>
                  <a:pt x="24" y="60"/>
                </a:lnTo>
                <a:lnTo>
                  <a:pt x="18" y="62"/>
                </a:lnTo>
                <a:lnTo>
                  <a:pt x="18" y="62"/>
                </a:lnTo>
                <a:lnTo>
                  <a:pt x="12" y="64"/>
                </a:lnTo>
                <a:lnTo>
                  <a:pt x="12" y="64"/>
                </a:lnTo>
                <a:lnTo>
                  <a:pt x="6" y="62"/>
                </a:lnTo>
                <a:lnTo>
                  <a:pt x="2" y="60"/>
                </a:lnTo>
                <a:lnTo>
                  <a:pt x="2" y="60"/>
                </a:lnTo>
                <a:lnTo>
                  <a:pt x="0" y="56"/>
                </a:lnTo>
                <a:lnTo>
                  <a:pt x="0" y="5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" name="Freeform 71"/>
          <p:cNvSpPr>
            <a:spLocks noEditPoints="1"/>
          </p:cNvSpPr>
          <p:nvPr/>
        </p:nvSpPr>
        <p:spPr bwMode="auto">
          <a:xfrm>
            <a:off x="2905655" y="3857096"/>
            <a:ext cx="76200" cy="76200"/>
          </a:xfrm>
          <a:custGeom>
            <a:avLst/>
            <a:gdLst>
              <a:gd name="T0" fmla="*/ 24 w 48"/>
              <a:gd name="T1" fmla="*/ 48 h 48"/>
              <a:gd name="T2" fmla="*/ 24 w 48"/>
              <a:gd name="T3" fmla="*/ 48 h 48"/>
              <a:gd name="T4" fmla="*/ 14 w 48"/>
              <a:gd name="T5" fmla="*/ 46 h 48"/>
              <a:gd name="T6" fmla="*/ 14 w 48"/>
              <a:gd name="T7" fmla="*/ 46 h 48"/>
              <a:gd name="T8" fmla="*/ 6 w 48"/>
              <a:gd name="T9" fmla="*/ 40 h 48"/>
              <a:gd name="T10" fmla="*/ 6 w 48"/>
              <a:gd name="T11" fmla="*/ 40 h 48"/>
              <a:gd name="T12" fmla="*/ 2 w 48"/>
              <a:gd name="T13" fmla="*/ 34 h 48"/>
              <a:gd name="T14" fmla="*/ 2 w 48"/>
              <a:gd name="T15" fmla="*/ 34 h 48"/>
              <a:gd name="T16" fmla="*/ 0 w 48"/>
              <a:gd name="T17" fmla="*/ 24 h 48"/>
              <a:gd name="T18" fmla="*/ 0 w 48"/>
              <a:gd name="T19" fmla="*/ 24 h 48"/>
              <a:gd name="T20" fmla="*/ 2 w 48"/>
              <a:gd name="T21" fmla="*/ 16 h 48"/>
              <a:gd name="T22" fmla="*/ 2 w 48"/>
              <a:gd name="T23" fmla="*/ 16 h 48"/>
              <a:gd name="T24" fmla="*/ 6 w 48"/>
              <a:gd name="T25" fmla="*/ 8 h 48"/>
              <a:gd name="T26" fmla="*/ 6 w 48"/>
              <a:gd name="T27" fmla="*/ 8 h 48"/>
              <a:gd name="T28" fmla="*/ 14 w 48"/>
              <a:gd name="T29" fmla="*/ 2 h 48"/>
              <a:gd name="T30" fmla="*/ 14 w 48"/>
              <a:gd name="T31" fmla="*/ 2 h 48"/>
              <a:gd name="T32" fmla="*/ 24 w 48"/>
              <a:gd name="T33" fmla="*/ 0 h 48"/>
              <a:gd name="T34" fmla="*/ 24 w 48"/>
              <a:gd name="T35" fmla="*/ 0 h 48"/>
              <a:gd name="T36" fmla="*/ 34 w 48"/>
              <a:gd name="T37" fmla="*/ 2 h 48"/>
              <a:gd name="T38" fmla="*/ 34 w 48"/>
              <a:gd name="T39" fmla="*/ 2 h 48"/>
              <a:gd name="T40" fmla="*/ 42 w 48"/>
              <a:gd name="T41" fmla="*/ 8 h 48"/>
              <a:gd name="T42" fmla="*/ 42 w 48"/>
              <a:gd name="T43" fmla="*/ 8 h 48"/>
              <a:gd name="T44" fmla="*/ 48 w 48"/>
              <a:gd name="T45" fmla="*/ 14 h 48"/>
              <a:gd name="T46" fmla="*/ 48 w 48"/>
              <a:gd name="T47" fmla="*/ 14 h 48"/>
              <a:gd name="T48" fmla="*/ 48 w 48"/>
              <a:gd name="T49" fmla="*/ 24 h 48"/>
              <a:gd name="T50" fmla="*/ 48 w 48"/>
              <a:gd name="T51" fmla="*/ 24 h 48"/>
              <a:gd name="T52" fmla="*/ 48 w 48"/>
              <a:gd name="T53" fmla="*/ 26 h 48"/>
              <a:gd name="T54" fmla="*/ 48 w 48"/>
              <a:gd name="T55" fmla="*/ 26 h 48"/>
              <a:gd name="T56" fmla="*/ 48 w 48"/>
              <a:gd name="T57" fmla="*/ 28 h 48"/>
              <a:gd name="T58" fmla="*/ 14 w 48"/>
              <a:gd name="T59" fmla="*/ 28 h 48"/>
              <a:gd name="T60" fmla="*/ 14 w 48"/>
              <a:gd name="T61" fmla="*/ 28 h 48"/>
              <a:gd name="T62" fmla="*/ 16 w 48"/>
              <a:gd name="T63" fmla="*/ 32 h 48"/>
              <a:gd name="T64" fmla="*/ 18 w 48"/>
              <a:gd name="T65" fmla="*/ 36 h 48"/>
              <a:gd name="T66" fmla="*/ 18 w 48"/>
              <a:gd name="T67" fmla="*/ 36 h 48"/>
              <a:gd name="T68" fmla="*/ 22 w 48"/>
              <a:gd name="T69" fmla="*/ 38 h 48"/>
              <a:gd name="T70" fmla="*/ 24 w 48"/>
              <a:gd name="T71" fmla="*/ 38 h 48"/>
              <a:gd name="T72" fmla="*/ 24 w 48"/>
              <a:gd name="T73" fmla="*/ 38 h 48"/>
              <a:gd name="T74" fmla="*/ 30 w 48"/>
              <a:gd name="T75" fmla="*/ 36 h 48"/>
              <a:gd name="T76" fmla="*/ 30 w 48"/>
              <a:gd name="T77" fmla="*/ 36 h 48"/>
              <a:gd name="T78" fmla="*/ 34 w 48"/>
              <a:gd name="T79" fmla="*/ 32 h 48"/>
              <a:gd name="T80" fmla="*/ 46 w 48"/>
              <a:gd name="T81" fmla="*/ 36 h 48"/>
              <a:gd name="T82" fmla="*/ 46 w 48"/>
              <a:gd name="T83" fmla="*/ 36 h 48"/>
              <a:gd name="T84" fmla="*/ 42 w 48"/>
              <a:gd name="T85" fmla="*/ 40 h 48"/>
              <a:gd name="T86" fmla="*/ 38 w 48"/>
              <a:gd name="T87" fmla="*/ 44 h 48"/>
              <a:gd name="T88" fmla="*/ 38 w 48"/>
              <a:gd name="T89" fmla="*/ 44 h 48"/>
              <a:gd name="T90" fmla="*/ 32 w 48"/>
              <a:gd name="T91" fmla="*/ 46 h 48"/>
              <a:gd name="T92" fmla="*/ 24 w 48"/>
              <a:gd name="T93" fmla="*/ 48 h 48"/>
              <a:gd name="T94" fmla="*/ 24 w 48"/>
              <a:gd name="T95" fmla="*/ 48 h 48"/>
              <a:gd name="T96" fmla="*/ 34 w 48"/>
              <a:gd name="T97" fmla="*/ 20 h 48"/>
              <a:gd name="T98" fmla="*/ 34 w 48"/>
              <a:gd name="T99" fmla="*/ 20 h 48"/>
              <a:gd name="T100" fmla="*/ 32 w 48"/>
              <a:gd name="T101" fmla="*/ 16 h 48"/>
              <a:gd name="T102" fmla="*/ 30 w 48"/>
              <a:gd name="T103" fmla="*/ 12 h 48"/>
              <a:gd name="T104" fmla="*/ 30 w 48"/>
              <a:gd name="T105" fmla="*/ 12 h 48"/>
              <a:gd name="T106" fmla="*/ 28 w 48"/>
              <a:gd name="T107" fmla="*/ 10 h 48"/>
              <a:gd name="T108" fmla="*/ 24 w 48"/>
              <a:gd name="T109" fmla="*/ 10 h 48"/>
              <a:gd name="T110" fmla="*/ 24 w 48"/>
              <a:gd name="T111" fmla="*/ 10 h 48"/>
              <a:gd name="T112" fmla="*/ 20 w 48"/>
              <a:gd name="T113" fmla="*/ 10 h 48"/>
              <a:gd name="T114" fmla="*/ 18 w 48"/>
              <a:gd name="T115" fmla="*/ 12 h 48"/>
              <a:gd name="T116" fmla="*/ 18 w 48"/>
              <a:gd name="T117" fmla="*/ 12 h 48"/>
              <a:gd name="T118" fmla="*/ 16 w 48"/>
              <a:gd name="T119" fmla="*/ 16 h 48"/>
              <a:gd name="T120" fmla="*/ 14 w 48"/>
              <a:gd name="T121" fmla="*/ 20 h 48"/>
              <a:gd name="T122" fmla="*/ 34 w 48"/>
              <a:gd name="T123" fmla="*/ 20 h 48"/>
              <a:gd name="T124" fmla="*/ 34 w 48"/>
              <a:gd name="T125" fmla="*/ 2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8" h="48">
                <a:moveTo>
                  <a:pt x="24" y="48"/>
                </a:moveTo>
                <a:lnTo>
                  <a:pt x="24" y="48"/>
                </a:lnTo>
                <a:lnTo>
                  <a:pt x="14" y="46"/>
                </a:lnTo>
                <a:lnTo>
                  <a:pt x="14" y="46"/>
                </a:lnTo>
                <a:lnTo>
                  <a:pt x="6" y="40"/>
                </a:lnTo>
                <a:lnTo>
                  <a:pt x="6" y="40"/>
                </a:lnTo>
                <a:lnTo>
                  <a:pt x="2" y="34"/>
                </a:lnTo>
                <a:lnTo>
                  <a:pt x="2" y="34"/>
                </a:lnTo>
                <a:lnTo>
                  <a:pt x="0" y="24"/>
                </a:lnTo>
                <a:lnTo>
                  <a:pt x="0" y="24"/>
                </a:lnTo>
                <a:lnTo>
                  <a:pt x="2" y="16"/>
                </a:lnTo>
                <a:lnTo>
                  <a:pt x="2" y="16"/>
                </a:lnTo>
                <a:lnTo>
                  <a:pt x="6" y="8"/>
                </a:lnTo>
                <a:lnTo>
                  <a:pt x="6" y="8"/>
                </a:lnTo>
                <a:lnTo>
                  <a:pt x="14" y="2"/>
                </a:lnTo>
                <a:lnTo>
                  <a:pt x="14" y="2"/>
                </a:lnTo>
                <a:lnTo>
                  <a:pt x="24" y="0"/>
                </a:lnTo>
                <a:lnTo>
                  <a:pt x="24" y="0"/>
                </a:lnTo>
                <a:lnTo>
                  <a:pt x="34" y="2"/>
                </a:lnTo>
                <a:lnTo>
                  <a:pt x="34" y="2"/>
                </a:lnTo>
                <a:lnTo>
                  <a:pt x="42" y="8"/>
                </a:lnTo>
                <a:lnTo>
                  <a:pt x="42" y="8"/>
                </a:lnTo>
                <a:lnTo>
                  <a:pt x="48" y="14"/>
                </a:lnTo>
                <a:lnTo>
                  <a:pt x="48" y="14"/>
                </a:lnTo>
                <a:lnTo>
                  <a:pt x="48" y="24"/>
                </a:lnTo>
                <a:lnTo>
                  <a:pt x="48" y="24"/>
                </a:lnTo>
                <a:lnTo>
                  <a:pt x="48" y="26"/>
                </a:lnTo>
                <a:lnTo>
                  <a:pt x="48" y="26"/>
                </a:lnTo>
                <a:lnTo>
                  <a:pt x="48" y="28"/>
                </a:lnTo>
                <a:lnTo>
                  <a:pt x="14" y="28"/>
                </a:lnTo>
                <a:lnTo>
                  <a:pt x="14" y="28"/>
                </a:lnTo>
                <a:lnTo>
                  <a:pt x="16" y="32"/>
                </a:lnTo>
                <a:lnTo>
                  <a:pt x="18" y="36"/>
                </a:lnTo>
                <a:lnTo>
                  <a:pt x="18" y="36"/>
                </a:lnTo>
                <a:lnTo>
                  <a:pt x="22" y="38"/>
                </a:lnTo>
                <a:lnTo>
                  <a:pt x="24" y="38"/>
                </a:lnTo>
                <a:lnTo>
                  <a:pt x="24" y="38"/>
                </a:lnTo>
                <a:lnTo>
                  <a:pt x="30" y="36"/>
                </a:lnTo>
                <a:lnTo>
                  <a:pt x="30" y="36"/>
                </a:lnTo>
                <a:lnTo>
                  <a:pt x="34" y="32"/>
                </a:lnTo>
                <a:lnTo>
                  <a:pt x="46" y="36"/>
                </a:lnTo>
                <a:lnTo>
                  <a:pt x="46" y="36"/>
                </a:lnTo>
                <a:lnTo>
                  <a:pt x="42" y="40"/>
                </a:lnTo>
                <a:lnTo>
                  <a:pt x="38" y="44"/>
                </a:lnTo>
                <a:lnTo>
                  <a:pt x="38" y="44"/>
                </a:lnTo>
                <a:lnTo>
                  <a:pt x="32" y="46"/>
                </a:lnTo>
                <a:lnTo>
                  <a:pt x="24" y="48"/>
                </a:lnTo>
                <a:lnTo>
                  <a:pt x="24" y="48"/>
                </a:lnTo>
                <a:close/>
                <a:moveTo>
                  <a:pt x="34" y="20"/>
                </a:moveTo>
                <a:lnTo>
                  <a:pt x="34" y="20"/>
                </a:lnTo>
                <a:lnTo>
                  <a:pt x="32" y="16"/>
                </a:lnTo>
                <a:lnTo>
                  <a:pt x="30" y="12"/>
                </a:lnTo>
                <a:lnTo>
                  <a:pt x="30" y="12"/>
                </a:lnTo>
                <a:lnTo>
                  <a:pt x="28" y="10"/>
                </a:lnTo>
                <a:lnTo>
                  <a:pt x="24" y="10"/>
                </a:lnTo>
                <a:lnTo>
                  <a:pt x="24" y="10"/>
                </a:lnTo>
                <a:lnTo>
                  <a:pt x="20" y="10"/>
                </a:lnTo>
                <a:lnTo>
                  <a:pt x="18" y="12"/>
                </a:lnTo>
                <a:lnTo>
                  <a:pt x="18" y="12"/>
                </a:lnTo>
                <a:lnTo>
                  <a:pt x="16" y="16"/>
                </a:lnTo>
                <a:lnTo>
                  <a:pt x="14" y="20"/>
                </a:lnTo>
                <a:lnTo>
                  <a:pt x="34" y="20"/>
                </a:lnTo>
                <a:lnTo>
                  <a:pt x="34" y="2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" name="Freeform 72"/>
          <p:cNvSpPr>
            <a:spLocks/>
          </p:cNvSpPr>
          <p:nvPr/>
        </p:nvSpPr>
        <p:spPr bwMode="auto">
          <a:xfrm>
            <a:off x="1305455" y="3209396"/>
            <a:ext cx="98425" cy="76200"/>
          </a:xfrm>
          <a:custGeom>
            <a:avLst/>
            <a:gdLst>
              <a:gd name="T0" fmla="*/ 16 w 62"/>
              <a:gd name="T1" fmla="*/ 10 h 48"/>
              <a:gd name="T2" fmla="*/ 16 w 62"/>
              <a:gd name="T3" fmla="*/ 12 h 48"/>
              <a:gd name="T4" fmla="*/ 14 w 62"/>
              <a:gd name="T5" fmla="*/ 16 h 48"/>
              <a:gd name="T6" fmla="*/ 12 w 62"/>
              <a:gd name="T7" fmla="*/ 20 h 48"/>
              <a:gd name="T8" fmla="*/ 12 w 62"/>
              <a:gd name="T9" fmla="*/ 26 h 48"/>
              <a:gd name="T10" fmla="*/ 18 w 62"/>
              <a:gd name="T11" fmla="*/ 34 h 48"/>
              <a:gd name="T12" fmla="*/ 20 w 62"/>
              <a:gd name="T13" fmla="*/ 32 h 48"/>
              <a:gd name="T14" fmla="*/ 22 w 62"/>
              <a:gd name="T15" fmla="*/ 30 h 48"/>
              <a:gd name="T16" fmla="*/ 24 w 62"/>
              <a:gd name="T17" fmla="*/ 26 h 48"/>
              <a:gd name="T18" fmla="*/ 24 w 62"/>
              <a:gd name="T19" fmla="*/ 20 h 48"/>
              <a:gd name="T20" fmla="*/ 26 w 62"/>
              <a:gd name="T21" fmla="*/ 12 h 48"/>
              <a:gd name="T22" fmla="*/ 30 w 62"/>
              <a:gd name="T23" fmla="*/ 6 h 48"/>
              <a:gd name="T24" fmla="*/ 34 w 62"/>
              <a:gd name="T25" fmla="*/ 2 h 48"/>
              <a:gd name="T26" fmla="*/ 42 w 62"/>
              <a:gd name="T27" fmla="*/ 0 h 48"/>
              <a:gd name="T28" fmla="*/ 46 w 62"/>
              <a:gd name="T29" fmla="*/ 0 h 48"/>
              <a:gd name="T30" fmla="*/ 50 w 62"/>
              <a:gd name="T31" fmla="*/ 2 h 48"/>
              <a:gd name="T32" fmla="*/ 56 w 62"/>
              <a:gd name="T33" fmla="*/ 6 h 48"/>
              <a:gd name="T34" fmla="*/ 60 w 62"/>
              <a:gd name="T35" fmla="*/ 12 h 48"/>
              <a:gd name="T36" fmla="*/ 62 w 62"/>
              <a:gd name="T37" fmla="*/ 22 h 48"/>
              <a:gd name="T38" fmla="*/ 62 w 62"/>
              <a:gd name="T39" fmla="*/ 28 h 48"/>
              <a:gd name="T40" fmla="*/ 62 w 62"/>
              <a:gd name="T41" fmla="*/ 36 h 48"/>
              <a:gd name="T42" fmla="*/ 60 w 62"/>
              <a:gd name="T43" fmla="*/ 42 h 48"/>
              <a:gd name="T44" fmla="*/ 44 w 62"/>
              <a:gd name="T45" fmla="*/ 42 h 48"/>
              <a:gd name="T46" fmla="*/ 46 w 62"/>
              <a:gd name="T47" fmla="*/ 40 h 48"/>
              <a:gd name="T48" fmla="*/ 48 w 62"/>
              <a:gd name="T49" fmla="*/ 36 h 48"/>
              <a:gd name="T50" fmla="*/ 48 w 62"/>
              <a:gd name="T51" fmla="*/ 30 h 48"/>
              <a:gd name="T52" fmla="*/ 50 w 62"/>
              <a:gd name="T53" fmla="*/ 22 h 48"/>
              <a:gd name="T54" fmla="*/ 48 w 62"/>
              <a:gd name="T55" fmla="*/ 16 h 48"/>
              <a:gd name="T56" fmla="*/ 44 w 62"/>
              <a:gd name="T57" fmla="*/ 14 h 48"/>
              <a:gd name="T58" fmla="*/ 42 w 62"/>
              <a:gd name="T59" fmla="*/ 16 h 48"/>
              <a:gd name="T60" fmla="*/ 40 w 62"/>
              <a:gd name="T61" fmla="*/ 20 h 48"/>
              <a:gd name="T62" fmla="*/ 38 w 62"/>
              <a:gd name="T63" fmla="*/ 24 h 48"/>
              <a:gd name="T64" fmla="*/ 36 w 62"/>
              <a:gd name="T65" fmla="*/ 30 h 48"/>
              <a:gd name="T66" fmla="*/ 34 w 62"/>
              <a:gd name="T67" fmla="*/ 38 h 48"/>
              <a:gd name="T68" fmla="*/ 32 w 62"/>
              <a:gd name="T69" fmla="*/ 44 h 48"/>
              <a:gd name="T70" fmla="*/ 28 w 62"/>
              <a:gd name="T71" fmla="*/ 46 h 48"/>
              <a:gd name="T72" fmla="*/ 22 w 62"/>
              <a:gd name="T73" fmla="*/ 48 h 48"/>
              <a:gd name="T74" fmla="*/ 12 w 62"/>
              <a:gd name="T75" fmla="*/ 48 h 48"/>
              <a:gd name="T76" fmla="*/ 6 w 62"/>
              <a:gd name="T77" fmla="*/ 42 h 48"/>
              <a:gd name="T78" fmla="*/ 2 w 62"/>
              <a:gd name="T79" fmla="*/ 36 h 48"/>
              <a:gd name="T80" fmla="*/ 0 w 62"/>
              <a:gd name="T81" fmla="*/ 26 h 48"/>
              <a:gd name="T82" fmla="*/ 0 w 62"/>
              <a:gd name="T83" fmla="*/ 20 h 48"/>
              <a:gd name="T84" fmla="*/ 0 w 62"/>
              <a:gd name="T85" fmla="*/ 14 h 48"/>
              <a:gd name="T86" fmla="*/ 2 w 62"/>
              <a:gd name="T87" fmla="*/ 8 h 48"/>
              <a:gd name="T88" fmla="*/ 16 w 62"/>
              <a:gd name="T89" fmla="*/ 1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2" h="48">
                <a:moveTo>
                  <a:pt x="16" y="10"/>
                </a:moveTo>
                <a:lnTo>
                  <a:pt x="16" y="10"/>
                </a:lnTo>
                <a:lnTo>
                  <a:pt x="16" y="12"/>
                </a:lnTo>
                <a:lnTo>
                  <a:pt x="16" y="12"/>
                </a:lnTo>
                <a:lnTo>
                  <a:pt x="14" y="16"/>
                </a:lnTo>
                <a:lnTo>
                  <a:pt x="14" y="16"/>
                </a:lnTo>
                <a:lnTo>
                  <a:pt x="12" y="20"/>
                </a:lnTo>
                <a:lnTo>
                  <a:pt x="12" y="20"/>
                </a:lnTo>
                <a:lnTo>
                  <a:pt x="12" y="26"/>
                </a:lnTo>
                <a:lnTo>
                  <a:pt x="12" y="26"/>
                </a:lnTo>
                <a:lnTo>
                  <a:pt x="14" y="32"/>
                </a:lnTo>
                <a:lnTo>
                  <a:pt x="18" y="34"/>
                </a:lnTo>
                <a:lnTo>
                  <a:pt x="18" y="34"/>
                </a:lnTo>
                <a:lnTo>
                  <a:pt x="20" y="32"/>
                </a:lnTo>
                <a:lnTo>
                  <a:pt x="20" y="32"/>
                </a:lnTo>
                <a:lnTo>
                  <a:pt x="22" y="30"/>
                </a:lnTo>
                <a:lnTo>
                  <a:pt x="22" y="30"/>
                </a:lnTo>
                <a:lnTo>
                  <a:pt x="24" y="26"/>
                </a:lnTo>
                <a:lnTo>
                  <a:pt x="24" y="26"/>
                </a:lnTo>
                <a:lnTo>
                  <a:pt x="24" y="20"/>
                </a:lnTo>
                <a:lnTo>
                  <a:pt x="24" y="20"/>
                </a:lnTo>
                <a:lnTo>
                  <a:pt x="26" y="12"/>
                </a:lnTo>
                <a:lnTo>
                  <a:pt x="26" y="12"/>
                </a:lnTo>
                <a:lnTo>
                  <a:pt x="30" y="6"/>
                </a:lnTo>
                <a:lnTo>
                  <a:pt x="30" y="6"/>
                </a:lnTo>
                <a:lnTo>
                  <a:pt x="34" y="2"/>
                </a:lnTo>
                <a:lnTo>
                  <a:pt x="34" y="2"/>
                </a:lnTo>
                <a:lnTo>
                  <a:pt x="42" y="0"/>
                </a:lnTo>
                <a:lnTo>
                  <a:pt x="42" y="0"/>
                </a:lnTo>
                <a:lnTo>
                  <a:pt x="46" y="0"/>
                </a:lnTo>
                <a:lnTo>
                  <a:pt x="50" y="2"/>
                </a:lnTo>
                <a:lnTo>
                  <a:pt x="50" y="2"/>
                </a:lnTo>
                <a:lnTo>
                  <a:pt x="56" y="6"/>
                </a:lnTo>
                <a:lnTo>
                  <a:pt x="56" y="6"/>
                </a:lnTo>
                <a:lnTo>
                  <a:pt x="60" y="12"/>
                </a:lnTo>
                <a:lnTo>
                  <a:pt x="60" y="12"/>
                </a:lnTo>
                <a:lnTo>
                  <a:pt x="62" y="22"/>
                </a:lnTo>
                <a:lnTo>
                  <a:pt x="62" y="22"/>
                </a:lnTo>
                <a:lnTo>
                  <a:pt x="62" y="28"/>
                </a:lnTo>
                <a:lnTo>
                  <a:pt x="62" y="28"/>
                </a:lnTo>
                <a:lnTo>
                  <a:pt x="62" y="36"/>
                </a:lnTo>
                <a:lnTo>
                  <a:pt x="62" y="36"/>
                </a:lnTo>
                <a:lnTo>
                  <a:pt x="60" y="42"/>
                </a:lnTo>
                <a:lnTo>
                  <a:pt x="60" y="42"/>
                </a:lnTo>
                <a:lnTo>
                  <a:pt x="56" y="48"/>
                </a:lnTo>
                <a:lnTo>
                  <a:pt x="44" y="42"/>
                </a:lnTo>
                <a:lnTo>
                  <a:pt x="44" y="42"/>
                </a:lnTo>
                <a:lnTo>
                  <a:pt x="46" y="40"/>
                </a:lnTo>
                <a:lnTo>
                  <a:pt x="46" y="40"/>
                </a:lnTo>
                <a:lnTo>
                  <a:pt x="48" y="36"/>
                </a:lnTo>
                <a:lnTo>
                  <a:pt x="48" y="36"/>
                </a:lnTo>
                <a:lnTo>
                  <a:pt x="48" y="30"/>
                </a:lnTo>
                <a:lnTo>
                  <a:pt x="48" y="30"/>
                </a:lnTo>
                <a:lnTo>
                  <a:pt x="50" y="22"/>
                </a:lnTo>
                <a:lnTo>
                  <a:pt x="50" y="22"/>
                </a:lnTo>
                <a:lnTo>
                  <a:pt x="48" y="16"/>
                </a:lnTo>
                <a:lnTo>
                  <a:pt x="44" y="14"/>
                </a:lnTo>
                <a:lnTo>
                  <a:pt x="44" y="14"/>
                </a:lnTo>
                <a:lnTo>
                  <a:pt x="42" y="16"/>
                </a:lnTo>
                <a:lnTo>
                  <a:pt x="42" y="16"/>
                </a:lnTo>
                <a:lnTo>
                  <a:pt x="40" y="20"/>
                </a:lnTo>
                <a:lnTo>
                  <a:pt x="40" y="20"/>
                </a:lnTo>
                <a:lnTo>
                  <a:pt x="38" y="24"/>
                </a:lnTo>
                <a:lnTo>
                  <a:pt x="38" y="24"/>
                </a:lnTo>
                <a:lnTo>
                  <a:pt x="36" y="30"/>
                </a:lnTo>
                <a:lnTo>
                  <a:pt x="36" y="30"/>
                </a:lnTo>
                <a:lnTo>
                  <a:pt x="34" y="38"/>
                </a:lnTo>
                <a:lnTo>
                  <a:pt x="34" y="38"/>
                </a:lnTo>
                <a:lnTo>
                  <a:pt x="32" y="44"/>
                </a:lnTo>
                <a:lnTo>
                  <a:pt x="32" y="44"/>
                </a:lnTo>
                <a:lnTo>
                  <a:pt x="28" y="46"/>
                </a:lnTo>
                <a:lnTo>
                  <a:pt x="28" y="46"/>
                </a:lnTo>
                <a:lnTo>
                  <a:pt x="22" y="48"/>
                </a:lnTo>
                <a:lnTo>
                  <a:pt x="22" y="48"/>
                </a:lnTo>
                <a:lnTo>
                  <a:pt x="12" y="48"/>
                </a:lnTo>
                <a:lnTo>
                  <a:pt x="12" y="48"/>
                </a:lnTo>
                <a:lnTo>
                  <a:pt x="6" y="42"/>
                </a:lnTo>
                <a:lnTo>
                  <a:pt x="6" y="42"/>
                </a:lnTo>
                <a:lnTo>
                  <a:pt x="2" y="36"/>
                </a:lnTo>
                <a:lnTo>
                  <a:pt x="2" y="36"/>
                </a:lnTo>
                <a:lnTo>
                  <a:pt x="0" y="26"/>
                </a:lnTo>
                <a:lnTo>
                  <a:pt x="0" y="26"/>
                </a:lnTo>
                <a:lnTo>
                  <a:pt x="0" y="20"/>
                </a:lnTo>
                <a:lnTo>
                  <a:pt x="0" y="20"/>
                </a:lnTo>
                <a:lnTo>
                  <a:pt x="0" y="14"/>
                </a:lnTo>
                <a:lnTo>
                  <a:pt x="0" y="14"/>
                </a:lnTo>
                <a:lnTo>
                  <a:pt x="2" y="8"/>
                </a:lnTo>
                <a:lnTo>
                  <a:pt x="2" y="8"/>
                </a:lnTo>
                <a:lnTo>
                  <a:pt x="4" y="4"/>
                </a:lnTo>
                <a:lnTo>
                  <a:pt x="16" y="10"/>
                </a:lnTo>
                <a:lnTo>
                  <a:pt x="16" y="10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" name="Freeform 73"/>
          <p:cNvSpPr>
            <a:spLocks noEditPoints="1"/>
          </p:cNvSpPr>
          <p:nvPr/>
        </p:nvSpPr>
        <p:spPr bwMode="auto">
          <a:xfrm>
            <a:off x="1334030" y="3117321"/>
            <a:ext cx="73025" cy="76200"/>
          </a:xfrm>
          <a:custGeom>
            <a:avLst/>
            <a:gdLst>
              <a:gd name="T0" fmla="*/ 46 w 46"/>
              <a:gd name="T1" fmla="*/ 28 h 48"/>
              <a:gd name="T2" fmla="*/ 42 w 46"/>
              <a:gd name="T3" fmla="*/ 38 h 48"/>
              <a:gd name="T4" fmla="*/ 36 w 46"/>
              <a:gd name="T5" fmla="*/ 44 h 48"/>
              <a:gd name="T6" fmla="*/ 28 w 46"/>
              <a:gd name="T7" fmla="*/ 48 h 48"/>
              <a:gd name="T8" fmla="*/ 18 w 46"/>
              <a:gd name="T9" fmla="*/ 48 h 48"/>
              <a:gd name="T10" fmla="*/ 10 w 46"/>
              <a:gd name="T11" fmla="*/ 46 h 48"/>
              <a:gd name="T12" fmla="*/ 4 w 46"/>
              <a:gd name="T13" fmla="*/ 40 h 48"/>
              <a:gd name="T14" fmla="*/ 0 w 46"/>
              <a:gd name="T15" fmla="*/ 32 h 48"/>
              <a:gd name="T16" fmla="*/ 0 w 46"/>
              <a:gd name="T17" fmla="*/ 20 h 48"/>
              <a:gd name="T18" fmla="*/ 2 w 46"/>
              <a:gd name="T19" fmla="*/ 10 h 48"/>
              <a:gd name="T20" fmla="*/ 10 w 46"/>
              <a:gd name="T21" fmla="*/ 4 h 48"/>
              <a:gd name="T22" fmla="*/ 18 w 46"/>
              <a:gd name="T23" fmla="*/ 0 h 48"/>
              <a:gd name="T24" fmla="*/ 26 w 46"/>
              <a:gd name="T25" fmla="*/ 0 h 48"/>
              <a:gd name="T26" fmla="*/ 36 w 46"/>
              <a:gd name="T27" fmla="*/ 4 h 48"/>
              <a:gd name="T28" fmla="*/ 42 w 46"/>
              <a:gd name="T29" fmla="*/ 10 h 48"/>
              <a:gd name="T30" fmla="*/ 46 w 46"/>
              <a:gd name="T31" fmla="*/ 18 h 48"/>
              <a:gd name="T32" fmla="*/ 46 w 46"/>
              <a:gd name="T33" fmla="*/ 28 h 48"/>
              <a:gd name="T34" fmla="*/ 20 w 46"/>
              <a:gd name="T35" fmla="*/ 34 h 48"/>
              <a:gd name="T36" fmla="*/ 30 w 46"/>
              <a:gd name="T37" fmla="*/ 32 h 48"/>
              <a:gd name="T38" fmla="*/ 32 w 46"/>
              <a:gd name="T39" fmla="*/ 30 h 48"/>
              <a:gd name="T40" fmla="*/ 34 w 46"/>
              <a:gd name="T41" fmla="*/ 26 h 48"/>
              <a:gd name="T42" fmla="*/ 34 w 46"/>
              <a:gd name="T43" fmla="*/ 22 h 48"/>
              <a:gd name="T44" fmla="*/ 32 w 46"/>
              <a:gd name="T45" fmla="*/ 18 h 48"/>
              <a:gd name="T46" fmla="*/ 28 w 46"/>
              <a:gd name="T47" fmla="*/ 16 h 48"/>
              <a:gd name="T48" fmla="*/ 24 w 46"/>
              <a:gd name="T49" fmla="*/ 14 h 48"/>
              <a:gd name="T50" fmla="*/ 16 w 46"/>
              <a:gd name="T51" fmla="*/ 16 h 48"/>
              <a:gd name="T52" fmla="*/ 12 w 46"/>
              <a:gd name="T53" fmla="*/ 18 h 48"/>
              <a:gd name="T54" fmla="*/ 10 w 46"/>
              <a:gd name="T55" fmla="*/ 22 h 48"/>
              <a:gd name="T56" fmla="*/ 12 w 46"/>
              <a:gd name="T57" fmla="*/ 26 h 48"/>
              <a:gd name="T58" fmla="*/ 12 w 46"/>
              <a:gd name="T59" fmla="*/ 30 h 48"/>
              <a:gd name="T60" fmla="*/ 16 w 46"/>
              <a:gd name="T61" fmla="*/ 32 h 48"/>
              <a:gd name="T62" fmla="*/ 20 w 46"/>
              <a:gd name="T63" fmla="*/ 3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" h="48">
                <a:moveTo>
                  <a:pt x="46" y="28"/>
                </a:moveTo>
                <a:lnTo>
                  <a:pt x="46" y="28"/>
                </a:lnTo>
                <a:lnTo>
                  <a:pt x="42" y="38"/>
                </a:lnTo>
                <a:lnTo>
                  <a:pt x="42" y="38"/>
                </a:lnTo>
                <a:lnTo>
                  <a:pt x="36" y="44"/>
                </a:lnTo>
                <a:lnTo>
                  <a:pt x="36" y="44"/>
                </a:lnTo>
                <a:lnTo>
                  <a:pt x="28" y="48"/>
                </a:lnTo>
                <a:lnTo>
                  <a:pt x="28" y="48"/>
                </a:lnTo>
                <a:lnTo>
                  <a:pt x="18" y="48"/>
                </a:lnTo>
                <a:lnTo>
                  <a:pt x="18" y="48"/>
                </a:lnTo>
                <a:lnTo>
                  <a:pt x="10" y="46"/>
                </a:lnTo>
                <a:lnTo>
                  <a:pt x="10" y="46"/>
                </a:lnTo>
                <a:lnTo>
                  <a:pt x="4" y="40"/>
                </a:lnTo>
                <a:lnTo>
                  <a:pt x="4" y="40"/>
                </a:lnTo>
                <a:lnTo>
                  <a:pt x="0" y="32"/>
                </a:lnTo>
                <a:lnTo>
                  <a:pt x="0" y="32"/>
                </a:lnTo>
                <a:lnTo>
                  <a:pt x="0" y="20"/>
                </a:lnTo>
                <a:lnTo>
                  <a:pt x="0" y="20"/>
                </a:lnTo>
                <a:lnTo>
                  <a:pt x="2" y="10"/>
                </a:lnTo>
                <a:lnTo>
                  <a:pt x="2" y="10"/>
                </a:lnTo>
                <a:lnTo>
                  <a:pt x="10" y="4"/>
                </a:lnTo>
                <a:lnTo>
                  <a:pt x="10" y="4"/>
                </a:lnTo>
                <a:lnTo>
                  <a:pt x="18" y="0"/>
                </a:lnTo>
                <a:lnTo>
                  <a:pt x="18" y="0"/>
                </a:lnTo>
                <a:lnTo>
                  <a:pt x="26" y="0"/>
                </a:lnTo>
                <a:lnTo>
                  <a:pt x="26" y="0"/>
                </a:lnTo>
                <a:lnTo>
                  <a:pt x="36" y="4"/>
                </a:lnTo>
                <a:lnTo>
                  <a:pt x="36" y="4"/>
                </a:lnTo>
                <a:lnTo>
                  <a:pt x="42" y="10"/>
                </a:lnTo>
                <a:lnTo>
                  <a:pt x="42" y="10"/>
                </a:lnTo>
                <a:lnTo>
                  <a:pt x="46" y="18"/>
                </a:lnTo>
                <a:lnTo>
                  <a:pt x="46" y="18"/>
                </a:lnTo>
                <a:lnTo>
                  <a:pt x="46" y="28"/>
                </a:lnTo>
                <a:lnTo>
                  <a:pt x="46" y="28"/>
                </a:lnTo>
                <a:close/>
                <a:moveTo>
                  <a:pt x="20" y="34"/>
                </a:moveTo>
                <a:lnTo>
                  <a:pt x="20" y="34"/>
                </a:lnTo>
                <a:lnTo>
                  <a:pt x="26" y="34"/>
                </a:lnTo>
                <a:lnTo>
                  <a:pt x="30" y="32"/>
                </a:lnTo>
                <a:lnTo>
                  <a:pt x="30" y="32"/>
                </a:lnTo>
                <a:lnTo>
                  <a:pt x="32" y="30"/>
                </a:lnTo>
                <a:lnTo>
                  <a:pt x="34" y="26"/>
                </a:lnTo>
                <a:lnTo>
                  <a:pt x="34" y="26"/>
                </a:lnTo>
                <a:lnTo>
                  <a:pt x="34" y="22"/>
                </a:lnTo>
                <a:lnTo>
                  <a:pt x="34" y="22"/>
                </a:lnTo>
                <a:lnTo>
                  <a:pt x="32" y="18"/>
                </a:lnTo>
                <a:lnTo>
                  <a:pt x="32" y="18"/>
                </a:lnTo>
                <a:lnTo>
                  <a:pt x="28" y="16"/>
                </a:lnTo>
                <a:lnTo>
                  <a:pt x="28" y="16"/>
                </a:lnTo>
                <a:lnTo>
                  <a:pt x="24" y="14"/>
                </a:lnTo>
                <a:lnTo>
                  <a:pt x="24" y="14"/>
                </a:lnTo>
                <a:lnTo>
                  <a:pt x="20" y="14"/>
                </a:lnTo>
                <a:lnTo>
                  <a:pt x="16" y="16"/>
                </a:lnTo>
                <a:lnTo>
                  <a:pt x="16" y="16"/>
                </a:lnTo>
                <a:lnTo>
                  <a:pt x="12" y="18"/>
                </a:lnTo>
                <a:lnTo>
                  <a:pt x="10" y="22"/>
                </a:lnTo>
                <a:lnTo>
                  <a:pt x="10" y="22"/>
                </a:lnTo>
                <a:lnTo>
                  <a:pt x="12" y="26"/>
                </a:lnTo>
                <a:lnTo>
                  <a:pt x="12" y="26"/>
                </a:lnTo>
                <a:lnTo>
                  <a:pt x="12" y="30"/>
                </a:lnTo>
                <a:lnTo>
                  <a:pt x="12" y="30"/>
                </a:lnTo>
                <a:lnTo>
                  <a:pt x="16" y="32"/>
                </a:lnTo>
                <a:lnTo>
                  <a:pt x="16" y="32"/>
                </a:lnTo>
                <a:lnTo>
                  <a:pt x="20" y="34"/>
                </a:lnTo>
                <a:lnTo>
                  <a:pt x="20" y="34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" name="Freeform 74"/>
          <p:cNvSpPr>
            <a:spLocks/>
          </p:cNvSpPr>
          <p:nvPr/>
        </p:nvSpPr>
        <p:spPr bwMode="auto">
          <a:xfrm>
            <a:off x="1346730" y="2983971"/>
            <a:ext cx="111125" cy="127000"/>
          </a:xfrm>
          <a:custGeom>
            <a:avLst/>
            <a:gdLst>
              <a:gd name="T0" fmla="*/ 70 w 70"/>
              <a:gd name="T1" fmla="*/ 14 h 80"/>
              <a:gd name="T2" fmla="*/ 64 w 70"/>
              <a:gd name="T3" fmla="*/ 26 h 80"/>
              <a:gd name="T4" fmla="*/ 40 w 70"/>
              <a:gd name="T5" fmla="*/ 16 h 80"/>
              <a:gd name="T6" fmla="*/ 40 w 70"/>
              <a:gd name="T7" fmla="*/ 16 h 80"/>
              <a:gd name="T8" fmla="*/ 34 w 70"/>
              <a:gd name="T9" fmla="*/ 16 h 80"/>
              <a:gd name="T10" fmla="*/ 34 w 70"/>
              <a:gd name="T11" fmla="*/ 16 h 80"/>
              <a:gd name="T12" fmla="*/ 32 w 70"/>
              <a:gd name="T13" fmla="*/ 16 h 80"/>
              <a:gd name="T14" fmla="*/ 30 w 70"/>
              <a:gd name="T15" fmla="*/ 18 h 80"/>
              <a:gd name="T16" fmla="*/ 30 w 70"/>
              <a:gd name="T17" fmla="*/ 18 h 80"/>
              <a:gd name="T18" fmla="*/ 30 w 70"/>
              <a:gd name="T19" fmla="*/ 22 h 80"/>
              <a:gd name="T20" fmla="*/ 30 w 70"/>
              <a:gd name="T21" fmla="*/ 22 h 80"/>
              <a:gd name="T22" fmla="*/ 30 w 70"/>
              <a:gd name="T23" fmla="*/ 24 h 80"/>
              <a:gd name="T24" fmla="*/ 30 w 70"/>
              <a:gd name="T25" fmla="*/ 24 h 80"/>
              <a:gd name="T26" fmla="*/ 32 w 70"/>
              <a:gd name="T27" fmla="*/ 28 h 80"/>
              <a:gd name="T28" fmla="*/ 32 w 70"/>
              <a:gd name="T29" fmla="*/ 28 h 80"/>
              <a:gd name="T30" fmla="*/ 34 w 70"/>
              <a:gd name="T31" fmla="*/ 30 h 80"/>
              <a:gd name="T32" fmla="*/ 58 w 70"/>
              <a:gd name="T33" fmla="*/ 40 h 80"/>
              <a:gd name="T34" fmla="*/ 54 w 70"/>
              <a:gd name="T35" fmla="*/ 54 h 80"/>
              <a:gd name="T36" fmla="*/ 30 w 70"/>
              <a:gd name="T37" fmla="*/ 42 h 80"/>
              <a:gd name="T38" fmla="*/ 30 w 70"/>
              <a:gd name="T39" fmla="*/ 42 h 80"/>
              <a:gd name="T40" fmla="*/ 22 w 70"/>
              <a:gd name="T41" fmla="*/ 42 h 80"/>
              <a:gd name="T42" fmla="*/ 22 w 70"/>
              <a:gd name="T43" fmla="*/ 42 h 80"/>
              <a:gd name="T44" fmla="*/ 20 w 70"/>
              <a:gd name="T45" fmla="*/ 44 h 80"/>
              <a:gd name="T46" fmla="*/ 20 w 70"/>
              <a:gd name="T47" fmla="*/ 46 h 80"/>
              <a:gd name="T48" fmla="*/ 20 w 70"/>
              <a:gd name="T49" fmla="*/ 46 h 80"/>
              <a:gd name="T50" fmla="*/ 20 w 70"/>
              <a:gd name="T51" fmla="*/ 50 h 80"/>
              <a:gd name="T52" fmla="*/ 20 w 70"/>
              <a:gd name="T53" fmla="*/ 50 h 80"/>
              <a:gd name="T54" fmla="*/ 22 w 70"/>
              <a:gd name="T55" fmla="*/ 56 h 80"/>
              <a:gd name="T56" fmla="*/ 48 w 70"/>
              <a:gd name="T57" fmla="*/ 68 h 80"/>
              <a:gd name="T58" fmla="*/ 42 w 70"/>
              <a:gd name="T59" fmla="*/ 80 h 80"/>
              <a:gd name="T60" fmla="*/ 0 w 70"/>
              <a:gd name="T61" fmla="*/ 62 h 80"/>
              <a:gd name="T62" fmla="*/ 4 w 70"/>
              <a:gd name="T63" fmla="*/ 50 h 80"/>
              <a:gd name="T64" fmla="*/ 12 w 70"/>
              <a:gd name="T65" fmla="*/ 54 h 80"/>
              <a:gd name="T66" fmla="*/ 12 w 70"/>
              <a:gd name="T67" fmla="*/ 54 h 80"/>
              <a:gd name="T68" fmla="*/ 10 w 70"/>
              <a:gd name="T69" fmla="*/ 50 h 80"/>
              <a:gd name="T70" fmla="*/ 8 w 70"/>
              <a:gd name="T71" fmla="*/ 44 h 80"/>
              <a:gd name="T72" fmla="*/ 8 w 70"/>
              <a:gd name="T73" fmla="*/ 44 h 80"/>
              <a:gd name="T74" fmla="*/ 8 w 70"/>
              <a:gd name="T75" fmla="*/ 40 h 80"/>
              <a:gd name="T76" fmla="*/ 10 w 70"/>
              <a:gd name="T77" fmla="*/ 34 h 80"/>
              <a:gd name="T78" fmla="*/ 10 w 70"/>
              <a:gd name="T79" fmla="*/ 34 h 80"/>
              <a:gd name="T80" fmla="*/ 14 w 70"/>
              <a:gd name="T81" fmla="*/ 30 h 80"/>
              <a:gd name="T82" fmla="*/ 14 w 70"/>
              <a:gd name="T83" fmla="*/ 30 h 80"/>
              <a:gd name="T84" fmla="*/ 16 w 70"/>
              <a:gd name="T85" fmla="*/ 28 h 80"/>
              <a:gd name="T86" fmla="*/ 16 w 70"/>
              <a:gd name="T87" fmla="*/ 28 h 80"/>
              <a:gd name="T88" fmla="*/ 20 w 70"/>
              <a:gd name="T89" fmla="*/ 26 h 80"/>
              <a:gd name="T90" fmla="*/ 20 w 70"/>
              <a:gd name="T91" fmla="*/ 26 h 80"/>
              <a:gd name="T92" fmla="*/ 24 w 70"/>
              <a:gd name="T93" fmla="*/ 26 h 80"/>
              <a:gd name="T94" fmla="*/ 24 w 70"/>
              <a:gd name="T95" fmla="*/ 26 h 80"/>
              <a:gd name="T96" fmla="*/ 22 w 70"/>
              <a:gd name="T97" fmla="*/ 22 h 80"/>
              <a:gd name="T98" fmla="*/ 20 w 70"/>
              <a:gd name="T99" fmla="*/ 18 h 80"/>
              <a:gd name="T100" fmla="*/ 20 w 70"/>
              <a:gd name="T101" fmla="*/ 18 h 80"/>
              <a:gd name="T102" fmla="*/ 20 w 70"/>
              <a:gd name="T103" fmla="*/ 12 h 80"/>
              <a:gd name="T104" fmla="*/ 22 w 70"/>
              <a:gd name="T105" fmla="*/ 8 h 80"/>
              <a:gd name="T106" fmla="*/ 22 w 70"/>
              <a:gd name="T107" fmla="*/ 8 h 80"/>
              <a:gd name="T108" fmla="*/ 26 w 70"/>
              <a:gd name="T109" fmla="*/ 2 h 80"/>
              <a:gd name="T110" fmla="*/ 26 w 70"/>
              <a:gd name="T111" fmla="*/ 2 h 80"/>
              <a:gd name="T112" fmla="*/ 32 w 70"/>
              <a:gd name="T113" fmla="*/ 0 h 80"/>
              <a:gd name="T114" fmla="*/ 32 w 70"/>
              <a:gd name="T115" fmla="*/ 0 h 80"/>
              <a:gd name="T116" fmla="*/ 38 w 70"/>
              <a:gd name="T117" fmla="*/ 0 h 80"/>
              <a:gd name="T118" fmla="*/ 38 w 70"/>
              <a:gd name="T119" fmla="*/ 0 h 80"/>
              <a:gd name="T120" fmla="*/ 44 w 70"/>
              <a:gd name="T121" fmla="*/ 2 h 80"/>
              <a:gd name="T122" fmla="*/ 70 w 70"/>
              <a:gd name="T123" fmla="*/ 14 h 80"/>
              <a:gd name="T124" fmla="*/ 70 w 70"/>
              <a:gd name="T125" fmla="*/ 14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0" h="80">
                <a:moveTo>
                  <a:pt x="70" y="14"/>
                </a:moveTo>
                <a:lnTo>
                  <a:pt x="64" y="26"/>
                </a:lnTo>
                <a:lnTo>
                  <a:pt x="40" y="16"/>
                </a:lnTo>
                <a:lnTo>
                  <a:pt x="40" y="16"/>
                </a:lnTo>
                <a:lnTo>
                  <a:pt x="34" y="16"/>
                </a:lnTo>
                <a:lnTo>
                  <a:pt x="34" y="16"/>
                </a:lnTo>
                <a:lnTo>
                  <a:pt x="32" y="16"/>
                </a:lnTo>
                <a:lnTo>
                  <a:pt x="30" y="18"/>
                </a:lnTo>
                <a:lnTo>
                  <a:pt x="30" y="18"/>
                </a:lnTo>
                <a:lnTo>
                  <a:pt x="30" y="22"/>
                </a:lnTo>
                <a:lnTo>
                  <a:pt x="30" y="22"/>
                </a:lnTo>
                <a:lnTo>
                  <a:pt x="30" y="24"/>
                </a:lnTo>
                <a:lnTo>
                  <a:pt x="30" y="24"/>
                </a:lnTo>
                <a:lnTo>
                  <a:pt x="32" y="28"/>
                </a:lnTo>
                <a:lnTo>
                  <a:pt x="32" y="28"/>
                </a:lnTo>
                <a:lnTo>
                  <a:pt x="34" y="30"/>
                </a:lnTo>
                <a:lnTo>
                  <a:pt x="58" y="40"/>
                </a:lnTo>
                <a:lnTo>
                  <a:pt x="54" y="54"/>
                </a:lnTo>
                <a:lnTo>
                  <a:pt x="30" y="42"/>
                </a:lnTo>
                <a:lnTo>
                  <a:pt x="30" y="42"/>
                </a:lnTo>
                <a:lnTo>
                  <a:pt x="22" y="42"/>
                </a:lnTo>
                <a:lnTo>
                  <a:pt x="22" y="42"/>
                </a:lnTo>
                <a:lnTo>
                  <a:pt x="20" y="44"/>
                </a:lnTo>
                <a:lnTo>
                  <a:pt x="20" y="46"/>
                </a:lnTo>
                <a:lnTo>
                  <a:pt x="20" y="46"/>
                </a:lnTo>
                <a:lnTo>
                  <a:pt x="20" y="50"/>
                </a:lnTo>
                <a:lnTo>
                  <a:pt x="20" y="50"/>
                </a:lnTo>
                <a:lnTo>
                  <a:pt x="22" y="56"/>
                </a:lnTo>
                <a:lnTo>
                  <a:pt x="48" y="68"/>
                </a:lnTo>
                <a:lnTo>
                  <a:pt x="42" y="80"/>
                </a:lnTo>
                <a:lnTo>
                  <a:pt x="0" y="62"/>
                </a:lnTo>
                <a:lnTo>
                  <a:pt x="4" y="50"/>
                </a:lnTo>
                <a:lnTo>
                  <a:pt x="12" y="54"/>
                </a:lnTo>
                <a:lnTo>
                  <a:pt x="12" y="54"/>
                </a:lnTo>
                <a:lnTo>
                  <a:pt x="10" y="50"/>
                </a:lnTo>
                <a:lnTo>
                  <a:pt x="8" y="44"/>
                </a:lnTo>
                <a:lnTo>
                  <a:pt x="8" y="44"/>
                </a:lnTo>
                <a:lnTo>
                  <a:pt x="8" y="40"/>
                </a:lnTo>
                <a:lnTo>
                  <a:pt x="10" y="34"/>
                </a:lnTo>
                <a:lnTo>
                  <a:pt x="10" y="34"/>
                </a:lnTo>
                <a:lnTo>
                  <a:pt x="14" y="30"/>
                </a:lnTo>
                <a:lnTo>
                  <a:pt x="14" y="30"/>
                </a:lnTo>
                <a:lnTo>
                  <a:pt x="16" y="28"/>
                </a:lnTo>
                <a:lnTo>
                  <a:pt x="16" y="28"/>
                </a:lnTo>
                <a:lnTo>
                  <a:pt x="20" y="26"/>
                </a:lnTo>
                <a:lnTo>
                  <a:pt x="20" y="26"/>
                </a:lnTo>
                <a:lnTo>
                  <a:pt x="24" y="26"/>
                </a:lnTo>
                <a:lnTo>
                  <a:pt x="24" y="26"/>
                </a:lnTo>
                <a:lnTo>
                  <a:pt x="22" y="22"/>
                </a:lnTo>
                <a:lnTo>
                  <a:pt x="20" y="18"/>
                </a:lnTo>
                <a:lnTo>
                  <a:pt x="20" y="18"/>
                </a:lnTo>
                <a:lnTo>
                  <a:pt x="20" y="12"/>
                </a:lnTo>
                <a:lnTo>
                  <a:pt x="22" y="8"/>
                </a:lnTo>
                <a:lnTo>
                  <a:pt x="22" y="8"/>
                </a:lnTo>
                <a:lnTo>
                  <a:pt x="26" y="2"/>
                </a:lnTo>
                <a:lnTo>
                  <a:pt x="26" y="2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38" y="0"/>
                </a:lnTo>
                <a:lnTo>
                  <a:pt x="44" y="2"/>
                </a:lnTo>
                <a:lnTo>
                  <a:pt x="70" y="14"/>
                </a:lnTo>
                <a:lnTo>
                  <a:pt x="70" y="14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" name="Freeform 75"/>
          <p:cNvSpPr>
            <a:spLocks noEditPoints="1"/>
          </p:cNvSpPr>
          <p:nvPr/>
        </p:nvSpPr>
        <p:spPr bwMode="auto">
          <a:xfrm>
            <a:off x="1426105" y="2907771"/>
            <a:ext cx="79375" cy="76200"/>
          </a:xfrm>
          <a:custGeom>
            <a:avLst/>
            <a:gdLst>
              <a:gd name="T0" fmla="*/ 44 w 50"/>
              <a:gd name="T1" fmla="*/ 40 h 48"/>
              <a:gd name="T2" fmla="*/ 44 w 50"/>
              <a:gd name="T3" fmla="*/ 40 h 48"/>
              <a:gd name="T4" fmla="*/ 34 w 50"/>
              <a:gd name="T5" fmla="*/ 46 h 48"/>
              <a:gd name="T6" fmla="*/ 34 w 50"/>
              <a:gd name="T7" fmla="*/ 46 h 48"/>
              <a:gd name="T8" fmla="*/ 26 w 50"/>
              <a:gd name="T9" fmla="*/ 48 h 48"/>
              <a:gd name="T10" fmla="*/ 26 w 50"/>
              <a:gd name="T11" fmla="*/ 48 h 48"/>
              <a:gd name="T12" fmla="*/ 18 w 50"/>
              <a:gd name="T13" fmla="*/ 48 h 48"/>
              <a:gd name="T14" fmla="*/ 18 w 50"/>
              <a:gd name="T15" fmla="*/ 48 h 48"/>
              <a:gd name="T16" fmla="*/ 10 w 50"/>
              <a:gd name="T17" fmla="*/ 44 h 48"/>
              <a:gd name="T18" fmla="*/ 10 w 50"/>
              <a:gd name="T19" fmla="*/ 44 h 48"/>
              <a:gd name="T20" fmla="*/ 4 w 50"/>
              <a:gd name="T21" fmla="*/ 36 h 48"/>
              <a:gd name="T22" fmla="*/ 4 w 50"/>
              <a:gd name="T23" fmla="*/ 36 h 48"/>
              <a:gd name="T24" fmla="*/ 0 w 50"/>
              <a:gd name="T25" fmla="*/ 26 h 48"/>
              <a:gd name="T26" fmla="*/ 0 w 50"/>
              <a:gd name="T27" fmla="*/ 26 h 48"/>
              <a:gd name="T28" fmla="*/ 2 w 50"/>
              <a:gd name="T29" fmla="*/ 18 h 48"/>
              <a:gd name="T30" fmla="*/ 2 w 50"/>
              <a:gd name="T31" fmla="*/ 18 h 48"/>
              <a:gd name="T32" fmla="*/ 8 w 50"/>
              <a:gd name="T33" fmla="*/ 8 h 48"/>
              <a:gd name="T34" fmla="*/ 8 w 50"/>
              <a:gd name="T35" fmla="*/ 8 h 48"/>
              <a:gd name="T36" fmla="*/ 16 w 50"/>
              <a:gd name="T37" fmla="*/ 2 h 48"/>
              <a:gd name="T38" fmla="*/ 16 w 50"/>
              <a:gd name="T39" fmla="*/ 2 h 48"/>
              <a:gd name="T40" fmla="*/ 24 w 50"/>
              <a:gd name="T41" fmla="*/ 0 h 48"/>
              <a:gd name="T42" fmla="*/ 24 w 50"/>
              <a:gd name="T43" fmla="*/ 0 h 48"/>
              <a:gd name="T44" fmla="*/ 34 w 50"/>
              <a:gd name="T45" fmla="*/ 2 h 48"/>
              <a:gd name="T46" fmla="*/ 34 w 50"/>
              <a:gd name="T47" fmla="*/ 2 h 48"/>
              <a:gd name="T48" fmla="*/ 42 w 50"/>
              <a:gd name="T49" fmla="*/ 6 h 48"/>
              <a:gd name="T50" fmla="*/ 42 w 50"/>
              <a:gd name="T51" fmla="*/ 6 h 48"/>
              <a:gd name="T52" fmla="*/ 42 w 50"/>
              <a:gd name="T53" fmla="*/ 8 h 48"/>
              <a:gd name="T54" fmla="*/ 42 w 50"/>
              <a:gd name="T55" fmla="*/ 8 h 48"/>
              <a:gd name="T56" fmla="*/ 44 w 50"/>
              <a:gd name="T57" fmla="*/ 8 h 48"/>
              <a:gd name="T58" fmla="*/ 22 w 50"/>
              <a:gd name="T59" fmla="*/ 34 h 48"/>
              <a:gd name="T60" fmla="*/ 22 w 50"/>
              <a:gd name="T61" fmla="*/ 34 h 48"/>
              <a:gd name="T62" fmla="*/ 26 w 50"/>
              <a:gd name="T63" fmla="*/ 36 h 48"/>
              <a:gd name="T64" fmla="*/ 30 w 50"/>
              <a:gd name="T65" fmla="*/ 36 h 48"/>
              <a:gd name="T66" fmla="*/ 30 w 50"/>
              <a:gd name="T67" fmla="*/ 36 h 48"/>
              <a:gd name="T68" fmla="*/ 32 w 50"/>
              <a:gd name="T69" fmla="*/ 36 h 48"/>
              <a:gd name="T70" fmla="*/ 36 w 50"/>
              <a:gd name="T71" fmla="*/ 32 h 48"/>
              <a:gd name="T72" fmla="*/ 36 w 50"/>
              <a:gd name="T73" fmla="*/ 32 h 48"/>
              <a:gd name="T74" fmla="*/ 38 w 50"/>
              <a:gd name="T75" fmla="*/ 28 h 48"/>
              <a:gd name="T76" fmla="*/ 38 w 50"/>
              <a:gd name="T77" fmla="*/ 28 h 48"/>
              <a:gd name="T78" fmla="*/ 38 w 50"/>
              <a:gd name="T79" fmla="*/ 22 h 48"/>
              <a:gd name="T80" fmla="*/ 48 w 50"/>
              <a:gd name="T81" fmla="*/ 16 h 48"/>
              <a:gd name="T82" fmla="*/ 48 w 50"/>
              <a:gd name="T83" fmla="*/ 16 h 48"/>
              <a:gd name="T84" fmla="*/ 50 w 50"/>
              <a:gd name="T85" fmla="*/ 20 h 48"/>
              <a:gd name="T86" fmla="*/ 50 w 50"/>
              <a:gd name="T87" fmla="*/ 28 h 48"/>
              <a:gd name="T88" fmla="*/ 50 w 50"/>
              <a:gd name="T89" fmla="*/ 28 h 48"/>
              <a:gd name="T90" fmla="*/ 48 w 50"/>
              <a:gd name="T91" fmla="*/ 34 h 48"/>
              <a:gd name="T92" fmla="*/ 44 w 50"/>
              <a:gd name="T93" fmla="*/ 40 h 48"/>
              <a:gd name="T94" fmla="*/ 44 w 50"/>
              <a:gd name="T95" fmla="*/ 40 h 48"/>
              <a:gd name="T96" fmla="*/ 28 w 50"/>
              <a:gd name="T97" fmla="*/ 14 h 48"/>
              <a:gd name="T98" fmla="*/ 28 w 50"/>
              <a:gd name="T99" fmla="*/ 14 h 48"/>
              <a:gd name="T100" fmla="*/ 24 w 50"/>
              <a:gd name="T101" fmla="*/ 12 h 48"/>
              <a:gd name="T102" fmla="*/ 22 w 50"/>
              <a:gd name="T103" fmla="*/ 12 h 48"/>
              <a:gd name="T104" fmla="*/ 22 w 50"/>
              <a:gd name="T105" fmla="*/ 12 h 48"/>
              <a:gd name="T106" fmla="*/ 18 w 50"/>
              <a:gd name="T107" fmla="*/ 12 h 48"/>
              <a:gd name="T108" fmla="*/ 14 w 50"/>
              <a:gd name="T109" fmla="*/ 16 h 48"/>
              <a:gd name="T110" fmla="*/ 14 w 50"/>
              <a:gd name="T111" fmla="*/ 16 h 48"/>
              <a:gd name="T112" fmla="*/ 12 w 50"/>
              <a:gd name="T113" fmla="*/ 18 h 48"/>
              <a:gd name="T114" fmla="*/ 12 w 50"/>
              <a:gd name="T115" fmla="*/ 22 h 48"/>
              <a:gd name="T116" fmla="*/ 12 w 50"/>
              <a:gd name="T117" fmla="*/ 22 h 48"/>
              <a:gd name="T118" fmla="*/ 14 w 50"/>
              <a:gd name="T119" fmla="*/ 26 h 48"/>
              <a:gd name="T120" fmla="*/ 16 w 50"/>
              <a:gd name="T121" fmla="*/ 28 h 48"/>
              <a:gd name="T122" fmla="*/ 28 w 50"/>
              <a:gd name="T123" fmla="*/ 14 h 48"/>
              <a:gd name="T124" fmla="*/ 28 w 50"/>
              <a:gd name="T125" fmla="*/ 1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0" h="48">
                <a:moveTo>
                  <a:pt x="44" y="40"/>
                </a:moveTo>
                <a:lnTo>
                  <a:pt x="44" y="40"/>
                </a:lnTo>
                <a:lnTo>
                  <a:pt x="34" y="46"/>
                </a:lnTo>
                <a:lnTo>
                  <a:pt x="34" y="46"/>
                </a:lnTo>
                <a:lnTo>
                  <a:pt x="26" y="48"/>
                </a:lnTo>
                <a:lnTo>
                  <a:pt x="26" y="48"/>
                </a:lnTo>
                <a:lnTo>
                  <a:pt x="18" y="48"/>
                </a:lnTo>
                <a:lnTo>
                  <a:pt x="18" y="48"/>
                </a:lnTo>
                <a:lnTo>
                  <a:pt x="10" y="44"/>
                </a:lnTo>
                <a:lnTo>
                  <a:pt x="10" y="44"/>
                </a:lnTo>
                <a:lnTo>
                  <a:pt x="4" y="36"/>
                </a:lnTo>
                <a:lnTo>
                  <a:pt x="4" y="36"/>
                </a:lnTo>
                <a:lnTo>
                  <a:pt x="0" y="26"/>
                </a:lnTo>
                <a:lnTo>
                  <a:pt x="0" y="26"/>
                </a:lnTo>
                <a:lnTo>
                  <a:pt x="2" y="18"/>
                </a:lnTo>
                <a:lnTo>
                  <a:pt x="2" y="18"/>
                </a:lnTo>
                <a:lnTo>
                  <a:pt x="8" y="8"/>
                </a:lnTo>
                <a:lnTo>
                  <a:pt x="8" y="8"/>
                </a:lnTo>
                <a:lnTo>
                  <a:pt x="16" y="2"/>
                </a:lnTo>
                <a:lnTo>
                  <a:pt x="16" y="2"/>
                </a:lnTo>
                <a:lnTo>
                  <a:pt x="24" y="0"/>
                </a:lnTo>
                <a:lnTo>
                  <a:pt x="24" y="0"/>
                </a:lnTo>
                <a:lnTo>
                  <a:pt x="34" y="2"/>
                </a:lnTo>
                <a:lnTo>
                  <a:pt x="34" y="2"/>
                </a:lnTo>
                <a:lnTo>
                  <a:pt x="42" y="6"/>
                </a:lnTo>
                <a:lnTo>
                  <a:pt x="42" y="6"/>
                </a:lnTo>
                <a:lnTo>
                  <a:pt x="42" y="8"/>
                </a:lnTo>
                <a:lnTo>
                  <a:pt x="42" y="8"/>
                </a:lnTo>
                <a:lnTo>
                  <a:pt x="44" y="8"/>
                </a:lnTo>
                <a:lnTo>
                  <a:pt x="22" y="34"/>
                </a:lnTo>
                <a:lnTo>
                  <a:pt x="22" y="34"/>
                </a:lnTo>
                <a:lnTo>
                  <a:pt x="26" y="36"/>
                </a:lnTo>
                <a:lnTo>
                  <a:pt x="30" y="36"/>
                </a:lnTo>
                <a:lnTo>
                  <a:pt x="30" y="36"/>
                </a:lnTo>
                <a:lnTo>
                  <a:pt x="32" y="36"/>
                </a:lnTo>
                <a:lnTo>
                  <a:pt x="36" y="32"/>
                </a:lnTo>
                <a:lnTo>
                  <a:pt x="36" y="32"/>
                </a:lnTo>
                <a:lnTo>
                  <a:pt x="38" y="28"/>
                </a:lnTo>
                <a:lnTo>
                  <a:pt x="38" y="28"/>
                </a:lnTo>
                <a:lnTo>
                  <a:pt x="38" y="22"/>
                </a:lnTo>
                <a:lnTo>
                  <a:pt x="48" y="16"/>
                </a:lnTo>
                <a:lnTo>
                  <a:pt x="48" y="16"/>
                </a:lnTo>
                <a:lnTo>
                  <a:pt x="50" y="20"/>
                </a:lnTo>
                <a:lnTo>
                  <a:pt x="50" y="28"/>
                </a:lnTo>
                <a:lnTo>
                  <a:pt x="50" y="28"/>
                </a:lnTo>
                <a:lnTo>
                  <a:pt x="48" y="34"/>
                </a:lnTo>
                <a:lnTo>
                  <a:pt x="44" y="40"/>
                </a:lnTo>
                <a:lnTo>
                  <a:pt x="44" y="40"/>
                </a:lnTo>
                <a:close/>
                <a:moveTo>
                  <a:pt x="28" y="14"/>
                </a:moveTo>
                <a:lnTo>
                  <a:pt x="28" y="14"/>
                </a:lnTo>
                <a:lnTo>
                  <a:pt x="24" y="12"/>
                </a:lnTo>
                <a:lnTo>
                  <a:pt x="22" y="12"/>
                </a:lnTo>
                <a:lnTo>
                  <a:pt x="22" y="12"/>
                </a:lnTo>
                <a:lnTo>
                  <a:pt x="18" y="12"/>
                </a:lnTo>
                <a:lnTo>
                  <a:pt x="14" y="16"/>
                </a:lnTo>
                <a:lnTo>
                  <a:pt x="14" y="16"/>
                </a:lnTo>
                <a:lnTo>
                  <a:pt x="12" y="18"/>
                </a:lnTo>
                <a:lnTo>
                  <a:pt x="12" y="22"/>
                </a:lnTo>
                <a:lnTo>
                  <a:pt x="12" y="22"/>
                </a:lnTo>
                <a:lnTo>
                  <a:pt x="14" y="26"/>
                </a:lnTo>
                <a:lnTo>
                  <a:pt x="16" y="28"/>
                </a:lnTo>
                <a:lnTo>
                  <a:pt x="28" y="14"/>
                </a:lnTo>
                <a:lnTo>
                  <a:pt x="28" y="14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" name="Freeform 76"/>
          <p:cNvSpPr>
            <a:spLocks/>
          </p:cNvSpPr>
          <p:nvPr/>
        </p:nvSpPr>
        <p:spPr bwMode="auto">
          <a:xfrm>
            <a:off x="1489605" y="2793471"/>
            <a:ext cx="98425" cy="111125"/>
          </a:xfrm>
          <a:custGeom>
            <a:avLst/>
            <a:gdLst>
              <a:gd name="T0" fmla="*/ 50 w 62"/>
              <a:gd name="T1" fmla="*/ 10 h 70"/>
              <a:gd name="T2" fmla="*/ 34 w 62"/>
              <a:gd name="T3" fmla="*/ 20 h 70"/>
              <a:gd name="T4" fmla="*/ 62 w 62"/>
              <a:gd name="T5" fmla="*/ 62 h 70"/>
              <a:gd name="T6" fmla="*/ 50 w 62"/>
              <a:gd name="T7" fmla="*/ 70 h 70"/>
              <a:gd name="T8" fmla="*/ 22 w 62"/>
              <a:gd name="T9" fmla="*/ 28 h 70"/>
              <a:gd name="T10" fmla="*/ 6 w 62"/>
              <a:gd name="T11" fmla="*/ 38 h 70"/>
              <a:gd name="T12" fmla="*/ 0 w 62"/>
              <a:gd name="T13" fmla="*/ 28 h 70"/>
              <a:gd name="T14" fmla="*/ 44 w 62"/>
              <a:gd name="T15" fmla="*/ 0 h 70"/>
              <a:gd name="T16" fmla="*/ 50 w 62"/>
              <a:gd name="T17" fmla="*/ 10 h 70"/>
              <a:gd name="T18" fmla="*/ 50 w 62"/>
              <a:gd name="T19" fmla="*/ 1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2" h="70">
                <a:moveTo>
                  <a:pt x="50" y="10"/>
                </a:moveTo>
                <a:lnTo>
                  <a:pt x="34" y="20"/>
                </a:lnTo>
                <a:lnTo>
                  <a:pt x="62" y="62"/>
                </a:lnTo>
                <a:lnTo>
                  <a:pt x="50" y="70"/>
                </a:lnTo>
                <a:lnTo>
                  <a:pt x="22" y="28"/>
                </a:lnTo>
                <a:lnTo>
                  <a:pt x="6" y="38"/>
                </a:lnTo>
                <a:lnTo>
                  <a:pt x="0" y="28"/>
                </a:lnTo>
                <a:lnTo>
                  <a:pt x="44" y="0"/>
                </a:lnTo>
                <a:lnTo>
                  <a:pt x="50" y="10"/>
                </a:lnTo>
                <a:lnTo>
                  <a:pt x="50" y="10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" name="Freeform 77"/>
          <p:cNvSpPr>
            <a:spLocks noEditPoints="1"/>
          </p:cNvSpPr>
          <p:nvPr/>
        </p:nvSpPr>
        <p:spPr bwMode="auto">
          <a:xfrm>
            <a:off x="1588030" y="2793471"/>
            <a:ext cx="79375" cy="76200"/>
          </a:xfrm>
          <a:custGeom>
            <a:avLst/>
            <a:gdLst>
              <a:gd name="T0" fmla="*/ 32 w 50"/>
              <a:gd name="T1" fmla="*/ 46 h 48"/>
              <a:gd name="T2" fmla="*/ 32 w 50"/>
              <a:gd name="T3" fmla="*/ 46 h 48"/>
              <a:gd name="T4" fmla="*/ 22 w 50"/>
              <a:gd name="T5" fmla="*/ 48 h 48"/>
              <a:gd name="T6" fmla="*/ 22 w 50"/>
              <a:gd name="T7" fmla="*/ 48 h 48"/>
              <a:gd name="T8" fmla="*/ 14 w 50"/>
              <a:gd name="T9" fmla="*/ 46 h 48"/>
              <a:gd name="T10" fmla="*/ 14 w 50"/>
              <a:gd name="T11" fmla="*/ 46 h 48"/>
              <a:gd name="T12" fmla="*/ 6 w 50"/>
              <a:gd name="T13" fmla="*/ 40 h 48"/>
              <a:gd name="T14" fmla="*/ 6 w 50"/>
              <a:gd name="T15" fmla="*/ 40 h 48"/>
              <a:gd name="T16" fmla="*/ 2 w 50"/>
              <a:gd name="T17" fmla="*/ 32 h 48"/>
              <a:gd name="T18" fmla="*/ 2 w 50"/>
              <a:gd name="T19" fmla="*/ 32 h 48"/>
              <a:gd name="T20" fmla="*/ 0 w 50"/>
              <a:gd name="T21" fmla="*/ 22 h 48"/>
              <a:gd name="T22" fmla="*/ 0 w 50"/>
              <a:gd name="T23" fmla="*/ 22 h 48"/>
              <a:gd name="T24" fmla="*/ 2 w 50"/>
              <a:gd name="T25" fmla="*/ 14 h 48"/>
              <a:gd name="T26" fmla="*/ 2 w 50"/>
              <a:gd name="T27" fmla="*/ 14 h 48"/>
              <a:gd name="T28" fmla="*/ 8 w 50"/>
              <a:gd name="T29" fmla="*/ 6 h 48"/>
              <a:gd name="T30" fmla="*/ 8 w 50"/>
              <a:gd name="T31" fmla="*/ 6 h 48"/>
              <a:gd name="T32" fmla="*/ 18 w 50"/>
              <a:gd name="T33" fmla="*/ 2 h 48"/>
              <a:gd name="T34" fmla="*/ 18 w 50"/>
              <a:gd name="T35" fmla="*/ 2 h 48"/>
              <a:gd name="T36" fmla="*/ 28 w 50"/>
              <a:gd name="T37" fmla="*/ 0 h 48"/>
              <a:gd name="T38" fmla="*/ 28 w 50"/>
              <a:gd name="T39" fmla="*/ 0 h 48"/>
              <a:gd name="T40" fmla="*/ 36 w 50"/>
              <a:gd name="T41" fmla="*/ 2 h 48"/>
              <a:gd name="T42" fmla="*/ 36 w 50"/>
              <a:gd name="T43" fmla="*/ 2 h 48"/>
              <a:gd name="T44" fmla="*/ 44 w 50"/>
              <a:gd name="T45" fmla="*/ 8 h 48"/>
              <a:gd name="T46" fmla="*/ 44 w 50"/>
              <a:gd name="T47" fmla="*/ 8 h 48"/>
              <a:gd name="T48" fmla="*/ 48 w 50"/>
              <a:gd name="T49" fmla="*/ 16 h 48"/>
              <a:gd name="T50" fmla="*/ 48 w 50"/>
              <a:gd name="T51" fmla="*/ 16 h 48"/>
              <a:gd name="T52" fmla="*/ 48 w 50"/>
              <a:gd name="T53" fmla="*/ 18 h 48"/>
              <a:gd name="T54" fmla="*/ 48 w 50"/>
              <a:gd name="T55" fmla="*/ 18 h 48"/>
              <a:gd name="T56" fmla="*/ 48 w 50"/>
              <a:gd name="T57" fmla="*/ 20 h 48"/>
              <a:gd name="T58" fmla="*/ 16 w 50"/>
              <a:gd name="T59" fmla="*/ 30 h 48"/>
              <a:gd name="T60" fmla="*/ 16 w 50"/>
              <a:gd name="T61" fmla="*/ 30 h 48"/>
              <a:gd name="T62" fmla="*/ 20 w 50"/>
              <a:gd name="T63" fmla="*/ 34 h 48"/>
              <a:gd name="T64" fmla="*/ 22 w 50"/>
              <a:gd name="T65" fmla="*/ 36 h 48"/>
              <a:gd name="T66" fmla="*/ 22 w 50"/>
              <a:gd name="T67" fmla="*/ 36 h 48"/>
              <a:gd name="T68" fmla="*/ 26 w 50"/>
              <a:gd name="T69" fmla="*/ 38 h 48"/>
              <a:gd name="T70" fmla="*/ 30 w 50"/>
              <a:gd name="T71" fmla="*/ 36 h 48"/>
              <a:gd name="T72" fmla="*/ 30 w 50"/>
              <a:gd name="T73" fmla="*/ 36 h 48"/>
              <a:gd name="T74" fmla="*/ 34 w 50"/>
              <a:gd name="T75" fmla="*/ 34 h 48"/>
              <a:gd name="T76" fmla="*/ 34 w 50"/>
              <a:gd name="T77" fmla="*/ 34 h 48"/>
              <a:gd name="T78" fmla="*/ 36 w 50"/>
              <a:gd name="T79" fmla="*/ 28 h 48"/>
              <a:gd name="T80" fmla="*/ 50 w 50"/>
              <a:gd name="T81" fmla="*/ 28 h 48"/>
              <a:gd name="T82" fmla="*/ 50 w 50"/>
              <a:gd name="T83" fmla="*/ 28 h 48"/>
              <a:gd name="T84" fmla="*/ 48 w 50"/>
              <a:gd name="T85" fmla="*/ 34 h 48"/>
              <a:gd name="T86" fmla="*/ 44 w 50"/>
              <a:gd name="T87" fmla="*/ 38 h 48"/>
              <a:gd name="T88" fmla="*/ 44 w 50"/>
              <a:gd name="T89" fmla="*/ 38 h 48"/>
              <a:gd name="T90" fmla="*/ 40 w 50"/>
              <a:gd name="T91" fmla="*/ 42 h 48"/>
              <a:gd name="T92" fmla="*/ 32 w 50"/>
              <a:gd name="T93" fmla="*/ 46 h 48"/>
              <a:gd name="T94" fmla="*/ 32 w 50"/>
              <a:gd name="T95" fmla="*/ 46 h 48"/>
              <a:gd name="T96" fmla="*/ 32 w 50"/>
              <a:gd name="T97" fmla="*/ 16 h 48"/>
              <a:gd name="T98" fmla="*/ 32 w 50"/>
              <a:gd name="T99" fmla="*/ 16 h 48"/>
              <a:gd name="T100" fmla="*/ 30 w 50"/>
              <a:gd name="T101" fmla="*/ 14 h 48"/>
              <a:gd name="T102" fmla="*/ 28 w 50"/>
              <a:gd name="T103" fmla="*/ 12 h 48"/>
              <a:gd name="T104" fmla="*/ 28 w 50"/>
              <a:gd name="T105" fmla="*/ 12 h 48"/>
              <a:gd name="T106" fmla="*/ 24 w 50"/>
              <a:gd name="T107" fmla="*/ 10 h 48"/>
              <a:gd name="T108" fmla="*/ 20 w 50"/>
              <a:gd name="T109" fmla="*/ 10 h 48"/>
              <a:gd name="T110" fmla="*/ 20 w 50"/>
              <a:gd name="T111" fmla="*/ 10 h 48"/>
              <a:gd name="T112" fmla="*/ 16 w 50"/>
              <a:gd name="T113" fmla="*/ 12 h 48"/>
              <a:gd name="T114" fmla="*/ 14 w 50"/>
              <a:gd name="T115" fmla="*/ 16 h 48"/>
              <a:gd name="T116" fmla="*/ 14 w 50"/>
              <a:gd name="T117" fmla="*/ 16 h 48"/>
              <a:gd name="T118" fmla="*/ 14 w 50"/>
              <a:gd name="T119" fmla="*/ 18 h 48"/>
              <a:gd name="T120" fmla="*/ 14 w 50"/>
              <a:gd name="T121" fmla="*/ 22 h 48"/>
              <a:gd name="T122" fmla="*/ 32 w 50"/>
              <a:gd name="T123" fmla="*/ 16 h 48"/>
              <a:gd name="T124" fmla="*/ 32 w 50"/>
              <a:gd name="T125" fmla="*/ 16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0" h="48">
                <a:moveTo>
                  <a:pt x="32" y="46"/>
                </a:moveTo>
                <a:lnTo>
                  <a:pt x="32" y="46"/>
                </a:lnTo>
                <a:lnTo>
                  <a:pt x="22" y="48"/>
                </a:lnTo>
                <a:lnTo>
                  <a:pt x="22" y="48"/>
                </a:lnTo>
                <a:lnTo>
                  <a:pt x="14" y="46"/>
                </a:lnTo>
                <a:lnTo>
                  <a:pt x="14" y="46"/>
                </a:lnTo>
                <a:lnTo>
                  <a:pt x="6" y="40"/>
                </a:lnTo>
                <a:lnTo>
                  <a:pt x="6" y="40"/>
                </a:lnTo>
                <a:lnTo>
                  <a:pt x="2" y="32"/>
                </a:lnTo>
                <a:lnTo>
                  <a:pt x="2" y="32"/>
                </a:lnTo>
                <a:lnTo>
                  <a:pt x="0" y="22"/>
                </a:lnTo>
                <a:lnTo>
                  <a:pt x="0" y="22"/>
                </a:lnTo>
                <a:lnTo>
                  <a:pt x="2" y="14"/>
                </a:lnTo>
                <a:lnTo>
                  <a:pt x="2" y="14"/>
                </a:lnTo>
                <a:lnTo>
                  <a:pt x="8" y="6"/>
                </a:lnTo>
                <a:lnTo>
                  <a:pt x="8" y="6"/>
                </a:lnTo>
                <a:lnTo>
                  <a:pt x="18" y="2"/>
                </a:lnTo>
                <a:lnTo>
                  <a:pt x="18" y="2"/>
                </a:lnTo>
                <a:lnTo>
                  <a:pt x="28" y="0"/>
                </a:lnTo>
                <a:lnTo>
                  <a:pt x="28" y="0"/>
                </a:lnTo>
                <a:lnTo>
                  <a:pt x="36" y="2"/>
                </a:lnTo>
                <a:lnTo>
                  <a:pt x="36" y="2"/>
                </a:lnTo>
                <a:lnTo>
                  <a:pt x="44" y="8"/>
                </a:lnTo>
                <a:lnTo>
                  <a:pt x="44" y="8"/>
                </a:lnTo>
                <a:lnTo>
                  <a:pt x="48" y="16"/>
                </a:lnTo>
                <a:lnTo>
                  <a:pt x="48" y="16"/>
                </a:lnTo>
                <a:lnTo>
                  <a:pt x="48" y="18"/>
                </a:lnTo>
                <a:lnTo>
                  <a:pt x="48" y="18"/>
                </a:lnTo>
                <a:lnTo>
                  <a:pt x="48" y="20"/>
                </a:lnTo>
                <a:lnTo>
                  <a:pt x="16" y="30"/>
                </a:lnTo>
                <a:lnTo>
                  <a:pt x="16" y="30"/>
                </a:lnTo>
                <a:lnTo>
                  <a:pt x="20" y="34"/>
                </a:lnTo>
                <a:lnTo>
                  <a:pt x="22" y="36"/>
                </a:lnTo>
                <a:lnTo>
                  <a:pt x="22" y="36"/>
                </a:lnTo>
                <a:lnTo>
                  <a:pt x="26" y="38"/>
                </a:lnTo>
                <a:lnTo>
                  <a:pt x="30" y="36"/>
                </a:lnTo>
                <a:lnTo>
                  <a:pt x="30" y="36"/>
                </a:lnTo>
                <a:lnTo>
                  <a:pt x="34" y="34"/>
                </a:lnTo>
                <a:lnTo>
                  <a:pt x="34" y="34"/>
                </a:lnTo>
                <a:lnTo>
                  <a:pt x="36" y="28"/>
                </a:lnTo>
                <a:lnTo>
                  <a:pt x="50" y="28"/>
                </a:lnTo>
                <a:lnTo>
                  <a:pt x="50" y="28"/>
                </a:lnTo>
                <a:lnTo>
                  <a:pt x="48" y="34"/>
                </a:lnTo>
                <a:lnTo>
                  <a:pt x="44" y="38"/>
                </a:lnTo>
                <a:lnTo>
                  <a:pt x="44" y="38"/>
                </a:lnTo>
                <a:lnTo>
                  <a:pt x="40" y="42"/>
                </a:lnTo>
                <a:lnTo>
                  <a:pt x="32" y="46"/>
                </a:lnTo>
                <a:lnTo>
                  <a:pt x="32" y="46"/>
                </a:lnTo>
                <a:close/>
                <a:moveTo>
                  <a:pt x="32" y="16"/>
                </a:moveTo>
                <a:lnTo>
                  <a:pt x="32" y="16"/>
                </a:lnTo>
                <a:lnTo>
                  <a:pt x="30" y="14"/>
                </a:lnTo>
                <a:lnTo>
                  <a:pt x="28" y="12"/>
                </a:lnTo>
                <a:lnTo>
                  <a:pt x="28" y="12"/>
                </a:lnTo>
                <a:lnTo>
                  <a:pt x="24" y="10"/>
                </a:lnTo>
                <a:lnTo>
                  <a:pt x="20" y="10"/>
                </a:lnTo>
                <a:lnTo>
                  <a:pt x="20" y="10"/>
                </a:lnTo>
                <a:lnTo>
                  <a:pt x="16" y="12"/>
                </a:lnTo>
                <a:lnTo>
                  <a:pt x="14" y="16"/>
                </a:lnTo>
                <a:lnTo>
                  <a:pt x="14" y="16"/>
                </a:lnTo>
                <a:lnTo>
                  <a:pt x="14" y="18"/>
                </a:lnTo>
                <a:lnTo>
                  <a:pt x="14" y="22"/>
                </a:lnTo>
                <a:lnTo>
                  <a:pt x="32" y="16"/>
                </a:lnTo>
                <a:lnTo>
                  <a:pt x="32" y="16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" name="Freeform 78"/>
          <p:cNvSpPr>
            <a:spLocks/>
          </p:cNvSpPr>
          <p:nvPr/>
        </p:nvSpPr>
        <p:spPr bwMode="auto">
          <a:xfrm>
            <a:off x="1664230" y="2768071"/>
            <a:ext cx="85725" cy="82550"/>
          </a:xfrm>
          <a:custGeom>
            <a:avLst/>
            <a:gdLst>
              <a:gd name="T0" fmla="*/ 14 w 54"/>
              <a:gd name="T1" fmla="*/ 4 h 52"/>
              <a:gd name="T2" fmla="*/ 24 w 54"/>
              <a:gd name="T3" fmla="*/ 16 h 52"/>
              <a:gd name="T4" fmla="*/ 26 w 54"/>
              <a:gd name="T5" fmla="*/ 18 h 52"/>
              <a:gd name="T6" fmla="*/ 26 w 54"/>
              <a:gd name="T7" fmla="*/ 16 h 52"/>
              <a:gd name="T8" fmla="*/ 32 w 54"/>
              <a:gd name="T9" fmla="*/ 2 h 52"/>
              <a:gd name="T10" fmla="*/ 46 w 54"/>
              <a:gd name="T11" fmla="*/ 0 h 52"/>
              <a:gd name="T12" fmla="*/ 34 w 54"/>
              <a:gd name="T13" fmla="*/ 24 h 52"/>
              <a:gd name="T14" fmla="*/ 54 w 54"/>
              <a:gd name="T15" fmla="*/ 44 h 52"/>
              <a:gd name="T16" fmla="*/ 40 w 54"/>
              <a:gd name="T17" fmla="*/ 46 h 52"/>
              <a:gd name="T18" fmla="*/ 30 w 54"/>
              <a:gd name="T19" fmla="*/ 36 h 52"/>
              <a:gd name="T20" fmla="*/ 28 w 54"/>
              <a:gd name="T21" fmla="*/ 34 h 52"/>
              <a:gd name="T22" fmla="*/ 28 w 54"/>
              <a:gd name="T23" fmla="*/ 36 h 52"/>
              <a:gd name="T24" fmla="*/ 22 w 54"/>
              <a:gd name="T25" fmla="*/ 50 h 52"/>
              <a:gd name="T26" fmla="*/ 8 w 54"/>
              <a:gd name="T27" fmla="*/ 52 h 52"/>
              <a:gd name="T28" fmla="*/ 20 w 54"/>
              <a:gd name="T29" fmla="*/ 26 h 52"/>
              <a:gd name="T30" fmla="*/ 0 w 54"/>
              <a:gd name="T31" fmla="*/ 6 h 52"/>
              <a:gd name="T32" fmla="*/ 14 w 54"/>
              <a:gd name="T33" fmla="*/ 4 h 52"/>
              <a:gd name="T34" fmla="*/ 14 w 54"/>
              <a:gd name="T35" fmla="*/ 4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4" h="52">
                <a:moveTo>
                  <a:pt x="14" y="4"/>
                </a:moveTo>
                <a:lnTo>
                  <a:pt x="24" y="16"/>
                </a:lnTo>
                <a:lnTo>
                  <a:pt x="26" y="18"/>
                </a:lnTo>
                <a:lnTo>
                  <a:pt x="26" y="16"/>
                </a:lnTo>
                <a:lnTo>
                  <a:pt x="32" y="2"/>
                </a:lnTo>
                <a:lnTo>
                  <a:pt x="46" y="0"/>
                </a:lnTo>
                <a:lnTo>
                  <a:pt x="34" y="24"/>
                </a:lnTo>
                <a:lnTo>
                  <a:pt x="54" y="44"/>
                </a:lnTo>
                <a:lnTo>
                  <a:pt x="40" y="46"/>
                </a:lnTo>
                <a:lnTo>
                  <a:pt x="30" y="36"/>
                </a:lnTo>
                <a:lnTo>
                  <a:pt x="28" y="34"/>
                </a:lnTo>
                <a:lnTo>
                  <a:pt x="28" y="36"/>
                </a:lnTo>
                <a:lnTo>
                  <a:pt x="22" y="50"/>
                </a:lnTo>
                <a:lnTo>
                  <a:pt x="8" y="52"/>
                </a:lnTo>
                <a:lnTo>
                  <a:pt x="20" y="26"/>
                </a:lnTo>
                <a:lnTo>
                  <a:pt x="0" y="6"/>
                </a:lnTo>
                <a:lnTo>
                  <a:pt x="14" y="4"/>
                </a:lnTo>
                <a:lnTo>
                  <a:pt x="14" y="4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" name="Freeform 79"/>
          <p:cNvSpPr>
            <a:spLocks/>
          </p:cNvSpPr>
          <p:nvPr/>
        </p:nvSpPr>
        <p:spPr bwMode="auto">
          <a:xfrm>
            <a:off x="1753130" y="2742671"/>
            <a:ext cx="50800" cy="98425"/>
          </a:xfrm>
          <a:custGeom>
            <a:avLst/>
            <a:gdLst>
              <a:gd name="T0" fmla="*/ 32 w 32"/>
              <a:gd name="T1" fmla="*/ 58 h 62"/>
              <a:gd name="T2" fmla="*/ 32 w 32"/>
              <a:gd name="T3" fmla="*/ 58 h 62"/>
              <a:gd name="T4" fmla="*/ 26 w 32"/>
              <a:gd name="T5" fmla="*/ 60 h 62"/>
              <a:gd name="T6" fmla="*/ 26 w 32"/>
              <a:gd name="T7" fmla="*/ 60 h 62"/>
              <a:gd name="T8" fmla="*/ 18 w 32"/>
              <a:gd name="T9" fmla="*/ 62 h 62"/>
              <a:gd name="T10" fmla="*/ 18 w 32"/>
              <a:gd name="T11" fmla="*/ 62 h 62"/>
              <a:gd name="T12" fmla="*/ 12 w 32"/>
              <a:gd name="T13" fmla="*/ 60 h 62"/>
              <a:gd name="T14" fmla="*/ 12 w 32"/>
              <a:gd name="T15" fmla="*/ 60 h 62"/>
              <a:gd name="T16" fmla="*/ 8 w 32"/>
              <a:gd name="T17" fmla="*/ 58 h 62"/>
              <a:gd name="T18" fmla="*/ 8 w 32"/>
              <a:gd name="T19" fmla="*/ 58 h 62"/>
              <a:gd name="T20" fmla="*/ 6 w 32"/>
              <a:gd name="T21" fmla="*/ 54 h 62"/>
              <a:gd name="T22" fmla="*/ 6 w 32"/>
              <a:gd name="T23" fmla="*/ 54 h 62"/>
              <a:gd name="T24" fmla="*/ 6 w 32"/>
              <a:gd name="T25" fmla="*/ 48 h 62"/>
              <a:gd name="T26" fmla="*/ 6 w 32"/>
              <a:gd name="T27" fmla="*/ 24 h 62"/>
              <a:gd name="T28" fmla="*/ 0 w 32"/>
              <a:gd name="T29" fmla="*/ 24 h 62"/>
              <a:gd name="T30" fmla="*/ 0 w 32"/>
              <a:gd name="T31" fmla="*/ 14 h 62"/>
              <a:gd name="T32" fmla="*/ 6 w 32"/>
              <a:gd name="T33" fmla="*/ 14 h 62"/>
              <a:gd name="T34" fmla="*/ 8 w 32"/>
              <a:gd name="T35" fmla="*/ 0 h 62"/>
              <a:gd name="T36" fmla="*/ 22 w 32"/>
              <a:gd name="T37" fmla="*/ 0 h 62"/>
              <a:gd name="T38" fmla="*/ 20 w 32"/>
              <a:gd name="T39" fmla="*/ 14 h 62"/>
              <a:gd name="T40" fmla="*/ 30 w 32"/>
              <a:gd name="T41" fmla="*/ 16 h 62"/>
              <a:gd name="T42" fmla="*/ 30 w 32"/>
              <a:gd name="T43" fmla="*/ 26 h 62"/>
              <a:gd name="T44" fmla="*/ 20 w 32"/>
              <a:gd name="T45" fmla="*/ 26 h 62"/>
              <a:gd name="T46" fmla="*/ 20 w 32"/>
              <a:gd name="T47" fmla="*/ 44 h 62"/>
              <a:gd name="T48" fmla="*/ 20 w 32"/>
              <a:gd name="T49" fmla="*/ 44 h 62"/>
              <a:gd name="T50" fmla="*/ 20 w 32"/>
              <a:gd name="T51" fmla="*/ 48 h 62"/>
              <a:gd name="T52" fmla="*/ 20 w 32"/>
              <a:gd name="T53" fmla="*/ 48 h 62"/>
              <a:gd name="T54" fmla="*/ 24 w 32"/>
              <a:gd name="T55" fmla="*/ 48 h 62"/>
              <a:gd name="T56" fmla="*/ 24 w 32"/>
              <a:gd name="T57" fmla="*/ 48 h 62"/>
              <a:gd name="T58" fmla="*/ 26 w 32"/>
              <a:gd name="T59" fmla="*/ 48 h 62"/>
              <a:gd name="T60" fmla="*/ 26 w 32"/>
              <a:gd name="T61" fmla="*/ 48 h 62"/>
              <a:gd name="T62" fmla="*/ 30 w 32"/>
              <a:gd name="T63" fmla="*/ 48 h 62"/>
              <a:gd name="T64" fmla="*/ 32 w 32"/>
              <a:gd name="T65" fmla="*/ 58 h 62"/>
              <a:gd name="T66" fmla="*/ 32 w 32"/>
              <a:gd name="T67" fmla="*/ 58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2" h="62">
                <a:moveTo>
                  <a:pt x="32" y="58"/>
                </a:moveTo>
                <a:lnTo>
                  <a:pt x="32" y="58"/>
                </a:lnTo>
                <a:lnTo>
                  <a:pt x="26" y="60"/>
                </a:lnTo>
                <a:lnTo>
                  <a:pt x="26" y="60"/>
                </a:lnTo>
                <a:lnTo>
                  <a:pt x="18" y="62"/>
                </a:lnTo>
                <a:lnTo>
                  <a:pt x="18" y="62"/>
                </a:lnTo>
                <a:lnTo>
                  <a:pt x="12" y="60"/>
                </a:lnTo>
                <a:lnTo>
                  <a:pt x="12" y="60"/>
                </a:lnTo>
                <a:lnTo>
                  <a:pt x="8" y="58"/>
                </a:lnTo>
                <a:lnTo>
                  <a:pt x="8" y="58"/>
                </a:lnTo>
                <a:lnTo>
                  <a:pt x="6" y="54"/>
                </a:lnTo>
                <a:lnTo>
                  <a:pt x="6" y="54"/>
                </a:lnTo>
                <a:lnTo>
                  <a:pt x="6" y="48"/>
                </a:lnTo>
                <a:lnTo>
                  <a:pt x="6" y="24"/>
                </a:lnTo>
                <a:lnTo>
                  <a:pt x="0" y="24"/>
                </a:lnTo>
                <a:lnTo>
                  <a:pt x="0" y="14"/>
                </a:lnTo>
                <a:lnTo>
                  <a:pt x="6" y="14"/>
                </a:lnTo>
                <a:lnTo>
                  <a:pt x="8" y="0"/>
                </a:lnTo>
                <a:lnTo>
                  <a:pt x="22" y="0"/>
                </a:lnTo>
                <a:lnTo>
                  <a:pt x="20" y="14"/>
                </a:lnTo>
                <a:lnTo>
                  <a:pt x="30" y="16"/>
                </a:lnTo>
                <a:lnTo>
                  <a:pt x="30" y="26"/>
                </a:lnTo>
                <a:lnTo>
                  <a:pt x="20" y="26"/>
                </a:lnTo>
                <a:lnTo>
                  <a:pt x="20" y="44"/>
                </a:lnTo>
                <a:lnTo>
                  <a:pt x="20" y="44"/>
                </a:lnTo>
                <a:lnTo>
                  <a:pt x="20" y="48"/>
                </a:lnTo>
                <a:lnTo>
                  <a:pt x="20" y="48"/>
                </a:lnTo>
                <a:lnTo>
                  <a:pt x="24" y="48"/>
                </a:lnTo>
                <a:lnTo>
                  <a:pt x="24" y="48"/>
                </a:lnTo>
                <a:lnTo>
                  <a:pt x="26" y="48"/>
                </a:lnTo>
                <a:lnTo>
                  <a:pt x="26" y="48"/>
                </a:lnTo>
                <a:lnTo>
                  <a:pt x="30" y="48"/>
                </a:lnTo>
                <a:lnTo>
                  <a:pt x="32" y="58"/>
                </a:lnTo>
                <a:lnTo>
                  <a:pt x="32" y="58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" name="Freeform 80"/>
          <p:cNvSpPr>
            <a:spLocks/>
          </p:cNvSpPr>
          <p:nvPr/>
        </p:nvSpPr>
        <p:spPr bwMode="auto">
          <a:xfrm>
            <a:off x="3464455" y="2736321"/>
            <a:ext cx="76200" cy="98425"/>
          </a:xfrm>
          <a:custGeom>
            <a:avLst/>
            <a:gdLst>
              <a:gd name="T0" fmla="*/ 38 w 48"/>
              <a:gd name="T1" fmla="*/ 16 h 62"/>
              <a:gd name="T2" fmla="*/ 36 w 48"/>
              <a:gd name="T3" fmla="*/ 16 h 62"/>
              <a:gd name="T4" fmla="*/ 32 w 48"/>
              <a:gd name="T5" fmla="*/ 14 h 62"/>
              <a:gd name="T6" fmla="*/ 28 w 48"/>
              <a:gd name="T7" fmla="*/ 12 h 62"/>
              <a:gd name="T8" fmla="*/ 22 w 48"/>
              <a:gd name="T9" fmla="*/ 12 h 62"/>
              <a:gd name="T10" fmla="*/ 14 w 48"/>
              <a:gd name="T11" fmla="*/ 18 h 62"/>
              <a:gd name="T12" fmla="*/ 16 w 48"/>
              <a:gd name="T13" fmla="*/ 20 h 62"/>
              <a:gd name="T14" fmla="*/ 18 w 48"/>
              <a:gd name="T15" fmla="*/ 22 h 62"/>
              <a:gd name="T16" fmla="*/ 22 w 48"/>
              <a:gd name="T17" fmla="*/ 24 h 62"/>
              <a:gd name="T18" fmla="*/ 28 w 48"/>
              <a:gd name="T19" fmla="*/ 24 h 62"/>
              <a:gd name="T20" fmla="*/ 36 w 48"/>
              <a:gd name="T21" fmla="*/ 26 h 62"/>
              <a:gd name="T22" fmla="*/ 42 w 48"/>
              <a:gd name="T23" fmla="*/ 30 h 62"/>
              <a:gd name="T24" fmla="*/ 46 w 48"/>
              <a:gd name="T25" fmla="*/ 34 h 62"/>
              <a:gd name="T26" fmla="*/ 48 w 48"/>
              <a:gd name="T27" fmla="*/ 42 h 62"/>
              <a:gd name="T28" fmla="*/ 48 w 48"/>
              <a:gd name="T29" fmla="*/ 50 h 62"/>
              <a:gd name="T30" fmla="*/ 42 w 48"/>
              <a:gd name="T31" fmla="*/ 56 h 62"/>
              <a:gd name="T32" fmla="*/ 36 w 48"/>
              <a:gd name="T33" fmla="*/ 60 h 62"/>
              <a:gd name="T34" fmla="*/ 26 w 48"/>
              <a:gd name="T35" fmla="*/ 62 h 62"/>
              <a:gd name="T36" fmla="*/ 20 w 48"/>
              <a:gd name="T37" fmla="*/ 62 h 62"/>
              <a:gd name="T38" fmla="*/ 12 w 48"/>
              <a:gd name="T39" fmla="*/ 60 h 62"/>
              <a:gd name="T40" fmla="*/ 6 w 48"/>
              <a:gd name="T41" fmla="*/ 60 h 62"/>
              <a:gd name="T42" fmla="*/ 0 w 48"/>
              <a:gd name="T43" fmla="*/ 56 h 62"/>
              <a:gd name="T44" fmla="*/ 6 w 48"/>
              <a:gd name="T45" fmla="*/ 44 h 62"/>
              <a:gd name="T46" fmla="*/ 8 w 48"/>
              <a:gd name="T47" fmla="*/ 44 h 62"/>
              <a:gd name="T48" fmla="*/ 12 w 48"/>
              <a:gd name="T49" fmla="*/ 48 h 62"/>
              <a:gd name="T50" fmla="*/ 18 w 48"/>
              <a:gd name="T51" fmla="*/ 48 h 62"/>
              <a:gd name="T52" fmla="*/ 26 w 48"/>
              <a:gd name="T53" fmla="*/ 50 h 62"/>
              <a:gd name="T54" fmla="*/ 34 w 48"/>
              <a:gd name="T55" fmla="*/ 44 h 62"/>
              <a:gd name="T56" fmla="*/ 32 w 48"/>
              <a:gd name="T57" fmla="*/ 42 h 62"/>
              <a:gd name="T58" fmla="*/ 28 w 48"/>
              <a:gd name="T59" fmla="*/ 40 h 62"/>
              <a:gd name="T60" fmla="*/ 24 w 48"/>
              <a:gd name="T61" fmla="*/ 38 h 62"/>
              <a:gd name="T62" fmla="*/ 18 w 48"/>
              <a:gd name="T63" fmla="*/ 36 h 62"/>
              <a:gd name="T64" fmla="*/ 10 w 48"/>
              <a:gd name="T65" fmla="*/ 34 h 62"/>
              <a:gd name="T66" fmla="*/ 4 w 48"/>
              <a:gd name="T67" fmla="*/ 32 h 62"/>
              <a:gd name="T68" fmla="*/ 2 w 48"/>
              <a:gd name="T69" fmla="*/ 28 h 62"/>
              <a:gd name="T70" fmla="*/ 0 w 48"/>
              <a:gd name="T71" fmla="*/ 22 h 62"/>
              <a:gd name="T72" fmla="*/ 0 w 48"/>
              <a:gd name="T73" fmla="*/ 12 h 62"/>
              <a:gd name="T74" fmla="*/ 6 w 48"/>
              <a:gd name="T75" fmla="*/ 6 h 62"/>
              <a:gd name="T76" fmla="*/ 12 w 48"/>
              <a:gd name="T77" fmla="*/ 2 h 62"/>
              <a:gd name="T78" fmla="*/ 22 w 48"/>
              <a:gd name="T79" fmla="*/ 0 h 62"/>
              <a:gd name="T80" fmla="*/ 28 w 48"/>
              <a:gd name="T81" fmla="*/ 0 h 62"/>
              <a:gd name="T82" fmla="*/ 34 w 48"/>
              <a:gd name="T83" fmla="*/ 0 h 62"/>
              <a:gd name="T84" fmla="*/ 38 w 48"/>
              <a:gd name="T85" fmla="*/ 2 h 62"/>
              <a:gd name="T86" fmla="*/ 44 w 48"/>
              <a:gd name="T87" fmla="*/ 4 h 62"/>
              <a:gd name="T88" fmla="*/ 38 w 48"/>
              <a:gd name="T89" fmla="*/ 16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8" h="62">
                <a:moveTo>
                  <a:pt x="38" y="16"/>
                </a:moveTo>
                <a:lnTo>
                  <a:pt x="38" y="16"/>
                </a:lnTo>
                <a:lnTo>
                  <a:pt x="36" y="16"/>
                </a:lnTo>
                <a:lnTo>
                  <a:pt x="36" y="16"/>
                </a:lnTo>
                <a:lnTo>
                  <a:pt x="32" y="14"/>
                </a:lnTo>
                <a:lnTo>
                  <a:pt x="32" y="14"/>
                </a:lnTo>
                <a:lnTo>
                  <a:pt x="28" y="12"/>
                </a:lnTo>
                <a:lnTo>
                  <a:pt x="28" y="12"/>
                </a:lnTo>
                <a:lnTo>
                  <a:pt x="22" y="12"/>
                </a:lnTo>
                <a:lnTo>
                  <a:pt x="22" y="12"/>
                </a:lnTo>
                <a:lnTo>
                  <a:pt x="16" y="14"/>
                </a:lnTo>
                <a:lnTo>
                  <a:pt x="14" y="18"/>
                </a:lnTo>
                <a:lnTo>
                  <a:pt x="14" y="18"/>
                </a:lnTo>
                <a:lnTo>
                  <a:pt x="16" y="20"/>
                </a:lnTo>
                <a:lnTo>
                  <a:pt x="16" y="20"/>
                </a:lnTo>
                <a:lnTo>
                  <a:pt x="18" y="22"/>
                </a:lnTo>
                <a:lnTo>
                  <a:pt x="18" y="22"/>
                </a:lnTo>
                <a:lnTo>
                  <a:pt x="22" y="24"/>
                </a:lnTo>
                <a:lnTo>
                  <a:pt x="22" y="24"/>
                </a:lnTo>
                <a:lnTo>
                  <a:pt x="28" y="24"/>
                </a:lnTo>
                <a:lnTo>
                  <a:pt x="28" y="24"/>
                </a:lnTo>
                <a:lnTo>
                  <a:pt x="36" y="26"/>
                </a:lnTo>
                <a:lnTo>
                  <a:pt x="36" y="26"/>
                </a:lnTo>
                <a:lnTo>
                  <a:pt x="42" y="30"/>
                </a:lnTo>
                <a:lnTo>
                  <a:pt x="42" y="30"/>
                </a:lnTo>
                <a:lnTo>
                  <a:pt x="46" y="34"/>
                </a:lnTo>
                <a:lnTo>
                  <a:pt x="46" y="34"/>
                </a:lnTo>
                <a:lnTo>
                  <a:pt x="48" y="42"/>
                </a:lnTo>
                <a:lnTo>
                  <a:pt x="48" y="42"/>
                </a:lnTo>
                <a:lnTo>
                  <a:pt x="48" y="50"/>
                </a:lnTo>
                <a:lnTo>
                  <a:pt x="48" y="50"/>
                </a:lnTo>
                <a:lnTo>
                  <a:pt x="42" y="56"/>
                </a:lnTo>
                <a:lnTo>
                  <a:pt x="42" y="56"/>
                </a:lnTo>
                <a:lnTo>
                  <a:pt x="36" y="60"/>
                </a:lnTo>
                <a:lnTo>
                  <a:pt x="36" y="60"/>
                </a:lnTo>
                <a:lnTo>
                  <a:pt x="26" y="62"/>
                </a:lnTo>
                <a:lnTo>
                  <a:pt x="26" y="62"/>
                </a:lnTo>
                <a:lnTo>
                  <a:pt x="20" y="62"/>
                </a:lnTo>
                <a:lnTo>
                  <a:pt x="20" y="62"/>
                </a:lnTo>
                <a:lnTo>
                  <a:pt x="12" y="60"/>
                </a:lnTo>
                <a:lnTo>
                  <a:pt x="12" y="60"/>
                </a:lnTo>
                <a:lnTo>
                  <a:pt x="6" y="60"/>
                </a:lnTo>
                <a:lnTo>
                  <a:pt x="6" y="60"/>
                </a:lnTo>
                <a:lnTo>
                  <a:pt x="0" y="56"/>
                </a:lnTo>
                <a:lnTo>
                  <a:pt x="6" y="44"/>
                </a:lnTo>
                <a:lnTo>
                  <a:pt x="6" y="44"/>
                </a:lnTo>
                <a:lnTo>
                  <a:pt x="8" y="44"/>
                </a:lnTo>
                <a:lnTo>
                  <a:pt x="8" y="44"/>
                </a:lnTo>
                <a:lnTo>
                  <a:pt x="12" y="48"/>
                </a:lnTo>
                <a:lnTo>
                  <a:pt x="12" y="48"/>
                </a:lnTo>
                <a:lnTo>
                  <a:pt x="18" y="48"/>
                </a:lnTo>
                <a:lnTo>
                  <a:pt x="18" y="48"/>
                </a:lnTo>
                <a:lnTo>
                  <a:pt x="26" y="50"/>
                </a:lnTo>
                <a:lnTo>
                  <a:pt x="26" y="50"/>
                </a:lnTo>
                <a:lnTo>
                  <a:pt x="32" y="48"/>
                </a:lnTo>
                <a:lnTo>
                  <a:pt x="34" y="44"/>
                </a:lnTo>
                <a:lnTo>
                  <a:pt x="34" y="44"/>
                </a:lnTo>
                <a:lnTo>
                  <a:pt x="32" y="42"/>
                </a:lnTo>
                <a:lnTo>
                  <a:pt x="32" y="42"/>
                </a:lnTo>
                <a:lnTo>
                  <a:pt x="28" y="40"/>
                </a:lnTo>
                <a:lnTo>
                  <a:pt x="28" y="40"/>
                </a:lnTo>
                <a:lnTo>
                  <a:pt x="24" y="38"/>
                </a:lnTo>
                <a:lnTo>
                  <a:pt x="24" y="38"/>
                </a:lnTo>
                <a:lnTo>
                  <a:pt x="18" y="36"/>
                </a:lnTo>
                <a:lnTo>
                  <a:pt x="18" y="36"/>
                </a:lnTo>
                <a:lnTo>
                  <a:pt x="10" y="34"/>
                </a:lnTo>
                <a:lnTo>
                  <a:pt x="10" y="34"/>
                </a:lnTo>
                <a:lnTo>
                  <a:pt x="4" y="32"/>
                </a:lnTo>
                <a:lnTo>
                  <a:pt x="4" y="32"/>
                </a:lnTo>
                <a:lnTo>
                  <a:pt x="2" y="28"/>
                </a:lnTo>
                <a:lnTo>
                  <a:pt x="2" y="28"/>
                </a:lnTo>
                <a:lnTo>
                  <a:pt x="0" y="22"/>
                </a:lnTo>
                <a:lnTo>
                  <a:pt x="0" y="22"/>
                </a:lnTo>
                <a:lnTo>
                  <a:pt x="0" y="12"/>
                </a:lnTo>
                <a:lnTo>
                  <a:pt x="0" y="12"/>
                </a:lnTo>
                <a:lnTo>
                  <a:pt x="6" y="6"/>
                </a:lnTo>
                <a:lnTo>
                  <a:pt x="6" y="6"/>
                </a:lnTo>
                <a:lnTo>
                  <a:pt x="12" y="2"/>
                </a:lnTo>
                <a:lnTo>
                  <a:pt x="12" y="2"/>
                </a:lnTo>
                <a:lnTo>
                  <a:pt x="22" y="0"/>
                </a:lnTo>
                <a:lnTo>
                  <a:pt x="22" y="0"/>
                </a:lnTo>
                <a:lnTo>
                  <a:pt x="28" y="0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38" y="2"/>
                </a:lnTo>
                <a:lnTo>
                  <a:pt x="38" y="2"/>
                </a:lnTo>
                <a:lnTo>
                  <a:pt x="44" y="4"/>
                </a:lnTo>
                <a:lnTo>
                  <a:pt x="38" y="16"/>
                </a:lnTo>
                <a:lnTo>
                  <a:pt x="38" y="16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" name="Freeform 81"/>
          <p:cNvSpPr>
            <a:spLocks noEditPoints="1"/>
          </p:cNvSpPr>
          <p:nvPr/>
        </p:nvSpPr>
        <p:spPr bwMode="auto">
          <a:xfrm>
            <a:off x="3556530" y="2761721"/>
            <a:ext cx="76200" cy="76200"/>
          </a:xfrm>
          <a:custGeom>
            <a:avLst/>
            <a:gdLst>
              <a:gd name="T0" fmla="*/ 20 w 48"/>
              <a:gd name="T1" fmla="*/ 48 h 48"/>
              <a:gd name="T2" fmla="*/ 10 w 48"/>
              <a:gd name="T3" fmla="*/ 44 h 48"/>
              <a:gd name="T4" fmla="*/ 4 w 48"/>
              <a:gd name="T5" fmla="*/ 38 h 48"/>
              <a:gd name="T6" fmla="*/ 0 w 48"/>
              <a:gd name="T7" fmla="*/ 30 h 48"/>
              <a:gd name="T8" fmla="*/ 0 w 48"/>
              <a:gd name="T9" fmla="*/ 20 h 48"/>
              <a:gd name="T10" fmla="*/ 2 w 48"/>
              <a:gd name="T11" fmla="*/ 12 h 48"/>
              <a:gd name="T12" fmla="*/ 8 w 48"/>
              <a:gd name="T13" fmla="*/ 6 h 48"/>
              <a:gd name="T14" fmla="*/ 16 w 48"/>
              <a:gd name="T15" fmla="*/ 2 h 48"/>
              <a:gd name="T16" fmla="*/ 28 w 48"/>
              <a:gd name="T17" fmla="*/ 0 h 48"/>
              <a:gd name="T18" fmla="*/ 38 w 48"/>
              <a:gd name="T19" fmla="*/ 4 h 48"/>
              <a:gd name="T20" fmla="*/ 44 w 48"/>
              <a:gd name="T21" fmla="*/ 10 h 48"/>
              <a:gd name="T22" fmla="*/ 48 w 48"/>
              <a:gd name="T23" fmla="*/ 20 h 48"/>
              <a:gd name="T24" fmla="*/ 48 w 48"/>
              <a:gd name="T25" fmla="*/ 28 h 48"/>
              <a:gd name="T26" fmla="*/ 44 w 48"/>
              <a:gd name="T27" fmla="*/ 36 h 48"/>
              <a:gd name="T28" fmla="*/ 38 w 48"/>
              <a:gd name="T29" fmla="*/ 44 h 48"/>
              <a:gd name="T30" fmla="*/ 30 w 48"/>
              <a:gd name="T31" fmla="*/ 48 h 48"/>
              <a:gd name="T32" fmla="*/ 20 w 48"/>
              <a:gd name="T33" fmla="*/ 48 h 48"/>
              <a:gd name="T34" fmla="*/ 14 w 48"/>
              <a:gd name="T35" fmla="*/ 22 h 48"/>
              <a:gd name="T36" fmla="*/ 16 w 48"/>
              <a:gd name="T37" fmla="*/ 32 h 48"/>
              <a:gd name="T38" fmla="*/ 18 w 48"/>
              <a:gd name="T39" fmla="*/ 34 h 48"/>
              <a:gd name="T40" fmla="*/ 22 w 48"/>
              <a:gd name="T41" fmla="*/ 36 h 48"/>
              <a:gd name="T42" fmla="*/ 26 w 48"/>
              <a:gd name="T43" fmla="*/ 36 h 48"/>
              <a:gd name="T44" fmla="*/ 30 w 48"/>
              <a:gd name="T45" fmla="*/ 34 h 48"/>
              <a:gd name="T46" fmla="*/ 32 w 48"/>
              <a:gd name="T47" fmla="*/ 30 h 48"/>
              <a:gd name="T48" fmla="*/ 34 w 48"/>
              <a:gd name="T49" fmla="*/ 26 h 48"/>
              <a:gd name="T50" fmla="*/ 32 w 48"/>
              <a:gd name="T51" fmla="*/ 16 h 48"/>
              <a:gd name="T52" fmla="*/ 30 w 48"/>
              <a:gd name="T53" fmla="*/ 14 h 48"/>
              <a:gd name="T54" fmla="*/ 26 w 48"/>
              <a:gd name="T55" fmla="*/ 12 h 48"/>
              <a:gd name="T56" fmla="*/ 22 w 48"/>
              <a:gd name="T57" fmla="*/ 12 h 48"/>
              <a:gd name="T58" fmla="*/ 18 w 48"/>
              <a:gd name="T59" fmla="*/ 14 h 48"/>
              <a:gd name="T60" fmla="*/ 16 w 48"/>
              <a:gd name="T61" fmla="*/ 18 h 48"/>
              <a:gd name="T62" fmla="*/ 14 w 48"/>
              <a:gd name="T63" fmla="*/ 2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8" h="48">
                <a:moveTo>
                  <a:pt x="20" y="48"/>
                </a:moveTo>
                <a:lnTo>
                  <a:pt x="20" y="48"/>
                </a:lnTo>
                <a:lnTo>
                  <a:pt x="10" y="44"/>
                </a:lnTo>
                <a:lnTo>
                  <a:pt x="10" y="44"/>
                </a:lnTo>
                <a:lnTo>
                  <a:pt x="4" y="38"/>
                </a:lnTo>
                <a:lnTo>
                  <a:pt x="4" y="38"/>
                </a:lnTo>
                <a:lnTo>
                  <a:pt x="0" y="30"/>
                </a:lnTo>
                <a:lnTo>
                  <a:pt x="0" y="30"/>
                </a:lnTo>
                <a:lnTo>
                  <a:pt x="0" y="20"/>
                </a:lnTo>
                <a:lnTo>
                  <a:pt x="0" y="20"/>
                </a:lnTo>
                <a:lnTo>
                  <a:pt x="2" y="12"/>
                </a:lnTo>
                <a:lnTo>
                  <a:pt x="2" y="12"/>
                </a:lnTo>
                <a:lnTo>
                  <a:pt x="8" y="6"/>
                </a:lnTo>
                <a:lnTo>
                  <a:pt x="8" y="6"/>
                </a:lnTo>
                <a:lnTo>
                  <a:pt x="16" y="2"/>
                </a:lnTo>
                <a:lnTo>
                  <a:pt x="16" y="2"/>
                </a:lnTo>
                <a:lnTo>
                  <a:pt x="28" y="0"/>
                </a:lnTo>
                <a:lnTo>
                  <a:pt x="28" y="0"/>
                </a:lnTo>
                <a:lnTo>
                  <a:pt x="38" y="4"/>
                </a:lnTo>
                <a:lnTo>
                  <a:pt x="38" y="4"/>
                </a:lnTo>
                <a:lnTo>
                  <a:pt x="44" y="10"/>
                </a:lnTo>
                <a:lnTo>
                  <a:pt x="44" y="10"/>
                </a:lnTo>
                <a:lnTo>
                  <a:pt x="48" y="20"/>
                </a:lnTo>
                <a:lnTo>
                  <a:pt x="48" y="20"/>
                </a:lnTo>
                <a:lnTo>
                  <a:pt x="48" y="28"/>
                </a:lnTo>
                <a:lnTo>
                  <a:pt x="48" y="28"/>
                </a:lnTo>
                <a:lnTo>
                  <a:pt x="44" y="36"/>
                </a:lnTo>
                <a:lnTo>
                  <a:pt x="44" y="36"/>
                </a:lnTo>
                <a:lnTo>
                  <a:pt x="38" y="44"/>
                </a:lnTo>
                <a:lnTo>
                  <a:pt x="38" y="44"/>
                </a:lnTo>
                <a:lnTo>
                  <a:pt x="30" y="48"/>
                </a:lnTo>
                <a:lnTo>
                  <a:pt x="30" y="48"/>
                </a:lnTo>
                <a:lnTo>
                  <a:pt x="20" y="48"/>
                </a:lnTo>
                <a:lnTo>
                  <a:pt x="20" y="48"/>
                </a:lnTo>
                <a:close/>
                <a:moveTo>
                  <a:pt x="14" y="22"/>
                </a:moveTo>
                <a:lnTo>
                  <a:pt x="14" y="22"/>
                </a:lnTo>
                <a:lnTo>
                  <a:pt x="14" y="28"/>
                </a:lnTo>
                <a:lnTo>
                  <a:pt x="16" y="32"/>
                </a:lnTo>
                <a:lnTo>
                  <a:pt x="16" y="32"/>
                </a:lnTo>
                <a:lnTo>
                  <a:pt x="18" y="34"/>
                </a:lnTo>
                <a:lnTo>
                  <a:pt x="22" y="36"/>
                </a:lnTo>
                <a:lnTo>
                  <a:pt x="22" y="36"/>
                </a:lnTo>
                <a:lnTo>
                  <a:pt x="26" y="36"/>
                </a:lnTo>
                <a:lnTo>
                  <a:pt x="26" y="36"/>
                </a:lnTo>
                <a:lnTo>
                  <a:pt x="30" y="34"/>
                </a:lnTo>
                <a:lnTo>
                  <a:pt x="30" y="34"/>
                </a:lnTo>
                <a:lnTo>
                  <a:pt x="32" y="30"/>
                </a:lnTo>
                <a:lnTo>
                  <a:pt x="32" y="30"/>
                </a:lnTo>
                <a:lnTo>
                  <a:pt x="34" y="26"/>
                </a:lnTo>
                <a:lnTo>
                  <a:pt x="34" y="26"/>
                </a:lnTo>
                <a:lnTo>
                  <a:pt x="34" y="22"/>
                </a:lnTo>
                <a:lnTo>
                  <a:pt x="32" y="16"/>
                </a:lnTo>
                <a:lnTo>
                  <a:pt x="32" y="16"/>
                </a:lnTo>
                <a:lnTo>
                  <a:pt x="30" y="14"/>
                </a:lnTo>
                <a:lnTo>
                  <a:pt x="26" y="12"/>
                </a:lnTo>
                <a:lnTo>
                  <a:pt x="26" y="12"/>
                </a:lnTo>
                <a:lnTo>
                  <a:pt x="22" y="12"/>
                </a:lnTo>
                <a:lnTo>
                  <a:pt x="22" y="12"/>
                </a:lnTo>
                <a:lnTo>
                  <a:pt x="18" y="14"/>
                </a:lnTo>
                <a:lnTo>
                  <a:pt x="18" y="14"/>
                </a:lnTo>
                <a:lnTo>
                  <a:pt x="16" y="18"/>
                </a:lnTo>
                <a:lnTo>
                  <a:pt x="16" y="18"/>
                </a:lnTo>
                <a:lnTo>
                  <a:pt x="14" y="22"/>
                </a:lnTo>
                <a:lnTo>
                  <a:pt x="14" y="22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" name="Freeform 82"/>
          <p:cNvSpPr>
            <a:spLocks/>
          </p:cNvSpPr>
          <p:nvPr/>
        </p:nvSpPr>
        <p:spPr bwMode="auto">
          <a:xfrm>
            <a:off x="3639080" y="2777596"/>
            <a:ext cx="127000" cy="111125"/>
          </a:xfrm>
          <a:custGeom>
            <a:avLst/>
            <a:gdLst>
              <a:gd name="T0" fmla="*/ 66 w 80"/>
              <a:gd name="T1" fmla="*/ 70 h 70"/>
              <a:gd name="T2" fmla="*/ 54 w 80"/>
              <a:gd name="T3" fmla="*/ 64 h 70"/>
              <a:gd name="T4" fmla="*/ 64 w 80"/>
              <a:gd name="T5" fmla="*/ 40 h 70"/>
              <a:gd name="T6" fmla="*/ 64 w 80"/>
              <a:gd name="T7" fmla="*/ 40 h 70"/>
              <a:gd name="T8" fmla="*/ 64 w 80"/>
              <a:gd name="T9" fmla="*/ 34 h 70"/>
              <a:gd name="T10" fmla="*/ 64 w 80"/>
              <a:gd name="T11" fmla="*/ 34 h 70"/>
              <a:gd name="T12" fmla="*/ 62 w 80"/>
              <a:gd name="T13" fmla="*/ 30 h 70"/>
              <a:gd name="T14" fmla="*/ 62 w 80"/>
              <a:gd name="T15" fmla="*/ 30 h 70"/>
              <a:gd name="T16" fmla="*/ 58 w 80"/>
              <a:gd name="T17" fmla="*/ 30 h 70"/>
              <a:gd name="T18" fmla="*/ 58 w 80"/>
              <a:gd name="T19" fmla="*/ 30 h 70"/>
              <a:gd name="T20" fmla="*/ 56 w 80"/>
              <a:gd name="T21" fmla="*/ 30 h 70"/>
              <a:gd name="T22" fmla="*/ 56 w 80"/>
              <a:gd name="T23" fmla="*/ 30 h 70"/>
              <a:gd name="T24" fmla="*/ 52 w 80"/>
              <a:gd name="T25" fmla="*/ 32 h 70"/>
              <a:gd name="T26" fmla="*/ 52 w 80"/>
              <a:gd name="T27" fmla="*/ 32 h 70"/>
              <a:gd name="T28" fmla="*/ 50 w 80"/>
              <a:gd name="T29" fmla="*/ 34 h 70"/>
              <a:gd name="T30" fmla="*/ 40 w 80"/>
              <a:gd name="T31" fmla="*/ 58 h 70"/>
              <a:gd name="T32" fmla="*/ 26 w 80"/>
              <a:gd name="T33" fmla="*/ 52 h 70"/>
              <a:gd name="T34" fmla="*/ 36 w 80"/>
              <a:gd name="T35" fmla="*/ 30 h 70"/>
              <a:gd name="T36" fmla="*/ 36 w 80"/>
              <a:gd name="T37" fmla="*/ 30 h 70"/>
              <a:gd name="T38" fmla="*/ 38 w 80"/>
              <a:gd name="T39" fmla="*/ 22 h 70"/>
              <a:gd name="T40" fmla="*/ 38 w 80"/>
              <a:gd name="T41" fmla="*/ 22 h 70"/>
              <a:gd name="T42" fmla="*/ 36 w 80"/>
              <a:gd name="T43" fmla="*/ 20 h 70"/>
              <a:gd name="T44" fmla="*/ 36 w 80"/>
              <a:gd name="T45" fmla="*/ 20 h 70"/>
              <a:gd name="T46" fmla="*/ 30 w 80"/>
              <a:gd name="T47" fmla="*/ 18 h 70"/>
              <a:gd name="T48" fmla="*/ 30 w 80"/>
              <a:gd name="T49" fmla="*/ 18 h 70"/>
              <a:gd name="T50" fmla="*/ 24 w 80"/>
              <a:gd name="T51" fmla="*/ 22 h 70"/>
              <a:gd name="T52" fmla="*/ 12 w 80"/>
              <a:gd name="T53" fmla="*/ 46 h 70"/>
              <a:gd name="T54" fmla="*/ 0 w 80"/>
              <a:gd name="T55" fmla="*/ 42 h 70"/>
              <a:gd name="T56" fmla="*/ 18 w 80"/>
              <a:gd name="T57" fmla="*/ 0 h 70"/>
              <a:gd name="T58" fmla="*/ 30 w 80"/>
              <a:gd name="T59" fmla="*/ 4 h 70"/>
              <a:gd name="T60" fmla="*/ 26 w 80"/>
              <a:gd name="T61" fmla="*/ 12 h 70"/>
              <a:gd name="T62" fmla="*/ 26 w 80"/>
              <a:gd name="T63" fmla="*/ 12 h 70"/>
              <a:gd name="T64" fmla="*/ 30 w 80"/>
              <a:gd name="T65" fmla="*/ 10 h 70"/>
              <a:gd name="T66" fmla="*/ 36 w 80"/>
              <a:gd name="T67" fmla="*/ 8 h 70"/>
              <a:gd name="T68" fmla="*/ 36 w 80"/>
              <a:gd name="T69" fmla="*/ 8 h 70"/>
              <a:gd name="T70" fmla="*/ 40 w 80"/>
              <a:gd name="T71" fmla="*/ 8 h 70"/>
              <a:gd name="T72" fmla="*/ 46 w 80"/>
              <a:gd name="T73" fmla="*/ 10 h 70"/>
              <a:gd name="T74" fmla="*/ 46 w 80"/>
              <a:gd name="T75" fmla="*/ 10 h 70"/>
              <a:gd name="T76" fmla="*/ 50 w 80"/>
              <a:gd name="T77" fmla="*/ 12 h 70"/>
              <a:gd name="T78" fmla="*/ 50 w 80"/>
              <a:gd name="T79" fmla="*/ 12 h 70"/>
              <a:gd name="T80" fmla="*/ 52 w 80"/>
              <a:gd name="T81" fmla="*/ 16 h 70"/>
              <a:gd name="T82" fmla="*/ 52 w 80"/>
              <a:gd name="T83" fmla="*/ 16 h 70"/>
              <a:gd name="T84" fmla="*/ 54 w 80"/>
              <a:gd name="T85" fmla="*/ 20 h 70"/>
              <a:gd name="T86" fmla="*/ 54 w 80"/>
              <a:gd name="T87" fmla="*/ 20 h 70"/>
              <a:gd name="T88" fmla="*/ 54 w 80"/>
              <a:gd name="T89" fmla="*/ 24 h 70"/>
              <a:gd name="T90" fmla="*/ 54 w 80"/>
              <a:gd name="T91" fmla="*/ 24 h 70"/>
              <a:gd name="T92" fmla="*/ 58 w 80"/>
              <a:gd name="T93" fmla="*/ 22 h 70"/>
              <a:gd name="T94" fmla="*/ 62 w 80"/>
              <a:gd name="T95" fmla="*/ 20 h 70"/>
              <a:gd name="T96" fmla="*/ 62 w 80"/>
              <a:gd name="T97" fmla="*/ 20 h 70"/>
              <a:gd name="T98" fmla="*/ 68 w 80"/>
              <a:gd name="T99" fmla="*/ 20 h 70"/>
              <a:gd name="T100" fmla="*/ 72 w 80"/>
              <a:gd name="T101" fmla="*/ 22 h 70"/>
              <a:gd name="T102" fmla="*/ 72 w 80"/>
              <a:gd name="T103" fmla="*/ 22 h 70"/>
              <a:gd name="T104" fmla="*/ 78 w 80"/>
              <a:gd name="T105" fmla="*/ 26 h 70"/>
              <a:gd name="T106" fmla="*/ 78 w 80"/>
              <a:gd name="T107" fmla="*/ 26 h 70"/>
              <a:gd name="T108" fmla="*/ 80 w 80"/>
              <a:gd name="T109" fmla="*/ 32 h 70"/>
              <a:gd name="T110" fmla="*/ 80 w 80"/>
              <a:gd name="T111" fmla="*/ 32 h 70"/>
              <a:gd name="T112" fmla="*/ 80 w 80"/>
              <a:gd name="T113" fmla="*/ 38 h 70"/>
              <a:gd name="T114" fmla="*/ 80 w 80"/>
              <a:gd name="T115" fmla="*/ 38 h 70"/>
              <a:gd name="T116" fmla="*/ 78 w 80"/>
              <a:gd name="T117" fmla="*/ 42 h 70"/>
              <a:gd name="T118" fmla="*/ 66 w 80"/>
              <a:gd name="T119" fmla="*/ 70 h 70"/>
              <a:gd name="T120" fmla="*/ 66 w 80"/>
              <a:gd name="T121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0" h="70">
                <a:moveTo>
                  <a:pt x="66" y="70"/>
                </a:moveTo>
                <a:lnTo>
                  <a:pt x="54" y="64"/>
                </a:lnTo>
                <a:lnTo>
                  <a:pt x="64" y="40"/>
                </a:lnTo>
                <a:lnTo>
                  <a:pt x="64" y="40"/>
                </a:lnTo>
                <a:lnTo>
                  <a:pt x="64" y="34"/>
                </a:lnTo>
                <a:lnTo>
                  <a:pt x="64" y="34"/>
                </a:lnTo>
                <a:lnTo>
                  <a:pt x="62" y="30"/>
                </a:lnTo>
                <a:lnTo>
                  <a:pt x="62" y="30"/>
                </a:lnTo>
                <a:lnTo>
                  <a:pt x="58" y="30"/>
                </a:lnTo>
                <a:lnTo>
                  <a:pt x="58" y="30"/>
                </a:lnTo>
                <a:lnTo>
                  <a:pt x="56" y="30"/>
                </a:lnTo>
                <a:lnTo>
                  <a:pt x="56" y="30"/>
                </a:lnTo>
                <a:lnTo>
                  <a:pt x="52" y="32"/>
                </a:lnTo>
                <a:lnTo>
                  <a:pt x="52" y="32"/>
                </a:lnTo>
                <a:lnTo>
                  <a:pt x="50" y="34"/>
                </a:lnTo>
                <a:lnTo>
                  <a:pt x="40" y="58"/>
                </a:lnTo>
                <a:lnTo>
                  <a:pt x="26" y="52"/>
                </a:lnTo>
                <a:lnTo>
                  <a:pt x="36" y="30"/>
                </a:lnTo>
                <a:lnTo>
                  <a:pt x="36" y="30"/>
                </a:lnTo>
                <a:lnTo>
                  <a:pt x="38" y="22"/>
                </a:lnTo>
                <a:lnTo>
                  <a:pt x="38" y="22"/>
                </a:lnTo>
                <a:lnTo>
                  <a:pt x="36" y="20"/>
                </a:lnTo>
                <a:lnTo>
                  <a:pt x="36" y="20"/>
                </a:lnTo>
                <a:lnTo>
                  <a:pt x="30" y="18"/>
                </a:lnTo>
                <a:lnTo>
                  <a:pt x="30" y="18"/>
                </a:lnTo>
                <a:lnTo>
                  <a:pt x="24" y="22"/>
                </a:lnTo>
                <a:lnTo>
                  <a:pt x="12" y="46"/>
                </a:lnTo>
                <a:lnTo>
                  <a:pt x="0" y="42"/>
                </a:lnTo>
                <a:lnTo>
                  <a:pt x="18" y="0"/>
                </a:lnTo>
                <a:lnTo>
                  <a:pt x="30" y="4"/>
                </a:lnTo>
                <a:lnTo>
                  <a:pt x="26" y="12"/>
                </a:lnTo>
                <a:lnTo>
                  <a:pt x="26" y="12"/>
                </a:lnTo>
                <a:lnTo>
                  <a:pt x="30" y="10"/>
                </a:lnTo>
                <a:lnTo>
                  <a:pt x="36" y="8"/>
                </a:lnTo>
                <a:lnTo>
                  <a:pt x="36" y="8"/>
                </a:lnTo>
                <a:lnTo>
                  <a:pt x="40" y="8"/>
                </a:lnTo>
                <a:lnTo>
                  <a:pt x="46" y="10"/>
                </a:lnTo>
                <a:lnTo>
                  <a:pt x="46" y="10"/>
                </a:lnTo>
                <a:lnTo>
                  <a:pt x="50" y="12"/>
                </a:lnTo>
                <a:lnTo>
                  <a:pt x="50" y="12"/>
                </a:lnTo>
                <a:lnTo>
                  <a:pt x="52" y="16"/>
                </a:lnTo>
                <a:lnTo>
                  <a:pt x="52" y="16"/>
                </a:lnTo>
                <a:lnTo>
                  <a:pt x="54" y="20"/>
                </a:lnTo>
                <a:lnTo>
                  <a:pt x="54" y="20"/>
                </a:lnTo>
                <a:lnTo>
                  <a:pt x="54" y="24"/>
                </a:lnTo>
                <a:lnTo>
                  <a:pt x="54" y="24"/>
                </a:lnTo>
                <a:lnTo>
                  <a:pt x="58" y="22"/>
                </a:lnTo>
                <a:lnTo>
                  <a:pt x="62" y="20"/>
                </a:lnTo>
                <a:lnTo>
                  <a:pt x="62" y="20"/>
                </a:lnTo>
                <a:lnTo>
                  <a:pt x="68" y="20"/>
                </a:lnTo>
                <a:lnTo>
                  <a:pt x="72" y="22"/>
                </a:lnTo>
                <a:lnTo>
                  <a:pt x="72" y="22"/>
                </a:lnTo>
                <a:lnTo>
                  <a:pt x="78" y="26"/>
                </a:lnTo>
                <a:lnTo>
                  <a:pt x="78" y="26"/>
                </a:lnTo>
                <a:lnTo>
                  <a:pt x="80" y="32"/>
                </a:lnTo>
                <a:lnTo>
                  <a:pt x="80" y="32"/>
                </a:lnTo>
                <a:lnTo>
                  <a:pt x="80" y="38"/>
                </a:lnTo>
                <a:lnTo>
                  <a:pt x="80" y="38"/>
                </a:lnTo>
                <a:lnTo>
                  <a:pt x="78" y="42"/>
                </a:lnTo>
                <a:lnTo>
                  <a:pt x="66" y="70"/>
                </a:lnTo>
                <a:lnTo>
                  <a:pt x="66" y="70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" name="Freeform 83"/>
          <p:cNvSpPr>
            <a:spLocks noEditPoints="1"/>
          </p:cNvSpPr>
          <p:nvPr/>
        </p:nvSpPr>
        <p:spPr bwMode="auto">
          <a:xfrm>
            <a:off x="3766080" y="2856971"/>
            <a:ext cx="76200" cy="79375"/>
          </a:xfrm>
          <a:custGeom>
            <a:avLst/>
            <a:gdLst>
              <a:gd name="T0" fmla="*/ 8 w 48"/>
              <a:gd name="T1" fmla="*/ 42 h 50"/>
              <a:gd name="T2" fmla="*/ 8 w 48"/>
              <a:gd name="T3" fmla="*/ 42 h 50"/>
              <a:gd name="T4" fmla="*/ 2 w 48"/>
              <a:gd name="T5" fmla="*/ 34 h 50"/>
              <a:gd name="T6" fmla="*/ 2 w 48"/>
              <a:gd name="T7" fmla="*/ 34 h 50"/>
              <a:gd name="T8" fmla="*/ 0 w 48"/>
              <a:gd name="T9" fmla="*/ 26 h 50"/>
              <a:gd name="T10" fmla="*/ 0 w 48"/>
              <a:gd name="T11" fmla="*/ 26 h 50"/>
              <a:gd name="T12" fmla="*/ 0 w 48"/>
              <a:gd name="T13" fmla="*/ 18 h 50"/>
              <a:gd name="T14" fmla="*/ 0 w 48"/>
              <a:gd name="T15" fmla="*/ 18 h 50"/>
              <a:gd name="T16" fmla="*/ 6 w 48"/>
              <a:gd name="T17" fmla="*/ 10 h 50"/>
              <a:gd name="T18" fmla="*/ 6 w 48"/>
              <a:gd name="T19" fmla="*/ 10 h 50"/>
              <a:gd name="T20" fmla="*/ 12 w 48"/>
              <a:gd name="T21" fmla="*/ 4 h 50"/>
              <a:gd name="T22" fmla="*/ 12 w 48"/>
              <a:gd name="T23" fmla="*/ 4 h 50"/>
              <a:gd name="T24" fmla="*/ 22 w 48"/>
              <a:gd name="T25" fmla="*/ 0 h 50"/>
              <a:gd name="T26" fmla="*/ 22 w 48"/>
              <a:gd name="T27" fmla="*/ 0 h 50"/>
              <a:gd name="T28" fmla="*/ 30 w 48"/>
              <a:gd name="T29" fmla="*/ 2 h 50"/>
              <a:gd name="T30" fmla="*/ 30 w 48"/>
              <a:gd name="T31" fmla="*/ 2 h 50"/>
              <a:gd name="T32" fmla="*/ 40 w 48"/>
              <a:gd name="T33" fmla="*/ 8 h 50"/>
              <a:gd name="T34" fmla="*/ 40 w 48"/>
              <a:gd name="T35" fmla="*/ 8 h 50"/>
              <a:gd name="T36" fmla="*/ 46 w 48"/>
              <a:gd name="T37" fmla="*/ 16 h 50"/>
              <a:gd name="T38" fmla="*/ 46 w 48"/>
              <a:gd name="T39" fmla="*/ 16 h 50"/>
              <a:gd name="T40" fmla="*/ 48 w 48"/>
              <a:gd name="T41" fmla="*/ 24 h 50"/>
              <a:gd name="T42" fmla="*/ 48 w 48"/>
              <a:gd name="T43" fmla="*/ 24 h 50"/>
              <a:gd name="T44" fmla="*/ 46 w 48"/>
              <a:gd name="T45" fmla="*/ 34 h 50"/>
              <a:gd name="T46" fmla="*/ 46 w 48"/>
              <a:gd name="T47" fmla="*/ 34 h 50"/>
              <a:gd name="T48" fmla="*/ 42 w 48"/>
              <a:gd name="T49" fmla="*/ 40 h 50"/>
              <a:gd name="T50" fmla="*/ 42 w 48"/>
              <a:gd name="T51" fmla="*/ 40 h 50"/>
              <a:gd name="T52" fmla="*/ 40 w 48"/>
              <a:gd name="T53" fmla="*/ 42 h 50"/>
              <a:gd name="T54" fmla="*/ 40 w 48"/>
              <a:gd name="T55" fmla="*/ 42 h 50"/>
              <a:gd name="T56" fmla="*/ 40 w 48"/>
              <a:gd name="T57" fmla="*/ 44 h 50"/>
              <a:gd name="T58" fmla="*/ 14 w 48"/>
              <a:gd name="T59" fmla="*/ 22 h 50"/>
              <a:gd name="T60" fmla="*/ 14 w 48"/>
              <a:gd name="T61" fmla="*/ 22 h 50"/>
              <a:gd name="T62" fmla="*/ 12 w 48"/>
              <a:gd name="T63" fmla="*/ 26 h 50"/>
              <a:gd name="T64" fmla="*/ 12 w 48"/>
              <a:gd name="T65" fmla="*/ 30 h 50"/>
              <a:gd name="T66" fmla="*/ 12 w 48"/>
              <a:gd name="T67" fmla="*/ 30 h 50"/>
              <a:gd name="T68" fmla="*/ 12 w 48"/>
              <a:gd name="T69" fmla="*/ 32 h 50"/>
              <a:gd name="T70" fmla="*/ 16 w 48"/>
              <a:gd name="T71" fmla="*/ 36 h 50"/>
              <a:gd name="T72" fmla="*/ 16 w 48"/>
              <a:gd name="T73" fmla="*/ 36 h 50"/>
              <a:gd name="T74" fmla="*/ 20 w 48"/>
              <a:gd name="T75" fmla="*/ 38 h 50"/>
              <a:gd name="T76" fmla="*/ 20 w 48"/>
              <a:gd name="T77" fmla="*/ 38 h 50"/>
              <a:gd name="T78" fmla="*/ 26 w 48"/>
              <a:gd name="T79" fmla="*/ 38 h 50"/>
              <a:gd name="T80" fmla="*/ 32 w 48"/>
              <a:gd name="T81" fmla="*/ 48 h 50"/>
              <a:gd name="T82" fmla="*/ 32 w 48"/>
              <a:gd name="T83" fmla="*/ 48 h 50"/>
              <a:gd name="T84" fmla="*/ 28 w 48"/>
              <a:gd name="T85" fmla="*/ 50 h 50"/>
              <a:gd name="T86" fmla="*/ 20 w 48"/>
              <a:gd name="T87" fmla="*/ 50 h 50"/>
              <a:gd name="T88" fmla="*/ 20 w 48"/>
              <a:gd name="T89" fmla="*/ 50 h 50"/>
              <a:gd name="T90" fmla="*/ 14 w 48"/>
              <a:gd name="T91" fmla="*/ 48 h 50"/>
              <a:gd name="T92" fmla="*/ 8 w 48"/>
              <a:gd name="T93" fmla="*/ 42 h 50"/>
              <a:gd name="T94" fmla="*/ 8 w 48"/>
              <a:gd name="T95" fmla="*/ 42 h 50"/>
              <a:gd name="T96" fmla="*/ 34 w 48"/>
              <a:gd name="T97" fmla="*/ 28 h 50"/>
              <a:gd name="T98" fmla="*/ 34 w 48"/>
              <a:gd name="T99" fmla="*/ 28 h 50"/>
              <a:gd name="T100" fmla="*/ 36 w 48"/>
              <a:gd name="T101" fmla="*/ 24 h 50"/>
              <a:gd name="T102" fmla="*/ 36 w 48"/>
              <a:gd name="T103" fmla="*/ 20 h 50"/>
              <a:gd name="T104" fmla="*/ 36 w 48"/>
              <a:gd name="T105" fmla="*/ 20 h 50"/>
              <a:gd name="T106" fmla="*/ 36 w 48"/>
              <a:gd name="T107" fmla="*/ 18 h 50"/>
              <a:gd name="T108" fmla="*/ 32 w 48"/>
              <a:gd name="T109" fmla="*/ 14 h 50"/>
              <a:gd name="T110" fmla="*/ 32 w 48"/>
              <a:gd name="T111" fmla="*/ 14 h 50"/>
              <a:gd name="T112" fmla="*/ 30 w 48"/>
              <a:gd name="T113" fmla="*/ 12 h 50"/>
              <a:gd name="T114" fmla="*/ 26 w 48"/>
              <a:gd name="T115" fmla="*/ 12 h 50"/>
              <a:gd name="T116" fmla="*/ 26 w 48"/>
              <a:gd name="T117" fmla="*/ 12 h 50"/>
              <a:gd name="T118" fmla="*/ 22 w 48"/>
              <a:gd name="T119" fmla="*/ 12 h 50"/>
              <a:gd name="T120" fmla="*/ 20 w 48"/>
              <a:gd name="T121" fmla="*/ 16 h 50"/>
              <a:gd name="T122" fmla="*/ 34 w 48"/>
              <a:gd name="T123" fmla="*/ 28 h 50"/>
              <a:gd name="T124" fmla="*/ 34 w 48"/>
              <a:gd name="T125" fmla="*/ 28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8" h="50">
                <a:moveTo>
                  <a:pt x="8" y="42"/>
                </a:moveTo>
                <a:lnTo>
                  <a:pt x="8" y="42"/>
                </a:lnTo>
                <a:lnTo>
                  <a:pt x="2" y="34"/>
                </a:lnTo>
                <a:lnTo>
                  <a:pt x="2" y="34"/>
                </a:lnTo>
                <a:lnTo>
                  <a:pt x="0" y="26"/>
                </a:lnTo>
                <a:lnTo>
                  <a:pt x="0" y="26"/>
                </a:lnTo>
                <a:lnTo>
                  <a:pt x="0" y="18"/>
                </a:lnTo>
                <a:lnTo>
                  <a:pt x="0" y="18"/>
                </a:lnTo>
                <a:lnTo>
                  <a:pt x="6" y="10"/>
                </a:lnTo>
                <a:lnTo>
                  <a:pt x="6" y="10"/>
                </a:lnTo>
                <a:lnTo>
                  <a:pt x="12" y="4"/>
                </a:lnTo>
                <a:lnTo>
                  <a:pt x="12" y="4"/>
                </a:lnTo>
                <a:lnTo>
                  <a:pt x="22" y="0"/>
                </a:lnTo>
                <a:lnTo>
                  <a:pt x="22" y="0"/>
                </a:lnTo>
                <a:lnTo>
                  <a:pt x="30" y="2"/>
                </a:lnTo>
                <a:lnTo>
                  <a:pt x="30" y="2"/>
                </a:lnTo>
                <a:lnTo>
                  <a:pt x="40" y="8"/>
                </a:lnTo>
                <a:lnTo>
                  <a:pt x="40" y="8"/>
                </a:lnTo>
                <a:lnTo>
                  <a:pt x="46" y="16"/>
                </a:lnTo>
                <a:lnTo>
                  <a:pt x="46" y="16"/>
                </a:lnTo>
                <a:lnTo>
                  <a:pt x="48" y="24"/>
                </a:lnTo>
                <a:lnTo>
                  <a:pt x="48" y="24"/>
                </a:lnTo>
                <a:lnTo>
                  <a:pt x="46" y="34"/>
                </a:lnTo>
                <a:lnTo>
                  <a:pt x="46" y="34"/>
                </a:lnTo>
                <a:lnTo>
                  <a:pt x="42" y="40"/>
                </a:lnTo>
                <a:lnTo>
                  <a:pt x="42" y="40"/>
                </a:lnTo>
                <a:lnTo>
                  <a:pt x="40" y="42"/>
                </a:lnTo>
                <a:lnTo>
                  <a:pt x="40" y="42"/>
                </a:lnTo>
                <a:lnTo>
                  <a:pt x="40" y="44"/>
                </a:lnTo>
                <a:lnTo>
                  <a:pt x="14" y="22"/>
                </a:lnTo>
                <a:lnTo>
                  <a:pt x="14" y="22"/>
                </a:lnTo>
                <a:lnTo>
                  <a:pt x="12" y="26"/>
                </a:lnTo>
                <a:lnTo>
                  <a:pt x="12" y="30"/>
                </a:lnTo>
                <a:lnTo>
                  <a:pt x="12" y="30"/>
                </a:lnTo>
                <a:lnTo>
                  <a:pt x="12" y="32"/>
                </a:lnTo>
                <a:lnTo>
                  <a:pt x="16" y="36"/>
                </a:lnTo>
                <a:lnTo>
                  <a:pt x="16" y="36"/>
                </a:lnTo>
                <a:lnTo>
                  <a:pt x="20" y="38"/>
                </a:lnTo>
                <a:lnTo>
                  <a:pt x="20" y="38"/>
                </a:lnTo>
                <a:lnTo>
                  <a:pt x="26" y="38"/>
                </a:lnTo>
                <a:lnTo>
                  <a:pt x="32" y="48"/>
                </a:lnTo>
                <a:lnTo>
                  <a:pt x="32" y="48"/>
                </a:lnTo>
                <a:lnTo>
                  <a:pt x="28" y="50"/>
                </a:lnTo>
                <a:lnTo>
                  <a:pt x="20" y="50"/>
                </a:lnTo>
                <a:lnTo>
                  <a:pt x="20" y="50"/>
                </a:lnTo>
                <a:lnTo>
                  <a:pt x="14" y="48"/>
                </a:lnTo>
                <a:lnTo>
                  <a:pt x="8" y="42"/>
                </a:lnTo>
                <a:lnTo>
                  <a:pt x="8" y="42"/>
                </a:lnTo>
                <a:close/>
                <a:moveTo>
                  <a:pt x="34" y="28"/>
                </a:moveTo>
                <a:lnTo>
                  <a:pt x="34" y="28"/>
                </a:lnTo>
                <a:lnTo>
                  <a:pt x="36" y="24"/>
                </a:lnTo>
                <a:lnTo>
                  <a:pt x="36" y="20"/>
                </a:lnTo>
                <a:lnTo>
                  <a:pt x="36" y="20"/>
                </a:lnTo>
                <a:lnTo>
                  <a:pt x="36" y="18"/>
                </a:lnTo>
                <a:lnTo>
                  <a:pt x="32" y="14"/>
                </a:lnTo>
                <a:lnTo>
                  <a:pt x="32" y="14"/>
                </a:lnTo>
                <a:lnTo>
                  <a:pt x="30" y="12"/>
                </a:lnTo>
                <a:lnTo>
                  <a:pt x="26" y="12"/>
                </a:lnTo>
                <a:lnTo>
                  <a:pt x="26" y="12"/>
                </a:lnTo>
                <a:lnTo>
                  <a:pt x="22" y="12"/>
                </a:lnTo>
                <a:lnTo>
                  <a:pt x="20" y="16"/>
                </a:lnTo>
                <a:lnTo>
                  <a:pt x="34" y="28"/>
                </a:lnTo>
                <a:lnTo>
                  <a:pt x="34" y="28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" name="Freeform 84"/>
          <p:cNvSpPr>
            <a:spLocks/>
          </p:cNvSpPr>
          <p:nvPr/>
        </p:nvSpPr>
        <p:spPr bwMode="auto">
          <a:xfrm>
            <a:off x="3845455" y="2920471"/>
            <a:ext cx="111125" cy="98425"/>
          </a:xfrm>
          <a:custGeom>
            <a:avLst/>
            <a:gdLst>
              <a:gd name="T0" fmla="*/ 60 w 70"/>
              <a:gd name="T1" fmla="*/ 50 h 62"/>
              <a:gd name="T2" fmla="*/ 50 w 70"/>
              <a:gd name="T3" fmla="*/ 34 h 62"/>
              <a:gd name="T4" fmla="*/ 8 w 70"/>
              <a:gd name="T5" fmla="*/ 62 h 62"/>
              <a:gd name="T6" fmla="*/ 0 w 70"/>
              <a:gd name="T7" fmla="*/ 50 h 62"/>
              <a:gd name="T8" fmla="*/ 42 w 70"/>
              <a:gd name="T9" fmla="*/ 22 h 62"/>
              <a:gd name="T10" fmla="*/ 32 w 70"/>
              <a:gd name="T11" fmla="*/ 6 h 62"/>
              <a:gd name="T12" fmla="*/ 42 w 70"/>
              <a:gd name="T13" fmla="*/ 0 h 62"/>
              <a:gd name="T14" fmla="*/ 70 w 70"/>
              <a:gd name="T15" fmla="*/ 44 h 62"/>
              <a:gd name="T16" fmla="*/ 60 w 70"/>
              <a:gd name="T17" fmla="*/ 50 h 62"/>
              <a:gd name="T18" fmla="*/ 60 w 70"/>
              <a:gd name="T19" fmla="*/ 5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0" h="62">
                <a:moveTo>
                  <a:pt x="60" y="50"/>
                </a:moveTo>
                <a:lnTo>
                  <a:pt x="50" y="34"/>
                </a:lnTo>
                <a:lnTo>
                  <a:pt x="8" y="62"/>
                </a:lnTo>
                <a:lnTo>
                  <a:pt x="0" y="50"/>
                </a:lnTo>
                <a:lnTo>
                  <a:pt x="42" y="22"/>
                </a:lnTo>
                <a:lnTo>
                  <a:pt x="32" y="6"/>
                </a:lnTo>
                <a:lnTo>
                  <a:pt x="42" y="0"/>
                </a:lnTo>
                <a:lnTo>
                  <a:pt x="70" y="44"/>
                </a:lnTo>
                <a:lnTo>
                  <a:pt x="60" y="50"/>
                </a:lnTo>
                <a:lnTo>
                  <a:pt x="60" y="50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" name="Freeform 85"/>
          <p:cNvSpPr>
            <a:spLocks noEditPoints="1"/>
          </p:cNvSpPr>
          <p:nvPr/>
        </p:nvSpPr>
        <p:spPr bwMode="auto">
          <a:xfrm>
            <a:off x="3880380" y="3018896"/>
            <a:ext cx="76200" cy="79375"/>
          </a:xfrm>
          <a:custGeom>
            <a:avLst/>
            <a:gdLst>
              <a:gd name="T0" fmla="*/ 2 w 48"/>
              <a:gd name="T1" fmla="*/ 32 h 50"/>
              <a:gd name="T2" fmla="*/ 2 w 48"/>
              <a:gd name="T3" fmla="*/ 32 h 50"/>
              <a:gd name="T4" fmla="*/ 0 w 48"/>
              <a:gd name="T5" fmla="*/ 22 h 50"/>
              <a:gd name="T6" fmla="*/ 0 w 48"/>
              <a:gd name="T7" fmla="*/ 22 h 50"/>
              <a:gd name="T8" fmla="*/ 2 w 48"/>
              <a:gd name="T9" fmla="*/ 12 h 50"/>
              <a:gd name="T10" fmla="*/ 2 w 48"/>
              <a:gd name="T11" fmla="*/ 12 h 50"/>
              <a:gd name="T12" fmla="*/ 8 w 48"/>
              <a:gd name="T13" fmla="*/ 6 h 50"/>
              <a:gd name="T14" fmla="*/ 8 w 48"/>
              <a:gd name="T15" fmla="*/ 6 h 50"/>
              <a:gd name="T16" fmla="*/ 16 w 48"/>
              <a:gd name="T17" fmla="*/ 2 h 50"/>
              <a:gd name="T18" fmla="*/ 16 w 48"/>
              <a:gd name="T19" fmla="*/ 2 h 50"/>
              <a:gd name="T20" fmla="*/ 26 w 48"/>
              <a:gd name="T21" fmla="*/ 0 h 50"/>
              <a:gd name="T22" fmla="*/ 26 w 48"/>
              <a:gd name="T23" fmla="*/ 0 h 50"/>
              <a:gd name="T24" fmla="*/ 34 w 48"/>
              <a:gd name="T25" fmla="*/ 2 h 50"/>
              <a:gd name="T26" fmla="*/ 34 w 48"/>
              <a:gd name="T27" fmla="*/ 2 h 50"/>
              <a:gd name="T28" fmla="*/ 42 w 48"/>
              <a:gd name="T29" fmla="*/ 8 h 50"/>
              <a:gd name="T30" fmla="*/ 42 w 48"/>
              <a:gd name="T31" fmla="*/ 8 h 50"/>
              <a:gd name="T32" fmla="*/ 46 w 48"/>
              <a:gd name="T33" fmla="*/ 18 h 50"/>
              <a:gd name="T34" fmla="*/ 46 w 48"/>
              <a:gd name="T35" fmla="*/ 18 h 50"/>
              <a:gd name="T36" fmla="*/ 48 w 48"/>
              <a:gd name="T37" fmla="*/ 28 h 50"/>
              <a:gd name="T38" fmla="*/ 48 w 48"/>
              <a:gd name="T39" fmla="*/ 28 h 50"/>
              <a:gd name="T40" fmla="*/ 46 w 48"/>
              <a:gd name="T41" fmla="*/ 36 h 50"/>
              <a:gd name="T42" fmla="*/ 46 w 48"/>
              <a:gd name="T43" fmla="*/ 36 h 50"/>
              <a:gd name="T44" fmla="*/ 40 w 48"/>
              <a:gd name="T45" fmla="*/ 44 h 50"/>
              <a:gd name="T46" fmla="*/ 40 w 48"/>
              <a:gd name="T47" fmla="*/ 44 h 50"/>
              <a:gd name="T48" fmla="*/ 32 w 48"/>
              <a:gd name="T49" fmla="*/ 48 h 50"/>
              <a:gd name="T50" fmla="*/ 32 w 48"/>
              <a:gd name="T51" fmla="*/ 48 h 50"/>
              <a:gd name="T52" fmla="*/ 30 w 48"/>
              <a:gd name="T53" fmla="*/ 48 h 50"/>
              <a:gd name="T54" fmla="*/ 30 w 48"/>
              <a:gd name="T55" fmla="*/ 48 h 50"/>
              <a:gd name="T56" fmla="*/ 28 w 48"/>
              <a:gd name="T57" fmla="*/ 48 h 50"/>
              <a:gd name="T58" fmla="*/ 18 w 48"/>
              <a:gd name="T59" fmla="*/ 16 h 50"/>
              <a:gd name="T60" fmla="*/ 18 w 48"/>
              <a:gd name="T61" fmla="*/ 16 h 50"/>
              <a:gd name="T62" fmla="*/ 14 w 48"/>
              <a:gd name="T63" fmla="*/ 20 h 50"/>
              <a:gd name="T64" fmla="*/ 12 w 48"/>
              <a:gd name="T65" fmla="*/ 22 h 50"/>
              <a:gd name="T66" fmla="*/ 12 w 48"/>
              <a:gd name="T67" fmla="*/ 22 h 50"/>
              <a:gd name="T68" fmla="*/ 10 w 48"/>
              <a:gd name="T69" fmla="*/ 26 h 50"/>
              <a:gd name="T70" fmla="*/ 12 w 48"/>
              <a:gd name="T71" fmla="*/ 30 h 50"/>
              <a:gd name="T72" fmla="*/ 12 w 48"/>
              <a:gd name="T73" fmla="*/ 30 h 50"/>
              <a:gd name="T74" fmla="*/ 14 w 48"/>
              <a:gd name="T75" fmla="*/ 34 h 50"/>
              <a:gd name="T76" fmla="*/ 14 w 48"/>
              <a:gd name="T77" fmla="*/ 34 h 50"/>
              <a:gd name="T78" fmla="*/ 20 w 48"/>
              <a:gd name="T79" fmla="*/ 36 h 50"/>
              <a:gd name="T80" fmla="*/ 20 w 48"/>
              <a:gd name="T81" fmla="*/ 50 h 50"/>
              <a:gd name="T82" fmla="*/ 20 w 48"/>
              <a:gd name="T83" fmla="*/ 50 h 50"/>
              <a:gd name="T84" fmla="*/ 14 w 48"/>
              <a:gd name="T85" fmla="*/ 48 h 50"/>
              <a:gd name="T86" fmla="*/ 10 w 48"/>
              <a:gd name="T87" fmla="*/ 44 h 50"/>
              <a:gd name="T88" fmla="*/ 10 w 48"/>
              <a:gd name="T89" fmla="*/ 44 h 50"/>
              <a:gd name="T90" fmla="*/ 6 w 48"/>
              <a:gd name="T91" fmla="*/ 38 h 50"/>
              <a:gd name="T92" fmla="*/ 2 w 48"/>
              <a:gd name="T93" fmla="*/ 32 h 50"/>
              <a:gd name="T94" fmla="*/ 2 w 48"/>
              <a:gd name="T95" fmla="*/ 32 h 50"/>
              <a:gd name="T96" fmla="*/ 32 w 48"/>
              <a:gd name="T97" fmla="*/ 32 h 50"/>
              <a:gd name="T98" fmla="*/ 32 w 48"/>
              <a:gd name="T99" fmla="*/ 32 h 50"/>
              <a:gd name="T100" fmla="*/ 34 w 48"/>
              <a:gd name="T101" fmla="*/ 30 h 50"/>
              <a:gd name="T102" fmla="*/ 36 w 48"/>
              <a:gd name="T103" fmla="*/ 28 h 50"/>
              <a:gd name="T104" fmla="*/ 36 w 48"/>
              <a:gd name="T105" fmla="*/ 28 h 50"/>
              <a:gd name="T106" fmla="*/ 38 w 48"/>
              <a:gd name="T107" fmla="*/ 24 h 50"/>
              <a:gd name="T108" fmla="*/ 38 w 48"/>
              <a:gd name="T109" fmla="*/ 20 h 50"/>
              <a:gd name="T110" fmla="*/ 38 w 48"/>
              <a:gd name="T111" fmla="*/ 20 h 50"/>
              <a:gd name="T112" fmla="*/ 36 w 48"/>
              <a:gd name="T113" fmla="*/ 16 h 50"/>
              <a:gd name="T114" fmla="*/ 32 w 48"/>
              <a:gd name="T115" fmla="*/ 14 h 50"/>
              <a:gd name="T116" fmla="*/ 32 w 48"/>
              <a:gd name="T117" fmla="*/ 14 h 50"/>
              <a:gd name="T118" fmla="*/ 30 w 48"/>
              <a:gd name="T119" fmla="*/ 14 h 50"/>
              <a:gd name="T120" fmla="*/ 26 w 48"/>
              <a:gd name="T121" fmla="*/ 14 h 50"/>
              <a:gd name="T122" fmla="*/ 32 w 48"/>
              <a:gd name="T123" fmla="*/ 32 h 50"/>
              <a:gd name="T124" fmla="*/ 32 w 48"/>
              <a:gd name="T125" fmla="*/ 32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8" h="50">
                <a:moveTo>
                  <a:pt x="2" y="32"/>
                </a:moveTo>
                <a:lnTo>
                  <a:pt x="2" y="32"/>
                </a:lnTo>
                <a:lnTo>
                  <a:pt x="0" y="22"/>
                </a:lnTo>
                <a:lnTo>
                  <a:pt x="0" y="22"/>
                </a:lnTo>
                <a:lnTo>
                  <a:pt x="2" y="12"/>
                </a:lnTo>
                <a:lnTo>
                  <a:pt x="2" y="12"/>
                </a:lnTo>
                <a:lnTo>
                  <a:pt x="8" y="6"/>
                </a:lnTo>
                <a:lnTo>
                  <a:pt x="8" y="6"/>
                </a:lnTo>
                <a:lnTo>
                  <a:pt x="16" y="2"/>
                </a:lnTo>
                <a:lnTo>
                  <a:pt x="16" y="2"/>
                </a:lnTo>
                <a:lnTo>
                  <a:pt x="26" y="0"/>
                </a:lnTo>
                <a:lnTo>
                  <a:pt x="26" y="0"/>
                </a:lnTo>
                <a:lnTo>
                  <a:pt x="34" y="2"/>
                </a:lnTo>
                <a:lnTo>
                  <a:pt x="34" y="2"/>
                </a:lnTo>
                <a:lnTo>
                  <a:pt x="42" y="8"/>
                </a:lnTo>
                <a:lnTo>
                  <a:pt x="42" y="8"/>
                </a:lnTo>
                <a:lnTo>
                  <a:pt x="46" y="18"/>
                </a:lnTo>
                <a:lnTo>
                  <a:pt x="46" y="18"/>
                </a:lnTo>
                <a:lnTo>
                  <a:pt x="48" y="28"/>
                </a:lnTo>
                <a:lnTo>
                  <a:pt x="48" y="28"/>
                </a:lnTo>
                <a:lnTo>
                  <a:pt x="46" y="36"/>
                </a:lnTo>
                <a:lnTo>
                  <a:pt x="46" y="36"/>
                </a:lnTo>
                <a:lnTo>
                  <a:pt x="40" y="44"/>
                </a:lnTo>
                <a:lnTo>
                  <a:pt x="40" y="44"/>
                </a:lnTo>
                <a:lnTo>
                  <a:pt x="32" y="48"/>
                </a:lnTo>
                <a:lnTo>
                  <a:pt x="32" y="48"/>
                </a:lnTo>
                <a:lnTo>
                  <a:pt x="30" y="48"/>
                </a:lnTo>
                <a:lnTo>
                  <a:pt x="30" y="48"/>
                </a:lnTo>
                <a:lnTo>
                  <a:pt x="28" y="48"/>
                </a:lnTo>
                <a:lnTo>
                  <a:pt x="18" y="16"/>
                </a:lnTo>
                <a:lnTo>
                  <a:pt x="18" y="16"/>
                </a:lnTo>
                <a:lnTo>
                  <a:pt x="14" y="20"/>
                </a:lnTo>
                <a:lnTo>
                  <a:pt x="12" y="22"/>
                </a:lnTo>
                <a:lnTo>
                  <a:pt x="12" y="22"/>
                </a:lnTo>
                <a:lnTo>
                  <a:pt x="10" y="26"/>
                </a:lnTo>
                <a:lnTo>
                  <a:pt x="12" y="30"/>
                </a:lnTo>
                <a:lnTo>
                  <a:pt x="12" y="30"/>
                </a:lnTo>
                <a:lnTo>
                  <a:pt x="14" y="34"/>
                </a:lnTo>
                <a:lnTo>
                  <a:pt x="14" y="34"/>
                </a:lnTo>
                <a:lnTo>
                  <a:pt x="20" y="36"/>
                </a:lnTo>
                <a:lnTo>
                  <a:pt x="20" y="50"/>
                </a:lnTo>
                <a:lnTo>
                  <a:pt x="20" y="50"/>
                </a:lnTo>
                <a:lnTo>
                  <a:pt x="14" y="48"/>
                </a:lnTo>
                <a:lnTo>
                  <a:pt x="10" y="44"/>
                </a:lnTo>
                <a:lnTo>
                  <a:pt x="10" y="44"/>
                </a:lnTo>
                <a:lnTo>
                  <a:pt x="6" y="38"/>
                </a:lnTo>
                <a:lnTo>
                  <a:pt x="2" y="32"/>
                </a:lnTo>
                <a:lnTo>
                  <a:pt x="2" y="32"/>
                </a:lnTo>
                <a:close/>
                <a:moveTo>
                  <a:pt x="32" y="32"/>
                </a:moveTo>
                <a:lnTo>
                  <a:pt x="32" y="32"/>
                </a:lnTo>
                <a:lnTo>
                  <a:pt x="34" y="30"/>
                </a:lnTo>
                <a:lnTo>
                  <a:pt x="36" y="28"/>
                </a:lnTo>
                <a:lnTo>
                  <a:pt x="36" y="28"/>
                </a:lnTo>
                <a:lnTo>
                  <a:pt x="38" y="24"/>
                </a:lnTo>
                <a:lnTo>
                  <a:pt x="38" y="20"/>
                </a:lnTo>
                <a:lnTo>
                  <a:pt x="38" y="20"/>
                </a:lnTo>
                <a:lnTo>
                  <a:pt x="36" y="16"/>
                </a:lnTo>
                <a:lnTo>
                  <a:pt x="32" y="14"/>
                </a:lnTo>
                <a:lnTo>
                  <a:pt x="32" y="14"/>
                </a:lnTo>
                <a:lnTo>
                  <a:pt x="30" y="14"/>
                </a:lnTo>
                <a:lnTo>
                  <a:pt x="26" y="14"/>
                </a:lnTo>
                <a:lnTo>
                  <a:pt x="32" y="32"/>
                </a:lnTo>
                <a:lnTo>
                  <a:pt x="32" y="32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" name="Freeform 86"/>
          <p:cNvSpPr>
            <a:spLocks/>
          </p:cNvSpPr>
          <p:nvPr/>
        </p:nvSpPr>
        <p:spPr bwMode="auto">
          <a:xfrm>
            <a:off x="3899430" y="3095096"/>
            <a:ext cx="82550" cy="85725"/>
          </a:xfrm>
          <a:custGeom>
            <a:avLst/>
            <a:gdLst>
              <a:gd name="T0" fmla="*/ 48 w 52"/>
              <a:gd name="T1" fmla="*/ 14 h 54"/>
              <a:gd name="T2" fmla="*/ 36 w 52"/>
              <a:gd name="T3" fmla="*/ 24 h 54"/>
              <a:gd name="T4" fmla="*/ 34 w 52"/>
              <a:gd name="T5" fmla="*/ 26 h 54"/>
              <a:gd name="T6" fmla="*/ 36 w 52"/>
              <a:gd name="T7" fmla="*/ 26 h 54"/>
              <a:gd name="T8" fmla="*/ 50 w 52"/>
              <a:gd name="T9" fmla="*/ 32 h 54"/>
              <a:gd name="T10" fmla="*/ 52 w 52"/>
              <a:gd name="T11" fmla="*/ 46 h 54"/>
              <a:gd name="T12" fmla="*/ 28 w 52"/>
              <a:gd name="T13" fmla="*/ 34 h 54"/>
              <a:gd name="T14" fmla="*/ 8 w 52"/>
              <a:gd name="T15" fmla="*/ 54 h 54"/>
              <a:gd name="T16" fmla="*/ 6 w 52"/>
              <a:gd name="T17" fmla="*/ 40 h 54"/>
              <a:gd name="T18" fmla="*/ 16 w 52"/>
              <a:gd name="T19" fmla="*/ 30 h 54"/>
              <a:gd name="T20" fmla="*/ 18 w 52"/>
              <a:gd name="T21" fmla="*/ 28 h 54"/>
              <a:gd name="T22" fmla="*/ 16 w 52"/>
              <a:gd name="T23" fmla="*/ 28 h 54"/>
              <a:gd name="T24" fmla="*/ 2 w 52"/>
              <a:gd name="T25" fmla="*/ 22 h 54"/>
              <a:gd name="T26" fmla="*/ 0 w 52"/>
              <a:gd name="T27" fmla="*/ 6 h 54"/>
              <a:gd name="T28" fmla="*/ 26 w 52"/>
              <a:gd name="T29" fmla="*/ 20 h 54"/>
              <a:gd name="T30" fmla="*/ 46 w 52"/>
              <a:gd name="T31" fmla="*/ 0 h 54"/>
              <a:gd name="T32" fmla="*/ 48 w 52"/>
              <a:gd name="T33" fmla="*/ 14 h 54"/>
              <a:gd name="T34" fmla="*/ 48 w 52"/>
              <a:gd name="T35" fmla="*/ 1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2" h="54">
                <a:moveTo>
                  <a:pt x="48" y="14"/>
                </a:moveTo>
                <a:lnTo>
                  <a:pt x="36" y="24"/>
                </a:lnTo>
                <a:lnTo>
                  <a:pt x="34" y="26"/>
                </a:lnTo>
                <a:lnTo>
                  <a:pt x="36" y="26"/>
                </a:lnTo>
                <a:lnTo>
                  <a:pt x="50" y="32"/>
                </a:lnTo>
                <a:lnTo>
                  <a:pt x="52" y="46"/>
                </a:lnTo>
                <a:lnTo>
                  <a:pt x="28" y="34"/>
                </a:lnTo>
                <a:lnTo>
                  <a:pt x="8" y="54"/>
                </a:lnTo>
                <a:lnTo>
                  <a:pt x="6" y="40"/>
                </a:lnTo>
                <a:lnTo>
                  <a:pt x="16" y="30"/>
                </a:lnTo>
                <a:lnTo>
                  <a:pt x="18" y="28"/>
                </a:lnTo>
                <a:lnTo>
                  <a:pt x="16" y="28"/>
                </a:lnTo>
                <a:lnTo>
                  <a:pt x="2" y="22"/>
                </a:lnTo>
                <a:lnTo>
                  <a:pt x="0" y="6"/>
                </a:lnTo>
                <a:lnTo>
                  <a:pt x="26" y="20"/>
                </a:lnTo>
                <a:lnTo>
                  <a:pt x="46" y="0"/>
                </a:lnTo>
                <a:lnTo>
                  <a:pt x="48" y="14"/>
                </a:lnTo>
                <a:lnTo>
                  <a:pt x="48" y="14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" name="Freeform 87"/>
          <p:cNvSpPr>
            <a:spLocks/>
          </p:cNvSpPr>
          <p:nvPr/>
        </p:nvSpPr>
        <p:spPr bwMode="auto">
          <a:xfrm>
            <a:off x="3908955" y="3183996"/>
            <a:ext cx="98425" cy="50800"/>
          </a:xfrm>
          <a:custGeom>
            <a:avLst/>
            <a:gdLst>
              <a:gd name="T0" fmla="*/ 4 w 62"/>
              <a:gd name="T1" fmla="*/ 32 h 32"/>
              <a:gd name="T2" fmla="*/ 4 w 62"/>
              <a:gd name="T3" fmla="*/ 32 h 32"/>
              <a:gd name="T4" fmla="*/ 2 w 62"/>
              <a:gd name="T5" fmla="*/ 26 h 32"/>
              <a:gd name="T6" fmla="*/ 2 w 62"/>
              <a:gd name="T7" fmla="*/ 26 h 32"/>
              <a:gd name="T8" fmla="*/ 0 w 62"/>
              <a:gd name="T9" fmla="*/ 18 h 32"/>
              <a:gd name="T10" fmla="*/ 0 w 62"/>
              <a:gd name="T11" fmla="*/ 18 h 32"/>
              <a:gd name="T12" fmla="*/ 2 w 62"/>
              <a:gd name="T13" fmla="*/ 12 h 32"/>
              <a:gd name="T14" fmla="*/ 2 w 62"/>
              <a:gd name="T15" fmla="*/ 12 h 32"/>
              <a:gd name="T16" fmla="*/ 4 w 62"/>
              <a:gd name="T17" fmla="*/ 8 h 32"/>
              <a:gd name="T18" fmla="*/ 4 w 62"/>
              <a:gd name="T19" fmla="*/ 8 h 32"/>
              <a:gd name="T20" fmla="*/ 8 w 62"/>
              <a:gd name="T21" fmla="*/ 6 h 32"/>
              <a:gd name="T22" fmla="*/ 8 w 62"/>
              <a:gd name="T23" fmla="*/ 6 h 32"/>
              <a:gd name="T24" fmla="*/ 14 w 62"/>
              <a:gd name="T25" fmla="*/ 6 h 32"/>
              <a:gd name="T26" fmla="*/ 38 w 62"/>
              <a:gd name="T27" fmla="*/ 6 h 32"/>
              <a:gd name="T28" fmla="*/ 38 w 62"/>
              <a:gd name="T29" fmla="*/ 0 h 32"/>
              <a:gd name="T30" fmla="*/ 48 w 62"/>
              <a:gd name="T31" fmla="*/ 0 h 32"/>
              <a:gd name="T32" fmla="*/ 48 w 62"/>
              <a:gd name="T33" fmla="*/ 6 h 32"/>
              <a:gd name="T34" fmla="*/ 62 w 62"/>
              <a:gd name="T35" fmla="*/ 8 h 32"/>
              <a:gd name="T36" fmla="*/ 62 w 62"/>
              <a:gd name="T37" fmla="*/ 20 h 32"/>
              <a:gd name="T38" fmla="*/ 48 w 62"/>
              <a:gd name="T39" fmla="*/ 20 h 32"/>
              <a:gd name="T40" fmla="*/ 46 w 62"/>
              <a:gd name="T41" fmla="*/ 30 h 32"/>
              <a:gd name="T42" fmla="*/ 36 w 62"/>
              <a:gd name="T43" fmla="*/ 30 h 32"/>
              <a:gd name="T44" fmla="*/ 36 w 62"/>
              <a:gd name="T45" fmla="*/ 20 h 32"/>
              <a:gd name="T46" fmla="*/ 18 w 62"/>
              <a:gd name="T47" fmla="*/ 20 h 32"/>
              <a:gd name="T48" fmla="*/ 18 w 62"/>
              <a:gd name="T49" fmla="*/ 20 h 32"/>
              <a:gd name="T50" fmla="*/ 14 w 62"/>
              <a:gd name="T51" fmla="*/ 20 h 32"/>
              <a:gd name="T52" fmla="*/ 14 w 62"/>
              <a:gd name="T53" fmla="*/ 20 h 32"/>
              <a:gd name="T54" fmla="*/ 14 w 62"/>
              <a:gd name="T55" fmla="*/ 24 h 32"/>
              <a:gd name="T56" fmla="*/ 14 w 62"/>
              <a:gd name="T57" fmla="*/ 24 h 32"/>
              <a:gd name="T58" fmla="*/ 14 w 62"/>
              <a:gd name="T59" fmla="*/ 26 h 32"/>
              <a:gd name="T60" fmla="*/ 14 w 62"/>
              <a:gd name="T61" fmla="*/ 26 h 32"/>
              <a:gd name="T62" fmla="*/ 14 w 62"/>
              <a:gd name="T63" fmla="*/ 30 h 32"/>
              <a:gd name="T64" fmla="*/ 4 w 62"/>
              <a:gd name="T65" fmla="*/ 32 h 32"/>
              <a:gd name="T66" fmla="*/ 4 w 62"/>
              <a:gd name="T67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2" h="32">
                <a:moveTo>
                  <a:pt x="4" y="32"/>
                </a:moveTo>
                <a:lnTo>
                  <a:pt x="4" y="32"/>
                </a:lnTo>
                <a:lnTo>
                  <a:pt x="2" y="26"/>
                </a:lnTo>
                <a:lnTo>
                  <a:pt x="2" y="26"/>
                </a:lnTo>
                <a:lnTo>
                  <a:pt x="0" y="18"/>
                </a:lnTo>
                <a:lnTo>
                  <a:pt x="0" y="18"/>
                </a:lnTo>
                <a:lnTo>
                  <a:pt x="2" y="12"/>
                </a:lnTo>
                <a:lnTo>
                  <a:pt x="2" y="12"/>
                </a:lnTo>
                <a:lnTo>
                  <a:pt x="4" y="8"/>
                </a:lnTo>
                <a:lnTo>
                  <a:pt x="4" y="8"/>
                </a:lnTo>
                <a:lnTo>
                  <a:pt x="8" y="6"/>
                </a:lnTo>
                <a:lnTo>
                  <a:pt x="8" y="6"/>
                </a:lnTo>
                <a:lnTo>
                  <a:pt x="14" y="6"/>
                </a:lnTo>
                <a:lnTo>
                  <a:pt x="38" y="6"/>
                </a:lnTo>
                <a:lnTo>
                  <a:pt x="38" y="0"/>
                </a:lnTo>
                <a:lnTo>
                  <a:pt x="48" y="0"/>
                </a:lnTo>
                <a:lnTo>
                  <a:pt x="48" y="6"/>
                </a:lnTo>
                <a:lnTo>
                  <a:pt x="62" y="8"/>
                </a:lnTo>
                <a:lnTo>
                  <a:pt x="62" y="20"/>
                </a:lnTo>
                <a:lnTo>
                  <a:pt x="48" y="20"/>
                </a:lnTo>
                <a:lnTo>
                  <a:pt x="46" y="30"/>
                </a:lnTo>
                <a:lnTo>
                  <a:pt x="36" y="30"/>
                </a:lnTo>
                <a:lnTo>
                  <a:pt x="36" y="20"/>
                </a:lnTo>
                <a:lnTo>
                  <a:pt x="18" y="20"/>
                </a:lnTo>
                <a:lnTo>
                  <a:pt x="18" y="20"/>
                </a:lnTo>
                <a:lnTo>
                  <a:pt x="14" y="20"/>
                </a:lnTo>
                <a:lnTo>
                  <a:pt x="14" y="20"/>
                </a:lnTo>
                <a:lnTo>
                  <a:pt x="14" y="24"/>
                </a:lnTo>
                <a:lnTo>
                  <a:pt x="14" y="24"/>
                </a:lnTo>
                <a:lnTo>
                  <a:pt x="14" y="26"/>
                </a:lnTo>
                <a:lnTo>
                  <a:pt x="14" y="26"/>
                </a:lnTo>
                <a:lnTo>
                  <a:pt x="14" y="30"/>
                </a:lnTo>
                <a:lnTo>
                  <a:pt x="4" y="32"/>
                </a:lnTo>
                <a:lnTo>
                  <a:pt x="4" y="32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" name="Freeform 88"/>
          <p:cNvSpPr>
            <a:spLocks/>
          </p:cNvSpPr>
          <p:nvPr/>
        </p:nvSpPr>
        <p:spPr bwMode="auto">
          <a:xfrm>
            <a:off x="3905780" y="4892146"/>
            <a:ext cx="98425" cy="76200"/>
          </a:xfrm>
          <a:custGeom>
            <a:avLst/>
            <a:gdLst>
              <a:gd name="T0" fmla="*/ 44 w 62"/>
              <a:gd name="T1" fmla="*/ 38 h 48"/>
              <a:gd name="T2" fmla="*/ 46 w 62"/>
              <a:gd name="T3" fmla="*/ 36 h 48"/>
              <a:gd name="T4" fmla="*/ 48 w 62"/>
              <a:gd name="T5" fmla="*/ 32 h 48"/>
              <a:gd name="T6" fmla="*/ 48 w 62"/>
              <a:gd name="T7" fmla="*/ 28 h 48"/>
              <a:gd name="T8" fmla="*/ 50 w 62"/>
              <a:gd name="T9" fmla="*/ 22 h 48"/>
              <a:gd name="T10" fmla="*/ 44 w 62"/>
              <a:gd name="T11" fmla="*/ 14 h 48"/>
              <a:gd name="T12" fmla="*/ 40 w 62"/>
              <a:gd name="T13" fmla="*/ 16 h 48"/>
              <a:gd name="T14" fmla="*/ 40 w 62"/>
              <a:gd name="T15" fmla="*/ 18 h 48"/>
              <a:gd name="T16" fmla="*/ 38 w 62"/>
              <a:gd name="T17" fmla="*/ 22 h 48"/>
              <a:gd name="T18" fmla="*/ 36 w 62"/>
              <a:gd name="T19" fmla="*/ 28 h 48"/>
              <a:gd name="T20" fmla="*/ 34 w 62"/>
              <a:gd name="T21" fmla="*/ 36 h 48"/>
              <a:gd name="T22" fmla="*/ 32 w 62"/>
              <a:gd name="T23" fmla="*/ 42 h 48"/>
              <a:gd name="T24" fmla="*/ 26 w 62"/>
              <a:gd name="T25" fmla="*/ 46 h 48"/>
              <a:gd name="T26" fmla="*/ 20 w 62"/>
              <a:gd name="T27" fmla="*/ 48 h 48"/>
              <a:gd name="T28" fmla="*/ 10 w 62"/>
              <a:gd name="T29" fmla="*/ 48 h 48"/>
              <a:gd name="T30" fmla="*/ 4 w 62"/>
              <a:gd name="T31" fmla="*/ 42 h 48"/>
              <a:gd name="T32" fmla="*/ 0 w 62"/>
              <a:gd name="T33" fmla="*/ 36 h 48"/>
              <a:gd name="T34" fmla="*/ 0 w 62"/>
              <a:gd name="T35" fmla="*/ 26 h 48"/>
              <a:gd name="T36" fmla="*/ 0 w 62"/>
              <a:gd name="T37" fmla="*/ 20 h 48"/>
              <a:gd name="T38" fmla="*/ 0 w 62"/>
              <a:gd name="T39" fmla="*/ 12 h 48"/>
              <a:gd name="T40" fmla="*/ 2 w 62"/>
              <a:gd name="T41" fmla="*/ 6 h 48"/>
              <a:gd name="T42" fmla="*/ 4 w 62"/>
              <a:gd name="T43" fmla="*/ 0 h 48"/>
              <a:gd name="T44" fmla="*/ 18 w 62"/>
              <a:gd name="T45" fmla="*/ 6 h 48"/>
              <a:gd name="T46" fmla="*/ 16 w 62"/>
              <a:gd name="T47" fmla="*/ 8 h 48"/>
              <a:gd name="T48" fmla="*/ 14 w 62"/>
              <a:gd name="T49" fmla="*/ 12 h 48"/>
              <a:gd name="T50" fmla="*/ 12 w 62"/>
              <a:gd name="T51" fmla="*/ 18 h 48"/>
              <a:gd name="T52" fmla="*/ 12 w 62"/>
              <a:gd name="T53" fmla="*/ 26 h 48"/>
              <a:gd name="T54" fmla="*/ 16 w 62"/>
              <a:gd name="T55" fmla="*/ 34 h 48"/>
              <a:gd name="T56" fmla="*/ 20 w 62"/>
              <a:gd name="T57" fmla="*/ 32 h 48"/>
              <a:gd name="T58" fmla="*/ 22 w 62"/>
              <a:gd name="T59" fmla="*/ 28 h 48"/>
              <a:gd name="T60" fmla="*/ 24 w 62"/>
              <a:gd name="T61" fmla="*/ 24 h 48"/>
              <a:gd name="T62" fmla="*/ 24 w 62"/>
              <a:gd name="T63" fmla="*/ 18 h 48"/>
              <a:gd name="T64" fmla="*/ 26 w 62"/>
              <a:gd name="T65" fmla="*/ 10 h 48"/>
              <a:gd name="T66" fmla="*/ 30 w 62"/>
              <a:gd name="T67" fmla="*/ 4 h 48"/>
              <a:gd name="T68" fmla="*/ 34 w 62"/>
              <a:gd name="T69" fmla="*/ 2 h 48"/>
              <a:gd name="T70" fmla="*/ 40 w 62"/>
              <a:gd name="T71" fmla="*/ 0 h 48"/>
              <a:gd name="T72" fmla="*/ 48 w 62"/>
              <a:gd name="T73" fmla="*/ 2 h 48"/>
              <a:gd name="T74" fmla="*/ 56 w 62"/>
              <a:gd name="T75" fmla="*/ 6 h 48"/>
              <a:gd name="T76" fmla="*/ 60 w 62"/>
              <a:gd name="T77" fmla="*/ 12 h 48"/>
              <a:gd name="T78" fmla="*/ 62 w 62"/>
              <a:gd name="T79" fmla="*/ 22 h 48"/>
              <a:gd name="T80" fmla="*/ 62 w 62"/>
              <a:gd name="T81" fmla="*/ 28 h 48"/>
              <a:gd name="T82" fmla="*/ 60 w 62"/>
              <a:gd name="T83" fmla="*/ 34 h 48"/>
              <a:gd name="T84" fmla="*/ 58 w 62"/>
              <a:gd name="T85" fmla="*/ 40 h 48"/>
              <a:gd name="T86" fmla="*/ 56 w 62"/>
              <a:gd name="T87" fmla="*/ 44 h 48"/>
              <a:gd name="T88" fmla="*/ 44 w 62"/>
              <a:gd name="T89" fmla="*/ 3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2" h="48">
                <a:moveTo>
                  <a:pt x="44" y="38"/>
                </a:moveTo>
                <a:lnTo>
                  <a:pt x="44" y="38"/>
                </a:lnTo>
                <a:lnTo>
                  <a:pt x="46" y="36"/>
                </a:lnTo>
                <a:lnTo>
                  <a:pt x="46" y="36"/>
                </a:lnTo>
                <a:lnTo>
                  <a:pt x="48" y="32"/>
                </a:lnTo>
                <a:lnTo>
                  <a:pt x="48" y="32"/>
                </a:lnTo>
                <a:lnTo>
                  <a:pt x="48" y="28"/>
                </a:lnTo>
                <a:lnTo>
                  <a:pt x="48" y="28"/>
                </a:lnTo>
                <a:lnTo>
                  <a:pt x="50" y="22"/>
                </a:lnTo>
                <a:lnTo>
                  <a:pt x="50" y="22"/>
                </a:lnTo>
                <a:lnTo>
                  <a:pt x="48" y="16"/>
                </a:lnTo>
                <a:lnTo>
                  <a:pt x="44" y="14"/>
                </a:lnTo>
                <a:lnTo>
                  <a:pt x="44" y="14"/>
                </a:lnTo>
                <a:lnTo>
                  <a:pt x="40" y="16"/>
                </a:lnTo>
                <a:lnTo>
                  <a:pt x="40" y="16"/>
                </a:lnTo>
                <a:lnTo>
                  <a:pt x="40" y="18"/>
                </a:lnTo>
                <a:lnTo>
                  <a:pt x="40" y="18"/>
                </a:lnTo>
                <a:lnTo>
                  <a:pt x="38" y="22"/>
                </a:lnTo>
                <a:lnTo>
                  <a:pt x="38" y="22"/>
                </a:lnTo>
                <a:lnTo>
                  <a:pt x="36" y="28"/>
                </a:lnTo>
                <a:lnTo>
                  <a:pt x="36" y="28"/>
                </a:lnTo>
                <a:lnTo>
                  <a:pt x="34" y="36"/>
                </a:lnTo>
                <a:lnTo>
                  <a:pt x="34" y="36"/>
                </a:lnTo>
                <a:lnTo>
                  <a:pt x="32" y="42"/>
                </a:lnTo>
                <a:lnTo>
                  <a:pt x="32" y="42"/>
                </a:lnTo>
                <a:lnTo>
                  <a:pt x="26" y="46"/>
                </a:lnTo>
                <a:lnTo>
                  <a:pt x="26" y="46"/>
                </a:lnTo>
                <a:lnTo>
                  <a:pt x="20" y="48"/>
                </a:lnTo>
                <a:lnTo>
                  <a:pt x="20" y="48"/>
                </a:lnTo>
                <a:lnTo>
                  <a:pt x="10" y="48"/>
                </a:lnTo>
                <a:lnTo>
                  <a:pt x="10" y="48"/>
                </a:lnTo>
                <a:lnTo>
                  <a:pt x="4" y="42"/>
                </a:lnTo>
                <a:lnTo>
                  <a:pt x="4" y="42"/>
                </a:lnTo>
                <a:lnTo>
                  <a:pt x="0" y="36"/>
                </a:lnTo>
                <a:lnTo>
                  <a:pt x="0" y="36"/>
                </a:lnTo>
                <a:lnTo>
                  <a:pt x="0" y="26"/>
                </a:lnTo>
                <a:lnTo>
                  <a:pt x="0" y="26"/>
                </a:lnTo>
                <a:lnTo>
                  <a:pt x="0" y="20"/>
                </a:lnTo>
                <a:lnTo>
                  <a:pt x="0" y="20"/>
                </a:lnTo>
                <a:lnTo>
                  <a:pt x="0" y="12"/>
                </a:lnTo>
                <a:lnTo>
                  <a:pt x="0" y="12"/>
                </a:lnTo>
                <a:lnTo>
                  <a:pt x="2" y="6"/>
                </a:lnTo>
                <a:lnTo>
                  <a:pt x="2" y="6"/>
                </a:lnTo>
                <a:lnTo>
                  <a:pt x="4" y="0"/>
                </a:lnTo>
                <a:lnTo>
                  <a:pt x="18" y="6"/>
                </a:lnTo>
                <a:lnTo>
                  <a:pt x="18" y="6"/>
                </a:lnTo>
                <a:lnTo>
                  <a:pt x="16" y="8"/>
                </a:lnTo>
                <a:lnTo>
                  <a:pt x="16" y="8"/>
                </a:lnTo>
                <a:lnTo>
                  <a:pt x="14" y="12"/>
                </a:lnTo>
                <a:lnTo>
                  <a:pt x="14" y="12"/>
                </a:lnTo>
                <a:lnTo>
                  <a:pt x="12" y="18"/>
                </a:lnTo>
                <a:lnTo>
                  <a:pt x="12" y="18"/>
                </a:lnTo>
                <a:lnTo>
                  <a:pt x="12" y="26"/>
                </a:lnTo>
                <a:lnTo>
                  <a:pt x="12" y="26"/>
                </a:lnTo>
                <a:lnTo>
                  <a:pt x="14" y="32"/>
                </a:lnTo>
                <a:lnTo>
                  <a:pt x="16" y="34"/>
                </a:lnTo>
                <a:lnTo>
                  <a:pt x="16" y="34"/>
                </a:lnTo>
                <a:lnTo>
                  <a:pt x="20" y="32"/>
                </a:lnTo>
                <a:lnTo>
                  <a:pt x="20" y="32"/>
                </a:lnTo>
                <a:lnTo>
                  <a:pt x="22" y="28"/>
                </a:lnTo>
                <a:lnTo>
                  <a:pt x="22" y="28"/>
                </a:lnTo>
                <a:lnTo>
                  <a:pt x="24" y="24"/>
                </a:lnTo>
                <a:lnTo>
                  <a:pt x="24" y="24"/>
                </a:lnTo>
                <a:lnTo>
                  <a:pt x="24" y="18"/>
                </a:lnTo>
                <a:lnTo>
                  <a:pt x="24" y="18"/>
                </a:lnTo>
                <a:lnTo>
                  <a:pt x="26" y="10"/>
                </a:lnTo>
                <a:lnTo>
                  <a:pt x="26" y="10"/>
                </a:lnTo>
                <a:lnTo>
                  <a:pt x="30" y="4"/>
                </a:lnTo>
                <a:lnTo>
                  <a:pt x="30" y="4"/>
                </a:lnTo>
                <a:lnTo>
                  <a:pt x="34" y="2"/>
                </a:lnTo>
                <a:lnTo>
                  <a:pt x="34" y="2"/>
                </a:lnTo>
                <a:lnTo>
                  <a:pt x="40" y="0"/>
                </a:lnTo>
                <a:lnTo>
                  <a:pt x="40" y="0"/>
                </a:lnTo>
                <a:lnTo>
                  <a:pt x="48" y="2"/>
                </a:lnTo>
                <a:lnTo>
                  <a:pt x="48" y="2"/>
                </a:lnTo>
                <a:lnTo>
                  <a:pt x="56" y="6"/>
                </a:lnTo>
                <a:lnTo>
                  <a:pt x="56" y="6"/>
                </a:lnTo>
                <a:lnTo>
                  <a:pt x="60" y="12"/>
                </a:lnTo>
                <a:lnTo>
                  <a:pt x="60" y="12"/>
                </a:lnTo>
                <a:lnTo>
                  <a:pt x="62" y="22"/>
                </a:lnTo>
                <a:lnTo>
                  <a:pt x="62" y="22"/>
                </a:lnTo>
                <a:lnTo>
                  <a:pt x="62" y="28"/>
                </a:lnTo>
                <a:lnTo>
                  <a:pt x="62" y="28"/>
                </a:lnTo>
                <a:lnTo>
                  <a:pt x="60" y="34"/>
                </a:lnTo>
                <a:lnTo>
                  <a:pt x="60" y="34"/>
                </a:lnTo>
                <a:lnTo>
                  <a:pt x="58" y="40"/>
                </a:lnTo>
                <a:lnTo>
                  <a:pt x="58" y="40"/>
                </a:lnTo>
                <a:lnTo>
                  <a:pt x="56" y="44"/>
                </a:lnTo>
                <a:lnTo>
                  <a:pt x="44" y="38"/>
                </a:lnTo>
                <a:lnTo>
                  <a:pt x="44" y="38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" name="Freeform 89"/>
          <p:cNvSpPr>
            <a:spLocks noEditPoints="1"/>
          </p:cNvSpPr>
          <p:nvPr/>
        </p:nvSpPr>
        <p:spPr bwMode="auto">
          <a:xfrm>
            <a:off x="3902605" y="4984221"/>
            <a:ext cx="73025" cy="76200"/>
          </a:xfrm>
          <a:custGeom>
            <a:avLst/>
            <a:gdLst>
              <a:gd name="T0" fmla="*/ 0 w 46"/>
              <a:gd name="T1" fmla="*/ 20 h 48"/>
              <a:gd name="T2" fmla="*/ 2 w 46"/>
              <a:gd name="T3" fmla="*/ 10 h 48"/>
              <a:gd name="T4" fmla="*/ 10 w 46"/>
              <a:gd name="T5" fmla="*/ 4 h 48"/>
              <a:gd name="T6" fmla="*/ 18 w 46"/>
              <a:gd name="T7" fmla="*/ 0 h 48"/>
              <a:gd name="T8" fmla="*/ 26 w 46"/>
              <a:gd name="T9" fmla="*/ 0 h 48"/>
              <a:gd name="T10" fmla="*/ 36 w 46"/>
              <a:gd name="T11" fmla="*/ 2 h 48"/>
              <a:gd name="T12" fmla="*/ 42 w 46"/>
              <a:gd name="T13" fmla="*/ 8 h 48"/>
              <a:gd name="T14" fmla="*/ 46 w 46"/>
              <a:gd name="T15" fmla="*/ 16 h 48"/>
              <a:gd name="T16" fmla="*/ 46 w 46"/>
              <a:gd name="T17" fmla="*/ 28 h 48"/>
              <a:gd name="T18" fmla="*/ 42 w 46"/>
              <a:gd name="T19" fmla="*/ 38 h 48"/>
              <a:gd name="T20" fmla="*/ 36 w 46"/>
              <a:gd name="T21" fmla="*/ 44 h 48"/>
              <a:gd name="T22" fmla="*/ 28 w 46"/>
              <a:gd name="T23" fmla="*/ 48 h 48"/>
              <a:gd name="T24" fmla="*/ 18 w 46"/>
              <a:gd name="T25" fmla="*/ 48 h 48"/>
              <a:gd name="T26" fmla="*/ 10 w 46"/>
              <a:gd name="T27" fmla="*/ 44 h 48"/>
              <a:gd name="T28" fmla="*/ 4 w 46"/>
              <a:gd name="T29" fmla="*/ 38 h 48"/>
              <a:gd name="T30" fmla="*/ 0 w 46"/>
              <a:gd name="T31" fmla="*/ 30 h 48"/>
              <a:gd name="T32" fmla="*/ 0 w 46"/>
              <a:gd name="T33" fmla="*/ 20 h 48"/>
              <a:gd name="T34" fmla="*/ 24 w 46"/>
              <a:gd name="T35" fmla="*/ 14 h 48"/>
              <a:gd name="T36" fmla="*/ 20 w 46"/>
              <a:gd name="T37" fmla="*/ 14 h 48"/>
              <a:gd name="T38" fmla="*/ 16 w 46"/>
              <a:gd name="T39" fmla="*/ 16 h 48"/>
              <a:gd name="T40" fmla="*/ 12 w 46"/>
              <a:gd name="T41" fmla="*/ 22 h 48"/>
              <a:gd name="T42" fmla="*/ 12 w 46"/>
              <a:gd name="T43" fmla="*/ 26 h 48"/>
              <a:gd name="T44" fmla="*/ 14 w 46"/>
              <a:gd name="T45" fmla="*/ 30 h 48"/>
              <a:gd name="T46" fmla="*/ 16 w 46"/>
              <a:gd name="T47" fmla="*/ 32 h 48"/>
              <a:gd name="T48" fmla="*/ 22 w 46"/>
              <a:gd name="T49" fmla="*/ 34 h 48"/>
              <a:gd name="T50" fmla="*/ 26 w 46"/>
              <a:gd name="T51" fmla="*/ 34 h 48"/>
              <a:gd name="T52" fmla="*/ 30 w 46"/>
              <a:gd name="T53" fmla="*/ 32 h 48"/>
              <a:gd name="T54" fmla="*/ 34 w 46"/>
              <a:gd name="T55" fmla="*/ 26 h 48"/>
              <a:gd name="T56" fmla="*/ 34 w 46"/>
              <a:gd name="T57" fmla="*/ 22 h 48"/>
              <a:gd name="T58" fmla="*/ 32 w 46"/>
              <a:gd name="T59" fmla="*/ 18 h 48"/>
              <a:gd name="T60" fmla="*/ 30 w 46"/>
              <a:gd name="T61" fmla="*/ 16 h 48"/>
              <a:gd name="T62" fmla="*/ 24 w 46"/>
              <a:gd name="T63" fmla="*/ 1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" h="48">
                <a:moveTo>
                  <a:pt x="0" y="20"/>
                </a:moveTo>
                <a:lnTo>
                  <a:pt x="0" y="20"/>
                </a:lnTo>
                <a:lnTo>
                  <a:pt x="2" y="10"/>
                </a:lnTo>
                <a:lnTo>
                  <a:pt x="2" y="10"/>
                </a:lnTo>
                <a:lnTo>
                  <a:pt x="10" y="4"/>
                </a:lnTo>
                <a:lnTo>
                  <a:pt x="10" y="4"/>
                </a:lnTo>
                <a:lnTo>
                  <a:pt x="18" y="0"/>
                </a:lnTo>
                <a:lnTo>
                  <a:pt x="18" y="0"/>
                </a:lnTo>
                <a:lnTo>
                  <a:pt x="26" y="0"/>
                </a:lnTo>
                <a:lnTo>
                  <a:pt x="26" y="0"/>
                </a:lnTo>
                <a:lnTo>
                  <a:pt x="36" y="2"/>
                </a:lnTo>
                <a:lnTo>
                  <a:pt x="36" y="2"/>
                </a:lnTo>
                <a:lnTo>
                  <a:pt x="42" y="8"/>
                </a:lnTo>
                <a:lnTo>
                  <a:pt x="42" y="8"/>
                </a:lnTo>
                <a:lnTo>
                  <a:pt x="46" y="16"/>
                </a:lnTo>
                <a:lnTo>
                  <a:pt x="46" y="16"/>
                </a:lnTo>
                <a:lnTo>
                  <a:pt x="46" y="28"/>
                </a:lnTo>
                <a:lnTo>
                  <a:pt x="46" y="28"/>
                </a:lnTo>
                <a:lnTo>
                  <a:pt x="44" y="32"/>
                </a:lnTo>
                <a:lnTo>
                  <a:pt x="42" y="38"/>
                </a:lnTo>
                <a:lnTo>
                  <a:pt x="42" y="38"/>
                </a:lnTo>
                <a:lnTo>
                  <a:pt x="36" y="44"/>
                </a:lnTo>
                <a:lnTo>
                  <a:pt x="36" y="44"/>
                </a:lnTo>
                <a:lnTo>
                  <a:pt x="28" y="48"/>
                </a:lnTo>
                <a:lnTo>
                  <a:pt x="28" y="48"/>
                </a:lnTo>
                <a:lnTo>
                  <a:pt x="18" y="48"/>
                </a:lnTo>
                <a:lnTo>
                  <a:pt x="18" y="48"/>
                </a:lnTo>
                <a:lnTo>
                  <a:pt x="10" y="44"/>
                </a:lnTo>
                <a:lnTo>
                  <a:pt x="10" y="44"/>
                </a:lnTo>
                <a:lnTo>
                  <a:pt x="4" y="38"/>
                </a:lnTo>
                <a:lnTo>
                  <a:pt x="4" y="38"/>
                </a:lnTo>
                <a:lnTo>
                  <a:pt x="0" y="30"/>
                </a:lnTo>
                <a:lnTo>
                  <a:pt x="0" y="30"/>
                </a:lnTo>
                <a:lnTo>
                  <a:pt x="0" y="20"/>
                </a:lnTo>
                <a:lnTo>
                  <a:pt x="0" y="20"/>
                </a:lnTo>
                <a:close/>
                <a:moveTo>
                  <a:pt x="24" y="14"/>
                </a:moveTo>
                <a:lnTo>
                  <a:pt x="24" y="14"/>
                </a:lnTo>
                <a:lnTo>
                  <a:pt x="20" y="14"/>
                </a:lnTo>
                <a:lnTo>
                  <a:pt x="16" y="16"/>
                </a:lnTo>
                <a:lnTo>
                  <a:pt x="16" y="16"/>
                </a:lnTo>
                <a:lnTo>
                  <a:pt x="12" y="18"/>
                </a:lnTo>
                <a:lnTo>
                  <a:pt x="12" y="22"/>
                </a:lnTo>
                <a:lnTo>
                  <a:pt x="12" y="22"/>
                </a:lnTo>
                <a:lnTo>
                  <a:pt x="12" y="26"/>
                </a:lnTo>
                <a:lnTo>
                  <a:pt x="12" y="26"/>
                </a:lnTo>
                <a:lnTo>
                  <a:pt x="14" y="30"/>
                </a:lnTo>
                <a:lnTo>
                  <a:pt x="14" y="30"/>
                </a:lnTo>
                <a:lnTo>
                  <a:pt x="16" y="32"/>
                </a:lnTo>
                <a:lnTo>
                  <a:pt x="16" y="32"/>
                </a:lnTo>
                <a:lnTo>
                  <a:pt x="22" y="34"/>
                </a:lnTo>
                <a:lnTo>
                  <a:pt x="22" y="34"/>
                </a:lnTo>
                <a:lnTo>
                  <a:pt x="26" y="34"/>
                </a:lnTo>
                <a:lnTo>
                  <a:pt x="30" y="32"/>
                </a:lnTo>
                <a:lnTo>
                  <a:pt x="30" y="32"/>
                </a:lnTo>
                <a:lnTo>
                  <a:pt x="34" y="30"/>
                </a:lnTo>
                <a:lnTo>
                  <a:pt x="34" y="26"/>
                </a:lnTo>
                <a:lnTo>
                  <a:pt x="34" y="26"/>
                </a:lnTo>
                <a:lnTo>
                  <a:pt x="34" y="22"/>
                </a:lnTo>
                <a:lnTo>
                  <a:pt x="34" y="22"/>
                </a:lnTo>
                <a:lnTo>
                  <a:pt x="32" y="18"/>
                </a:lnTo>
                <a:lnTo>
                  <a:pt x="32" y="18"/>
                </a:lnTo>
                <a:lnTo>
                  <a:pt x="30" y="16"/>
                </a:lnTo>
                <a:lnTo>
                  <a:pt x="30" y="16"/>
                </a:lnTo>
                <a:lnTo>
                  <a:pt x="24" y="14"/>
                </a:lnTo>
                <a:lnTo>
                  <a:pt x="24" y="14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" name="Freeform 90"/>
          <p:cNvSpPr>
            <a:spLocks/>
          </p:cNvSpPr>
          <p:nvPr/>
        </p:nvSpPr>
        <p:spPr bwMode="auto">
          <a:xfrm>
            <a:off x="3851805" y="5066771"/>
            <a:ext cx="111125" cy="127000"/>
          </a:xfrm>
          <a:custGeom>
            <a:avLst/>
            <a:gdLst>
              <a:gd name="T0" fmla="*/ 0 w 70"/>
              <a:gd name="T1" fmla="*/ 66 h 80"/>
              <a:gd name="T2" fmla="*/ 4 w 70"/>
              <a:gd name="T3" fmla="*/ 54 h 80"/>
              <a:gd name="T4" fmla="*/ 28 w 70"/>
              <a:gd name="T5" fmla="*/ 64 h 80"/>
              <a:gd name="T6" fmla="*/ 28 w 70"/>
              <a:gd name="T7" fmla="*/ 64 h 80"/>
              <a:gd name="T8" fmla="*/ 36 w 70"/>
              <a:gd name="T9" fmla="*/ 64 h 80"/>
              <a:gd name="T10" fmla="*/ 36 w 70"/>
              <a:gd name="T11" fmla="*/ 64 h 80"/>
              <a:gd name="T12" fmla="*/ 38 w 70"/>
              <a:gd name="T13" fmla="*/ 62 h 80"/>
              <a:gd name="T14" fmla="*/ 38 w 70"/>
              <a:gd name="T15" fmla="*/ 62 h 80"/>
              <a:gd name="T16" fmla="*/ 40 w 70"/>
              <a:gd name="T17" fmla="*/ 60 h 80"/>
              <a:gd name="T18" fmla="*/ 40 w 70"/>
              <a:gd name="T19" fmla="*/ 60 h 80"/>
              <a:gd name="T20" fmla="*/ 38 w 70"/>
              <a:gd name="T21" fmla="*/ 56 h 80"/>
              <a:gd name="T22" fmla="*/ 38 w 70"/>
              <a:gd name="T23" fmla="*/ 56 h 80"/>
              <a:gd name="T24" fmla="*/ 38 w 70"/>
              <a:gd name="T25" fmla="*/ 52 h 80"/>
              <a:gd name="T26" fmla="*/ 38 w 70"/>
              <a:gd name="T27" fmla="*/ 52 h 80"/>
              <a:gd name="T28" fmla="*/ 34 w 70"/>
              <a:gd name="T29" fmla="*/ 50 h 80"/>
              <a:gd name="T30" fmla="*/ 10 w 70"/>
              <a:gd name="T31" fmla="*/ 40 h 80"/>
              <a:gd name="T32" fmla="*/ 16 w 70"/>
              <a:gd name="T33" fmla="*/ 28 h 80"/>
              <a:gd name="T34" fmla="*/ 40 w 70"/>
              <a:gd name="T35" fmla="*/ 38 h 80"/>
              <a:gd name="T36" fmla="*/ 40 w 70"/>
              <a:gd name="T37" fmla="*/ 38 h 80"/>
              <a:gd name="T38" fmla="*/ 46 w 70"/>
              <a:gd name="T39" fmla="*/ 38 h 80"/>
              <a:gd name="T40" fmla="*/ 46 w 70"/>
              <a:gd name="T41" fmla="*/ 38 h 80"/>
              <a:gd name="T42" fmla="*/ 50 w 70"/>
              <a:gd name="T43" fmla="*/ 36 h 80"/>
              <a:gd name="T44" fmla="*/ 50 w 70"/>
              <a:gd name="T45" fmla="*/ 36 h 80"/>
              <a:gd name="T46" fmla="*/ 50 w 70"/>
              <a:gd name="T47" fmla="*/ 30 h 80"/>
              <a:gd name="T48" fmla="*/ 50 w 70"/>
              <a:gd name="T49" fmla="*/ 30 h 80"/>
              <a:gd name="T50" fmla="*/ 46 w 70"/>
              <a:gd name="T51" fmla="*/ 24 h 80"/>
              <a:gd name="T52" fmla="*/ 22 w 70"/>
              <a:gd name="T53" fmla="*/ 14 h 80"/>
              <a:gd name="T54" fmla="*/ 28 w 70"/>
              <a:gd name="T55" fmla="*/ 0 h 80"/>
              <a:gd name="T56" fmla="*/ 70 w 70"/>
              <a:gd name="T57" fmla="*/ 18 h 80"/>
              <a:gd name="T58" fmla="*/ 64 w 70"/>
              <a:gd name="T59" fmla="*/ 30 h 80"/>
              <a:gd name="T60" fmla="*/ 58 w 70"/>
              <a:gd name="T61" fmla="*/ 26 h 80"/>
              <a:gd name="T62" fmla="*/ 58 w 70"/>
              <a:gd name="T63" fmla="*/ 26 h 80"/>
              <a:gd name="T64" fmla="*/ 60 w 70"/>
              <a:gd name="T65" fmla="*/ 30 h 80"/>
              <a:gd name="T66" fmla="*/ 60 w 70"/>
              <a:gd name="T67" fmla="*/ 36 h 80"/>
              <a:gd name="T68" fmla="*/ 60 w 70"/>
              <a:gd name="T69" fmla="*/ 36 h 80"/>
              <a:gd name="T70" fmla="*/ 58 w 70"/>
              <a:gd name="T71" fmla="*/ 46 h 80"/>
              <a:gd name="T72" fmla="*/ 58 w 70"/>
              <a:gd name="T73" fmla="*/ 46 h 80"/>
              <a:gd name="T74" fmla="*/ 56 w 70"/>
              <a:gd name="T75" fmla="*/ 50 h 80"/>
              <a:gd name="T76" fmla="*/ 56 w 70"/>
              <a:gd name="T77" fmla="*/ 50 h 80"/>
              <a:gd name="T78" fmla="*/ 52 w 70"/>
              <a:gd name="T79" fmla="*/ 52 h 80"/>
              <a:gd name="T80" fmla="*/ 52 w 70"/>
              <a:gd name="T81" fmla="*/ 52 h 80"/>
              <a:gd name="T82" fmla="*/ 50 w 70"/>
              <a:gd name="T83" fmla="*/ 54 h 80"/>
              <a:gd name="T84" fmla="*/ 50 w 70"/>
              <a:gd name="T85" fmla="*/ 54 h 80"/>
              <a:gd name="T86" fmla="*/ 46 w 70"/>
              <a:gd name="T87" fmla="*/ 54 h 80"/>
              <a:gd name="T88" fmla="*/ 46 w 70"/>
              <a:gd name="T89" fmla="*/ 54 h 80"/>
              <a:gd name="T90" fmla="*/ 48 w 70"/>
              <a:gd name="T91" fmla="*/ 58 h 80"/>
              <a:gd name="T92" fmla="*/ 50 w 70"/>
              <a:gd name="T93" fmla="*/ 62 h 80"/>
              <a:gd name="T94" fmla="*/ 50 w 70"/>
              <a:gd name="T95" fmla="*/ 62 h 80"/>
              <a:gd name="T96" fmla="*/ 48 w 70"/>
              <a:gd name="T97" fmla="*/ 68 h 80"/>
              <a:gd name="T98" fmla="*/ 48 w 70"/>
              <a:gd name="T99" fmla="*/ 72 h 80"/>
              <a:gd name="T100" fmla="*/ 48 w 70"/>
              <a:gd name="T101" fmla="*/ 72 h 80"/>
              <a:gd name="T102" fmla="*/ 44 w 70"/>
              <a:gd name="T103" fmla="*/ 78 h 80"/>
              <a:gd name="T104" fmla="*/ 44 w 70"/>
              <a:gd name="T105" fmla="*/ 78 h 80"/>
              <a:gd name="T106" fmla="*/ 38 w 70"/>
              <a:gd name="T107" fmla="*/ 80 h 80"/>
              <a:gd name="T108" fmla="*/ 38 w 70"/>
              <a:gd name="T109" fmla="*/ 80 h 80"/>
              <a:gd name="T110" fmla="*/ 32 w 70"/>
              <a:gd name="T111" fmla="*/ 80 h 80"/>
              <a:gd name="T112" fmla="*/ 32 w 70"/>
              <a:gd name="T113" fmla="*/ 80 h 80"/>
              <a:gd name="T114" fmla="*/ 26 w 70"/>
              <a:gd name="T115" fmla="*/ 78 h 80"/>
              <a:gd name="T116" fmla="*/ 0 w 70"/>
              <a:gd name="T117" fmla="*/ 66 h 80"/>
              <a:gd name="T118" fmla="*/ 0 w 70"/>
              <a:gd name="T119" fmla="*/ 66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70" h="80">
                <a:moveTo>
                  <a:pt x="0" y="66"/>
                </a:moveTo>
                <a:lnTo>
                  <a:pt x="4" y="54"/>
                </a:lnTo>
                <a:lnTo>
                  <a:pt x="28" y="64"/>
                </a:lnTo>
                <a:lnTo>
                  <a:pt x="28" y="64"/>
                </a:lnTo>
                <a:lnTo>
                  <a:pt x="36" y="64"/>
                </a:lnTo>
                <a:lnTo>
                  <a:pt x="36" y="64"/>
                </a:lnTo>
                <a:lnTo>
                  <a:pt x="38" y="62"/>
                </a:lnTo>
                <a:lnTo>
                  <a:pt x="38" y="62"/>
                </a:lnTo>
                <a:lnTo>
                  <a:pt x="40" y="60"/>
                </a:lnTo>
                <a:lnTo>
                  <a:pt x="40" y="60"/>
                </a:lnTo>
                <a:lnTo>
                  <a:pt x="38" y="56"/>
                </a:lnTo>
                <a:lnTo>
                  <a:pt x="38" y="56"/>
                </a:lnTo>
                <a:lnTo>
                  <a:pt x="38" y="52"/>
                </a:lnTo>
                <a:lnTo>
                  <a:pt x="38" y="52"/>
                </a:lnTo>
                <a:lnTo>
                  <a:pt x="34" y="50"/>
                </a:lnTo>
                <a:lnTo>
                  <a:pt x="10" y="40"/>
                </a:lnTo>
                <a:lnTo>
                  <a:pt x="16" y="28"/>
                </a:lnTo>
                <a:lnTo>
                  <a:pt x="40" y="38"/>
                </a:lnTo>
                <a:lnTo>
                  <a:pt x="40" y="38"/>
                </a:lnTo>
                <a:lnTo>
                  <a:pt x="46" y="38"/>
                </a:lnTo>
                <a:lnTo>
                  <a:pt x="46" y="38"/>
                </a:lnTo>
                <a:lnTo>
                  <a:pt x="50" y="36"/>
                </a:lnTo>
                <a:lnTo>
                  <a:pt x="50" y="36"/>
                </a:lnTo>
                <a:lnTo>
                  <a:pt x="50" y="30"/>
                </a:lnTo>
                <a:lnTo>
                  <a:pt x="50" y="30"/>
                </a:lnTo>
                <a:lnTo>
                  <a:pt x="46" y="24"/>
                </a:lnTo>
                <a:lnTo>
                  <a:pt x="22" y="14"/>
                </a:lnTo>
                <a:lnTo>
                  <a:pt x="28" y="0"/>
                </a:lnTo>
                <a:lnTo>
                  <a:pt x="70" y="18"/>
                </a:lnTo>
                <a:lnTo>
                  <a:pt x="64" y="30"/>
                </a:lnTo>
                <a:lnTo>
                  <a:pt x="58" y="26"/>
                </a:lnTo>
                <a:lnTo>
                  <a:pt x="58" y="26"/>
                </a:lnTo>
                <a:lnTo>
                  <a:pt x="60" y="30"/>
                </a:lnTo>
                <a:lnTo>
                  <a:pt x="60" y="36"/>
                </a:lnTo>
                <a:lnTo>
                  <a:pt x="60" y="36"/>
                </a:lnTo>
                <a:lnTo>
                  <a:pt x="58" y="46"/>
                </a:lnTo>
                <a:lnTo>
                  <a:pt x="58" y="46"/>
                </a:lnTo>
                <a:lnTo>
                  <a:pt x="56" y="50"/>
                </a:lnTo>
                <a:lnTo>
                  <a:pt x="56" y="50"/>
                </a:lnTo>
                <a:lnTo>
                  <a:pt x="52" y="52"/>
                </a:lnTo>
                <a:lnTo>
                  <a:pt x="52" y="52"/>
                </a:lnTo>
                <a:lnTo>
                  <a:pt x="50" y="54"/>
                </a:lnTo>
                <a:lnTo>
                  <a:pt x="50" y="54"/>
                </a:lnTo>
                <a:lnTo>
                  <a:pt x="46" y="54"/>
                </a:lnTo>
                <a:lnTo>
                  <a:pt x="46" y="54"/>
                </a:lnTo>
                <a:lnTo>
                  <a:pt x="48" y="58"/>
                </a:lnTo>
                <a:lnTo>
                  <a:pt x="50" y="62"/>
                </a:lnTo>
                <a:lnTo>
                  <a:pt x="50" y="62"/>
                </a:lnTo>
                <a:lnTo>
                  <a:pt x="48" y="68"/>
                </a:lnTo>
                <a:lnTo>
                  <a:pt x="48" y="72"/>
                </a:lnTo>
                <a:lnTo>
                  <a:pt x="48" y="72"/>
                </a:lnTo>
                <a:lnTo>
                  <a:pt x="44" y="78"/>
                </a:lnTo>
                <a:lnTo>
                  <a:pt x="44" y="78"/>
                </a:lnTo>
                <a:lnTo>
                  <a:pt x="38" y="80"/>
                </a:lnTo>
                <a:lnTo>
                  <a:pt x="38" y="80"/>
                </a:lnTo>
                <a:lnTo>
                  <a:pt x="32" y="80"/>
                </a:lnTo>
                <a:lnTo>
                  <a:pt x="32" y="80"/>
                </a:lnTo>
                <a:lnTo>
                  <a:pt x="26" y="78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" name="Freeform 91"/>
          <p:cNvSpPr>
            <a:spLocks noEditPoints="1"/>
          </p:cNvSpPr>
          <p:nvPr/>
        </p:nvSpPr>
        <p:spPr bwMode="auto">
          <a:xfrm>
            <a:off x="3804180" y="5193771"/>
            <a:ext cx="76200" cy="76200"/>
          </a:xfrm>
          <a:custGeom>
            <a:avLst/>
            <a:gdLst>
              <a:gd name="T0" fmla="*/ 6 w 48"/>
              <a:gd name="T1" fmla="*/ 8 h 48"/>
              <a:gd name="T2" fmla="*/ 6 w 48"/>
              <a:gd name="T3" fmla="*/ 8 h 48"/>
              <a:gd name="T4" fmla="*/ 14 w 48"/>
              <a:gd name="T5" fmla="*/ 2 h 48"/>
              <a:gd name="T6" fmla="*/ 14 w 48"/>
              <a:gd name="T7" fmla="*/ 2 h 48"/>
              <a:gd name="T8" fmla="*/ 24 w 48"/>
              <a:gd name="T9" fmla="*/ 0 h 48"/>
              <a:gd name="T10" fmla="*/ 24 w 48"/>
              <a:gd name="T11" fmla="*/ 0 h 48"/>
              <a:gd name="T12" fmla="*/ 32 w 48"/>
              <a:gd name="T13" fmla="*/ 0 h 48"/>
              <a:gd name="T14" fmla="*/ 32 w 48"/>
              <a:gd name="T15" fmla="*/ 0 h 48"/>
              <a:gd name="T16" fmla="*/ 40 w 48"/>
              <a:gd name="T17" fmla="*/ 6 h 48"/>
              <a:gd name="T18" fmla="*/ 40 w 48"/>
              <a:gd name="T19" fmla="*/ 6 h 48"/>
              <a:gd name="T20" fmla="*/ 46 w 48"/>
              <a:gd name="T21" fmla="*/ 12 h 48"/>
              <a:gd name="T22" fmla="*/ 46 w 48"/>
              <a:gd name="T23" fmla="*/ 12 h 48"/>
              <a:gd name="T24" fmla="*/ 48 w 48"/>
              <a:gd name="T25" fmla="*/ 22 h 48"/>
              <a:gd name="T26" fmla="*/ 48 w 48"/>
              <a:gd name="T27" fmla="*/ 22 h 48"/>
              <a:gd name="T28" fmla="*/ 48 w 48"/>
              <a:gd name="T29" fmla="*/ 30 h 48"/>
              <a:gd name="T30" fmla="*/ 48 w 48"/>
              <a:gd name="T31" fmla="*/ 30 h 48"/>
              <a:gd name="T32" fmla="*/ 42 w 48"/>
              <a:gd name="T33" fmla="*/ 40 h 48"/>
              <a:gd name="T34" fmla="*/ 42 w 48"/>
              <a:gd name="T35" fmla="*/ 40 h 48"/>
              <a:gd name="T36" fmla="*/ 34 w 48"/>
              <a:gd name="T37" fmla="*/ 46 h 48"/>
              <a:gd name="T38" fmla="*/ 34 w 48"/>
              <a:gd name="T39" fmla="*/ 46 h 48"/>
              <a:gd name="T40" fmla="*/ 24 w 48"/>
              <a:gd name="T41" fmla="*/ 48 h 48"/>
              <a:gd name="T42" fmla="*/ 24 w 48"/>
              <a:gd name="T43" fmla="*/ 48 h 48"/>
              <a:gd name="T44" fmla="*/ 16 w 48"/>
              <a:gd name="T45" fmla="*/ 48 h 48"/>
              <a:gd name="T46" fmla="*/ 16 w 48"/>
              <a:gd name="T47" fmla="*/ 48 h 48"/>
              <a:gd name="T48" fmla="*/ 8 w 48"/>
              <a:gd name="T49" fmla="*/ 42 h 48"/>
              <a:gd name="T50" fmla="*/ 8 w 48"/>
              <a:gd name="T51" fmla="*/ 42 h 48"/>
              <a:gd name="T52" fmla="*/ 6 w 48"/>
              <a:gd name="T53" fmla="*/ 40 h 48"/>
              <a:gd name="T54" fmla="*/ 6 w 48"/>
              <a:gd name="T55" fmla="*/ 40 h 48"/>
              <a:gd name="T56" fmla="*/ 6 w 48"/>
              <a:gd name="T57" fmla="*/ 40 h 48"/>
              <a:gd name="T58" fmla="*/ 28 w 48"/>
              <a:gd name="T59" fmla="*/ 14 h 48"/>
              <a:gd name="T60" fmla="*/ 28 w 48"/>
              <a:gd name="T61" fmla="*/ 14 h 48"/>
              <a:gd name="T62" fmla="*/ 24 w 48"/>
              <a:gd name="T63" fmla="*/ 12 h 48"/>
              <a:gd name="T64" fmla="*/ 20 w 48"/>
              <a:gd name="T65" fmla="*/ 12 h 48"/>
              <a:gd name="T66" fmla="*/ 20 w 48"/>
              <a:gd name="T67" fmla="*/ 12 h 48"/>
              <a:gd name="T68" fmla="*/ 16 w 48"/>
              <a:gd name="T69" fmla="*/ 12 h 48"/>
              <a:gd name="T70" fmla="*/ 14 w 48"/>
              <a:gd name="T71" fmla="*/ 16 h 48"/>
              <a:gd name="T72" fmla="*/ 14 w 48"/>
              <a:gd name="T73" fmla="*/ 16 h 48"/>
              <a:gd name="T74" fmla="*/ 10 w 48"/>
              <a:gd name="T75" fmla="*/ 20 h 48"/>
              <a:gd name="T76" fmla="*/ 10 w 48"/>
              <a:gd name="T77" fmla="*/ 20 h 48"/>
              <a:gd name="T78" fmla="*/ 12 w 48"/>
              <a:gd name="T79" fmla="*/ 26 h 48"/>
              <a:gd name="T80" fmla="*/ 0 w 48"/>
              <a:gd name="T81" fmla="*/ 32 h 48"/>
              <a:gd name="T82" fmla="*/ 0 w 48"/>
              <a:gd name="T83" fmla="*/ 32 h 48"/>
              <a:gd name="T84" fmla="*/ 0 w 48"/>
              <a:gd name="T85" fmla="*/ 28 h 48"/>
              <a:gd name="T86" fmla="*/ 0 w 48"/>
              <a:gd name="T87" fmla="*/ 20 h 48"/>
              <a:gd name="T88" fmla="*/ 0 w 48"/>
              <a:gd name="T89" fmla="*/ 20 h 48"/>
              <a:gd name="T90" fmla="*/ 2 w 48"/>
              <a:gd name="T91" fmla="*/ 14 h 48"/>
              <a:gd name="T92" fmla="*/ 6 w 48"/>
              <a:gd name="T93" fmla="*/ 8 h 48"/>
              <a:gd name="T94" fmla="*/ 6 w 48"/>
              <a:gd name="T95" fmla="*/ 8 h 48"/>
              <a:gd name="T96" fmla="*/ 22 w 48"/>
              <a:gd name="T97" fmla="*/ 34 h 48"/>
              <a:gd name="T98" fmla="*/ 22 w 48"/>
              <a:gd name="T99" fmla="*/ 34 h 48"/>
              <a:gd name="T100" fmla="*/ 24 w 48"/>
              <a:gd name="T101" fmla="*/ 36 h 48"/>
              <a:gd name="T102" fmla="*/ 28 w 48"/>
              <a:gd name="T103" fmla="*/ 36 h 48"/>
              <a:gd name="T104" fmla="*/ 28 w 48"/>
              <a:gd name="T105" fmla="*/ 36 h 48"/>
              <a:gd name="T106" fmla="*/ 32 w 48"/>
              <a:gd name="T107" fmla="*/ 36 h 48"/>
              <a:gd name="T108" fmla="*/ 34 w 48"/>
              <a:gd name="T109" fmla="*/ 32 h 48"/>
              <a:gd name="T110" fmla="*/ 34 w 48"/>
              <a:gd name="T111" fmla="*/ 32 h 48"/>
              <a:gd name="T112" fmla="*/ 36 w 48"/>
              <a:gd name="T113" fmla="*/ 30 h 48"/>
              <a:gd name="T114" fmla="*/ 38 w 48"/>
              <a:gd name="T115" fmla="*/ 26 h 48"/>
              <a:gd name="T116" fmla="*/ 38 w 48"/>
              <a:gd name="T117" fmla="*/ 26 h 48"/>
              <a:gd name="T118" fmla="*/ 36 w 48"/>
              <a:gd name="T119" fmla="*/ 22 h 48"/>
              <a:gd name="T120" fmla="*/ 34 w 48"/>
              <a:gd name="T121" fmla="*/ 20 h 48"/>
              <a:gd name="T122" fmla="*/ 22 w 48"/>
              <a:gd name="T123" fmla="*/ 34 h 48"/>
              <a:gd name="T124" fmla="*/ 22 w 48"/>
              <a:gd name="T125" fmla="*/ 3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8" h="48">
                <a:moveTo>
                  <a:pt x="6" y="8"/>
                </a:moveTo>
                <a:lnTo>
                  <a:pt x="6" y="8"/>
                </a:lnTo>
                <a:lnTo>
                  <a:pt x="14" y="2"/>
                </a:lnTo>
                <a:lnTo>
                  <a:pt x="14" y="2"/>
                </a:lnTo>
                <a:lnTo>
                  <a:pt x="24" y="0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40" y="6"/>
                </a:lnTo>
                <a:lnTo>
                  <a:pt x="40" y="6"/>
                </a:lnTo>
                <a:lnTo>
                  <a:pt x="46" y="12"/>
                </a:lnTo>
                <a:lnTo>
                  <a:pt x="46" y="12"/>
                </a:lnTo>
                <a:lnTo>
                  <a:pt x="48" y="22"/>
                </a:lnTo>
                <a:lnTo>
                  <a:pt x="48" y="22"/>
                </a:lnTo>
                <a:lnTo>
                  <a:pt x="48" y="30"/>
                </a:lnTo>
                <a:lnTo>
                  <a:pt x="48" y="30"/>
                </a:lnTo>
                <a:lnTo>
                  <a:pt x="42" y="40"/>
                </a:lnTo>
                <a:lnTo>
                  <a:pt x="42" y="40"/>
                </a:lnTo>
                <a:lnTo>
                  <a:pt x="34" y="46"/>
                </a:lnTo>
                <a:lnTo>
                  <a:pt x="34" y="46"/>
                </a:lnTo>
                <a:lnTo>
                  <a:pt x="24" y="48"/>
                </a:lnTo>
                <a:lnTo>
                  <a:pt x="24" y="48"/>
                </a:lnTo>
                <a:lnTo>
                  <a:pt x="16" y="48"/>
                </a:lnTo>
                <a:lnTo>
                  <a:pt x="16" y="48"/>
                </a:lnTo>
                <a:lnTo>
                  <a:pt x="8" y="42"/>
                </a:lnTo>
                <a:lnTo>
                  <a:pt x="8" y="42"/>
                </a:lnTo>
                <a:lnTo>
                  <a:pt x="6" y="40"/>
                </a:lnTo>
                <a:lnTo>
                  <a:pt x="6" y="40"/>
                </a:lnTo>
                <a:lnTo>
                  <a:pt x="6" y="40"/>
                </a:lnTo>
                <a:lnTo>
                  <a:pt x="28" y="14"/>
                </a:lnTo>
                <a:lnTo>
                  <a:pt x="28" y="14"/>
                </a:lnTo>
                <a:lnTo>
                  <a:pt x="24" y="12"/>
                </a:lnTo>
                <a:lnTo>
                  <a:pt x="20" y="12"/>
                </a:lnTo>
                <a:lnTo>
                  <a:pt x="20" y="12"/>
                </a:lnTo>
                <a:lnTo>
                  <a:pt x="16" y="12"/>
                </a:lnTo>
                <a:lnTo>
                  <a:pt x="14" y="16"/>
                </a:lnTo>
                <a:lnTo>
                  <a:pt x="14" y="16"/>
                </a:lnTo>
                <a:lnTo>
                  <a:pt x="10" y="20"/>
                </a:lnTo>
                <a:lnTo>
                  <a:pt x="10" y="20"/>
                </a:lnTo>
                <a:lnTo>
                  <a:pt x="12" y="26"/>
                </a:lnTo>
                <a:lnTo>
                  <a:pt x="0" y="32"/>
                </a:lnTo>
                <a:lnTo>
                  <a:pt x="0" y="32"/>
                </a:lnTo>
                <a:lnTo>
                  <a:pt x="0" y="28"/>
                </a:lnTo>
                <a:lnTo>
                  <a:pt x="0" y="20"/>
                </a:lnTo>
                <a:lnTo>
                  <a:pt x="0" y="20"/>
                </a:lnTo>
                <a:lnTo>
                  <a:pt x="2" y="14"/>
                </a:lnTo>
                <a:lnTo>
                  <a:pt x="6" y="8"/>
                </a:lnTo>
                <a:lnTo>
                  <a:pt x="6" y="8"/>
                </a:lnTo>
                <a:close/>
                <a:moveTo>
                  <a:pt x="22" y="34"/>
                </a:moveTo>
                <a:lnTo>
                  <a:pt x="22" y="34"/>
                </a:lnTo>
                <a:lnTo>
                  <a:pt x="24" y="36"/>
                </a:lnTo>
                <a:lnTo>
                  <a:pt x="28" y="36"/>
                </a:lnTo>
                <a:lnTo>
                  <a:pt x="28" y="36"/>
                </a:lnTo>
                <a:lnTo>
                  <a:pt x="32" y="36"/>
                </a:lnTo>
                <a:lnTo>
                  <a:pt x="34" y="32"/>
                </a:lnTo>
                <a:lnTo>
                  <a:pt x="34" y="32"/>
                </a:lnTo>
                <a:lnTo>
                  <a:pt x="36" y="30"/>
                </a:lnTo>
                <a:lnTo>
                  <a:pt x="38" y="26"/>
                </a:lnTo>
                <a:lnTo>
                  <a:pt x="38" y="26"/>
                </a:lnTo>
                <a:lnTo>
                  <a:pt x="36" y="22"/>
                </a:lnTo>
                <a:lnTo>
                  <a:pt x="34" y="20"/>
                </a:lnTo>
                <a:lnTo>
                  <a:pt x="22" y="34"/>
                </a:lnTo>
                <a:lnTo>
                  <a:pt x="22" y="34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" name="Freeform 92"/>
          <p:cNvSpPr>
            <a:spLocks/>
          </p:cNvSpPr>
          <p:nvPr/>
        </p:nvSpPr>
        <p:spPr bwMode="auto">
          <a:xfrm>
            <a:off x="3721630" y="5276321"/>
            <a:ext cx="98425" cy="107950"/>
          </a:xfrm>
          <a:custGeom>
            <a:avLst/>
            <a:gdLst>
              <a:gd name="T0" fmla="*/ 10 w 62"/>
              <a:gd name="T1" fmla="*/ 58 h 68"/>
              <a:gd name="T2" fmla="*/ 26 w 62"/>
              <a:gd name="T3" fmla="*/ 48 h 68"/>
              <a:gd name="T4" fmla="*/ 0 w 62"/>
              <a:gd name="T5" fmla="*/ 6 h 68"/>
              <a:gd name="T6" fmla="*/ 12 w 62"/>
              <a:gd name="T7" fmla="*/ 0 h 68"/>
              <a:gd name="T8" fmla="*/ 38 w 62"/>
              <a:gd name="T9" fmla="*/ 40 h 68"/>
              <a:gd name="T10" fmla="*/ 54 w 62"/>
              <a:gd name="T11" fmla="*/ 30 h 68"/>
              <a:gd name="T12" fmla="*/ 62 w 62"/>
              <a:gd name="T13" fmla="*/ 40 h 68"/>
              <a:gd name="T14" fmla="*/ 18 w 62"/>
              <a:gd name="T15" fmla="*/ 68 h 68"/>
              <a:gd name="T16" fmla="*/ 10 w 62"/>
              <a:gd name="T17" fmla="*/ 58 h 68"/>
              <a:gd name="T18" fmla="*/ 10 w 62"/>
              <a:gd name="T19" fmla="*/ 5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2" h="68">
                <a:moveTo>
                  <a:pt x="10" y="58"/>
                </a:moveTo>
                <a:lnTo>
                  <a:pt x="26" y="48"/>
                </a:lnTo>
                <a:lnTo>
                  <a:pt x="0" y="6"/>
                </a:lnTo>
                <a:lnTo>
                  <a:pt x="12" y="0"/>
                </a:lnTo>
                <a:lnTo>
                  <a:pt x="38" y="40"/>
                </a:lnTo>
                <a:lnTo>
                  <a:pt x="54" y="30"/>
                </a:lnTo>
                <a:lnTo>
                  <a:pt x="62" y="40"/>
                </a:lnTo>
                <a:lnTo>
                  <a:pt x="18" y="68"/>
                </a:lnTo>
                <a:lnTo>
                  <a:pt x="10" y="58"/>
                </a:lnTo>
                <a:lnTo>
                  <a:pt x="10" y="58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" name="Freeform 93"/>
          <p:cNvSpPr>
            <a:spLocks noEditPoints="1"/>
          </p:cNvSpPr>
          <p:nvPr/>
        </p:nvSpPr>
        <p:spPr bwMode="auto">
          <a:xfrm>
            <a:off x="3642255" y="5308071"/>
            <a:ext cx="76200" cy="76200"/>
          </a:xfrm>
          <a:custGeom>
            <a:avLst/>
            <a:gdLst>
              <a:gd name="T0" fmla="*/ 16 w 48"/>
              <a:gd name="T1" fmla="*/ 2 h 48"/>
              <a:gd name="T2" fmla="*/ 28 w 48"/>
              <a:gd name="T3" fmla="*/ 0 h 48"/>
              <a:gd name="T4" fmla="*/ 36 w 48"/>
              <a:gd name="T5" fmla="*/ 2 h 48"/>
              <a:gd name="T6" fmla="*/ 44 w 48"/>
              <a:gd name="T7" fmla="*/ 8 h 48"/>
              <a:gd name="T8" fmla="*/ 48 w 48"/>
              <a:gd name="T9" fmla="*/ 16 h 48"/>
              <a:gd name="T10" fmla="*/ 48 w 48"/>
              <a:gd name="T11" fmla="*/ 26 h 48"/>
              <a:gd name="T12" fmla="*/ 46 w 48"/>
              <a:gd name="T13" fmla="*/ 34 h 48"/>
              <a:gd name="T14" fmla="*/ 42 w 48"/>
              <a:gd name="T15" fmla="*/ 42 h 48"/>
              <a:gd name="T16" fmla="*/ 32 w 48"/>
              <a:gd name="T17" fmla="*/ 46 h 48"/>
              <a:gd name="T18" fmla="*/ 22 w 48"/>
              <a:gd name="T19" fmla="*/ 48 h 48"/>
              <a:gd name="T20" fmla="*/ 12 w 48"/>
              <a:gd name="T21" fmla="*/ 46 h 48"/>
              <a:gd name="T22" fmla="*/ 6 w 48"/>
              <a:gd name="T23" fmla="*/ 40 h 48"/>
              <a:gd name="T24" fmla="*/ 2 w 48"/>
              <a:gd name="T25" fmla="*/ 32 h 48"/>
              <a:gd name="T26" fmla="*/ 0 w 48"/>
              <a:gd name="T27" fmla="*/ 30 h 48"/>
              <a:gd name="T28" fmla="*/ 0 w 48"/>
              <a:gd name="T29" fmla="*/ 28 h 48"/>
              <a:gd name="T30" fmla="*/ 32 w 48"/>
              <a:gd name="T31" fmla="*/ 18 h 48"/>
              <a:gd name="T32" fmla="*/ 26 w 48"/>
              <a:gd name="T33" fmla="*/ 12 h 48"/>
              <a:gd name="T34" fmla="*/ 24 w 48"/>
              <a:gd name="T35" fmla="*/ 10 h 48"/>
              <a:gd name="T36" fmla="*/ 20 w 48"/>
              <a:gd name="T37" fmla="*/ 12 h 48"/>
              <a:gd name="T38" fmla="*/ 14 w 48"/>
              <a:gd name="T39" fmla="*/ 14 h 48"/>
              <a:gd name="T40" fmla="*/ 0 w 48"/>
              <a:gd name="T41" fmla="*/ 20 h 48"/>
              <a:gd name="T42" fmla="*/ 2 w 48"/>
              <a:gd name="T43" fmla="*/ 14 h 48"/>
              <a:gd name="T44" fmla="*/ 6 w 48"/>
              <a:gd name="T45" fmla="*/ 10 h 48"/>
              <a:gd name="T46" fmla="*/ 16 w 48"/>
              <a:gd name="T47" fmla="*/ 2 h 48"/>
              <a:gd name="T48" fmla="*/ 16 w 48"/>
              <a:gd name="T49" fmla="*/ 32 h 48"/>
              <a:gd name="T50" fmla="*/ 18 w 48"/>
              <a:gd name="T51" fmla="*/ 34 h 48"/>
              <a:gd name="T52" fmla="*/ 22 w 48"/>
              <a:gd name="T53" fmla="*/ 38 h 48"/>
              <a:gd name="T54" fmla="*/ 28 w 48"/>
              <a:gd name="T55" fmla="*/ 38 h 48"/>
              <a:gd name="T56" fmla="*/ 32 w 48"/>
              <a:gd name="T57" fmla="*/ 36 h 48"/>
              <a:gd name="T58" fmla="*/ 34 w 48"/>
              <a:gd name="T59" fmla="*/ 32 h 48"/>
              <a:gd name="T60" fmla="*/ 36 w 48"/>
              <a:gd name="T61" fmla="*/ 26 h 48"/>
              <a:gd name="T62" fmla="*/ 16 w 48"/>
              <a:gd name="T63" fmla="*/ 3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8" h="48">
                <a:moveTo>
                  <a:pt x="16" y="2"/>
                </a:moveTo>
                <a:lnTo>
                  <a:pt x="16" y="2"/>
                </a:lnTo>
                <a:lnTo>
                  <a:pt x="28" y="0"/>
                </a:lnTo>
                <a:lnTo>
                  <a:pt x="28" y="0"/>
                </a:lnTo>
                <a:lnTo>
                  <a:pt x="36" y="2"/>
                </a:lnTo>
                <a:lnTo>
                  <a:pt x="36" y="2"/>
                </a:lnTo>
                <a:lnTo>
                  <a:pt x="44" y="8"/>
                </a:lnTo>
                <a:lnTo>
                  <a:pt x="44" y="8"/>
                </a:lnTo>
                <a:lnTo>
                  <a:pt x="48" y="16"/>
                </a:lnTo>
                <a:lnTo>
                  <a:pt x="48" y="16"/>
                </a:lnTo>
                <a:lnTo>
                  <a:pt x="48" y="26"/>
                </a:lnTo>
                <a:lnTo>
                  <a:pt x="48" y="26"/>
                </a:lnTo>
                <a:lnTo>
                  <a:pt x="46" y="34"/>
                </a:lnTo>
                <a:lnTo>
                  <a:pt x="46" y="34"/>
                </a:lnTo>
                <a:lnTo>
                  <a:pt x="42" y="42"/>
                </a:lnTo>
                <a:lnTo>
                  <a:pt x="42" y="42"/>
                </a:lnTo>
                <a:lnTo>
                  <a:pt x="38" y="44"/>
                </a:lnTo>
                <a:lnTo>
                  <a:pt x="32" y="46"/>
                </a:lnTo>
                <a:lnTo>
                  <a:pt x="32" y="46"/>
                </a:lnTo>
                <a:lnTo>
                  <a:pt x="22" y="48"/>
                </a:lnTo>
                <a:lnTo>
                  <a:pt x="22" y="48"/>
                </a:lnTo>
                <a:lnTo>
                  <a:pt x="12" y="46"/>
                </a:lnTo>
                <a:lnTo>
                  <a:pt x="12" y="46"/>
                </a:lnTo>
                <a:lnTo>
                  <a:pt x="6" y="40"/>
                </a:lnTo>
                <a:lnTo>
                  <a:pt x="6" y="40"/>
                </a:lnTo>
                <a:lnTo>
                  <a:pt x="2" y="32"/>
                </a:lnTo>
                <a:lnTo>
                  <a:pt x="2" y="32"/>
                </a:lnTo>
                <a:lnTo>
                  <a:pt x="0" y="30"/>
                </a:lnTo>
                <a:lnTo>
                  <a:pt x="0" y="30"/>
                </a:lnTo>
                <a:lnTo>
                  <a:pt x="0" y="28"/>
                </a:lnTo>
                <a:lnTo>
                  <a:pt x="32" y="18"/>
                </a:lnTo>
                <a:lnTo>
                  <a:pt x="32" y="18"/>
                </a:lnTo>
                <a:lnTo>
                  <a:pt x="30" y="14"/>
                </a:lnTo>
                <a:lnTo>
                  <a:pt x="26" y="12"/>
                </a:lnTo>
                <a:lnTo>
                  <a:pt x="26" y="12"/>
                </a:lnTo>
                <a:lnTo>
                  <a:pt x="24" y="10"/>
                </a:lnTo>
                <a:lnTo>
                  <a:pt x="20" y="12"/>
                </a:lnTo>
                <a:lnTo>
                  <a:pt x="20" y="12"/>
                </a:lnTo>
                <a:lnTo>
                  <a:pt x="14" y="14"/>
                </a:lnTo>
                <a:lnTo>
                  <a:pt x="14" y="14"/>
                </a:lnTo>
                <a:lnTo>
                  <a:pt x="12" y="20"/>
                </a:lnTo>
                <a:lnTo>
                  <a:pt x="0" y="20"/>
                </a:lnTo>
                <a:lnTo>
                  <a:pt x="0" y="20"/>
                </a:lnTo>
                <a:lnTo>
                  <a:pt x="2" y="14"/>
                </a:lnTo>
                <a:lnTo>
                  <a:pt x="6" y="10"/>
                </a:lnTo>
                <a:lnTo>
                  <a:pt x="6" y="10"/>
                </a:lnTo>
                <a:lnTo>
                  <a:pt x="10" y="6"/>
                </a:lnTo>
                <a:lnTo>
                  <a:pt x="16" y="2"/>
                </a:lnTo>
                <a:lnTo>
                  <a:pt x="16" y="2"/>
                </a:lnTo>
                <a:close/>
                <a:moveTo>
                  <a:pt x="16" y="32"/>
                </a:moveTo>
                <a:lnTo>
                  <a:pt x="16" y="32"/>
                </a:lnTo>
                <a:lnTo>
                  <a:pt x="18" y="34"/>
                </a:lnTo>
                <a:lnTo>
                  <a:pt x="22" y="38"/>
                </a:lnTo>
                <a:lnTo>
                  <a:pt x="22" y="38"/>
                </a:lnTo>
                <a:lnTo>
                  <a:pt x="26" y="38"/>
                </a:lnTo>
                <a:lnTo>
                  <a:pt x="28" y="38"/>
                </a:lnTo>
                <a:lnTo>
                  <a:pt x="28" y="38"/>
                </a:lnTo>
                <a:lnTo>
                  <a:pt x="32" y="36"/>
                </a:lnTo>
                <a:lnTo>
                  <a:pt x="34" y="32"/>
                </a:lnTo>
                <a:lnTo>
                  <a:pt x="34" y="32"/>
                </a:lnTo>
                <a:lnTo>
                  <a:pt x="36" y="30"/>
                </a:lnTo>
                <a:lnTo>
                  <a:pt x="36" y="26"/>
                </a:lnTo>
                <a:lnTo>
                  <a:pt x="16" y="32"/>
                </a:lnTo>
                <a:lnTo>
                  <a:pt x="16" y="32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" name="Freeform 94"/>
          <p:cNvSpPr>
            <a:spLocks/>
          </p:cNvSpPr>
          <p:nvPr/>
        </p:nvSpPr>
        <p:spPr bwMode="auto">
          <a:xfrm>
            <a:off x="3559705" y="5327121"/>
            <a:ext cx="82550" cy="82550"/>
          </a:xfrm>
          <a:custGeom>
            <a:avLst/>
            <a:gdLst>
              <a:gd name="T0" fmla="*/ 38 w 52"/>
              <a:gd name="T1" fmla="*/ 48 h 52"/>
              <a:gd name="T2" fmla="*/ 28 w 52"/>
              <a:gd name="T3" fmla="*/ 36 h 52"/>
              <a:gd name="T4" fmla="*/ 28 w 52"/>
              <a:gd name="T5" fmla="*/ 34 h 52"/>
              <a:gd name="T6" fmla="*/ 26 w 52"/>
              <a:gd name="T7" fmla="*/ 36 h 52"/>
              <a:gd name="T8" fmla="*/ 20 w 52"/>
              <a:gd name="T9" fmla="*/ 50 h 52"/>
              <a:gd name="T10" fmla="*/ 6 w 52"/>
              <a:gd name="T11" fmla="*/ 52 h 52"/>
              <a:gd name="T12" fmla="*/ 18 w 52"/>
              <a:gd name="T13" fmla="*/ 28 h 52"/>
              <a:gd name="T14" fmla="*/ 0 w 52"/>
              <a:gd name="T15" fmla="*/ 8 h 52"/>
              <a:gd name="T16" fmla="*/ 14 w 52"/>
              <a:gd name="T17" fmla="*/ 6 h 52"/>
              <a:gd name="T18" fmla="*/ 24 w 52"/>
              <a:gd name="T19" fmla="*/ 16 h 52"/>
              <a:gd name="T20" fmla="*/ 26 w 52"/>
              <a:gd name="T21" fmla="*/ 18 h 52"/>
              <a:gd name="T22" fmla="*/ 26 w 52"/>
              <a:gd name="T23" fmla="*/ 16 h 52"/>
              <a:gd name="T24" fmla="*/ 32 w 52"/>
              <a:gd name="T25" fmla="*/ 2 h 52"/>
              <a:gd name="T26" fmla="*/ 46 w 52"/>
              <a:gd name="T27" fmla="*/ 0 h 52"/>
              <a:gd name="T28" fmla="*/ 34 w 52"/>
              <a:gd name="T29" fmla="*/ 26 h 52"/>
              <a:gd name="T30" fmla="*/ 52 w 52"/>
              <a:gd name="T31" fmla="*/ 46 h 52"/>
              <a:gd name="T32" fmla="*/ 38 w 52"/>
              <a:gd name="T33" fmla="*/ 48 h 52"/>
              <a:gd name="T34" fmla="*/ 38 w 52"/>
              <a:gd name="T35" fmla="*/ 48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2" h="52">
                <a:moveTo>
                  <a:pt x="38" y="48"/>
                </a:moveTo>
                <a:lnTo>
                  <a:pt x="28" y="36"/>
                </a:lnTo>
                <a:lnTo>
                  <a:pt x="28" y="34"/>
                </a:lnTo>
                <a:lnTo>
                  <a:pt x="26" y="36"/>
                </a:lnTo>
                <a:lnTo>
                  <a:pt x="20" y="50"/>
                </a:lnTo>
                <a:lnTo>
                  <a:pt x="6" y="52"/>
                </a:lnTo>
                <a:lnTo>
                  <a:pt x="18" y="28"/>
                </a:lnTo>
                <a:lnTo>
                  <a:pt x="0" y="8"/>
                </a:lnTo>
                <a:lnTo>
                  <a:pt x="14" y="6"/>
                </a:lnTo>
                <a:lnTo>
                  <a:pt x="24" y="16"/>
                </a:lnTo>
                <a:lnTo>
                  <a:pt x="26" y="18"/>
                </a:lnTo>
                <a:lnTo>
                  <a:pt x="26" y="16"/>
                </a:lnTo>
                <a:lnTo>
                  <a:pt x="32" y="2"/>
                </a:lnTo>
                <a:lnTo>
                  <a:pt x="46" y="0"/>
                </a:lnTo>
                <a:lnTo>
                  <a:pt x="34" y="26"/>
                </a:lnTo>
                <a:lnTo>
                  <a:pt x="52" y="46"/>
                </a:lnTo>
                <a:lnTo>
                  <a:pt x="38" y="48"/>
                </a:lnTo>
                <a:lnTo>
                  <a:pt x="38" y="48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" name="Freeform 95"/>
          <p:cNvSpPr>
            <a:spLocks/>
          </p:cNvSpPr>
          <p:nvPr/>
        </p:nvSpPr>
        <p:spPr bwMode="auto">
          <a:xfrm>
            <a:off x="3505730" y="5336646"/>
            <a:ext cx="47625" cy="98425"/>
          </a:xfrm>
          <a:custGeom>
            <a:avLst/>
            <a:gdLst>
              <a:gd name="T0" fmla="*/ 0 w 30"/>
              <a:gd name="T1" fmla="*/ 4 h 62"/>
              <a:gd name="T2" fmla="*/ 0 w 30"/>
              <a:gd name="T3" fmla="*/ 4 h 62"/>
              <a:gd name="T4" fmla="*/ 6 w 30"/>
              <a:gd name="T5" fmla="*/ 2 h 62"/>
              <a:gd name="T6" fmla="*/ 6 w 30"/>
              <a:gd name="T7" fmla="*/ 2 h 62"/>
              <a:gd name="T8" fmla="*/ 14 w 30"/>
              <a:gd name="T9" fmla="*/ 0 h 62"/>
              <a:gd name="T10" fmla="*/ 14 w 30"/>
              <a:gd name="T11" fmla="*/ 0 h 62"/>
              <a:gd name="T12" fmla="*/ 18 w 30"/>
              <a:gd name="T13" fmla="*/ 2 h 62"/>
              <a:gd name="T14" fmla="*/ 18 w 30"/>
              <a:gd name="T15" fmla="*/ 2 h 62"/>
              <a:gd name="T16" fmla="*/ 22 w 30"/>
              <a:gd name="T17" fmla="*/ 4 h 62"/>
              <a:gd name="T18" fmla="*/ 22 w 30"/>
              <a:gd name="T19" fmla="*/ 4 h 62"/>
              <a:gd name="T20" fmla="*/ 24 w 30"/>
              <a:gd name="T21" fmla="*/ 8 h 62"/>
              <a:gd name="T22" fmla="*/ 24 w 30"/>
              <a:gd name="T23" fmla="*/ 8 h 62"/>
              <a:gd name="T24" fmla="*/ 26 w 30"/>
              <a:gd name="T25" fmla="*/ 14 h 62"/>
              <a:gd name="T26" fmla="*/ 24 w 30"/>
              <a:gd name="T27" fmla="*/ 38 h 62"/>
              <a:gd name="T28" fmla="*/ 30 w 30"/>
              <a:gd name="T29" fmla="*/ 38 h 62"/>
              <a:gd name="T30" fmla="*/ 30 w 30"/>
              <a:gd name="T31" fmla="*/ 48 h 62"/>
              <a:gd name="T32" fmla="*/ 24 w 30"/>
              <a:gd name="T33" fmla="*/ 48 h 62"/>
              <a:gd name="T34" fmla="*/ 24 w 30"/>
              <a:gd name="T35" fmla="*/ 62 h 62"/>
              <a:gd name="T36" fmla="*/ 10 w 30"/>
              <a:gd name="T37" fmla="*/ 62 h 62"/>
              <a:gd name="T38" fmla="*/ 10 w 30"/>
              <a:gd name="T39" fmla="*/ 48 h 62"/>
              <a:gd name="T40" fmla="*/ 2 w 30"/>
              <a:gd name="T41" fmla="*/ 46 h 62"/>
              <a:gd name="T42" fmla="*/ 2 w 30"/>
              <a:gd name="T43" fmla="*/ 36 h 62"/>
              <a:gd name="T44" fmla="*/ 10 w 30"/>
              <a:gd name="T45" fmla="*/ 36 h 62"/>
              <a:gd name="T46" fmla="*/ 12 w 30"/>
              <a:gd name="T47" fmla="*/ 18 h 62"/>
              <a:gd name="T48" fmla="*/ 12 w 30"/>
              <a:gd name="T49" fmla="*/ 18 h 62"/>
              <a:gd name="T50" fmla="*/ 10 w 30"/>
              <a:gd name="T51" fmla="*/ 14 h 62"/>
              <a:gd name="T52" fmla="*/ 10 w 30"/>
              <a:gd name="T53" fmla="*/ 14 h 62"/>
              <a:gd name="T54" fmla="*/ 8 w 30"/>
              <a:gd name="T55" fmla="*/ 14 h 62"/>
              <a:gd name="T56" fmla="*/ 8 w 30"/>
              <a:gd name="T57" fmla="*/ 14 h 62"/>
              <a:gd name="T58" fmla="*/ 4 w 30"/>
              <a:gd name="T59" fmla="*/ 14 h 62"/>
              <a:gd name="T60" fmla="*/ 4 w 30"/>
              <a:gd name="T61" fmla="*/ 14 h 62"/>
              <a:gd name="T62" fmla="*/ 2 w 30"/>
              <a:gd name="T63" fmla="*/ 14 h 62"/>
              <a:gd name="T64" fmla="*/ 0 w 30"/>
              <a:gd name="T65" fmla="*/ 4 h 62"/>
              <a:gd name="T66" fmla="*/ 0 w 30"/>
              <a:gd name="T67" fmla="*/ 4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0" h="62">
                <a:moveTo>
                  <a:pt x="0" y="4"/>
                </a:moveTo>
                <a:lnTo>
                  <a:pt x="0" y="4"/>
                </a:lnTo>
                <a:lnTo>
                  <a:pt x="6" y="2"/>
                </a:lnTo>
                <a:lnTo>
                  <a:pt x="6" y="2"/>
                </a:lnTo>
                <a:lnTo>
                  <a:pt x="14" y="0"/>
                </a:lnTo>
                <a:lnTo>
                  <a:pt x="14" y="0"/>
                </a:lnTo>
                <a:lnTo>
                  <a:pt x="18" y="2"/>
                </a:lnTo>
                <a:lnTo>
                  <a:pt x="18" y="2"/>
                </a:lnTo>
                <a:lnTo>
                  <a:pt x="22" y="4"/>
                </a:lnTo>
                <a:lnTo>
                  <a:pt x="22" y="4"/>
                </a:lnTo>
                <a:lnTo>
                  <a:pt x="24" y="8"/>
                </a:lnTo>
                <a:lnTo>
                  <a:pt x="24" y="8"/>
                </a:lnTo>
                <a:lnTo>
                  <a:pt x="26" y="14"/>
                </a:lnTo>
                <a:lnTo>
                  <a:pt x="24" y="38"/>
                </a:lnTo>
                <a:lnTo>
                  <a:pt x="30" y="38"/>
                </a:lnTo>
                <a:lnTo>
                  <a:pt x="30" y="48"/>
                </a:lnTo>
                <a:lnTo>
                  <a:pt x="24" y="48"/>
                </a:lnTo>
                <a:lnTo>
                  <a:pt x="24" y="62"/>
                </a:lnTo>
                <a:lnTo>
                  <a:pt x="10" y="62"/>
                </a:lnTo>
                <a:lnTo>
                  <a:pt x="10" y="48"/>
                </a:lnTo>
                <a:lnTo>
                  <a:pt x="2" y="46"/>
                </a:lnTo>
                <a:lnTo>
                  <a:pt x="2" y="36"/>
                </a:lnTo>
                <a:lnTo>
                  <a:pt x="10" y="36"/>
                </a:lnTo>
                <a:lnTo>
                  <a:pt x="12" y="18"/>
                </a:lnTo>
                <a:lnTo>
                  <a:pt x="12" y="18"/>
                </a:lnTo>
                <a:lnTo>
                  <a:pt x="10" y="14"/>
                </a:lnTo>
                <a:lnTo>
                  <a:pt x="10" y="14"/>
                </a:lnTo>
                <a:lnTo>
                  <a:pt x="8" y="14"/>
                </a:lnTo>
                <a:lnTo>
                  <a:pt x="8" y="14"/>
                </a:lnTo>
                <a:lnTo>
                  <a:pt x="4" y="14"/>
                </a:lnTo>
                <a:lnTo>
                  <a:pt x="4" y="14"/>
                </a:lnTo>
                <a:lnTo>
                  <a:pt x="2" y="14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" name="Freeform 96"/>
          <p:cNvSpPr>
            <a:spLocks/>
          </p:cNvSpPr>
          <p:nvPr/>
        </p:nvSpPr>
        <p:spPr bwMode="auto">
          <a:xfrm>
            <a:off x="1765830" y="5342996"/>
            <a:ext cx="79375" cy="98425"/>
          </a:xfrm>
          <a:custGeom>
            <a:avLst/>
            <a:gdLst>
              <a:gd name="T0" fmla="*/ 10 w 50"/>
              <a:gd name="T1" fmla="*/ 46 h 62"/>
              <a:gd name="T2" fmla="*/ 12 w 50"/>
              <a:gd name="T3" fmla="*/ 46 h 62"/>
              <a:gd name="T4" fmla="*/ 16 w 50"/>
              <a:gd name="T5" fmla="*/ 48 h 62"/>
              <a:gd name="T6" fmla="*/ 22 w 50"/>
              <a:gd name="T7" fmla="*/ 50 h 62"/>
              <a:gd name="T8" fmla="*/ 28 w 50"/>
              <a:gd name="T9" fmla="*/ 50 h 62"/>
              <a:gd name="T10" fmla="*/ 34 w 50"/>
              <a:gd name="T11" fmla="*/ 44 h 62"/>
              <a:gd name="T12" fmla="*/ 34 w 50"/>
              <a:gd name="T13" fmla="*/ 42 h 62"/>
              <a:gd name="T14" fmla="*/ 32 w 50"/>
              <a:gd name="T15" fmla="*/ 40 h 62"/>
              <a:gd name="T16" fmla="*/ 28 w 50"/>
              <a:gd name="T17" fmla="*/ 40 h 62"/>
              <a:gd name="T18" fmla="*/ 22 w 50"/>
              <a:gd name="T19" fmla="*/ 38 h 62"/>
              <a:gd name="T20" fmla="*/ 14 w 50"/>
              <a:gd name="T21" fmla="*/ 36 h 62"/>
              <a:gd name="T22" fmla="*/ 8 w 50"/>
              <a:gd name="T23" fmla="*/ 32 h 62"/>
              <a:gd name="T24" fmla="*/ 2 w 50"/>
              <a:gd name="T25" fmla="*/ 28 h 62"/>
              <a:gd name="T26" fmla="*/ 0 w 50"/>
              <a:gd name="T27" fmla="*/ 20 h 62"/>
              <a:gd name="T28" fmla="*/ 2 w 50"/>
              <a:gd name="T29" fmla="*/ 12 h 62"/>
              <a:gd name="T30" fmla="*/ 6 w 50"/>
              <a:gd name="T31" fmla="*/ 6 h 62"/>
              <a:gd name="T32" fmla="*/ 14 w 50"/>
              <a:gd name="T33" fmla="*/ 2 h 62"/>
              <a:gd name="T34" fmla="*/ 22 w 50"/>
              <a:gd name="T35" fmla="*/ 0 h 62"/>
              <a:gd name="T36" fmla="*/ 30 w 50"/>
              <a:gd name="T37" fmla="*/ 0 h 62"/>
              <a:gd name="T38" fmla="*/ 36 w 50"/>
              <a:gd name="T39" fmla="*/ 2 h 62"/>
              <a:gd name="T40" fmla="*/ 44 w 50"/>
              <a:gd name="T41" fmla="*/ 2 h 62"/>
              <a:gd name="T42" fmla="*/ 50 w 50"/>
              <a:gd name="T43" fmla="*/ 6 h 62"/>
              <a:gd name="T44" fmla="*/ 44 w 50"/>
              <a:gd name="T45" fmla="*/ 18 h 62"/>
              <a:gd name="T46" fmla="*/ 42 w 50"/>
              <a:gd name="T47" fmla="*/ 18 h 62"/>
              <a:gd name="T48" fmla="*/ 36 w 50"/>
              <a:gd name="T49" fmla="*/ 16 h 62"/>
              <a:gd name="T50" fmla="*/ 30 w 50"/>
              <a:gd name="T51" fmla="*/ 14 h 62"/>
              <a:gd name="T52" fmla="*/ 24 w 50"/>
              <a:gd name="T53" fmla="*/ 12 h 62"/>
              <a:gd name="T54" fmla="*/ 16 w 50"/>
              <a:gd name="T55" fmla="*/ 18 h 62"/>
              <a:gd name="T56" fmla="*/ 18 w 50"/>
              <a:gd name="T57" fmla="*/ 20 h 62"/>
              <a:gd name="T58" fmla="*/ 20 w 50"/>
              <a:gd name="T59" fmla="*/ 22 h 62"/>
              <a:gd name="T60" fmla="*/ 26 w 50"/>
              <a:gd name="T61" fmla="*/ 24 h 62"/>
              <a:gd name="T62" fmla="*/ 32 w 50"/>
              <a:gd name="T63" fmla="*/ 26 h 62"/>
              <a:gd name="T64" fmla="*/ 40 w 50"/>
              <a:gd name="T65" fmla="*/ 28 h 62"/>
              <a:gd name="T66" fmla="*/ 44 w 50"/>
              <a:gd name="T67" fmla="*/ 30 h 62"/>
              <a:gd name="T68" fmla="*/ 48 w 50"/>
              <a:gd name="T69" fmla="*/ 36 h 62"/>
              <a:gd name="T70" fmla="*/ 50 w 50"/>
              <a:gd name="T71" fmla="*/ 42 h 62"/>
              <a:gd name="T72" fmla="*/ 48 w 50"/>
              <a:gd name="T73" fmla="*/ 50 h 62"/>
              <a:gd name="T74" fmla="*/ 44 w 50"/>
              <a:gd name="T75" fmla="*/ 56 h 62"/>
              <a:gd name="T76" fmla="*/ 36 w 50"/>
              <a:gd name="T77" fmla="*/ 60 h 62"/>
              <a:gd name="T78" fmla="*/ 28 w 50"/>
              <a:gd name="T79" fmla="*/ 62 h 62"/>
              <a:gd name="T80" fmla="*/ 22 w 50"/>
              <a:gd name="T81" fmla="*/ 62 h 62"/>
              <a:gd name="T82" fmla="*/ 16 w 50"/>
              <a:gd name="T83" fmla="*/ 62 h 62"/>
              <a:gd name="T84" fmla="*/ 10 w 50"/>
              <a:gd name="T85" fmla="*/ 60 h 62"/>
              <a:gd name="T86" fmla="*/ 6 w 50"/>
              <a:gd name="T87" fmla="*/ 58 h 62"/>
              <a:gd name="T88" fmla="*/ 10 w 50"/>
              <a:gd name="T89" fmla="*/ 46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0" h="62">
                <a:moveTo>
                  <a:pt x="10" y="46"/>
                </a:moveTo>
                <a:lnTo>
                  <a:pt x="10" y="46"/>
                </a:lnTo>
                <a:lnTo>
                  <a:pt x="12" y="46"/>
                </a:lnTo>
                <a:lnTo>
                  <a:pt x="12" y="46"/>
                </a:lnTo>
                <a:lnTo>
                  <a:pt x="16" y="48"/>
                </a:lnTo>
                <a:lnTo>
                  <a:pt x="16" y="48"/>
                </a:lnTo>
                <a:lnTo>
                  <a:pt x="22" y="50"/>
                </a:lnTo>
                <a:lnTo>
                  <a:pt x="22" y="50"/>
                </a:lnTo>
                <a:lnTo>
                  <a:pt x="28" y="50"/>
                </a:lnTo>
                <a:lnTo>
                  <a:pt x="28" y="50"/>
                </a:lnTo>
                <a:lnTo>
                  <a:pt x="34" y="48"/>
                </a:lnTo>
                <a:lnTo>
                  <a:pt x="34" y="44"/>
                </a:lnTo>
                <a:lnTo>
                  <a:pt x="34" y="44"/>
                </a:lnTo>
                <a:lnTo>
                  <a:pt x="34" y="42"/>
                </a:lnTo>
                <a:lnTo>
                  <a:pt x="34" y="42"/>
                </a:lnTo>
                <a:lnTo>
                  <a:pt x="32" y="40"/>
                </a:lnTo>
                <a:lnTo>
                  <a:pt x="32" y="40"/>
                </a:lnTo>
                <a:lnTo>
                  <a:pt x="28" y="40"/>
                </a:lnTo>
                <a:lnTo>
                  <a:pt x="28" y="40"/>
                </a:lnTo>
                <a:lnTo>
                  <a:pt x="22" y="38"/>
                </a:lnTo>
                <a:lnTo>
                  <a:pt x="22" y="38"/>
                </a:lnTo>
                <a:lnTo>
                  <a:pt x="14" y="36"/>
                </a:lnTo>
                <a:lnTo>
                  <a:pt x="14" y="36"/>
                </a:lnTo>
                <a:lnTo>
                  <a:pt x="8" y="32"/>
                </a:lnTo>
                <a:lnTo>
                  <a:pt x="8" y="32"/>
                </a:lnTo>
                <a:lnTo>
                  <a:pt x="2" y="28"/>
                </a:lnTo>
                <a:lnTo>
                  <a:pt x="2" y="28"/>
                </a:lnTo>
                <a:lnTo>
                  <a:pt x="0" y="20"/>
                </a:lnTo>
                <a:lnTo>
                  <a:pt x="0" y="20"/>
                </a:lnTo>
                <a:lnTo>
                  <a:pt x="2" y="12"/>
                </a:lnTo>
                <a:lnTo>
                  <a:pt x="2" y="12"/>
                </a:lnTo>
                <a:lnTo>
                  <a:pt x="6" y="6"/>
                </a:lnTo>
                <a:lnTo>
                  <a:pt x="6" y="6"/>
                </a:lnTo>
                <a:lnTo>
                  <a:pt x="14" y="2"/>
                </a:lnTo>
                <a:lnTo>
                  <a:pt x="14" y="2"/>
                </a:lnTo>
                <a:lnTo>
                  <a:pt x="22" y="0"/>
                </a:lnTo>
                <a:lnTo>
                  <a:pt x="22" y="0"/>
                </a:lnTo>
                <a:lnTo>
                  <a:pt x="30" y="0"/>
                </a:lnTo>
                <a:lnTo>
                  <a:pt x="30" y="0"/>
                </a:lnTo>
                <a:lnTo>
                  <a:pt x="36" y="2"/>
                </a:lnTo>
                <a:lnTo>
                  <a:pt x="36" y="2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44" y="18"/>
                </a:lnTo>
                <a:lnTo>
                  <a:pt x="44" y="18"/>
                </a:lnTo>
                <a:lnTo>
                  <a:pt x="42" y="18"/>
                </a:lnTo>
                <a:lnTo>
                  <a:pt x="42" y="18"/>
                </a:lnTo>
                <a:lnTo>
                  <a:pt x="36" y="16"/>
                </a:lnTo>
                <a:lnTo>
                  <a:pt x="36" y="16"/>
                </a:lnTo>
                <a:lnTo>
                  <a:pt x="30" y="14"/>
                </a:lnTo>
                <a:lnTo>
                  <a:pt x="30" y="14"/>
                </a:lnTo>
                <a:lnTo>
                  <a:pt x="24" y="12"/>
                </a:lnTo>
                <a:lnTo>
                  <a:pt x="24" y="12"/>
                </a:lnTo>
                <a:lnTo>
                  <a:pt x="18" y="14"/>
                </a:lnTo>
                <a:lnTo>
                  <a:pt x="16" y="18"/>
                </a:lnTo>
                <a:lnTo>
                  <a:pt x="16" y="18"/>
                </a:lnTo>
                <a:lnTo>
                  <a:pt x="18" y="20"/>
                </a:lnTo>
                <a:lnTo>
                  <a:pt x="18" y="20"/>
                </a:lnTo>
                <a:lnTo>
                  <a:pt x="20" y="22"/>
                </a:lnTo>
                <a:lnTo>
                  <a:pt x="20" y="22"/>
                </a:lnTo>
                <a:lnTo>
                  <a:pt x="26" y="24"/>
                </a:lnTo>
                <a:lnTo>
                  <a:pt x="26" y="24"/>
                </a:lnTo>
                <a:lnTo>
                  <a:pt x="32" y="26"/>
                </a:lnTo>
                <a:lnTo>
                  <a:pt x="32" y="26"/>
                </a:lnTo>
                <a:lnTo>
                  <a:pt x="40" y="28"/>
                </a:lnTo>
                <a:lnTo>
                  <a:pt x="40" y="28"/>
                </a:lnTo>
                <a:lnTo>
                  <a:pt x="44" y="30"/>
                </a:lnTo>
                <a:lnTo>
                  <a:pt x="44" y="30"/>
                </a:lnTo>
                <a:lnTo>
                  <a:pt x="48" y="36"/>
                </a:lnTo>
                <a:lnTo>
                  <a:pt x="48" y="36"/>
                </a:lnTo>
                <a:lnTo>
                  <a:pt x="50" y="42"/>
                </a:lnTo>
                <a:lnTo>
                  <a:pt x="50" y="42"/>
                </a:lnTo>
                <a:lnTo>
                  <a:pt x="48" y="50"/>
                </a:lnTo>
                <a:lnTo>
                  <a:pt x="48" y="50"/>
                </a:lnTo>
                <a:lnTo>
                  <a:pt x="44" y="56"/>
                </a:lnTo>
                <a:lnTo>
                  <a:pt x="44" y="56"/>
                </a:lnTo>
                <a:lnTo>
                  <a:pt x="36" y="60"/>
                </a:lnTo>
                <a:lnTo>
                  <a:pt x="36" y="60"/>
                </a:lnTo>
                <a:lnTo>
                  <a:pt x="28" y="62"/>
                </a:lnTo>
                <a:lnTo>
                  <a:pt x="28" y="62"/>
                </a:lnTo>
                <a:lnTo>
                  <a:pt x="22" y="62"/>
                </a:lnTo>
                <a:lnTo>
                  <a:pt x="22" y="62"/>
                </a:lnTo>
                <a:lnTo>
                  <a:pt x="16" y="62"/>
                </a:lnTo>
                <a:lnTo>
                  <a:pt x="16" y="62"/>
                </a:lnTo>
                <a:lnTo>
                  <a:pt x="10" y="60"/>
                </a:lnTo>
                <a:lnTo>
                  <a:pt x="10" y="60"/>
                </a:lnTo>
                <a:lnTo>
                  <a:pt x="6" y="58"/>
                </a:lnTo>
                <a:lnTo>
                  <a:pt x="10" y="46"/>
                </a:lnTo>
                <a:lnTo>
                  <a:pt x="10" y="46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" name="Freeform 97"/>
          <p:cNvSpPr>
            <a:spLocks noEditPoints="1"/>
          </p:cNvSpPr>
          <p:nvPr/>
        </p:nvSpPr>
        <p:spPr bwMode="auto">
          <a:xfrm>
            <a:off x="1676930" y="5339821"/>
            <a:ext cx="76200" cy="76200"/>
          </a:xfrm>
          <a:custGeom>
            <a:avLst/>
            <a:gdLst>
              <a:gd name="T0" fmla="*/ 28 w 48"/>
              <a:gd name="T1" fmla="*/ 0 h 48"/>
              <a:gd name="T2" fmla="*/ 38 w 48"/>
              <a:gd name="T3" fmla="*/ 4 h 48"/>
              <a:gd name="T4" fmla="*/ 44 w 48"/>
              <a:gd name="T5" fmla="*/ 10 h 48"/>
              <a:gd name="T6" fmla="*/ 48 w 48"/>
              <a:gd name="T7" fmla="*/ 18 h 48"/>
              <a:gd name="T8" fmla="*/ 48 w 48"/>
              <a:gd name="T9" fmla="*/ 28 h 48"/>
              <a:gd name="T10" fmla="*/ 44 w 48"/>
              <a:gd name="T11" fmla="*/ 36 h 48"/>
              <a:gd name="T12" fmla="*/ 38 w 48"/>
              <a:gd name="T13" fmla="*/ 42 h 48"/>
              <a:gd name="T14" fmla="*/ 30 w 48"/>
              <a:gd name="T15" fmla="*/ 46 h 48"/>
              <a:gd name="T16" fmla="*/ 20 w 48"/>
              <a:gd name="T17" fmla="*/ 48 h 48"/>
              <a:gd name="T18" fmla="*/ 10 w 48"/>
              <a:gd name="T19" fmla="*/ 44 h 48"/>
              <a:gd name="T20" fmla="*/ 4 w 48"/>
              <a:gd name="T21" fmla="*/ 38 h 48"/>
              <a:gd name="T22" fmla="*/ 0 w 48"/>
              <a:gd name="T23" fmla="*/ 30 h 48"/>
              <a:gd name="T24" fmla="*/ 0 w 48"/>
              <a:gd name="T25" fmla="*/ 20 h 48"/>
              <a:gd name="T26" fmla="*/ 2 w 48"/>
              <a:gd name="T27" fmla="*/ 12 h 48"/>
              <a:gd name="T28" fmla="*/ 8 w 48"/>
              <a:gd name="T29" fmla="*/ 4 h 48"/>
              <a:gd name="T30" fmla="*/ 16 w 48"/>
              <a:gd name="T31" fmla="*/ 0 h 48"/>
              <a:gd name="T32" fmla="*/ 28 w 48"/>
              <a:gd name="T33" fmla="*/ 0 h 48"/>
              <a:gd name="T34" fmla="*/ 34 w 48"/>
              <a:gd name="T35" fmla="*/ 26 h 48"/>
              <a:gd name="T36" fmla="*/ 32 w 48"/>
              <a:gd name="T37" fmla="*/ 16 h 48"/>
              <a:gd name="T38" fmla="*/ 30 w 48"/>
              <a:gd name="T39" fmla="*/ 14 h 48"/>
              <a:gd name="T40" fmla="*/ 26 w 48"/>
              <a:gd name="T41" fmla="*/ 12 h 48"/>
              <a:gd name="T42" fmla="*/ 22 w 48"/>
              <a:gd name="T43" fmla="*/ 12 h 48"/>
              <a:gd name="T44" fmla="*/ 18 w 48"/>
              <a:gd name="T45" fmla="*/ 14 h 48"/>
              <a:gd name="T46" fmla="*/ 16 w 48"/>
              <a:gd name="T47" fmla="*/ 18 h 48"/>
              <a:gd name="T48" fmla="*/ 14 w 48"/>
              <a:gd name="T49" fmla="*/ 22 h 48"/>
              <a:gd name="T50" fmla="*/ 16 w 48"/>
              <a:gd name="T51" fmla="*/ 32 h 48"/>
              <a:gd name="T52" fmla="*/ 18 w 48"/>
              <a:gd name="T53" fmla="*/ 34 h 48"/>
              <a:gd name="T54" fmla="*/ 22 w 48"/>
              <a:gd name="T55" fmla="*/ 36 h 48"/>
              <a:gd name="T56" fmla="*/ 26 w 48"/>
              <a:gd name="T57" fmla="*/ 36 h 48"/>
              <a:gd name="T58" fmla="*/ 30 w 48"/>
              <a:gd name="T59" fmla="*/ 34 h 48"/>
              <a:gd name="T60" fmla="*/ 32 w 48"/>
              <a:gd name="T61" fmla="*/ 30 h 48"/>
              <a:gd name="T62" fmla="*/ 34 w 48"/>
              <a:gd name="T63" fmla="*/ 26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8" h="48">
                <a:moveTo>
                  <a:pt x="28" y="0"/>
                </a:moveTo>
                <a:lnTo>
                  <a:pt x="28" y="0"/>
                </a:lnTo>
                <a:lnTo>
                  <a:pt x="38" y="4"/>
                </a:lnTo>
                <a:lnTo>
                  <a:pt x="38" y="4"/>
                </a:lnTo>
                <a:lnTo>
                  <a:pt x="44" y="10"/>
                </a:lnTo>
                <a:lnTo>
                  <a:pt x="44" y="10"/>
                </a:lnTo>
                <a:lnTo>
                  <a:pt x="48" y="18"/>
                </a:lnTo>
                <a:lnTo>
                  <a:pt x="48" y="18"/>
                </a:lnTo>
                <a:lnTo>
                  <a:pt x="48" y="28"/>
                </a:lnTo>
                <a:lnTo>
                  <a:pt x="48" y="28"/>
                </a:lnTo>
                <a:lnTo>
                  <a:pt x="44" y="36"/>
                </a:lnTo>
                <a:lnTo>
                  <a:pt x="44" y="36"/>
                </a:lnTo>
                <a:lnTo>
                  <a:pt x="38" y="42"/>
                </a:lnTo>
                <a:lnTo>
                  <a:pt x="38" y="42"/>
                </a:lnTo>
                <a:lnTo>
                  <a:pt x="30" y="46"/>
                </a:lnTo>
                <a:lnTo>
                  <a:pt x="30" y="46"/>
                </a:lnTo>
                <a:lnTo>
                  <a:pt x="20" y="48"/>
                </a:lnTo>
                <a:lnTo>
                  <a:pt x="20" y="48"/>
                </a:lnTo>
                <a:lnTo>
                  <a:pt x="10" y="44"/>
                </a:lnTo>
                <a:lnTo>
                  <a:pt x="10" y="44"/>
                </a:lnTo>
                <a:lnTo>
                  <a:pt x="4" y="38"/>
                </a:lnTo>
                <a:lnTo>
                  <a:pt x="4" y="38"/>
                </a:lnTo>
                <a:lnTo>
                  <a:pt x="0" y="30"/>
                </a:lnTo>
                <a:lnTo>
                  <a:pt x="0" y="30"/>
                </a:lnTo>
                <a:lnTo>
                  <a:pt x="0" y="20"/>
                </a:lnTo>
                <a:lnTo>
                  <a:pt x="0" y="20"/>
                </a:lnTo>
                <a:lnTo>
                  <a:pt x="2" y="12"/>
                </a:lnTo>
                <a:lnTo>
                  <a:pt x="2" y="12"/>
                </a:lnTo>
                <a:lnTo>
                  <a:pt x="8" y="4"/>
                </a:lnTo>
                <a:lnTo>
                  <a:pt x="8" y="4"/>
                </a:lnTo>
                <a:lnTo>
                  <a:pt x="16" y="0"/>
                </a:lnTo>
                <a:lnTo>
                  <a:pt x="16" y="0"/>
                </a:lnTo>
                <a:lnTo>
                  <a:pt x="28" y="0"/>
                </a:lnTo>
                <a:lnTo>
                  <a:pt x="28" y="0"/>
                </a:lnTo>
                <a:close/>
                <a:moveTo>
                  <a:pt x="34" y="26"/>
                </a:moveTo>
                <a:lnTo>
                  <a:pt x="34" y="26"/>
                </a:lnTo>
                <a:lnTo>
                  <a:pt x="34" y="20"/>
                </a:lnTo>
                <a:lnTo>
                  <a:pt x="32" y="16"/>
                </a:lnTo>
                <a:lnTo>
                  <a:pt x="32" y="16"/>
                </a:lnTo>
                <a:lnTo>
                  <a:pt x="30" y="14"/>
                </a:lnTo>
                <a:lnTo>
                  <a:pt x="26" y="12"/>
                </a:lnTo>
                <a:lnTo>
                  <a:pt x="26" y="12"/>
                </a:lnTo>
                <a:lnTo>
                  <a:pt x="22" y="12"/>
                </a:lnTo>
                <a:lnTo>
                  <a:pt x="22" y="12"/>
                </a:lnTo>
                <a:lnTo>
                  <a:pt x="18" y="14"/>
                </a:lnTo>
                <a:lnTo>
                  <a:pt x="18" y="14"/>
                </a:lnTo>
                <a:lnTo>
                  <a:pt x="16" y="18"/>
                </a:lnTo>
                <a:lnTo>
                  <a:pt x="16" y="18"/>
                </a:lnTo>
                <a:lnTo>
                  <a:pt x="14" y="22"/>
                </a:lnTo>
                <a:lnTo>
                  <a:pt x="14" y="22"/>
                </a:lnTo>
                <a:lnTo>
                  <a:pt x="14" y="28"/>
                </a:lnTo>
                <a:lnTo>
                  <a:pt x="16" y="32"/>
                </a:lnTo>
                <a:lnTo>
                  <a:pt x="16" y="32"/>
                </a:lnTo>
                <a:lnTo>
                  <a:pt x="18" y="34"/>
                </a:lnTo>
                <a:lnTo>
                  <a:pt x="22" y="36"/>
                </a:lnTo>
                <a:lnTo>
                  <a:pt x="22" y="36"/>
                </a:lnTo>
                <a:lnTo>
                  <a:pt x="26" y="36"/>
                </a:lnTo>
                <a:lnTo>
                  <a:pt x="26" y="36"/>
                </a:lnTo>
                <a:lnTo>
                  <a:pt x="30" y="34"/>
                </a:lnTo>
                <a:lnTo>
                  <a:pt x="30" y="34"/>
                </a:lnTo>
                <a:lnTo>
                  <a:pt x="32" y="30"/>
                </a:lnTo>
                <a:lnTo>
                  <a:pt x="32" y="30"/>
                </a:lnTo>
                <a:lnTo>
                  <a:pt x="34" y="26"/>
                </a:lnTo>
                <a:lnTo>
                  <a:pt x="34" y="26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" name="Freeform 98"/>
          <p:cNvSpPr>
            <a:spLocks/>
          </p:cNvSpPr>
          <p:nvPr/>
        </p:nvSpPr>
        <p:spPr bwMode="auto">
          <a:xfrm>
            <a:off x="1543580" y="5289021"/>
            <a:ext cx="127000" cy="111125"/>
          </a:xfrm>
          <a:custGeom>
            <a:avLst/>
            <a:gdLst>
              <a:gd name="T0" fmla="*/ 12 w 80"/>
              <a:gd name="T1" fmla="*/ 0 h 70"/>
              <a:gd name="T2" fmla="*/ 26 w 80"/>
              <a:gd name="T3" fmla="*/ 6 h 70"/>
              <a:gd name="T4" fmla="*/ 16 w 80"/>
              <a:gd name="T5" fmla="*/ 30 h 70"/>
              <a:gd name="T6" fmla="*/ 16 w 80"/>
              <a:gd name="T7" fmla="*/ 30 h 70"/>
              <a:gd name="T8" fmla="*/ 14 w 80"/>
              <a:gd name="T9" fmla="*/ 36 h 70"/>
              <a:gd name="T10" fmla="*/ 14 w 80"/>
              <a:gd name="T11" fmla="*/ 36 h 70"/>
              <a:gd name="T12" fmla="*/ 18 w 80"/>
              <a:gd name="T13" fmla="*/ 40 h 70"/>
              <a:gd name="T14" fmla="*/ 18 w 80"/>
              <a:gd name="T15" fmla="*/ 40 h 70"/>
              <a:gd name="T16" fmla="*/ 20 w 80"/>
              <a:gd name="T17" fmla="*/ 40 h 70"/>
              <a:gd name="T18" fmla="*/ 20 w 80"/>
              <a:gd name="T19" fmla="*/ 40 h 70"/>
              <a:gd name="T20" fmla="*/ 24 w 80"/>
              <a:gd name="T21" fmla="*/ 40 h 70"/>
              <a:gd name="T22" fmla="*/ 24 w 80"/>
              <a:gd name="T23" fmla="*/ 40 h 70"/>
              <a:gd name="T24" fmla="*/ 26 w 80"/>
              <a:gd name="T25" fmla="*/ 38 h 70"/>
              <a:gd name="T26" fmla="*/ 26 w 80"/>
              <a:gd name="T27" fmla="*/ 38 h 70"/>
              <a:gd name="T28" fmla="*/ 30 w 80"/>
              <a:gd name="T29" fmla="*/ 36 h 70"/>
              <a:gd name="T30" fmla="*/ 40 w 80"/>
              <a:gd name="T31" fmla="*/ 12 h 70"/>
              <a:gd name="T32" fmla="*/ 52 w 80"/>
              <a:gd name="T33" fmla="*/ 18 h 70"/>
              <a:gd name="T34" fmla="*/ 42 w 80"/>
              <a:gd name="T35" fmla="*/ 40 h 70"/>
              <a:gd name="T36" fmla="*/ 42 w 80"/>
              <a:gd name="T37" fmla="*/ 40 h 70"/>
              <a:gd name="T38" fmla="*/ 42 w 80"/>
              <a:gd name="T39" fmla="*/ 48 h 70"/>
              <a:gd name="T40" fmla="*/ 42 w 80"/>
              <a:gd name="T41" fmla="*/ 48 h 70"/>
              <a:gd name="T42" fmla="*/ 44 w 80"/>
              <a:gd name="T43" fmla="*/ 52 h 70"/>
              <a:gd name="T44" fmla="*/ 44 w 80"/>
              <a:gd name="T45" fmla="*/ 52 h 70"/>
              <a:gd name="T46" fmla="*/ 50 w 80"/>
              <a:gd name="T47" fmla="*/ 52 h 70"/>
              <a:gd name="T48" fmla="*/ 50 w 80"/>
              <a:gd name="T49" fmla="*/ 52 h 70"/>
              <a:gd name="T50" fmla="*/ 56 w 80"/>
              <a:gd name="T51" fmla="*/ 48 h 70"/>
              <a:gd name="T52" fmla="*/ 66 w 80"/>
              <a:gd name="T53" fmla="*/ 24 h 70"/>
              <a:gd name="T54" fmla="*/ 80 w 80"/>
              <a:gd name="T55" fmla="*/ 28 h 70"/>
              <a:gd name="T56" fmla="*/ 62 w 80"/>
              <a:gd name="T57" fmla="*/ 70 h 70"/>
              <a:gd name="T58" fmla="*/ 50 w 80"/>
              <a:gd name="T59" fmla="*/ 66 h 70"/>
              <a:gd name="T60" fmla="*/ 52 w 80"/>
              <a:gd name="T61" fmla="*/ 58 h 70"/>
              <a:gd name="T62" fmla="*/ 52 w 80"/>
              <a:gd name="T63" fmla="*/ 58 h 70"/>
              <a:gd name="T64" fmla="*/ 48 w 80"/>
              <a:gd name="T65" fmla="*/ 60 h 70"/>
              <a:gd name="T66" fmla="*/ 44 w 80"/>
              <a:gd name="T67" fmla="*/ 62 h 70"/>
              <a:gd name="T68" fmla="*/ 44 w 80"/>
              <a:gd name="T69" fmla="*/ 62 h 70"/>
              <a:gd name="T70" fmla="*/ 38 w 80"/>
              <a:gd name="T71" fmla="*/ 62 h 70"/>
              <a:gd name="T72" fmla="*/ 34 w 80"/>
              <a:gd name="T73" fmla="*/ 60 h 70"/>
              <a:gd name="T74" fmla="*/ 34 w 80"/>
              <a:gd name="T75" fmla="*/ 60 h 70"/>
              <a:gd name="T76" fmla="*/ 30 w 80"/>
              <a:gd name="T77" fmla="*/ 58 h 70"/>
              <a:gd name="T78" fmla="*/ 30 w 80"/>
              <a:gd name="T79" fmla="*/ 58 h 70"/>
              <a:gd name="T80" fmla="*/ 26 w 80"/>
              <a:gd name="T81" fmla="*/ 54 h 70"/>
              <a:gd name="T82" fmla="*/ 26 w 80"/>
              <a:gd name="T83" fmla="*/ 54 h 70"/>
              <a:gd name="T84" fmla="*/ 26 w 80"/>
              <a:gd name="T85" fmla="*/ 50 h 70"/>
              <a:gd name="T86" fmla="*/ 26 w 80"/>
              <a:gd name="T87" fmla="*/ 50 h 70"/>
              <a:gd name="T88" fmla="*/ 26 w 80"/>
              <a:gd name="T89" fmla="*/ 46 h 70"/>
              <a:gd name="T90" fmla="*/ 26 w 80"/>
              <a:gd name="T91" fmla="*/ 46 h 70"/>
              <a:gd name="T92" fmla="*/ 22 w 80"/>
              <a:gd name="T93" fmla="*/ 50 h 70"/>
              <a:gd name="T94" fmla="*/ 16 w 80"/>
              <a:gd name="T95" fmla="*/ 50 h 70"/>
              <a:gd name="T96" fmla="*/ 16 w 80"/>
              <a:gd name="T97" fmla="*/ 50 h 70"/>
              <a:gd name="T98" fmla="*/ 12 w 80"/>
              <a:gd name="T99" fmla="*/ 50 h 70"/>
              <a:gd name="T100" fmla="*/ 6 w 80"/>
              <a:gd name="T101" fmla="*/ 48 h 70"/>
              <a:gd name="T102" fmla="*/ 6 w 80"/>
              <a:gd name="T103" fmla="*/ 48 h 70"/>
              <a:gd name="T104" fmla="*/ 2 w 80"/>
              <a:gd name="T105" fmla="*/ 44 h 70"/>
              <a:gd name="T106" fmla="*/ 2 w 80"/>
              <a:gd name="T107" fmla="*/ 44 h 70"/>
              <a:gd name="T108" fmla="*/ 0 w 80"/>
              <a:gd name="T109" fmla="*/ 38 h 70"/>
              <a:gd name="T110" fmla="*/ 0 w 80"/>
              <a:gd name="T111" fmla="*/ 38 h 70"/>
              <a:gd name="T112" fmla="*/ 0 w 80"/>
              <a:gd name="T113" fmla="*/ 32 h 70"/>
              <a:gd name="T114" fmla="*/ 0 w 80"/>
              <a:gd name="T115" fmla="*/ 32 h 70"/>
              <a:gd name="T116" fmla="*/ 2 w 80"/>
              <a:gd name="T117" fmla="*/ 28 h 70"/>
              <a:gd name="T118" fmla="*/ 12 w 80"/>
              <a:gd name="T119" fmla="*/ 0 h 70"/>
              <a:gd name="T120" fmla="*/ 12 w 80"/>
              <a:gd name="T121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0" h="70">
                <a:moveTo>
                  <a:pt x="12" y="0"/>
                </a:moveTo>
                <a:lnTo>
                  <a:pt x="26" y="6"/>
                </a:lnTo>
                <a:lnTo>
                  <a:pt x="16" y="30"/>
                </a:lnTo>
                <a:lnTo>
                  <a:pt x="16" y="30"/>
                </a:lnTo>
                <a:lnTo>
                  <a:pt x="14" y="36"/>
                </a:lnTo>
                <a:lnTo>
                  <a:pt x="14" y="36"/>
                </a:lnTo>
                <a:lnTo>
                  <a:pt x="18" y="40"/>
                </a:lnTo>
                <a:lnTo>
                  <a:pt x="18" y="40"/>
                </a:lnTo>
                <a:lnTo>
                  <a:pt x="20" y="40"/>
                </a:lnTo>
                <a:lnTo>
                  <a:pt x="20" y="40"/>
                </a:lnTo>
                <a:lnTo>
                  <a:pt x="24" y="40"/>
                </a:lnTo>
                <a:lnTo>
                  <a:pt x="24" y="40"/>
                </a:lnTo>
                <a:lnTo>
                  <a:pt x="26" y="38"/>
                </a:lnTo>
                <a:lnTo>
                  <a:pt x="26" y="38"/>
                </a:lnTo>
                <a:lnTo>
                  <a:pt x="30" y="36"/>
                </a:lnTo>
                <a:lnTo>
                  <a:pt x="40" y="12"/>
                </a:lnTo>
                <a:lnTo>
                  <a:pt x="52" y="18"/>
                </a:lnTo>
                <a:lnTo>
                  <a:pt x="42" y="40"/>
                </a:lnTo>
                <a:lnTo>
                  <a:pt x="42" y="40"/>
                </a:lnTo>
                <a:lnTo>
                  <a:pt x="42" y="48"/>
                </a:lnTo>
                <a:lnTo>
                  <a:pt x="42" y="48"/>
                </a:lnTo>
                <a:lnTo>
                  <a:pt x="44" y="52"/>
                </a:lnTo>
                <a:lnTo>
                  <a:pt x="44" y="52"/>
                </a:lnTo>
                <a:lnTo>
                  <a:pt x="50" y="52"/>
                </a:lnTo>
                <a:lnTo>
                  <a:pt x="50" y="52"/>
                </a:lnTo>
                <a:lnTo>
                  <a:pt x="56" y="48"/>
                </a:lnTo>
                <a:lnTo>
                  <a:pt x="66" y="24"/>
                </a:lnTo>
                <a:lnTo>
                  <a:pt x="80" y="28"/>
                </a:lnTo>
                <a:lnTo>
                  <a:pt x="62" y="70"/>
                </a:lnTo>
                <a:lnTo>
                  <a:pt x="50" y="66"/>
                </a:lnTo>
                <a:lnTo>
                  <a:pt x="52" y="58"/>
                </a:lnTo>
                <a:lnTo>
                  <a:pt x="52" y="58"/>
                </a:lnTo>
                <a:lnTo>
                  <a:pt x="48" y="60"/>
                </a:lnTo>
                <a:lnTo>
                  <a:pt x="44" y="62"/>
                </a:lnTo>
                <a:lnTo>
                  <a:pt x="44" y="62"/>
                </a:lnTo>
                <a:lnTo>
                  <a:pt x="38" y="62"/>
                </a:lnTo>
                <a:lnTo>
                  <a:pt x="34" y="60"/>
                </a:lnTo>
                <a:lnTo>
                  <a:pt x="34" y="60"/>
                </a:lnTo>
                <a:lnTo>
                  <a:pt x="30" y="58"/>
                </a:lnTo>
                <a:lnTo>
                  <a:pt x="30" y="58"/>
                </a:lnTo>
                <a:lnTo>
                  <a:pt x="26" y="54"/>
                </a:lnTo>
                <a:lnTo>
                  <a:pt x="26" y="54"/>
                </a:lnTo>
                <a:lnTo>
                  <a:pt x="26" y="50"/>
                </a:lnTo>
                <a:lnTo>
                  <a:pt x="26" y="50"/>
                </a:lnTo>
                <a:lnTo>
                  <a:pt x="26" y="46"/>
                </a:lnTo>
                <a:lnTo>
                  <a:pt x="26" y="46"/>
                </a:lnTo>
                <a:lnTo>
                  <a:pt x="22" y="50"/>
                </a:lnTo>
                <a:lnTo>
                  <a:pt x="16" y="50"/>
                </a:lnTo>
                <a:lnTo>
                  <a:pt x="16" y="50"/>
                </a:lnTo>
                <a:lnTo>
                  <a:pt x="12" y="50"/>
                </a:lnTo>
                <a:lnTo>
                  <a:pt x="6" y="48"/>
                </a:lnTo>
                <a:lnTo>
                  <a:pt x="6" y="48"/>
                </a:lnTo>
                <a:lnTo>
                  <a:pt x="2" y="44"/>
                </a:lnTo>
                <a:lnTo>
                  <a:pt x="2" y="44"/>
                </a:lnTo>
                <a:lnTo>
                  <a:pt x="0" y="38"/>
                </a:lnTo>
                <a:lnTo>
                  <a:pt x="0" y="38"/>
                </a:lnTo>
                <a:lnTo>
                  <a:pt x="0" y="32"/>
                </a:lnTo>
                <a:lnTo>
                  <a:pt x="0" y="32"/>
                </a:lnTo>
                <a:lnTo>
                  <a:pt x="2" y="28"/>
                </a:lnTo>
                <a:lnTo>
                  <a:pt x="12" y="0"/>
                </a:lnTo>
                <a:lnTo>
                  <a:pt x="12" y="0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" name="Freeform 99"/>
          <p:cNvSpPr>
            <a:spLocks noEditPoints="1"/>
          </p:cNvSpPr>
          <p:nvPr/>
        </p:nvSpPr>
        <p:spPr bwMode="auto">
          <a:xfrm>
            <a:off x="1464205" y="5241396"/>
            <a:ext cx="79375" cy="79375"/>
          </a:xfrm>
          <a:custGeom>
            <a:avLst/>
            <a:gdLst>
              <a:gd name="T0" fmla="*/ 40 w 50"/>
              <a:gd name="T1" fmla="*/ 8 h 50"/>
              <a:gd name="T2" fmla="*/ 40 w 50"/>
              <a:gd name="T3" fmla="*/ 8 h 50"/>
              <a:gd name="T4" fmla="*/ 48 w 50"/>
              <a:gd name="T5" fmla="*/ 16 h 50"/>
              <a:gd name="T6" fmla="*/ 48 w 50"/>
              <a:gd name="T7" fmla="*/ 16 h 50"/>
              <a:gd name="T8" fmla="*/ 50 w 50"/>
              <a:gd name="T9" fmla="*/ 24 h 50"/>
              <a:gd name="T10" fmla="*/ 50 w 50"/>
              <a:gd name="T11" fmla="*/ 24 h 50"/>
              <a:gd name="T12" fmla="*/ 48 w 50"/>
              <a:gd name="T13" fmla="*/ 34 h 50"/>
              <a:gd name="T14" fmla="*/ 48 w 50"/>
              <a:gd name="T15" fmla="*/ 34 h 50"/>
              <a:gd name="T16" fmla="*/ 44 w 50"/>
              <a:gd name="T17" fmla="*/ 40 h 50"/>
              <a:gd name="T18" fmla="*/ 44 w 50"/>
              <a:gd name="T19" fmla="*/ 40 h 50"/>
              <a:gd name="T20" fmla="*/ 36 w 50"/>
              <a:gd name="T21" fmla="*/ 46 h 50"/>
              <a:gd name="T22" fmla="*/ 36 w 50"/>
              <a:gd name="T23" fmla="*/ 46 h 50"/>
              <a:gd name="T24" fmla="*/ 28 w 50"/>
              <a:gd name="T25" fmla="*/ 50 h 50"/>
              <a:gd name="T26" fmla="*/ 28 w 50"/>
              <a:gd name="T27" fmla="*/ 50 h 50"/>
              <a:gd name="T28" fmla="*/ 20 w 50"/>
              <a:gd name="T29" fmla="*/ 48 h 50"/>
              <a:gd name="T30" fmla="*/ 20 w 50"/>
              <a:gd name="T31" fmla="*/ 48 h 50"/>
              <a:gd name="T32" fmla="*/ 10 w 50"/>
              <a:gd name="T33" fmla="*/ 44 h 50"/>
              <a:gd name="T34" fmla="*/ 10 w 50"/>
              <a:gd name="T35" fmla="*/ 44 h 50"/>
              <a:gd name="T36" fmla="*/ 4 w 50"/>
              <a:gd name="T37" fmla="*/ 34 h 50"/>
              <a:gd name="T38" fmla="*/ 4 w 50"/>
              <a:gd name="T39" fmla="*/ 34 h 50"/>
              <a:gd name="T40" fmla="*/ 0 w 50"/>
              <a:gd name="T41" fmla="*/ 26 h 50"/>
              <a:gd name="T42" fmla="*/ 0 w 50"/>
              <a:gd name="T43" fmla="*/ 26 h 50"/>
              <a:gd name="T44" fmla="*/ 2 w 50"/>
              <a:gd name="T45" fmla="*/ 18 h 50"/>
              <a:gd name="T46" fmla="*/ 2 w 50"/>
              <a:gd name="T47" fmla="*/ 18 h 50"/>
              <a:gd name="T48" fmla="*/ 6 w 50"/>
              <a:gd name="T49" fmla="*/ 10 h 50"/>
              <a:gd name="T50" fmla="*/ 6 w 50"/>
              <a:gd name="T51" fmla="*/ 10 h 50"/>
              <a:gd name="T52" fmla="*/ 8 w 50"/>
              <a:gd name="T53" fmla="*/ 8 h 50"/>
              <a:gd name="T54" fmla="*/ 8 w 50"/>
              <a:gd name="T55" fmla="*/ 8 h 50"/>
              <a:gd name="T56" fmla="*/ 10 w 50"/>
              <a:gd name="T57" fmla="*/ 6 h 50"/>
              <a:gd name="T58" fmla="*/ 36 w 50"/>
              <a:gd name="T59" fmla="*/ 28 h 50"/>
              <a:gd name="T60" fmla="*/ 36 w 50"/>
              <a:gd name="T61" fmla="*/ 28 h 50"/>
              <a:gd name="T62" fmla="*/ 38 w 50"/>
              <a:gd name="T63" fmla="*/ 24 h 50"/>
              <a:gd name="T64" fmla="*/ 38 w 50"/>
              <a:gd name="T65" fmla="*/ 20 h 50"/>
              <a:gd name="T66" fmla="*/ 38 w 50"/>
              <a:gd name="T67" fmla="*/ 20 h 50"/>
              <a:gd name="T68" fmla="*/ 36 w 50"/>
              <a:gd name="T69" fmla="*/ 18 h 50"/>
              <a:gd name="T70" fmla="*/ 34 w 50"/>
              <a:gd name="T71" fmla="*/ 14 h 50"/>
              <a:gd name="T72" fmla="*/ 34 w 50"/>
              <a:gd name="T73" fmla="*/ 14 h 50"/>
              <a:gd name="T74" fmla="*/ 28 w 50"/>
              <a:gd name="T75" fmla="*/ 12 h 50"/>
              <a:gd name="T76" fmla="*/ 28 w 50"/>
              <a:gd name="T77" fmla="*/ 12 h 50"/>
              <a:gd name="T78" fmla="*/ 24 w 50"/>
              <a:gd name="T79" fmla="*/ 12 h 50"/>
              <a:gd name="T80" fmla="*/ 16 w 50"/>
              <a:gd name="T81" fmla="*/ 2 h 50"/>
              <a:gd name="T82" fmla="*/ 16 w 50"/>
              <a:gd name="T83" fmla="*/ 2 h 50"/>
              <a:gd name="T84" fmla="*/ 22 w 50"/>
              <a:gd name="T85" fmla="*/ 0 h 50"/>
              <a:gd name="T86" fmla="*/ 28 w 50"/>
              <a:gd name="T87" fmla="*/ 0 h 50"/>
              <a:gd name="T88" fmla="*/ 28 w 50"/>
              <a:gd name="T89" fmla="*/ 0 h 50"/>
              <a:gd name="T90" fmla="*/ 34 w 50"/>
              <a:gd name="T91" fmla="*/ 4 h 50"/>
              <a:gd name="T92" fmla="*/ 40 w 50"/>
              <a:gd name="T93" fmla="*/ 8 h 50"/>
              <a:gd name="T94" fmla="*/ 40 w 50"/>
              <a:gd name="T95" fmla="*/ 8 h 50"/>
              <a:gd name="T96" fmla="*/ 16 w 50"/>
              <a:gd name="T97" fmla="*/ 22 h 50"/>
              <a:gd name="T98" fmla="*/ 16 w 50"/>
              <a:gd name="T99" fmla="*/ 22 h 50"/>
              <a:gd name="T100" fmla="*/ 14 w 50"/>
              <a:gd name="T101" fmla="*/ 26 h 50"/>
              <a:gd name="T102" fmla="*/ 14 w 50"/>
              <a:gd name="T103" fmla="*/ 30 h 50"/>
              <a:gd name="T104" fmla="*/ 14 w 50"/>
              <a:gd name="T105" fmla="*/ 30 h 50"/>
              <a:gd name="T106" fmla="*/ 14 w 50"/>
              <a:gd name="T107" fmla="*/ 32 h 50"/>
              <a:gd name="T108" fmla="*/ 16 w 50"/>
              <a:gd name="T109" fmla="*/ 36 h 50"/>
              <a:gd name="T110" fmla="*/ 16 w 50"/>
              <a:gd name="T111" fmla="*/ 36 h 50"/>
              <a:gd name="T112" fmla="*/ 20 w 50"/>
              <a:gd name="T113" fmla="*/ 38 h 50"/>
              <a:gd name="T114" fmla="*/ 24 w 50"/>
              <a:gd name="T115" fmla="*/ 38 h 50"/>
              <a:gd name="T116" fmla="*/ 24 w 50"/>
              <a:gd name="T117" fmla="*/ 38 h 50"/>
              <a:gd name="T118" fmla="*/ 26 w 50"/>
              <a:gd name="T119" fmla="*/ 38 h 50"/>
              <a:gd name="T120" fmla="*/ 30 w 50"/>
              <a:gd name="T121" fmla="*/ 34 h 50"/>
              <a:gd name="T122" fmla="*/ 16 w 50"/>
              <a:gd name="T123" fmla="*/ 22 h 50"/>
              <a:gd name="T124" fmla="*/ 16 w 50"/>
              <a:gd name="T125" fmla="*/ 22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0" h="50">
                <a:moveTo>
                  <a:pt x="40" y="8"/>
                </a:moveTo>
                <a:lnTo>
                  <a:pt x="40" y="8"/>
                </a:lnTo>
                <a:lnTo>
                  <a:pt x="48" y="16"/>
                </a:lnTo>
                <a:lnTo>
                  <a:pt x="48" y="16"/>
                </a:lnTo>
                <a:lnTo>
                  <a:pt x="50" y="24"/>
                </a:lnTo>
                <a:lnTo>
                  <a:pt x="50" y="24"/>
                </a:lnTo>
                <a:lnTo>
                  <a:pt x="48" y="34"/>
                </a:lnTo>
                <a:lnTo>
                  <a:pt x="48" y="34"/>
                </a:lnTo>
                <a:lnTo>
                  <a:pt x="44" y="40"/>
                </a:lnTo>
                <a:lnTo>
                  <a:pt x="44" y="40"/>
                </a:lnTo>
                <a:lnTo>
                  <a:pt x="36" y="46"/>
                </a:lnTo>
                <a:lnTo>
                  <a:pt x="36" y="46"/>
                </a:lnTo>
                <a:lnTo>
                  <a:pt x="28" y="50"/>
                </a:lnTo>
                <a:lnTo>
                  <a:pt x="28" y="50"/>
                </a:lnTo>
                <a:lnTo>
                  <a:pt x="20" y="48"/>
                </a:lnTo>
                <a:lnTo>
                  <a:pt x="20" y="48"/>
                </a:lnTo>
                <a:lnTo>
                  <a:pt x="10" y="44"/>
                </a:lnTo>
                <a:lnTo>
                  <a:pt x="10" y="44"/>
                </a:lnTo>
                <a:lnTo>
                  <a:pt x="4" y="34"/>
                </a:lnTo>
                <a:lnTo>
                  <a:pt x="4" y="34"/>
                </a:lnTo>
                <a:lnTo>
                  <a:pt x="0" y="26"/>
                </a:lnTo>
                <a:lnTo>
                  <a:pt x="0" y="26"/>
                </a:lnTo>
                <a:lnTo>
                  <a:pt x="2" y="18"/>
                </a:lnTo>
                <a:lnTo>
                  <a:pt x="2" y="18"/>
                </a:lnTo>
                <a:lnTo>
                  <a:pt x="6" y="10"/>
                </a:lnTo>
                <a:lnTo>
                  <a:pt x="6" y="10"/>
                </a:lnTo>
                <a:lnTo>
                  <a:pt x="8" y="8"/>
                </a:lnTo>
                <a:lnTo>
                  <a:pt x="8" y="8"/>
                </a:lnTo>
                <a:lnTo>
                  <a:pt x="10" y="6"/>
                </a:lnTo>
                <a:lnTo>
                  <a:pt x="36" y="28"/>
                </a:lnTo>
                <a:lnTo>
                  <a:pt x="36" y="28"/>
                </a:lnTo>
                <a:lnTo>
                  <a:pt x="38" y="24"/>
                </a:lnTo>
                <a:lnTo>
                  <a:pt x="38" y="20"/>
                </a:lnTo>
                <a:lnTo>
                  <a:pt x="38" y="20"/>
                </a:lnTo>
                <a:lnTo>
                  <a:pt x="36" y="18"/>
                </a:lnTo>
                <a:lnTo>
                  <a:pt x="34" y="14"/>
                </a:lnTo>
                <a:lnTo>
                  <a:pt x="34" y="14"/>
                </a:lnTo>
                <a:lnTo>
                  <a:pt x="28" y="12"/>
                </a:lnTo>
                <a:lnTo>
                  <a:pt x="28" y="12"/>
                </a:lnTo>
                <a:lnTo>
                  <a:pt x="24" y="12"/>
                </a:lnTo>
                <a:lnTo>
                  <a:pt x="16" y="2"/>
                </a:lnTo>
                <a:lnTo>
                  <a:pt x="16" y="2"/>
                </a:lnTo>
                <a:lnTo>
                  <a:pt x="22" y="0"/>
                </a:lnTo>
                <a:lnTo>
                  <a:pt x="28" y="0"/>
                </a:lnTo>
                <a:lnTo>
                  <a:pt x="28" y="0"/>
                </a:lnTo>
                <a:lnTo>
                  <a:pt x="34" y="4"/>
                </a:lnTo>
                <a:lnTo>
                  <a:pt x="40" y="8"/>
                </a:lnTo>
                <a:lnTo>
                  <a:pt x="40" y="8"/>
                </a:lnTo>
                <a:close/>
                <a:moveTo>
                  <a:pt x="16" y="22"/>
                </a:moveTo>
                <a:lnTo>
                  <a:pt x="16" y="22"/>
                </a:lnTo>
                <a:lnTo>
                  <a:pt x="14" y="26"/>
                </a:lnTo>
                <a:lnTo>
                  <a:pt x="14" y="30"/>
                </a:lnTo>
                <a:lnTo>
                  <a:pt x="14" y="30"/>
                </a:lnTo>
                <a:lnTo>
                  <a:pt x="14" y="32"/>
                </a:lnTo>
                <a:lnTo>
                  <a:pt x="16" y="36"/>
                </a:lnTo>
                <a:lnTo>
                  <a:pt x="16" y="36"/>
                </a:lnTo>
                <a:lnTo>
                  <a:pt x="20" y="38"/>
                </a:lnTo>
                <a:lnTo>
                  <a:pt x="24" y="38"/>
                </a:lnTo>
                <a:lnTo>
                  <a:pt x="24" y="38"/>
                </a:lnTo>
                <a:lnTo>
                  <a:pt x="26" y="38"/>
                </a:lnTo>
                <a:lnTo>
                  <a:pt x="30" y="34"/>
                </a:lnTo>
                <a:lnTo>
                  <a:pt x="16" y="22"/>
                </a:lnTo>
                <a:lnTo>
                  <a:pt x="16" y="22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" name="Freeform 100"/>
          <p:cNvSpPr>
            <a:spLocks/>
          </p:cNvSpPr>
          <p:nvPr/>
        </p:nvSpPr>
        <p:spPr bwMode="auto">
          <a:xfrm>
            <a:off x="1349905" y="5162021"/>
            <a:ext cx="111125" cy="95250"/>
          </a:xfrm>
          <a:custGeom>
            <a:avLst/>
            <a:gdLst>
              <a:gd name="T0" fmla="*/ 12 w 70"/>
              <a:gd name="T1" fmla="*/ 10 h 60"/>
              <a:gd name="T2" fmla="*/ 22 w 70"/>
              <a:gd name="T3" fmla="*/ 26 h 60"/>
              <a:gd name="T4" fmla="*/ 62 w 70"/>
              <a:gd name="T5" fmla="*/ 0 h 60"/>
              <a:gd name="T6" fmla="*/ 70 w 70"/>
              <a:gd name="T7" fmla="*/ 10 h 60"/>
              <a:gd name="T8" fmla="*/ 30 w 70"/>
              <a:gd name="T9" fmla="*/ 38 h 60"/>
              <a:gd name="T10" fmla="*/ 40 w 70"/>
              <a:gd name="T11" fmla="*/ 54 h 60"/>
              <a:gd name="T12" fmla="*/ 28 w 70"/>
              <a:gd name="T13" fmla="*/ 60 h 60"/>
              <a:gd name="T14" fmla="*/ 0 w 70"/>
              <a:gd name="T15" fmla="*/ 16 h 60"/>
              <a:gd name="T16" fmla="*/ 12 w 70"/>
              <a:gd name="T17" fmla="*/ 10 h 60"/>
              <a:gd name="T18" fmla="*/ 12 w 70"/>
              <a:gd name="T19" fmla="*/ 1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0" h="60">
                <a:moveTo>
                  <a:pt x="12" y="10"/>
                </a:moveTo>
                <a:lnTo>
                  <a:pt x="22" y="26"/>
                </a:lnTo>
                <a:lnTo>
                  <a:pt x="62" y="0"/>
                </a:lnTo>
                <a:lnTo>
                  <a:pt x="70" y="10"/>
                </a:lnTo>
                <a:lnTo>
                  <a:pt x="30" y="38"/>
                </a:lnTo>
                <a:lnTo>
                  <a:pt x="40" y="54"/>
                </a:lnTo>
                <a:lnTo>
                  <a:pt x="28" y="60"/>
                </a:lnTo>
                <a:lnTo>
                  <a:pt x="0" y="16"/>
                </a:lnTo>
                <a:lnTo>
                  <a:pt x="12" y="10"/>
                </a:lnTo>
                <a:lnTo>
                  <a:pt x="12" y="10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" name="Freeform 101"/>
          <p:cNvSpPr>
            <a:spLocks noEditPoints="1"/>
          </p:cNvSpPr>
          <p:nvPr/>
        </p:nvSpPr>
        <p:spPr bwMode="auto">
          <a:xfrm>
            <a:off x="1353080" y="5082646"/>
            <a:ext cx="73025" cy="76200"/>
          </a:xfrm>
          <a:custGeom>
            <a:avLst/>
            <a:gdLst>
              <a:gd name="T0" fmla="*/ 46 w 46"/>
              <a:gd name="T1" fmla="*/ 16 h 48"/>
              <a:gd name="T2" fmla="*/ 46 w 46"/>
              <a:gd name="T3" fmla="*/ 16 h 48"/>
              <a:gd name="T4" fmla="*/ 46 w 46"/>
              <a:gd name="T5" fmla="*/ 26 h 48"/>
              <a:gd name="T6" fmla="*/ 46 w 46"/>
              <a:gd name="T7" fmla="*/ 26 h 48"/>
              <a:gd name="T8" fmla="*/ 44 w 46"/>
              <a:gd name="T9" fmla="*/ 36 h 48"/>
              <a:gd name="T10" fmla="*/ 44 w 46"/>
              <a:gd name="T11" fmla="*/ 36 h 48"/>
              <a:gd name="T12" fmla="*/ 40 w 46"/>
              <a:gd name="T13" fmla="*/ 42 h 48"/>
              <a:gd name="T14" fmla="*/ 40 w 46"/>
              <a:gd name="T15" fmla="*/ 42 h 48"/>
              <a:gd name="T16" fmla="*/ 32 w 46"/>
              <a:gd name="T17" fmla="*/ 46 h 48"/>
              <a:gd name="T18" fmla="*/ 32 w 46"/>
              <a:gd name="T19" fmla="*/ 46 h 48"/>
              <a:gd name="T20" fmla="*/ 22 w 46"/>
              <a:gd name="T21" fmla="*/ 48 h 48"/>
              <a:gd name="T22" fmla="*/ 22 w 46"/>
              <a:gd name="T23" fmla="*/ 48 h 48"/>
              <a:gd name="T24" fmla="*/ 14 w 46"/>
              <a:gd name="T25" fmla="*/ 46 h 48"/>
              <a:gd name="T26" fmla="*/ 14 w 46"/>
              <a:gd name="T27" fmla="*/ 46 h 48"/>
              <a:gd name="T28" fmla="*/ 6 w 46"/>
              <a:gd name="T29" fmla="*/ 40 h 48"/>
              <a:gd name="T30" fmla="*/ 6 w 46"/>
              <a:gd name="T31" fmla="*/ 40 h 48"/>
              <a:gd name="T32" fmla="*/ 0 w 46"/>
              <a:gd name="T33" fmla="*/ 32 h 48"/>
              <a:gd name="T34" fmla="*/ 0 w 46"/>
              <a:gd name="T35" fmla="*/ 32 h 48"/>
              <a:gd name="T36" fmla="*/ 0 w 46"/>
              <a:gd name="T37" fmla="*/ 20 h 48"/>
              <a:gd name="T38" fmla="*/ 0 w 46"/>
              <a:gd name="T39" fmla="*/ 20 h 48"/>
              <a:gd name="T40" fmla="*/ 2 w 46"/>
              <a:gd name="T41" fmla="*/ 12 h 48"/>
              <a:gd name="T42" fmla="*/ 2 w 46"/>
              <a:gd name="T43" fmla="*/ 12 h 48"/>
              <a:gd name="T44" fmla="*/ 8 w 46"/>
              <a:gd name="T45" fmla="*/ 4 h 48"/>
              <a:gd name="T46" fmla="*/ 8 w 46"/>
              <a:gd name="T47" fmla="*/ 4 h 48"/>
              <a:gd name="T48" fmla="*/ 16 w 46"/>
              <a:gd name="T49" fmla="*/ 0 h 48"/>
              <a:gd name="T50" fmla="*/ 16 w 46"/>
              <a:gd name="T51" fmla="*/ 0 h 48"/>
              <a:gd name="T52" fmla="*/ 18 w 46"/>
              <a:gd name="T53" fmla="*/ 0 h 48"/>
              <a:gd name="T54" fmla="*/ 18 w 46"/>
              <a:gd name="T55" fmla="*/ 0 h 48"/>
              <a:gd name="T56" fmla="*/ 20 w 46"/>
              <a:gd name="T57" fmla="*/ 0 h 48"/>
              <a:gd name="T58" fmla="*/ 30 w 46"/>
              <a:gd name="T59" fmla="*/ 32 h 48"/>
              <a:gd name="T60" fmla="*/ 30 w 46"/>
              <a:gd name="T61" fmla="*/ 32 h 48"/>
              <a:gd name="T62" fmla="*/ 34 w 46"/>
              <a:gd name="T63" fmla="*/ 30 h 48"/>
              <a:gd name="T64" fmla="*/ 36 w 46"/>
              <a:gd name="T65" fmla="*/ 26 h 48"/>
              <a:gd name="T66" fmla="*/ 36 w 46"/>
              <a:gd name="T67" fmla="*/ 26 h 48"/>
              <a:gd name="T68" fmla="*/ 36 w 46"/>
              <a:gd name="T69" fmla="*/ 22 h 48"/>
              <a:gd name="T70" fmla="*/ 36 w 46"/>
              <a:gd name="T71" fmla="*/ 18 h 48"/>
              <a:gd name="T72" fmla="*/ 36 w 46"/>
              <a:gd name="T73" fmla="*/ 18 h 48"/>
              <a:gd name="T74" fmla="*/ 32 w 46"/>
              <a:gd name="T75" fmla="*/ 14 h 48"/>
              <a:gd name="T76" fmla="*/ 32 w 46"/>
              <a:gd name="T77" fmla="*/ 14 h 48"/>
              <a:gd name="T78" fmla="*/ 28 w 46"/>
              <a:gd name="T79" fmla="*/ 12 h 48"/>
              <a:gd name="T80" fmla="*/ 26 w 46"/>
              <a:gd name="T81" fmla="*/ 0 h 48"/>
              <a:gd name="T82" fmla="*/ 26 w 46"/>
              <a:gd name="T83" fmla="*/ 0 h 48"/>
              <a:gd name="T84" fmla="*/ 32 w 46"/>
              <a:gd name="T85" fmla="*/ 0 h 48"/>
              <a:gd name="T86" fmla="*/ 38 w 46"/>
              <a:gd name="T87" fmla="*/ 4 h 48"/>
              <a:gd name="T88" fmla="*/ 38 w 46"/>
              <a:gd name="T89" fmla="*/ 4 h 48"/>
              <a:gd name="T90" fmla="*/ 42 w 46"/>
              <a:gd name="T91" fmla="*/ 10 h 48"/>
              <a:gd name="T92" fmla="*/ 46 w 46"/>
              <a:gd name="T93" fmla="*/ 16 h 48"/>
              <a:gd name="T94" fmla="*/ 46 w 46"/>
              <a:gd name="T95" fmla="*/ 16 h 48"/>
              <a:gd name="T96" fmla="*/ 16 w 46"/>
              <a:gd name="T97" fmla="*/ 16 h 48"/>
              <a:gd name="T98" fmla="*/ 16 w 46"/>
              <a:gd name="T99" fmla="*/ 16 h 48"/>
              <a:gd name="T100" fmla="*/ 12 w 46"/>
              <a:gd name="T101" fmla="*/ 18 h 48"/>
              <a:gd name="T102" fmla="*/ 10 w 46"/>
              <a:gd name="T103" fmla="*/ 20 h 48"/>
              <a:gd name="T104" fmla="*/ 10 w 46"/>
              <a:gd name="T105" fmla="*/ 20 h 48"/>
              <a:gd name="T106" fmla="*/ 10 w 46"/>
              <a:gd name="T107" fmla="*/ 24 h 48"/>
              <a:gd name="T108" fmla="*/ 10 w 46"/>
              <a:gd name="T109" fmla="*/ 28 h 48"/>
              <a:gd name="T110" fmla="*/ 10 w 46"/>
              <a:gd name="T111" fmla="*/ 28 h 48"/>
              <a:gd name="T112" fmla="*/ 12 w 46"/>
              <a:gd name="T113" fmla="*/ 32 h 48"/>
              <a:gd name="T114" fmla="*/ 14 w 46"/>
              <a:gd name="T115" fmla="*/ 34 h 48"/>
              <a:gd name="T116" fmla="*/ 14 w 46"/>
              <a:gd name="T117" fmla="*/ 34 h 48"/>
              <a:gd name="T118" fmla="*/ 18 w 46"/>
              <a:gd name="T119" fmla="*/ 34 h 48"/>
              <a:gd name="T120" fmla="*/ 22 w 46"/>
              <a:gd name="T121" fmla="*/ 34 h 48"/>
              <a:gd name="T122" fmla="*/ 16 w 46"/>
              <a:gd name="T123" fmla="*/ 16 h 48"/>
              <a:gd name="T124" fmla="*/ 16 w 46"/>
              <a:gd name="T125" fmla="*/ 16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" h="48">
                <a:moveTo>
                  <a:pt x="46" y="16"/>
                </a:moveTo>
                <a:lnTo>
                  <a:pt x="46" y="16"/>
                </a:lnTo>
                <a:lnTo>
                  <a:pt x="46" y="26"/>
                </a:lnTo>
                <a:lnTo>
                  <a:pt x="46" y="26"/>
                </a:lnTo>
                <a:lnTo>
                  <a:pt x="44" y="36"/>
                </a:lnTo>
                <a:lnTo>
                  <a:pt x="44" y="36"/>
                </a:lnTo>
                <a:lnTo>
                  <a:pt x="40" y="42"/>
                </a:lnTo>
                <a:lnTo>
                  <a:pt x="40" y="42"/>
                </a:lnTo>
                <a:lnTo>
                  <a:pt x="32" y="46"/>
                </a:lnTo>
                <a:lnTo>
                  <a:pt x="32" y="46"/>
                </a:lnTo>
                <a:lnTo>
                  <a:pt x="22" y="48"/>
                </a:lnTo>
                <a:lnTo>
                  <a:pt x="22" y="48"/>
                </a:lnTo>
                <a:lnTo>
                  <a:pt x="14" y="46"/>
                </a:lnTo>
                <a:lnTo>
                  <a:pt x="14" y="46"/>
                </a:lnTo>
                <a:lnTo>
                  <a:pt x="6" y="40"/>
                </a:lnTo>
                <a:lnTo>
                  <a:pt x="6" y="40"/>
                </a:lnTo>
                <a:lnTo>
                  <a:pt x="0" y="32"/>
                </a:lnTo>
                <a:lnTo>
                  <a:pt x="0" y="32"/>
                </a:lnTo>
                <a:lnTo>
                  <a:pt x="0" y="20"/>
                </a:lnTo>
                <a:lnTo>
                  <a:pt x="0" y="20"/>
                </a:lnTo>
                <a:lnTo>
                  <a:pt x="2" y="12"/>
                </a:lnTo>
                <a:lnTo>
                  <a:pt x="2" y="12"/>
                </a:lnTo>
                <a:lnTo>
                  <a:pt x="8" y="4"/>
                </a:lnTo>
                <a:lnTo>
                  <a:pt x="8" y="4"/>
                </a:lnTo>
                <a:lnTo>
                  <a:pt x="16" y="0"/>
                </a:lnTo>
                <a:lnTo>
                  <a:pt x="16" y="0"/>
                </a:lnTo>
                <a:lnTo>
                  <a:pt x="18" y="0"/>
                </a:lnTo>
                <a:lnTo>
                  <a:pt x="18" y="0"/>
                </a:lnTo>
                <a:lnTo>
                  <a:pt x="20" y="0"/>
                </a:lnTo>
                <a:lnTo>
                  <a:pt x="30" y="32"/>
                </a:lnTo>
                <a:lnTo>
                  <a:pt x="30" y="32"/>
                </a:lnTo>
                <a:lnTo>
                  <a:pt x="34" y="30"/>
                </a:lnTo>
                <a:lnTo>
                  <a:pt x="36" y="26"/>
                </a:lnTo>
                <a:lnTo>
                  <a:pt x="36" y="26"/>
                </a:lnTo>
                <a:lnTo>
                  <a:pt x="36" y="22"/>
                </a:lnTo>
                <a:lnTo>
                  <a:pt x="36" y="18"/>
                </a:lnTo>
                <a:lnTo>
                  <a:pt x="36" y="18"/>
                </a:lnTo>
                <a:lnTo>
                  <a:pt x="32" y="14"/>
                </a:lnTo>
                <a:lnTo>
                  <a:pt x="32" y="14"/>
                </a:lnTo>
                <a:lnTo>
                  <a:pt x="28" y="12"/>
                </a:lnTo>
                <a:lnTo>
                  <a:pt x="26" y="0"/>
                </a:lnTo>
                <a:lnTo>
                  <a:pt x="26" y="0"/>
                </a:lnTo>
                <a:lnTo>
                  <a:pt x="32" y="0"/>
                </a:lnTo>
                <a:lnTo>
                  <a:pt x="38" y="4"/>
                </a:lnTo>
                <a:lnTo>
                  <a:pt x="38" y="4"/>
                </a:lnTo>
                <a:lnTo>
                  <a:pt x="42" y="10"/>
                </a:lnTo>
                <a:lnTo>
                  <a:pt x="46" y="16"/>
                </a:lnTo>
                <a:lnTo>
                  <a:pt x="46" y="16"/>
                </a:lnTo>
                <a:close/>
                <a:moveTo>
                  <a:pt x="16" y="16"/>
                </a:moveTo>
                <a:lnTo>
                  <a:pt x="16" y="16"/>
                </a:lnTo>
                <a:lnTo>
                  <a:pt x="12" y="18"/>
                </a:lnTo>
                <a:lnTo>
                  <a:pt x="10" y="20"/>
                </a:lnTo>
                <a:lnTo>
                  <a:pt x="10" y="20"/>
                </a:lnTo>
                <a:lnTo>
                  <a:pt x="10" y="24"/>
                </a:lnTo>
                <a:lnTo>
                  <a:pt x="10" y="28"/>
                </a:lnTo>
                <a:lnTo>
                  <a:pt x="10" y="28"/>
                </a:lnTo>
                <a:lnTo>
                  <a:pt x="12" y="32"/>
                </a:lnTo>
                <a:lnTo>
                  <a:pt x="14" y="34"/>
                </a:lnTo>
                <a:lnTo>
                  <a:pt x="14" y="34"/>
                </a:lnTo>
                <a:lnTo>
                  <a:pt x="18" y="34"/>
                </a:lnTo>
                <a:lnTo>
                  <a:pt x="22" y="34"/>
                </a:lnTo>
                <a:lnTo>
                  <a:pt x="16" y="16"/>
                </a:lnTo>
                <a:lnTo>
                  <a:pt x="16" y="16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" name="Freeform 102"/>
          <p:cNvSpPr>
            <a:spLocks/>
          </p:cNvSpPr>
          <p:nvPr/>
        </p:nvSpPr>
        <p:spPr bwMode="auto">
          <a:xfrm>
            <a:off x="1324505" y="4996921"/>
            <a:ext cx="82550" cy="85725"/>
          </a:xfrm>
          <a:custGeom>
            <a:avLst/>
            <a:gdLst>
              <a:gd name="T0" fmla="*/ 6 w 52"/>
              <a:gd name="T1" fmla="*/ 40 h 54"/>
              <a:gd name="T2" fmla="*/ 18 w 52"/>
              <a:gd name="T3" fmla="*/ 30 h 54"/>
              <a:gd name="T4" fmla="*/ 18 w 52"/>
              <a:gd name="T5" fmla="*/ 28 h 54"/>
              <a:gd name="T6" fmla="*/ 16 w 52"/>
              <a:gd name="T7" fmla="*/ 28 h 54"/>
              <a:gd name="T8" fmla="*/ 2 w 52"/>
              <a:gd name="T9" fmla="*/ 22 h 54"/>
              <a:gd name="T10" fmla="*/ 0 w 52"/>
              <a:gd name="T11" fmla="*/ 8 h 54"/>
              <a:gd name="T12" fmla="*/ 26 w 52"/>
              <a:gd name="T13" fmla="*/ 20 h 54"/>
              <a:gd name="T14" fmla="*/ 46 w 52"/>
              <a:gd name="T15" fmla="*/ 0 h 54"/>
              <a:gd name="T16" fmla="*/ 48 w 52"/>
              <a:gd name="T17" fmla="*/ 14 h 54"/>
              <a:gd name="T18" fmla="*/ 36 w 52"/>
              <a:gd name="T19" fmla="*/ 26 h 54"/>
              <a:gd name="T20" fmla="*/ 34 w 52"/>
              <a:gd name="T21" fmla="*/ 26 h 54"/>
              <a:gd name="T22" fmla="*/ 36 w 52"/>
              <a:gd name="T23" fmla="*/ 26 h 54"/>
              <a:gd name="T24" fmla="*/ 50 w 52"/>
              <a:gd name="T25" fmla="*/ 34 h 54"/>
              <a:gd name="T26" fmla="*/ 52 w 52"/>
              <a:gd name="T27" fmla="*/ 48 h 54"/>
              <a:gd name="T28" fmla="*/ 28 w 52"/>
              <a:gd name="T29" fmla="*/ 34 h 54"/>
              <a:gd name="T30" fmla="*/ 8 w 52"/>
              <a:gd name="T31" fmla="*/ 54 h 54"/>
              <a:gd name="T32" fmla="*/ 6 w 52"/>
              <a:gd name="T33" fmla="*/ 40 h 54"/>
              <a:gd name="T34" fmla="*/ 6 w 52"/>
              <a:gd name="T35" fmla="*/ 40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2" h="54">
                <a:moveTo>
                  <a:pt x="6" y="40"/>
                </a:moveTo>
                <a:lnTo>
                  <a:pt x="18" y="30"/>
                </a:lnTo>
                <a:lnTo>
                  <a:pt x="18" y="28"/>
                </a:lnTo>
                <a:lnTo>
                  <a:pt x="16" y="28"/>
                </a:lnTo>
                <a:lnTo>
                  <a:pt x="2" y="22"/>
                </a:lnTo>
                <a:lnTo>
                  <a:pt x="0" y="8"/>
                </a:lnTo>
                <a:lnTo>
                  <a:pt x="26" y="20"/>
                </a:lnTo>
                <a:lnTo>
                  <a:pt x="46" y="0"/>
                </a:lnTo>
                <a:lnTo>
                  <a:pt x="48" y="14"/>
                </a:lnTo>
                <a:lnTo>
                  <a:pt x="36" y="26"/>
                </a:lnTo>
                <a:lnTo>
                  <a:pt x="34" y="26"/>
                </a:lnTo>
                <a:lnTo>
                  <a:pt x="36" y="26"/>
                </a:lnTo>
                <a:lnTo>
                  <a:pt x="50" y="34"/>
                </a:lnTo>
                <a:lnTo>
                  <a:pt x="52" y="48"/>
                </a:lnTo>
                <a:lnTo>
                  <a:pt x="28" y="34"/>
                </a:lnTo>
                <a:lnTo>
                  <a:pt x="8" y="54"/>
                </a:lnTo>
                <a:lnTo>
                  <a:pt x="6" y="40"/>
                </a:lnTo>
                <a:lnTo>
                  <a:pt x="6" y="40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" name="Freeform 103"/>
          <p:cNvSpPr>
            <a:spLocks/>
          </p:cNvSpPr>
          <p:nvPr/>
        </p:nvSpPr>
        <p:spPr bwMode="auto">
          <a:xfrm>
            <a:off x="1302280" y="4942946"/>
            <a:ext cx="95250" cy="50800"/>
          </a:xfrm>
          <a:custGeom>
            <a:avLst/>
            <a:gdLst>
              <a:gd name="T0" fmla="*/ 58 w 60"/>
              <a:gd name="T1" fmla="*/ 0 h 32"/>
              <a:gd name="T2" fmla="*/ 58 w 60"/>
              <a:gd name="T3" fmla="*/ 0 h 32"/>
              <a:gd name="T4" fmla="*/ 60 w 60"/>
              <a:gd name="T5" fmla="*/ 8 h 32"/>
              <a:gd name="T6" fmla="*/ 60 w 60"/>
              <a:gd name="T7" fmla="*/ 8 h 32"/>
              <a:gd name="T8" fmla="*/ 60 w 60"/>
              <a:gd name="T9" fmla="*/ 14 h 32"/>
              <a:gd name="T10" fmla="*/ 60 w 60"/>
              <a:gd name="T11" fmla="*/ 14 h 32"/>
              <a:gd name="T12" fmla="*/ 60 w 60"/>
              <a:gd name="T13" fmla="*/ 20 h 32"/>
              <a:gd name="T14" fmla="*/ 60 w 60"/>
              <a:gd name="T15" fmla="*/ 20 h 32"/>
              <a:gd name="T16" fmla="*/ 58 w 60"/>
              <a:gd name="T17" fmla="*/ 24 h 32"/>
              <a:gd name="T18" fmla="*/ 58 w 60"/>
              <a:gd name="T19" fmla="*/ 24 h 32"/>
              <a:gd name="T20" fmla="*/ 54 w 60"/>
              <a:gd name="T21" fmla="*/ 26 h 32"/>
              <a:gd name="T22" fmla="*/ 54 w 60"/>
              <a:gd name="T23" fmla="*/ 26 h 32"/>
              <a:gd name="T24" fmla="*/ 48 w 60"/>
              <a:gd name="T25" fmla="*/ 26 h 32"/>
              <a:gd name="T26" fmla="*/ 24 w 60"/>
              <a:gd name="T27" fmla="*/ 26 h 32"/>
              <a:gd name="T28" fmla="*/ 24 w 60"/>
              <a:gd name="T29" fmla="*/ 32 h 32"/>
              <a:gd name="T30" fmla="*/ 14 w 60"/>
              <a:gd name="T31" fmla="*/ 32 h 32"/>
              <a:gd name="T32" fmla="*/ 14 w 60"/>
              <a:gd name="T33" fmla="*/ 26 h 32"/>
              <a:gd name="T34" fmla="*/ 0 w 60"/>
              <a:gd name="T35" fmla="*/ 26 h 32"/>
              <a:gd name="T36" fmla="*/ 0 w 60"/>
              <a:gd name="T37" fmla="*/ 12 h 32"/>
              <a:gd name="T38" fmla="*/ 14 w 60"/>
              <a:gd name="T39" fmla="*/ 12 h 32"/>
              <a:gd name="T40" fmla="*/ 14 w 60"/>
              <a:gd name="T41" fmla="*/ 2 h 32"/>
              <a:gd name="T42" fmla="*/ 24 w 60"/>
              <a:gd name="T43" fmla="*/ 2 h 32"/>
              <a:gd name="T44" fmla="*/ 24 w 60"/>
              <a:gd name="T45" fmla="*/ 12 h 32"/>
              <a:gd name="T46" fmla="*/ 44 w 60"/>
              <a:gd name="T47" fmla="*/ 12 h 32"/>
              <a:gd name="T48" fmla="*/ 44 w 60"/>
              <a:gd name="T49" fmla="*/ 12 h 32"/>
              <a:gd name="T50" fmla="*/ 46 w 60"/>
              <a:gd name="T51" fmla="*/ 12 h 32"/>
              <a:gd name="T52" fmla="*/ 46 w 60"/>
              <a:gd name="T53" fmla="*/ 12 h 32"/>
              <a:gd name="T54" fmla="*/ 48 w 60"/>
              <a:gd name="T55" fmla="*/ 8 h 32"/>
              <a:gd name="T56" fmla="*/ 48 w 60"/>
              <a:gd name="T57" fmla="*/ 8 h 32"/>
              <a:gd name="T58" fmla="*/ 48 w 60"/>
              <a:gd name="T59" fmla="*/ 6 h 32"/>
              <a:gd name="T60" fmla="*/ 48 w 60"/>
              <a:gd name="T61" fmla="*/ 6 h 32"/>
              <a:gd name="T62" fmla="*/ 46 w 60"/>
              <a:gd name="T63" fmla="*/ 2 h 32"/>
              <a:gd name="T64" fmla="*/ 58 w 60"/>
              <a:gd name="T65" fmla="*/ 0 h 32"/>
              <a:gd name="T66" fmla="*/ 58 w 60"/>
              <a:gd name="T6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0" h="32">
                <a:moveTo>
                  <a:pt x="58" y="0"/>
                </a:moveTo>
                <a:lnTo>
                  <a:pt x="58" y="0"/>
                </a:lnTo>
                <a:lnTo>
                  <a:pt x="60" y="8"/>
                </a:lnTo>
                <a:lnTo>
                  <a:pt x="60" y="8"/>
                </a:lnTo>
                <a:lnTo>
                  <a:pt x="60" y="14"/>
                </a:lnTo>
                <a:lnTo>
                  <a:pt x="60" y="14"/>
                </a:lnTo>
                <a:lnTo>
                  <a:pt x="60" y="20"/>
                </a:lnTo>
                <a:lnTo>
                  <a:pt x="60" y="20"/>
                </a:lnTo>
                <a:lnTo>
                  <a:pt x="58" y="24"/>
                </a:lnTo>
                <a:lnTo>
                  <a:pt x="58" y="24"/>
                </a:lnTo>
                <a:lnTo>
                  <a:pt x="54" y="26"/>
                </a:lnTo>
                <a:lnTo>
                  <a:pt x="54" y="26"/>
                </a:lnTo>
                <a:lnTo>
                  <a:pt x="48" y="26"/>
                </a:lnTo>
                <a:lnTo>
                  <a:pt x="24" y="26"/>
                </a:lnTo>
                <a:lnTo>
                  <a:pt x="24" y="32"/>
                </a:lnTo>
                <a:lnTo>
                  <a:pt x="14" y="32"/>
                </a:lnTo>
                <a:lnTo>
                  <a:pt x="14" y="26"/>
                </a:lnTo>
                <a:lnTo>
                  <a:pt x="0" y="26"/>
                </a:lnTo>
                <a:lnTo>
                  <a:pt x="0" y="12"/>
                </a:lnTo>
                <a:lnTo>
                  <a:pt x="14" y="12"/>
                </a:lnTo>
                <a:lnTo>
                  <a:pt x="14" y="2"/>
                </a:lnTo>
                <a:lnTo>
                  <a:pt x="24" y="2"/>
                </a:lnTo>
                <a:lnTo>
                  <a:pt x="24" y="12"/>
                </a:lnTo>
                <a:lnTo>
                  <a:pt x="44" y="12"/>
                </a:lnTo>
                <a:lnTo>
                  <a:pt x="44" y="12"/>
                </a:lnTo>
                <a:lnTo>
                  <a:pt x="46" y="12"/>
                </a:lnTo>
                <a:lnTo>
                  <a:pt x="46" y="12"/>
                </a:lnTo>
                <a:lnTo>
                  <a:pt x="48" y="8"/>
                </a:lnTo>
                <a:lnTo>
                  <a:pt x="48" y="8"/>
                </a:lnTo>
                <a:lnTo>
                  <a:pt x="48" y="6"/>
                </a:lnTo>
                <a:lnTo>
                  <a:pt x="48" y="6"/>
                </a:lnTo>
                <a:lnTo>
                  <a:pt x="46" y="2"/>
                </a:lnTo>
                <a:lnTo>
                  <a:pt x="58" y="0"/>
                </a:lnTo>
                <a:lnTo>
                  <a:pt x="58" y="0"/>
                </a:lnTo>
                <a:close/>
              </a:path>
            </a:pathLst>
          </a:custGeom>
          <a:solidFill>
            <a:srgbClr val="5EA1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" name="Freeform 104"/>
          <p:cNvSpPr>
            <a:spLocks/>
          </p:cNvSpPr>
          <p:nvPr/>
        </p:nvSpPr>
        <p:spPr bwMode="auto">
          <a:xfrm>
            <a:off x="1670580" y="3250671"/>
            <a:ext cx="66675" cy="63500"/>
          </a:xfrm>
          <a:custGeom>
            <a:avLst/>
            <a:gdLst>
              <a:gd name="T0" fmla="*/ 16 w 42"/>
              <a:gd name="T1" fmla="*/ 0 h 40"/>
              <a:gd name="T2" fmla="*/ 4 w 42"/>
              <a:gd name="T3" fmla="*/ 28 h 40"/>
              <a:gd name="T4" fmla="*/ 4 w 42"/>
              <a:gd name="T5" fmla="*/ 28 h 40"/>
              <a:gd name="T6" fmla="*/ 0 w 42"/>
              <a:gd name="T7" fmla="*/ 38 h 40"/>
              <a:gd name="T8" fmla="*/ 2 w 42"/>
              <a:gd name="T9" fmla="*/ 40 h 40"/>
              <a:gd name="T10" fmla="*/ 2 w 42"/>
              <a:gd name="T11" fmla="*/ 40 h 40"/>
              <a:gd name="T12" fmla="*/ 4 w 42"/>
              <a:gd name="T13" fmla="*/ 40 h 40"/>
              <a:gd name="T14" fmla="*/ 14 w 42"/>
              <a:gd name="T15" fmla="*/ 38 h 40"/>
              <a:gd name="T16" fmla="*/ 42 w 42"/>
              <a:gd name="T17" fmla="*/ 26 h 40"/>
              <a:gd name="T18" fmla="*/ 16 w 42"/>
              <a:gd name="T19" fmla="*/ 0 h 40"/>
              <a:gd name="T20" fmla="*/ 16 w 42"/>
              <a:gd name="T21" fmla="*/ 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2" h="40">
                <a:moveTo>
                  <a:pt x="16" y="0"/>
                </a:moveTo>
                <a:lnTo>
                  <a:pt x="4" y="28"/>
                </a:lnTo>
                <a:lnTo>
                  <a:pt x="4" y="28"/>
                </a:lnTo>
                <a:lnTo>
                  <a:pt x="0" y="38"/>
                </a:lnTo>
                <a:lnTo>
                  <a:pt x="2" y="40"/>
                </a:lnTo>
                <a:lnTo>
                  <a:pt x="2" y="40"/>
                </a:lnTo>
                <a:lnTo>
                  <a:pt x="4" y="40"/>
                </a:lnTo>
                <a:lnTo>
                  <a:pt x="14" y="38"/>
                </a:lnTo>
                <a:lnTo>
                  <a:pt x="42" y="26"/>
                </a:lnTo>
                <a:lnTo>
                  <a:pt x="16" y="0"/>
                </a:lnTo>
                <a:lnTo>
                  <a:pt x="16" y="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" name="Freeform 105"/>
          <p:cNvSpPr>
            <a:spLocks/>
          </p:cNvSpPr>
          <p:nvPr/>
        </p:nvSpPr>
        <p:spPr bwMode="auto">
          <a:xfrm>
            <a:off x="1699155" y="3120496"/>
            <a:ext cx="168275" cy="168275"/>
          </a:xfrm>
          <a:custGeom>
            <a:avLst/>
            <a:gdLst>
              <a:gd name="T0" fmla="*/ 78 w 106"/>
              <a:gd name="T1" fmla="*/ 0 h 106"/>
              <a:gd name="T2" fmla="*/ 12 w 106"/>
              <a:gd name="T3" fmla="*/ 66 h 106"/>
              <a:gd name="T4" fmla="*/ 12 w 106"/>
              <a:gd name="T5" fmla="*/ 66 h 106"/>
              <a:gd name="T6" fmla="*/ 0 w 106"/>
              <a:gd name="T7" fmla="*/ 78 h 106"/>
              <a:gd name="T8" fmla="*/ 28 w 106"/>
              <a:gd name="T9" fmla="*/ 106 h 106"/>
              <a:gd name="T10" fmla="*/ 106 w 106"/>
              <a:gd name="T11" fmla="*/ 28 h 106"/>
              <a:gd name="T12" fmla="*/ 78 w 106"/>
              <a:gd name="T13" fmla="*/ 0 h 106"/>
              <a:gd name="T14" fmla="*/ 78 w 106"/>
              <a:gd name="T15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6" h="106">
                <a:moveTo>
                  <a:pt x="78" y="0"/>
                </a:moveTo>
                <a:lnTo>
                  <a:pt x="12" y="66"/>
                </a:lnTo>
                <a:lnTo>
                  <a:pt x="12" y="66"/>
                </a:lnTo>
                <a:lnTo>
                  <a:pt x="0" y="78"/>
                </a:lnTo>
                <a:lnTo>
                  <a:pt x="28" y="106"/>
                </a:lnTo>
                <a:lnTo>
                  <a:pt x="106" y="28"/>
                </a:lnTo>
                <a:lnTo>
                  <a:pt x="78" y="0"/>
                </a:lnTo>
                <a:lnTo>
                  <a:pt x="78" y="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Freeform 106"/>
          <p:cNvSpPr>
            <a:spLocks/>
          </p:cNvSpPr>
          <p:nvPr/>
        </p:nvSpPr>
        <p:spPr bwMode="auto">
          <a:xfrm>
            <a:off x="1829330" y="3098271"/>
            <a:ext cx="60325" cy="57150"/>
          </a:xfrm>
          <a:custGeom>
            <a:avLst/>
            <a:gdLst>
              <a:gd name="T0" fmla="*/ 36 w 38"/>
              <a:gd name="T1" fmla="*/ 20 h 36"/>
              <a:gd name="T2" fmla="*/ 16 w 38"/>
              <a:gd name="T3" fmla="*/ 2 h 36"/>
              <a:gd name="T4" fmla="*/ 16 w 38"/>
              <a:gd name="T5" fmla="*/ 2 h 36"/>
              <a:gd name="T6" fmla="*/ 12 w 38"/>
              <a:gd name="T7" fmla="*/ 0 h 36"/>
              <a:gd name="T8" fmla="*/ 8 w 38"/>
              <a:gd name="T9" fmla="*/ 2 h 36"/>
              <a:gd name="T10" fmla="*/ 0 w 38"/>
              <a:gd name="T11" fmla="*/ 8 h 36"/>
              <a:gd name="T12" fmla="*/ 0 w 38"/>
              <a:gd name="T13" fmla="*/ 8 h 36"/>
              <a:gd name="T14" fmla="*/ 28 w 38"/>
              <a:gd name="T15" fmla="*/ 36 h 36"/>
              <a:gd name="T16" fmla="*/ 36 w 38"/>
              <a:gd name="T17" fmla="*/ 30 h 36"/>
              <a:gd name="T18" fmla="*/ 36 w 38"/>
              <a:gd name="T19" fmla="*/ 30 h 36"/>
              <a:gd name="T20" fmla="*/ 38 w 38"/>
              <a:gd name="T21" fmla="*/ 24 h 36"/>
              <a:gd name="T22" fmla="*/ 36 w 38"/>
              <a:gd name="T23" fmla="*/ 20 h 36"/>
              <a:gd name="T24" fmla="*/ 36 w 38"/>
              <a:gd name="T25" fmla="*/ 2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" h="36">
                <a:moveTo>
                  <a:pt x="36" y="20"/>
                </a:moveTo>
                <a:lnTo>
                  <a:pt x="16" y="2"/>
                </a:lnTo>
                <a:lnTo>
                  <a:pt x="16" y="2"/>
                </a:lnTo>
                <a:lnTo>
                  <a:pt x="12" y="0"/>
                </a:lnTo>
                <a:lnTo>
                  <a:pt x="8" y="2"/>
                </a:lnTo>
                <a:lnTo>
                  <a:pt x="0" y="8"/>
                </a:lnTo>
                <a:lnTo>
                  <a:pt x="0" y="8"/>
                </a:lnTo>
                <a:lnTo>
                  <a:pt x="28" y="36"/>
                </a:lnTo>
                <a:lnTo>
                  <a:pt x="36" y="30"/>
                </a:lnTo>
                <a:lnTo>
                  <a:pt x="36" y="30"/>
                </a:lnTo>
                <a:lnTo>
                  <a:pt x="38" y="24"/>
                </a:lnTo>
                <a:lnTo>
                  <a:pt x="36" y="20"/>
                </a:lnTo>
                <a:lnTo>
                  <a:pt x="36" y="2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" name="Freeform 107"/>
          <p:cNvSpPr>
            <a:spLocks noEditPoints="1"/>
          </p:cNvSpPr>
          <p:nvPr/>
        </p:nvSpPr>
        <p:spPr bwMode="auto">
          <a:xfrm>
            <a:off x="3394605" y="3095096"/>
            <a:ext cx="228600" cy="231775"/>
          </a:xfrm>
          <a:custGeom>
            <a:avLst/>
            <a:gdLst>
              <a:gd name="T0" fmla="*/ 72 w 144"/>
              <a:gd name="T1" fmla="*/ 134 h 146"/>
              <a:gd name="T2" fmla="*/ 48 w 144"/>
              <a:gd name="T3" fmla="*/ 130 h 146"/>
              <a:gd name="T4" fmla="*/ 28 w 144"/>
              <a:gd name="T5" fmla="*/ 116 h 146"/>
              <a:gd name="T6" fmla="*/ 16 w 144"/>
              <a:gd name="T7" fmla="*/ 98 h 146"/>
              <a:gd name="T8" fmla="*/ 10 w 144"/>
              <a:gd name="T9" fmla="*/ 74 h 146"/>
              <a:gd name="T10" fmla="*/ 12 w 144"/>
              <a:gd name="T11" fmla="*/ 60 h 146"/>
              <a:gd name="T12" fmla="*/ 22 w 144"/>
              <a:gd name="T13" fmla="*/ 38 h 146"/>
              <a:gd name="T14" fmla="*/ 38 w 144"/>
              <a:gd name="T15" fmla="*/ 22 h 146"/>
              <a:gd name="T16" fmla="*/ 60 w 144"/>
              <a:gd name="T17" fmla="*/ 12 h 146"/>
              <a:gd name="T18" fmla="*/ 72 w 144"/>
              <a:gd name="T19" fmla="*/ 12 h 146"/>
              <a:gd name="T20" fmla="*/ 96 w 144"/>
              <a:gd name="T21" fmla="*/ 16 h 146"/>
              <a:gd name="T22" fmla="*/ 116 w 144"/>
              <a:gd name="T23" fmla="*/ 30 h 146"/>
              <a:gd name="T24" fmla="*/ 130 w 144"/>
              <a:gd name="T25" fmla="*/ 50 h 146"/>
              <a:gd name="T26" fmla="*/ 134 w 144"/>
              <a:gd name="T27" fmla="*/ 74 h 146"/>
              <a:gd name="T28" fmla="*/ 132 w 144"/>
              <a:gd name="T29" fmla="*/ 86 h 146"/>
              <a:gd name="T30" fmla="*/ 124 w 144"/>
              <a:gd name="T31" fmla="*/ 108 h 146"/>
              <a:gd name="T32" fmla="*/ 106 w 144"/>
              <a:gd name="T33" fmla="*/ 124 h 146"/>
              <a:gd name="T34" fmla="*/ 84 w 144"/>
              <a:gd name="T35" fmla="*/ 134 h 146"/>
              <a:gd name="T36" fmla="*/ 72 w 144"/>
              <a:gd name="T37" fmla="*/ 134 h 146"/>
              <a:gd name="T38" fmla="*/ 72 w 144"/>
              <a:gd name="T39" fmla="*/ 0 h 146"/>
              <a:gd name="T40" fmla="*/ 44 w 144"/>
              <a:gd name="T41" fmla="*/ 6 h 146"/>
              <a:gd name="T42" fmla="*/ 20 w 144"/>
              <a:gd name="T43" fmla="*/ 22 h 146"/>
              <a:gd name="T44" fmla="*/ 6 w 144"/>
              <a:gd name="T45" fmla="*/ 46 h 146"/>
              <a:gd name="T46" fmla="*/ 0 w 144"/>
              <a:gd name="T47" fmla="*/ 74 h 146"/>
              <a:gd name="T48" fmla="*/ 2 w 144"/>
              <a:gd name="T49" fmla="*/ 88 h 146"/>
              <a:gd name="T50" fmla="*/ 12 w 144"/>
              <a:gd name="T51" fmla="*/ 114 h 146"/>
              <a:gd name="T52" fmla="*/ 32 w 144"/>
              <a:gd name="T53" fmla="*/ 134 h 146"/>
              <a:gd name="T54" fmla="*/ 58 w 144"/>
              <a:gd name="T55" fmla="*/ 144 h 146"/>
              <a:gd name="T56" fmla="*/ 72 w 144"/>
              <a:gd name="T57" fmla="*/ 146 h 146"/>
              <a:gd name="T58" fmla="*/ 100 w 144"/>
              <a:gd name="T59" fmla="*/ 140 h 146"/>
              <a:gd name="T60" fmla="*/ 124 w 144"/>
              <a:gd name="T61" fmla="*/ 124 h 146"/>
              <a:gd name="T62" fmla="*/ 138 w 144"/>
              <a:gd name="T63" fmla="*/ 102 h 146"/>
              <a:gd name="T64" fmla="*/ 144 w 144"/>
              <a:gd name="T65" fmla="*/ 74 h 146"/>
              <a:gd name="T66" fmla="*/ 144 w 144"/>
              <a:gd name="T67" fmla="*/ 58 h 146"/>
              <a:gd name="T68" fmla="*/ 132 w 144"/>
              <a:gd name="T69" fmla="*/ 32 h 146"/>
              <a:gd name="T70" fmla="*/ 112 w 144"/>
              <a:gd name="T71" fmla="*/ 14 h 146"/>
              <a:gd name="T72" fmla="*/ 86 w 144"/>
              <a:gd name="T73" fmla="*/ 2 h 146"/>
              <a:gd name="T74" fmla="*/ 72 w 144"/>
              <a:gd name="T75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44" h="146">
                <a:moveTo>
                  <a:pt x="72" y="134"/>
                </a:moveTo>
                <a:lnTo>
                  <a:pt x="72" y="134"/>
                </a:lnTo>
                <a:lnTo>
                  <a:pt x="60" y="134"/>
                </a:lnTo>
                <a:lnTo>
                  <a:pt x="48" y="130"/>
                </a:lnTo>
                <a:lnTo>
                  <a:pt x="38" y="124"/>
                </a:lnTo>
                <a:lnTo>
                  <a:pt x="28" y="116"/>
                </a:lnTo>
                <a:lnTo>
                  <a:pt x="22" y="108"/>
                </a:lnTo>
                <a:lnTo>
                  <a:pt x="16" y="98"/>
                </a:lnTo>
                <a:lnTo>
                  <a:pt x="12" y="86"/>
                </a:lnTo>
                <a:lnTo>
                  <a:pt x="10" y="74"/>
                </a:lnTo>
                <a:lnTo>
                  <a:pt x="10" y="74"/>
                </a:lnTo>
                <a:lnTo>
                  <a:pt x="12" y="60"/>
                </a:lnTo>
                <a:lnTo>
                  <a:pt x="16" y="50"/>
                </a:lnTo>
                <a:lnTo>
                  <a:pt x="22" y="38"/>
                </a:lnTo>
                <a:lnTo>
                  <a:pt x="28" y="30"/>
                </a:lnTo>
                <a:lnTo>
                  <a:pt x="38" y="22"/>
                </a:lnTo>
                <a:lnTo>
                  <a:pt x="48" y="16"/>
                </a:lnTo>
                <a:lnTo>
                  <a:pt x="60" y="12"/>
                </a:lnTo>
                <a:lnTo>
                  <a:pt x="72" y="12"/>
                </a:lnTo>
                <a:lnTo>
                  <a:pt x="72" y="12"/>
                </a:lnTo>
                <a:lnTo>
                  <a:pt x="84" y="12"/>
                </a:lnTo>
                <a:lnTo>
                  <a:pt x="96" y="16"/>
                </a:lnTo>
                <a:lnTo>
                  <a:pt x="106" y="22"/>
                </a:lnTo>
                <a:lnTo>
                  <a:pt x="116" y="30"/>
                </a:lnTo>
                <a:lnTo>
                  <a:pt x="124" y="38"/>
                </a:lnTo>
                <a:lnTo>
                  <a:pt x="130" y="50"/>
                </a:lnTo>
                <a:lnTo>
                  <a:pt x="132" y="60"/>
                </a:lnTo>
                <a:lnTo>
                  <a:pt x="134" y="74"/>
                </a:lnTo>
                <a:lnTo>
                  <a:pt x="134" y="74"/>
                </a:lnTo>
                <a:lnTo>
                  <a:pt x="132" y="86"/>
                </a:lnTo>
                <a:lnTo>
                  <a:pt x="130" y="98"/>
                </a:lnTo>
                <a:lnTo>
                  <a:pt x="124" y="108"/>
                </a:lnTo>
                <a:lnTo>
                  <a:pt x="116" y="116"/>
                </a:lnTo>
                <a:lnTo>
                  <a:pt x="106" y="124"/>
                </a:lnTo>
                <a:lnTo>
                  <a:pt x="96" y="130"/>
                </a:lnTo>
                <a:lnTo>
                  <a:pt x="84" y="134"/>
                </a:lnTo>
                <a:lnTo>
                  <a:pt x="72" y="134"/>
                </a:lnTo>
                <a:lnTo>
                  <a:pt x="72" y="134"/>
                </a:lnTo>
                <a:close/>
                <a:moveTo>
                  <a:pt x="72" y="0"/>
                </a:moveTo>
                <a:lnTo>
                  <a:pt x="72" y="0"/>
                </a:lnTo>
                <a:lnTo>
                  <a:pt x="58" y="2"/>
                </a:lnTo>
                <a:lnTo>
                  <a:pt x="44" y="6"/>
                </a:lnTo>
                <a:lnTo>
                  <a:pt x="32" y="14"/>
                </a:lnTo>
                <a:lnTo>
                  <a:pt x="20" y="22"/>
                </a:lnTo>
                <a:lnTo>
                  <a:pt x="12" y="32"/>
                </a:lnTo>
                <a:lnTo>
                  <a:pt x="6" y="46"/>
                </a:lnTo>
                <a:lnTo>
                  <a:pt x="2" y="58"/>
                </a:lnTo>
                <a:lnTo>
                  <a:pt x="0" y="74"/>
                </a:lnTo>
                <a:lnTo>
                  <a:pt x="0" y="74"/>
                </a:lnTo>
                <a:lnTo>
                  <a:pt x="2" y="88"/>
                </a:lnTo>
                <a:lnTo>
                  <a:pt x="6" y="102"/>
                </a:lnTo>
                <a:lnTo>
                  <a:pt x="12" y="114"/>
                </a:lnTo>
                <a:lnTo>
                  <a:pt x="20" y="124"/>
                </a:lnTo>
                <a:lnTo>
                  <a:pt x="32" y="134"/>
                </a:lnTo>
                <a:lnTo>
                  <a:pt x="44" y="140"/>
                </a:lnTo>
                <a:lnTo>
                  <a:pt x="58" y="144"/>
                </a:lnTo>
                <a:lnTo>
                  <a:pt x="72" y="146"/>
                </a:lnTo>
                <a:lnTo>
                  <a:pt x="72" y="146"/>
                </a:lnTo>
                <a:lnTo>
                  <a:pt x="86" y="144"/>
                </a:lnTo>
                <a:lnTo>
                  <a:pt x="100" y="140"/>
                </a:lnTo>
                <a:lnTo>
                  <a:pt x="112" y="134"/>
                </a:lnTo>
                <a:lnTo>
                  <a:pt x="124" y="124"/>
                </a:lnTo>
                <a:lnTo>
                  <a:pt x="132" y="114"/>
                </a:lnTo>
                <a:lnTo>
                  <a:pt x="138" y="102"/>
                </a:lnTo>
                <a:lnTo>
                  <a:pt x="144" y="88"/>
                </a:lnTo>
                <a:lnTo>
                  <a:pt x="144" y="74"/>
                </a:lnTo>
                <a:lnTo>
                  <a:pt x="144" y="74"/>
                </a:lnTo>
                <a:lnTo>
                  <a:pt x="144" y="58"/>
                </a:lnTo>
                <a:lnTo>
                  <a:pt x="138" y="46"/>
                </a:lnTo>
                <a:lnTo>
                  <a:pt x="132" y="32"/>
                </a:lnTo>
                <a:lnTo>
                  <a:pt x="124" y="22"/>
                </a:lnTo>
                <a:lnTo>
                  <a:pt x="112" y="14"/>
                </a:lnTo>
                <a:lnTo>
                  <a:pt x="100" y="6"/>
                </a:lnTo>
                <a:lnTo>
                  <a:pt x="86" y="2"/>
                </a:lnTo>
                <a:lnTo>
                  <a:pt x="72" y="0"/>
                </a:lnTo>
                <a:lnTo>
                  <a:pt x="72" y="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" name="Freeform 108"/>
          <p:cNvSpPr>
            <a:spLocks/>
          </p:cNvSpPr>
          <p:nvPr/>
        </p:nvSpPr>
        <p:spPr bwMode="auto">
          <a:xfrm>
            <a:off x="3502555" y="3120496"/>
            <a:ext cx="12700" cy="22225"/>
          </a:xfrm>
          <a:custGeom>
            <a:avLst/>
            <a:gdLst>
              <a:gd name="T0" fmla="*/ 4 w 8"/>
              <a:gd name="T1" fmla="*/ 14 h 14"/>
              <a:gd name="T2" fmla="*/ 4 w 8"/>
              <a:gd name="T3" fmla="*/ 14 h 14"/>
              <a:gd name="T4" fmla="*/ 6 w 8"/>
              <a:gd name="T5" fmla="*/ 12 h 14"/>
              <a:gd name="T6" fmla="*/ 8 w 8"/>
              <a:gd name="T7" fmla="*/ 10 h 14"/>
              <a:gd name="T8" fmla="*/ 8 w 8"/>
              <a:gd name="T9" fmla="*/ 2 h 14"/>
              <a:gd name="T10" fmla="*/ 8 w 8"/>
              <a:gd name="T11" fmla="*/ 2 h 14"/>
              <a:gd name="T12" fmla="*/ 6 w 8"/>
              <a:gd name="T13" fmla="*/ 0 h 14"/>
              <a:gd name="T14" fmla="*/ 4 w 8"/>
              <a:gd name="T15" fmla="*/ 0 h 14"/>
              <a:gd name="T16" fmla="*/ 4 w 8"/>
              <a:gd name="T17" fmla="*/ 0 h 14"/>
              <a:gd name="T18" fmla="*/ 2 w 8"/>
              <a:gd name="T19" fmla="*/ 0 h 14"/>
              <a:gd name="T20" fmla="*/ 0 w 8"/>
              <a:gd name="T21" fmla="*/ 2 h 14"/>
              <a:gd name="T22" fmla="*/ 0 w 8"/>
              <a:gd name="T23" fmla="*/ 10 h 14"/>
              <a:gd name="T24" fmla="*/ 0 w 8"/>
              <a:gd name="T25" fmla="*/ 10 h 14"/>
              <a:gd name="T26" fmla="*/ 2 w 8"/>
              <a:gd name="T27" fmla="*/ 12 h 14"/>
              <a:gd name="T28" fmla="*/ 4 w 8"/>
              <a:gd name="T29" fmla="*/ 14 h 14"/>
              <a:gd name="T30" fmla="*/ 4 w 8"/>
              <a:gd name="T31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14">
                <a:moveTo>
                  <a:pt x="4" y="14"/>
                </a:moveTo>
                <a:lnTo>
                  <a:pt x="4" y="14"/>
                </a:lnTo>
                <a:lnTo>
                  <a:pt x="6" y="12"/>
                </a:lnTo>
                <a:lnTo>
                  <a:pt x="8" y="10"/>
                </a:lnTo>
                <a:lnTo>
                  <a:pt x="8" y="2"/>
                </a:lnTo>
                <a:lnTo>
                  <a:pt x="8" y="2"/>
                </a:lnTo>
                <a:lnTo>
                  <a:pt x="6" y="0"/>
                </a:lnTo>
                <a:lnTo>
                  <a:pt x="4" y="0"/>
                </a:ln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0" y="10"/>
                </a:lnTo>
                <a:lnTo>
                  <a:pt x="0" y="10"/>
                </a:lnTo>
                <a:lnTo>
                  <a:pt x="2" y="12"/>
                </a:lnTo>
                <a:lnTo>
                  <a:pt x="4" y="14"/>
                </a:lnTo>
                <a:lnTo>
                  <a:pt x="4" y="14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" name="Freeform 109"/>
          <p:cNvSpPr>
            <a:spLocks/>
          </p:cNvSpPr>
          <p:nvPr/>
        </p:nvSpPr>
        <p:spPr bwMode="auto">
          <a:xfrm>
            <a:off x="3502555" y="3279246"/>
            <a:ext cx="12700" cy="22225"/>
          </a:xfrm>
          <a:custGeom>
            <a:avLst/>
            <a:gdLst>
              <a:gd name="T0" fmla="*/ 4 w 8"/>
              <a:gd name="T1" fmla="*/ 0 h 14"/>
              <a:gd name="T2" fmla="*/ 4 w 8"/>
              <a:gd name="T3" fmla="*/ 0 h 14"/>
              <a:gd name="T4" fmla="*/ 2 w 8"/>
              <a:gd name="T5" fmla="*/ 2 h 14"/>
              <a:gd name="T6" fmla="*/ 0 w 8"/>
              <a:gd name="T7" fmla="*/ 4 h 14"/>
              <a:gd name="T8" fmla="*/ 0 w 8"/>
              <a:gd name="T9" fmla="*/ 12 h 14"/>
              <a:gd name="T10" fmla="*/ 0 w 8"/>
              <a:gd name="T11" fmla="*/ 12 h 14"/>
              <a:gd name="T12" fmla="*/ 2 w 8"/>
              <a:gd name="T13" fmla="*/ 14 h 14"/>
              <a:gd name="T14" fmla="*/ 4 w 8"/>
              <a:gd name="T15" fmla="*/ 14 h 14"/>
              <a:gd name="T16" fmla="*/ 4 w 8"/>
              <a:gd name="T17" fmla="*/ 14 h 14"/>
              <a:gd name="T18" fmla="*/ 6 w 8"/>
              <a:gd name="T19" fmla="*/ 14 h 14"/>
              <a:gd name="T20" fmla="*/ 8 w 8"/>
              <a:gd name="T21" fmla="*/ 12 h 14"/>
              <a:gd name="T22" fmla="*/ 8 w 8"/>
              <a:gd name="T23" fmla="*/ 4 h 14"/>
              <a:gd name="T24" fmla="*/ 8 w 8"/>
              <a:gd name="T25" fmla="*/ 4 h 14"/>
              <a:gd name="T26" fmla="*/ 6 w 8"/>
              <a:gd name="T27" fmla="*/ 2 h 14"/>
              <a:gd name="T28" fmla="*/ 4 w 8"/>
              <a:gd name="T29" fmla="*/ 0 h 14"/>
              <a:gd name="T30" fmla="*/ 4 w 8"/>
              <a:gd name="T31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14">
                <a:moveTo>
                  <a:pt x="4" y="0"/>
                </a:moveTo>
                <a:lnTo>
                  <a:pt x="4" y="0"/>
                </a:lnTo>
                <a:lnTo>
                  <a:pt x="2" y="2"/>
                </a:lnTo>
                <a:lnTo>
                  <a:pt x="0" y="4"/>
                </a:lnTo>
                <a:lnTo>
                  <a:pt x="0" y="12"/>
                </a:lnTo>
                <a:lnTo>
                  <a:pt x="0" y="12"/>
                </a:lnTo>
                <a:lnTo>
                  <a:pt x="2" y="14"/>
                </a:lnTo>
                <a:lnTo>
                  <a:pt x="4" y="14"/>
                </a:lnTo>
                <a:lnTo>
                  <a:pt x="4" y="14"/>
                </a:lnTo>
                <a:lnTo>
                  <a:pt x="6" y="14"/>
                </a:lnTo>
                <a:lnTo>
                  <a:pt x="8" y="12"/>
                </a:lnTo>
                <a:lnTo>
                  <a:pt x="8" y="4"/>
                </a:lnTo>
                <a:lnTo>
                  <a:pt x="8" y="4"/>
                </a:lnTo>
                <a:lnTo>
                  <a:pt x="6" y="2"/>
                </a:lnTo>
                <a:lnTo>
                  <a:pt x="4" y="0"/>
                </a:lnTo>
                <a:lnTo>
                  <a:pt x="4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" name="Freeform 110"/>
          <p:cNvSpPr>
            <a:spLocks/>
          </p:cNvSpPr>
          <p:nvPr/>
        </p:nvSpPr>
        <p:spPr bwMode="auto">
          <a:xfrm>
            <a:off x="3416830" y="3206221"/>
            <a:ext cx="22225" cy="9525"/>
          </a:xfrm>
          <a:custGeom>
            <a:avLst/>
            <a:gdLst>
              <a:gd name="T0" fmla="*/ 12 w 14"/>
              <a:gd name="T1" fmla="*/ 0 h 6"/>
              <a:gd name="T2" fmla="*/ 4 w 14"/>
              <a:gd name="T3" fmla="*/ 0 h 6"/>
              <a:gd name="T4" fmla="*/ 4 w 14"/>
              <a:gd name="T5" fmla="*/ 0 h 6"/>
              <a:gd name="T6" fmla="*/ 2 w 14"/>
              <a:gd name="T7" fmla="*/ 0 h 6"/>
              <a:gd name="T8" fmla="*/ 0 w 14"/>
              <a:gd name="T9" fmla="*/ 2 h 6"/>
              <a:gd name="T10" fmla="*/ 0 w 14"/>
              <a:gd name="T11" fmla="*/ 2 h 6"/>
              <a:gd name="T12" fmla="*/ 2 w 14"/>
              <a:gd name="T13" fmla="*/ 6 h 6"/>
              <a:gd name="T14" fmla="*/ 4 w 14"/>
              <a:gd name="T15" fmla="*/ 6 h 6"/>
              <a:gd name="T16" fmla="*/ 12 w 14"/>
              <a:gd name="T17" fmla="*/ 6 h 6"/>
              <a:gd name="T18" fmla="*/ 12 w 14"/>
              <a:gd name="T19" fmla="*/ 6 h 6"/>
              <a:gd name="T20" fmla="*/ 14 w 14"/>
              <a:gd name="T21" fmla="*/ 6 h 6"/>
              <a:gd name="T22" fmla="*/ 14 w 14"/>
              <a:gd name="T23" fmla="*/ 2 h 6"/>
              <a:gd name="T24" fmla="*/ 14 w 14"/>
              <a:gd name="T25" fmla="*/ 2 h 6"/>
              <a:gd name="T26" fmla="*/ 14 w 14"/>
              <a:gd name="T27" fmla="*/ 0 h 6"/>
              <a:gd name="T28" fmla="*/ 12 w 14"/>
              <a:gd name="T29" fmla="*/ 0 h 6"/>
              <a:gd name="T30" fmla="*/ 12 w 14"/>
              <a:gd name="T3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" h="6">
                <a:moveTo>
                  <a:pt x="12" y="0"/>
                </a:moveTo>
                <a:lnTo>
                  <a:pt x="4" y="0"/>
                </a:ln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0" y="2"/>
                </a:lnTo>
                <a:lnTo>
                  <a:pt x="2" y="6"/>
                </a:lnTo>
                <a:lnTo>
                  <a:pt x="4" y="6"/>
                </a:lnTo>
                <a:lnTo>
                  <a:pt x="12" y="6"/>
                </a:lnTo>
                <a:lnTo>
                  <a:pt x="12" y="6"/>
                </a:lnTo>
                <a:lnTo>
                  <a:pt x="14" y="6"/>
                </a:lnTo>
                <a:lnTo>
                  <a:pt x="14" y="2"/>
                </a:lnTo>
                <a:lnTo>
                  <a:pt x="14" y="2"/>
                </a:lnTo>
                <a:lnTo>
                  <a:pt x="14" y="0"/>
                </a:lnTo>
                <a:lnTo>
                  <a:pt x="12" y="0"/>
                </a:lnTo>
                <a:lnTo>
                  <a:pt x="12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" name="Freeform 111"/>
          <p:cNvSpPr>
            <a:spLocks/>
          </p:cNvSpPr>
          <p:nvPr/>
        </p:nvSpPr>
        <p:spPr bwMode="auto">
          <a:xfrm>
            <a:off x="3578755" y="3206221"/>
            <a:ext cx="22225" cy="9525"/>
          </a:xfrm>
          <a:custGeom>
            <a:avLst/>
            <a:gdLst>
              <a:gd name="T0" fmla="*/ 10 w 14"/>
              <a:gd name="T1" fmla="*/ 0 h 6"/>
              <a:gd name="T2" fmla="*/ 4 w 14"/>
              <a:gd name="T3" fmla="*/ 0 h 6"/>
              <a:gd name="T4" fmla="*/ 4 w 14"/>
              <a:gd name="T5" fmla="*/ 0 h 6"/>
              <a:gd name="T6" fmla="*/ 0 w 14"/>
              <a:gd name="T7" fmla="*/ 0 h 6"/>
              <a:gd name="T8" fmla="*/ 0 w 14"/>
              <a:gd name="T9" fmla="*/ 2 h 6"/>
              <a:gd name="T10" fmla="*/ 0 w 14"/>
              <a:gd name="T11" fmla="*/ 2 h 6"/>
              <a:gd name="T12" fmla="*/ 0 w 14"/>
              <a:gd name="T13" fmla="*/ 6 h 6"/>
              <a:gd name="T14" fmla="*/ 4 w 14"/>
              <a:gd name="T15" fmla="*/ 6 h 6"/>
              <a:gd name="T16" fmla="*/ 10 w 14"/>
              <a:gd name="T17" fmla="*/ 6 h 6"/>
              <a:gd name="T18" fmla="*/ 10 w 14"/>
              <a:gd name="T19" fmla="*/ 6 h 6"/>
              <a:gd name="T20" fmla="*/ 12 w 14"/>
              <a:gd name="T21" fmla="*/ 6 h 6"/>
              <a:gd name="T22" fmla="*/ 14 w 14"/>
              <a:gd name="T23" fmla="*/ 2 h 6"/>
              <a:gd name="T24" fmla="*/ 14 w 14"/>
              <a:gd name="T25" fmla="*/ 2 h 6"/>
              <a:gd name="T26" fmla="*/ 12 w 14"/>
              <a:gd name="T27" fmla="*/ 0 h 6"/>
              <a:gd name="T28" fmla="*/ 10 w 14"/>
              <a:gd name="T29" fmla="*/ 0 h 6"/>
              <a:gd name="T30" fmla="*/ 10 w 14"/>
              <a:gd name="T3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" h="6">
                <a:moveTo>
                  <a:pt x="10" y="0"/>
                </a:moveTo>
                <a:lnTo>
                  <a:pt x="4" y="0"/>
                </a:lnTo>
                <a:lnTo>
                  <a:pt x="4" y="0"/>
                </a:lnTo>
                <a:lnTo>
                  <a:pt x="0" y="0"/>
                </a:lnTo>
                <a:lnTo>
                  <a:pt x="0" y="2"/>
                </a:lnTo>
                <a:lnTo>
                  <a:pt x="0" y="2"/>
                </a:lnTo>
                <a:lnTo>
                  <a:pt x="0" y="6"/>
                </a:lnTo>
                <a:lnTo>
                  <a:pt x="4" y="6"/>
                </a:lnTo>
                <a:lnTo>
                  <a:pt x="10" y="6"/>
                </a:lnTo>
                <a:lnTo>
                  <a:pt x="10" y="6"/>
                </a:lnTo>
                <a:lnTo>
                  <a:pt x="12" y="6"/>
                </a:lnTo>
                <a:lnTo>
                  <a:pt x="14" y="2"/>
                </a:lnTo>
                <a:lnTo>
                  <a:pt x="14" y="2"/>
                </a:lnTo>
                <a:lnTo>
                  <a:pt x="12" y="0"/>
                </a:lnTo>
                <a:lnTo>
                  <a:pt x="10" y="0"/>
                </a:lnTo>
                <a:lnTo>
                  <a:pt x="10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" name="Freeform 112"/>
          <p:cNvSpPr>
            <a:spLocks/>
          </p:cNvSpPr>
          <p:nvPr/>
        </p:nvSpPr>
        <p:spPr bwMode="auto">
          <a:xfrm>
            <a:off x="3448580" y="3158596"/>
            <a:ext cx="73025" cy="104775"/>
          </a:xfrm>
          <a:custGeom>
            <a:avLst/>
            <a:gdLst>
              <a:gd name="T0" fmla="*/ 42 w 46"/>
              <a:gd name="T1" fmla="*/ 26 h 66"/>
              <a:gd name="T2" fmla="*/ 42 w 46"/>
              <a:gd name="T3" fmla="*/ 2 h 66"/>
              <a:gd name="T4" fmla="*/ 42 w 46"/>
              <a:gd name="T5" fmla="*/ 2 h 66"/>
              <a:gd name="T6" fmla="*/ 40 w 46"/>
              <a:gd name="T7" fmla="*/ 0 h 66"/>
              <a:gd name="T8" fmla="*/ 38 w 46"/>
              <a:gd name="T9" fmla="*/ 0 h 66"/>
              <a:gd name="T10" fmla="*/ 38 w 46"/>
              <a:gd name="T11" fmla="*/ 0 h 66"/>
              <a:gd name="T12" fmla="*/ 36 w 46"/>
              <a:gd name="T13" fmla="*/ 0 h 66"/>
              <a:gd name="T14" fmla="*/ 34 w 46"/>
              <a:gd name="T15" fmla="*/ 2 h 66"/>
              <a:gd name="T16" fmla="*/ 34 w 46"/>
              <a:gd name="T17" fmla="*/ 26 h 66"/>
              <a:gd name="T18" fmla="*/ 34 w 46"/>
              <a:gd name="T19" fmla="*/ 26 h 66"/>
              <a:gd name="T20" fmla="*/ 30 w 46"/>
              <a:gd name="T21" fmla="*/ 30 h 66"/>
              <a:gd name="T22" fmla="*/ 30 w 46"/>
              <a:gd name="T23" fmla="*/ 32 h 66"/>
              <a:gd name="T24" fmla="*/ 30 w 46"/>
              <a:gd name="T25" fmla="*/ 36 h 66"/>
              <a:gd name="T26" fmla="*/ 0 w 46"/>
              <a:gd name="T27" fmla="*/ 60 h 66"/>
              <a:gd name="T28" fmla="*/ 0 w 46"/>
              <a:gd name="T29" fmla="*/ 60 h 66"/>
              <a:gd name="T30" fmla="*/ 0 w 46"/>
              <a:gd name="T31" fmla="*/ 62 h 66"/>
              <a:gd name="T32" fmla="*/ 0 w 46"/>
              <a:gd name="T33" fmla="*/ 64 h 66"/>
              <a:gd name="T34" fmla="*/ 0 w 46"/>
              <a:gd name="T35" fmla="*/ 64 h 66"/>
              <a:gd name="T36" fmla="*/ 2 w 46"/>
              <a:gd name="T37" fmla="*/ 66 h 66"/>
              <a:gd name="T38" fmla="*/ 6 w 46"/>
              <a:gd name="T39" fmla="*/ 64 h 66"/>
              <a:gd name="T40" fmla="*/ 36 w 46"/>
              <a:gd name="T41" fmla="*/ 40 h 66"/>
              <a:gd name="T42" fmla="*/ 36 w 46"/>
              <a:gd name="T43" fmla="*/ 40 h 66"/>
              <a:gd name="T44" fmla="*/ 40 w 46"/>
              <a:gd name="T45" fmla="*/ 40 h 66"/>
              <a:gd name="T46" fmla="*/ 42 w 46"/>
              <a:gd name="T47" fmla="*/ 40 h 66"/>
              <a:gd name="T48" fmla="*/ 46 w 46"/>
              <a:gd name="T49" fmla="*/ 36 h 66"/>
              <a:gd name="T50" fmla="*/ 46 w 46"/>
              <a:gd name="T51" fmla="*/ 30 h 66"/>
              <a:gd name="T52" fmla="*/ 44 w 46"/>
              <a:gd name="T53" fmla="*/ 28 h 66"/>
              <a:gd name="T54" fmla="*/ 42 w 46"/>
              <a:gd name="T55" fmla="*/ 26 h 66"/>
              <a:gd name="T56" fmla="*/ 42 w 46"/>
              <a:gd name="T57" fmla="*/ 2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" h="66">
                <a:moveTo>
                  <a:pt x="42" y="26"/>
                </a:moveTo>
                <a:lnTo>
                  <a:pt x="42" y="2"/>
                </a:lnTo>
                <a:lnTo>
                  <a:pt x="42" y="2"/>
                </a:lnTo>
                <a:lnTo>
                  <a:pt x="40" y="0"/>
                </a:lnTo>
                <a:lnTo>
                  <a:pt x="38" y="0"/>
                </a:lnTo>
                <a:lnTo>
                  <a:pt x="38" y="0"/>
                </a:lnTo>
                <a:lnTo>
                  <a:pt x="36" y="0"/>
                </a:lnTo>
                <a:lnTo>
                  <a:pt x="34" y="2"/>
                </a:lnTo>
                <a:lnTo>
                  <a:pt x="34" y="26"/>
                </a:lnTo>
                <a:lnTo>
                  <a:pt x="34" y="26"/>
                </a:lnTo>
                <a:lnTo>
                  <a:pt x="30" y="30"/>
                </a:lnTo>
                <a:lnTo>
                  <a:pt x="30" y="32"/>
                </a:lnTo>
                <a:lnTo>
                  <a:pt x="30" y="36"/>
                </a:lnTo>
                <a:lnTo>
                  <a:pt x="0" y="60"/>
                </a:lnTo>
                <a:lnTo>
                  <a:pt x="0" y="60"/>
                </a:lnTo>
                <a:lnTo>
                  <a:pt x="0" y="62"/>
                </a:lnTo>
                <a:lnTo>
                  <a:pt x="0" y="64"/>
                </a:lnTo>
                <a:lnTo>
                  <a:pt x="0" y="64"/>
                </a:lnTo>
                <a:lnTo>
                  <a:pt x="2" y="66"/>
                </a:lnTo>
                <a:lnTo>
                  <a:pt x="6" y="64"/>
                </a:lnTo>
                <a:lnTo>
                  <a:pt x="36" y="40"/>
                </a:lnTo>
                <a:lnTo>
                  <a:pt x="36" y="40"/>
                </a:lnTo>
                <a:lnTo>
                  <a:pt x="40" y="40"/>
                </a:lnTo>
                <a:lnTo>
                  <a:pt x="42" y="40"/>
                </a:lnTo>
                <a:lnTo>
                  <a:pt x="46" y="36"/>
                </a:lnTo>
                <a:lnTo>
                  <a:pt x="46" y="30"/>
                </a:lnTo>
                <a:lnTo>
                  <a:pt x="44" y="28"/>
                </a:lnTo>
                <a:lnTo>
                  <a:pt x="42" y="26"/>
                </a:lnTo>
                <a:lnTo>
                  <a:pt x="42" y="26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" name="Freeform 113"/>
          <p:cNvSpPr>
            <a:spLocks noEditPoints="1"/>
          </p:cNvSpPr>
          <p:nvPr/>
        </p:nvSpPr>
        <p:spPr bwMode="auto">
          <a:xfrm>
            <a:off x="1708680" y="4825471"/>
            <a:ext cx="180975" cy="212725"/>
          </a:xfrm>
          <a:custGeom>
            <a:avLst/>
            <a:gdLst>
              <a:gd name="T0" fmla="*/ 40 w 114"/>
              <a:gd name="T1" fmla="*/ 6 h 134"/>
              <a:gd name="T2" fmla="*/ 38 w 114"/>
              <a:gd name="T3" fmla="*/ 8 h 134"/>
              <a:gd name="T4" fmla="*/ 38 w 114"/>
              <a:gd name="T5" fmla="*/ 8 h 134"/>
              <a:gd name="T6" fmla="*/ 42 w 114"/>
              <a:gd name="T7" fmla="*/ 10 h 134"/>
              <a:gd name="T8" fmla="*/ 42 w 114"/>
              <a:gd name="T9" fmla="*/ 40 h 134"/>
              <a:gd name="T10" fmla="*/ 34 w 114"/>
              <a:gd name="T11" fmla="*/ 70 h 134"/>
              <a:gd name="T12" fmla="*/ 8 w 114"/>
              <a:gd name="T13" fmla="*/ 120 h 134"/>
              <a:gd name="T14" fmla="*/ 8 w 114"/>
              <a:gd name="T15" fmla="*/ 126 h 134"/>
              <a:gd name="T16" fmla="*/ 10 w 114"/>
              <a:gd name="T17" fmla="*/ 128 h 134"/>
              <a:gd name="T18" fmla="*/ 104 w 114"/>
              <a:gd name="T19" fmla="*/ 128 h 134"/>
              <a:gd name="T20" fmla="*/ 106 w 114"/>
              <a:gd name="T21" fmla="*/ 128 h 134"/>
              <a:gd name="T22" fmla="*/ 108 w 114"/>
              <a:gd name="T23" fmla="*/ 126 h 134"/>
              <a:gd name="T24" fmla="*/ 108 w 114"/>
              <a:gd name="T25" fmla="*/ 120 h 134"/>
              <a:gd name="T26" fmla="*/ 82 w 114"/>
              <a:gd name="T27" fmla="*/ 72 h 134"/>
              <a:gd name="T28" fmla="*/ 74 w 114"/>
              <a:gd name="T29" fmla="*/ 42 h 134"/>
              <a:gd name="T30" fmla="*/ 76 w 114"/>
              <a:gd name="T31" fmla="*/ 10 h 134"/>
              <a:gd name="T32" fmla="*/ 78 w 114"/>
              <a:gd name="T33" fmla="*/ 8 h 134"/>
              <a:gd name="T34" fmla="*/ 78 w 114"/>
              <a:gd name="T35" fmla="*/ 8 h 134"/>
              <a:gd name="T36" fmla="*/ 76 w 114"/>
              <a:gd name="T37" fmla="*/ 6 h 134"/>
              <a:gd name="T38" fmla="*/ 40 w 114"/>
              <a:gd name="T39" fmla="*/ 6 h 134"/>
              <a:gd name="T40" fmla="*/ 12 w 114"/>
              <a:gd name="T41" fmla="*/ 134 h 134"/>
              <a:gd name="T42" fmla="*/ 6 w 114"/>
              <a:gd name="T43" fmla="*/ 132 h 134"/>
              <a:gd name="T44" fmla="*/ 2 w 114"/>
              <a:gd name="T45" fmla="*/ 128 h 134"/>
              <a:gd name="T46" fmla="*/ 2 w 114"/>
              <a:gd name="T47" fmla="*/ 116 h 134"/>
              <a:gd name="T48" fmla="*/ 28 w 114"/>
              <a:gd name="T49" fmla="*/ 68 h 134"/>
              <a:gd name="T50" fmla="*/ 36 w 114"/>
              <a:gd name="T51" fmla="*/ 40 h 134"/>
              <a:gd name="T52" fmla="*/ 36 w 114"/>
              <a:gd name="T53" fmla="*/ 16 h 134"/>
              <a:gd name="T54" fmla="*/ 32 w 114"/>
              <a:gd name="T55" fmla="*/ 6 h 134"/>
              <a:gd name="T56" fmla="*/ 34 w 114"/>
              <a:gd name="T57" fmla="*/ 2 h 134"/>
              <a:gd name="T58" fmla="*/ 76 w 114"/>
              <a:gd name="T59" fmla="*/ 0 h 134"/>
              <a:gd name="T60" fmla="*/ 78 w 114"/>
              <a:gd name="T61" fmla="*/ 0 h 134"/>
              <a:gd name="T62" fmla="*/ 82 w 114"/>
              <a:gd name="T63" fmla="*/ 4 h 134"/>
              <a:gd name="T64" fmla="*/ 84 w 114"/>
              <a:gd name="T65" fmla="*/ 6 h 134"/>
              <a:gd name="T66" fmla="*/ 80 w 114"/>
              <a:gd name="T67" fmla="*/ 16 h 134"/>
              <a:gd name="T68" fmla="*/ 80 w 114"/>
              <a:gd name="T69" fmla="*/ 42 h 134"/>
              <a:gd name="T70" fmla="*/ 86 w 114"/>
              <a:gd name="T71" fmla="*/ 68 h 134"/>
              <a:gd name="T72" fmla="*/ 114 w 114"/>
              <a:gd name="T73" fmla="*/ 116 h 134"/>
              <a:gd name="T74" fmla="*/ 114 w 114"/>
              <a:gd name="T75" fmla="*/ 128 h 134"/>
              <a:gd name="T76" fmla="*/ 108 w 114"/>
              <a:gd name="T77" fmla="*/ 132 h 134"/>
              <a:gd name="T78" fmla="*/ 104 w 114"/>
              <a:gd name="T79" fmla="*/ 134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14" h="134">
                <a:moveTo>
                  <a:pt x="40" y="6"/>
                </a:moveTo>
                <a:lnTo>
                  <a:pt x="40" y="6"/>
                </a:lnTo>
                <a:lnTo>
                  <a:pt x="38" y="6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40" y="10"/>
                </a:lnTo>
                <a:lnTo>
                  <a:pt x="42" y="10"/>
                </a:lnTo>
                <a:lnTo>
                  <a:pt x="42" y="40"/>
                </a:lnTo>
                <a:lnTo>
                  <a:pt x="42" y="40"/>
                </a:lnTo>
                <a:lnTo>
                  <a:pt x="40" y="56"/>
                </a:lnTo>
                <a:lnTo>
                  <a:pt x="34" y="70"/>
                </a:lnTo>
                <a:lnTo>
                  <a:pt x="8" y="120"/>
                </a:lnTo>
                <a:lnTo>
                  <a:pt x="8" y="120"/>
                </a:lnTo>
                <a:lnTo>
                  <a:pt x="6" y="122"/>
                </a:lnTo>
                <a:lnTo>
                  <a:pt x="8" y="126"/>
                </a:lnTo>
                <a:lnTo>
                  <a:pt x="8" y="126"/>
                </a:lnTo>
                <a:lnTo>
                  <a:pt x="10" y="128"/>
                </a:lnTo>
                <a:lnTo>
                  <a:pt x="12" y="128"/>
                </a:lnTo>
                <a:lnTo>
                  <a:pt x="104" y="128"/>
                </a:lnTo>
                <a:lnTo>
                  <a:pt x="104" y="128"/>
                </a:lnTo>
                <a:lnTo>
                  <a:pt x="106" y="128"/>
                </a:lnTo>
                <a:lnTo>
                  <a:pt x="108" y="126"/>
                </a:lnTo>
                <a:lnTo>
                  <a:pt x="108" y="126"/>
                </a:lnTo>
                <a:lnTo>
                  <a:pt x="108" y="122"/>
                </a:lnTo>
                <a:lnTo>
                  <a:pt x="108" y="120"/>
                </a:lnTo>
                <a:lnTo>
                  <a:pt x="82" y="72"/>
                </a:lnTo>
                <a:lnTo>
                  <a:pt x="82" y="72"/>
                </a:lnTo>
                <a:lnTo>
                  <a:pt x="76" y="56"/>
                </a:lnTo>
                <a:lnTo>
                  <a:pt x="74" y="42"/>
                </a:lnTo>
                <a:lnTo>
                  <a:pt x="74" y="10"/>
                </a:lnTo>
                <a:lnTo>
                  <a:pt x="76" y="10"/>
                </a:lnTo>
                <a:lnTo>
                  <a:pt x="76" y="10"/>
                </a:lnTo>
                <a:lnTo>
                  <a:pt x="78" y="8"/>
                </a:lnTo>
                <a:lnTo>
                  <a:pt x="78" y="8"/>
                </a:lnTo>
                <a:lnTo>
                  <a:pt x="78" y="8"/>
                </a:lnTo>
                <a:lnTo>
                  <a:pt x="78" y="6"/>
                </a:lnTo>
                <a:lnTo>
                  <a:pt x="76" y="6"/>
                </a:lnTo>
                <a:lnTo>
                  <a:pt x="40" y="6"/>
                </a:lnTo>
                <a:lnTo>
                  <a:pt x="40" y="6"/>
                </a:lnTo>
                <a:close/>
                <a:moveTo>
                  <a:pt x="104" y="134"/>
                </a:moveTo>
                <a:lnTo>
                  <a:pt x="12" y="134"/>
                </a:lnTo>
                <a:lnTo>
                  <a:pt x="12" y="134"/>
                </a:lnTo>
                <a:lnTo>
                  <a:pt x="6" y="132"/>
                </a:lnTo>
                <a:lnTo>
                  <a:pt x="2" y="128"/>
                </a:lnTo>
                <a:lnTo>
                  <a:pt x="2" y="128"/>
                </a:lnTo>
                <a:lnTo>
                  <a:pt x="0" y="122"/>
                </a:lnTo>
                <a:lnTo>
                  <a:pt x="2" y="116"/>
                </a:lnTo>
                <a:lnTo>
                  <a:pt x="28" y="68"/>
                </a:lnTo>
                <a:lnTo>
                  <a:pt x="28" y="68"/>
                </a:lnTo>
                <a:lnTo>
                  <a:pt x="34" y="54"/>
                </a:lnTo>
                <a:lnTo>
                  <a:pt x="36" y="40"/>
                </a:lnTo>
                <a:lnTo>
                  <a:pt x="36" y="16"/>
                </a:lnTo>
                <a:lnTo>
                  <a:pt x="36" y="16"/>
                </a:lnTo>
                <a:lnTo>
                  <a:pt x="32" y="12"/>
                </a:lnTo>
                <a:lnTo>
                  <a:pt x="32" y="6"/>
                </a:lnTo>
                <a:lnTo>
                  <a:pt x="32" y="6"/>
                </a:lnTo>
                <a:lnTo>
                  <a:pt x="34" y="2"/>
                </a:lnTo>
                <a:lnTo>
                  <a:pt x="40" y="0"/>
                </a:lnTo>
                <a:lnTo>
                  <a:pt x="76" y="0"/>
                </a:lnTo>
                <a:lnTo>
                  <a:pt x="76" y="0"/>
                </a:lnTo>
                <a:lnTo>
                  <a:pt x="78" y="0"/>
                </a:lnTo>
                <a:lnTo>
                  <a:pt x="82" y="2"/>
                </a:lnTo>
                <a:lnTo>
                  <a:pt x="82" y="4"/>
                </a:lnTo>
                <a:lnTo>
                  <a:pt x="84" y="6"/>
                </a:lnTo>
                <a:lnTo>
                  <a:pt x="84" y="6"/>
                </a:lnTo>
                <a:lnTo>
                  <a:pt x="82" y="12"/>
                </a:lnTo>
                <a:lnTo>
                  <a:pt x="80" y="16"/>
                </a:lnTo>
                <a:lnTo>
                  <a:pt x="80" y="42"/>
                </a:lnTo>
                <a:lnTo>
                  <a:pt x="80" y="42"/>
                </a:lnTo>
                <a:lnTo>
                  <a:pt x="82" y="56"/>
                </a:lnTo>
                <a:lnTo>
                  <a:pt x="86" y="68"/>
                </a:lnTo>
                <a:lnTo>
                  <a:pt x="114" y="116"/>
                </a:lnTo>
                <a:lnTo>
                  <a:pt x="114" y="116"/>
                </a:lnTo>
                <a:lnTo>
                  <a:pt x="114" y="122"/>
                </a:lnTo>
                <a:lnTo>
                  <a:pt x="114" y="128"/>
                </a:lnTo>
                <a:lnTo>
                  <a:pt x="114" y="128"/>
                </a:lnTo>
                <a:lnTo>
                  <a:pt x="108" y="132"/>
                </a:lnTo>
                <a:lnTo>
                  <a:pt x="104" y="134"/>
                </a:lnTo>
                <a:lnTo>
                  <a:pt x="104" y="134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" name="Freeform 114"/>
          <p:cNvSpPr>
            <a:spLocks noEditPoints="1"/>
          </p:cNvSpPr>
          <p:nvPr/>
        </p:nvSpPr>
        <p:spPr bwMode="auto">
          <a:xfrm>
            <a:off x="1734080" y="4946121"/>
            <a:ext cx="133350" cy="73025"/>
          </a:xfrm>
          <a:custGeom>
            <a:avLst/>
            <a:gdLst>
              <a:gd name="T0" fmla="*/ 54 w 84"/>
              <a:gd name="T1" fmla="*/ 40 h 46"/>
              <a:gd name="T2" fmla="*/ 54 w 84"/>
              <a:gd name="T3" fmla="*/ 40 h 46"/>
              <a:gd name="T4" fmla="*/ 52 w 84"/>
              <a:gd name="T5" fmla="*/ 38 h 46"/>
              <a:gd name="T6" fmla="*/ 50 w 84"/>
              <a:gd name="T7" fmla="*/ 36 h 46"/>
              <a:gd name="T8" fmla="*/ 50 w 84"/>
              <a:gd name="T9" fmla="*/ 36 h 46"/>
              <a:gd name="T10" fmla="*/ 52 w 84"/>
              <a:gd name="T11" fmla="*/ 34 h 46"/>
              <a:gd name="T12" fmla="*/ 54 w 84"/>
              <a:gd name="T13" fmla="*/ 32 h 46"/>
              <a:gd name="T14" fmla="*/ 54 w 84"/>
              <a:gd name="T15" fmla="*/ 32 h 46"/>
              <a:gd name="T16" fmla="*/ 56 w 84"/>
              <a:gd name="T17" fmla="*/ 34 h 46"/>
              <a:gd name="T18" fmla="*/ 56 w 84"/>
              <a:gd name="T19" fmla="*/ 36 h 46"/>
              <a:gd name="T20" fmla="*/ 56 w 84"/>
              <a:gd name="T21" fmla="*/ 36 h 46"/>
              <a:gd name="T22" fmla="*/ 56 w 84"/>
              <a:gd name="T23" fmla="*/ 38 h 46"/>
              <a:gd name="T24" fmla="*/ 54 w 84"/>
              <a:gd name="T25" fmla="*/ 40 h 46"/>
              <a:gd name="T26" fmla="*/ 54 w 84"/>
              <a:gd name="T27" fmla="*/ 40 h 46"/>
              <a:gd name="T28" fmla="*/ 46 w 84"/>
              <a:gd name="T29" fmla="*/ 12 h 46"/>
              <a:gd name="T30" fmla="*/ 46 w 84"/>
              <a:gd name="T31" fmla="*/ 12 h 46"/>
              <a:gd name="T32" fmla="*/ 46 w 84"/>
              <a:gd name="T33" fmla="*/ 8 h 46"/>
              <a:gd name="T34" fmla="*/ 50 w 84"/>
              <a:gd name="T35" fmla="*/ 8 h 46"/>
              <a:gd name="T36" fmla="*/ 50 w 84"/>
              <a:gd name="T37" fmla="*/ 8 h 46"/>
              <a:gd name="T38" fmla="*/ 52 w 84"/>
              <a:gd name="T39" fmla="*/ 8 h 46"/>
              <a:gd name="T40" fmla="*/ 52 w 84"/>
              <a:gd name="T41" fmla="*/ 12 h 46"/>
              <a:gd name="T42" fmla="*/ 52 w 84"/>
              <a:gd name="T43" fmla="*/ 12 h 46"/>
              <a:gd name="T44" fmla="*/ 52 w 84"/>
              <a:gd name="T45" fmla="*/ 14 h 46"/>
              <a:gd name="T46" fmla="*/ 50 w 84"/>
              <a:gd name="T47" fmla="*/ 14 h 46"/>
              <a:gd name="T48" fmla="*/ 50 w 84"/>
              <a:gd name="T49" fmla="*/ 14 h 46"/>
              <a:gd name="T50" fmla="*/ 46 w 84"/>
              <a:gd name="T51" fmla="*/ 14 h 46"/>
              <a:gd name="T52" fmla="*/ 46 w 84"/>
              <a:gd name="T53" fmla="*/ 12 h 46"/>
              <a:gd name="T54" fmla="*/ 46 w 84"/>
              <a:gd name="T55" fmla="*/ 12 h 46"/>
              <a:gd name="T56" fmla="*/ 26 w 84"/>
              <a:gd name="T57" fmla="*/ 28 h 46"/>
              <a:gd name="T58" fmla="*/ 26 w 84"/>
              <a:gd name="T59" fmla="*/ 28 h 46"/>
              <a:gd name="T60" fmla="*/ 24 w 84"/>
              <a:gd name="T61" fmla="*/ 26 h 46"/>
              <a:gd name="T62" fmla="*/ 22 w 84"/>
              <a:gd name="T63" fmla="*/ 24 h 46"/>
              <a:gd name="T64" fmla="*/ 22 w 84"/>
              <a:gd name="T65" fmla="*/ 24 h 46"/>
              <a:gd name="T66" fmla="*/ 24 w 84"/>
              <a:gd name="T67" fmla="*/ 22 h 46"/>
              <a:gd name="T68" fmla="*/ 26 w 84"/>
              <a:gd name="T69" fmla="*/ 22 h 46"/>
              <a:gd name="T70" fmla="*/ 26 w 84"/>
              <a:gd name="T71" fmla="*/ 22 h 46"/>
              <a:gd name="T72" fmla="*/ 28 w 84"/>
              <a:gd name="T73" fmla="*/ 22 h 46"/>
              <a:gd name="T74" fmla="*/ 28 w 84"/>
              <a:gd name="T75" fmla="*/ 24 h 46"/>
              <a:gd name="T76" fmla="*/ 28 w 84"/>
              <a:gd name="T77" fmla="*/ 24 h 46"/>
              <a:gd name="T78" fmla="*/ 28 w 84"/>
              <a:gd name="T79" fmla="*/ 26 h 46"/>
              <a:gd name="T80" fmla="*/ 26 w 84"/>
              <a:gd name="T81" fmla="*/ 28 h 46"/>
              <a:gd name="T82" fmla="*/ 26 w 84"/>
              <a:gd name="T83" fmla="*/ 28 h 46"/>
              <a:gd name="T84" fmla="*/ 82 w 84"/>
              <a:gd name="T85" fmla="*/ 36 h 46"/>
              <a:gd name="T86" fmla="*/ 82 w 84"/>
              <a:gd name="T87" fmla="*/ 36 h 46"/>
              <a:gd name="T88" fmla="*/ 62 w 84"/>
              <a:gd name="T89" fmla="*/ 0 h 46"/>
              <a:gd name="T90" fmla="*/ 20 w 84"/>
              <a:gd name="T91" fmla="*/ 0 h 46"/>
              <a:gd name="T92" fmla="*/ 20 w 84"/>
              <a:gd name="T93" fmla="*/ 0 h 46"/>
              <a:gd name="T94" fmla="*/ 2 w 84"/>
              <a:gd name="T95" fmla="*/ 36 h 46"/>
              <a:gd name="T96" fmla="*/ 2 w 84"/>
              <a:gd name="T97" fmla="*/ 36 h 46"/>
              <a:gd name="T98" fmla="*/ 0 w 84"/>
              <a:gd name="T99" fmla="*/ 42 h 46"/>
              <a:gd name="T100" fmla="*/ 0 w 84"/>
              <a:gd name="T101" fmla="*/ 44 h 46"/>
              <a:gd name="T102" fmla="*/ 4 w 84"/>
              <a:gd name="T103" fmla="*/ 46 h 46"/>
              <a:gd name="T104" fmla="*/ 80 w 84"/>
              <a:gd name="T105" fmla="*/ 46 h 46"/>
              <a:gd name="T106" fmla="*/ 80 w 84"/>
              <a:gd name="T107" fmla="*/ 46 h 46"/>
              <a:gd name="T108" fmla="*/ 82 w 84"/>
              <a:gd name="T109" fmla="*/ 44 h 46"/>
              <a:gd name="T110" fmla="*/ 84 w 84"/>
              <a:gd name="T111" fmla="*/ 42 h 46"/>
              <a:gd name="T112" fmla="*/ 82 w 84"/>
              <a:gd name="T113" fmla="*/ 36 h 46"/>
              <a:gd name="T114" fmla="*/ 82 w 84"/>
              <a:gd name="T115" fmla="*/ 36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4" h="46">
                <a:moveTo>
                  <a:pt x="54" y="40"/>
                </a:moveTo>
                <a:lnTo>
                  <a:pt x="54" y="40"/>
                </a:lnTo>
                <a:lnTo>
                  <a:pt x="52" y="38"/>
                </a:lnTo>
                <a:lnTo>
                  <a:pt x="50" y="36"/>
                </a:lnTo>
                <a:lnTo>
                  <a:pt x="50" y="36"/>
                </a:lnTo>
                <a:lnTo>
                  <a:pt x="52" y="34"/>
                </a:lnTo>
                <a:lnTo>
                  <a:pt x="54" y="32"/>
                </a:lnTo>
                <a:lnTo>
                  <a:pt x="54" y="32"/>
                </a:lnTo>
                <a:lnTo>
                  <a:pt x="56" y="34"/>
                </a:lnTo>
                <a:lnTo>
                  <a:pt x="56" y="36"/>
                </a:lnTo>
                <a:lnTo>
                  <a:pt x="56" y="36"/>
                </a:lnTo>
                <a:lnTo>
                  <a:pt x="56" y="38"/>
                </a:lnTo>
                <a:lnTo>
                  <a:pt x="54" y="40"/>
                </a:lnTo>
                <a:lnTo>
                  <a:pt x="54" y="40"/>
                </a:lnTo>
                <a:close/>
                <a:moveTo>
                  <a:pt x="46" y="12"/>
                </a:moveTo>
                <a:lnTo>
                  <a:pt x="46" y="12"/>
                </a:lnTo>
                <a:lnTo>
                  <a:pt x="46" y="8"/>
                </a:lnTo>
                <a:lnTo>
                  <a:pt x="50" y="8"/>
                </a:lnTo>
                <a:lnTo>
                  <a:pt x="50" y="8"/>
                </a:lnTo>
                <a:lnTo>
                  <a:pt x="52" y="8"/>
                </a:lnTo>
                <a:lnTo>
                  <a:pt x="52" y="12"/>
                </a:lnTo>
                <a:lnTo>
                  <a:pt x="52" y="12"/>
                </a:lnTo>
                <a:lnTo>
                  <a:pt x="52" y="14"/>
                </a:lnTo>
                <a:lnTo>
                  <a:pt x="50" y="14"/>
                </a:lnTo>
                <a:lnTo>
                  <a:pt x="50" y="14"/>
                </a:lnTo>
                <a:lnTo>
                  <a:pt x="46" y="14"/>
                </a:lnTo>
                <a:lnTo>
                  <a:pt x="46" y="12"/>
                </a:lnTo>
                <a:lnTo>
                  <a:pt x="46" y="12"/>
                </a:lnTo>
                <a:close/>
                <a:moveTo>
                  <a:pt x="26" y="28"/>
                </a:moveTo>
                <a:lnTo>
                  <a:pt x="26" y="28"/>
                </a:lnTo>
                <a:lnTo>
                  <a:pt x="24" y="26"/>
                </a:lnTo>
                <a:lnTo>
                  <a:pt x="22" y="24"/>
                </a:lnTo>
                <a:lnTo>
                  <a:pt x="22" y="24"/>
                </a:lnTo>
                <a:lnTo>
                  <a:pt x="24" y="22"/>
                </a:lnTo>
                <a:lnTo>
                  <a:pt x="26" y="22"/>
                </a:lnTo>
                <a:lnTo>
                  <a:pt x="26" y="22"/>
                </a:lnTo>
                <a:lnTo>
                  <a:pt x="28" y="22"/>
                </a:lnTo>
                <a:lnTo>
                  <a:pt x="28" y="24"/>
                </a:lnTo>
                <a:lnTo>
                  <a:pt x="28" y="24"/>
                </a:lnTo>
                <a:lnTo>
                  <a:pt x="28" y="26"/>
                </a:lnTo>
                <a:lnTo>
                  <a:pt x="26" y="28"/>
                </a:lnTo>
                <a:lnTo>
                  <a:pt x="26" y="28"/>
                </a:lnTo>
                <a:close/>
                <a:moveTo>
                  <a:pt x="82" y="36"/>
                </a:moveTo>
                <a:lnTo>
                  <a:pt x="82" y="36"/>
                </a:lnTo>
                <a:lnTo>
                  <a:pt x="62" y="0"/>
                </a:lnTo>
                <a:lnTo>
                  <a:pt x="20" y="0"/>
                </a:lnTo>
                <a:lnTo>
                  <a:pt x="20" y="0"/>
                </a:lnTo>
                <a:lnTo>
                  <a:pt x="2" y="36"/>
                </a:lnTo>
                <a:lnTo>
                  <a:pt x="2" y="36"/>
                </a:lnTo>
                <a:lnTo>
                  <a:pt x="0" y="42"/>
                </a:lnTo>
                <a:lnTo>
                  <a:pt x="0" y="44"/>
                </a:lnTo>
                <a:lnTo>
                  <a:pt x="4" y="46"/>
                </a:lnTo>
                <a:lnTo>
                  <a:pt x="80" y="46"/>
                </a:lnTo>
                <a:lnTo>
                  <a:pt x="80" y="46"/>
                </a:lnTo>
                <a:lnTo>
                  <a:pt x="82" y="44"/>
                </a:lnTo>
                <a:lnTo>
                  <a:pt x="84" y="42"/>
                </a:lnTo>
                <a:lnTo>
                  <a:pt x="82" y="36"/>
                </a:lnTo>
                <a:lnTo>
                  <a:pt x="82" y="36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" name="Freeform 115"/>
          <p:cNvSpPr>
            <a:spLocks/>
          </p:cNvSpPr>
          <p:nvPr/>
        </p:nvSpPr>
        <p:spPr bwMode="auto">
          <a:xfrm>
            <a:off x="3505730" y="4933421"/>
            <a:ext cx="12700" cy="22225"/>
          </a:xfrm>
          <a:custGeom>
            <a:avLst/>
            <a:gdLst>
              <a:gd name="T0" fmla="*/ 0 w 8"/>
              <a:gd name="T1" fmla="*/ 8 h 14"/>
              <a:gd name="T2" fmla="*/ 0 w 8"/>
              <a:gd name="T3" fmla="*/ 8 h 14"/>
              <a:gd name="T4" fmla="*/ 2 w 8"/>
              <a:gd name="T5" fmla="*/ 12 h 14"/>
              <a:gd name="T6" fmla="*/ 8 w 8"/>
              <a:gd name="T7" fmla="*/ 14 h 14"/>
              <a:gd name="T8" fmla="*/ 8 w 8"/>
              <a:gd name="T9" fmla="*/ 0 h 14"/>
              <a:gd name="T10" fmla="*/ 8 w 8"/>
              <a:gd name="T11" fmla="*/ 0 h 14"/>
              <a:gd name="T12" fmla="*/ 2 w 8"/>
              <a:gd name="T13" fmla="*/ 2 h 14"/>
              <a:gd name="T14" fmla="*/ 2 w 8"/>
              <a:gd name="T15" fmla="*/ 2 h 14"/>
              <a:gd name="T16" fmla="*/ 0 w 8"/>
              <a:gd name="T17" fmla="*/ 4 h 14"/>
              <a:gd name="T18" fmla="*/ 0 w 8"/>
              <a:gd name="T19" fmla="*/ 8 h 14"/>
              <a:gd name="T20" fmla="*/ 0 w 8"/>
              <a:gd name="T21" fmla="*/ 8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" h="14">
                <a:moveTo>
                  <a:pt x="0" y="8"/>
                </a:moveTo>
                <a:lnTo>
                  <a:pt x="0" y="8"/>
                </a:lnTo>
                <a:lnTo>
                  <a:pt x="2" y="12"/>
                </a:lnTo>
                <a:lnTo>
                  <a:pt x="8" y="14"/>
                </a:lnTo>
                <a:lnTo>
                  <a:pt x="8" y="0"/>
                </a:lnTo>
                <a:lnTo>
                  <a:pt x="8" y="0"/>
                </a:lnTo>
                <a:lnTo>
                  <a:pt x="2" y="2"/>
                </a:lnTo>
                <a:lnTo>
                  <a:pt x="2" y="2"/>
                </a:lnTo>
                <a:lnTo>
                  <a:pt x="0" y="4"/>
                </a:lnTo>
                <a:lnTo>
                  <a:pt x="0" y="8"/>
                </a:lnTo>
                <a:lnTo>
                  <a:pt x="0" y="8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" name="Freeform 116"/>
          <p:cNvSpPr>
            <a:spLocks/>
          </p:cNvSpPr>
          <p:nvPr/>
        </p:nvSpPr>
        <p:spPr bwMode="auto">
          <a:xfrm>
            <a:off x="3524780" y="4968346"/>
            <a:ext cx="12700" cy="22225"/>
          </a:xfrm>
          <a:custGeom>
            <a:avLst/>
            <a:gdLst>
              <a:gd name="T0" fmla="*/ 0 w 8"/>
              <a:gd name="T1" fmla="*/ 0 h 14"/>
              <a:gd name="T2" fmla="*/ 0 w 8"/>
              <a:gd name="T3" fmla="*/ 14 h 14"/>
              <a:gd name="T4" fmla="*/ 0 w 8"/>
              <a:gd name="T5" fmla="*/ 14 h 14"/>
              <a:gd name="T6" fmla="*/ 6 w 8"/>
              <a:gd name="T7" fmla="*/ 12 h 14"/>
              <a:gd name="T8" fmla="*/ 6 w 8"/>
              <a:gd name="T9" fmla="*/ 12 h 14"/>
              <a:gd name="T10" fmla="*/ 8 w 8"/>
              <a:gd name="T11" fmla="*/ 10 h 14"/>
              <a:gd name="T12" fmla="*/ 8 w 8"/>
              <a:gd name="T13" fmla="*/ 8 h 14"/>
              <a:gd name="T14" fmla="*/ 8 w 8"/>
              <a:gd name="T15" fmla="*/ 8 h 14"/>
              <a:gd name="T16" fmla="*/ 6 w 8"/>
              <a:gd name="T17" fmla="*/ 4 h 14"/>
              <a:gd name="T18" fmla="*/ 0 w 8"/>
              <a:gd name="T19" fmla="*/ 0 h 14"/>
              <a:gd name="T20" fmla="*/ 0 w 8"/>
              <a:gd name="T21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" h="14">
                <a:moveTo>
                  <a:pt x="0" y="0"/>
                </a:moveTo>
                <a:lnTo>
                  <a:pt x="0" y="14"/>
                </a:lnTo>
                <a:lnTo>
                  <a:pt x="0" y="14"/>
                </a:lnTo>
                <a:lnTo>
                  <a:pt x="6" y="12"/>
                </a:lnTo>
                <a:lnTo>
                  <a:pt x="6" y="12"/>
                </a:lnTo>
                <a:lnTo>
                  <a:pt x="8" y="10"/>
                </a:lnTo>
                <a:lnTo>
                  <a:pt x="8" y="8"/>
                </a:lnTo>
                <a:lnTo>
                  <a:pt x="8" y="8"/>
                </a:lnTo>
                <a:lnTo>
                  <a:pt x="6" y="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" name="Freeform 117"/>
          <p:cNvSpPr>
            <a:spLocks/>
          </p:cNvSpPr>
          <p:nvPr/>
        </p:nvSpPr>
        <p:spPr bwMode="auto">
          <a:xfrm>
            <a:off x="3480330" y="4806421"/>
            <a:ext cx="85725" cy="47625"/>
          </a:xfrm>
          <a:custGeom>
            <a:avLst/>
            <a:gdLst>
              <a:gd name="T0" fmla="*/ 42 w 54"/>
              <a:gd name="T1" fmla="*/ 30 h 30"/>
              <a:gd name="T2" fmla="*/ 42 w 54"/>
              <a:gd name="T3" fmla="*/ 30 h 30"/>
              <a:gd name="T4" fmla="*/ 42 w 54"/>
              <a:gd name="T5" fmla="*/ 30 h 30"/>
              <a:gd name="T6" fmla="*/ 42 w 54"/>
              <a:gd name="T7" fmla="*/ 30 h 30"/>
              <a:gd name="T8" fmla="*/ 52 w 54"/>
              <a:gd name="T9" fmla="*/ 14 h 30"/>
              <a:gd name="T10" fmla="*/ 52 w 54"/>
              <a:gd name="T11" fmla="*/ 14 h 30"/>
              <a:gd name="T12" fmla="*/ 54 w 54"/>
              <a:gd name="T13" fmla="*/ 10 h 30"/>
              <a:gd name="T14" fmla="*/ 54 w 54"/>
              <a:gd name="T15" fmla="*/ 6 h 30"/>
              <a:gd name="T16" fmla="*/ 52 w 54"/>
              <a:gd name="T17" fmla="*/ 4 h 30"/>
              <a:gd name="T18" fmla="*/ 48 w 54"/>
              <a:gd name="T19" fmla="*/ 2 h 30"/>
              <a:gd name="T20" fmla="*/ 38 w 54"/>
              <a:gd name="T21" fmla="*/ 0 h 30"/>
              <a:gd name="T22" fmla="*/ 26 w 54"/>
              <a:gd name="T23" fmla="*/ 0 h 30"/>
              <a:gd name="T24" fmla="*/ 26 w 54"/>
              <a:gd name="T25" fmla="*/ 0 h 30"/>
              <a:gd name="T26" fmla="*/ 16 w 54"/>
              <a:gd name="T27" fmla="*/ 0 h 30"/>
              <a:gd name="T28" fmla="*/ 6 w 54"/>
              <a:gd name="T29" fmla="*/ 2 h 30"/>
              <a:gd name="T30" fmla="*/ 2 w 54"/>
              <a:gd name="T31" fmla="*/ 4 h 30"/>
              <a:gd name="T32" fmla="*/ 0 w 54"/>
              <a:gd name="T33" fmla="*/ 6 h 30"/>
              <a:gd name="T34" fmla="*/ 0 w 54"/>
              <a:gd name="T35" fmla="*/ 10 h 30"/>
              <a:gd name="T36" fmla="*/ 2 w 54"/>
              <a:gd name="T37" fmla="*/ 14 h 30"/>
              <a:gd name="T38" fmla="*/ 2 w 54"/>
              <a:gd name="T39" fmla="*/ 14 h 30"/>
              <a:gd name="T40" fmla="*/ 12 w 54"/>
              <a:gd name="T41" fmla="*/ 30 h 30"/>
              <a:gd name="T42" fmla="*/ 12 w 54"/>
              <a:gd name="T43" fmla="*/ 30 h 30"/>
              <a:gd name="T44" fmla="*/ 12 w 54"/>
              <a:gd name="T45" fmla="*/ 30 h 30"/>
              <a:gd name="T46" fmla="*/ 42 w 54"/>
              <a:gd name="T47" fmla="*/ 30 h 30"/>
              <a:gd name="T48" fmla="*/ 42 w 54"/>
              <a:gd name="T49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4" h="30">
                <a:moveTo>
                  <a:pt x="42" y="30"/>
                </a:moveTo>
                <a:lnTo>
                  <a:pt x="42" y="30"/>
                </a:lnTo>
                <a:lnTo>
                  <a:pt x="42" y="30"/>
                </a:lnTo>
                <a:lnTo>
                  <a:pt x="42" y="30"/>
                </a:lnTo>
                <a:lnTo>
                  <a:pt x="52" y="14"/>
                </a:lnTo>
                <a:lnTo>
                  <a:pt x="52" y="14"/>
                </a:lnTo>
                <a:lnTo>
                  <a:pt x="54" y="10"/>
                </a:lnTo>
                <a:lnTo>
                  <a:pt x="54" y="6"/>
                </a:lnTo>
                <a:lnTo>
                  <a:pt x="52" y="4"/>
                </a:lnTo>
                <a:lnTo>
                  <a:pt x="48" y="2"/>
                </a:lnTo>
                <a:lnTo>
                  <a:pt x="38" y="0"/>
                </a:lnTo>
                <a:lnTo>
                  <a:pt x="26" y="0"/>
                </a:lnTo>
                <a:lnTo>
                  <a:pt x="26" y="0"/>
                </a:lnTo>
                <a:lnTo>
                  <a:pt x="16" y="0"/>
                </a:lnTo>
                <a:lnTo>
                  <a:pt x="6" y="2"/>
                </a:lnTo>
                <a:lnTo>
                  <a:pt x="2" y="4"/>
                </a:lnTo>
                <a:lnTo>
                  <a:pt x="0" y="6"/>
                </a:lnTo>
                <a:lnTo>
                  <a:pt x="0" y="10"/>
                </a:lnTo>
                <a:lnTo>
                  <a:pt x="2" y="14"/>
                </a:lnTo>
                <a:lnTo>
                  <a:pt x="2" y="14"/>
                </a:lnTo>
                <a:lnTo>
                  <a:pt x="12" y="30"/>
                </a:lnTo>
                <a:lnTo>
                  <a:pt x="12" y="30"/>
                </a:lnTo>
                <a:lnTo>
                  <a:pt x="12" y="30"/>
                </a:lnTo>
                <a:lnTo>
                  <a:pt x="42" y="30"/>
                </a:lnTo>
                <a:lnTo>
                  <a:pt x="42" y="3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Freeform 118"/>
          <p:cNvSpPr>
            <a:spLocks noEditPoints="1"/>
          </p:cNvSpPr>
          <p:nvPr/>
        </p:nvSpPr>
        <p:spPr bwMode="auto">
          <a:xfrm>
            <a:off x="3432705" y="4863571"/>
            <a:ext cx="180975" cy="187325"/>
          </a:xfrm>
          <a:custGeom>
            <a:avLst/>
            <a:gdLst>
              <a:gd name="T0" fmla="*/ 70 w 114"/>
              <a:gd name="T1" fmla="*/ 82 h 118"/>
              <a:gd name="T2" fmla="*/ 58 w 114"/>
              <a:gd name="T3" fmla="*/ 88 h 118"/>
              <a:gd name="T4" fmla="*/ 54 w 114"/>
              <a:gd name="T5" fmla="*/ 94 h 118"/>
              <a:gd name="T6" fmla="*/ 54 w 114"/>
              <a:gd name="T7" fmla="*/ 88 h 118"/>
              <a:gd name="T8" fmla="*/ 42 w 114"/>
              <a:gd name="T9" fmla="*/ 84 h 118"/>
              <a:gd name="T10" fmla="*/ 36 w 114"/>
              <a:gd name="T11" fmla="*/ 74 h 118"/>
              <a:gd name="T12" fmla="*/ 44 w 114"/>
              <a:gd name="T13" fmla="*/ 72 h 118"/>
              <a:gd name="T14" fmla="*/ 54 w 114"/>
              <a:gd name="T15" fmla="*/ 80 h 118"/>
              <a:gd name="T16" fmla="*/ 54 w 114"/>
              <a:gd name="T17" fmla="*/ 66 h 118"/>
              <a:gd name="T18" fmla="*/ 42 w 114"/>
              <a:gd name="T19" fmla="*/ 60 h 118"/>
              <a:gd name="T20" fmla="*/ 38 w 114"/>
              <a:gd name="T21" fmla="*/ 56 h 118"/>
              <a:gd name="T22" fmla="*/ 38 w 114"/>
              <a:gd name="T23" fmla="*/ 52 h 118"/>
              <a:gd name="T24" fmla="*/ 42 w 114"/>
              <a:gd name="T25" fmla="*/ 42 h 118"/>
              <a:gd name="T26" fmla="*/ 54 w 114"/>
              <a:gd name="T27" fmla="*/ 38 h 118"/>
              <a:gd name="T28" fmla="*/ 58 w 114"/>
              <a:gd name="T29" fmla="*/ 32 h 118"/>
              <a:gd name="T30" fmla="*/ 58 w 114"/>
              <a:gd name="T31" fmla="*/ 38 h 118"/>
              <a:gd name="T32" fmla="*/ 68 w 114"/>
              <a:gd name="T33" fmla="*/ 42 h 118"/>
              <a:gd name="T34" fmla="*/ 74 w 114"/>
              <a:gd name="T35" fmla="*/ 50 h 118"/>
              <a:gd name="T36" fmla="*/ 66 w 114"/>
              <a:gd name="T37" fmla="*/ 50 h 118"/>
              <a:gd name="T38" fmla="*/ 58 w 114"/>
              <a:gd name="T39" fmla="*/ 44 h 118"/>
              <a:gd name="T40" fmla="*/ 58 w 114"/>
              <a:gd name="T41" fmla="*/ 58 h 118"/>
              <a:gd name="T42" fmla="*/ 68 w 114"/>
              <a:gd name="T43" fmla="*/ 60 h 118"/>
              <a:gd name="T44" fmla="*/ 72 w 114"/>
              <a:gd name="T45" fmla="*/ 66 h 118"/>
              <a:gd name="T46" fmla="*/ 76 w 114"/>
              <a:gd name="T47" fmla="*/ 72 h 118"/>
              <a:gd name="T48" fmla="*/ 70 w 114"/>
              <a:gd name="T49" fmla="*/ 82 h 118"/>
              <a:gd name="T50" fmla="*/ 76 w 114"/>
              <a:gd name="T51" fmla="*/ 2 h 118"/>
              <a:gd name="T52" fmla="*/ 74 w 114"/>
              <a:gd name="T53" fmla="*/ 6 h 118"/>
              <a:gd name="T54" fmla="*/ 42 w 114"/>
              <a:gd name="T55" fmla="*/ 6 h 118"/>
              <a:gd name="T56" fmla="*/ 40 w 114"/>
              <a:gd name="T57" fmla="*/ 4 h 118"/>
              <a:gd name="T58" fmla="*/ 38 w 114"/>
              <a:gd name="T59" fmla="*/ 0 h 118"/>
              <a:gd name="T60" fmla="*/ 24 w 114"/>
              <a:gd name="T61" fmla="*/ 14 h 118"/>
              <a:gd name="T62" fmla="*/ 10 w 114"/>
              <a:gd name="T63" fmla="*/ 32 h 118"/>
              <a:gd name="T64" fmla="*/ 2 w 114"/>
              <a:gd name="T65" fmla="*/ 54 h 118"/>
              <a:gd name="T66" fmla="*/ 0 w 114"/>
              <a:gd name="T67" fmla="*/ 74 h 118"/>
              <a:gd name="T68" fmla="*/ 0 w 114"/>
              <a:gd name="T69" fmla="*/ 86 h 118"/>
              <a:gd name="T70" fmla="*/ 8 w 114"/>
              <a:gd name="T71" fmla="*/ 104 h 118"/>
              <a:gd name="T72" fmla="*/ 24 w 114"/>
              <a:gd name="T73" fmla="*/ 114 h 118"/>
              <a:gd name="T74" fmla="*/ 56 w 114"/>
              <a:gd name="T75" fmla="*/ 118 h 118"/>
              <a:gd name="T76" fmla="*/ 80 w 114"/>
              <a:gd name="T77" fmla="*/ 116 h 118"/>
              <a:gd name="T78" fmla="*/ 98 w 114"/>
              <a:gd name="T79" fmla="*/ 110 h 118"/>
              <a:gd name="T80" fmla="*/ 110 w 114"/>
              <a:gd name="T81" fmla="*/ 96 h 118"/>
              <a:gd name="T82" fmla="*/ 114 w 114"/>
              <a:gd name="T83" fmla="*/ 74 h 118"/>
              <a:gd name="T84" fmla="*/ 114 w 114"/>
              <a:gd name="T85" fmla="*/ 64 h 118"/>
              <a:gd name="T86" fmla="*/ 102 w 114"/>
              <a:gd name="T87" fmla="*/ 34 h 118"/>
              <a:gd name="T88" fmla="*/ 82 w 114"/>
              <a:gd name="T89" fmla="*/ 8 h 118"/>
              <a:gd name="T90" fmla="*/ 76 w 114"/>
              <a:gd name="T91" fmla="*/ 2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4" h="118">
                <a:moveTo>
                  <a:pt x="70" y="82"/>
                </a:moveTo>
                <a:lnTo>
                  <a:pt x="70" y="82"/>
                </a:lnTo>
                <a:lnTo>
                  <a:pt x="66" y="86"/>
                </a:lnTo>
                <a:lnTo>
                  <a:pt x="58" y="88"/>
                </a:lnTo>
                <a:lnTo>
                  <a:pt x="58" y="94"/>
                </a:lnTo>
                <a:lnTo>
                  <a:pt x="54" y="94"/>
                </a:lnTo>
                <a:lnTo>
                  <a:pt x="54" y="88"/>
                </a:lnTo>
                <a:lnTo>
                  <a:pt x="54" y="88"/>
                </a:lnTo>
                <a:lnTo>
                  <a:pt x="48" y="86"/>
                </a:lnTo>
                <a:lnTo>
                  <a:pt x="42" y="84"/>
                </a:lnTo>
                <a:lnTo>
                  <a:pt x="38" y="80"/>
                </a:lnTo>
                <a:lnTo>
                  <a:pt x="36" y="74"/>
                </a:lnTo>
                <a:lnTo>
                  <a:pt x="44" y="72"/>
                </a:lnTo>
                <a:lnTo>
                  <a:pt x="44" y="72"/>
                </a:lnTo>
                <a:lnTo>
                  <a:pt x="48" y="78"/>
                </a:lnTo>
                <a:lnTo>
                  <a:pt x="54" y="80"/>
                </a:lnTo>
                <a:lnTo>
                  <a:pt x="54" y="66"/>
                </a:lnTo>
                <a:lnTo>
                  <a:pt x="54" y="66"/>
                </a:lnTo>
                <a:lnTo>
                  <a:pt x="46" y="64"/>
                </a:lnTo>
                <a:lnTo>
                  <a:pt x="42" y="60"/>
                </a:lnTo>
                <a:lnTo>
                  <a:pt x="42" y="60"/>
                </a:lnTo>
                <a:lnTo>
                  <a:pt x="38" y="56"/>
                </a:lnTo>
                <a:lnTo>
                  <a:pt x="38" y="52"/>
                </a:lnTo>
                <a:lnTo>
                  <a:pt x="38" y="52"/>
                </a:lnTo>
                <a:lnTo>
                  <a:pt x="40" y="46"/>
                </a:lnTo>
                <a:lnTo>
                  <a:pt x="42" y="42"/>
                </a:lnTo>
                <a:lnTo>
                  <a:pt x="46" y="40"/>
                </a:lnTo>
                <a:lnTo>
                  <a:pt x="54" y="38"/>
                </a:lnTo>
                <a:lnTo>
                  <a:pt x="54" y="32"/>
                </a:lnTo>
                <a:lnTo>
                  <a:pt x="58" y="32"/>
                </a:lnTo>
                <a:lnTo>
                  <a:pt x="58" y="38"/>
                </a:lnTo>
                <a:lnTo>
                  <a:pt x="58" y="38"/>
                </a:lnTo>
                <a:lnTo>
                  <a:pt x="64" y="40"/>
                </a:lnTo>
                <a:lnTo>
                  <a:pt x="68" y="42"/>
                </a:lnTo>
                <a:lnTo>
                  <a:pt x="72" y="44"/>
                </a:lnTo>
                <a:lnTo>
                  <a:pt x="74" y="50"/>
                </a:lnTo>
                <a:lnTo>
                  <a:pt x="66" y="50"/>
                </a:lnTo>
                <a:lnTo>
                  <a:pt x="66" y="50"/>
                </a:lnTo>
                <a:lnTo>
                  <a:pt x="64" y="46"/>
                </a:lnTo>
                <a:lnTo>
                  <a:pt x="58" y="44"/>
                </a:lnTo>
                <a:lnTo>
                  <a:pt x="58" y="58"/>
                </a:lnTo>
                <a:lnTo>
                  <a:pt x="58" y="58"/>
                </a:lnTo>
                <a:lnTo>
                  <a:pt x="68" y="60"/>
                </a:lnTo>
                <a:lnTo>
                  <a:pt x="68" y="60"/>
                </a:lnTo>
                <a:lnTo>
                  <a:pt x="72" y="66"/>
                </a:lnTo>
                <a:lnTo>
                  <a:pt x="72" y="66"/>
                </a:lnTo>
                <a:lnTo>
                  <a:pt x="76" y="72"/>
                </a:lnTo>
                <a:lnTo>
                  <a:pt x="76" y="72"/>
                </a:lnTo>
                <a:lnTo>
                  <a:pt x="74" y="78"/>
                </a:lnTo>
                <a:lnTo>
                  <a:pt x="70" y="82"/>
                </a:lnTo>
                <a:lnTo>
                  <a:pt x="70" y="82"/>
                </a:lnTo>
                <a:close/>
                <a:moveTo>
                  <a:pt x="76" y="2"/>
                </a:moveTo>
                <a:lnTo>
                  <a:pt x="76" y="2"/>
                </a:lnTo>
                <a:lnTo>
                  <a:pt x="74" y="6"/>
                </a:lnTo>
                <a:lnTo>
                  <a:pt x="72" y="6"/>
                </a:lnTo>
                <a:lnTo>
                  <a:pt x="42" y="6"/>
                </a:lnTo>
                <a:lnTo>
                  <a:pt x="42" y="6"/>
                </a:lnTo>
                <a:lnTo>
                  <a:pt x="40" y="4"/>
                </a:lnTo>
                <a:lnTo>
                  <a:pt x="38" y="0"/>
                </a:lnTo>
                <a:lnTo>
                  <a:pt x="38" y="0"/>
                </a:lnTo>
                <a:lnTo>
                  <a:pt x="30" y="6"/>
                </a:lnTo>
                <a:lnTo>
                  <a:pt x="24" y="14"/>
                </a:lnTo>
                <a:lnTo>
                  <a:pt x="16" y="24"/>
                </a:lnTo>
                <a:lnTo>
                  <a:pt x="10" y="32"/>
                </a:lnTo>
                <a:lnTo>
                  <a:pt x="6" y="44"/>
                </a:lnTo>
                <a:lnTo>
                  <a:pt x="2" y="54"/>
                </a:lnTo>
                <a:lnTo>
                  <a:pt x="0" y="64"/>
                </a:lnTo>
                <a:lnTo>
                  <a:pt x="0" y="74"/>
                </a:lnTo>
                <a:lnTo>
                  <a:pt x="0" y="74"/>
                </a:lnTo>
                <a:lnTo>
                  <a:pt x="0" y="86"/>
                </a:lnTo>
                <a:lnTo>
                  <a:pt x="4" y="96"/>
                </a:lnTo>
                <a:lnTo>
                  <a:pt x="8" y="104"/>
                </a:lnTo>
                <a:lnTo>
                  <a:pt x="16" y="110"/>
                </a:lnTo>
                <a:lnTo>
                  <a:pt x="24" y="114"/>
                </a:lnTo>
                <a:lnTo>
                  <a:pt x="34" y="116"/>
                </a:lnTo>
                <a:lnTo>
                  <a:pt x="56" y="118"/>
                </a:lnTo>
                <a:lnTo>
                  <a:pt x="56" y="118"/>
                </a:lnTo>
                <a:lnTo>
                  <a:pt x="80" y="116"/>
                </a:lnTo>
                <a:lnTo>
                  <a:pt x="90" y="114"/>
                </a:lnTo>
                <a:lnTo>
                  <a:pt x="98" y="110"/>
                </a:lnTo>
                <a:lnTo>
                  <a:pt x="104" y="104"/>
                </a:lnTo>
                <a:lnTo>
                  <a:pt x="110" y="96"/>
                </a:lnTo>
                <a:lnTo>
                  <a:pt x="114" y="86"/>
                </a:lnTo>
                <a:lnTo>
                  <a:pt x="114" y="74"/>
                </a:lnTo>
                <a:lnTo>
                  <a:pt x="114" y="74"/>
                </a:lnTo>
                <a:lnTo>
                  <a:pt x="114" y="64"/>
                </a:lnTo>
                <a:lnTo>
                  <a:pt x="112" y="54"/>
                </a:lnTo>
                <a:lnTo>
                  <a:pt x="102" y="34"/>
                </a:lnTo>
                <a:lnTo>
                  <a:pt x="90" y="16"/>
                </a:lnTo>
                <a:lnTo>
                  <a:pt x="82" y="8"/>
                </a:lnTo>
                <a:lnTo>
                  <a:pt x="76" y="2"/>
                </a:lnTo>
                <a:lnTo>
                  <a:pt x="76" y="2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147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234976" y="2395640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48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283797" y="2829631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49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5376775" y="218074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52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274509" y="2395640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53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323330" y="2829631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54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416308" y="218074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55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234976" y="3735445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56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283797" y="4169436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57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5376775" y="3520546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58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274509" y="3735445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59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323330" y="4169436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60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416308" y="3520546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6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234976" y="5232980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6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283797" y="5666971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6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5376775" y="501808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64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274509" y="5232980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65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323330" y="5666971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66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416308" y="501808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7466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2" name="组合 3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3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sp>
        <p:nvSpPr>
          <p:cNvPr id="29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关键技术</a:t>
            </a:r>
            <a:endParaRPr lang="zh-CN" altLang="en-US" sz="1100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实践难点</a:t>
            </a:r>
          </a:p>
        </p:txBody>
      </p:sp>
      <p:sp>
        <p:nvSpPr>
          <p:cNvPr id="43" name="矩形 42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市场调研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b="1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b="1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reeform 5"/>
          <p:cNvSpPr>
            <a:spLocks/>
          </p:cNvSpPr>
          <p:nvPr/>
        </p:nvSpPr>
        <p:spPr bwMode="auto">
          <a:xfrm>
            <a:off x="5832346" y="4013780"/>
            <a:ext cx="603250" cy="952500"/>
          </a:xfrm>
          <a:custGeom>
            <a:avLst/>
            <a:gdLst>
              <a:gd name="T0" fmla="*/ 0 w 380"/>
              <a:gd name="T1" fmla="*/ 0 h 600"/>
              <a:gd name="T2" fmla="*/ 0 w 380"/>
              <a:gd name="T3" fmla="*/ 368 h 600"/>
              <a:gd name="T4" fmla="*/ 380 w 380"/>
              <a:gd name="T5" fmla="*/ 600 h 600"/>
              <a:gd name="T6" fmla="*/ 380 w 380"/>
              <a:gd name="T7" fmla="*/ 234 h 600"/>
              <a:gd name="T8" fmla="*/ 0 w 380"/>
              <a:gd name="T9" fmla="*/ 0 h 600"/>
              <a:gd name="T10" fmla="*/ 0 w 380"/>
              <a:gd name="T11" fmla="*/ 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0" h="600">
                <a:moveTo>
                  <a:pt x="0" y="0"/>
                </a:moveTo>
                <a:lnTo>
                  <a:pt x="0" y="368"/>
                </a:lnTo>
                <a:lnTo>
                  <a:pt x="380" y="600"/>
                </a:lnTo>
                <a:lnTo>
                  <a:pt x="380" y="2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" name="Freeform 6"/>
          <p:cNvSpPr>
            <a:spLocks/>
          </p:cNvSpPr>
          <p:nvPr/>
        </p:nvSpPr>
        <p:spPr bwMode="auto">
          <a:xfrm>
            <a:off x="6435596" y="4013780"/>
            <a:ext cx="606425" cy="952500"/>
          </a:xfrm>
          <a:custGeom>
            <a:avLst/>
            <a:gdLst>
              <a:gd name="T0" fmla="*/ 0 w 382"/>
              <a:gd name="T1" fmla="*/ 600 h 600"/>
              <a:gd name="T2" fmla="*/ 0 w 382"/>
              <a:gd name="T3" fmla="*/ 234 h 600"/>
              <a:gd name="T4" fmla="*/ 382 w 382"/>
              <a:gd name="T5" fmla="*/ 0 h 600"/>
              <a:gd name="T6" fmla="*/ 380 w 382"/>
              <a:gd name="T7" fmla="*/ 368 h 600"/>
              <a:gd name="T8" fmla="*/ 0 w 382"/>
              <a:gd name="T9" fmla="*/ 600 h 600"/>
              <a:gd name="T10" fmla="*/ 0 w 382"/>
              <a:gd name="T11" fmla="*/ 60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2" h="600">
                <a:moveTo>
                  <a:pt x="0" y="600"/>
                </a:moveTo>
                <a:lnTo>
                  <a:pt x="0" y="234"/>
                </a:lnTo>
                <a:lnTo>
                  <a:pt x="382" y="0"/>
                </a:lnTo>
                <a:lnTo>
                  <a:pt x="380" y="368"/>
                </a:lnTo>
                <a:lnTo>
                  <a:pt x="0" y="600"/>
                </a:lnTo>
                <a:lnTo>
                  <a:pt x="0" y="600"/>
                </a:lnTo>
                <a:close/>
              </a:path>
            </a:pathLst>
          </a:custGeom>
          <a:solidFill>
            <a:srgbClr val="D5D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Freeform 7"/>
          <p:cNvSpPr>
            <a:spLocks/>
          </p:cNvSpPr>
          <p:nvPr/>
        </p:nvSpPr>
        <p:spPr bwMode="auto">
          <a:xfrm>
            <a:off x="5832346" y="3642305"/>
            <a:ext cx="1209675" cy="742950"/>
          </a:xfrm>
          <a:custGeom>
            <a:avLst/>
            <a:gdLst>
              <a:gd name="T0" fmla="*/ 380 w 762"/>
              <a:gd name="T1" fmla="*/ 468 h 468"/>
              <a:gd name="T2" fmla="*/ 0 w 762"/>
              <a:gd name="T3" fmla="*/ 234 h 468"/>
              <a:gd name="T4" fmla="*/ 380 w 762"/>
              <a:gd name="T5" fmla="*/ 0 h 468"/>
              <a:gd name="T6" fmla="*/ 762 w 762"/>
              <a:gd name="T7" fmla="*/ 234 h 468"/>
              <a:gd name="T8" fmla="*/ 380 w 762"/>
              <a:gd name="T9" fmla="*/ 468 h 468"/>
              <a:gd name="T10" fmla="*/ 380 w 762"/>
              <a:gd name="T11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2" h="468">
                <a:moveTo>
                  <a:pt x="380" y="468"/>
                </a:moveTo>
                <a:lnTo>
                  <a:pt x="0" y="234"/>
                </a:lnTo>
                <a:lnTo>
                  <a:pt x="380" y="0"/>
                </a:lnTo>
                <a:lnTo>
                  <a:pt x="762" y="234"/>
                </a:lnTo>
                <a:lnTo>
                  <a:pt x="380" y="468"/>
                </a:lnTo>
                <a:lnTo>
                  <a:pt x="380" y="468"/>
                </a:lnTo>
                <a:close/>
              </a:path>
            </a:pathLst>
          </a:custGeom>
          <a:solidFill>
            <a:srgbClr val="D0E0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Freeform 9"/>
          <p:cNvSpPr>
            <a:spLocks/>
          </p:cNvSpPr>
          <p:nvPr/>
        </p:nvSpPr>
        <p:spPr bwMode="auto">
          <a:xfrm>
            <a:off x="6708646" y="4369380"/>
            <a:ext cx="139700" cy="279400"/>
          </a:xfrm>
          <a:custGeom>
            <a:avLst/>
            <a:gdLst>
              <a:gd name="T0" fmla="*/ 0 w 88"/>
              <a:gd name="T1" fmla="*/ 176 h 176"/>
              <a:gd name="T2" fmla="*/ 88 w 88"/>
              <a:gd name="T3" fmla="*/ 48 h 176"/>
              <a:gd name="T4" fmla="*/ 0 w 88"/>
              <a:gd name="T5" fmla="*/ 0 h 176"/>
              <a:gd name="T6" fmla="*/ 0 w 88"/>
              <a:gd name="T7" fmla="*/ 176 h 176"/>
              <a:gd name="T8" fmla="*/ 0 w 88"/>
              <a:gd name="T9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176">
                <a:moveTo>
                  <a:pt x="0" y="176"/>
                </a:moveTo>
                <a:lnTo>
                  <a:pt x="88" y="48"/>
                </a:lnTo>
                <a:lnTo>
                  <a:pt x="0" y="0"/>
                </a:lnTo>
                <a:lnTo>
                  <a:pt x="0" y="176"/>
                </a:lnTo>
                <a:lnTo>
                  <a:pt x="0" y="176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Freeform 10"/>
          <p:cNvSpPr>
            <a:spLocks/>
          </p:cNvSpPr>
          <p:nvPr/>
        </p:nvSpPr>
        <p:spPr bwMode="auto">
          <a:xfrm>
            <a:off x="6454646" y="3039055"/>
            <a:ext cx="603250" cy="952500"/>
          </a:xfrm>
          <a:custGeom>
            <a:avLst/>
            <a:gdLst>
              <a:gd name="T0" fmla="*/ 0 w 380"/>
              <a:gd name="T1" fmla="*/ 0 h 600"/>
              <a:gd name="T2" fmla="*/ 0 w 380"/>
              <a:gd name="T3" fmla="*/ 366 h 600"/>
              <a:gd name="T4" fmla="*/ 380 w 380"/>
              <a:gd name="T5" fmla="*/ 600 h 600"/>
              <a:gd name="T6" fmla="*/ 380 w 380"/>
              <a:gd name="T7" fmla="*/ 234 h 600"/>
              <a:gd name="T8" fmla="*/ 0 w 380"/>
              <a:gd name="T9" fmla="*/ 0 h 600"/>
              <a:gd name="T10" fmla="*/ 0 w 380"/>
              <a:gd name="T11" fmla="*/ 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0" h="600">
                <a:moveTo>
                  <a:pt x="0" y="0"/>
                </a:moveTo>
                <a:lnTo>
                  <a:pt x="0" y="366"/>
                </a:lnTo>
                <a:lnTo>
                  <a:pt x="380" y="600"/>
                </a:lnTo>
                <a:lnTo>
                  <a:pt x="380" y="2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Freeform 11"/>
          <p:cNvSpPr>
            <a:spLocks/>
          </p:cNvSpPr>
          <p:nvPr/>
        </p:nvSpPr>
        <p:spPr bwMode="auto">
          <a:xfrm>
            <a:off x="7057896" y="3039055"/>
            <a:ext cx="606425" cy="952500"/>
          </a:xfrm>
          <a:custGeom>
            <a:avLst/>
            <a:gdLst>
              <a:gd name="T0" fmla="*/ 0 w 382"/>
              <a:gd name="T1" fmla="*/ 600 h 600"/>
              <a:gd name="T2" fmla="*/ 0 w 382"/>
              <a:gd name="T3" fmla="*/ 234 h 600"/>
              <a:gd name="T4" fmla="*/ 382 w 382"/>
              <a:gd name="T5" fmla="*/ 0 h 600"/>
              <a:gd name="T6" fmla="*/ 380 w 382"/>
              <a:gd name="T7" fmla="*/ 366 h 600"/>
              <a:gd name="T8" fmla="*/ 0 w 382"/>
              <a:gd name="T9" fmla="*/ 600 h 600"/>
              <a:gd name="T10" fmla="*/ 0 w 382"/>
              <a:gd name="T11" fmla="*/ 60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2" h="600">
                <a:moveTo>
                  <a:pt x="0" y="600"/>
                </a:moveTo>
                <a:lnTo>
                  <a:pt x="0" y="234"/>
                </a:lnTo>
                <a:lnTo>
                  <a:pt x="382" y="0"/>
                </a:lnTo>
                <a:lnTo>
                  <a:pt x="380" y="366"/>
                </a:lnTo>
                <a:lnTo>
                  <a:pt x="0" y="600"/>
                </a:lnTo>
                <a:lnTo>
                  <a:pt x="0" y="60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" name="Freeform 12"/>
          <p:cNvSpPr>
            <a:spLocks/>
          </p:cNvSpPr>
          <p:nvPr/>
        </p:nvSpPr>
        <p:spPr bwMode="auto">
          <a:xfrm>
            <a:off x="6454646" y="2667580"/>
            <a:ext cx="1209675" cy="742950"/>
          </a:xfrm>
          <a:custGeom>
            <a:avLst/>
            <a:gdLst>
              <a:gd name="T0" fmla="*/ 380 w 762"/>
              <a:gd name="T1" fmla="*/ 468 h 468"/>
              <a:gd name="T2" fmla="*/ 0 w 762"/>
              <a:gd name="T3" fmla="*/ 234 h 468"/>
              <a:gd name="T4" fmla="*/ 380 w 762"/>
              <a:gd name="T5" fmla="*/ 0 h 468"/>
              <a:gd name="T6" fmla="*/ 762 w 762"/>
              <a:gd name="T7" fmla="*/ 234 h 468"/>
              <a:gd name="T8" fmla="*/ 380 w 762"/>
              <a:gd name="T9" fmla="*/ 468 h 468"/>
              <a:gd name="T10" fmla="*/ 380 w 762"/>
              <a:gd name="T11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2" h="468">
                <a:moveTo>
                  <a:pt x="380" y="468"/>
                </a:moveTo>
                <a:lnTo>
                  <a:pt x="0" y="234"/>
                </a:lnTo>
                <a:lnTo>
                  <a:pt x="380" y="0"/>
                </a:lnTo>
                <a:lnTo>
                  <a:pt x="762" y="234"/>
                </a:lnTo>
                <a:lnTo>
                  <a:pt x="380" y="468"/>
                </a:lnTo>
                <a:lnTo>
                  <a:pt x="380" y="468"/>
                </a:lnTo>
                <a:close/>
              </a:path>
            </a:pathLst>
          </a:custGeom>
          <a:solidFill>
            <a:srgbClr val="D0E0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" name="Freeform 14"/>
          <p:cNvSpPr>
            <a:spLocks/>
          </p:cNvSpPr>
          <p:nvPr/>
        </p:nvSpPr>
        <p:spPr bwMode="auto">
          <a:xfrm>
            <a:off x="7311896" y="3397830"/>
            <a:ext cx="136525" cy="279400"/>
          </a:xfrm>
          <a:custGeom>
            <a:avLst/>
            <a:gdLst>
              <a:gd name="T0" fmla="*/ 0 w 86"/>
              <a:gd name="T1" fmla="*/ 176 h 176"/>
              <a:gd name="T2" fmla="*/ 86 w 86"/>
              <a:gd name="T3" fmla="*/ 48 h 176"/>
              <a:gd name="T4" fmla="*/ 0 w 86"/>
              <a:gd name="T5" fmla="*/ 0 h 176"/>
              <a:gd name="T6" fmla="*/ 0 w 86"/>
              <a:gd name="T7" fmla="*/ 176 h 176"/>
              <a:gd name="T8" fmla="*/ 0 w 86"/>
              <a:gd name="T9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" h="176">
                <a:moveTo>
                  <a:pt x="0" y="176"/>
                </a:moveTo>
                <a:lnTo>
                  <a:pt x="86" y="48"/>
                </a:lnTo>
                <a:lnTo>
                  <a:pt x="0" y="0"/>
                </a:lnTo>
                <a:lnTo>
                  <a:pt x="0" y="176"/>
                </a:lnTo>
                <a:lnTo>
                  <a:pt x="0" y="176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" name="Freeform 15"/>
          <p:cNvSpPr>
            <a:spLocks/>
          </p:cNvSpPr>
          <p:nvPr/>
        </p:nvSpPr>
        <p:spPr bwMode="auto">
          <a:xfrm>
            <a:off x="5197346" y="4013780"/>
            <a:ext cx="603250" cy="952500"/>
          </a:xfrm>
          <a:custGeom>
            <a:avLst/>
            <a:gdLst>
              <a:gd name="T0" fmla="*/ 380 w 380"/>
              <a:gd name="T1" fmla="*/ 0 h 600"/>
              <a:gd name="T2" fmla="*/ 380 w 380"/>
              <a:gd name="T3" fmla="*/ 368 h 600"/>
              <a:gd name="T4" fmla="*/ 0 w 380"/>
              <a:gd name="T5" fmla="*/ 600 h 600"/>
              <a:gd name="T6" fmla="*/ 0 w 380"/>
              <a:gd name="T7" fmla="*/ 234 h 600"/>
              <a:gd name="T8" fmla="*/ 380 w 380"/>
              <a:gd name="T9" fmla="*/ 0 h 600"/>
              <a:gd name="T10" fmla="*/ 380 w 380"/>
              <a:gd name="T11" fmla="*/ 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0" h="600">
                <a:moveTo>
                  <a:pt x="380" y="0"/>
                </a:moveTo>
                <a:lnTo>
                  <a:pt x="380" y="368"/>
                </a:lnTo>
                <a:lnTo>
                  <a:pt x="0" y="600"/>
                </a:lnTo>
                <a:lnTo>
                  <a:pt x="0" y="234"/>
                </a:lnTo>
                <a:lnTo>
                  <a:pt x="380" y="0"/>
                </a:lnTo>
                <a:lnTo>
                  <a:pt x="380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Freeform 16"/>
          <p:cNvSpPr>
            <a:spLocks/>
          </p:cNvSpPr>
          <p:nvPr/>
        </p:nvSpPr>
        <p:spPr bwMode="auto">
          <a:xfrm>
            <a:off x="4590921" y="4013780"/>
            <a:ext cx="606425" cy="952500"/>
          </a:xfrm>
          <a:custGeom>
            <a:avLst/>
            <a:gdLst>
              <a:gd name="T0" fmla="*/ 382 w 382"/>
              <a:gd name="T1" fmla="*/ 600 h 600"/>
              <a:gd name="T2" fmla="*/ 382 w 382"/>
              <a:gd name="T3" fmla="*/ 234 h 600"/>
              <a:gd name="T4" fmla="*/ 0 w 382"/>
              <a:gd name="T5" fmla="*/ 0 h 600"/>
              <a:gd name="T6" fmla="*/ 2 w 382"/>
              <a:gd name="T7" fmla="*/ 368 h 600"/>
              <a:gd name="T8" fmla="*/ 382 w 382"/>
              <a:gd name="T9" fmla="*/ 600 h 600"/>
              <a:gd name="T10" fmla="*/ 382 w 382"/>
              <a:gd name="T11" fmla="*/ 60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2" h="600">
                <a:moveTo>
                  <a:pt x="382" y="600"/>
                </a:moveTo>
                <a:lnTo>
                  <a:pt x="382" y="234"/>
                </a:lnTo>
                <a:lnTo>
                  <a:pt x="0" y="0"/>
                </a:lnTo>
                <a:lnTo>
                  <a:pt x="2" y="368"/>
                </a:lnTo>
                <a:lnTo>
                  <a:pt x="382" y="600"/>
                </a:lnTo>
                <a:lnTo>
                  <a:pt x="382" y="600"/>
                </a:lnTo>
                <a:close/>
              </a:path>
            </a:pathLst>
          </a:custGeom>
          <a:solidFill>
            <a:srgbClr val="D5D9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" name="Freeform 17"/>
          <p:cNvSpPr>
            <a:spLocks/>
          </p:cNvSpPr>
          <p:nvPr/>
        </p:nvSpPr>
        <p:spPr bwMode="auto">
          <a:xfrm>
            <a:off x="4590921" y="3642305"/>
            <a:ext cx="1209675" cy="742950"/>
          </a:xfrm>
          <a:custGeom>
            <a:avLst/>
            <a:gdLst>
              <a:gd name="T0" fmla="*/ 382 w 762"/>
              <a:gd name="T1" fmla="*/ 468 h 468"/>
              <a:gd name="T2" fmla="*/ 762 w 762"/>
              <a:gd name="T3" fmla="*/ 234 h 468"/>
              <a:gd name="T4" fmla="*/ 382 w 762"/>
              <a:gd name="T5" fmla="*/ 0 h 468"/>
              <a:gd name="T6" fmla="*/ 0 w 762"/>
              <a:gd name="T7" fmla="*/ 234 h 468"/>
              <a:gd name="T8" fmla="*/ 382 w 762"/>
              <a:gd name="T9" fmla="*/ 468 h 468"/>
              <a:gd name="T10" fmla="*/ 382 w 762"/>
              <a:gd name="T11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2" h="468">
                <a:moveTo>
                  <a:pt x="382" y="468"/>
                </a:moveTo>
                <a:lnTo>
                  <a:pt x="762" y="234"/>
                </a:lnTo>
                <a:lnTo>
                  <a:pt x="382" y="0"/>
                </a:lnTo>
                <a:lnTo>
                  <a:pt x="0" y="234"/>
                </a:lnTo>
                <a:lnTo>
                  <a:pt x="382" y="468"/>
                </a:lnTo>
                <a:lnTo>
                  <a:pt x="382" y="468"/>
                </a:lnTo>
                <a:close/>
              </a:path>
            </a:pathLst>
          </a:custGeom>
          <a:solidFill>
            <a:srgbClr val="D0E0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" name="Freeform 19"/>
          <p:cNvSpPr>
            <a:spLocks/>
          </p:cNvSpPr>
          <p:nvPr/>
        </p:nvSpPr>
        <p:spPr bwMode="auto">
          <a:xfrm>
            <a:off x="4768721" y="4369380"/>
            <a:ext cx="139700" cy="279400"/>
          </a:xfrm>
          <a:custGeom>
            <a:avLst/>
            <a:gdLst>
              <a:gd name="T0" fmla="*/ 88 w 88"/>
              <a:gd name="T1" fmla="*/ 176 h 176"/>
              <a:gd name="T2" fmla="*/ 0 w 88"/>
              <a:gd name="T3" fmla="*/ 48 h 176"/>
              <a:gd name="T4" fmla="*/ 88 w 88"/>
              <a:gd name="T5" fmla="*/ 0 h 176"/>
              <a:gd name="T6" fmla="*/ 88 w 88"/>
              <a:gd name="T7" fmla="*/ 176 h 176"/>
              <a:gd name="T8" fmla="*/ 88 w 88"/>
              <a:gd name="T9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176">
                <a:moveTo>
                  <a:pt x="88" y="176"/>
                </a:moveTo>
                <a:lnTo>
                  <a:pt x="0" y="48"/>
                </a:lnTo>
                <a:lnTo>
                  <a:pt x="88" y="0"/>
                </a:lnTo>
                <a:lnTo>
                  <a:pt x="88" y="176"/>
                </a:lnTo>
                <a:lnTo>
                  <a:pt x="88" y="17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" name="Freeform 20"/>
          <p:cNvSpPr>
            <a:spLocks/>
          </p:cNvSpPr>
          <p:nvPr/>
        </p:nvSpPr>
        <p:spPr bwMode="auto">
          <a:xfrm>
            <a:off x="5213221" y="4991680"/>
            <a:ext cx="606425" cy="952500"/>
          </a:xfrm>
          <a:custGeom>
            <a:avLst/>
            <a:gdLst>
              <a:gd name="T0" fmla="*/ 0 w 382"/>
              <a:gd name="T1" fmla="*/ 0 h 600"/>
              <a:gd name="T2" fmla="*/ 0 w 382"/>
              <a:gd name="T3" fmla="*/ 366 h 600"/>
              <a:gd name="T4" fmla="*/ 380 w 382"/>
              <a:gd name="T5" fmla="*/ 600 h 600"/>
              <a:gd name="T6" fmla="*/ 382 w 382"/>
              <a:gd name="T7" fmla="*/ 234 h 600"/>
              <a:gd name="T8" fmla="*/ 0 w 382"/>
              <a:gd name="T9" fmla="*/ 0 h 600"/>
              <a:gd name="T10" fmla="*/ 0 w 382"/>
              <a:gd name="T11" fmla="*/ 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2" h="600">
                <a:moveTo>
                  <a:pt x="0" y="0"/>
                </a:moveTo>
                <a:lnTo>
                  <a:pt x="0" y="366"/>
                </a:lnTo>
                <a:lnTo>
                  <a:pt x="380" y="600"/>
                </a:lnTo>
                <a:lnTo>
                  <a:pt x="382" y="2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" name="Freeform 21"/>
          <p:cNvSpPr>
            <a:spLocks/>
          </p:cNvSpPr>
          <p:nvPr/>
        </p:nvSpPr>
        <p:spPr bwMode="auto">
          <a:xfrm>
            <a:off x="5816471" y="4991680"/>
            <a:ext cx="606425" cy="952500"/>
          </a:xfrm>
          <a:custGeom>
            <a:avLst/>
            <a:gdLst>
              <a:gd name="T0" fmla="*/ 0 w 382"/>
              <a:gd name="T1" fmla="*/ 600 h 600"/>
              <a:gd name="T2" fmla="*/ 2 w 382"/>
              <a:gd name="T3" fmla="*/ 234 h 600"/>
              <a:gd name="T4" fmla="*/ 382 w 382"/>
              <a:gd name="T5" fmla="*/ 0 h 600"/>
              <a:gd name="T6" fmla="*/ 382 w 382"/>
              <a:gd name="T7" fmla="*/ 366 h 600"/>
              <a:gd name="T8" fmla="*/ 0 w 382"/>
              <a:gd name="T9" fmla="*/ 600 h 600"/>
              <a:gd name="T10" fmla="*/ 0 w 382"/>
              <a:gd name="T11" fmla="*/ 60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2" h="600">
                <a:moveTo>
                  <a:pt x="0" y="600"/>
                </a:moveTo>
                <a:lnTo>
                  <a:pt x="2" y="234"/>
                </a:lnTo>
                <a:lnTo>
                  <a:pt x="382" y="0"/>
                </a:lnTo>
                <a:lnTo>
                  <a:pt x="382" y="366"/>
                </a:lnTo>
                <a:lnTo>
                  <a:pt x="0" y="600"/>
                </a:lnTo>
                <a:lnTo>
                  <a:pt x="0" y="60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" name="Freeform 22"/>
          <p:cNvSpPr>
            <a:spLocks/>
          </p:cNvSpPr>
          <p:nvPr/>
        </p:nvSpPr>
        <p:spPr bwMode="auto">
          <a:xfrm>
            <a:off x="5213221" y="4620205"/>
            <a:ext cx="1209675" cy="742950"/>
          </a:xfrm>
          <a:custGeom>
            <a:avLst/>
            <a:gdLst>
              <a:gd name="T0" fmla="*/ 382 w 762"/>
              <a:gd name="T1" fmla="*/ 468 h 468"/>
              <a:gd name="T2" fmla="*/ 0 w 762"/>
              <a:gd name="T3" fmla="*/ 234 h 468"/>
              <a:gd name="T4" fmla="*/ 382 w 762"/>
              <a:gd name="T5" fmla="*/ 0 h 468"/>
              <a:gd name="T6" fmla="*/ 762 w 762"/>
              <a:gd name="T7" fmla="*/ 234 h 468"/>
              <a:gd name="T8" fmla="*/ 382 w 762"/>
              <a:gd name="T9" fmla="*/ 468 h 468"/>
              <a:gd name="T10" fmla="*/ 382 w 762"/>
              <a:gd name="T11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2" h="468">
                <a:moveTo>
                  <a:pt x="382" y="468"/>
                </a:moveTo>
                <a:lnTo>
                  <a:pt x="0" y="234"/>
                </a:lnTo>
                <a:lnTo>
                  <a:pt x="382" y="0"/>
                </a:lnTo>
                <a:lnTo>
                  <a:pt x="762" y="234"/>
                </a:lnTo>
                <a:lnTo>
                  <a:pt x="382" y="468"/>
                </a:lnTo>
                <a:lnTo>
                  <a:pt x="382" y="468"/>
                </a:lnTo>
                <a:close/>
              </a:path>
            </a:pathLst>
          </a:custGeom>
          <a:solidFill>
            <a:srgbClr val="D0E0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" name="Freeform 25"/>
          <p:cNvSpPr>
            <a:spLocks/>
          </p:cNvSpPr>
          <p:nvPr/>
        </p:nvSpPr>
        <p:spPr bwMode="auto">
          <a:xfrm>
            <a:off x="6076821" y="5350455"/>
            <a:ext cx="139700" cy="279400"/>
          </a:xfrm>
          <a:custGeom>
            <a:avLst/>
            <a:gdLst>
              <a:gd name="T0" fmla="*/ 0 w 88"/>
              <a:gd name="T1" fmla="*/ 176 h 176"/>
              <a:gd name="T2" fmla="*/ 88 w 88"/>
              <a:gd name="T3" fmla="*/ 48 h 176"/>
              <a:gd name="T4" fmla="*/ 0 w 88"/>
              <a:gd name="T5" fmla="*/ 0 h 176"/>
              <a:gd name="T6" fmla="*/ 0 w 88"/>
              <a:gd name="T7" fmla="*/ 176 h 176"/>
              <a:gd name="T8" fmla="*/ 0 w 88"/>
              <a:gd name="T9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176">
                <a:moveTo>
                  <a:pt x="0" y="176"/>
                </a:moveTo>
                <a:lnTo>
                  <a:pt x="88" y="48"/>
                </a:lnTo>
                <a:lnTo>
                  <a:pt x="0" y="0"/>
                </a:lnTo>
                <a:lnTo>
                  <a:pt x="0" y="176"/>
                </a:lnTo>
                <a:lnTo>
                  <a:pt x="0" y="176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" name="Freeform 26"/>
          <p:cNvSpPr>
            <a:spLocks/>
          </p:cNvSpPr>
          <p:nvPr/>
        </p:nvSpPr>
        <p:spPr bwMode="auto">
          <a:xfrm>
            <a:off x="5397371" y="5350455"/>
            <a:ext cx="139700" cy="279400"/>
          </a:xfrm>
          <a:custGeom>
            <a:avLst/>
            <a:gdLst>
              <a:gd name="T0" fmla="*/ 88 w 88"/>
              <a:gd name="T1" fmla="*/ 176 h 176"/>
              <a:gd name="T2" fmla="*/ 0 w 88"/>
              <a:gd name="T3" fmla="*/ 48 h 176"/>
              <a:gd name="T4" fmla="*/ 88 w 88"/>
              <a:gd name="T5" fmla="*/ 0 h 176"/>
              <a:gd name="T6" fmla="*/ 88 w 88"/>
              <a:gd name="T7" fmla="*/ 176 h 176"/>
              <a:gd name="T8" fmla="*/ 88 w 88"/>
              <a:gd name="T9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176">
                <a:moveTo>
                  <a:pt x="88" y="176"/>
                </a:moveTo>
                <a:lnTo>
                  <a:pt x="0" y="48"/>
                </a:lnTo>
                <a:lnTo>
                  <a:pt x="88" y="0"/>
                </a:lnTo>
                <a:lnTo>
                  <a:pt x="88" y="176"/>
                </a:lnTo>
                <a:lnTo>
                  <a:pt x="88" y="176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" name="Freeform 27"/>
          <p:cNvSpPr>
            <a:spLocks/>
          </p:cNvSpPr>
          <p:nvPr/>
        </p:nvSpPr>
        <p:spPr bwMode="auto">
          <a:xfrm>
            <a:off x="4575046" y="3039055"/>
            <a:ext cx="603250" cy="952500"/>
          </a:xfrm>
          <a:custGeom>
            <a:avLst/>
            <a:gdLst>
              <a:gd name="T0" fmla="*/ 380 w 380"/>
              <a:gd name="T1" fmla="*/ 0 h 600"/>
              <a:gd name="T2" fmla="*/ 380 w 380"/>
              <a:gd name="T3" fmla="*/ 366 h 600"/>
              <a:gd name="T4" fmla="*/ 0 w 380"/>
              <a:gd name="T5" fmla="*/ 600 h 600"/>
              <a:gd name="T6" fmla="*/ 0 w 380"/>
              <a:gd name="T7" fmla="*/ 234 h 600"/>
              <a:gd name="T8" fmla="*/ 380 w 380"/>
              <a:gd name="T9" fmla="*/ 0 h 600"/>
              <a:gd name="T10" fmla="*/ 380 w 380"/>
              <a:gd name="T11" fmla="*/ 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0" h="600">
                <a:moveTo>
                  <a:pt x="380" y="0"/>
                </a:moveTo>
                <a:lnTo>
                  <a:pt x="380" y="366"/>
                </a:lnTo>
                <a:lnTo>
                  <a:pt x="0" y="600"/>
                </a:lnTo>
                <a:lnTo>
                  <a:pt x="0" y="234"/>
                </a:lnTo>
                <a:lnTo>
                  <a:pt x="380" y="0"/>
                </a:lnTo>
                <a:lnTo>
                  <a:pt x="380" y="0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" name="Freeform 28"/>
          <p:cNvSpPr>
            <a:spLocks/>
          </p:cNvSpPr>
          <p:nvPr/>
        </p:nvSpPr>
        <p:spPr bwMode="auto">
          <a:xfrm>
            <a:off x="3968621" y="3039055"/>
            <a:ext cx="606425" cy="952500"/>
          </a:xfrm>
          <a:custGeom>
            <a:avLst/>
            <a:gdLst>
              <a:gd name="T0" fmla="*/ 382 w 382"/>
              <a:gd name="T1" fmla="*/ 600 h 600"/>
              <a:gd name="T2" fmla="*/ 382 w 382"/>
              <a:gd name="T3" fmla="*/ 234 h 600"/>
              <a:gd name="T4" fmla="*/ 0 w 382"/>
              <a:gd name="T5" fmla="*/ 0 h 600"/>
              <a:gd name="T6" fmla="*/ 2 w 382"/>
              <a:gd name="T7" fmla="*/ 366 h 600"/>
              <a:gd name="T8" fmla="*/ 382 w 382"/>
              <a:gd name="T9" fmla="*/ 600 h 600"/>
              <a:gd name="T10" fmla="*/ 382 w 382"/>
              <a:gd name="T11" fmla="*/ 60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2" h="600">
                <a:moveTo>
                  <a:pt x="382" y="600"/>
                </a:moveTo>
                <a:lnTo>
                  <a:pt x="382" y="234"/>
                </a:lnTo>
                <a:lnTo>
                  <a:pt x="0" y="0"/>
                </a:lnTo>
                <a:lnTo>
                  <a:pt x="2" y="366"/>
                </a:lnTo>
                <a:lnTo>
                  <a:pt x="382" y="600"/>
                </a:lnTo>
                <a:lnTo>
                  <a:pt x="382" y="60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" name="Freeform 29"/>
          <p:cNvSpPr>
            <a:spLocks/>
          </p:cNvSpPr>
          <p:nvPr/>
        </p:nvSpPr>
        <p:spPr bwMode="auto">
          <a:xfrm>
            <a:off x="3968621" y="2667580"/>
            <a:ext cx="1209675" cy="742950"/>
          </a:xfrm>
          <a:custGeom>
            <a:avLst/>
            <a:gdLst>
              <a:gd name="T0" fmla="*/ 382 w 762"/>
              <a:gd name="T1" fmla="*/ 468 h 468"/>
              <a:gd name="T2" fmla="*/ 762 w 762"/>
              <a:gd name="T3" fmla="*/ 234 h 468"/>
              <a:gd name="T4" fmla="*/ 382 w 762"/>
              <a:gd name="T5" fmla="*/ 0 h 468"/>
              <a:gd name="T6" fmla="*/ 0 w 762"/>
              <a:gd name="T7" fmla="*/ 234 h 468"/>
              <a:gd name="T8" fmla="*/ 382 w 762"/>
              <a:gd name="T9" fmla="*/ 468 h 468"/>
              <a:gd name="T10" fmla="*/ 382 w 762"/>
              <a:gd name="T11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2" h="468">
                <a:moveTo>
                  <a:pt x="382" y="468"/>
                </a:moveTo>
                <a:lnTo>
                  <a:pt x="762" y="234"/>
                </a:lnTo>
                <a:lnTo>
                  <a:pt x="382" y="0"/>
                </a:lnTo>
                <a:lnTo>
                  <a:pt x="0" y="234"/>
                </a:lnTo>
                <a:lnTo>
                  <a:pt x="382" y="468"/>
                </a:lnTo>
                <a:lnTo>
                  <a:pt x="382" y="468"/>
                </a:lnTo>
                <a:close/>
              </a:path>
            </a:pathLst>
          </a:custGeom>
          <a:solidFill>
            <a:srgbClr val="D0E0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" name="Freeform 31"/>
          <p:cNvSpPr>
            <a:spLocks/>
          </p:cNvSpPr>
          <p:nvPr/>
        </p:nvSpPr>
        <p:spPr bwMode="auto">
          <a:xfrm>
            <a:off x="4165471" y="3397830"/>
            <a:ext cx="139700" cy="279400"/>
          </a:xfrm>
          <a:custGeom>
            <a:avLst/>
            <a:gdLst>
              <a:gd name="T0" fmla="*/ 88 w 88"/>
              <a:gd name="T1" fmla="*/ 176 h 176"/>
              <a:gd name="T2" fmla="*/ 0 w 88"/>
              <a:gd name="T3" fmla="*/ 48 h 176"/>
              <a:gd name="T4" fmla="*/ 88 w 88"/>
              <a:gd name="T5" fmla="*/ 0 h 176"/>
              <a:gd name="T6" fmla="*/ 88 w 88"/>
              <a:gd name="T7" fmla="*/ 176 h 176"/>
              <a:gd name="T8" fmla="*/ 88 w 88"/>
              <a:gd name="T9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176">
                <a:moveTo>
                  <a:pt x="88" y="176"/>
                </a:moveTo>
                <a:lnTo>
                  <a:pt x="0" y="48"/>
                </a:lnTo>
                <a:lnTo>
                  <a:pt x="88" y="0"/>
                </a:lnTo>
                <a:lnTo>
                  <a:pt x="88" y="176"/>
                </a:lnTo>
                <a:lnTo>
                  <a:pt x="88" y="176"/>
                </a:lnTo>
                <a:close/>
              </a:path>
            </a:pathLst>
          </a:custGeom>
          <a:solidFill>
            <a:srgbClr val="A7C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" name="Freeform 32"/>
          <p:cNvSpPr>
            <a:spLocks noEditPoints="1"/>
          </p:cNvSpPr>
          <p:nvPr/>
        </p:nvSpPr>
        <p:spPr bwMode="auto">
          <a:xfrm>
            <a:off x="4384546" y="2829505"/>
            <a:ext cx="377825" cy="377825"/>
          </a:xfrm>
          <a:custGeom>
            <a:avLst/>
            <a:gdLst>
              <a:gd name="T0" fmla="*/ 120 w 238"/>
              <a:gd name="T1" fmla="*/ 220 h 238"/>
              <a:gd name="T2" fmla="*/ 80 w 238"/>
              <a:gd name="T3" fmla="*/ 212 h 238"/>
              <a:gd name="T4" fmla="*/ 48 w 238"/>
              <a:gd name="T5" fmla="*/ 192 h 238"/>
              <a:gd name="T6" fmla="*/ 26 w 238"/>
              <a:gd name="T7" fmla="*/ 158 h 238"/>
              <a:gd name="T8" fmla="*/ 18 w 238"/>
              <a:gd name="T9" fmla="*/ 120 h 238"/>
              <a:gd name="T10" fmla="*/ 20 w 238"/>
              <a:gd name="T11" fmla="*/ 98 h 238"/>
              <a:gd name="T12" fmla="*/ 34 w 238"/>
              <a:gd name="T13" fmla="*/ 62 h 238"/>
              <a:gd name="T14" fmla="*/ 62 w 238"/>
              <a:gd name="T15" fmla="*/ 34 h 238"/>
              <a:gd name="T16" fmla="*/ 98 w 238"/>
              <a:gd name="T17" fmla="*/ 20 h 238"/>
              <a:gd name="T18" fmla="*/ 120 w 238"/>
              <a:gd name="T19" fmla="*/ 18 h 238"/>
              <a:gd name="T20" fmla="*/ 158 w 238"/>
              <a:gd name="T21" fmla="*/ 26 h 238"/>
              <a:gd name="T22" fmla="*/ 192 w 238"/>
              <a:gd name="T23" fmla="*/ 48 h 238"/>
              <a:gd name="T24" fmla="*/ 214 w 238"/>
              <a:gd name="T25" fmla="*/ 80 h 238"/>
              <a:gd name="T26" fmla="*/ 222 w 238"/>
              <a:gd name="T27" fmla="*/ 120 h 238"/>
              <a:gd name="T28" fmla="*/ 220 w 238"/>
              <a:gd name="T29" fmla="*/ 140 h 238"/>
              <a:gd name="T30" fmla="*/ 204 w 238"/>
              <a:gd name="T31" fmla="*/ 176 h 238"/>
              <a:gd name="T32" fmla="*/ 176 w 238"/>
              <a:gd name="T33" fmla="*/ 204 h 238"/>
              <a:gd name="T34" fmla="*/ 140 w 238"/>
              <a:gd name="T35" fmla="*/ 218 h 238"/>
              <a:gd name="T36" fmla="*/ 120 w 238"/>
              <a:gd name="T37" fmla="*/ 220 h 238"/>
              <a:gd name="T38" fmla="*/ 120 w 238"/>
              <a:gd name="T39" fmla="*/ 0 h 238"/>
              <a:gd name="T40" fmla="*/ 96 w 238"/>
              <a:gd name="T41" fmla="*/ 2 h 238"/>
              <a:gd name="T42" fmla="*/ 52 w 238"/>
              <a:gd name="T43" fmla="*/ 20 h 238"/>
              <a:gd name="T44" fmla="*/ 20 w 238"/>
              <a:gd name="T45" fmla="*/ 52 h 238"/>
              <a:gd name="T46" fmla="*/ 2 w 238"/>
              <a:gd name="T47" fmla="*/ 96 h 238"/>
              <a:gd name="T48" fmla="*/ 0 w 238"/>
              <a:gd name="T49" fmla="*/ 120 h 238"/>
              <a:gd name="T50" fmla="*/ 0 w 238"/>
              <a:gd name="T51" fmla="*/ 132 h 238"/>
              <a:gd name="T52" fmla="*/ 10 w 238"/>
              <a:gd name="T53" fmla="*/ 166 h 238"/>
              <a:gd name="T54" fmla="*/ 34 w 238"/>
              <a:gd name="T55" fmla="*/ 204 h 238"/>
              <a:gd name="T56" fmla="*/ 72 w 238"/>
              <a:gd name="T57" fmla="*/ 230 h 238"/>
              <a:gd name="T58" fmla="*/ 108 w 238"/>
              <a:gd name="T59" fmla="*/ 238 h 238"/>
              <a:gd name="T60" fmla="*/ 120 w 238"/>
              <a:gd name="T61" fmla="*/ 238 h 238"/>
              <a:gd name="T62" fmla="*/ 144 w 238"/>
              <a:gd name="T63" fmla="*/ 236 h 238"/>
              <a:gd name="T64" fmla="*/ 186 w 238"/>
              <a:gd name="T65" fmla="*/ 218 h 238"/>
              <a:gd name="T66" fmla="*/ 218 w 238"/>
              <a:gd name="T67" fmla="*/ 186 h 238"/>
              <a:gd name="T68" fmla="*/ 236 w 238"/>
              <a:gd name="T69" fmla="*/ 144 h 238"/>
              <a:gd name="T70" fmla="*/ 238 w 238"/>
              <a:gd name="T71" fmla="*/ 120 h 238"/>
              <a:gd name="T72" fmla="*/ 238 w 238"/>
              <a:gd name="T73" fmla="*/ 106 h 238"/>
              <a:gd name="T74" fmla="*/ 230 w 238"/>
              <a:gd name="T75" fmla="*/ 72 h 238"/>
              <a:gd name="T76" fmla="*/ 204 w 238"/>
              <a:gd name="T77" fmla="*/ 34 h 238"/>
              <a:gd name="T78" fmla="*/ 166 w 238"/>
              <a:gd name="T79" fmla="*/ 10 h 238"/>
              <a:gd name="T80" fmla="*/ 132 w 238"/>
              <a:gd name="T81" fmla="*/ 0 h 238"/>
              <a:gd name="T82" fmla="*/ 120 w 238"/>
              <a:gd name="T83" fmla="*/ 0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8" h="238">
                <a:moveTo>
                  <a:pt x="120" y="220"/>
                </a:moveTo>
                <a:lnTo>
                  <a:pt x="120" y="220"/>
                </a:lnTo>
                <a:lnTo>
                  <a:pt x="98" y="218"/>
                </a:lnTo>
                <a:lnTo>
                  <a:pt x="80" y="212"/>
                </a:lnTo>
                <a:lnTo>
                  <a:pt x="62" y="204"/>
                </a:lnTo>
                <a:lnTo>
                  <a:pt x="48" y="192"/>
                </a:lnTo>
                <a:lnTo>
                  <a:pt x="34" y="176"/>
                </a:lnTo>
                <a:lnTo>
                  <a:pt x="26" y="158"/>
                </a:lnTo>
                <a:lnTo>
                  <a:pt x="20" y="140"/>
                </a:lnTo>
                <a:lnTo>
                  <a:pt x="18" y="120"/>
                </a:lnTo>
                <a:lnTo>
                  <a:pt x="18" y="120"/>
                </a:lnTo>
                <a:lnTo>
                  <a:pt x="20" y="98"/>
                </a:lnTo>
                <a:lnTo>
                  <a:pt x="26" y="80"/>
                </a:lnTo>
                <a:lnTo>
                  <a:pt x="34" y="62"/>
                </a:lnTo>
                <a:lnTo>
                  <a:pt x="48" y="48"/>
                </a:lnTo>
                <a:lnTo>
                  <a:pt x="62" y="34"/>
                </a:lnTo>
                <a:lnTo>
                  <a:pt x="80" y="26"/>
                </a:lnTo>
                <a:lnTo>
                  <a:pt x="98" y="20"/>
                </a:lnTo>
                <a:lnTo>
                  <a:pt x="120" y="18"/>
                </a:lnTo>
                <a:lnTo>
                  <a:pt x="120" y="18"/>
                </a:lnTo>
                <a:lnTo>
                  <a:pt x="140" y="20"/>
                </a:lnTo>
                <a:lnTo>
                  <a:pt x="158" y="26"/>
                </a:lnTo>
                <a:lnTo>
                  <a:pt x="176" y="34"/>
                </a:lnTo>
                <a:lnTo>
                  <a:pt x="192" y="48"/>
                </a:lnTo>
                <a:lnTo>
                  <a:pt x="204" y="62"/>
                </a:lnTo>
                <a:lnTo>
                  <a:pt x="214" y="80"/>
                </a:lnTo>
                <a:lnTo>
                  <a:pt x="220" y="98"/>
                </a:lnTo>
                <a:lnTo>
                  <a:pt x="222" y="120"/>
                </a:lnTo>
                <a:lnTo>
                  <a:pt x="222" y="120"/>
                </a:lnTo>
                <a:lnTo>
                  <a:pt x="220" y="140"/>
                </a:lnTo>
                <a:lnTo>
                  <a:pt x="214" y="158"/>
                </a:lnTo>
                <a:lnTo>
                  <a:pt x="204" y="176"/>
                </a:lnTo>
                <a:lnTo>
                  <a:pt x="192" y="192"/>
                </a:lnTo>
                <a:lnTo>
                  <a:pt x="176" y="204"/>
                </a:lnTo>
                <a:lnTo>
                  <a:pt x="158" y="212"/>
                </a:lnTo>
                <a:lnTo>
                  <a:pt x="140" y="218"/>
                </a:lnTo>
                <a:lnTo>
                  <a:pt x="120" y="220"/>
                </a:lnTo>
                <a:lnTo>
                  <a:pt x="120" y="220"/>
                </a:lnTo>
                <a:close/>
                <a:moveTo>
                  <a:pt x="120" y="0"/>
                </a:moveTo>
                <a:lnTo>
                  <a:pt x="120" y="0"/>
                </a:lnTo>
                <a:lnTo>
                  <a:pt x="108" y="0"/>
                </a:lnTo>
                <a:lnTo>
                  <a:pt x="96" y="2"/>
                </a:lnTo>
                <a:lnTo>
                  <a:pt x="72" y="10"/>
                </a:lnTo>
                <a:lnTo>
                  <a:pt x="52" y="20"/>
                </a:lnTo>
                <a:lnTo>
                  <a:pt x="34" y="34"/>
                </a:lnTo>
                <a:lnTo>
                  <a:pt x="20" y="52"/>
                </a:lnTo>
                <a:lnTo>
                  <a:pt x="10" y="72"/>
                </a:lnTo>
                <a:lnTo>
                  <a:pt x="2" y="96"/>
                </a:lnTo>
                <a:lnTo>
                  <a:pt x="0" y="106"/>
                </a:lnTo>
                <a:lnTo>
                  <a:pt x="0" y="120"/>
                </a:lnTo>
                <a:lnTo>
                  <a:pt x="0" y="120"/>
                </a:lnTo>
                <a:lnTo>
                  <a:pt x="0" y="132"/>
                </a:lnTo>
                <a:lnTo>
                  <a:pt x="2" y="144"/>
                </a:lnTo>
                <a:lnTo>
                  <a:pt x="10" y="166"/>
                </a:lnTo>
                <a:lnTo>
                  <a:pt x="20" y="186"/>
                </a:lnTo>
                <a:lnTo>
                  <a:pt x="34" y="204"/>
                </a:lnTo>
                <a:lnTo>
                  <a:pt x="52" y="218"/>
                </a:lnTo>
                <a:lnTo>
                  <a:pt x="72" y="230"/>
                </a:lnTo>
                <a:lnTo>
                  <a:pt x="96" y="236"/>
                </a:lnTo>
                <a:lnTo>
                  <a:pt x="108" y="238"/>
                </a:lnTo>
                <a:lnTo>
                  <a:pt x="120" y="238"/>
                </a:lnTo>
                <a:lnTo>
                  <a:pt x="120" y="238"/>
                </a:lnTo>
                <a:lnTo>
                  <a:pt x="132" y="238"/>
                </a:lnTo>
                <a:lnTo>
                  <a:pt x="144" y="236"/>
                </a:lnTo>
                <a:lnTo>
                  <a:pt x="166" y="230"/>
                </a:lnTo>
                <a:lnTo>
                  <a:pt x="186" y="218"/>
                </a:lnTo>
                <a:lnTo>
                  <a:pt x="204" y="204"/>
                </a:lnTo>
                <a:lnTo>
                  <a:pt x="218" y="186"/>
                </a:lnTo>
                <a:lnTo>
                  <a:pt x="230" y="166"/>
                </a:lnTo>
                <a:lnTo>
                  <a:pt x="236" y="144"/>
                </a:lnTo>
                <a:lnTo>
                  <a:pt x="238" y="132"/>
                </a:lnTo>
                <a:lnTo>
                  <a:pt x="238" y="120"/>
                </a:lnTo>
                <a:lnTo>
                  <a:pt x="238" y="120"/>
                </a:lnTo>
                <a:lnTo>
                  <a:pt x="238" y="106"/>
                </a:lnTo>
                <a:lnTo>
                  <a:pt x="236" y="96"/>
                </a:lnTo>
                <a:lnTo>
                  <a:pt x="230" y="72"/>
                </a:lnTo>
                <a:lnTo>
                  <a:pt x="218" y="52"/>
                </a:lnTo>
                <a:lnTo>
                  <a:pt x="204" y="34"/>
                </a:lnTo>
                <a:lnTo>
                  <a:pt x="186" y="20"/>
                </a:lnTo>
                <a:lnTo>
                  <a:pt x="166" y="10"/>
                </a:lnTo>
                <a:lnTo>
                  <a:pt x="144" y="2"/>
                </a:lnTo>
                <a:lnTo>
                  <a:pt x="132" y="0"/>
                </a:lnTo>
                <a:lnTo>
                  <a:pt x="120" y="0"/>
                </a:lnTo>
                <a:lnTo>
                  <a:pt x="120" y="0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" name="Freeform 33"/>
          <p:cNvSpPr>
            <a:spLocks/>
          </p:cNvSpPr>
          <p:nvPr/>
        </p:nvSpPr>
        <p:spPr bwMode="auto">
          <a:xfrm>
            <a:off x="4565521" y="2867605"/>
            <a:ext cx="19050" cy="34925"/>
          </a:xfrm>
          <a:custGeom>
            <a:avLst/>
            <a:gdLst>
              <a:gd name="T0" fmla="*/ 6 w 12"/>
              <a:gd name="T1" fmla="*/ 22 h 22"/>
              <a:gd name="T2" fmla="*/ 6 w 12"/>
              <a:gd name="T3" fmla="*/ 22 h 22"/>
              <a:gd name="T4" fmla="*/ 10 w 12"/>
              <a:gd name="T5" fmla="*/ 20 h 22"/>
              <a:gd name="T6" fmla="*/ 12 w 12"/>
              <a:gd name="T7" fmla="*/ 16 h 22"/>
              <a:gd name="T8" fmla="*/ 12 w 12"/>
              <a:gd name="T9" fmla="*/ 6 h 22"/>
              <a:gd name="T10" fmla="*/ 12 w 12"/>
              <a:gd name="T11" fmla="*/ 6 h 22"/>
              <a:gd name="T12" fmla="*/ 10 w 12"/>
              <a:gd name="T13" fmla="*/ 0 h 22"/>
              <a:gd name="T14" fmla="*/ 6 w 12"/>
              <a:gd name="T15" fmla="*/ 0 h 22"/>
              <a:gd name="T16" fmla="*/ 6 w 12"/>
              <a:gd name="T17" fmla="*/ 0 h 22"/>
              <a:gd name="T18" fmla="*/ 2 w 12"/>
              <a:gd name="T19" fmla="*/ 0 h 22"/>
              <a:gd name="T20" fmla="*/ 0 w 12"/>
              <a:gd name="T21" fmla="*/ 6 h 22"/>
              <a:gd name="T22" fmla="*/ 0 w 12"/>
              <a:gd name="T23" fmla="*/ 16 h 22"/>
              <a:gd name="T24" fmla="*/ 0 w 12"/>
              <a:gd name="T25" fmla="*/ 16 h 22"/>
              <a:gd name="T26" fmla="*/ 2 w 12"/>
              <a:gd name="T27" fmla="*/ 20 h 22"/>
              <a:gd name="T28" fmla="*/ 6 w 12"/>
              <a:gd name="T29" fmla="*/ 22 h 22"/>
              <a:gd name="T30" fmla="*/ 6 w 12"/>
              <a:gd name="T31" fmla="*/ 2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" h="22">
                <a:moveTo>
                  <a:pt x="6" y="22"/>
                </a:moveTo>
                <a:lnTo>
                  <a:pt x="6" y="22"/>
                </a:lnTo>
                <a:lnTo>
                  <a:pt x="10" y="20"/>
                </a:lnTo>
                <a:lnTo>
                  <a:pt x="12" y="16"/>
                </a:lnTo>
                <a:lnTo>
                  <a:pt x="12" y="6"/>
                </a:lnTo>
                <a:lnTo>
                  <a:pt x="12" y="6"/>
                </a:lnTo>
                <a:lnTo>
                  <a:pt x="10" y="0"/>
                </a:lnTo>
                <a:lnTo>
                  <a:pt x="6" y="0"/>
                </a:lnTo>
                <a:lnTo>
                  <a:pt x="6" y="0"/>
                </a:lnTo>
                <a:lnTo>
                  <a:pt x="2" y="0"/>
                </a:lnTo>
                <a:lnTo>
                  <a:pt x="0" y="6"/>
                </a:lnTo>
                <a:lnTo>
                  <a:pt x="0" y="16"/>
                </a:lnTo>
                <a:lnTo>
                  <a:pt x="0" y="16"/>
                </a:lnTo>
                <a:lnTo>
                  <a:pt x="2" y="20"/>
                </a:lnTo>
                <a:lnTo>
                  <a:pt x="6" y="22"/>
                </a:lnTo>
                <a:lnTo>
                  <a:pt x="6" y="22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" name="Freeform 34"/>
          <p:cNvSpPr>
            <a:spLocks/>
          </p:cNvSpPr>
          <p:nvPr/>
        </p:nvSpPr>
        <p:spPr bwMode="auto">
          <a:xfrm>
            <a:off x="4565521" y="3131130"/>
            <a:ext cx="19050" cy="38100"/>
          </a:xfrm>
          <a:custGeom>
            <a:avLst/>
            <a:gdLst>
              <a:gd name="T0" fmla="*/ 6 w 12"/>
              <a:gd name="T1" fmla="*/ 0 h 24"/>
              <a:gd name="T2" fmla="*/ 6 w 12"/>
              <a:gd name="T3" fmla="*/ 0 h 24"/>
              <a:gd name="T4" fmla="*/ 2 w 12"/>
              <a:gd name="T5" fmla="*/ 2 h 24"/>
              <a:gd name="T6" fmla="*/ 0 w 12"/>
              <a:gd name="T7" fmla="*/ 6 h 24"/>
              <a:gd name="T8" fmla="*/ 0 w 12"/>
              <a:gd name="T9" fmla="*/ 18 h 24"/>
              <a:gd name="T10" fmla="*/ 0 w 12"/>
              <a:gd name="T11" fmla="*/ 18 h 24"/>
              <a:gd name="T12" fmla="*/ 2 w 12"/>
              <a:gd name="T13" fmla="*/ 22 h 24"/>
              <a:gd name="T14" fmla="*/ 6 w 12"/>
              <a:gd name="T15" fmla="*/ 24 h 24"/>
              <a:gd name="T16" fmla="*/ 6 w 12"/>
              <a:gd name="T17" fmla="*/ 24 h 24"/>
              <a:gd name="T18" fmla="*/ 10 w 12"/>
              <a:gd name="T19" fmla="*/ 22 h 24"/>
              <a:gd name="T20" fmla="*/ 12 w 12"/>
              <a:gd name="T21" fmla="*/ 18 h 24"/>
              <a:gd name="T22" fmla="*/ 12 w 12"/>
              <a:gd name="T23" fmla="*/ 6 h 24"/>
              <a:gd name="T24" fmla="*/ 12 w 12"/>
              <a:gd name="T25" fmla="*/ 6 h 24"/>
              <a:gd name="T26" fmla="*/ 10 w 12"/>
              <a:gd name="T27" fmla="*/ 2 h 24"/>
              <a:gd name="T28" fmla="*/ 6 w 12"/>
              <a:gd name="T29" fmla="*/ 0 h 24"/>
              <a:gd name="T30" fmla="*/ 6 w 12"/>
              <a:gd name="T31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" h="24">
                <a:moveTo>
                  <a:pt x="6" y="0"/>
                </a:move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18"/>
                </a:lnTo>
                <a:lnTo>
                  <a:pt x="0" y="18"/>
                </a:lnTo>
                <a:lnTo>
                  <a:pt x="2" y="22"/>
                </a:lnTo>
                <a:lnTo>
                  <a:pt x="6" y="24"/>
                </a:lnTo>
                <a:lnTo>
                  <a:pt x="6" y="24"/>
                </a:lnTo>
                <a:lnTo>
                  <a:pt x="10" y="22"/>
                </a:lnTo>
                <a:lnTo>
                  <a:pt x="12" y="18"/>
                </a:lnTo>
                <a:lnTo>
                  <a:pt x="12" y="6"/>
                </a:lnTo>
                <a:lnTo>
                  <a:pt x="12" y="6"/>
                </a:lnTo>
                <a:lnTo>
                  <a:pt x="10" y="2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" name="Freeform 35"/>
          <p:cNvSpPr>
            <a:spLocks/>
          </p:cNvSpPr>
          <p:nvPr/>
        </p:nvSpPr>
        <p:spPr bwMode="auto">
          <a:xfrm>
            <a:off x="4422646" y="3007305"/>
            <a:ext cx="38100" cy="19050"/>
          </a:xfrm>
          <a:custGeom>
            <a:avLst/>
            <a:gdLst>
              <a:gd name="T0" fmla="*/ 18 w 24"/>
              <a:gd name="T1" fmla="*/ 0 h 12"/>
              <a:gd name="T2" fmla="*/ 6 w 24"/>
              <a:gd name="T3" fmla="*/ 0 h 12"/>
              <a:gd name="T4" fmla="*/ 6 w 24"/>
              <a:gd name="T5" fmla="*/ 0 h 12"/>
              <a:gd name="T6" fmla="*/ 2 w 24"/>
              <a:gd name="T7" fmla="*/ 2 h 12"/>
              <a:gd name="T8" fmla="*/ 0 w 24"/>
              <a:gd name="T9" fmla="*/ 6 h 12"/>
              <a:gd name="T10" fmla="*/ 0 w 24"/>
              <a:gd name="T11" fmla="*/ 6 h 12"/>
              <a:gd name="T12" fmla="*/ 2 w 24"/>
              <a:gd name="T13" fmla="*/ 10 h 12"/>
              <a:gd name="T14" fmla="*/ 6 w 24"/>
              <a:gd name="T15" fmla="*/ 12 h 12"/>
              <a:gd name="T16" fmla="*/ 18 w 24"/>
              <a:gd name="T17" fmla="*/ 12 h 12"/>
              <a:gd name="T18" fmla="*/ 18 w 24"/>
              <a:gd name="T19" fmla="*/ 12 h 12"/>
              <a:gd name="T20" fmla="*/ 22 w 24"/>
              <a:gd name="T21" fmla="*/ 10 h 12"/>
              <a:gd name="T22" fmla="*/ 24 w 24"/>
              <a:gd name="T23" fmla="*/ 6 h 12"/>
              <a:gd name="T24" fmla="*/ 24 w 24"/>
              <a:gd name="T25" fmla="*/ 6 h 12"/>
              <a:gd name="T26" fmla="*/ 22 w 24"/>
              <a:gd name="T27" fmla="*/ 2 h 12"/>
              <a:gd name="T28" fmla="*/ 18 w 24"/>
              <a:gd name="T29" fmla="*/ 0 h 12"/>
              <a:gd name="T30" fmla="*/ 18 w 24"/>
              <a:gd name="T31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" h="12">
                <a:moveTo>
                  <a:pt x="18" y="0"/>
                </a:moveTo>
                <a:lnTo>
                  <a:pt x="6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"/>
                </a:lnTo>
                <a:lnTo>
                  <a:pt x="2" y="10"/>
                </a:lnTo>
                <a:lnTo>
                  <a:pt x="6" y="12"/>
                </a:lnTo>
                <a:lnTo>
                  <a:pt x="18" y="12"/>
                </a:lnTo>
                <a:lnTo>
                  <a:pt x="18" y="12"/>
                </a:lnTo>
                <a:lnTo>
                  <a:pt x="22" y="10"/>
                </a:lnTo>
                <a:lnTo>
                  <a:pt x="24" y="6"/>
                </a:lnTo>
                <a:lnTo>
                  <a:pt x="24" y="6"/>
                </a:lnTo>
                <a:lnTo>
                  <a:pt x="22" y="2"/>
                </a:lnTo>
                <a:lnTo>
                  <a:pt x="18" y="0"/>
                </a:lnTo>
                <a:lnTo>
                  <a:pt x="18" y="0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" name="Freeform 36"/>
          <p:cNvSpPr>
            <a:spLocks/>
          </p:cNvSpPr>
          <p:nvPr/>
        </p:nvSpPr>
        <p:spPr bwMode="auto">
          <a:xfrm>
            <a:off x="4689346" y="3007305"/>
            <a:ext cx="34925" cy="19050"/>
          </a:xfrm>
          <a:custGeom>
            <a:avLst/>
            <a:gdLst>
              <a:gd name="T0" fmla="*/ 16 w 22"/>
              <a:gd name="T1" fmla="*/ 0 h 12"/>
              <a:gd name="T2" fmla="*/ 6 w 22"/>
              <a:gd name="T3" fmla="*/ 0 h 12"/>
              <a:gd name="T4" fmla="*/ 6 w 22"/>
              <a:gd name="T5" fmla="*/ 0 h 12"/>
              <a:gd name="T6" fmla="*/ 0 w 22"/>
              <a:gd name="T7" fmla="*/ 2 h 12"/>
              <a:gd name="T8" fmla="*/ 0 w 22"/>
              <a:gd name="T9" fmla="*/ 6 h 12"/>
              <a:gd name="T10" fmla="*/ 0 w 22"/>
              <a:gd name="T11" fmla="*/ 6 h 12"/>
              <a:gd name="T12" fmla="*/ 0 w 22"/>
              <a:gd name="T13" fmla="*/ 10 h 12"/>
              <a:gd name="T14" fmla="*/ 6 w 22"/>
              <a:gd name="T15" fmla="*/ 12 h 12"/>
              <a:gd name="T16" fmla="*/ 16 w 22"/>
              <a:gd name="T17" fmla="*/ 12 h 12"/>
              <a:gd name="T18" fmla="*/ 16 w 22"/>
              <a:gd name="T19" fmla="*/ 12 h 12"/>
              <a:gd name="T20" fmla="*/ 20 w 22"/>
              <a:gd name="T21" fmla="*/ 10 h 12"/>
              <a:gd name="T22" fmla="*/ 22 w 22"/>
              <a:gd name="T23" fmla="*/ 6 h 12"/>
              <a:gd name="T24" fmla="*/ 22 w 22"/>
              <a:gd name="T25" fmla="*/ 6 h 12"/>
              <a:gd name="T26" fmla="*/ 20 w 22"/>
              <a:gd name="T27" fmla="*/ 2 h 12"/>
              <a:gd name="T28" fmla="*/ 16 w 22"/>
              <a:gd name="T29" fmla="*/ 0 h 12"/>
              <a:gd name="T30" fmla="*/ 16 w 22"/>
              <a:gd name="T31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" h="12">
                <a:moveTo>
                  <a:pt x="16" y="0"/>
                </a:moveTo>
                <a:lnTo>
                  <a:pt x="6" y="0"/>
                </a:lnTo>
                <a:lnTo>
                  <a:pt x="6" y="0"/>
                </a:lnTo>
                <a:lnTo>
                  <a:pt x="0" y="2"/>
                </a:lnTo>
                <a:lnTo>
                  <a:pt x="0" y="6"/>
                </a:lnTo>
                <a:lnTo>
                  <a:pt x="0" y="6"/>
                </a:lnTo>
                <a:lnTo>
                  <a:pt x="0" y="10"/>
                </a:lnTo>
                <a:lnTo>
                  <a:pt x="6" y="12"/>
                </a:lnTo>
                <a:lnTo>
                  <a:pt x="16" y="12"/>
                </a:lnTo>
                <a:lnTo>
                  <a:pt x="16" y="12"/>
                </a:lnTo>
                <a:lnTo>
                  <a:pt x="20" y="10"/>
                </a:lnTo>
                <a:lnTo>
                  <a:pt x="22" y="6"/>
                </a:lnTo>
                <a:lnTo>
                  <a:pt x="22" y="6"/>
                </a:lnTo>
                <a:lnTo>
                  <a:pt x="20" y="2"/>
                </a:lnTo>
                <a:lnTo>
                  <a:pt x="16" y="0"/>
                </a:lnTo>
                <a:lnTo>
                  <a:pt x="16" y="0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" name="Freeform 37"/>
          <p:cNvSpPr>
            <a:spLocks/>
          </p:cNvSpPr>
          <p:nvPr/>
        </p:nvSpPr>
        <p:spPr bwMode="auto">
          <a:xfrm>
            <a:off x="4473446" y="2927930"/>
            <a:ext cx="120650" cy="174625"/>
          </a:xfrm>
          <a:custGeom>
            <a:avLst/>
            <a:gdLst>
              <a:gd name="T0" fmla="*/ 70 w 76"/>
              <a:gd name="T1" fmla="*/ 44 h 110"/>
              <a:gd name="T2" fmla="*/ 70 w 76"/>
              <a:gd name="T3" fmla="*/ 6 h 110"/>
              <a:gd name="T4" fmla="*/ 70 w 76"/>
              <a:gd name="T5" fmla="*/ 6 h 110"/>
              <a:gd name="T6" fmla="*/ 68 w 76"/>
              <a:gd name="T7" fmla="*/ 2 h 110"/>
              <a:gd name="T8" fmla="*/ 64 w 76"/>
              <a:gd name="T9" fmla="*/ 0 h 110"/>
              <a:gd name="T10" fmla="*/ 64 w 76"/>
              <a:gd name="T11" fmla="*/ 0 h 110"/>
              <a:gd name="T12" fmla="*/ 60 w 76"/>
              <a:gd name="T13" fmla="*/ 2 h 110"/>
              <a:gd name="T14" fmla="*/ 58 w 76"/>
              <a:gd name="T15" fmla="*/ 6 h 110"/>
              <a:gd name="T16" fmla="*/ 58 w 76"/>
              <a:gd name="T17" fmla="*/ 44 h 110"/>
              <a:gd name="T18" fmla="*/ 58 w 76"/>
              <a:gd name="T19" fmla="*/ 44 h 110"/>
              <a:gd name="T20" fmla="*/ 54 w 76"/>
              <a:gd name="T21" fmla="*/ 48 h 110"/>
              <a:gd name="T22" fmla="*/ 50 w 76"/>
              <a:gd name="T23" fmla="*/ 52 h 110"/>
              <a:gd name="T24" fmla="*/ 50 w 76"/>
              <a:gd name="T25" fmla="*/ 56 h 110"/>
              <a:gd name="T26" fmla="*/ 52 w 76"/>
              <a:gd name="T27" fmla="*/ 62 h 110"/>
              <a:gd name="T28" fmla="*/ 2 w 76"/>
              <a:gd name="T29" fmla="*/ 100 h 110"/>
              <a:gd name="T30" fmla="*/ 2 w 76"/>
              <a:gd name="T31" fmla="*/ 100 h 110"/>
              <a:gd name="T32" fmla="*/ 0 w 76"/>
              <a:gd name="T33" fmla="*/ 104 h 110"/>
              <a:gd name="T34" fmla="*/ 0 w 76"/>
              <a:gd name="T35" fmla="*/ 108 h 110"/>
              <a:gd name="T36" fmla="*/ 0 w 76"/>
              <a:gd name="T37" fmla="*/ 108 h 110"/>
              <a:gd name="T38" fmla="*/ 4 w 76"/>
              <a:gd name="T39" fmla="*/ 110 h 110"/>
              <a:gd name="T40" fmla="*/ 8 w 76"/>
              <a:gd name="T41" fmla="*/ 110 h 110"/>
              <a:gd name="T42" fmla="*/ 60 w 76"/>
              <a:gd name="T43" fmla="*/ 70 h 110"/>
              <a:gd name="T44" fmla="*/ 60 w 76"/>
              <a:gd name="T45" fmla="*/ 70 h 110"/>
              <a:gd name="T46" fmla="*/ 66 w 76"/>
              <a:gd name="T47" fmla="*/ 70 h 110"/>
              <a:gd name="T48" fmla="*/ 70 w 76"/>
              <a:gd name="T49" fmla="*/ 68 h 110"/>
              <a:gd name="T50" fmla="*/ 74 w 76"/>
              <a:gd name="T51" fmla="*/ 64 h 110"/>
              <a:gd name="T52" fmla="*/ 76 w 76"/>
              <a:gd name="T53" fmla="*/ 60 h 110"/>
              <a:gd name="T54" fmla="*/ 76 w 76"/>
              <a:gd name="T55" fmla="*/ 56 h 110"/>
              <a:gd name="T56" fmla="*/ 76 w 76"/>
              <a:gd name="T57" fmla="*/ 52 h 110"/>
              <a:gd name="T58" fmla="*/ 74 w 76"/>
              <a:gd name="T59" fmla="*/ 48 h 110"/>
              <a:gd name="T60" fmla="*/ 70 w 76"/>
              <a:gd name="T61" fmla="*/ 44 h 110"/>
              <a:gd name="T62" fmla="*/ 70 w 76"/>
              <a:gd name="T63" fmla="*/ 44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76" h="110">
                <a:moveTo>
                  <a:pt x="70" y="44"/>
                </a:moveTo>
                <a:lnTo>
                  <a:pt x="70" y="6"/>
                </a:lnTo>
                <a:lnTo>
                  <a:pt x="70" y="6"/>
                </a:lnTo>
                <a:lnTo>
                  <a:pt x="68" y="2"/>
                </a:lnTo>
                <a:lnTo>
                  <a:pt x="64" y="0"/>
                </a:lnTo>
                <a:lnTo>
                  <a:pt x="64" y="0"/>
                </a:lnTo>
                <a:lnTo>
                  <a:pt x="60" y="2"/>
                </a:lnTo>
                <a:lnTo>
                  <a:pt x="58" y="6"/>
                </a:lnTo>
                <a:lnTo>
                  <a:pt x="58" y="44"/>
                </a:lnTo>
                <a:lnTo>
                  <a:pt x="58" y="44"/>
                </a:lnTo>
                <a:lnTo>
                  <a:pt x="54" y="48"/>
                </a:lnTo>
                <a:lnTo>
                  <a:pt x="50" y="52"/>
                </a:lnTo>
                <a:lnTo>
                  <a:pt x="50" y="56"/>
                </a:lnTo>
                <a:lnTo>
                  <a:pt x="52" y="62"/>
                </a:lnTo>
                <a:lnTo>
                  <a:pt x="2" y="100"/>
                </a:lnTo>
                <a:lnTo>
                  <a:pt x="2" y="100"/>
                </a:lnTo>
                <a:lnTo>
                  <a:pt x="0" y="104"/>
                </a:lnTo>
                <a:lnTo>
                  <a:pt x="0" y="108"/>
                </a:lnTo>
                <a:lnTo>
                  <a:pt x="0" y="108"/>
                </a:lnTo>
                <a:lnTo>
                  <a:pt x="4" y="110"/>
                </a:lnTo>
                <a:lnTo>
                  <a:pt x="8" y="110"/>
                </a:lnTo>
                <a:lnTo>
                  <a:pt x="60" y="70"/>
                </a:lnTo>
                <a:lnTo>
                  <a:pt x="60" y="70"/>
                </a:lnTo>
                <a:lnTo>
                  <a:pt x="66" y="70"/>
                </a:lnTo>
                <a:lnTo>
                  <a:pt x="70" y="68"/>
                </a:lnTo>
                <a:lnTo>
                  <a:pt x="74" y="64"/>
                </a:lnTo>
                <a:lnTo>
                  <a:pt x="76" y="60"/>
                </a:lnTo>
                <a:lnTo>
                  <a:pt x="76" y="56"/>
                </a:lnTo>
                <a:lnTo>
                  <a:pt x="76" y="52"/>
                </a:lnTo>
                <a:lnTo>
                  <a:pt x="74" y="48"/>
                </a:lnTo>
                <a:lnTo>
                  <a:pt x="70" y="44"/>
                </a:lnTo>
                <a:lnTo>
                  <a:pt x="70" y="44"/>
                </a:lnTo>
                <a:close/>
              </a:path>
            </a:pathLst>
          </a:custGeom>
          <a:solidFill>
            <a:srgbClr val="2E49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" name="Freeform 38"/>
          <p:cNvSpPr>
            <a:spLocks noEditPoints="1"/>
          </p:cNvSpPr>
          <p:nvPr/>
        </p:nvSpPr>
        <p:spPr bwMode="auto">
          <a:xfrm>
            <a:off x="6397496" y="3807405"/>
            <a:ext cx="92075" cy="88900"/>
          </a:xfrm>
          <a:custGeom>
            <a:avLst/>
            <a:gdLst>
              <a:gd name="T0" fmla="*/ 28 w 58"/>
              <a:gd name="T1" fmla="*/ 42 h 56"/>
              <a:gd name="T2" fmla="*/ 28 w 58"/>
              <a:gd name="T3" fmla="*/ 42 h 56"/>
              <a:gd name="T4" fmla="*/ 24 w 58"/>
              <a:gd name="T5" fmla="*/ 42 h 56"/>
              <a:gd name="T6" fmla="*/ 18 w 58"/>
              <a:gd name="T7" fmla="*/ 38 h 56"/>
              <a:gd name="T8" fmla="*/ 16 w 58"/>
              <a:gd name="T9" fmla="*/ 34 h 56"/>
              <a:gd name="T10" fmla="*/ 14 w 58"/>
              <a:gd name="T11" fmla="*/ 28 h 56"/>
              <a:gd name="T12" fmla="*/ 14 w 58"/>
              <a:gd name="T13" fmla="*/ 28 h 56"/>
              <a:gd name="T14" fmla="*/ 16 w 58"/>
              <a:gd name="T15" fmla="*/ 22 h 56"/>
              <a:gd name="T16" fmla="*/ 18 w 58"/>
              <a:gd name="T17" fmla="*/ 18 h 56"/>
              <a:gd name="T18" fmla="*/ 24 w 58"/>
              <a:gd name="T19" fmla="*/ 14 h 56"/>
              <a:gd name="T20" fmla="*/ 28 w 58"/>
              <a:gd name="T21" fmla="*/ 14 h 56"/>
              <a:gd name="T22" fmla="*/ 28 w 58"/>
              <a:gd name="T23" fmla="*/ 14 h 56"/>
              <a:gd name="T24" fmla="*/ 34 w 58"/>
              <a:gd name="T25" fmla="*/ 14 h 56"/>
              <a:gd name="T26" fmla="*/ 38 w 58"/>
              <a:gd name="T27" fmla="*/ 18 h 56"/>
              <a:gd name="T28" fmla="*/ 42 w 58"/>
              <a:gd name="T29" fmla="*/ 22 h 56"/>
              <a:gd name="T30" fmla="*/ 42 w 58"/>
              <a:gd name="T31" fmla="*/ 28 h 56"/>
              <a:gd name="T32" fmla="*/ 42 w 58"/>
              <a:gd name="T33" fmla="*/ 28 h 56"/>
              <a:gd name="T34" fmla="*/ 42 w 58"/>
              <a:gd name="T35" fmla="*/ 34 h 56"/>
              <a:gd name="T36" fmla="*/ 38 w 58"/>
              <a:gd name="T37" fmla="*/ 38 h 56"/>
              <a:gd name="T38" fmla="*/ 34 w 58"/>
              <a:gd name="T39" fmla="*/ 42 h 56"/>
              <a:gd name="T40" fmla="*/ 28 w 58"/>
              <a:gd name="T41" fmla="*/ 42 h 56"/>
              <a:gd name="T42" fmla="*/ 28 w 58"/>
              <a:gd name="T43" fmla="*/ 42 h 56"/>
              <a:gd name="T44" fmla="*/ 58 w 58"/>
              <a:gd name="T45" fmla="*/ 28 h 56"/>
              <a:gd name="T46" fmla="*/ 58 w 58"/>
              <a:gd name="T47" fmla="*/ 28 h 56"/>
              <a:gd name="T48" fmla="*/ 54 w 58"/>
              <a:gd name="T49" fmla="*/ 18 h 56"/>
              <a:gd name="T50" fmla="*/ 48 w 58"/>
              <a:gd name="T51" fmla="*/ 8 h 56"/>
              <a:gd name="T52" fmla="*/ 40 w 58"/>
              <a:gd name="T53" fmla="*/ 2 h 56"/>
              <a:gd name="T54" fmla="*/ 28 w 58"/>
              <a:gd name="T55" fmla="*/ 0 h 56"/>
              <a:gd name="T56" fmla="*/ 28 w 58"/>
              <a:gd name="T57" fmla="*/ 0 h 56"/>
              <a:gd name="T58" fmla="*/ 18 w 58"/>
              <a:gd name="T59" fmla="*/ 2 h 56"/>
              <a:gd name="T60" fmla="*/ 8 w 58"/>
              <a:gd name="T61" fmla="*/ 8 h 56"/>
              <a:gd name="T62" fmla="*/ 2 w 58"/>
              <a:gd name="T63" fmla="*/ 18 h 56"/>
              <a:gd name="T64" fmla="*/ 0 w 58"/>
              <a:gd name="T65" fmla="*/ 28 h 56"/>
              <a:gd name="T66" fmla="*/ 0 w 58"/>
              <a:gd name="T67" fmla="*/ 28 h 56"/>
              <a:gd name="T68" fmla="*/ 2 w 58"/>
              <a:gd name="T69" fmla="*/ 36 h 56"/>
              <a:gd name="T70" fmla="*/ 6 w 58"/>
              <a:gd name="T71" fmla="*/ 44 h 56"/>
              <a:gd name="T72" fmla="*/ 12 w 58"/>
              <a:gd name="T73" fmla="*/ 50 h 56"/>
              <a:gd name="T74" fmla="*/ 20 w 58"/>
              <a:gd name="T75" fmla="*/ 54 h 56"/>
              <a:gd name="T76" fmla="*/ 20 w 58"/>
              <a:gd name="T77" fmla="*/ 54 h 56"/>
              <a:gd name="T78" fmla="*/ 28 w 58"/>
              <a:gd name="T79" fmla="*/ 56 h 56"/>
              <a:gd name="T80" fmla="*/ 28 w 58"/>
              <a:gd name="T81" fmla="*/ 56 h 56"/>
              <a:gd name="T82" fmla="*/ 38 w 58"/>
              <a:gd name="T83" fmla="*/ 54 h 56"/>
              <a:gd name="T84" fmla="*/ 38 w 58"/>
              <a:gd name="T85" fmla="*/ 54 h 56"/>
              <a:gd name="T86" fmla="*/ 46 w 58"/>
              <a:gd name="T87" fmla="*/ 50 h 56"/>
              <a:gd name="T88" fmla="*/ 52 w 58"/>
              <a:gd name="T89" fmla="*/ 44 h 56"/>
              <a:gd name="T90" fmla="*/ 56 w 58"/>
              <a:gd name="T91" fmla="*/ 36 h 56"/>
              <a:gd name="T92" fmla="*/ 58 w 58"/>
              <a:gd name="T93" fmla="*/ 28 h 56"/>
              <a:gd name="T94" fmla="*/ 58 w 58"/>
              <a:gd name="T95" fmla="*/ 28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58" h="56">
                <a:moveTo>
                  <a:pt x="28" y="42"/>
                </a:moveTo>
                <a:lnTo>
                  <a:pt x="28" y="42"/>
                </a:lnTo>
                <a:lnTo>
                  <a:pt x="24" y="42"/>
                </a:lnTo>
                <a:lnTo>
                  <a:pt x="18" y="38"/>
                </a:lnTo>
                <a:lnTo>
                  <a:pt x="16" y="34"/>
                </a:lnTo>
                <a:lnTo>
                  <a:pt x="14" y="28"/>
                </a:lnTo>
                <a:lnTo>
                  <a:pt x="14" y="28"/>
                </a:lnTo>
                <a:lnTo>
                  <a:pt x="16" y="22"/>
                </a:lnTo>
                <a:lnTo>
                  <a:pt x="18" y="18"/>
                </a:lnTo>
                <a:lnTo>
                  <a:pt x="24" y="14"/>
                </a:lnTo>
                <a:lnTo>
                  <a:pt x="28" y="14"/>
                </a:lnTo>
                <a:lnTo>
                  <a:pt x="28" y="14"/>
                </a:lnTo>
                <a:lnTo>
                  <a:pt x="34" y="14"/>
                </a:lnTo>
                <a:lnTo>
                  <a:pt x="38" y="18"/>
                </a:lnTo>
                <a:lnTo>
                  <a:pt x="42" y="22"/>
                </a:lnTo>
                <a:lnTo>
                  <a:pt x="42" y="28"/>
                </a:lnTo>
                <a:lnTo>
                  <a:pt x="42" y="28"/>
                </a:lnTo>
                <a:lnTo>
                  <a:pt x="42" y="34"/>
                </a:lnTo>
                <a:lnTo>
                  <a:pt x="38" y="38"/>
                </a:lnTo>
                <a:lnTo>
                  <a:pt x="34" y="42"/>
                </a:lnTo>
                <a:lnTo>
                  <a:pt x="28" y="42"/>
                </a:lnTo>
                <a:lnTo>
                  <a:pt x="28" y="42"/>
                </a:lnTo>
                <a:close/>
                <a:moveTo>
                  <a:pt x="58" y="28"/>
                </a:moveTo>
                <a:lnTo>
                  <a:pt x="58" y="28"/>
                </a:lnTo>
                <a:lnTo>
                  <a:pt x="54" y="18"/>
                </a:lnTo>
                <a:lnTo>
                  <a:pt x="48" y="8"/>
                </a:lnTo>
                <a:lnTo>
                  <a:pt x="40" y="2"/>
                </a:lnTo>
                <a:lnTo>
                  <a:pt x="28" y="0"/>
                </a:lnTo>
                <a:lnTo>
                  <a:pt x="28" y="0"/>
                </a:lnTo>
                <a:lnTo>
                  <a:pt x="18" y="2"/>
                </a:lnTo>
                <a:lnTo>
                  <a:pt x="8" y="8"/>
                </a:lnTo>
                <a:lnTo>
                  <a:pt x="2" y="18"/>
                </a:lnTo>
                <a:lnTo>
                  <a:pt x="0" y="28"/>
                </a:lnTo>
                <a:lnTo>
                  <a:pt x="0" y="28"/>
                </a:lnTo>
                <a:lnTo>
                  <a:pt x="2" y="36"/>
                </a:lnTo>
                <a:lnTo>
                  <a:pt x="6" y="44"/>
                </a:lnTo>
                <a:lnTo>
                  <a:pt x="12" y="50"/>
                </a:lnTo>
                <a:lnTo>
                  <a:pt x="20" y="54"/>
                </a:lnTo>
                <a:lnTo>
                  <a:pt x="20" y="54"/>
                </a:lnTo>
                <a:lnTo>
                  <a:pt x="28" y="56"/>
                </a:lnTo>
                <a:lnTo>
                  <a:pt x="28" y="56"/>
                </a:lnTo>
                <a:lnTo>
                  <a:pt x="38" y="54"/>
                </a:lnTo>
                <a:lnTo>
                  <a:pt x="38" y="54"/>
                </a:lnTo>
                <a:lnTo>
                  <a:pt x="46" y="50"/>
                </a:lnTo>
                <a:lnTo>
                  <a:pt x="52" y="44"/>
                </a:lnTo>
                <a:lnTo>
                  <a:pt x="56" y="36"/>
                </a:lnTo>
                <a:lnTo>
                  <a:pt x="58" y="28"/>
                </a:lnTo>
                <a:lnTo>
                  <a:pt x="58" y="28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" name="Freeform 39"/>
          <p:cNvSpPr>
            <a:spLocks/>
          </p:cNvSpPr>
          <p:nvPr/>
        </p:nvSpPr>
        <p:spPr bwMode="auto">
          <a:xfrm>
            <a:off x="6283196" y="4004255"/>
            <a:ext cx="57150" cy="53975"/>
          </a:xfrm>
          <a:custGeom>
            <a:avLst/>
            <a:gdLst>
              <a:gd name="T0" fmla="*/ 22 w 36"/>
              <a:gd name="T1" fmla="*/ 0 h 34"/>
              <a:gd name="T2" fmla="*/ 10 w 36"/>
              <a:gd name="T3" fmla="*/ 14 h 34"/>
              <a:gd name="T4" fmla="*/ 0 w 36"/>
              <a:gd name="T5" fmla="*/ 30 h 34"/>
              <a:gd name="T6" fmla="*/ 18 w 36"/>
              <a:gd name="T7" fmla="*/ 32 h 34"/>
              <a:gd name="T8" fmla="*/ 36 w 36"/>
              <a:gd name="T9" fmla="*/ 34 h 34"/>
              <a:gd name="T10" fmla="*/ 30 w 36"/>
              <a:gd name="T11" fmla="*/ 18 h 34"/>
              <a:gd name="T12" fmla="*/ 22 w 36"/>
              <a:gd name="T13" fmla="*/ 0 h 34"/>
              <a:gd name="T14" fmla="*/ 22 w 36"/>
              <a:gd name="T15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" h="34">
                <a:moveTo>
                  <a:pt x="22" y="0"/>
                </a:moveTo>
                <a:lnTo>
                  <a:pt x="10" y="14"/>
                </a:lnTo>
                <a:lnTo>
                  <a:pt x="0" y="30"/>
                </a:lnTo>
                <a:lnTo>
                  <a:pt x="18" y="32"/>
                </a:lnTo>
                <a:lnTo>
                  <a:pt x="36" y="34"/>
                </a:lnTo>
                <a:lnTo>
                  <a:pt x="30" y="18"/>
                </a:lnTo>
                <a:lnTo>
                  <a:pt x="22" y="0"/>
                </a:lnTo>
                <a:lnTo>
                  <a:pt x="22" y="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" name="Freeform 40"/>
          <p:cNvSpPr>
            <a:spLocks/>
          </p:cNvSpPr>
          <p:nvPr/>
        </p:nvSpPr>
        <p:spPr bwMode="auto">
          <a:xfrm>
            <a:off x="6546721" y="4004255"/>
            <a:ext cx="57150" cy="53975"/>
          </a:xfrm>
          <a:custGeom>
            <a:avLst/>
            <a:gdLst>
              <a:gd name="T0" fmla="*/ 36 w 36"/>
              <a:gd name="T1" fmla="*/ 30 h 34"/>
              <a:gd name="T2" fmla="*/ 26 w 36"/>
              <a:gd name="T3" fmla="*/ 14 h 34"/>
              <a:gd name="T4" fmla="*/ 14 w 36"/>
              <a:gd name="T5" fmla="*/ 0 h 34"/>
              <a:gd name="T6" fmla="*/ 6 w 36"/>
              <a:gd name="T7" fmla="*/ 18 h 34"/>
              <a:gd name="T8" fmla="*/ 0 w 36"/>
              <a:gd name="T9" fmla="*/ 34 h 34"/>
              <a:gd name="T10" fmla="*/ 18 w 36"/>
              <a:gd name="T11" fmla="*/ 32 h 34"/>
              <a:gd name="T12" fmla="*/ 36 w 36"/>
              <a:gd name="T13" fmla="*/ 30 h 34"/>
              <a:gd name="T14" fmla="*/ 36 w 36"/>
              <a:gd name="T15" fmla="*/ 3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" h="34">
                <a:moveTo>
                  <a:pt x="36" y="30"/>
                </a:moveTo>
                <a:lnTo>
                  <a:pt x="26" y="14"/>
                </a:lnTo>
                <a:lnTo>
                  <a:pt x="14" y="0"/>
                </a:lnTo>
                <a:lnTo>
                  <a:pt x="6" y="18"/>
                </a:lnTo>
                <a:lnTo>
                  <a:pt x="0" y="34"/>
                </a:lnTo>
                <a:lnTo>
                  <a:pt x="18" y="32"/>
                </a:lnTo>
                <a:lnTo>
                  <a:pt x="36" y="30"/>
                </a:lnTo>
                <a:lnTo>
                  <a:pt x="36" y="3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" name="Freeform 41"/>
          <p:cNvSpPr>
            <a:spLocks/>
          </p:cNvSpPr>
          <p:nvPr/>
        </p:nvSpPr>
        <p:spPr bwMode="auto">
          <a:xfrm>
            <a:off x="6292721" y="3902655"/>
            <a:ext cx="301625" cy="273050"/>
          </a:xfrm>
          <a:custGeom>
            <a:avLst/>
            <a:gdLst>
              <a:gd name="T0" fmla="*/ 190 w 190"/>
              <a:gd name="T1" fmla="*/ 110 h 172"/>
              <a:gd name="T2" fmla="*/ 178 w 190"/>
              <a:gd name="T3" fmla="*/ 102 h 172"/>
              <a:gd name="T4" fmla="*/ 170 w 190"/>
              <a:gd name="T5" fmla="*/ 102 h 172"/>
              <a:gd name="T6" fmla="*/ 162 w 190"/>
              <a:gd name="T7" fmla="*/ 114 h 172"/>
              <a:gd name="T8" fmla="*/ 150 w 190"/>
              <a:gd name="T9" fmla="*/ 120 h 172"/>
              <a:gd name="T10" fmla="*/ 126 w 190"/>
              <a:gd name="T11" fmla="*/ 122 h 172"/>
              <a:gd name="T12" fmla="*/ 114 w 190"/>
              <a:gd name="T13" fmla="*/ 118 h 172"/>
              <a:gd name="T14" fmla="*/ 110 w 190"/>
              <a:gd name="T15" fmla="*/ 114 h 172"/>
              <a:gd name="T16" fmla="*/ 108 w 190"/>
              <a:gd name="T17" fmla="*/ 80 h 172"/>
              <a:gd name="T18" fmla="*/ 128 w 190"/>
              <a:gd name="T19" fmla="*/ 26 h 172"/>
              <a:gd name="T20" fmla="*/ 132 w 190"/>
              <a:gd name="T21" fmla="*/ 24 h 172"/>
              <a:gd name="T22" fmla="*/ 134 w 190"/>
              <a:gd name="T23" fmla="*/ 18 h 172"/>
              <a:gd name="T24" fmla="*/ 132 w 190"/>
              <a:gd name="T25" fmla="*/ 14 h 172"/>
              <a:gd name="T26" fmla="*/ 104 w 190"/>
              <a:gd name="T27" fmla="*/ 12 h 172"/>
              <a:gd name="T28" fmla="*/ 104 w 190"/>
              <a:gd name="T29" fmla="*/ 0 h 172"/>
              <a:gd name="T30" fmla="*/ 94 w 190"/>
              <a:gd name="T31" fmla="*/ 2 h 172"/>
              <a:gd name="T32" fmla="*/ 86 w 190"/>
              <a:gd name="T33" fmla="*/ 0 h 172"/>
              <a:gd name="T34" fmla="*/ 84 w 190"/>
              <a:gd name="T35" fmla="*/ 12 h 172"/>
              <a:gd name="T36" fmla="*/ 62 w 190"/>
              <a:gd name="T37" fmla="*/ 12 h 172"/>
              <a:gd name="T38" fmla="*/ 54 w 190"/>
              <a:gd name="T39" fmla="*/ 18 h 172"/>
              <a:gd name="T40" fmla="*/ 54 w 190"/>
              <a:gd name="T41" fmla="*/ 18 h 172"/>
              <a:gd name="T42" fmla="*/ 62 w 190"/>
              <a:gd name="T43" fmla="*/ 26 h 172"/>
              <a:gd name="T44" fmla="*/ 84 w 190"/>
              <a:gd name="T45" fmla="*/ 26 h 172"/>
              <a:gd name="T46" fmla="*/ 80 w 190"/>
              <a:gd name="T47" fmla="*/ 102 h 172"/>
              <a:gd name="T48" fmla="*/ 78 w 190"/>
              <a:gd name="T49" fmla="*/ 114 h 172"/>
              <a:gd name="T50" fmla="*/ 70 w 190"/>
              <a:gd name="T51" fmla="*/ 120 h 172"/>
              <a:gd name="T52" fmla="*/ 56 w 190"/>
              <a:gd name="T53" fmla="*/ 122 h 172"/>
              <a:gd name="T54" fmla="*/ 28 w 190"/>
              <a:gd name="T55" fmla="*/ 114 h 172"/>
              <a:gd name="T56" fmla="*/ 22 w 190"/>
              <a:gd name="T57" fmla="*/ 110 h 172"/>
              <a:gd name="T58" fmla="*/ 10 w 190"/>
              <a:gd name="T59" fmla="*/ 102 h 172"/>
              <a:gd name="T60" fmla="*/ 2 w 190"/>
              <a:gd name="T61" fmla="*/ 100 h 172"/>
              <a:gd name="T62" fmla="*/ 0 w 190"/>
              <a:gd name="T63" fmla="*/ 110 h 172"/>
              <a:gd name="T64" fmla="*/ 2 w 190"/>
              <a:gd name="T65" fmla="*/ 122 h 172"/>
              <a:gd name="T66" fmla="*/ 8 w 190"/>
              <a:gd name="T67" fmla="*/ 130 h 172"/>
              <a:gd name="T68" fmla="*/ 28 w 190"/>
              <a:gd name="T69" fmla="*/ 142 h 172"/>
              <a:gd name="T70" fmla="*/ 40 w 190"/>
              <a:gd name="T71" fmla="*/ 146 h 172"/>
              <a:gd name="T72" fmla="*/ 68 w 190"/>
              <a:gd name="T73" fmla="*/ 154 h 172"/>
              <a:gd name="T74" fmla="*/ 90 w 190"/>
              <a:gd name="T75" fmla="*/ 170 h 172"/>
              <a:gd name="T76" fmla="*/ 92 w 190"/>
              <a:gd name="T77" fmla="*/ 172 h 172"/>
              <a:gd name="T78" fmla="*/ 98 w 190"/>
              <a:gd name="T79" fmla="*/ 172 h 172"/>
              <a:gd name="T80" fmla="*/ 100 w 190"/>
              <a:gd name="T81" fmla="*/ 170 h 172"/>
              <a:gd name="T82" fmla="*/ 122 w 190"/>
              <a:gd name="T83" fmla="*/ 154 h 172"/>
              <a:gd name="T84" fmla="*/ 150 w 190"/>
              <a:gd name="T85" fmla="*/ 146 h 172"/>
              <a:gd name="T86" fmla="*/ 162 w 190"/>
              <a:gd name="T87" fmla="*/ 142 h 172"/>
              <a:gd name="T88" fmla="*/ 182 w 190"/>
              <a:gd name="T89" fmla="*/ 130 h 172"/>
              <a:gd name="T90" fmla="*/ 188 w 190"/>
              <a:gd name="T91" fmla="*/ 122 h 172"/>
              <a:gd name="T92" fmla="*/ 190 w 190"/>
              <a:gd name="T93" fmla="*/ 11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0" h="172">
                <a:moveTo>
                  <a:pt x="190" y="110"/>
                </a:moveTo>
                <a:lnTo>
                  <a:pt x="190" y="110"/>
                </a:lnTo>
                <a:lnTo>
                  <a:pt x="186" y="100"/>
                </a:lnTo>
                <a:lnTo>
                  <a:pt x="178" y="102"/>
                </a:lnTo>
                <a:lnTo>
                  <a:pt x="170" y="102"/>
                </a:lnTo>
                <a:lnTo>
                  <a:pt x="170" y="102"/>
                </a:lnTo>
                <a:lnTo>
                  <a:pt x="168" y="110"/>
                </a:lnTo>
                <a:lnTo>
                  <a:pt x="162" y="114"/>
                </a:lnTo>
                <a:lnTo>
                  <a:pt x="162" y="114"/>
                </a:lnTo>
                <a:lnTo>
                  <a:pt x="150" y="120"/>
                </a:lnTo>
                <a:lnTo>
                  <a:pt x="134" y="122"/>
                </a:lnTo>
                <a:lnTo>
                  <a:pt x="126" y="122"/>
                </a:lnTo>
                <a:lnTo>
                  <a:pt x="120" y="120"/>
                </a:lnTo>
                <a:lnTo>
                  <a:pt x="114" y="118"/>
                </a:lnTo>
                <a:lnTo>
                  <a:pt x="110" y="114"/>
                </a:lnTo>
                <a:lnTo>
                  <a:pt x="110" y="114"/>
                </a:lnTo>
                <a:lnTo>
                  <a:pt x="110" y="102"/>
                </a:lnTo>
                <a:lnTo>
                  <a:pt x="108" y="80"/>
                </a:lnTo>
                <a:lnTo>
                  <a:pt x="106" y="26"/>
                </a:lnTo>
                <a:lnTo>
                  <a:pt x="128" y="26"/>
                </a:lnTo>
                <a:lnTo>
                  <a:pt x="128" y="26"/>
                </a:lnTo>
                <a:lnTo>
                  <a:pt x="132" y="24"/>
                </a:lnTo>
                <a:lnTo>
                  <a:pt x="134" y="18"/>
                </a:lnTo>
                <a:lnTo>
                  <a:pt x="134" y="18"/>
                </a:lnTo>
                <a:lnTo>
                  <a:pt x="134" y="18"/>
                </a:lnTo>
                <a:lnTo>
                  <a:pt x="132" y="14"/>
                </a:lnTo>
                <a:lnTo>
                  <a:pt x="128" y="12"/>
                </a:lnTo>
                <a:lnTo>
                  <a:pt x="104" y="12"/>
                </a:lnTo>
                <a:lnTo>
                  <a:pt x="104" y="12"/>
                </a:lnTo>
                <a:lnTo>
                  <a:pt x="104" y="0"/>
                </a:lnTo>
                <a:lnTo>
                  <a:pt x="104" y="0"/>
                </a:lnTo>
                <a:lnTo>
                  <a:pt x="94" y="2"/>
                </a:lnTo>
                <a:lnTo>
                  <a:pt x="94" y="2"/>
                </a:lnTo>
                <a:lnTo>
                  <a:pt x="86" y="0"/>
                </a:lnTo>
                <a:lnTo>
                  <a:pt x="86" y="0"/>
                </a:lnTo>
                <a:lnTo>
                  <a:pt x="84" y="12"/>
                </a:lnTo>
                <a:lnTo>
                  <a:pt x="62" y="12"/>
                </a:lnTo>
                <a:lnTo>
                  <a:pt x="62" y="12"/>
                </a:lnTo>
                <a:lnTo>
                  <a:pt x="56" y="14"/>
                </a:lnTo>
                <a:lnTo>
                  <a:pt x="54" y="18"/>
                </a:lnTo>
                <a:lnTo>
                  <a:pt x="54" y="18"/>
                </a:lnTo>
                <a:lnTo>
                  <a:pt x="54" y="18"/>
                </a:lnTo>
                <a:lnTo>
                  <a:pt x="56" y="24"/>
                </a:lnTo>
                <a:lnTo>
                  <a:pt x="62" y="26"/>
                </a:lnTo>
                <a:lnTo>
                  <a:pt x="84" y="26"/>
                </a:lnTo>
                <a:lnTo>
                  <a:pt x="84" y="26"/>
                </a:lnTo>
                <a:lnTo>
                  <a:pt x="82" y="80"/>
                </a:lnTo>
                <a:lnTo>
                  <a:pt x="80" y="102"/>
                </a:lnTo>
                <a:lnTo>
                  <a:pt x="78" y="114"/>
                </a:lnTo>
                <a:lnTo>
                  <a:pt x="78" y="114"/>
                </a:lnTo>
                <a:lnTo>
                  <a:pt x="76" y="118"/>
                </a:lnTo>
                <a:lnTo>
                  <a:pt x="70" y="120"/>
                </a:lnTo>
                <a:lnTo>
                  <a:pt x="64" y="122"/>
                </a:lnTo>
                <a:lnTo>
                  <a:pt x="56" y="122"/>
                </a:lnTo>
                <a:lnTo>
                  <a:pt x="40" y="120"/>
                </a:lnTo>
                <a:lnTo>
                  <a:pt x="28" y="114"/>
                </a:lnTo>
                <a:lnTo>
                  <a:pt x="28" y="114"/>
                </a:lnTo>
                <a:lnTo>
                  <a:pt x="22" y="110"/>
                </a:lnTo>
                <a:lnTo>
                  <a:pt x="18" y="102"/>
                </a:lnTo>
                <a:lnTo>
                  <a:pt x="10" y="102"/>
                </a:lnTo>
                <a:lnTo>
                  <a:pt x="2" y="100"/>
                </a:lnTo>
                <a:lnTo>
                  <a:pt x="2" y="100"/>
                </a:lnTo>
                <a:lnTo>
                  <a:pt x="0" y="110"/>
                </a:lnTo>
                <a:lnTo>
                  <a:pt x="0" y="110"/>
                </a:lnTo>
                <a:lnTo>
                  <a:pt x="0" y="116"/>
                </a:lnTo>
                <a:lnTo>
                  <a:pt x="2" y="122"/>
                </a:lnTo>
                <a:lnTo>
                  <a:pt x="4" y="126"/>
                </a:lnTo>
                <a:lnTo>
                  <a:pt x="8" y="130"/>
                </a:lnTo>
                <a:lnTo>
                  <a:pt x="18" y="138"/>
                </a:lnTo>
                <a:lnTo>
                  <a:pt x="28" y="142"/>
                </a:lnTo>
                <a:lnTo>
                  <a:pt x="28" y="142"/>
                </a:lnTo>
                <a:lnTo>
                  <a:pt x="40" y="146"/>
                </a:lnTo>
                <a:lnTo>
                  <a:pt x="40" y="146"/>
                </a:lnTo>
                <a:lnTo>
                  <a:pt x="68" y="154"/>
                </a:lnTo>
                <a:lnTo>
                  <a:pt x="80" y="160"/>
                </a:lnTo>
                <a:lnTo>
                  <a:pt x="90" y="170"/>
                </a:lnTo>
                <a:lnTo>
                  <a:pt x="90" y="170"/>
                </a:lnTo>
                <a:lnTo>
                  <a:pt x="92" y="172"/>
                </a:lnTo>
                <a:lnTo>
                  <a:pt x="94" y="172"/>
                </a:lnTo>
                <a:lnTo>
                  <a:pt x="98" y="172"/>
                </a:lnTo>
                <a:lnTo>
                  <a:pt x="100" y="170"/>
                </a:lnTo>
                <a:lnTo>
                  <a:pt x="100" y="170"/>
                </a:lnTo>
                <a:lnTo>
                  <a:pt x="110" y="160"/>
                </a:lnTo>
                <a:lnTo>
                  <a:pt x="122" y="154"/>
                </a:lnTo>
                <a:lnTo>
                  <a:pt x="150" y="146"/>
                </a:lnTo>
                <a:lnTo>
                  <a:pt x="150" y="146"/>
                </a:lnTo>
                <a:lnTo>
                  <a:pt x="162" y="142"/>
                </a:lnTo>
                <a:lnTo>
                  <a:pt x="162" y="142"/>
                </a:lnTo>
                <a:lnTo>
                  <a:pt x="172" y="138"/>
                </a:lnTo>
                <a:lnTo>
                  <a:pt x="182" y="130"/>
                </a:lnTo>
                <a:lnTo>
                  <a:pt x="184" y="126"/>
                </a:lnTo>
                <a:lnTo>
                  <a:pt x="188" y="122"/>
                </a:lnTo>
                <a:lnTo>
                  <a:pt x="188" y="116"/>
                </a:lnTo>
                <a:lnTo>
                  <a:pt x="190" y="110"/>
                </a:lnTo>
                <a:lnTo>
                  <a:pt x="190" y="110"/>
                </a:lnTo>
                <a:close/>
              </a:path>
            </a:pathLst>
          </a:custGeom>
          <a:solidFill>
            <a:srgbClr val="1D42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" name="Freeform 42"/>
          <p:cNvSpPr>
            <a:spLocks/>
          </p:cNvSpPr>
          <p:nvPr/>
        </p:nvSpPr>
        <p:spPr bwMode="auto">
          <a:xfrm>
            <a:off x="7051546" y="2800930"/>
            <a:ext cx="12700" cy="47625"/>
          </a:xfrm>
          <a:custGeom>
            <a:avLst/>
            <a:gdLst>
              <a:gd name="T0" fmla="*/ 8 w 8"/>
              <a:gd name="T1" fmla="*/ 26 h 30"/>
              <a:gd name="T2" fmla="*/ 8 w 8"/>
              <a:gd name="T3" fmla="*/ 26 h 30"/>
              <a:gd name="T4" fmla="*/ 6 w 8"/>
              <a:gd name="T5" fmla="*/ 28 h 30"/>
              <a:gd name="T6" fmla="*/ 4 w 8"/>
              <a:gd name="T7" fmla="*/ 30 h 30"/>
              <a:gd name="T8" fmla="*/ 4 w 8"/>
              <a:gd name="T9" fmla="*/ 30 h 30"/>
              <a:gd name="T10" fmla="*/ 4 w 8"/>
              <a:gd name="T11" fmla="*/ 30 h 30"/>
              <a:gd name="T12" fmla="*/ 2 w 8"/>
              <a:gd name="T13" fmla="*/ 28 h 30"/>
              <a:gd name="T14" fmla="*/ 0 w 8"/>
              <a:gd name="T15" fmla="*/ 26 h 30"/>
              <a:gd name="T16" fmla="*/ 0 w 8"/>
              <a:gd name="T17" fmla="*/ 2 h 30"/>
              <a:gd name="T18" fmla="*/ 0 w 8"/>
              <a:gd name="T19" fmla="*/ 2 h 30"/>
              <a:gd name="T20" fmla="*/ 2 w 8"/>
              <a:gd name="T21" fmla="*/ 0 h 30"/>
              <a:gd name="T22" fmla="*/ 4 w 8"/>
              <a:gd name="T23" fmla="*/ 0 h 30"/>
              <a:gd name="T24" fmla="*/ 4 w 8"/>
              <a:gd name="T25" fmla="*/ 0 h 30"/>
              <a:gd name="T26" fmla="*/ 4 w 8"/>
              <a:gd name="T27" fmla="*/ 0 h 30"/>
              <a:gd name="T28" fmla="*/ 6 w 8"/>
              <a:gd name="T29" fmla="*/ 0 h 30"/>
              <a:gd name="T30" fmla="*/ 8 w 8"/>
              <a:gd name="T31" fmla="*/ 2 h 30"/>
              <a:gd name="T32" fmla="*/ 8 w 8"/>
              <a:gd name="T33" fmla="*/ 26 h 30"/>
              <a:gd name="T34" fmla="*/ 8 w 8"/>
              <a:gd name="T35" fmla="*/ 26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" h="30">
                <a:moveTo>
                  <a:pt x="8" y="26"/>
                </a:moveTo>
                <a:lnTo>
                  <a:pt x="8" y="26"/>
                </a:lnTo>
                <a:lnTo>
                  <a:pt x="6" y="28"/>
                </a:lnTo>
                <a:lnTo>
                  <a:pt x="4" y="30"/>
                </a:lnTo>
                <a:lnTo>
                  <a:pt x="4" y="30"/>
                </a:lnTo>
                <a:lnTo>
                  <a:pt x="4" y="30"/>
                </a:lnTo>
                <a:lnTo>
                  <a:pt x="2" y="28"/>
                </a:lnTo>
                <a:lnTo>
                  <a:pt x="0" y="26"/>
                </a:lnTo>
                <a:lnTo>
                  <a:pt x="0" y="2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6" y="0"/>
                </a:lnTo>
                <a:lnTo>
                  <a:pt x="8" y="2"/>
                </a:lnTo>
                <a:lnTo>
                  <a:pt x="8" y="26"/>
                </a:lnTo>
                <a:lnTo>
                  <a:pt x="8" y="26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" name="Freeform 43"/>
          <p:cNvSpPr>
            <a:spLocks/>
          </p:cNvSpPr>
          <p:nvPr/>
        </p:nvSpPr>
        <p:spPr bwMode="auto">
          <a:xfrm>
            <a:off x="6899146" y="2873955"/>
            <a:ext cx="38100" cy="34925"/>
          </a:xfrm>
          <a:custGeom>
            <a:avLst/>
            <a:gdLst>
              <a:gd name="T0" fmla="*/ 24 w 24"/>
              <a:gd name="T1" fmla="*/ 16 h 22"/>
              <a:gd name="T2" fmla="*/ 24 w 24"/>
              <a:gd name="T3" fmla="*/ 16 h 22"/>
              <a:gd name="T4" fmla="*/ 24 w 24"/>
              <a:gd name="T5" fmla="*/ 18 h 22"/>
              <a:gd name="T6" fmla="*/ 24 w 24"/>
              <a:gd name="T7" fmla="*/ 20 h 22"/>
              <a:gd name="T8" fmla="*/ 24 w 24"/>
              <a:gd name="T9" fmla="*/ 20 h 22"/>
              <a:gd name="T10" fmla="*/ 24 w 24"/>
              <a:gd name="T11" fmla="*/ 20 h 22"/>
              <a:gd name="T12" fmla="*/ 20 w 24"/>
              <a:gd name="T13" fmla="*/ 22 h 22"/>
              <a:gd name="T14" fmla="*/ 18 w 24"/>
              <a:gd name="T15" fmla="*/ 22 h 22"/>
              <a:gd name="T16" fmla="*/ 2 w 24"/>
              <a:gd name="T17" fmla="*/ 6 h 22"/>
              <a:gd name="T18" fmla="*/ 2 w 24"/>
              <a:gd name="T19" fmla="*/ 6 h 22"/>
              <a:gd name="T20" fmla="*/ 0 w 24"/>
              <a:gd name="T21" fmla="*/ 4 h 22"/>
              <a:gd name="T22" fmla="*/ 2 w 24"/>
              <a:gd name="T23" fmla="*/ 0 h 22"/>
              <a:gd name="T24" fmla="*/ 2 w 24"/>
              <a:gd name="T25" fmla="*/ 0 h 22"/>
              <a:gd name="T26" fmla="*/ 2 w 24"/>
              <a:gd name="T27" fmla="*/ 0 h 22"/>
              <a:gd name="T28" fmla="*/ 4 w 24"/>
              <a:gd name="T29" fmla="*/ 0 h 22"/>
              <a:gd name="T30" fmla="*/ 6 w 24"/>
              <a:gd name="T31" fmla="*/ 0 h 22"/>
              <a:gd name="T32" fmla="*/ 24 w 24"/>
              <a:gd name="T33" fmla="*/ 16 h 22"/>
              <a:gd name="T34" fmla="*/ 24 w 24"/>
              <a:gd name="T35" fmla="*/ 16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" h="22">
                <a:moveTo>
                  <a:pt x="24" y="16"/>
                </a:moveTo>
                <a:lnTo>
                  <a:pt x="24" y="16"/>
                </a:lnTo>
                <a:lnTo>
                  <a:pt x="24" y="18"/>
                </a:lnTo>
                <a:lnTo>
                  <a:pt x="24" y="20"/>
                </a:lnTo>
                <a:lnTo>
                  <a:pt x="24" y="20"/>
                </a:lnTo>
                <a:lnTo>
                  <a:pt x="24" y="20"/>
                </a:lnTo>
                <a:lnTo>
                  <a:pt x="20" y="22"/>
                </a:lnTo>
                <a:lnTo>
                  <a:pt x="18" y="22"/>
                </a:lnTo>
                <a:lnTo>
                  <a:pt x="2" y="6"/>
                </a:lnTo>
                <a:lnTo>
                  <a:pt x="2" y="6"/>
                </a:lnTo>
                <a:lnTo>
                  <a:pt x="0" y="4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4" y="0"/>
                </a:lnTo>
                <a:lnTo>
                  <a:pt x="6" y="0"/>
                </a:lnTo>
                <a:lnTo>
                  <a:pt x="24" y="16"/>
                </a:lnTo>
                <a:lnTo>
                  <a:pt x="24" y="16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" name="Freeform 44"/>
          <p:cNvSpPr>
            <a:spLocks/>
          </p:cNvSpPr>
          <p:nvPr/>
        </p:nvSpPr>
        <p:spPr bwMode="auto">
          <a:xfrm>
            <a:off x="6851521" y="3029530"/>
            <a:ext cx="47625" cy="15875"/>
          </a:xfrm>
          <a:custGeom>
            <a:avLst/>
            <a:gdLst>
              <a:gd name="T0" fmla="*/ 26 w 30"/>
              <a:gd name="T1" fmla="*/ 0 h 10"/>
              <a:gd name="T2" fmla="*/ 26 w 30"/>
              <a:gd name="T3" fmla="*/ 0 h 10"/>
              <a:gd name="T4" fmla="*/ 28 w 30"/>
              <a:gd name="T5" fmla="*/ 2 h 10"/>
              <a:gd name="T6" fmla="*/ 30 w 30"/>
              <a:gd name="T7" fmla="*/ 4 h 10"/>
              <a:gd name="T8" fmla="*/ 30 w 30"/>
              <a:gd name="T9" fmla="*/ 4 h 10"/>
              <a:gd name="T10" fmla="*/ 30 w 30"/>
              <a:gd name="T11" fmla="*/ 4 h 10"/>
              <a:gd name="T12" fmla="*/ 28 w 30"/>
              <a:gd name="T13" fmla="*/ 8 h 10"/>
              <a:gd name="T14" fmla="*/ 26 w 30"/>
              <a:gd name="T15" fmla="*/ 8 h 10"/>
              <a:gd name="T16" fmla="*/ 4 w 30"/>
              <a:gd name="T17" fmla="*/ 10 h 10"/>
              <a:gd name="T18" fmla="*/ 4 w 30"/>
              <a:gd name="T19" fmla="*/ 10 h 10"/>
              <a:gd name="T20" fmla="*/ 2 w 30"/>
              <a:gd name="T21" fmla="*/ 10 h 10"/>
              <a:gd name="T22" fmla="*/ 0 w 30"/>
              <a:gd name="T23" fmla="*/ 8 h 10"/>
              <a:gd name="T24" fmla="*/ 0 w 30"/>
              <a:gd name="T25" fmla="*/ 8 h 10"/>
              <a:gd name="T26" fmla="*/ 0 w 30"/>
              <a:gd name="T27" fmla="*/ 8 h 10"/>
              <a:gd name="T28" fmla="*/ 0 w 30"/>
              <a:gd name="T29" fmla="*/ 4 h 10"/>
              <a:gd name="T30" fmla="*/ 4 w 30"/>
              <a:gd name="T31" fmla="*/ 4 h 10"/>
              <a:gd name="T32" fmla="*/ 26 w 30"/>
              <a:gd name="T33" fmla="*/ 0 h 10"/>
              <a:gd name="T34" fmla="*/ 26 w 30"/>
              <a:gd name="T35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0" h="10">
                <a:moveTo>
                  <a:pt x="26" y="0"/>
                </a:moveTo>
                <a:lnTo>
                  <a:pt x="26" y="0"/>
                </a:lnTo>
                <a:lnTo>
                  <a:pt x="28" y="2"/>
                </a:lnTo>
                <a:lnTo>
                  <a:pt x="30" y="4"/>
                </a:lnTo>
                <a:lnTo>
                  <a:pt x="30" y="4"/>
                </a:lnTo>
                <a:lnTo>
                  <a:pt x="30" y="4"/>
                </a:lnTo>
                <a:lnTo>
                  <a:pt x="28" y="8"/>
                </a:lnTo>
                <a:lnTo>
                  <a:pt x="26" y="8"/>
                </a:lnTo>
                <a:lnTo>
                  <a:pt x="4" y="10"/>
                </a:lnTo>
                <a:lnTo>
                  <a:pt x="4" y="10"/>
                </a:lnTo>
                <a:lnTo>
                  <a:pt x="2" y="10"/>
                </a:lnTo>
                <a:lnTo>
                  <a:pt x="0" y="8"/>
                </a:lnTo>
                <a:lnTo>
                  <a:pt x="0" y="8"/>
                </a:lnTo>
                <a:lnTo>
                  <a:pt x="0" y="8"/>
                </a:lnTo>
                <a:lnTo>
                  <a:pt x="0" y="4"/>
                </a:lnTo>
                <a:lnTo>
                  <a:pt x="4" y="4"/>
                </a:lnTo>
                <a:lnTo>
                  <a:pt x="26" y="0"/>
                </a:lnTo>
                <a:lnTo>
                  <a:pt x="26" y="0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" name="Freeform 45"/>
          <p:cNvSpPr>
            <a:spLocks/>
          </p:cNvSpPr>
          <p:nvPr/>
        </p:nvSpPr>
        <p:spPr bwMode="auto">
          <a:xfrm>
            <a:off x="7229346" y="3020005"/>
            <a:ext cx="47625" cy="15875"/>
          </a:xfrm>
          <a:custGeom>
            <a:avLst/>
            <a:gdLst>
              <a:gd name="T0" fmla="*/ 2 w 30"/>
              <a:gd name="T1" fmla="*/ 8 h 10"/>
              <a:gd name="T2" fmla="*/ 2 w 30"/>
              <a:gd name="T3" fmla="*/ 8 h 10"/>
              <a:gd name="T4" fmla="*/ 0 w 30"/>
              <a:gd name="T5" fmla="*/ 6 h 10"/>
              <a:gd name="T6" fmla="*/ 0 w 30"/>
              <a:gd name="T7" fmla="*/ 4 h 10"/>
              <a:gd name="T8" fmla="*/ 0 w 30"/>
              <a:gd name="T9" fmla="*/ 4 h 10"/>
              <a:gd name="T10" fmla="*/ 0 w 30"/>
              <a:gd name="T11" fmla="*/ 4 h 10"/>
              <a:gd name="T12" fmla="*/ 2 w 30"/>
              <a:gd name="T13" fmla="*/ 0 h 10"/>
              <a:gd name="T14" fmla="*/ 4 w 30"/>
              <a:gd name="T15" fmla="*/ 0 h 10"/>
              <a:gd name="T16" fmla="*/ 26 w 30"/>
              <a:gd name="T17" fmla="*/ 2 h 10"/>
              <a:gd name="T18" fmla="*/ 26 w 30"/>
              <a:gd name="T19" fmla="*/ 2 h 10"/>
              <a:gd name="T20" fmla="*/ 28 w 30"/>
              <a:gd name="T21" fmla="*/ 4 h 10"/>
              <a:gd name="T22" fmla="*/ 30 w 30"/>
              <a:gd name="T23" fmla="*/ 6 h 10"/>
              <a:gd name="T24" fmla="*/ 30 w 30"/>
              <a:gd name="T25" fmla="*/ 6 h 10"/>
              <a:gd name="T26" fmla="*/ 30 w 30"/>
              <a:gd name="T27" fmla="*/ 6 h 10"/>
              <a:gd name="T28" fmla="*/ 28 w 30"/>
              <a:gd name="T29" fmla="*/ 10 h 10"/>
              <a:gd name="T30" fmla="*/ 26 w 30"/>
              <a:gd name="T31" fmla="*/ 10 h 10"/>
              <a:gd name="T32" fmla="*/ 2 w 30"/>
              <a:gd name="T33" fmla="*/ 8 h 10"/>
              <a:gd name="T34" fmla="*/ 2 w 30"/>
              <a:gd name="T35" fmla="*/ 8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0" h="10">
                <a:moveTo>
                  <a:pt x="2" y="8"/>
                </a:moveTo>
                <a:lnTo>
                  <a:pt x="2" y="8"/>
                </a:lnTo>
                <a:lnTo>
                  <a:pt x="0" y="6"/>
                </a:lnTo>
                <a:lnTo>
                  <a:pt x="0" y="4"/>
                </a:ln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lnTo>
                  <a:pt x="4" y="0"/>
                </a:lnTo>
                <a:lnTo>
                  <a:pt x="26" y="2"/>
                </a:lnTo>
                <a:lnTo>
                  <a:pt x="26" y="2"/>
                </a:lnTo>
                <a:lnTo>
                  <a:pt x="28" y="4"/>
                </a:lnTo>
                <a:lnTo>
                  <a:pt x="30" y="6"/>
                </a:lnTo>
                <a:lnTo>
                  <a:pt x="30" y="6"/>
                </a:lnTo>
                <a:lnTo>
                  <a:pt x="30" y="6"/>
                </a:lnTo>
                <a:lnTo>
                  <a:pt x="28" y="10"/>
                </a:lnTo>
                <a:lnTo>
                  <a:pt x="26" y="10"/>
                </a:lnTo>
                <a:lnTo>
                  <a:pt x="2" y="8"/>
                </a:lnTo>
                <a:lnTo>
                  <a:pt x="2" y="8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" name="Freeform 46"/>
          <p:cNvSpPr>
            <a:spLocks/>
          </p:cNvSpPr>
          <p:nvPr/>
        </p:nvSpPr>
        <p:spPr bwMode="auto">
          <a:xfrm>
            <a:off x="7181721" y="2864430"/>
            <a:ext cx="38100" cy="34925"/>
          </a:xfrm>
          <a:custGeom>
            <a:avLst/>
            <a:gdLst>
              <a:gd name="T0" fmla="*/ 6 w 24"/>
              <a:gd name="T1" fmla="*/ 22 h 22"/>
              <a:gd name="T2" fmla="*/ 6 w 24"/>
              <a:gd name="T3" fmla="*/ 22 h 22"/>
              <a:gd name="T4" fmla="*/ 4 w 24"/>
              <a:gd name="T5" fmla="*/ 22 h 22"/>
              <a:gd name="T6" fmla="*/ 2 w 24"/>
              <a:gd name="T7" fmla="*/ 22 h 22"/>
              <a:gd name="T8" fmla="*/ 2 w 24"/>
              <a:gd name="T9" fmla="*/ 22 h 22"/>
              <a:gd name="T10" fmla="*/ 2 w 24"/>
              <a:gd name="T11" fmla="*/ 22 h 22"/>
              <a:gd name="T12" fmla="*/ 0 w 24"/>
              <a:gd name="T13" fmla="*/ 18 h 22"/>
              <a:gd name="T14" fmla="*/ 0 w 24"/>
              <a:gd name="T15" fmla="*/ 16 h 22"/>
              <a:gd name="T16" fmla="*/ 18 w 24"/>
              <a:gd name="T17" fmla="*/ 0 h 22"/>
              <a:gd name="T18" fmla="*/ 18 w 24"/>
              <a:gd name="T19" fmla="*/ 0 h 22"/>
              <a:gd name="T20" fmla="*/ 20 w 24"/>
              <a:gd name="T21" fmla="*/ 0 h 22"/>
              <a:gd name="T22" fmla="*/ 24 w 24"/>
              <a:gd name="T23" fmla="*/ 2 h 22"/>
              <a:gd name="T24" fmla="*/ 24 w 24"/>
              <a:gd name="T25" fmla="*/ 2 h 22"/>
              <a:gd name="T26" fmla="*/ 24 w 24"/>
              <a:gd name="T27" fmla="*/ 2 h 22"/>
              <a:gd name="T28" fmla="*/ 24 w 24"/>
              <a:gd name="T29" fmla="*/ 4 h 22"/>
              <a:gd name="T30" fmla="*/ 24 w 24"/>
              <a:gd name="T31" fmla="*/ 6 h 22"/>
              <a:gd name="T32" fmla="*/ 6 w 24"/>
              <a:gd name="T33" fmla="*/ 22 h 22"/>
              <a:gd name="T34" fmla="*/ 6 w 24"/>
              <a:gd name="T35" fmla="*/ 2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" h="22">
                <a:moveTo>
                  <a:pt x="6" y="22"/>
                </a:moveTo>
                <a:lnTo>
                  <a:pt x="6" y="22"/>
                </a:lnTo>
                <a:lnTo>
                  <a:pt x="4" y="22"/>
                </a:lnTo>
                <a:lnTo>
                  <a:pt x="2" y="22"/>
                </a:lnTo>
                <a:lnTo>
                  <a:pt x="2" y="22"/>
                </a:lnTo>
                <a:lnTo>
                  <a:pt x="2" y="22"/>
                </a:lnTo>
                <a:lnTo>
                  <a:pt x="0" y="18"/>
                </a:lnTo>
                <a:lnTo>
                  <a:pt x="0" y="16"/>
                </a:lnTo>
                <a:lnTo>
                  <a:pt x="18" y="0"/>
                </a:lnTo>
                <a:lnTo>
                  <a:pt x="18" y="0"/>
                </a:lnTo>
                <a:lnTo>
                  <a:pt x="20" y="0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4"/>
                </a:lnTo>
                <a:lnTo>
                  <a:pt x="24" y="6"/>
                </a:lnTo>
                <a:lnTo>
                  <a:pt x="6" y="22"/>
                </a:lnTo>
                <a:lnTo>
                  <a:pt x="6" y="22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" name="Freeform 47"/>
          <p:cNvSpPr>
            <a:spLocks noEditPoints="1"/>
          </p:cNvSpPr>
          <p:nvPr/>
        </p:nvSpPr>
        <p:spPr bwMode="auto">
          <a:xfrm>
            <a:off x="6927721" y="2867605"/>
            <a:ext cx="260350" cy="361950"/>
          </a:xfrm>
          <a:custGeom>
            <a:avLst/>
            <a:gdLst>
              <a:gd name="T0" fmla="*/ 108 w 164"/>
              <a:gd name="T1" fmla="*/ 196 h 228"/>
              <a:gd name="T2" fmla="*/ 104 w 164"/>
              <a:gd name="T3" fmla="*/ 202 h 228"/>
              <a:gd name="T4" fmla="*/ 102 w 164"/>
              <a:gd name="T5" fmla="*/ 202 h 228"/>
              <a:gd name="T6" fmla="*/ 62 w 164"/>
              <a:gd name="T7" fmla="*/ 202 h 228"/>
              <a:gd name="T8" fmla="*/ 58 w 164"/>
              <a:gd name="T9" fmla="*/ 202 h 228"/>
              <a:gd name="T10" fmla="*/ 56 w 164"/>
              <a:gd name="T11" fmla="*/ 196 h 228"/>
              <a:gd name="T12" fmla="*/ 108 w 164"/>
              <a:gd name="T13" fmla="*/ 174 h 228"/>
              <a:gd name="T14" fmla="*/ 108 w 164"/>
              <a:gd name="T15" fmla="*/ 196 h 228"/>
              <a:gd name="T16" fmla="*/ 52 w 164"/>
              <a:gd name="T17" fmla="*/ 40 h 228"/>
              <a:gd name="T18" fmla="*/ 36 w 164"/>
              <a:gd name="T19" fmla="*/ 58 h 228"/>
              <a:gd name="T20" fmla="*/ 30 w 164"/>
              <a:gd name="T21" fmla="*/ 82 h 228"/>
              <a:gd name="T22" fmla="*/ 32 w 164"/>
              <a:gd name="T23" fmla="*/ 92 h 228"/>
              <a:gd name="T24" fmla="*/ 42 w 164"/>
              <a:gd name="T25" fmla="*/ 112 h 228"/>
              <a:gd name="T26" fmla="*/ 48 w 164"/>
              <a:gd name="T27" fmla="*/ 120 h 228"/>
              <a:gd name="T28" fmla="*/ 50 w 164"/>
              <a:gd name="T29" fmla="*/ 126 h 228"/>
              <a:gd name="T30" fmla="*/ 50 w 164"/>
              <a:gd name="T31" fmla="*/ 126 h 228"/>
              <a:gd name="T32" fmla="*/ 44 w 164"/>
              <a:gd name="T33" fmla="*/ 126 h 228"/>
              <a:gd name="T34" fmla="*/ 36 w 164"/>
              <a:gd name="T35" fmla="*/ 118 h 228"/>
              <a:gd name="T36" fmla="*/ 24 w 164"/>
              <a:gd name="T37" fmla="*/ 94 h 228"/>
              <a:gd name="T38" fmla="*/ 22 w 164"/>
              <a:gd name="T39" fmla="*/ 82 h 228"/>
              <a:gd name="T40" fmla="*/ 30 w 164"/>
              <a:gd name="T41" fmla="*/ 54 h 228"/>
              <a:gd name="T42" fmla="*/ 46 w 164"/>
              <a:gd name="T43" fmla="*/ 34 h 228"/>
              <a:gd name="T44" fmla="*/ 50 w 164"/>
              <a:gd name="T45" fmla="*/ 34 h 228"/>
              <a:gd name="T46" fmla="*/ 52 w 164"/>
              <a:gd name="T47" fmla="*/ 36 h 228"/>
              <a:gd name="T48" fmla="*/ 52 w 164"/>
              <a:gd name="T49" fmla="*/ 38 h 228"/>
              <a:gd name="T50" fmla="*/ 52 w 164"/>
              <a:gd name="T51" fmla="*/ 40 h 228"/>
              <a:gd name="T52" fmla="*/ 164 w 164"/>
              <a:gd name="T53" fmla="*/ 82 h 228"/>
              <a:gd name="T54" fmla="*/ 158 w 164"/>
              <a:gd name="T55" fmla="*/ 50 h 228"/>
              <a:gd name="T56" fmla="*/ 140 w 164"/>
              <a:gd name="T57" fmla="*/ 24 h 228"/>
              <a:gd name="T58" fmla="*/ 114 w 164"/>
              <a:gd name="T59" fmla="*/ 6 h 228"/>
              <a:gd name="T60" fmla="*/ 82 w 164"/>
              <a:gd name="T61" fmla="*/ 0 h 228"/>
              <a:gd name="T62" fmla="*/ 66 w 164"/>
              <a:gd name="T63" fmla="*/ 0 h 228"/>
              <a:gd name="T64" fmla="*/ 36 w 164"/>
              <a:gd name="T65" fmla="*/ 14 h 228"/>
              <a:gd name="T66" fmla="*/ 14 w 164"/>
              <a:gd name="T67" fmla="*/ 36 h 228"/>
              <a:gd name="T68" fmla="*/ 2 w 164"/>
              <a:gd name="T69" fmla="*/ 64 h 228"/>
              <a:gd name="T70" fmla="*/ 0 w 164"/>
              <a:gd name="T71" fmla="*/ 82 h 228"/>
              <a:gd name="T72" fmla="*/ 4 w 164"/>
              <a:gd name="T73" fmla="*/ 106 h 228"/>
              <a:gd name="T74" fmla="*/ 14 w 164"/>
              <a:gd name="T75" fmla="*/ 126 h 228"/>
              <a:gd name="T76" fmla="*/ 28 w 164"/>
              <a:gd name="T77" fmla="*/ 144 h 228"/>
              <a:gd name="T78" fmla="*/ 48 w 164"/>
              <a:gd name="T79" fmla="*/ 156 h 228"/>
              <a:gd name="T80" fmla="*/ 48 w 164"/>
              <a:gd name="T81" fmla="*/ 196 h 228"/>
              <a:gd name="T82" fmla="*/ 48 w 164"/>
              <a:gd name="T83" fmla="*/ 200 h 228"/>
              <a:gd name="T84" fmla="*/ 54 w 164"/>
              <a:gd name="T85" fmla="*/ 208 h 228"/>
              <a:gd name="T86" fmla="*/ 60 w 164"/>
              <a:gd name="T87" fmla="*/ 210 h 228"/>
              <a:gd name="T88" fmla="*/ 62 w 164"/>
              <a:gd name="T89" fmla="*/ 216 h 228"/>
              <a:gd name="T90" fmla="*/ 68 w 164"/>
              <a:gd name="T91" fmla="*/ 226 h 228"/>
              <a:gd name="T92" fmla="*/ 76 w 164"/>
              <a:gd name="T93" fmla="*/ 228 h 228"/>
              <a:gd name="T94" fmla="*/ 88 w 164"/>
              <a:gd name="T95" fmla="*/ 228 h 228"/>
              <a:gd name="T96" fmla="*/ 94 w 164"/>
              <a:gd name="T97" fmla="*/ 226 h 228"/>
              <a:gd name="T98" fmla="*/ 102 w 164"/>
              <a:gd name="T99" fmla="*/ 216 h 228"/>
              <a:gd name="T100" fmla="*/ 104 w 164"/>
              <a:gd name="T101" fmla="*/ 210 h 228"/>
              <a:gd name="T102" fmla="*/ 108 w 164"/>
              <a:gd name="T103" fmla="*/ 208 h 228"/>
              <a:gd name="T104" fmla="*/ 114 w 164"/>
              <a:gd name="T105" fmla="*/ 200 h 228"/>
              <a:gd name="T106" fmla="*/ 116 w 164"/>
              <a:gd name="T107" fmla="*/ 166 h 228"/>
              <a:gd name="T108" fmla="*/ 116 w 164"/>
              <a:gd name="T109" fmla="*/ 156 h 228"/>
              <a:gd name="T110" fmla="*/ 136 w 164"/>
              <a:gd name="T111" fmla="*/ 144 h 228"/>
              <a:gd name="T112" fmla="*/ 150 w 164"/>
              <a:gd name="T113" fmla="*/ 126 h 228"/>
              <a:gd name="T114" fmla="*/ 160 w 164"/>
              <a:gd name="T115" fmla="*/ 106 h 228"/>
              <a:gd name="T116" fmla="*/ 164 w 164"/>
              <a:gd name="T117" fmla="*/ 82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64" h="228">
                <a:moveTo>
                  <a:pt x="108" y="196"/>
                </a:moveTo>
                <a:lnTo>
                  <a:pt x="108" y="196"/>
                </a:lnTo>
                <a:lnTo>
                  <a:pt x="108" y="198"/>
                </a:lnTo>
                <a:lnTo>
                  <a:pt x="104" y="202"/>
                </a:lnTo>
                <a:lnTo>
                  <a:pt x="104" y="202"/>
                </a:lnTo>
                <a:lnTo>
                  <a:pt x="102" y="202"/>
                </a:lnTo>
                <a:lnTo>
                  <a:pt x="62" y="202"/>
                </a:lnTo>
                <a:lnTo>
                  <a:pt x="62" y="202"/>
                </a:lnTo>
                <a:lnTo>
                  <a:pt x="58" y="202"/>
                </a:lnTo>
                <a:lnTo>
                  <a:pt x="58" y="202"/>
                </a:lnTo>
                <a:lnTo>
                  <a:pt x="56" y="198"/>
                </a:lnTo>
                <a:lnTo>
                  <a:pt x="56" y="196"/>
                </a:lnTo>
                <a:lnTo>
                  <a:pt x="56" y="174"/>
                </a:lnTo>
                <a:lnTo>
                  <a:pt x="108" y="174"/>
                </a:lnTo>
                <a:lnTo>
                  <a:pt x="108" y="196"/>
                </a:lnTo>
                <a:lnTo>
                  <a:pt x="108" y="196"/>
                </a:lnTo>
                <a:close/>
                <a:moveTo>
                  <a:pt x="52" y="40"/>
                </a:moveTo>
                <a:lnTo>
                  <a:pt x="52" y="40"/>
                </a:lnTo>
                <a:lnTo>
                  <a:pt x="42" y="48"/>
                </a:lnTo>
                <a:lnTo>
                  <a:pt x="36" y="58"/>
                </a:lnTo>
                <a:lnTo>
                  <a:pt x="32" y="70"/>
                </a:lnTo>
                <a:lnTo>
                  <a:pt x="30" y="82"/>
                </a:lnTo>
                <a:lnTo>
                  <a:pt x="30" y="82"/>
                </a:lnTo>
                <a:lnTo>
                  <a:pt x="32" y="92"/>
                </a:lnTo>
                <a:lnTo>
                  <a:pt x="36" y="104"/>
                </a:lnTo>
                <a:lnTo>
                  <a:pt x="42" y="112"/>
                </a:lnTo>
                <a:lnTo>
                  <a:pt x="48" y="120"/>
                </a:lnTo>
                <a:lnTo>
                  <a:pt x="48" y="120"/>
                </a:lnTo>
                <a:lnTo>
                  <a:pt x="50" y="124"/>
                </a:lnTo>
                <a:lnTo>
                  <a:pt x="50" y="126"/>
                </a:lnTo>
                <a:lnTo>
                  <a:pt x="50" y="126"/>
                </a:lnTo>
                <a:lnTo>
                  <a:pt x="50" y="126"/>
                </a:lnTo>
                <a:lnTo>
                  <a:pt x="46" y="128"/>
                </a:lnTo>
                <a:lnTo>
                  <a:pt x="44" y="126"/>
                </a:lnTo>
                <a:lnTo>
                  <a:pt x="44" y="126"/>
                </a:lnTo>
                <a:lnTo>
                  <a:pt x="36" y="118"/>
                </a:lnTo>
                <a:lnTo>
                  <a:pt x="28" y="106"/>
                </a:lnTo>
                <a:lnTo>
                  <a:pt x="24" y="94"/>
                </a:lnTo>
                <a:lnTo>
                  <a:pt x="22" y="82"/>
                </a:lnTo>
                <a:lnTo>
                  <a:pt x="22" y="82"/>
                </a:lnTo>
                <a:lnTo>
                  <a:pt x="24" y="68"/>
                </a:lnTo>
                <a:lnTo>
                  <a:pt x="30" y="54"/>
                </a:lnTo>
                <a:lnTo>
                  <a:pt x="36" y="44"/>
                </a:lnTo>
                <a:lnTo>
                  <a:pt x="46" y="34"/>
                </a:lnTo>
                <a:lnTo>
                  <a:pt x="46" y="34"/>
                </a:lnTo>
                <a:lnTo>
                  <a:pt x="50" y="34"/>
                </a:lnTo>
                <a:lnTo>
                  <a:pt x="52" y="36"/>
                </a:lnTo>
                <a:lnTo>
                  <a:pt x="52" y="36"/>
                </a:lnTo>
                <a:lnTo>
                  <a:pt x="52" y="36"/>
                </a:lnTo>
                <a:lnTo>
                  <a:pt x="52" y="38"/>
                </a:lnTo>
                <a:lnTo>
                  <a:pt x="52" y="40"/>
                </a:lnTo>
                <a:lnTo>
                  <a:pt x="52" y="40"/>
                </a:lnTo>
                <a:close/>
                <a:moveTo>
                  <a:pt x="164" y="82"/>
                </a:moveTo>
                <a:lnTo>
                  <a:pt x="164" y="82"/>
                </a:lnTo>
                <a:lnTo>
                  <a:pt x="162" y="64"/>
                </a:lnTo>
                <a:lnTo>
                  <a:pt x="158" y="50"/>
                </a:lnTo>
                <a:lnTo>
                  <a:pt x="150" y="36"/>
                </a:lnTo>
                <a:lnTo>
                  <a:pt x="140" y="24"/>
                </a:lnTo>
                <a:lnTo>
                  <a:pt x="128" y="14"/>
                </a:lnTo>
                <a:lnTo>
                  <a:pt x="114" y="6"/>
                </a:lnTo>
                <a:lnTo>
                  <a:pt x="98" y="0"/>
                </a:lnTo>
                <a:lnTo>
                  <a:pt x="82" y="0"/>
                </a:lnTo>
                <a:lnTo>
                  <a:pt x="82" y="0"/>
                </a:lnTo>
                <a:lnTo>
                  <a:pt x="66" y="0"/>
                </a:lnTo>
                <a:lnTo>
                  <a:pt x="50" y="6"/>
                </a:lnTo>
                <a:lnTo>
                  <a:pt x="36" y="14"/>
                </a:lnTo>
                <a:lnTo>
                  <a:pt x="24" y="24"/>
                </a:lnTo>
                <a:lnTo>
                  <a:pt x="14" y="36"/>
                </a:lnTo>
                <a:lnTo>
                  <a:pt x="6" y="50"/>
                </a:lnTo>
                <a:lnTo>
                  <a:pt x="2" y="64"/>
                </a:lnTo>
                <a:lnTo>
                  <a:pt x="0" y="82"/>
                </a:lnTo>
                <a:lnTo>
                  <a:pt x="0" y="82"/>
                </a:lnTo>
                <a:lnTo>
                  <a:pt x="0" y="94"/>
                </a:lnTo>
                <a:lnTo>
                  <a:pt x="4" y="106"/>
                </a:lnTo>
                <a:lnTo>
                  <a:pt x="8" y="116"/>
                </a:lnTo>
                <a:lnTo>
                  <a:pt x="14" y="126"/>
                </a:lnTo>
                <a:lnTo>
                  <a:pt x="20" y="136"/>
                </a:lnTo>
                <a:lnTo>
                  <a:pt x="28" y="144"/>
                </a:lnTo>
                <a:lnTo>
                  <a:pt x="38" y="150"/>
                </a:lnTo>
                <a:lnTo>
                  <a:pt x="48" y="156"/>
                </a:lnTo>
                <a:lnTo>
                  <a:pt x="48" y="174"/>
                </a:lnTo>
                <a:lnTo>
                  <a:pt x="48" y="196"/>
                </a:lnTo>
                <a:lnTo>
                  <a:pt x="48" y="196"/>
                </a:lnTo>
                <a:lnTo>
                  <a:pt x="48" y="200"/>
                </a:lnTo>
                <a:lnTo>
                  <a:pt x="52" y="206"/>
                </a:lnTo>
                <a:lnTo>
                  <a:pt x="54" y="208"/>
                </a:lnTo>
                <a:lnTo>
                  <a:pt x="60" y="210"/>
                </a:lnTo>
                <a:lnTo>
                  <a:pt x="60" y="210"/>
                </a:lnTo>
                <a:lnTo>
                  <a:pt x="62" y="216"/>
                </a:lnTo>
                <a:lnTo>
                  <a:pt x="62" y="216"/>
                </a:lnTo>
                <a:lnTo>
                  <a:pt x="64" y="222"/>
                </a:lnTo>
                <a:lnTo>
                  <a:pt x="68" y="226"/>
                </a:lnTo>
                <a:lnTo>
                  <a:pt x="72" y="228"/>
                </a:lnTo>
                <a:lnTo>
                  <a:pt x="76" y="228"/>
                </a:lnTo>
                <a:lnTo>
                  <a:pt x="88" y="228"/>
                </a:lnTo>
                <a:lnTo>
                  <a:pt x="88" y="228"/>
                </a:lnTo>
                <a:lnTo>
                  <a:pt x="92" y="228"/>
                </a:lnTo>
                <a:lnTo>
                  <a:pt x="94" y="226"/>
                </a:lnTo>
                <a:lnTo>
                  <a:pt x="98" y="222"/>
                </a:lnTo>
                <a:lnTo>
                  <a:pt x="102" y="216"/>
                </a:lnTo>
                <a:lnTo>
                  <a:pt x="102" y="216"/>
                </a:lnTo>
                <a:lnTo>
                  <a:pt x="104" y="210"/>
                </a:lnTo>
                <a:lnTo>
                  <a:pt x="104" y="210"/>
                </a:lnTo>
                <a:lnTo>
                  <a:pt x="108" y="208"/>
                </a:lnTo>
                <a:lnTo>
                  <a:pt x="112" y="206"/>
                </a:lnTo>
                <a:lnTo>
                  <a:pt x="114" y="200"/>
                </a:lnTo>
                <a:lnTo>
                  <a:pt x="116" y="196"/>
                </a:lnTo>
                <a:lnTo>
                  <a:pt x="116" y="166"/>
                </a:lnTo>
                <a:lnTo>
                  <a:pt x="116" y="156"/>
                </a:lnTo>
                <a:lnTo>
                  <a:pt x="116" y="156"/>
                </a:lnTo>
                <a:lnTo>
                  <a:pt x="126" y="150"/>
                </a:lnTo>
                <a:lnTo>
                  <a:pt x="136" y="144"/>
                </a:lnTo>
                <a:lnTo>
                  <a:pt x="144" y="136"/>
                </a:lnTo>
                <a:lnTo>
                  <a:pt x="150" y="126"/>
                </a:lnTo>
                <a:lnTo>
                  <a:pt x="156" y="116"/>
                </a:lnTo>
                <a:lnTo>
                  <a:pt x="160" y="106"/>
                </a:lnTo>
                <a:lnTo>
                  <a:pt x="162" y="94"/>
                </a:lnTo>
                <a:lnTo>
                  <a:pt x="164" y="82"/>
                </a:lnTo>
                <a:lnTo>
                  <a:pt x="164" y="82"/>
                </a:lnTo>
                <a:close/>
              </a:path>
            </a:pathLst>
          </a:custGeom>
          <a:solidFill>
            <a:srgbClr val="3360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" name="Freeform 48"/>
          <p:cNvSpPr>
            <a:spLocks noEditPoints="1"/>
          </p:cNvSpPr>
          <p:nvPr/>
        </p:nvSpPr>
        <p:spPr bwMode="auto">
          <a:xfrm>
            <a:off x="5016371" y="3835980"/>
            <a:ext cx="361950" cy="352425"/>
          </a:xfrm>
          <a:custGeom>
            <a:avLst/>
            <a:gdLst>
              <a:gd name="T0" fmla="*/ 206 w 228"/>
              <a:gd name="T1" fmla="*/ 80 h 222"/>
              <a:gd name="T2" fmla="*/ 114 w 228"/>
              <a:gd name="T3" fmla="*/ 92 h 222"/>
              <a:gd name="T4" fmla="*/ 34 w 228"/>
              <a:gd name="T5" fmla="*/ 84 h 222"/>
              <a:gd name="T6" fmla="*/ 4 w 228"/>
              <a:gd name="T7" fmla="*/ 66 h 222"/>
              <a:gd name="T8" fmla="*/ 56 w 228"/>
              <a:gd name="T9" fmla="*/ 70 h 222"/>
              <a:gd name="T10" fmla="*/ 172 w 228"/>
              <a:gd name="T11" fmla="*/ 70 h 222"/>
              <a:gd name="T12" fmla="*/ 224 w 228"/>
              <a:gd name="T13" fmla="*/ 66 h 222"/>
              <a:gd name="T14" fmla="*/ 216 w 228"/>
              <a:gd name="T15" fmla="*/ 112 h 222"/>
              <a:gd name="T16" fmla="*/ 136 w 228"/>
              <a:gd name="T17" fmla="*/ 128 h 222"/>
              <a:gd name="T18" fmla="*/ 50 w 228"/>
              <a:gd name="T19" fmla="*/ 124 h 222"/>
              <a:gd name="T20" fmla="*/ 4 w 228"/>
              <a:gd name="T21" fmla="*/ 104 h 222"/>
              <a:gd name="T22" fmla="*/ 30 w 228"/>
              <a:gd name="T23" fmla="*/ 102 h 222"/>
              <a:gd name="T24" fmla="*/ 144 w 228"/>
              <a:gd name="T25" fmla="*/ 110 h 222"/>
              <a:gd name="T26" fmla="*/ 222 w 228"/>
              <a:gd name="T27" fmla="*/ 100 h 222"/>
              <a:gd name="T28" fmla="*/ 222 w 228"/>
              <a:gd name="T29" fmla="*/ 146 h 222"/>
              <a:gd name="T30" fmla="*/ 158 w 228"/>
              <a:gd name="T31" fmla="*/ 164 h 222"/>
              <a:gd name="T32" fmla="*/ 70 w 228"/>
              <a:gd name="T33" fmla="*/ 164 h 222"/>
              <a:gd name="T34" fmla="*/ 6 w 228"/>
              <a:gd name="T35" fmla="*/ 146 h 222"/>
              <a:gd name="T36" fmla="*/ 12 w 228"/>
              <a:gd name="T37" fmla="*/ 132 h 222"/>
              <a:gd name="T38" fmla="*/ 114 w 228"/>
              <a:gd name="T39" fmla="*/ 148 h 222"/>
              <a:gd name="T40" fmla="*/ 216 w 228"/>
              <a:gd name="T41" fmla="*/ 132 h 222"/>
              <a:gd name="T42" fmla="*/ 224 w 228"/>
              <a:gd name="T43" fmla="*/ 178 h 222"/>
              <a:gd name="T44" fmla="*/ 176 w 228"/>
              <a:gd name="T45" fmla="*/ 198 h 222"/>
              <a:gd name="T46" fmla="*/ 90 w 228"/>
              <a:gd name="T47" fmla="*/ 202 h 222"/>
              <a:gd name="T48" fmla="*/ 12 w 228"/>
              <a:gd name="T49" fmla="*/ 186 h 222"/>
              <a:gd name="T50" fmla="*/ 12 w 228"/>
              <a:gd name="T51" fmla="*/ 168 h 222"/>
              <a:gd name="T52" fmla="*/ 114 w 228"/>
              <a:gd name="T53" fmla="*/ 184 h 222"/>
              <a:gd name="T54" fmla="*/ 216 w 228"/>
              <a:gd name="T55" fmla="*/ 168 h 222"/>
              <a:gd name="T56" fmla="*/ 114 w 228"/>
              <a:gd name="T57" fmla="*/ 4 h 222"/>
              <a:gd name="T58" fmla="*/ 192 w 228"/>
              <a:gd name="T59" fmla="*/ 12 h 222"/>
              <a:gd name="T60" fmla="*/ 224 w 228"/>
              <a:gd name="T61" fmla="*/ 30 h 222"/>
              <a:gd name="T62" fmla="*/ 176 w 228"/>
              <a:gd name="T63" fmla="*/ 50 h 222"/>
              <a:gd name="T64" fmla="*/ 90 w 228"/>
              <a:gd name="T65" fmla="*/ 54 h 222"/>
              <a:gd name="T66" fmla="*/ 12 w 228"/>
              <a:gd name="T67" fmla="*/ 38 h 222"/>
              <a:gd name="T68" fmla="*/ 12 w 228"/>
              <a:gd name="T69" fmla="*/ 20 h 222"/>
              <a:gd name="T70" fmla="*/ 90 w 228"/>
              <a:gd name="T71" fmla="*/ 4 h 222"/>
              <a:gd name="T72" fmla="*/ 228 w 228"/>
              <a:gd name="T73" fmla="*/ 30 h 222"/>
              <a:gd name="T74" fmla="*/ 192 w 228"/>
              <a:gd name="T75" fmla="*/ 8 h 222"/>
              <a:gd name="T76" fmla="*/ 72 w 228"/>
              <a:gd name="T77" fmla="*/ 2 h 222"/>
              <a:gd name="T78" fmla="*/ 2 w 228"/>
              <a:gd name="T79" fmla="*/ 22 h 222"/>
              <a:gd name="T80" fmla="*/ 2 w 228"/>
              <a:gd name="T81" fmla="*/ 50 h 222"/>
              <a:gd name="T82" fmla="*/ 0 w 228"/>
              <a:gd name="T83" fmla="*/ 80 h 222"/>
              <a:gd name="T84" fmla="*/ 2 w 228"/>
              <a:gd name="T85" fmla="*/ 98 h 222"/>
              <a:gd name="T86" fmla="*/ 8 w 228"/>
              <a:gd name="T87" fmla="*/ 130 h 222"/>
              <a:gd name="T88" fmla="*/ 0 w 228"/>
              <a:gd name="T89" fmla="*/ 154 h 222"/>
              <a:gd name="T90" fmla="*/ 0 w 228"/>
              <a:gd name="T91" fmla="*/ 178 h 222"/>
              <a:gd name="T92" fmla="*/ 10 w 228"/>
              <a:gd name="T93" fmla="*/ 204 h 222"/>
              <a:gd name="T94" fmla="*/ 114 w 228"/>
              <a:gd name="T95" fmla="*/ 222 h 222"/>
              <a:gd name="T96" fmla="*/ 206 w 228"/>
              <a:gd name="T97" fmla="*/ 210 h 222"/>
              <a:gd name="T98" fmla="*/ 228 w 228"/>
              <a:gd name="T99" fmla="*/ 178 h 222"/>
              <a:gd name="T100" fmla="*/ 226 w 228"/>
              <a:gd name="T101" fmla="*/ 160 h 222"/>
              <a:gd name="T102" fmla="*/ 220 w 228"/>
              <a:gd name="T103" fmla="*/ 130 h 222"/>
              <a:gd name="T104" fmla="*/ 228 w 228"/>
              <a:gd name="T105" fmla="*/ 104 h 222"/>
              <a:gd name="T106" fmla="*/ 228 w 228"/>
              <a:gd name="T107" fmla="*/ 80 h 222"/>
              <a:gd name="T108" fmla="*/ 220 w 228"/>
              <a:gd name="T109" fmla="*/ 56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28" h="222">
                <a:moveTo>
                  <a:pt x="224" y="66"/>
                </a:moveTo>
                <a:lnTo>
                  <a:pt x="224" y="66"/>
                </a:lnTo>
                <a:lnTo>
                  <a:pt x="222" y="70"/>
                </a:lnTo>
                <a:lnTo>
                  <a:pt x="216" y="76"/>
                </a:lnTo>
                <a:lnTo>
                  <a:pt x="206" y="80"/>
                </a:lnTo>
                <a:lnTo>
                  <a:pt x="192" y="84"/>
                </a:lnTo>
                <a:lnTo>
                  <a:pt x="176" y="88"/>
                </a:lnTo>
                <a:lnTo>
                  <a:pt x="158" y="90"/>
                </a:lnTo>
                <a:lnTo>
                  <a:pt x="136" y="92"/>
                </a:lnTo>
                <a:lnTo>
                  <a:pt x="114" y="92"/>
                </a:lnTo>
                <a:lnTo>
                  <a:pt x="114" y="92"/>
                </a:lnTo>
                <a:lnTo>
                  <a:pt x="90" y="92"/>
                </a:lnTo>
                <a:lnTo>
                  <a:pt x="70" y="90"/>
                </a:lnTo>
                <a:lnTo>
                  <a:pt x="50" y="88"/>
                </a:lnTo>
                <a:lnTo>
                  <a:pt x="34" y="84"/>
                </a:lnTo>
                <a:lnTo>
                  <a:pt x="22" y="80"/>
                </a:lnTo>
                <a:lnTo>
                  <a:pt x="12" y="76"/>
                </a:lnTo>
                <a:lnTo>
                  <a:pt x="6" y="72"/>
                </a:lnTo>
                <a:lnTo>
                  <a:pt x="4" y="66"/>
                </a:lnTo>
                <a:lnTo>
                  <a:pt x="4" y="66"/>
                </a:lnTo>
                <a:lnTo>
                  <a:pt x="6" y="62"/>
                </a:lnTo>
                <a:lnTo>
                  <a:pt x="12" y="58"/>
                </a:lnTo>
                <a:lnTo>
                  <a:pt x="12" y="58"/>
                </a:lnTo>
                <a:lnTo>
                  <a:pt x="30" y="64"/>
                </a:lnTo>
                <a:lnTo>
                  <a:pt x="56" y="70"/>
                </a:lnTo>
                <a:lnTo>
                  <a:pt x="84" y="72"/>
                </a:lnTo>
                <a:lnTo>
                  <a:pt x="114" y="74"/>
                </a:lnTo>
                <a:lnTo>
                  <a:pt x="114" y="74"/>
                </a:lnTo>
                <a:lnTo>
                  <a:pt x="144" y="72"/>
                </a:lnTo>
                <a:lnTo>
                  <a:pt x="172" y="70"/>
                </a:lnTo>
                <a:lnTo>
                  <a:pt x="196" y="64"/>
                </a:lnTo>
                <a:lnTo>
                  <a:pt x="216" y="58"/>
                </a:lnTo>
                <a:lnTo>
                  <a:pt x="216" y="58"/>
                </a:lnTo>
                <a:lnTo>
                  <a:pt x="222" y="62"/>
                </a:lnTo>
                <a:lnTo>
                  <a:pt x="224" y="66"/>
                </a:lnTo>
                <a:lnTo>
                  <a:pt x="224" y="66"/>
                </a:lnTo>
                <a:close/>
                <a:moveTo>
                  <a:pt x="224" y="104"/>
                </a:moveTo>
                <a:lnTo>
                  <a:pt x="224" y="104"/>
                </a:lnTo>
                <a:lnTo>
                  <a:pt x="222" y="108"/>
                </a:lnTo>
                <a:lnTo>
                  <a:pt x="216" y="112"/>
                </a:lnTo>
                <a:lnTo>
                  <a:pt x="206" y="116"/>
                </a:lnTo>
                <a:lnTo>
                  <a:pt x="192" y="120"/>
                </a:lnTo>
                <a:lnTo>
                  <a:pt x="176" y="124"/>
                </a:lnTo>
                <a:lnTo>
                  <a:pt x="158" y="126"/>
                </a:lnTo>
                <a:lnTo>
                  <a:pt x="136" y="128"/>
                </a:lnTo>
                <a:lnTo>
                  <a:pt x="114" y="130"/>
                </a:lnTo>
                <a:lnTo>
                  <a:pt x="114" y="130"/>
                </a:lnTo>
                <a:lnTo>
                  <a:pt x="90" y="128"/>
                </a:lnTo>
                <a:lnTo>
                  <a:pt x="70" y="126"/>
                </a:lnTo>
                <a:lnTo>
                  <a:pt x="50" y="124"/>
                </a:lnTo>
                <a:lnTo>
                  <a:pt x="34" y="120"/>
                </a:lnTo>
                <a:lnTo>
                  <a:pt x="22" y="116"/>
                </a:lnTo>
                <a:lnTo>
                  <a:pt x="12" y="112"/>
                </a:lnTo>
                <a:lnTo>
                  <a:pt x="6" y="108"/>
                </a:lnTo>
                <a:lnTo>
                  <a:pt x="4" y="104"/>
                </a:lnTo>
                <a:lnTo>
                  <a:pt x="4" y="104"/>
                </a:lnTo>
                <a:lnTo>
                  <a:pt x="6" y="100"/>
                </a:lnTo>
                <a:lnTo>
                  <a:pt x="12" y="94"/>
                </a:lnTo>
                <a:lnTo>
                  <a:pt x="12" y="94"/>
                </a:lnTo>
                <a:lnTo>
                  <a:pt x="30" y="102"/>
                </a:lnTo>
                <a:lnTo>
                  <a:pt x="56" y="106"/>
                </a:lnTo>
                <a:lnTo>
                  <a:pt x="84" y="110"/>
                </a:lnTo>
                <a:lnTo>
                  <a:pt x="114" y="110"/>
                </a:lnTo>
                <a:lnTo>
                  <a:pt x="114" y="110"/>
                </a:lnTo>
                <a:lnTo>
                  <a:pt x="144" y="110"/>
                </a:lnTo>
                <a:lnTo>
                  <a:pt x="172" y="106"/>
                </a:lnTo>
                <a:lnTo>
                  <a:pt x="196" y="102"/>
                </a:lnTo>
                <a:lnTo>
                  <a:pt x="216" y="94"/>
                </a:lnTo>
                <a:lnTo>
                  <a:pt x="216" y="94"/>
                </a:lnTo>
                <a:lnTo>
                  <a:pt x="222" y="100"/>
                </a:lnTo>
                <a:lnTo>
                  <a:pt x="224" y="104"/>
                </a:lnTo>
                <a:lnTo>
                  <a:pt x="224" y="104"/>
                </a:lnTo>
                <a:close/>
                <a:moveTo>
                  <a:pt x="224" y="140"/>
                </a:moveTo>
                <a:lnTo>
                  <a:pt x="224" y="140"/>
                </a:lnTo>
                <a:lnTo>
                  <a:pt x="222" y="146"/>
                </a:lnTo>
                <a:lnTo>
                  <a:pt x="216" y="150"/>
                </a:lnTo>
                <a:lnTo>
                  <a:pt x="206" y="154"/>
                </a:lnTo>
                <a:lnTo>
                  <a:pt x="192" y="158"/>
                </a:lnTo>
                <a:lnTo>
                  <a:pt x="176" y="162"/>
                </a:lnTo>
                <a:lnTo>
                  <a:pt x="158" y="164"/>
                </a:lnTo>
                <a:lnTo>
                  <a:pt x="136" y="166"/>
                </a:lnTo>
                <a:lnTo>
                  <a:pt x="114" y="166"/>
                </a:lnTo>
                <a:lnTo>
                  <a:pt x="114" y="166"/>
                </a:lnTo>
                <a:lnTo>
                  <a:pt x="90" y="166"/>
                </a:lnTo>
                <a:lnTo>
                  <a:pt x="70" y="164"/>
                </a:lnTo>
                <a:lnTo>
                  <a:pt x="50" y="162"/>
                </a:lnTo>
                <a:lnTo>
                  <a:pt x="34" y="158"/>
                </a:lnTo>
                <a:lnTo>
                  <a:pt x="22" y="154"/>
                </a:lnTo>
                <a:lnTo>
                  <a:pt x="12" y="150"/>
                </a:lnTo>
                <a:lnTo>
                  <a:pt x="6" y="146"/>
                </a:lnTo>
                <a:lnTo>
                  <a:pt x="4" y="140"/>
                </a:lnTo>
                <a:lnTo>
                  <a:pt x="4" y="140"/>
                </a:lnTo>
                <a:lnTo>
                  <a:pt x="6" y="136"/>
                </a:lnTo>
                <a:lnTo>
                  <a:pt x="12" y="132"/>
                </a:lnTo>
                <a:lnTo>
                  <a:pt x="12" y="132"/>
                </a:lnTo>
                <a:lnTo>
                  <a:pt x="30" y="138"/>
                </a:lnTo>
                <a:lnTo>
                  <a:pt x="56" y="144"/>
                </a:lnTo>
                <a:lnTo>
                  <a:pt x="84" y="146"/>
                </a:lnTo>
                <a:lnTo>
                  <a:pt x="114" y="148"/>
                </a:lnTo>
                <a:lnTo>
                  <a:pt x="114" y="148"/>
                </a:lnTo>
                <a:lnTo>
                  <a:pt x="144" y="146"/>
                </a:lnTo>
                <a:lnTo>
                  <a:pt x="172" y="144"/>
                </a:lnTo>
                <a:lnTo>
                  <a:pt x="196" y="138"/>
                </a:lnTo>
                <a:lnTo>
                  <a:pt x="216" y="132"/>
                </a:lnTo>
                <a:lnTo>
                  <a:pt x="216" y="132"/>
                </a:lnTo>
                <a:lnTo>
                  <a:pt x="222" y="136"/>
                </a:lnTo>
                <a:lnTo>
                  <a:pt x="224" y="140"/>
                </a:lnTo>
                <a:lnTo>
                  <a:pt x="224" y="140"/>
                </a:lnTo>
                <a:close/>
                <a:moveTo>
                  <a:pt x="224" y="178"/>
                </a:moveTo>
                <a:lnTo>
                  <a:pt x="224" y="178"/>
                </a:lnTo>
                <a:lnTo>
                  <a:pt x="222" y="182"/>
                </a:lnTo>
                <a:lnTo>
                  <a:pt x="216" y="186"/>
                </a:lnTo>
                <a:lnTo>
                  <a:pt x="206" y="190"/>
                </a:lnTo>
                <a:lnTo>
                  <a:pt x="192" y="194"/>
                </a:lnTo>
                <a:lnTo>
                  <a:pt x="176" y="198"/>
                </a:lnTo>
                <a:lnTo>
                  <a:pt x="158" y="200"/>
                </a:lnTo>
                <a:lnTo>
                  <a:pt x="136" y="202"/>
                </a:lnTo>
                <a:lnTo>
                  <a:pt x="114" y="204"/>
                </a:lnTo>
                <a:lnTo>
                  <a:pt x="114" y="204"/>
                </a:lnTo>
                <a:lnTo>
                  <a:pt x="90" y="202"/>
                </a:lnTo>
                <a:lnTo>
                  <a:pt x="70" y="200"/>
                </a:lnTo>
                <a:lnTo>
                  <a:pt x="50" y="198"/>
                </a:lnTo>
                <a:lnTo>
                  <a:pt x="34" y="194"/>
                </a:lnTo>
                <a:lnTo>
                  <a:pt x="22" y="190"/>
                </a:lnTo>
                <a:lnTo>
                  <a:pt x="12" y="186"/>
                </a:lnTo>
                <a:lnTo>
                  <a:pt x="6" y="182"/>
                </a:lnTo>
                <a:lnTo>
                  <a:pt x="4" y="178"/>
                </a:lnTo>
                <a:lnTo>
                  <a:pt x="4" y="178"/>
                </a:lnTo>
                <a:lnTo>
                  <a:pt x="6" y="174"/>
                </a:lnTo>
                <a:lnTo>
                  <a:pt x="12" y="168"/>
                </a:lnTo>
                <a:lnTo>
                  <a:pt x="12" y="168"/>
                </a:lnTo>
                <a:lnTo>
                  <a:pt x="30" y="176"/>
                </a:lnTo>
                <a:lnTo>
                  <a:pt x="56" y="180"/>
                </a:lnTo>
                <a:lnTo>
                  <a:pt x="84" y="184"/>
                </a:lnTo>
                <a:lnTo>
                  <a:pt x="114" y="184"/>
                </a:lnTo>
                <a:lnTo>
                  <a:pt x="114" y="184"/>
                </a:lnTo>
                <a:lnTo>
                  <a:pt x="144" y="184"/>
                </a:lnTo>
                <a:lnTo>
                  <a:pt x="172" y="180"/>
                </a:lnTo>
                <a:lnTo>
                  <a:pt x="196" y="176"/>
                </a:lnTo>
                <a:lnTo>
                  <a:pt x="216" y="168"/>
                </a:lnTo>
                <a:lnTo>
                  <a:pt x="216" y="168"/>
                </a:lnTo>
                <a:lnTo>
                  <a:pt x="222" y="174"/>
                </a:lnTo>
                <a:lnTo>
                  <a:pt x="224" y="178"/>
                </a:lnTo>
                <a:lnTo>
                  <a:pt x="224" y="178"/>
                </a:lnTo>
                <a:close/>
                <a:moveTo>
                  <a:pt x="114" y="4"/>
                </a:moveTo>
                <a:lnTo>
                  <a:pt x="114" y="4"/>
                </a:lnTo>
                <a:lnTo>
                  <a:pt x="136" y="4"/>
                </a:lnTo>
                <a:lnTo>
                  <a:pt x="158" y="6"/>
                </a:lnTo>
                <a:lnTo>
                  <a:pt x="176" y="8"/>
                </a:lnTo>
                <a:lnTo>
                  <a:pt x="192" y="12"/>
                </a:lnTo>
                <a:lnTo>
                  <a:pt x="206" y="16"/>
                </a:lnTo>
                <a:lnTo>
                  <a:pt x="216" y="20"/>
                </a:lnTo>
                <a:lnTo>
                  <a:pt x="222" y="24"/>
                </a:lnTo>
                <a:lnTo>
                  <a:pt x="224" y="30"/>
                </a:lnTo>
                <a:lnTo>
                  <a:pt x="224" y="30"/>
                </a:lnTo>
                <a:lnTo>
                  <a:pt x="222" y="34"/>
                </a:lnTo>
                <a:lnTo>
                  <a:pt x="216" y="38"/>
                </a:lnTo>
                <a:lnTo>
                  <a:pt x="206" y="42"/>
                </a:lnTo>
                <a:lnTo>
                  <a:pt x="192" y="46"/>
                </a:lnTo>
                <a:lnTo>
                  <a:pt x="176" y="50"/>
                </a:lnTo>
                <a:lnTo>
                  <a:pt x="158" y="52"/>
                </a:lnTo>
                <a:lnTo>
                  <a:pt x="136" y="54"/>
                </a:lnTo>
                <a:lnTo>
                  <a:pt x="114" y="54"/>
                </a:lnTo>
                <a:lnTo>
                  <a:pt x="114" y="54"/>
                </a:lnTo>
                <a:lnTo>
                  <a:pt x="90" y="54"/>
                </a:lnTo>
                <a:lnTo>
                  <a:pt x="70" y="52"/>
                </a:lnTo>
                <a:lnTo>
                  <a:pt x="50" y="50"/>
                </a:lnTo>
                <a:lnTo>
                  <a:pt x="34" y="46"/>
                </a:lnTo>
                <a:lnTo>
                  <a:pt x="22" y="42"/>
                </a:lnTo>
                <a:lnTo>
                  <a:pt x="12" y="38"/>
                </a:lnTo>
                <a:lnTo>
                  <a:pt x="6" y="34"/>
                </a:lnTo>
                <a:lnTo>
                  <a:pt x="4" y="30"/>
                </a:lnTo>
                <a:lnTo>
                  <a:pt x="4" y="30"/>
                </a:lnTo>
                <a:lnTo>
                  <a:pt x="6" y="24"/>
                </a:lnTo>
                <a:lnTo>
                  <a:pt x="12" y="20"/>
                </a:lnTo>
                <a:lnTo>
                  <a:pt x="22" y="16"/>
                </a:lnTo>
                <a:lnTo>
                  <a:pt x="34" y="12"/>
                </a:lnTo>
                <a:lnTo>
                  <a:pt x="50" y="8"/>
                </a:lnTo>
                <a:lnTo>
                  <a:pt x="70" y="6"/>
                </a:lnTo>
                <a:lnTo>
                  <a:pt x="90" y="4"/>
                </a:lnTo>
                <a:lnTo>
                  <a:pt x="114" y="4"/>
                </a:lnTo>
                <a:lnTo>
                  <a:pt x="114" y="4"/>
                </a:lnTo>
                <a:close/>
                <a:moveTo>
                  <a:pt x="228" y="44"/>
                </a:moveTo>
                <a:lnTo>
                  <a:pt x="228" y="30"/>
                </a:lnTo>
                <a:lnTo>
                  <a:pt x="228" y="30"/>
                </a:lnTo>
                <a:lnTo>
                  <a:pt x="226" y="26"/>
                </a:lnTo>
                <a:lnTo>
                  <a:pt x="224" y="22"/>
                </a:lnTo>
                <a:lnTo>
                  <a:pt x="218" y="16"/>
                </a:lnTo>
                <a:lnTo>
                  <a:pt x="206" y="12"/>
                </a:lnTo>
                <a:lnTo>
                  <a:pt x="192" y="8"/>
                </a:lnTo>
                <a:lnTo>
                  <a:pt x="174" y="4"/>
                </a:lnTo>
                <a:lnTo>
                  <a:pt x="154" y="2"/>
                </a:lnTo>
                <a:lnTo>
                  <a:pt x="114" y="0"/>
                </a:lnTo>
                <a:lnTo>
                  <a:pt x="114" y="0"/>
                </a:lnTo>
                <a:lnTo>
                  <a:pt x="72" y="2"/>
                </a:lnTo>
                <a:lnTo>
                  <a:pt x="54" y="4"/>
                </a:lnTo>
                <a:lnTo>
                  <a:pt x="36" y="8"/>
                </a:lnTo>
                <a:lnTo>
                  <a:pt x="22" y="12"/>
                </a:lnTo>
                <a:lnTo>
                  <a:pt x="10" y="16"/>
                </a:lnTo>
                <a:lnTo>
                  <a:pt x="2" y="22"/>
                </a:lnTo>
                <a:lnTo>
                  <a:pt x="0" y="26"/>
                </a:lnTo>
                <a:lnTo>
                  <a:pt x="0" y="30"/>
                </a:lnTo>
                <a:lnTo>
                  <a:pt x="0" y="44"/>
                </a:lnTo>
                <a:lnTo>
                  <a:pt x="0" y="44"/>
                </a:lnTo>
                <a:lnTo>
                  <a:pt x="2" y="50"/>
                </a:lnTo>
                <a:lnTo>
                  <a:pt x="8" y="56"/>
                </a:lnTo>
                <a:lnTo>
                  <a:pt x="8" y="56"/>
                </a:lnTo>
                <a:lnTo>
                  <a:pt x="2" y="60"/>
                </a:lnTo>
                <a:lnTo>
                  <a:pt x="0" y="66"/>
                </a:lnTo>
                <a:lnTo>
                  <a:pt x="0" y="80"/>
                </a:lnTo>
                <a:lnTo>
                  <a:pt x="0" y="80"/>
                </a:lnTo>
                <a:lnTo>
                  <a:pt x="2" y="86"/>
                </a:lnTo>
                <a:lnTo>
                  <a:pt x="8" y="92"/>
                </a:lnTo>
                <a:lnTo>
                  <a:pt x="8" y="92"/>
                </a:lnTo>
                <a:lnTo>
                  <a:pt x="2" y="98"/>
                </a:lnTo>
                <a:lnTo>
                  <a:pt x="0" y="104"/>
                </a:lnTo>
                <a:lnTo>
                  <a:pt x="0" y="118"/>
                </a:lnTo>
                <a:lnTo>
                  <a:pt x="0" y="118"/>
                </a:lnTo>
                <a:lnTo>
                  <a:pt x="2" y="124"/>
                </a:lnTo>
                <a:lnTo>
                  <a:pt x="8" y="130"/>
                </a:lnTo>
                <a:lnTo>
                  <a:pt x="8" y="130"/>
                </a:lnTo>
                <a:lnTo>
                  <a:pt x="2" y="134"/>
                </a:lnTo>
                <a:lnTo>
                  <a:pt x="0" y="140"/>
                </a:lnTo>
                <a:lnTo>
                  <a:pt x="0" y="154"/>
                </a:lnTo>
                <a:lnTo>
                  <a:pt x="0" y="154"/>
                </a:lnTo>
                <a:lnTo>
                  <a:pt x="2" y="160"/>
                </a:lnTo>
                <a:lnTo>
                  <a:pt x="8" y="166"/>
                </a:lnTo>
                <a:lnTo>
                  <a:pt x="8" y="166"/>
                </a:lnTo>
                <a:lnTo>
                  <a:pt x="2" y="172"/>
                </a:lnTo>
                <a:lnTo>
                  <a:pt x="0" y="178"/>
                </a:lnTo>
                <a:lnTo>
                  <a:pt x="0" y="192"/>
                </a:lnTo>
                <a:lnTo>
                  <a:pt x="0" y="192"/>
                </a:lnTo>
                <a:lnTo>
                  <a:pt x="0" y="196"/>
                </a:lnTo>
                <a:lnTo>
                  <a:pt x="2" y="198"/>
                </a:lnTo>
                <a:lnTo>
                  <a:pt x="10" y="204"/>
                </a:lnTo>
                <a:lnTo>
                  <a:pt x="22" y="210"/>
                </a:lnTo>
                <a:lnTo>
                  <a:pt x="36" y="214"/>
                </a:lnTo>
                <a:lnTo>
                  <a:pt x="54" y="218"/>
                </a:lnTo>
                <a:lnTo>
                  <a:pt x="72" y="220"/>
                </a:lnTo>
                <a:lnTo>
                  <a:pt x="114" y="222"/>
                </a:lnTo>
                <a:lnTo>
                  <a:pt x="114" y="222"/>
                </a:lnTo>
                <a:lnTo>
                  <a:pt x="154" y="220"/>
                </a:lnTo>
                <a:lnTo>
                  <a:pt x="174" y="218"/>
                </a:lnTo>
                <a:lnTo>
                  <a:pt x="192" y="214"/>
                </a:lnTo>
                <a:lnTo>
                  <a:pt x="206" y="210"/>
                </a:lnTo>
                <a:lnTo>
                  <a:pt x="218" y="204"/>
                </a:lnTo>
                <a:lnTo>
                  <a:pt x="224" y="198"/>
                </a:lnTo>
                <a:lnTo>
                  <a:pt x="226" y="196"/>
                </a:lnTo>
                <a:lnTo>
                  <a:pt x="228" y="192"/>
                </a:lnTo>
                <a:lnTo>
                  <a:pt x="228" y="178"/>
                </a:lnTo>
                <a:lnTo>
                  <a:pt x="228" y="178"/>
                </a:lnTo>
                <a:lnTo>
                  <a:pt x="226" y="172"/>
                </a:lnTo>
                <a:lnTo>
                  <a:pt x="220" y="166"/>
                </a:lnTo>
                <a:lnTo>
                  <a:pt x="220" y="166"/>
                </a:lnTo>
                <a:lnTo>
                  <a:pt x="226" y="160"/>
                </a:lnTo>
                <a:lnTo>
                  <a:pt x="228" y="154"/>
                </a:lnTo>
                <a:lnTo>
                  <a:pt x="228" y="140"/>
                </a:lnTo>
                <a:lnTo>
                  <a:pt x="228" y="140"/>
                </a:lnTo>
                <a:lnTo>
                  <a:pt x="226" y="134"/>
                </a:lnTo>
                <a:lnTo>
                  <a:pt x="220" y="130"/>
                </a:lnTo>
                <a:lnTo>
                  <a:pt x="220" y="130"/>
                </a:lnTo>
                <a:lnTo>
                  <a:pt x="226" y="124"/>
                </a:lnTo>
                <a:lnTo>
                  <a:pt x="228" y="118"/>
                </a:lnTo>
                <a:lnTo>
                  <a:pt x="228" y="104"/>
                </a:lnTo>
                <a:lnTo>
                  <a:pt x="228" y="104"/>
                </a:lnTo>
                <a:lnTo>
                  <a:pt x="226" y="98"/>
                </a:lnTo>
                <a:lnTo>
                  <a:pt x="220" y="92"/>
                </a:lnTo>
                <a:lnTo>
                  <a:pt x="220" y="92"/>
                </a:lnTo>
                <a:lnTo>
                  <a:pt x="226" y="86"/>
                </a:lnTo>
                <a:lnTo>
                  <a:pt x="228" y="80"/>
                </a:lnTo>
                <a:lnTo>
                  <a:pt x="228" y="66"/>
                </a:lnTo>
                <a:lnTo>
                  <a:pt x="228" y="66"/>
                </a:lnTo>
                <a:lnTo>
                  <a:pt x="226" y="60"/>
                </a:lnTo>
                <a:lnTo>
                  <a:pt x="220" y="56"/>
                </a:lnTo>
                <a:lnTo>
                  <a:pt x="220" y="56"/>
                </a:lnTo>
                <a:lnTo>
                  <a:pt x="226" y="50"/>
                </a:lnTo>
                <a:lnTo>
                  <a:pt x="228" y="44"/>
                </a:lnTo>
                <a:lnTo>
                  <a:pt x="228" y="44"/>
                </a:lnTo>
                <a:close/>
              </a:path>
            </a:pathLst>
          </a:custGeom>
          <a:solidFill>
            <a:srgbClr val="4D74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1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532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1065734" y="2615811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33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1114555" y="3049802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534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1207533" y="2400912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535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1065734" y="3983624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36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1114555" y="4417615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537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1207533" y="3768725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538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1065734" y="5363155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39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149834" y="5797146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540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1207533" y="5148256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54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147250" y="2615811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4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196071" y="3049802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54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289049" y="2400912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544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147250" y="3983624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45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196071" y="4417615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546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289049" y="3768725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547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147250" y="5363155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48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289049" y="5148256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551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1114554" y="5797146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</p:spTree>
    <p:extLst>
      <p:ext uri="{BB962C8B-B14F-4D97-AF65-F5344CB8AC3E}">
        <p14:creationId xmlns:p14="http://schemas.microsoft.com/office/powerpoint/2010/main" val="251068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271040" y="2949165"/>
            <a:ext cx="5419185" cy="410026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研究成果与应用前景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04F69230-F3A6-4586-9371-A858F4763E9F}"/>
              </a:ext>
            </a:extLst>
          </p:cNvPr>
          <p:cNvSpPr txBox="1"/>
          <p:nvPr/>
        </p:nvSpPr>
        <p:spPr>
          <a:xfrm>
            <a:off x="5402671" y="1976214"/>
            <a:ext cx="89176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Freeform 222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close/>
                <a:moveTo>
                  <a:pt x="373" y="0"/>
                </a:move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Freeform 223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moveTo>
                  <a:pt x="373" y="0"/>
                </a:moveTo>
                <a:lnTo>
                  <a:pt x="3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Freeform 224"/>
          <p:cNvSpPr>
            <a:spLocks noEditPoints="1"/>
          </p:cNvSpPr>
          <p:nvPr/>
        </p:nvSpPr>
        <p:spPr bwMode="auto">
          <a:xfrm>
            <a:off x="2978151" y="1720850"/>
            <a:ext cx="169863" cy="201613"/>
          </a:xfrm>
          <a:custGeom>
            <a:avLst/>
            <a:gdLst>
              <a:gd name="T0" fmla="*/ 102 w 107"/>
              <a:gd name="T1" fmla="*/ 72 h 127"/>
              <a:gd name="T2" fmla="*/ 65 w 107"/>
              <a:gd name="T3" fmla="*/ 49 h 127"/>
              <a:gd name="T4" fmla="*/ 50 w 107"/>
              <a:gd name="T5" fmla="*/ 46 h 127"/>
              <a:gd name="T6" fmla="*/ 40 w 107"/>
              <a:gd name="T7" fmla="*/ 40 h 127"/>
              <a:gd name="T8" fmla="*/ 45 w 107"/>
              <a:gd name="T9" fmla="*/ 31 h 127"/>
              <a:gd name="T10" fmla="*/ 48 w 107"/>
              <a:gd name="T11" fmla="*/ 30 h 127"/>
              <a:gd name="T12" fmla="*/ 64 w 107"/>
              <a:gd name="T13" fmla="*/ 38 h 127"/>
              <a:gd name="T14" fmla="*/ 64 w 107"/>
              <a:gd name="T15" fmla="*/ 40 h 127"/>
              <a:gd name="T16" fmla="*/ 67 w 107"/>
              <a:gd name="T17" fmla="*/ 41 h 127"/>
              <a:gd name="T18" fmla="*/ 85 w 107"/>
              <a:gd name="T19" fmla="*/ 34 h 127"/>
              <a:gd name="T20" fmla="*/ 82 w 107"/>
              <a:gd name="T21" fmla="*/ 4 h 127"/>
              <a:gd name="T22" fmla="*/ 79 w 107"/>
              <a:gd name="T23" fmla="*/ 1 h 127"/>
              <a:gd name="T24" fmla="*/ 46 w 107"/>
              <a:gd name="T25" fmla="*/ 6 h 127"/>
              <a:gd name="T26" fmla="*/ 39 w 107"/>
              <a:gd name="T27" fmla="*/ 8 h 127"/>
              <a:gd name="T28" fmla="*/ 6 w 107"/>
              <a:gd name="T29" fmla="*/ 55 h 127"/>
              <a:gd name="T30" fmla="*/ 39 w 107"/>
              <a:gd name="T31" fmla="*/ 79 h 127"/>
              <a:gd name="T32" fmla="*/ 60 w 107"/>
              <a:gd name="T33" fmla="*/ 82 h 127"/>
              <a:gd name="T34" fmla="*/ 67 w 107"/>
              <a:gd name="T35" fmla="*/ 88 h 127"/>
              <a:gd name="T36" fmla="*/ 64 w 107"/>
              <a:gd name="T37" fmla="*/ 95 h 127"/>
              <a:gd name="T38" fmla="*/ 58 w 107"/>
              <a:gd name="T39" fmla="*/ 98 h 127"/>
              <a:gd name="T40" fmla="*/ 39 w 107"/>
              <a:gd name="T41" fmla="*/ 85 h 127"/>
              <a:gd name="T42" fmla="*/ 19 w 107"/>
              <a:gd name="T43" fmla="*/ 93 h 127"/>
              <a:gd name="T44" fmla="*/ 23 w 107"/>
              <a:gd name="T45" fmla="*/ 121 h 127"/>
              <a:gd name="T46" fmla="*/ 26 w 107"/>
              <a:gd name="T47" fmla="*/ 123 h 127"/>
              <a:gd name="T48" fmla="*/ 60 w 107"/>
              <a:gd name="T49" fmla="*/ 121 h 127"/>
              <a:gd name="T50" fmla="*/ 70 w 107"/>
              <a:gd name="T51" fmla="*/ 118 h 127"/>
              <a:gd name="T52" fmla="*/ 102 w 107"/>
              <a:gd name="T53" fmla="*/ 72 h 127"/>
              <a:gd name="T54" fmla="*/ 102 w 107"/>
              <a:gd name="T55" fmla="*/ 72 h 127"/>
              <a:gd name="T56" fmla="*/ 102 w 107"/>
              <a:gd name="T57" fmla="*/ 7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7" h="127">
                <a:moveTo>
                  <a:pt x="102" y="72"/>
                </a:moveTo>
                <a:cubicBezTo>
                  <a:pt x="97" y="53"/>
                  <a:pt x="80" y="50"/>
                  <a:pt x="65" y="49"/>
                </a:cubicBezTo>
                <a:cubicBezTo>
                  <a:pt x="59" y="48"/>
                  <a:pt x="54" y="47"/>
                  <a:pt x="50" y="46"/>
                </a:cubicBezTo>
                <a:cubicBezTo>
                  <a:pt x="45" y="45"/>
                  <a:pt x="41" y="43"/>
                  <a:pt x="40" y="40"/>
                </a:cubicBezTo>
                <a:cubicBezTo>
                  <a:pt x="39" y="36"/>
                  <a:pt x="41" y="33"/>
                  <a:pt x="45" y="31"/>
                </a:cubicBezTo>
                <a:cubicBezTo>
                  <a:pt x="46" y="30"/>
                  <a:pt x="47" y="30"/>
                  <a:pt x="48" y="30"/>
                </a:cubicBezTo>
                <a:cubicBezTo>
                  <a:pt x="56" y="28"/>
                  <a:pt x="61" y="30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67" y="41"/>
                  <a:pt x="67" y="41"/>
                  <a:pt x="67" y="41"/>
                </a:cubicBezTo>
                <a:cubicBezTo>
                  <a:pt x="85" y="34"/>
                  <a:pt x="85" y="34"/>
                  <a:pt x="85" y="34"/>
                </a:cubicBezTo>
                <a:cubicBezTo>
                  <a:pt x="82" y="19"/>
                  <a:pt x="82" y="4"/>
                  <a:pt x="82" y="4"/>
                </a:cubicBezTo>
                <a:cubicBezTo>
                  <a:pt x="79" y="1"/>
                  <a:pt x="79" y="1"/>
                  <a:pt x="79" y="1"/>
                </a:cubicBezTo>
                <a:cubicBezTo>
                  <a:pt x="79" y="1"/>
                  <a:pt x="64" y="0"/>
                  <a:pt x="46" y="6"/>
                </a:cubicBezTo>
                <a:cubicBezTo>
                  <a:pt x="44" y="6"/>
                  <a:pt x="41" y="7"/>
                  <a:pt x="39" y="8"/>
                </a:cubicBezTo>
                <a:cubicBezTo>
                  <a:pt x="13" y="18"/>
                  <a:pt x="0" y="36"/>
                  <a:pt x="6" y="55"/>
                </a:cubicBezTo>
                <a:cubicBezTo>
                  <a:pt x="10" y="72"/>
                  <a:pt x="25" y="77"/>
                  <a:pt x="39" y="79"/>
                </a:cubicBezTo>
                <a:cubicBezTo>
                  <a:pt x="47" y="80"/>
                  <a:pt x="55" y="81"/>
                  <a:pt x="60" y="82"/>
                </a:cubicBezTo>
                <a:cubicBezTo>
                  <a:pt x="64" y="83"/>
                  <a:pt x="67" y="85"/>
                  <a:pt x="67" y="88"/>
                </a:cubicBezTo>
                <a:cubicBezTo>
                  <a:pt x="68" y="91"/>
                  <a:pt x="67" y="93"/>
                  <a:pt x="64" y="95"/>
                </a:cubicBezTo>
                <a:cubicBezTo>
                  <a:pt x="62" y="96"/>
                  <a:pt x="61" y="97"/>
                  <a:pt x="58" y="98"/>
                </a:cubicBezTo>
                <a:cubicBezTo>
                  <a:pt x="49" y="101"/>
                  <a:pt x="43" y="97"/>
                  <a:pt x="39" y="85"/>
                </a:cubicBezTo>
                <a:cubicBezTo>
                  <a:pt x="19" y="93"/>
                  <a:pt x="19" y="93"/>
                  <a:pt x="19" y="93"/>
                </a:cubicBezTo>
                <a:cubicBezTo>
                  <a:pt x="22" y="104"/>
                  <a:pt x="23" y="121"/>
                  <a:pt x="23" y="121"/>
                </a:cubicBezTo>
                <a:cubicBezTo>
                  <a:pt x="26" y="123"/>
                  <a:pt x="26" y="123"/>
                  <a:pt x="26" y="123"/>
                </a:cubicBezTo>
                <a:cubicBezTo>
                  <a:pt x="26" y="123"/>
                  <a:pt x="41" y="127"/>
                  <a:pt x="60" y="121"/>
                </a:cubicBezTo>
                <a:cubicBezTo>
                  <a:pt x="64" y="120"/>
                  <a:pt x="67" y="119"/>
                  <a:pt x="70" y="118"/>
                </a:cubicBezTo>
                <a:cubicBezTo>
                  <a:pt x="95" y="107"/>
                  <a:pt x="107" y="91"/>
                  <a:pt x="102" y="72"/>
                </a:cubicBezTo>
                <a:close/>
                <a:moveTo>
                  <a:pt x="102" y="72"/>
                </a:moveTo>
                <a:cubicBezTo>
                  <a:pt x="102" y="72"/>
                  <a:pt x="102" y="72"/>
                  <a:pt x="102" y="7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Freeform 225"/>
          <p:cNvSpPr>
            <a:spLocks noEditPoints="1"/>
          </p:cNvSpPr>
          <p:nvPr/>
        </p:nvSpPr>
        <p:spPr bwMode="auto">
          <a:xfrm>
            <a:off x="3032126" y="1925638"/>
            <a:ext cx="177800" cy="201613"/>
          </a:xfrm>
          <a:custGeom>
            <a:avLst/>
            <a:gdLst>
              <a:gd name="T0" fmla="*/ 104 w 112"/>
              <a:gd name="T1" fmla="*/ 62 h 127"/>
              <a:gd name="T2" fmla="*/ 79 w 112"/>
              <a:gd name="T3" fmla="*/ 71 h 127"/>
              <a:gd name="T4" fmla="*/ 72 w 112"/>
              <a:gd name="T5" fmla="*/ 94 h 127"/>
              <a:gd name="T6" fmla="*/ 66 w 112"/>
              <a:gd name="T7" fmla="*/ 94 h 127"/>
              <a:gd name="T8" fmla="*/ 46 w 112"/>
              <a:gd name="T9" fmla="*/ 62 h 127"/>
              <a:gd name="T10" fmla="*/ 48 w 112"/>
              <a:gd name="T11" fmla="*/ 31 h 127"/>
              <a:gd name="T12" fmla="*/ 53 w 112"/>
              <a:gd name="T13" fmla="*/ 30 h 127"/>
              <a:gd name="T14" fmla="*/ 67 w 112"/>
              <a:gd name="T15" fmla="*/ 39 h 127"/>
              <a:gd name="T16" fmla="*/ 70 w 112"/>
              <a:gd name="T17" fmla="*/ 48 h 127"/>
              <a:gd name="T18" fmla="*/ 94 w 112"/>
              <a:gd name="T19" fmla="*/ 39 h 127"/>
              <a:gd name="T20" fmla="*/ 89 w 112"/>
              <a:gd name="T21" fmla="*/ 3 h 127"/>
              <a:gd name="T22" fmla="*/ 87 w 112"/>
              <a:gd name="T23" fmla="*/ 0 h 127"/>
              <a:gd name="T24" fmla="*/ 51 w 112"/>
              <a:gd name="T25" fmla="*/ 6 h 127"/>
              <a:gd name="T26" fmla="*/ 42 w 112"/>
              <a:gd name="T27" fmla="*/ 9 h 127"/>
              <a:gd name="T28" fmla="*/ 10 w 112"/>
              <a:gd name="T29" fmla="*/ 79 h 127"/>
              <a:gd name="T30" fmla="*/ 73 w 112"/>
              <a:gd name="T31" fmla="*/ 118 h 127"/>
              <a:gd name="T32" fmla="*/ 73 w 112"/>
              <a:gd name="T33" fmla="*/ 118 h 127"/>
              <a:gd name="T34" fmla="*/ 110 w 112"/>
              <a:gd name="T35" fmla="*/ 101 h 127"/>
              <a:gd name="T36" fmla="*/ 112 w 112"/>
              <a:gd name="T37" fmla="*/ 98 h 127"/>
              <a:gd name="T38" fmla="*/ 104 w 112"/>
              <a:gd name="T39" fmla="*/ 62 h 127"/>
              <a:gd name="T40" fmla="*/ 104 w 112"/>
              <a:gd name="T41" fmla="*/ 62 h 127"/>
              <a:gd name="T42" fmla="*/ 104 w 112"/>
              <a:gd name="T43" fmla="*/ 6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2" h="127">
                <a:moveTo>
                  <a:pt x="104" y="62"/>
                </a:moveTo>
                <a:cubicBezTo>
                  <a:pt x="79" y="71"/>
                  <a:pt x="79" y="71"/>
                  <a:pt x="79" y="71"/>
                </a:cubicBezTo>
                <a:cubicBezTo>
                  <a:pt x="82" y="85"/>
                  <a:pt x="80" y="91"/>
                  <a:pt x="72" y="94"/>
                </a:cubicBezTo>
                <a:cubicBezTo>
                  <a:pt x="70" y="94"/>
                  <a:pt x="68" y="94"/>
                  <a:pt x="66" y="94"/>
                </a:cubicBezTo>
                <a:cubicBezTo>
                  <a:pt x="58" y="93"/>
                  <a:pt x="52" y="82"/>
                  <a:pt x="46" y="62"/>
                </a:cubicBezTo>
                <a:cubicBezTo>
                  <a:pt x="40" y="44"/>
                  <a:pt x="41" y="36"/>
                  <a:pt x="48" y="31"/>
                </a:cubicBezTo>
                <a:cubicBezTo>
                  <a:pt x="50" y="31"/>
                  <a:pt x="51" y="30"/>
                  <a:pt x="53" y="30"/>
                </a:cubicBezTo>
                <a:cubicBezTo>
                  <a:pt x="61" y="27"/>
                  <a:pt x="65" y="30"/>
                  <a:pt x="67" y="39"/>
                </a:cubicBezTo>
                <a:cubicBezTo>
                  <a:pt x="69" y="44"/>
                  <a:pt x="70" y="48"/>
                  <a:pt x="70" y="48"/>
                </a:cubicBezTo>
                <a:cubicBezTo>
                  <a:pt x="94" y="39"/>
                  <a:pt x="94" y="39"/>
                  <a:pt x="94" y="39"/>
                </a:cubicBezTo>
                <a:cubicBezTo>
                  <a:pt x="90" y="19"/>
                  <a:pt x="89" y="3"/>
                  <a:pt x="89" y="3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0"/>
                  <a:pt x="65" y="1"/>
                  <a:pt x="51" y="6"/>
                </a:cubicBezTo>
                <a:cubicBezTo>
                  <a:pt x="48" y="7"/>
                  <a:pt x="45" y="8"/>
                  <a:pt x="42" y="9"/>
                </a:cubicBezTo>
                <a:cubicBezTo>
                  <a:pt x="12" y="21"/>
                  <a:pt x="0" y="46"/>
                  <a:pt x="10" y="79"/>
                </a:cubicBezTo>
                <a:cubicBezTo>
                  <a:pt x="19" y="112"/>
                  <a:pt x="43" y="127"/>
                  <a:pt x="73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94" y="112"/>
                  <a:pt x="110" y="101"/>
                  <a:pt x="110" y="101"/>
                </a:cubicBezTo>
                <a:cubicBezTo>
                  <a:pt x="112" y="98"/>
                  <a:pt x="112" y="98"/>
                  <a:pt x="112" y="98"/>
                </a:cubicBezTo>
                <a:cubicBezTo>
                  <a:pt x="107" y="82"/>
                  <a:pt x="104" y="62"/>
                  <a:pt x="104" y="62"/>
                </a:cubicBezTo>
                <a:close/>
                <a:moveTo>
                  <a:pt x="104" y="62"/>
                </a:moveTo>
                <a:cubicBezTo>
                  <a:pt x="104" y="62"/>
                  <a:pt x="104" y="62"/>
                  <a:pt x="104" y="6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Freeform 226"/>
          <p:cNvSpPr>
            <a:spLocks noEditPoints="1"/>
          </p:cNvSpPr>
          <p:nvPr/>
        </p:nvSpPr>
        <p:spPr bwMode="auto">
          <a:xfrm>
            <a:off x="3067051" y="2120900"/>
            <a:ext cx="228600" cy="223838"/>
          </a:xfrm>
          <a:custGeom>
            <a:avLst/>
            <a:gdLst>
              <a:gd name="T0" fmla="*/ 142 w 144"/>
              <a:gd name="T1" fmla="*/ 93 h 141"/>
              <a:gd name="T2" fmla="*/ 140 w 144"/>
              <a:gd name="T3" fmla="*/ 92 h 141"/>
              <a:gd name="T4" fmla="*/ 135 w 144"/>
              <a:gd name="T5" fmla="*/ 94 h 141"/>
              <a:gd name="T6" fmla="*/ 126 w 144"/>
              <a:gd name="T7" fmla="*/ 84 h 141"/>
              <a:gd name="T8" fmla="*/ 111 w 144"/>
              <a:gd name="T9" fmla="*/ 26 h 141"/>
              <a:gd name="T10" fmla="*/ 118 w 144"/>
              <a:gd name="T11" fmla="*/ 14 h 141"/>
              <a:gd name="T12" fmla="*/ 115 w 144"/>
              <a:gd name="T13" fmla="*/ 0 h 141"/>
              <a:gd name="T14" fmla="*/ 86 w 144"/>
              <a:gd name="T15" fmla="*/ 8 h 141"/>
              <a:gd name="T16" fmla="*/ 60 w 144"/>
              <a:gd name="T17" fmla="*/ 16 h 141"/>
              <a:gd name="T18" fmla="*/ 62 w 144"/>
              <a:gd name="T19" fmla="*/ 29 h 141"/>
              <a:gd name="T20" fmla="*/ 64 w 144"/>
              <a:gd name="T21" fmla="*/ 30 h 141"/>
              <a:gd name="T22" fmla="*/ 69 w 144"/>
              <a:gd name="T23" fmla="*/ 29 h 141"/>
              <a:gd name="T24" fmla="*/ 77 w 144"/>
              <a:gd name="T25" fmla="*/ 35 h 141"/>
              <a:gd name="T26" fmla="*/ 83 w 144"/>
              <a:gd name="T27" fmla="*/ 55 h 141"/>
              <a:gd name="T28" fmla="*/ 69 w 144"/>
              <a:gd name="T29" fmla="*/ 59 h 141"/>
              <a:gd name="T30" fmla="*/ 69 w 144"/>
              <a:gd name="T31" fmla="*/ 59 h 141"/>
              <a:gd name="T32" fmla="*/ 55 w 144"/>
              <a:gd name="T33" fmla="*/ 63 h 141"/>
              <a:gd name="T34" fmla="*/ 50 w 144"/>
              <a:gd name="T35" fmla="*/ 43 h 141"/>
              <a:gd name="T36" fmla="*/ 57 w 144"/>
              <a:gd name="T37" fmla="*/ 32 h 141"/>
              <a:gd name="T38" fmla="*/ 54 w 144"/>
              <a:gd name="T39" fmla="*/ 17 h 141"/>
              <a:gd name="T40" fmla="*/ 21 w 144"/>
              <a:gd name="T41" fmla="*/ 28 h 141"/>
              <a:gd name="T42" fmla="*/ 0 w 144"/>
              <a:gd name="T43" fmla="*/ 34 h 141"/>
              <a:gd name="T44" fmla="*/ 2 w 144"/>
              <a:gd name="T45" fmla="*/ 46 h 141"/>
              <a:gd name="T46" fmla="*/ 4 w 144"/>
              <a:gd name="T47" fmla="*/ 48 h 141"/>
              <a:gd name="T48" fmla="*/ 8 w 144"/>
              <a:gd name="T49" fmla="*/ 46 h 141"/>
              <a:gd name="T50" fmla="*/ 16 w 144"/>
              <a:gd name="T51" fmla="*/ 53 h 141"/>
              <a:gd name="T52" fmla="*/ 33 w 144"/>
              <a:gd name="T53" fmla="*/ 110 h 141"/>
              <a:gd name="T54" fmla="*/ 26 w 144"/>
              <a:gd name="T55" fmla="*/ 126 h 141"/>
              <a:gd name="T56" fmla="*/ 28 w 144"/>
              <a:gd name="T57" fmla="*/ 141 h 141"/>
              <a:gd name="T58" fmla="*/ 55 w 144"/>
              <a:gd name="T59" fmla="*/ 132 h 141"/>
              <a:gd name="T60" fmla="*/ 82 w 144"/>
              <a:gd name="T61" fmla="*/ 125 h 141"/>
              <a:gd name="T62" fmla="*/ 80 w 144"/>
              <a:gd name="T63" fmla="*/ 111 h 141"/>
              <a:gd name="T64" fmla="*/ 78 w 144"/>
              <a:gd name="T65" fmla="*/ 110 h 141"/>
              <a:gd name="T66" fmla="*/ 74 w 144"/>
              <a:gd name="T67" fmla="*/ 112 h 141"/>
              <a:gd name="T68" fmla="*/ 65 w 144"/>
              <a:gd name="T69" fmla="*/ 102 h 141"/>
              <a:gd name="T70" fmla="*/ 60 w 144"/>
              <a:gd name="T71" fmla="*/ 85 h 141"/>
              <a:gd name="T72" fmla="*/ 75 w 144"/>
              <a:gd name="T73" fmla="*/ 80 h 141"/>
              <a:gd name="T74" fmla="*/ 79 w 144"/>
              <a:gd name="T75" fmla="*/ 78 h 141"/>
              <a:gd name="T76" fmla="*/ 88 w 144"/>
              <a:gd name="T77" fmla="*/ 76 h 141"/>
              <a:gd name="T78" fmla="*/ 93 w 144"/>
              <a:gd name="T79" fmla="*/ 92 h 141"/>
              <a:gd name="T80" fmla="*/ 86 w 144"/>
              <a:gd name="T81" fmla="*/ 108 h 141"/>
              <a:gd name="T82" fmla="*/ 89 w 144"/>
              <a:gd name="T83" fmla="*/ 123 h 141"/>
              <a:gd name="T84" fmla="*/ 116 w 144"/>
              <a:gd name="T85" fmla="*/ 115 h 141"/>
              <a:gd name="T86" fmla="*/ 144 w 144"/>
              <a:gd name="T87" fmla="*/ 107 h 141"/>
              <a:gd name="T88" fmla="*/ 142 w 144"/>
              <a:gd name="T89" fmla="*/ 93 h 141"/>
              <a:gd name="T90" fmla="*/ 142 w 144"/>
              <a:gd name="T91" fmla="*/ 93 h 141"/>
              <a:gd name="T92" fmla="*/ 142 w 144"/>
              <a:gd name="T93" fmla="*/ 93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4" h="141">
                <a:moveTo>
                  <a:pt x="142" y="93"/>
                </a:moveTo>
                <a:cubicBezTo>
                  <a:pt x="140" y="92"/>
                  <a:pt x="140" y="92"/>
                  <a:pt x="140" y="92"/>
                </a:cubicBezTo>
                <a:cubicBezTo>
                  <a:pt x="140" y="92"/>
                  <a:pt x="138" y="93"/>
                  <a:pt x="135" y="94"/>
                </a:cubicBezTo>
                <a:cubicBezTo>
                  <a:pt x="131" y="95"/>
                  <a:pt x="128" y="93"/>
                  <a:pt x="126" y="84"/>
                </a:cubicBezTo>
                <a:cubicBezTo>
                  <a:pt x="120" y="63"/>
                  <a:pt x="114" y="40"/>
                  <a:pt x="111" y="26"/>
                </a:cubicBezTo>
                <a:cubicBezTo>
                  <a:pt x="109" y="20"/>
                  <a:pt x="111" y="18"/>
                  <a:pt x="118" y="14"/>
                </a:cubicBezTo>
                <a:cubicBezTo>
                  <a:pt x="115" y="0"/>
                  <a:pt x="115" y="0"/>
                  <a:pt x="115" y="0"/>
                </a:cubicBezTo>
                <a:cubicBezTo>
                  <a:pt x="115" y="0"/>
                  <a:pt x="94" y="7"/>
                  <a:pt x="86" y="8"/>
                </a:cubicBezTo>
                <a:cubicBezTo>
                  <a:pt x="60" y="16"/>
                  <a:pt x="60" y="16"/>
                  <a:pt x="60" y="16"/>
                </a:cubicBezTo>
                <a:cubicBezTo>
                  <a:pt x="62" y="29"/>
                  <a:pt x="62" y="29"/>
                  <a:pt x="62" y="29"/>
                </a:cubicBezTo>
                <a:cubicBezTo>
                  <a:pt x="64" y="30"/>
                  <a:pt x="64" y="30"/>
                  <a:pt x="64" y="30"/>
                </a:cubicBezTo>
                <a:cubicBezTo>
                  <a:pt x="69" y="29"/>
                  <a:pt x="69" y="29"/>
                  <a:pt x="69" y="29"/>
                </a:cubicBezTo>
                <a:cubicBezTo>
                  <a:pt x="73" y="28"/>
                  <a:pt x="75" y="29"/>
                  <a:pt x="77" y="35"/>
                </a:cubicBezTo>
                <a:cubicBezTo>
                  <a:pt x="83" y="55"/>
                  <a:pt x="83" y="55"/>
                  <a:pt x="83" y="55"/>
                </a:cubicBezTo>
                <a:cubicBezTo>
                  <a:pt x="80" y="56"/>
                  <a:pt x="77" y="57"/>
                  <a:pt x="69" y="59"/>
                </a:cubicBezTo>
                <a:cubicBezTo>
                  <a:pt x="69" y="59"/>
                  <a:pt x="69" y="59"/>
                  <a:pt x="69" y="59"/>
                </a:cubicBezTo>
                <a:cubicBezTo>
                  <a:pt x="55" y="63"/>
                  <a:pt x="55" y="63"/>
                  <a:pt x="55" y="63"/>
                </a:cubicBezTo>
                <a:cubicBezTo>
                  <a:pt x="50" y="43"/>
                  <a:pt x="50" y="43"/>
                  <a:pt x="50" y="43"/>
                </a:cubicBezTo>
                <a:cubicBezTo>
                  <a:pt x="49" y="37"/>
                  <a:pt x="50" y="36"/>
                  <a:pt x="57" y="32"/>
                </a:cubicBezTo>
                <a:cubicBezTo>
                  <a:pt x="54" y="17"/>
                  <a:pt x="54" y="17"/>
                  <a:pt x="54" y="17"/>
                </a:cubicBezTo>
                <a:cubicBezTo>
                  <a:pt x="54" y="17"/>
                  <a:pt x="31" y="25"/>
                  <a:pt x="21" y="28"/>
                </a:cubicBezTo>
                <a:cubicBezTo>
                  <a:pt x="0" y="34"/>
                  <a:pt x="0" y="34"/>
                  <a:pt x="0" y="34"/>
                </a:cubicBezTo>
                <a:cubicBezTo>
                  <a:pt x="2" y="46"/>
                  <a:pt x="2" y="46"/>
                  <a:pt x="2" y="46"/>
                </a:cubicBezTo>
                <a:cubicBezTo>
                  <a:pt x="4" y="48"/>
                  <a:pt x="4" y="48"/>
                  <a:pt x="4" y="48"/>
                </a:cubicBezTo>
                <a:cubicBezTo>
                  <a:pt x="4" y="48"/>
                  <a:pt x="7" y="47"/>
                  <a:pt x="8" y="46"/>
                </a:cubicBezTo>
                <a:cubicBezTo>
                  <a:pt x="13" y="45"/>
                  <a:pt x="15" y="46"/>
                  <a:pt x="16" y="53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5" y="119"/>
                  <a:pt x="34" y="122"/>
                  <a:pt x="26" y="126"/>
                </a:cubicBezTo>
                <a:cubicBezTo>
                  <a:pt x="28" y="141"/>
                  <a:pt x="28" y="141"/>
                  <a:pt x="28" y="141"/>
                </a:cubicBezTo>
                <a:cubicBezTo>
                  <a:pt x="28" y="141"/>
                  <a:pt x="45" y="135"/>
                  <a:pt x="55" y="132"/>
                </a:cubicBezTo>
                <a:cubicBezTo>
                  <a:pt x="62" y="130"/>
                  <a:pt x="82" y="125"/>
                  <a:pt x="82" y="125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110"/>
                  <a:pt x="77" y="111"/>
                  <a:pt x="74" y="112"/>
                </a:cubicBezTo>
                <a:cubicBezTo>
                  <a:pt x="69" y="113"/>
                  <a:pt x="68" y="111"/>
                  <a:pt x="65" y="102"/>
                </a:cubicBezTo>
                <a:cubicBezTo>
                  <a:pt x="60" y="85"/>
                  <a:pt x="60" y="85"/>
                  <a:pt x="60" y="85"/>
                </a:cubicBezTo>
                <a:cubicBezTo>
                  <a:pt x="60" y="85"/>
                  <a:pt x="69" y="82"/>
                  <a:pt x="75" y="80"/>
                </a:cubicBezTo>
                <a:cubicBezTo>
                  <a:pt x="77" y="79"/>
                  <a:pt x="78" y="79"/>
                  <a:pt x="79" y="78"/>
                </a:cubicBezTo>
                <a:cubicBezTo>
                  <a:pt x="88" y="76"/>
                  <a:pt x="88" y="76"/>
                  <a:pt x="88" y="76"/>
                </a:cubicBezTo>
                <a:cubicBezTo>
                  <a:pt x="93" y="92"/>
                  <a:pt x="93" y="92"/>
                  <a:pt x="93" y="92"/>
                </a:cubicBezTo>
                <a:cubicBezTo>
                  <a:pt x="95" y="101"/>
                  <a:pt x="94" y="106"/>
                  <a:pt x="86" y="108"/>
                </a:cubicBezTo>
                <a:cubicBezTo>
                  <a:pt x="89" y="123"/>
                  <a:pt x="89" y="123"/>
                  <a:pt x="89" y="123"/>
                </a:cubicBezTo>
                <a:cubicBezTo>
                  <a:pt x="89" y="123"/>
                  <a:pt x="108" y="117"/>
                  <a:pt x="116" y="115"/>
                </a:cubicBezTo>
                <a:cubicBezTo>
                  <a:pt x="129" y="111"/>
                  <a:pt x="144" y="107"/>
                  <a:pt x="144" y="107"/>
                </a:cubicBezTo>
                <a:lnTo>
                  <a:pt x="142" y="93"/>
                </a:lnTo>
                <a:close/>
                <a:moveTo>
                  <a:pt x="142" y="93"/>
                </a:moveTo>
                <a:cubicBezTo>
                  <a:pt x="142" y="93"/>
                  <a:pt x="142" y="93"/>
                  <a:pt x="142" y="9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Freeform 227"/>
          <p:cNvSpPr>
            <a:spLocks noEditPoints="1"/>
          </p:cNvSpPr>
          <p:nvPr/>
        </p:nvSpPr>
        <p:spPr bwMode="auto">
          <a:xfrm>
            <a:off x="3143251" y="2336800"/>
            <a:ext cx="192088" cy="204788"/>
          </a:xfrm>
          <a:custGeom>
            <a:avLst/>
            <a:gdLst>
              <a:gd name="T0" fmla="*/ 111 w 121"/>
              <a:gd name="T1" fmla="*/ 47 h 129"/>
              <a:gd name="T2" fmla="*/ 47 w 121"/>
              <a:gd name="T3" fmla="*/ 9 h 129"/>
              <a:gd name="T4" fmla="*/ 46 w 121"/>
              <a:gd name="T5" fmla="*/ 9 h 129"/>
              <a:gd name="T6" fmla="*/ 10 w 121"/>
              <a:gd name="T7" fmla="*/ 81 h 129"/>
              <a:gd name="T8" fmla="*/ 74 w 121"/>
              <a:gd name="T9" fmla="*/ 120 h 129"/>
              <a:gd name="T10" fmla="*/ 77 w 121"/>
              <a:gd name="T11" fmla="*/ 119 h 129"/>
              <a:gd name="T12" fmla="*/ 111 w 121"/>
              <a:gd name="T13" fmla="*/ 47 h 129"/>
              <a:gd name="T14" fmla="*/ 71 w 121"/>
              <a:gd name="T15" fmla="*/ 98 h 129"/>
              <a:gd name="T16" fmla="*/ 71 w 121"/>
              <a:gd name="T17" fmla="*/ 98 h 129"/>
              <a:gd name="T18" fmla="*/ 45 w 121"/>
              <a:gd name="T19" fmla="*/ 62 h 129"/>
              <a:gd name="T20" fmla="*/ 50 w 121"/>
              <a:gd name="T21" fmla="*/ 32 h 129"/>
              <a:gd name="T22" fmla="*/ 52 w 121"/>
              <a:gd name="T23" fmla="*/ 32 h 129"/>
              <a:gd name="T24" fmla="*/ 76 w 121"/>
              <a:gd name="T25" fmla="*/ 68 h 129"/>
              <a:gd name="T26" fmla="*/ 71 w 121"/>
              <a:gd name="T27" fmla="*/ 98 h 129"/>
              <a:gd name="T28" fmla="*/ 71 w 121"/>
              <a:gd name="T29" fmla="*/ 98 h 129"/>
              <a:gd name="T30" fmla="*/ 71 w 121"/>
              <a:gd name="T31" fmla="*/ 98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29">
                <a:moveTo>
                  <a:pt x="111" y="47"/>
                </a:moveTo>
                <a:cubicBezTo>
                  <a:pt x="101" y="12"/>
                  <a:pt x="79" y="0"/>
                  <a:pt x="47" y="9"/>
                </a:cubicBezTo>
                <a:cubicBezTo>
                  <a:pt x="47" y="9"/>
                  <a:pt x="46" y="9"/>
                  <a:pt x="46" y="9"/>
                </a:cubicBezTo>
                <a:cubicBezTo>
                  <a:pt x="12" y="19"/>
                  <a:pt x="0" y="45"/>
                  <a:pt x="10" y="81"/>
                </a:cubicBezTo>
                <a:cubicBezTo>
                  <a:pt x="20" y="115"/>
                  <a:pt x="42" y="129"/>
                  <a:pt x="74" y="120"/>
                </a:cubicBezTo>
                <a:cubicBezTo>
                  <a:pt x="75" y="120"/>
                  <a:pt x="76" y="119"/>
                  <a:pt x="77" y="119"/>
                </a:cubicBezTo>
                <a:cubicBezTo>
                  <a:pt x="109" y="108"/>
                  <a:pt x="121" y="83"/>
                  <a:pt x="111" y="47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  <a:cubicBezTo>
                  <a:pt x="60" y="101"/>
                  <a:pt x="54" y="92"/>
                  <a:pt x="45" y="62"/>
                </a:cubicBezTo>
                <a:cubicBezTo>
                  <a:pt x="40" y="43"/>
                  <a:pt x="41" y="35"/>
                  <a:pt x="50" y="32"/>
                </a:cubicBezTo>
                <a:cubicBezTo>
                  <a:pt x="51" y="32"/>
                  <a:pt x="52" y="32"/>
                  <a:pt x="52" y="32"/>
                </a:cubicBezTo>
                <a:cubicBezTo>
                  <a:pt x="62" y="30"/>
                  <a:pt x="68" y="40"/>
                  <a:pt x="76" y="68"/>
                </a:cubicBezTo>
                <a:cubicBezTo>
                  <a:pt x="82" y="87"/>
                  <a:pt x="80" y="95"/>
                  <a:pt x="71" y="98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Freeform 228"/>
          <p:cNvSpPr>
            <a:spLocks noEditPoints="1"/>
          </p:cNvSpPr>
          <p:nvPr/>
        </p:nvSpPr>
        <p:spPr bwMode="auto">
          <a:xfrm>
            <a:off x="3201988" y="2541588"/>
            <a:ext cx="192088" cy="206375"/>
          </a:xfrm>
          <a:custGeom>
            <a:avLst/>
            <a:gdLst>
              <a:gd name="T0" fmla="*/ 111 w 121"/>
              <a:gd name="T1" fmla="*/ 48 h 130"/>
              <a:gd name="T2" fmla="*/ 47 w 121"/>
              <a:gd name="T3" fmla="*/ 10 h 130"/>
              <a:gd name="T4" fmla="*/ 46 w 121"/>
              <a:gd name="T5" fmla="*/ 10 h 130"/>
              <a:gd name="T6" fmla="*/ 10 w 121"/>
              <a:gd name="T7" fmla="*/ 82 h 130"/>
              <a:gd name="T8" fmla="*/ 74 w 121"/>
              <a:gd name="T9" fmla="*/ 121 h 130"/>
              <a:gd name="T10" fmla="*/ 77 w 121"/>
              <a:gd name="T11" fmla="*/ 120 h 130"/>
              <a:gd name="T12" fmla="*/ 111 w 121"/>
              <a:gd name="T13" fmla="*/ 48 h 130"/>
              <a:gd name="T14" fmla="*/ 71 w 121"/>
              <a:gd name="T15" fmla="*/ 99 h 130"/>
              <a:gd name="T16" fmla="*/ 71 w 121"/>
              <a:gd name="T17" fmla="*/ 99 h 130"/>
              <a:gd name="T18" fmla="*/ 45 w 121"/>
              <a:gd name="T19" fmla="*/ 63 h 130"/>
              <a:gd name="T20" fmla="*/ 50 w 121"/>
              <a:gd name="T21" fmla="*/ 33 h 130"/>
              <a:gd name="T22" fmla="*/ 52 w 121"/>
              <a:gd name="T23" fmla="*/ 32 h 130"/>
              <a:gd name="T24" fmla="*/ 76 w 121"/>
              <a:gd name="T25" fmla="*/ 69 h 130"/>
              <a:gd name="T26" fmla="*/ 71 w 121"/>
              <a:gd name="T27" fmla="*/ 99 h 130"/>
              <a:gd name="T28" fmla="*/ 71 w 121"/>
              <a:gd name="T29" fmla="*/ 99 h 130"/>
              <a:gd name="T30" fmla="*/ 71 w 121"/>
              <a:gd name="T31" fmla="*/ 99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0">
                <a:moveTo>
                  <a:pt x="111" y="48"/>
                </a:moveTo>
                <a:cubicBezTo>
                  <a:pt x="101" y="13"/>
                  <a:pt x="79" y="0"/>
                  <a:pt x="47" y="10"/>
                </a:cubicBezTo>
                <a:cubicBezTo>
                  <a:pt x="47" y="10"/>
                  <a:pt x="46" y="10"/>
                  <a:pt x="46" y="10"/>
                </a:cubicBezTo>
                <a:cubicBezTo>
                  <a:pt x="12" y="20"/>
                  <a:pt x="0" y="45"/>
                  <a:pt x="10" y="82"/>
                </a:cubicBezTo>
                <a:cubicBezTo>
                  <a:pt x="20" y="116"/>
                  <a:pt x="42" y="130"/>
                  <a:pt x="74" y="121"/>
                </a:cubicBezTo>
                <a:cubicBezTo>
                  <a:pt x="75" y="120"/>
                  <a:pt x="76" y="120"/>
                  <a:pt x="77" y="120"/>
                </a:cubicBezTo>
                <a:cubicBezTo>
                  <a:pt x="109" y="109"/>
                  <a:pt x="121" y="83"/>
                  <a:pt x="111" y="48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  <a:cubicBezTo>
                  <a:pt x="60" y="102"/>
                  <a:pt x="54" y="93"/>
                  <a:pt x="45" y="63"/>
                </a:cubicBezTo>
                <a:cubicBezTo>
                  <a:pt x="40" y="44"/>
                  <a:pt x="41" y="35"/>
                  <a:pt x="50" y="33"/>
                </a:cubicBezTo>
                <a:cubicBezTo>
                  <a:pt x="51" y="33"/>
                  <a:pt x="52" y="33"/>
                  <a:pt x="52" y="32"/>
                </a:cubicBezTo>
                <a:cubicBezTo>
                  <a:pt x="62" y="31"/>
                  <a:pt x="68" y="41"/>
                  <a:pt x="76" y="69"/>
                </a:cubicBezTo>
                <a:cubicBezTo>
                  <a:pt x="82" y="88"/>
                  <a:pt x="80" y="97"/>
                  <a:pt x="71" y="99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Freeform 229"/>
          <p:cNvSpPr>
            <a:spLocks noEditPoints="1"/>
          </p:cNvSpPr>
          <p:nvPr/>
        </p:nvSpPr>
        <p:spPr bwMode="auto">
          <a:xfrm>
            <a:off x="3267076" y="2757488"/>
            <a:ext cx="114300" cy="200025"/>
          </a:xfrm>
          <a:custGeom>
            <a:avLst/>
            <a:gdLst>
              <a:gd name="T0" fmla="*/ 66 w 72"/>
              <a:gd name="T1" fmla="*/ 88 h 126"/>
              <a:gd name="T2" fmla="*/ 65 w 72"/>
              <a:gd name="T3" fmla="*/ 86 h 126"/>
              <a:gd name="T4" fmla="*/ 60 w 72"/>
              <a:gd name="T5" fmla="*/ 66 h 126"/>
              <a:gd name="T6" fmla="*/ 51 w 72"/>
              <a:gd name="T7" fmla="*/ 29 h 126"/>
              <a:gd name="T8" fmla="*/ 63 w 72"/>
              <a:gd name="T9" fmla="*/ 17 h 126"/>
              <a:gd name="T10" fmla="*/ 60 w 72"/>
              <a:gd name="T11" fmla="*/ 0 h 126"/>
              <a:gd name="T12" fmla="*/ 42 w 72"/>
              <a:gd name="T13" fmla="*/ 6 h 126"/>
              <a:gd name="T14" fmla="*/ 26 w 72"/>
              <a:gd name="T15" fmla="*/ 11 h 126"/>
              <a:gd name="T16" fmla="*/ 0 w 72"/>
              <a:gd name="T17" fmla="*/ 19 h 126"/>
              <a:gd name="T18" fmla="*/ 2 w 72"/>
              <a:gd name="T19" fmla="*/ 31 h 126"/>
              <a:gd name="T20" fmla="*/ 4 w 72"/>
              <a:gd name="T21" fmla="*/ 33 h 126"/>
              <a:gd name="T22" fmla="*/ 8 w 72"/>
              <a:gd name="T23" fmla="*/ 31 h 126"/>
              <a:gd name="T24" fmla="*/ 16 w 72"/>
              <a:gd name="T25" fmla="*/ 38 h 126"/>
              <a:gd name="T26" fmla="*/ 32 w 72"/>
              <a:gd name="T27" fmla="*/ 93 h 126"/>
              <a:gd name="T28" fmla="*/ 26 w 72"/>
              <a:gd name="T29" fmla="*/ 111 h 126"/>
              <a:gd name="T30" fmla="*/ 28 w 72"/>
              <a:gd name="T31" fmla="*/ 126 h 126"/>
              <a:gd name="T32" fmla="*/ 62 w 72"/>
              <a:gd name="T33" fmla="*/ 115 h 126"/>
              <a:gd name="T34" fmla="*/ 72 w 72"/>
              <a:gd name="T35" fmla="*/ 112 h 126"/>
              <a:gd name="T36" fmla="*/ 66 w 72"/>
              <a:gd name="T37" fmla="*/ 88 h 126"/>
              <a:gd name="T38" fmla="*/ 66 w 72"/>
              <a:gd name="T39" fmla="*/ 88 h 126"/>
              <a:gd name="T40" fmla="*/ 66 w 72"/>
              <a:gd name="T41" fmla="*/ 88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2" h="126">
                <a:moveTo>
                  <a:pt x="66" y="88"/>
                </a:moveTo>
                <a:cubicBezTo>
                  <a:pt x="66" y="88"/>
                  <a:pt x="65" y="87"/>
                  <a:pt x="65" y="86"/>
                </a:cubicBezTo>
                <a:cubicBezTo>
                  <a:pt x="63" y="79"/>
                  <a:pt x="61" y="72"/>
                  <a:pt x="60" y="66"/>
                </a:cubicBezTo>
                <a:cubicBezTo>
                  <a:pt x="56" y="52"/>
                  <a:pt x="53" y="40"/>
                  <a:pt x="51" y="29"/>
                </a:cubicBezTo>
                <a:cubicBezTo>
                  <a:pt x="50" y="24"/>
                  <a:pt x="52" y="21"/>
                  <a:pt x="63" y="17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0"/>
                  <a:pt x="51" y="3"/>
                  <a:pt x="42" y="6"/>
                </a:cubicBezTo>
                <a:cubicBezTo>
                  <a:pt x="36" y="8"/>
                  <a:pt x="29" y="10"/>
                  <a:pt x="26" y="11"/>
                </a:cubicBezTo>
                <a:cubicBezTo>
                  <a:pt x="0" y="19"/>
                  <a:pt x="0" y="19"/>
                  <a:pt x="0" y="19"/>
                </a:cubicBezTo>
                <a:cubicBezTo>
                  <a:pt x="2" y="31"/>
                  <a:pt x="2" y="31"/>
                  <a:pt x="2" y="31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6" y="32"/>
                  <a:pt x="8" y="31"/>
                </a:cubicBezTo>
                <a:cubicBezTo>
                  <a:pt x="13" y="30"/>
                  <a:pt x="15" y="31"/>
                  <a:pt x="16" y="38"/>
                </a:cubicBezTo>
                <a:cubicBezTo>
                  <a:pt x="32" y="93"/>
                  <a:pt x="32" y="93"/>
                  <a:pt x="32" y="93"/>
                </a:cubicBezTo>
                <a:cubicBezTo>
                  <a:pt x="35" y="103"/>
                  <a:pt x="33" y="107"/>
                  <a:pt x="26" y="111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8" y="126"/>
                  <a:pt x="46" y="120"/>
                  <a:pt x="62" y="115"/>
                </a:cubicBezTo>
                <a:cubicBezTo>
                  <a:pt x="72" y="112"/>
                  <a:pt x="72" y="112"/>
                  <a:pt x="72" y="112"/>
                </a:cubicBezTo>
                <a:lnTo>
                  <a:pt x="66" y="88"/>
                </a:lnTo>
                <a:close/>
                <a:moveTo>
                  <a:pt x="66" y="88"/>
                </a:moveTo>
                <a:cubicBezTo>
                  <a:pt x="66" y="88"/>
                  <a:pt x="66" y="88"/>
                  <a:pt x="66" y="8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Freeform 230"/>
          <p:cNvSpPr>
            <a:spLocks noEditPoints="1"/>
          </p:cNvSpPr>
          <p:nvPr/>
        </p:nvSpPr>
        <p:spPr bwMode="auto">
          <a:xfrm>
            <a:off x="3371851" y="2840038"/>
            <a:ext cx="74613" cy="95250"/>
          </a:xfrm>
          <a:custGeom>
            <a:avLst/>
            <a:gdLst>
              <a:gd name="T0" fmla="*/ 47 w 47"/>
              <a:gd name="T1" fmla="*/ 47 h 60"/>
              <a:gd name="T2" fmla="*/ 38 w 47"/>
              <a:gd name="T3" fmla="*/ 2 h 60"/>
              <a:gd name="T4" fmla="*/ 36 w 47"/>
              <a:gd name="T5" fmla="*/ 0 h 60"/>
              <a:gd name="T6" fmla="*/ 15 w 47"/>
              <a:gd name="T7" fmla="*/ 8 h 60"/>
              <a:gd name="T8" fmla="*/ 7 w 47"/>
              <a:gd name="T9" fmla="*/ 39 h 60"/>
              <a:gd name="T10" fmla="*/ 0 w 47"/>
              <a:gd name="T11" fmla="*/ 36 h 60"/>
              <a:gd name="T12" fmla="*/ 7 w 47"/>
              <a:gd name="T13" fmla="*/ 60 h 60"/>
              <a:gd name="T14" fmla="*/ 45 w 47"/>
              <a:gd name="T15" fmla="*/ 50 h 60"/>
              <a:gd name="T16" fmla="*/ 47 w 47"/>
              <a:gd name="T17" fmla="*/ 47 h 60"/>
              <a:gd name="T18" fmla="*/ 47 w 47"/>
              <a:gd name="T19" fmla="*/ 47 h 60"/>
              <a:gd name="T20" fmla="*/ 47 w 47"/>
              <a:gd name="T21" fmla="*/ 4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" h="60">
                <a:moveTo>
                  <a:pt x="47" y="47"/>
                </a:moveTo>
                <a:cubicBezTo>
                  <a:pt x="42" y="23"/>
                  <a:pt x="38" y="2"/>
                  <a:pt x="38" y="2"/>
                </a:cubicBezTo>
                <a:cubicBezTo>
                  <a:pt x="36" y="0"/>
                  <a:pt x="36" y="0"/>
                  <a:pt x="36" y="0"/>
                </a:cubicBezTo>
                <a:cubicBezTo>
                  <a:pt x="15" y="8"/>
                  <a:pt x="15" y="8"/>
                  <a:pt x="15" y="8"/>
                </a:cubicBezTo>
                <a:cubicBezTo>
                  <a:pt x="20" y="30"/>
                  <a:pt x="19" y="36"/>
                  <a:pt x="7" y="39"/>
                </a:cubicBezTo>
                <a:cubicBezTo>
                  <a:pt x="4" y="40"/>
                  <a:pt x="1" y="39"/>
                  <a:pt x="0" y="36"/>
                </a:cubicBezTo>
                <a:cubicBezTo>
                  <a:pt x="7" y="60"/>
                  <a:pt x="7" y="60"/>
                  <a:pt x="7" y="60"/>
                </a:cubicBezTo>
                <a:cubicBezTo>
                  <a:pt x="27" y="54"/>
                  <a:pt x="45" y="50"/>
                  <a:pt x="45" y="50"/>
                </a:cubicBezTo>
                <a:lnTo>
                  <a:pt x="47" y="47"/>
                </a:lnTo>
                <a:close/>
                <a:moveTo>
                  <a:pt x="47" y="47"/>
                </a:moveTo>
                <a:cubicBezTo>
                  <a:pt x="47" y="47"/>
                  <a:pt x="47" y="47"/>
                  <a:pt x="47" y="47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Freeform 231"/>
          <p:cNvSpPr>
            <a:spLocks noEditPoints="1"/>
          </p:cNvSpPr>
          <p:nvPr/>
        </p:nvSpPr>
        <p:spPr bwMode="auto">
          <a:xfrm>
            <a:off x="3373438" y="2260600"/>
            <a:ext cx="71438" cy="71438"/>
          </a:xfrm>
          <a:custGeom>
            <a:avLst/>
            <a:gdLst>
              <a:gd name="T0" fmla="*/ 17 w 45"/>
              <a:gd name="T1" fmla="*/ 3 h 45"/>
              <a:gd name="T2" fmla="*/ 3 w 45"/>
              <a:gd name="T3" fmla="*/ 28 h 45"/>
              <a:gd name="T4" fmla="*/ 28 w 45"/>
              <a:gd name="T5" fmla="*/ 42 h 45"/>
              <a:gd name="T6" fmla="*/ 42 w 45"/>
              <a:gd name="T7" fmla="*/ 17 h 45"/>
              <a:gd name="T8" fmla="*/ 17 w 45"/>
              <a:gd name="T9" fmla="*/ 3 h 45"/>
              <a:gd name="T10" fmla="*/ 17 w 45"/>
              <a:gd name="T11" fmla="*/ 3 h 45"/>
              <a:gd name="T12" fmla="*/ 17 w 45"/>
              <a:gd name="T13" fmla="*/ 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45">
                <a:moveTo>
                  <a:pt x="17" y="3"/>
                </a:moveTo>
                <a:cubicBezTo>
                  <a:pt x="6" y="6"/>
                  <a:pt x="0" y="17"/>
                  <a:pt x="3" y="28"/>
                </a:cubicBezTo>
                <a:cubicBezTo>
                  <a:pt x="6" y="39"/>
                  <a:pt x="17" y="45"/>
                  <a:pt x="28" y="42"/>
                </a:cubicBezTo>
                <a:cubicBezTo>
                  <a:pt x="39" y="39"/>
                  <a:pt x="45" y="28"/>
                  <a:pt x="42" y="17"/>
                </a:cubicBezTo>
                <a:cubicBezTo>
                  <a:pt x="38" y="6"/>
                  <a:pt x="27" y="0"/>
                  <a:pt x="17" y="3"/>
                </a:cubicBezTo>
                <a:close/>
                <a:moveTo>
                  <a:pt x="17" y="3"/>
                </a:moveTo>
                <a:cubicBezTo>
                  <a:pt x="17" y="3"/>
                  <a:pt x="17" y="3"/>
                  <a:pt x="17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0" name="Freeform 234"/>
          <p:cNvSpPr>
            <a:spLocks noEditPoints="1"/>
          </p:cNvSpPr>
          <p:nvPr/>
        </p:nvSpPr>
        <p:spPr bwMode="auto">
          <a:xfrm>
            <a:off x="884238" y="1090613"/>
            <a:ext cx="214313" cy="192088"/>
          </a:xfrm>
          <a:custGeom>
            <a:avLst/>
            <a:gdLst>
              <a:gd name="T0" fmla="*/ 47 w 135"/>
              <a:gd name="T1" fmla="*/ 79 h 121"/>
              <a:gd name="T2" fmla="*/ 46 w 135"/>
              <a:gd name="T3" fmla="*/ 89 h 121"/>
              <a:gd name="T4" fmla="*/ 12 w 135"/>
              <a:gd name="T5" fmla="*/ 118 h 121"/>
              <a:gd name="T6" fmla="*/ 3 w 135"/>
              <a:gd name="T7" fmla="*/ 118 h 121"/>
              <a:gd name="T8" fmla="*/ 3 w 135"/>
              <a:gd name="T9" fmla="*/ 108 h 121"/>
              <a:gd name="T10" fmla="*/ 37 w 135"/>
              <a:gd name="T11" fmla="*/ 78 h 121"/>
              <a:gd name="T12" fmla="*/ 47 w 135"/>
              <a:gd name="T13" fmla="*/ 79 h 121"/>
              <a:gd name="T14" fmla="*/ 133 w 135"/>
              <a:gd name="T15" fmla="*/ 3 h 121"/>
              <a:gd name="T16" fmla="*/ 132 w 135"/>
              <a:gd name="T17" fmla="*/ 13 h 121"/>
              <a:gd name="T18" fmla="*/ 98 w 135"/>
              <a:gd name="T19" fmla="*/ 43 h 121"/>
              <a:gd name="T20" fmla="*/ 88 w 135"/>
              <a:gd name="T21" fmla="*/ 42 h 121"/>
              <a:gd name="T22" fmla="*/ 89 w 135"/>
              <a:gd name="T23" fmla="*/ 32 h 121"/>
              <a:gd name="T24" fmla="*/ 123 w 135"/>
              <a:gd name="T25" fmla="*/ 3 h 121"/>
              <a:gd name="T26" fmla="*/ 133 w 135"/>
              <a:gd name="T27" fmla="*/ 3 h 121"/>
              <a:gd name="T28" fmla="*/ 133 w 135"/>
              <a:gd name="T29" fmla="*/ 3 h 121"/>
              <a:gd name="T30" fmla="*/ 133 w 135"/>
              <a:gd name="T31" fmla="*/ 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5" h="121">
                <a:moveTo>
                  <a:pt x="47" y="79"/>
                </a:moveTo>
                <a:cubicBezTo>
                  <a:pt x="50" y="82"/>
                  <a:pt x="49" y="86"/>
                  <a:pt x="46" y="89"/>
                </a:cubicBezTo>
                <a:cubicBezTo>
                  <a:pt x="12" y="118"/>
                  <a:pt x="12" y="118"/>
                  <a:pt x="12" y="118"/>
                </a:cubicBezTo>
                <a:cubicBezTo>
                  <a:pt x="9" y="121"/>
                  <a:pt x="5" y="121"/>
                  <a:pt x="3" y="118"/>
                </a:cubicBezTo>
                <a:cubicBezTo>
                  <a:pt x="0" y="115"/>
                  <a:pt x="0" y="110"/>
                  <a:pt x="3" y="108"/>
                </a:cubicBezTo>
                <a:cubicBezTo>
                  <a:pt x="37" y="78"/>
                  <a:pt x="37" y="78"/>
                  <a:pt x="37" y="78"/>
                </a:cubicBezTo>
                <a:cubicBezTo>
                  <a:pt x="40" y="75"/>
                  <a:pt x="44" y="76"/>
                  <a:pt x="47" y="79"/>
                </a:cubicBezTo>
                <a:close/>
                <a:moveTo>
                  <a:pt x="133" y="3"/>
                </a:moveTo>
                <a:cubicBezTo>
                  <a:pt x="135" y="6"/>
                  <a:pt x="135" y="11"/>
                  <a:pt x="132" y="13"/>
                </a:cubicBezTo>
                <a:cubicBezTo>
                  <a:pt x="98" y="43"/>
                  <a:pt x="98" y="43"/>
                  <a:pt x="98" y="43"/>
                </a:cubicBezTo>
                <a:cubicBezTo>
                  <a:pt x="95" y="46"/>
                  <a:pt x="91" y="45"/>
                  <a:pt x="88" y="42"/>
                </a:cubicBezTo>
                <a:cubicBezTo>
                  <a:pt x="86" y="39"/>
                  <a:pt x="86" y="35"/>
                  <a:pt x="89" y="32"/>
                </a:cubicBezTo>
                <a:cubicBezTo>
                  <a:pt x="123" y="3"/>
                  <a:pt x="123" y="3"/>
                  <a:pt x="123" y="3"/>
                </a:cubicBezTo>
                <a:cubicBezTo>
                  <a:pt x="126" y="0"/>
                  <a:pt x="130" y="1"/>
                  <a:pt x="133" y="3"/>
                </a:cubicBezTo>
                <a:close/>
                <a:moveTo>
                  <a:pt x="133" y="3"/>
                </a:moveTo>
                <a:cubicBezTo>
                  <a:pt x="133" y="3"/>
                  <a:pt x="133" y="3"/>
                  <a:pt x="133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Freeform 235"/>
          <p:cNvSpPr>
            <a:spLocks noEditPoints="1"/>
          </p:cNvSpPr>
          <p:nvPr/>
        </p:nvSpPr>
        <p:spPr bwMode="auto">
          <a:xfrm>
            <a:off x="895351" y="1079500"/>
            <a:ext cx="192088" cy="214313"/>
          </a:xfrm>
          <a:custGeom>
            <a:avLst/>
            <a:gdLst>
              <a:gd name="T0" fmla="*/ 14 w 121"/>
              <a:gd name="T1" fmla="*/ 3 h 135"/>
              <a:gd name="T2" fmla="*/ 43 w 121"/>
              <a:gd name="T3" fmla="*/ 37 h 135"/>
              <a:gd name="T4" fmla="*/ 43 w 121"/>
              <a:gd name="T5" fmla="*/ 47 h 135"/>
              <a:gd name="T6" fmla="*/ 33 w 121"/>
              <a:gd name="T7" fmla="*/ 46 h 135"/>
              <a:gd name="T8" fmla="*/ 3 w 121"/>
              <a:gd name="T9" fmla="*/ 12 h 135"/>
              <a:gd name="T10" fmla="*/ 4 w 121"/>
              <a:gd name="T11" fmla="*/ 3 h 135"/>
              <a:gd name="T12" fmla="*/ 14 w 121"/>
              <a:gd name="T13" fmla="*/ 3 h 135"/>
              <a:gd name="T14" fmla="*/ 89 w 121"/>
              <a:gd name="T15" fmla="*/ 89 h 135"/>
              <a:gd name="T16" fmla="*/ 118 w 121"/>
              <a:gd name="T17" fmla="*/ 123 h 135"/>
              <a:gd name="T18" fmla="*/ 118 w 121"/>
              <a:gd name="T19" fmla="*/ 133 h 135"/>
              <a:gd name="T20" fmla="*/ 108 w 121"/>
              <a:gd name="T21" fmla="*/ 132 h 135"/>
              <a:gd name="T22" fmla="*/ 78 w 121"/>
              <a:gd name="T23" fmla="*/ 98 h 135"/>
              <a:gd name="T24" fmla="*/ 79 w 121"/>
              <a:gd name="T25" fmla="*/ 88 h 135"/>
              <a:gd name="T26" fmla="*/ 89 w 121"/>
              <a:gd name="T27" fmla="*/ 89 h 135"/>
              <a:gd name="T28" fmla="*/ 89 w 121"/>
              <a:gd name="T29" fmla="*/ 89 h 135"/>
              <a:gd name="T30" fmla="*/ 89 w 121"/>
              <a:gd name="T31" fmla="*/ 89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5">
                <a:moveTo>
                  <a:pt x="14" y="3"/>
                </a:moveTo>
                <a:cubicBezTo>
                  <a:pt x="43" y="37"/>
                  <a:pt x="43" y="37"/>
                  <a:pt x="43" y="37"/>
                </a:cubicBezTo>
                <a:cubicBezTo>
                  <a:pt x="46" y="40"/>
                  <a:pt x="46" y="44"/>
                  <a:pt x="43" y="47"/>
                </a:cubicBezTo>
                <a:cubicBezTo>
                  <a:pt x="40" y="50"/>
                  <a:pt x="35" y="49"/>
                  <a:pt x="33" y="46"/>
                </a:cubicBezTo>
                <a:cubicBezTo>
                  <a:pt x="3" y="12"/>
                  <a:pt x="3" y="12"/>
                  <a:pt x="3" y="12"/>
                </a:cubicBezTo>
                <a:cubicBezTo>
                  <a:pt x="0" y="10"/>
                  <a:pt x="1" y="5"/>
                  <a:pt x="4" y="3"/>
                </a:cubicBezTo>
                <a:cubicBezTo>
                  <a:pt x="6" y="0"/>
                  <a:pt x="11" y="0"/>
                  <a:pt x="14" y="3"/>
                </a:cubicBezTo>
                <a:close/>
                <a:moveTo>
                  <a:pt x="89" y="89"/>
                </a:moveTo>
                <a:cubicBezTo>
                  <a:pt x="118" y="123"/>
                  <a:pt x="118" y="123"/>
                  <a:pt x="118" y="123"/>
                </a:cubicBezTo>
                <a:cubicBezTo>
                  <a:pt x="121" y="126"/>
                  <a:pt x="121" y="130"/>
                  <a:pt x="118" y="133"/>
                </a:cubicBezTo>
                <a:cubicBezTo>
                  <a:pt x="115" y="135"/>
                  <a:pt x="110" y="135"/>
                  <a:pt x="108" y="132"/>
                </a:cubicBezTo>
                <a:cubicBezTo>
                  <a:pt x="78" y="98"/>
                  <a:pt x="78" y="98"/>
                  <a:pt x="78" y="98"/>
                </a:cubicBezTo>
                <a:cubicBezTo>
                  <a:pt x="76" y="95"/>
                  <a:pt x="76" y="91"/>
                  <a:pt x="79" y="88"/>
                </a:cubicBezTo>
                <a:cubicBezTo>
                  <a:pt x="82" y="86"/>
                  <a:pt x="86" y="86"/>
                  <a:pt x="89" y="89"/>
                </a:cubicBezTo>
                <a:close/>
                <a:moveTo>
                  <a:pt x="89" y="89"/>
                </a:moveTo>
                <a:cubicBezTo>
                  <a:pt x="89" y="89"/>
                  <a:pt x="89" y="89"/>
                  <a:pt x="89" y="8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22" name="组合 221"/>
          <p:cNvGrpSpPr/>
          <p:nvPr/>
        </p:nvGrpSpPr>
        <p:grpSpPr>
          <a:xfrm>
            <a:off x="0" y="2002523"/>
            <a:ext cx="11401425" cy="2487613"/>
            <a:chOff x="0" y="2002523"/>
            <a:chExt cx="11401425" cy="2487613"/>
          </a:xfrm>
        </p:grpSpPr>
        <p:grpSp>
          <p:nvGrpSpPr>
            <p:cNvPr id="223" name="Group 221"/>
            <p:cNvGrpSpPr>
              <a:grpSpLocks/>
            </p:cNvGrpSpPr>
            <p:nvPr/>
          </p:nvGrpSpPr>
          <p:grpSpPr bwMode="auto">
            <a:xfrm>
              <a:off x="0" y="2002523"/>
              <a:ext cx="11401425" cy="2487613"/>
              <a:chOff x="249" y="676"/>
              <a:chExt cx="7182" cy="1567"/>
            </a:xfrm>
          </p:grpSpPr>
          <p:sp>
            <p:nvSpPr>
              <p:cNvPr id="226" name="Freeform 22"/>
              <p:cNvSpPr>
                <a:spLocks noEditPoints="1"/>
              </p:cNvSpPr>
              <p:nvPr userDrawn="1"/>
            </p:nvSpPr>
            <p:spPr bwMode="auto">
              <a:xfrm>
                <a:off x="375" y="1179"/>
                <a:ext cx="258" cy="811"/>
              </a:xfrm>
              <a:custGeom>
                <a:avLst/>
                <a:gdLst>
                  <a:gd name="T0" fmla="*/ 37 w 258"/>
                  <a:gd name="T1" fmla="*/ 2 h 811"/>
                  <a:gd name="T2" fmla="*/ 1 w 258"/>
                  <a:gd name="T3" fmla="*/ 12 h 811"/>
                  <a:gd name="T4" fmla="*/ 1 w 258"/>
                  <a:gd name="T5" fmla="*/ 0 h 811"/>
                  <a:gd name="T6" fmla="*/ 1 w 258"/>
                  <a:gd name="T7" fmla="*/ 12 h 811"/>
                  <a:gd name="T8" fmla="*/ 221 w 258"/>
                  <a:gd name="T9" fmla="*/ 811 h 811"/>
                  <a:gd name="T10" fmla="*/ 258 w 258"/>
                  <a:gd name="T11" fmla="*/ 801 h 811"/>
                  <a:gd name="T12" fmla="*/ 38 w 258"/>
                  <a:gd name="T13" fmla="*/ 7 h 811"/>
                  <a:gd name="T14" fmla="*/ 37 w 258"/>
                  <a:gd name="T15" fmla="*/ 2 h 811"/>
                  <a:gd name="T16" fmla="*/ 37 w 258"/>
                  <a:gd name="T17" fmla="*/ 2 h 811"/>
                  <a:gd name="T18" fmla="*/ 37 w 258"/>
                  <a:gd name="T19" fmla="*/ 2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8" h="811">
                    <a:moveTo>
                      <a:pt x="37" y="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0" y="8"/>
                      <a:pt x="1" y="12"/>
                    </a:cubicBezTo>
                    <a:cubicBezTo>
                      <a:pt x="221" y="811"/>
                      <a:pt x="221" y="811"/>
                      <a:pt x="221" y="811"/>
                    </a:cubicBezTo>
                    <a:cubicBezTo>
                      <a:pt x="258" y="801"/>
                      <a:pt x="258" y="801"/>
                      <a:pt x="258" y="80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7" y="2"/>
                    </a:cubicBezTo>
                    <a:close/>
                    <a:moveTo>
                      <a:pt x="37" y="2"/>
                    </a:moveTo>
                    <a:cubicBezTo>
                      <a:pt x="37" y="2"/>
                      <a:pt x="37" y="2"/>
                      <a:pt x="3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7" name="Freeform 23"/>
              <p:cNvSpPr>
                <a:spLocks noEditPoints="1"/>
              </p:cNvSpPr>
              <p:nvPr userDrawn="1"/>
            </p:nvSpPr>
            <p:spPr bwMode="auto">
              <a:xfrm>
                <a:off x="376" y="1165"/>
                <a:ext cx="36" cy="26"/>
              </a:xfrm>
              <a:custGeom>
                <a:avLst/>
                <a:gdLst>
                  <a:gd name="T0" fmla="*/ 36 w 36"/>
                  <a:gd name="T1" fmla="*/ 16 h 26"/>
                  <a:gd name="T2" fmla="*/ 13 w 36"/>
                  <a:gd name="T3" fmla="*/ 3 h 26"/>
                  <a:gd name="T4" fmla="*/ 0 w 36"/>
                  <a:gd name="T5" fmla="*/ 14 h 26"/>
                  <a:gd name="T6" fmla="*/ 0 w 36"/>
                  <a:gd name="T7" fmla="*/ 26 h 26"/>
                  <a:gd name="T8" fmla="*/ 36 w 36"/>
                  <a:gd name="T9" fmla="*/ 16 h 26"/>
                  <a:gd name="T10" fmla="*/ 36 w 36"/>
                  <a:gd name="T11" fmla="*/ 16 h 26"/>
                  <a:gd name="T12" fmla="*/ 36 w 36"/>
                  <a:gd name="T13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6">
                    <a:moveTo>
                      <a:pt x="36" y="16"/>
                    </a:moveTo>
                    <a:cubicBezTo>
                      <a:pt x="33" y="6"/>
                      <a:pt x="23" y="0"/>
                      <a:pt x="13" y="3"/>
                    </a:cubicBezTo>
                    <a:cubicBezTo>
                      <a:pt x="7" y="5"/>
                      <a:pt x="2" y="9"/>
                      <a:pt x="0" y="14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36" y="16"/>
                    </a:lnTo>
                    <a:close/>
                    <a:moveTo>
                      <a:pt x="36" y="16"/>
                    </a:moveTo>
                    <a:cubicBezTo>
                      <a:pt x="36" y="16"/>
                      <a:pt x="36" y="16"/>
                      <a:pt x="36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8" name="Freeform 24"/>
              <p:cNvSpPr>
                <a:spLocks noEditPoints="1"/>
              </p:cNvSpPr>
              <p:nvPr userDrawn="1"/>
            </p:nvSpPr>
            <p:spPr bwMode="auto">
              <a:xfrm>
                <a:off x="376" y="1058"/>
                <a:ext cx="101" cy="122"/>
              </a:xfrm>
              <a:custGeom>
                <a:avLst/>
                <a:gdLst>
                  <a:gd name="T0" fmla="*/ 40 w 101"/>
                  <a:gd name="T1" fmla="*/ 0 h 122"/>
                  <a:gd name="T2" fmla="*/ 22 w 101"/>
                  <a:gd name="T3" fmla="*/ 5 h 122"/>
                  <a:gd name="T4" fmla="*/ 4 w 101"/>
                  <a:gd name="T5" fmla="*/ 10 h 122"/>
                  <a:gd name="T6" fmla="*/ 0 w 101"/>
                  <a:gd name="T7" fmla="*/ 121 h 122"/>
                  <a:gd name="T8" fmla="*/ 13 w 101"/>
                  <a:gd name="T9" fmla="*/ 110 h 122"/>
                  <a:gd name="T10" fmla="*/ 36 w 101"/>
                  <a:gd name="T11" fmla="*/ 122 h 122"/>
                  <a:gd name="T12" fmla="*/ 48 w 101"/>
                  <a:gd name="T13" fmla="*/ 100 h 122"/>
                  <a:gd name="T14" fmla="*/ 71 w 101"/>
                  <a:gd name="T15" fmla="*/ 112 h 122"/>
                  <a:gd name="T16" fmla="*/ 79 w 101"/>
                  <a:gd name="T17" fmla="*/ 92 h 122"/>
                  <a:gd name="T18" fmla="*/ 101 w 101"/>
                  <a:gd name="T19" fmla="*/ 93 h 122"/>
                  <a:gd name="T20" fmla="*/ 40 w 101"/>
                  <a:gd name="T21" fmla="*/ 0 h 122"/>
                  <a:gd name="T22" fmla="*/ 40 w 101"/>
                  <a:gd name="T23" fmla="*/ 0 h 122"/>
                  <a:gd name="T24" fmla="*/ 40 w 101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22">
                    <a:moveTo>
                      <a:pt x="40" y="0"/>
                    </a:moveTo>
                    <a:cubicBezTo>
                      <a:pt x="22" y="5"/>
                      <a:pt x="22" y="5"/>
                      <a:pt x="22" y="5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6"/>
                      <a:pt x="7" y="111"/>
                      <a:pt x="13" y="110"/>
                    </a:cubicBezTo>
                    <a:cubicBezTo>
                      <a:pt x="23" y="107"/>
                      <a:pt x="33" y="112"/>
                      <a:pt x="36" y="122"/>
                    </a:cubicBezTo>
                    <a:cubicBezTo>
                      <a:pt x="33" y="112"/>
                      <a:pt x="39" y="102"/>
                      <a:pt x="48" y="100"/>
                    </a:cubicBezTo>
                    <a:cubicBezTo>
                      <a:pt x="58" y="97"/>
                      <a:pt x="69" y="103"/>
                      <a:pt x="71" y="112"/>
                    </a:cubicBezTo>
                    <a:cubicBezTo>
                      <a:pt x="69" y="105"/>
                      <a:pt x="72" y="96"/>
                      <a:pt x="79" y="92"/>
                    </a:cubicBezTo>
                    <a:cubicBezTo>
                      <a:pt x="86" y="88"/>
                      <a:pt x="95" y="88"/>
                      <a:pt x="101" y="93"/>
                    </a:cubicBezTo>
                    <a:lnTo>
                      <a:pt x="40" y="0"/>
                    </a:lnTo>
                    <a:close/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9" name="Freeform 25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close/>
                    <a:moveTo>
                      <a:pt x="3" y="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0" name="Freeform 26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moveTo>
                      <a:pt x="3" y="0"/>
                    </a:move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1" name="Freeform 27"/>
              <p:cNvSpPr>
                <a:spLocks noEditPoints="1"/>
              </p:cNvSpPr>
              <p:nvPr userDrawn="1"/>
            </p:nvSpPr>
            <p:spPr bwMode="auto">
              <a:xfrm>
                <a:off x="447" y="1161"/>
                <a:ext cx="256" cy="810"/>
              </a:xfrm>
              <a:custGeom>
                <a:avLst/>
                <a:gdLst>
                  <a:gd name="T0" fmla="*/ 1 w 256"/>
                  <a:gd name="T1" fmla="*/ 15 h 810"/>
                  <a:gd name="T2" fmla="*/ 220 w 256"/>
                  <a:gd name="T3" fmla="*/ 810 h 810"/>
                  <a:gd name="T4" fmla="*/ 256 w 256"/>
                  <a:gd name="T5" fmla="*/ 800 h 810"/>
                  <a:gd name="T6" fmla="*/ 35 w 256"/>
                  <a:gd name="T7" fmla="*/ 0 h 810"/>
                  <a:gd name="T8" fmla="*/ 0 w 256"/>
                  <a:gd name="T9" fmla="*/ 10 h 810"/>
                  <a:gd name="T10" fmla="*/ 1 w 256"/>
                  <a:gd name="T11" fmla="*/ 15 h 810"/>
                  <a:gd name="T12" fmla="*/ 1 w 256"/>
                  <a:gd name="T13" fmla="*/ 15 h 810"/>
                  <a:gd name="T14" fmla="*/ 1 w 256"/>
                  <a:gd name="T15" fmla="*/ 15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" h="810">
                    <a:moveTo>
                      <a:pt x="1" y="15"/>
                    </a:moveTo>
                    <a:cubicBezTo>
                      <a:pt x="220" y="810"/>
                      <a:pt x="220" y="810"/>
                      <a:pt x="220" y="810"/>
                    </a:cubicBezTo>
                    <a:cubicBezTo>
                      <a:pt x="256" y="800"/>
                      <a:pt x="256" y="800"/>
                      <a:pt x="256" y="80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1" y="13"/>
                      <a:pt x="1" y="15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2" name="Freeform 28"/>
              <p:cNvSpPr>
                <a:spLocks noEditPoints="1"/>
              </p:cNvSpPr>
              <p:nvPr userDrawn="1"/>
            </p:nvSpPr>
            <p:spPr bwMode="auto">
              <a:xfrm>
                <a:off x="477" y="1152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0 w 5"/>
                  <a:gd name="T3" fmla="*/ 0 h 9"/>
                  <a:gd name="T4" fmla="*/ 5 w 5"/>
                  <a:gd name="T5" fmla="*/ 9 h 9"/>
                  <a:gd name="T6" fmla="*/ 5 w 5"/>
                  <a:gd name="T7" fmla="*/ 9 h 9"/>
                  <a:gd name="T8" fmla="*/ 5 w 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cubicBezTo>
                      <a:pt x="5" y="6"/>
                      <a:pt x="2" y="2"/>
                      <a:pt x="0" y="0"/>
                    </a:cubicBezTo>
                    <a:lnTo>
                      <a:pt x="5" y="9"/>
                    </a:ln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Freeform 29"/>
              <p:cNvSpPr>
                <a:spLocks noEditPoints="1"/>
              </p:cNvSpPr>
              <p:nvPr userDrawn="1"/>
            </p:nvSpPr>
            <p:spPr bwMode="auto">
              <a:xfrm>
                <a:off x="444" y="1147"/>
                <a:ext cx="38" cy="24"/>
              </a:xfrm>
              <a:custGeom>
                <a:avLst/>
                <a:gdLst>
                  <a:gd name="T0" fmla="*/ 16 w 38"/>
                  <a:gd name="T1" fmla="*/ 1 h 24"/>
                  <a:gd name="T2" fmla="*/ 3 w 38"/>
                  <a:gd name="T3" fmla="*/ 24 h 24"/>
                  <a:gd name="T4" fmla="*/ 38 w 38"/>
                  <a:gd name="T5" fmla="*/ 14 h 24"/>
                  <a:gd name="T6" fmla="*/ 33 w 38"/>
                  <a:gd name="T7" fmla="*/ 5 h 24"/>
                  <a:gd name="T8" fmla="*/ 16 w 38"/>
                  <a:gd name="T9" fmla="*/ 1 h 24"/>
                  <a:gd name="T10" fmla="*/ 16 w 38"/>
                  <a:gd name="T11" fmla="*/ 1 h 24"/>
                  <a:gd name="T12" fmla="*/ 16 w 38"/>
                  <a:gd name="T13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4">
                    <a:moveTo>
                      <a:pt x="16" y="1"/>
                    </a:moveTo>
                    <a:cubicBezTo>
                      <a:pt x="6" y="4"/>
                      <a:pt x="0" y="14"/>
                      <a:pt x="3" y="2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1"/>
                      <a:pt x="22" y="0"/>
                      <a:pt x="16" y="1"/>
                    </a:cubicBezTo>
                    <a:close/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Freeform 30"/>
              <p:cNvSpPr>
                <a:spLocks noEditPoints="1"/>
              </p:cNvSpPr>
              <p:nvPr userDrawn="1"/>
            </p:nvSpPr>
            <p:spPr bwMode="auto">
              <a:xfrm>
                <a:off x="410" y="1155"/>
                <a:ext cx="257" cy="825"/>
              </a:xfrm>
              <a:custGeom>
                <a:avLst/>
                <a:gdLst>
                  <a:gd name="T0" fmla="*/ 38 w 257"/>
                  <a:gd name="T1" fmla="*/ 21 h 825"/>
                  <a:gd name="T2" fmla="*/ 37 w 257"/>
                  <a:gd name="T3" fmla="*/ 16 h 825"/>
                  <a:gd name="T4" fmla="*/ 14 w 257"/>
                  <a:gd name="T5" fmla="*/ 3 h 825"/>
                  <a:gd name="T6" fmla="*/ 2 w 257"/>
                  <a:gd name="T7" fmla="*/ 14 h 825"/>
                  <a:gd name="T8" fmla="*/ 3 w 257"/>
                  <a:gd name="T9" fmla="*/ 30 h 825"/>
                  <a:gd name="T10" fmla="*/ 223 w 257"/>
                  <a:gd name="T11" fmla="*/ 825 h 825"/>
                  <a:gd name="T12" fmla="*/ 240 w 257"/>
                  <a:gd name="T13" fmla="*/ 820 h 825"/>
                  <a:gd name="T14" fmla="*/ 257 w 257"/>
                  <a:gd name="T15" fmla="*/ 815 h 825"/>
                  <a:gd name="T16" fmla="*/ 38 w 257"/>
                  <a:gd name="T17" fmla="*/ 21 h 825"/>
                  <a:gd name="T18" fmla="*/ 38 w 257"/>
                  <a:gd name="T19" fmla="*/ 21 h 825"/>
                  <a:gd name="T20" fmla="*/ 38 w 257"/>
                  <a:gd name="T21" fmla="*/ 21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7" h="825">
                    <a:moveTo>
                      <a:pt x="38" y="21"/>
                    </a:moveTo>
                    <a:cubicBezTo>
                      <a:pt x="38" y="19"/>
                      <a:pt x="38" y="18"/>
                      <a:pt x="37" y="16"/>
                    </a:cubicBezTo>
                    <a:cubicBezTo>
                      <a:pt x="34" y="6"/>
                      <a:pt x="24" y="0"/>
                      <a:pt x="14" y="3"/>
                    </a:cubicBezTo>
                    <a:cubicBezTo>
                      <a:pt x="9" y="4"/>
                      <a:pt x="4" y="9"/>
                      <a:pt x="2" y="14"/>
                    </a:cubicBezTo>
                    <a:cubicBezTo>
                      <a:pt x="0" y="19"/>
                      <a:pt x="0" y="26"/>
                      <a:pt x="3" y="30"/>
                    </a:cubicBezTo>
                    <a:cubicBezTo>
                      <a:pt x="223" y="825"/>
                      <a:pt x="223" y="825"/>
                      <a:pt x="223" y="825"/>
                    </a:cubicBezTo>
                    <a:cubicBezTo>
                      <a:pt x="240" y="820"/>
                      <a:pt x="240" y="820"/>
                      <a:pt x="240" y="820"/>
                    </a:cubicBezTo>
                    <a:cubicBezTo>
                      <a:pt x="257" y="815"/>
                      <a:pt x="257" y="815"/>
                      <a:pt x="257" y="815"/>
                    </a:cubicBezTo>
                    <a:lnTo>
                      <a:pt x="38" y="21"/>
                    </a:lnTo>
                    <a:close/>
                    <a:moveTo>
                      <a:pt x="38" y="21"/>
                    </a:moveTo>
                    <a:cubicBezTo>
                      <a:pt x="38" y="21"/>
                      <a:pt x="38" y="21"/>
                      <a:pt x="38" y="21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Freeform 31"/>
              <p:cNvSpPr>
                <a:spLocks noEditPoints="1"/>
              </p:cNvSpPr>
              <p:nvPr userDrawn="1"/>
            </p:nvSpPr>
            <p:spPr bwMode="auto">
              <a:xfrm>
                <a:off x="701" y="1093"/>
                <a:ext cx="72" cy="226"/>
              </a:xfrm>
              <a:custGeom>
                <a:avLst/>
                <a:gdLst>
                  <a:gd name="T0" fmla="*/ 72 w 72"/>
                  <a:gd name="T1" fmla="*/ 2 h 226"/>
                  <a:gd name="T2" fmla="*/ 0 w 72"/>
                  <a:gd name="T3" fmla="*/ 220 h 226"/>
                  <a:gd name="T4" fmla="*/ 41 w 72"/>
                  <a:gd name="T5" fmla="*/ 226 h 226"/>
                  <a:gd name="T6" fmla="*/ 72 w 72"/>
                  <a:gd name="T7" fmla="*/ 2 h 226"/>
                  <a:gd name="T8" fmla="*/ 72 w 72"/>
                  <a:gd name="T9" fmla="*/ 2 h 226"/>
                  <a:gd name="T10" fmla="*/ 72 w 72"/>
                  <a:gd name="T11" fmla="*/ 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226">
                    <a:moveTo>
                      <a:pt x="72" y="2"/>
                    </a:moveTo>
                    <a:cubicBezTo>
                      <a:pt x="54" y="0"/>
                      <a:pt x="27" y="87"/>
                      <a:pt x="0" y="220"/>
                    </a:cubicBezTo>
                    <a:cubicBezTo>
                      <a:pt x="41" y="226"/>
                      <a:pt x="41" y="226"/>
                      <a:pt x="41" y="226"/>
                    </a:cubicBezTo>
                    <a:lnTo>
                      <a:pt x="72" y="2"/>
                    </a:lnTo>
                    <a:close/>
                    <a:moveTo>
                      <a:pt x="72" y="2"/>
                    </a:moveTo>
                    <a:cubicBezTo>
                      <a:pt x="72" y="2"/>
                      <a:pt x="72" y="2"/>
                      <a:pt x="7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Freeform 32"/>
              <p:cNvSpPr>
                <a:spLocks noEditPoints="1"/>
              </p:cNvSpPr>
              <p:nvPr userDrawn="1"/>
            </p:nvSpPr>
            <p:spPr bwMode="auto">
              <a:xfrm>
                <a:off x="803" y="837"/>
                <a:ext cx="5" cy="39"/>
              </a:xfrm>
              <a:custGeom>
                <a:avLst/>
                <a:gdLst>
                  <a:gd name="T0" fmla="*/ 5 w 5"/>
                  <a:gd name="T1" fmla="*/ 0 h 39"/>
                  <a:gd name="T2" fmla="*/ 0 w 5"/>
                  <a:gd name="T3" fmla="*/ 39 h 39"/>
                  <a:gd name="T4" fmla="*/ 5 w 5"/>
                  <a:gd name="T5" fmla="*/ 0 h 39"/>
                  <a:gd name="T6" fmla="*/ 5 w 5"/>
                  <a:gd name="T7" fmla="*/ 0 h 39"/>
                  <a:gd name="T8" fmla="*/ 5 w 5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9">
                    <a:moveTo>
                      <a:pt x="5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16"/>
                      <a:pt x="5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00BE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Freeform 33"/>
              <p:cNvSpPr>
                <a:spLocks noEditPoints="1"/>
              </p:cNvSpPr>
              <p:nvPr userDrawn="1"/>
            </p:nvSpPr>
            <p:spPr bwMode="auto">
              <a:xfrm>
                <a:off x="717" y="837"/>
                <a:ext cx="128" cy="263"/>
              </a:xfrm>
              <a:custGeom>
                <a:avLst/>
                <a:gdLst>
                  <a:gd name="T0" fmla="*/ 91 w 128"/>
                  <a:gd name="T1" fmla="*/ 0 h 263"/>
                  <a:gd name="T2" fmla="*/ 86 w 128"/>
                  <a:gd name="T3" fmla="*/ 39 h 263"/>
                  <a:gd name="T4" fmla="*/ 67 w 128"/>
                  <a:gd name="T5" fmla="*/ 95 h 263"/>
                  <a:gd name="T6" fmla="*/ 4 w 128"/>
                  <a:gd name="T7" fmla="*/ 190 h 263"/>
                  <a:gd name="T8" fmla="*/ 56 w 128"/>
                  <a:gd name="T9" fmla="*/ 258 h 263"/>
                  <a:gd name="T10" fmla="*/ 124 w 128"/>
                  <a:gd name="T11" fmla="*/ 207 h 263"/>
                  <a:gd name="T12" fmla="*/ 91 w 128"/>
                  <a:gd name="T13" fmla="*/ 0 h 263"/>
                  <a:gd name="T14" fmla="*/ 91 w 128"/>
                  <a:gd name="T15" fmla="*/ 0 h 263"/>
                  <a:gd name="T16" fmla="*/ 91 w 128"/>
                  <a:gd name="T1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263">
                    <a:moveTo>
                      <a:pt x="91" y="0"/>
                    </a:moveTo>
                    <a:cubicBezTo>
                      <a:pt x="91" y="0"/>
                      <a:pt x="91" y="16"/>
                      <a:pt x="86" y="39"/>
                    </a:cubicBezTo>
                    <a:cubicBezTo>
                      <a:pt x="82" y="55"/>
                      <a:pt x="76" y="75"/>
                      <a:pt x="67" y="95"/>
                    </a:cubicBezTo>
                    <a:cubicBezTo>
                      <a:pt x="49" y="130"/>
                      <a:pt x="9" y="160"/>
                      <a:pt x="4" y="190"/>
                    </a:cubicBezTo>
                    <a:cubicBezTo>
                      <a:pt x="0" y="223"/>
                      <a:pt x="23" y="254"/>
                      <a:pt x="56" y="258"/>
                    </a:cubicBezTo>
                    <a:cubicBezTo>
                      <a:pt x="89" y="263"/>
                      <a:pt x="119" y="240"/>
                      <a:pt x="124" y="207"/>
                    </a:cubicBezTo>
                    <a:cubicBezTo>
                      <a:pt x="128" y="174"/>
                      <a:pt x="120" y="61"/>
                      <a:pt x="91" y="0"/>
                    </a:cubicBezTo>
                    <a:close/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" name="Freeform 34"/>
              <p:cNvSpPr>
                <a:spLocks noEditPoints="1"/>
              </p:cNvSpPr>
              <p:nvPr userDrawn="1"/>
            </p:nvSpPr>
            <p:spPr bwMode="auto">
              <a:xfrm>
                <a:off x="742" y="1095"/>
                <a:ext cx="51" cy="229"/>
              </a:xfrm>
              <a:custGeom>
                <a:avLst/>
                <a:gdLst>
                  <a:gd name="T0" fmla="*/ 41 w 51"/>
                  <a:gd name="T1" fmla="*/ 229 h 229"/>
                  <a:gd name="T2" fmla="*/ 31 w 51"/>
                  <a:gd name="T3" fmla="*/ 0 h 229"/>
                  <a:gd name="T4" fmla="*/ 0 w 51"/>
                  <a:gd name="T5" fmla="*/ 223 h 229"/>
                  <a:gd name="T6" fmla="*/ 41 w 51"/>
                  <a:gd name="T7" fmla="*/ 229 h 229"/>
                  <a:gd name="T8" fmla="*/ 41 w 51"/>
                  <a:gd name="T9" fmla="*/ 229 h 229"/>
                  <a:gd name="T10" fmla="*/ 41 w 51"/>
                  <a:gd name="T11" fmla="*/ 22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29">
                    <a:moveTo>
                      <a:pt x="41" y="229"/>
                    </a:moveTo>
                    <a:cubicBezTo>
                      <a:pt x="51" y="94"/>
                      <a:pt x="48" y="3"/>
                      <a:pt x="31" y="0"/>
                    </a:cubicBezTo>
                    <a:cubicBezTo>
                      <a:pt x="0" y="223"/>
                      <a:pt x="0" y="223"/>
                      <a:pt x="0" y="223"/>
                    </a:cubicBezTo>
                    <a:lnTo>
                      <a:pt x="41" y="229"/>
                    </a:lnTo>
                    <a:close/>
                    <a:moveTo>
                      <a:pt x="41" y="229"/>
                    </a:moveTo>
                    <a:cubicBezTo>
                      <a:pt x="41" y="229"/>
                      <a:pt x="41" y="229"/>
                      <a:pt x="41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" name="Freeform 35"/>
              <p:cNvSpPr>
                <a:spLocks noEditPoints="1"/>
              </p:cNvSpPr>
              <p:nvPr userDrawn="1"/>
            </p:nvSpPr>
            <p:spPr bwMode="auto">
              <a:xfrm>
                <a:off x="621" y="1313"/>
                <a:ext cx="162" cy="692"/>
              </a:xfrm>
              <a:custGeom>
                <a:avLst/>
                <a:gdLst>
                  <a:gd name="T0" fmla="*/ 121 w 162"/>
                  <a:gd name="T1" fmla="*/ 5 h 692"/>
                  <a:gd name="T2" fmla="*/ 80 w 162"/>
                  <a:gd name="T3" fmla="*/ 0 h 692"/>
                  <a:gd name="T4" fmla="*/ 42 w 162"/>
                  <a:gd name="T5" fmla="*/ 228 h 692"/>
                  <a:gd name="T6" fmla="*/ 27 w 162"/>
                  <a:gd name="T7" fmla="*/ 688 h 692"/>
                  <a:gd name="T8" fmla="*/ 136 w 162"/>
                  <a:gd name="T9" fmla="*/ 241 h 692"/>
                  <a:gd name="T10" fmla="*/ 162 w 162"/>
                  <a:gd name="T11" fmla="*/ 11 h 692"/>
                  <a:gd name="T12" fmla="*/ 121 w 162"/>
                  <a:gd name="T13" fmla="*/ 5 h 692"/>
                  <a:gd name="T14" fmla="*/ 121 w 162"/>
                  <a:gd name="T15" fmla="*/ 5 h 692"/>
                  <a:gd name="T16" fmla="*/ 121 w 162"/>
                  <a:gd name="T17" fmla="*/ 5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692">
                    <a:moveTo>
                      <a:pt x="121" y="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7" y="66"/>
                      <a:pt x="54" y="145"/>
                      <a:pt x="42" y="228"/>
                    </a:cubicBezTo>
                    <a:cubicBezTo>
                      <a:pt x="7" y="479"/>
                      <a:pt x="0" y="684"/>
                      <a:pt x="27" y="688"/>
                    </a:cubicBezTo>
                    <a:cubicBezTo>
                      <a:pt x="53" y="692"/>
                      <a:pt x="102" y="492"/>
                      <a:pt x="136" y="241"/>
                    </a:cubicBezTo>
                    <a:cubicBezTo>
                      <a:pt x="148" y="158"/>
                      <a:pt x="156" y="79"/>
                      <a:pt x="162" y="11"/>
                    </a:cubicBezTo>
                    <a:lnTo>
                      <a:pt x="121" y="5"/>
                    </a:lnTo>
                    <a:close/>
                    <a:moveTo>
                      <a:pt x="121" y="5"/>
                    </a:moveTo>
                    <a:cubicBezTo>
                      <a:pt x="121" y="5"/>
                      <a:pt x="121" y="5"/>
                      <a:pt x="121" y="5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" name="Freeform 36"/>
              <p:cNvSpPr>
                <a:spLocks noEditPoints="1"/>
              </p:cNvSpPr>
              <p:nvPr userDrawn="1"/>
            </p:nvSpPr>
            <p:spPr bwMode="auto">
              <a:xfrm>
                <a:off x="399" y="1468"/>
                <a:ext cx="452" cy="571"/>
              </a:xfrm>
              <a:custGeom>
                <a:avLst/>
                <a:gdLst>
                  <a:gd name="T0" fmla="*/ 414 w 452"/>
                  <a:gd name="T1" fmla="*/ 0 h 571"/>
                  <a:gd name="T2" fmla="*/ 38 w 452"/>
                  <a:gd name="T3" fmla="*/ 0 h 571"/>
                  <a:gd name="T4" fmla="*/ 2 w 452"/>
                  <a:gd name="T5" fmla="*/ 40 h 571"/>
                  <a:gd name="T6" fmla="*/ 12 w 452"/>
                  <a:gd name="T7" fmla="*/ 127 h 571"/>
                  <a:gd name="T8" fmla="*/ 63 w 452"/>
                  <a:gd name="T9" fmla="*/ 90 h 571"/>
                  <a:gd name="T10" fmla="*/ 117 w 452"/>
                  <a:gd name="T11" fmla="*/ 130 h 571"/>
                  <a:gd name="T12" fmla="*/ 171 w 452"/>
                  <a:gd name="T13" fmla="*/ 90 h 571"/>
                  <a:gd name="T14" fmla="*/ 226 w 452"/>
                  <a:gd name="T15" fmla="*/ 130 h 571"/>
                  <a:gd name="T16" fmla="*/ 280 w 452"/>
                  <a:gd name="T17" fmla="*/ 90 h 571"/>
                  <a:gd name="T18" fmla="*/ 335 w 452"/>
                  <a:gd name="T19" fmla="*/ 130 h 571"/>
                  <a:gd name="T20" fmla="*/ 389 w 452"/>
                  <a:gd name="T21" fmla="*/ 90 h 571"/>
                  <a:gd name="T22" fmla="*/ 440 w 452"/>
                  <a:gd name="T23" fmla="*/ 128 h 571"/>
                  <a:gd name="T24" fmla="*/ 450 w 452"/>
                  <a:gd name="T25" fmla="*/ 40 h 571"/>
                  <a:gd name="T26" fmla="*/ 414 w 452"/>
                  <a:gd name="T27" fmla="*/ 0 h 571"/>
                  <a:gd name="T28" fmla="*/ 389 w 452"/>
                  <a:gd name="T29" fmla="*/ 146 h 571"/>
                  <a:gd name="T30" fmla="*/ 334 w 452"/>
                  <a:gd name="T31" fmla="*/ 186 h 571"/>
                  <a:gd name="T32" fmla="*/ 280 w 452"/>
                  <a:gd name="T33" fmla="*/ 146 h 571"/>
                  <a:gd name="T34" fmla="*/ 225 w 452"/>
                  <a:gd name="T35" fmla="*/ 186 h 571"/>
                  <a:gd name="T36" fmla="*/ 171 w 452"/>
                  <a:gd name="T37" fmla="*/ 146 h 571"/>
                  <a:gd name="T38" fmla="*/ 117 w 452"/>
                  <a:gd name="T39" fmla="*/ 186 h 571"/>
                  <a:gd name="T40" fmla="*/ 62 w 452"/>
                  <a:gd name="T41" fmla="*/ 146 h 571"/>
                  <a:gd name="T42" fmla="*/ 18 w 452"/>
                  <a:gd name="T43" fmla="*/ 179 h 571"/>
                  <a:gd name="T44" fmla="*/ 58 w 452"/>
                  <a:gd name="T45" fmla="*/ 531 h 571"/>
                  <a:gd name="T46" fmla="*/ 103 w 452"/>
                  <a:gd name="T47" fmla="*/ 571 h 571"/>
                  <a:gd name="T48" fmla="*/ 353 w 452"/>
                  <a:gd name="T49" fmla="*/ 571 h 571"/>
                  <a:gd name="T50" fmla="*/ 398 w 452"/>
                  <a:gd name="T51" fmla="*/ 531 h 571"/>
                  <a:gd name="T52" fmla="*/ 435 w 452"/>
                  <a:gd name="T53" fmla="*/ 180 h 571"/>
                  <a:gd name="T54" fmla="*/ 389 w 452"/>
                  <a:gd name="T55" fmla="*/ 146 h 571"/>
                  <a:gd name="T56" fmla="*/ 389 w 452"/>
                  <a:gd name="T57" fmla="*/ 146 h 571"/>
                  <a:gd name="T58" fmla="*/ 389 w 452"/>
                  <a:gd name="T59" fmla="*/ 146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2" h="571">
                    <a:moveTo>
                      <a:pt x="414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6" y="0"/>
                      <a:pt x="0" y="18"/>
                      <a:pt x="2" y="40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71" y="90"/>
                      <a:pt x="171" y="90"/>
                      <a:pt x="171" y="90"/>
                    </a:cubicBezTo>
                    <a:cubicBezTo>
                      <a:pt x="226" y="130"/>
                      <a:pt x="226" y="130"/>
                      <a:pt x="226" y="130"/>
                    </a:cubicBezTo>
                    <a:cubicBezTo>
                      <a:pt x="280" y="90"/>
                      <a:pt x="280" y="90"/>
                      <a:pt x="280" y="90"/>
                    </a:cubicBezTo>
                    <a:cubicBezTo>
                      <a:pt x="335" y="130"/>
                      <a:pt x="335" y="130"/>
                      <a:pt x="335" y="130"/>
                    </a:cubicBezTo>
                    <a:cubicBezTo>
                      <a:pt x="389" y="90"/>
                      <a:pt x="389" y="90"/>
                      <a:pt x="389" y="90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50" y="40"/>
                      <a:pt x="450" y="40"/>
                      <a:pt x="450" y="40"/>
                    </a:cubicBezTo>
                    <a:cubicBezTo>
                      <a:pt x="452" y="18"/>
                      <a:pt x="436" y="0"/>
                      <a:pt x="414" y="0"/>
                    </a:cubicBezTo>
                    <a:close/>
                    <a:moveTo>
                      <a:pt x="389" y="146"/>
                    </a:moveTo>
                    <a:cubicBezTo>
                      <a:pt x="334" y="186"/>
                      <a:pt x="334" y="186"/>
                      <a:pt x="334" y="186"/>
                    </a:cubicBezTo>
                    <a:cubicBezTo>
                      <a:pt x="280" y="146"/>
                      <a:pt x="280" y="146"/>
                      <a:pt x="280" y="146"/>
                    </a:cubicBezTo>
                    <a:cubicBezTo>
                      <a:pt x="225" y="186"/>
                      <a:pt x="225" y="186"/>
                      <a:pt x="225" y="186"/>
                    </a:cubicBezTo>
                    <a:cubicBezTo>
                      <a:pt x="171" y="146"/>
                      <a:pt x="171" y="146"/>
                      <a:pt x="171" y="146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58" y="531"/>
                      <a:pt x="58" y="531"/>
                      <a:pt x="58" y="531"/>
                    </a:cubicBezTo>
                    <a:cubicBezTo>
                      <a:pt x="60" y="553"/>
                      <a:pt x="81" y="571"/>
                      <a:pt x="103" y="571"/>
                    </a:cubicBezTo>
                    <a:cubicBezTo>
                      <a:pt x="353" y="571"/>
                      <a:pt x="353" y="571"/>
                      <a:pt x="353" y="571"/>
                    </a:cubicBezTo>
                    <a:cubicBezTo>
                      <a:pt x="376" y="571"/>
                      <a:pt x="395" y="553"/>
                      <a:pt x="398" y="531"/>
                    </a:cubicBezTo>
                    <a:cubicBezTo>
                      <a:pt x="435" y="180"/>
                      <a:pt x="435" y="180"/>
                      <a:pt x="435" y="180"/>
                    </a:cubicBezTo>
                    <a:lnTo>
                      <a:pt x="389" y="146"/>
                    </a:lnTo>
                    <a:close/>
                    <a:moveTo>
                      <a:pt x="389" y="146"/>
                    </a:moveTo>
                    <a:cubicBezTo>
                      <a:pt x="389" y="146"/>
                      <a:pt x="389" y="146"/>
                      <a:pt x="389" y="146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" name="Freeform 37"/>
              <p:cNvSpPr>
                <a:spLocks noEditPoints="1"/>
              </p:cNvSpPr>
              <p:nvPr userDrawn="1"/>
            </p:nvSpPr>
            <p:spPr bwMode="auto">
              <a:xfrm>
                <a:off x="249" y="1558"/>
                <a:ext cx="7182" cy="685"/>
              </a:xfrm>
              <a:custGeom>
                <a:avLst/>
                <a:gdLst>
                  <a:gd name="T0" fmla="*/ 539 w 7184"/>
                  <a:gd name="T1" fmla="*/ 0 h 685"/>
                  <a:gd name="T2" fmla="*/ 484 w 7184"/>
                  <a:gd name="T3" fmla="*/ 40 h 685"/>
                  <a:gd name="T4" fmla="*/ 430 w 7184"/>
                  <a:gd name="T5" fmla="*/ 0 h 685"/>
                  <a:gd name="T6" fmla="*/ 376 w 7184"/>
                  <a:gd name="T7" fmla="*/ 40 h 685"/>
                  <a:gd name="T8" fmla="*/ 375 w 7184"/>
                  <a:gd name="T9" fmla="*/ 40 h 685"/>
                  <a:gd name="T10" fmla="*/ 321 w 7184"/>
                  <a:gd name="T11" fmla="*/ 0 h 685"/>
                  <a:gd name="T12" fmla="*/ 267 w 7184"/>
                  <a:gd name="T13" fmla="*/ 40 h 685"/>
                  <a:gd name="T14" fmla="*/ 213 w 7184"/>
                  <a:gd name="T15" fmla="*/ 0 h 685"/>
                  <a:gd name="T16" fmla="*/ 162 w 7184"/>
                  <a:gd name="T17" fmla="*/ 37 h 685"/>
                  <a:gd name="T18" fmla="*/ 168 w 7184"/>
                  <a:gd name="T19" fmla="*/ 88 h 685"/>
                  <a:gd name="T20" fmla="*/ 213 w 7184"/>
                  <a:gd name="T21" fmla="*/ 56 h 685"/>
                  <a:gd name="T22" fmla="*/ 267 w 7184"/>
                  <a:gd name="T23" fmla="*/ 96 h 685"/>
                  <a:gd name="T24" fmla="*/ 321 w 7184"/>
                  <a:gd name="T25" fmla="*/ 56 h 685"/>
                  <a:gd name="T26" fmla="*/ 375 w 7184"/>
                  <a:gd name="T27" fmla="*/ 96 h 685"/>
                  <a:gd name="T28" fmla="*/ 376 w 7184"/>
                  <a:gd name="T29" fmla="*/ 96 h 685"/>
                  <a:gd name="T30" fmla="*/ 430 w 7184"/>
                  <a:gd name="T31" fmla="*/ 56 h 685"/>
                  <a:gd name="T32" fmla="*/ 484 w 7184"/>
                  <a:gd name="T33" fmla="*/ 96 h 685"/>
                  <a:gd name="T34" fmla="*/ 539 w 7184"/>
                  <a:gd name="T35" fmla="*/ 56 h 685"/>
                  <a:gd name="T36" fmla="*/ 585 w 7184"/>
                  <a:gd name="T37" fmla="*/ 90 h 685"/>
                  <a:gd name="T38" fmla="*/ 590 w 7184"/>
                  <a:gd name="T39" fmla="*/ 38 h 685"/>
                  <a:gd name="T40" fmla="*/ 539 w 7184"/>
                  <a:gd name="T41" fmla="*/ 0 h 685"/>
                  <a:gd name="T42" fmla="*/ 0 w 7184"/>
                  <a:gd name="T43" fmla="*/ 583 h 685"/>
                  <a:gd name="T44" fmla="*/ 102 w 7184"/>
                  <a:gd name="T45" fmla="*/ 685 h 685"/>
                  <a:gd name="T46" fmla="*/ 7082 w 7184"/>
                  <a:gd name="T47" fmla="*/ 685 h 685"/>
                  <a:gd name="T48" fmla="*/ 7184 w 7184"/>
                  <a:gd name="T49" fmla="*/ 583 h 685"/>
                  <a:gd name="T50" fmla="*/ 7082 w 7184"/>
                  <a:gd name="T51" fmla="*/ 481 h 685"/>
                  <a:gd name="T52" fmla="*/ 102 w 7184"/>
                  <a:gd name="T53" fmla="*/ 481 h 685"/>
                  <a:gd name="T54" fmla="*/ 0 w 7184"/>
                  <a:gd name="T55" fmla="*/ 583 h 685"/>
                  <a:gd name="T56" fmla="*/ 0 w 7184"/>
                  <a:gd name="T57" fmla="*/ 583 h 685"/>
                  <a:gd name="T58" fmla="*/ 0 w 7184"/>
                  <a:gd name="T59" fmla="*/ 58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84" h="685">
                    <a:moveTo>
                      <a:pt x="539" y="0"/>
                    </a:moveTo>
                    <a:cubicBezTo>
                      <a:pt x="484" y="40"/>
                      <a:pt x="484" y="40"/>
                      <a:pt x="484" y="4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5" y="40"/>
                      <a:pt x="375" y="40"/>
                      <a:pt x="375" y="40"/>
                    </a:cubicBezTo>
                    <a:cubicBezTo>
                      <a:pt x="321" y="0"/>
                      <a:pt x="321" y="0"/>
                      <a:pt x="321" y="0"/>
                    </a:cubicBezTo>
                    <a:cubicBezTo>
                      <a:pt x="267" y="40"/>
                      <a:pt x="267" y="40"/>
                      <a:pt x="267" y="40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162" y="37"/>
                      <a:pt x="162" y="37"/>
                      <a:pt x="162" y="37"/>
                    </a:cubicBezTo>
                    <a:cubicBezTo>
                      <a:pt x="168" y="88"/>
                      <a:pt x="168" y="88"/>
                      <a:pt x="168" y="88"/>
                    </a:cubicBezTo>
                    <a:cubicBezTo>
                      <a:pt x="213" y="56"/>
                      <a:pt x="213" y="56"/>
                      <a:pt x="213" y="56"/>
                    </a:cubicBezTo>
                    <a:cubicBezTo>
                      <a:pt x="267" y="96"/>
                      <a:pt x="267" y="96"/>
                      <a:pt x="267" y="96"/>
                    </a:cubicBezTo>
                    <a:cubicBezTo>
                      <a:pt x="321" y="56"/>
                      <a:pt x="321" y="56"/>
                      <a:pt x="321" y="56"/>
                    </a:cubicBezTo>
                    <a:cubicBezTo>
                      <a:pt x="375" y="96"/>
                      <a:pt x="375" y="96"/>
                      <a:pt x="375" y="96"/>
                    </a:cubicBezTo>
                    <a:cubicBezTo>
                      <a:pt x="376" y="96"/>
                      <a:pt x="376" y="96"/>
                      <a:pt x="376" y="96"/>
                    </a:cubicBezTo>
                    <a:cubicBezTo>
                      <a:pt x="430" y="56"/>
                      <a:pt x="430" y="56"/>
                      <a:pt x="430" y="56"/>
                    </a:cubicBezTo>
                    <a:cubicBezTo>
                      <a:pt x="484" y="96"/>
                      <a:pt x="484" y="96"/>
                      <a:pt x="484" y="96"/>
                    </a:cubicBezTo>
                    <a:cubicBezTo>
                      <a:pt x="539" y="56"/>
                      <a:pt x="539" y="56"/>
                      <a:pt x="539" y="56"/>
                    </a:cubicBezTo>
                    <a:cubicBezTo>
                      <a:pt x="585" y="90"/>
                      <a:pt x="585" y="90"/>
                      <a:pt x="585" y="90"/>
                    </a:cubicBezTo>
                    <a:cubicBezTo>
                      <a:pt x="590" y="38"/>
                      <a:pt x="590" y="38"/>
                      <a:pt x="590" y="38"/>
                    </a:cubicBezTo>
                    <a:lnTo>
                      <a:pt x="539" y="0"/>
                    </a:lnTo>
                    <a:close/>
                    <a:moveTo>
                      <a:pt x="0" y="583"/>
                    </a:moveTo>
                    <a:cubicBezTo>
                      <a:pt x="0" y="639"/>
                      <a:pt x="46" y="685"/>
                      <a:pt x="102" y="685"/>
                    </a:cubicBezTo>
                    <a:cubicBezTo>
                      <a:pt x="7082" y="685"/>
                      <a:pt x="7082" y="685"/>
                      <a:pt x="7082" y="685"/>
                    </a:cubicBezTo>
                    <a:cubicBezTo>
                      <a:pt x="7138" y="685"/>
                      <a:pt x="7184" y="639"/>
                      <a:pt x="7184" y="583"/>
                    </a:cubicBezTo>
                    <a:cubicBezTo>
                      <a:pt x="7184" y="527"/>
                      <a:pt x="7138" y="481"/>
                      <a:pt x="7082" y="481"/>
                    </a:cubicBezTo>
                    <a:cubicBezTo>
                      <a:pt x="102" y="481"/>
                      <a:pt x="102" y="481"/>
                      <a:pt x="102" y="481"/>
                    </a:cubicBezTo>
                    <a:cubicBezTo>
                      <a:pt x="46" y="481"/>
                      <a:pt x="0" y="527"/>
                      <a:pt x="0" y="583"/>
                    </a:cubicBezTo>
                    <a:close/>
                    <a:moveTo>
                      <a:pt x="0" y="583"/>
                    </a:moveTo>
                    <a:cubicBezTo>
                      <a:pt x="0" y="583"/>
                      <a:pt x="0" y="583"/>
                      <a:pt x="0" y="583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" name="Freeform 38"/>
              <p:cNvSpPr>
                <a:spLocks noEditPoints="1"/>
              </p:cNvSpPr>
              <p:nvPr userDrawn="1"/>
            </p:nvSpPr>
            <p:spPr bwMode="auto">
              <a:xfrm>
                <a:off x="1117" y="1150"/>
                <a:ext cx="12" cy="495"/>
              </a:xfrm>
              <a:custGeom>
                <a:avLst/>
                <a:gdLst>
                  <a:gd name="T0" fmla="*/ 9 w 12"/>
                  <a:gd name="T1" fmla="*/ 0 h 495"/>
                  <a:gd name="T2" fmla="*/ 6 w 12"/>
                  <a:gd name="T3" fmla="*/ 2 h 495"/>
                  <a:gd name="T4" fmla="*/ 4 w 12"/>
                  <a:gd name="T5" fmla="*/ 23 h 495"/>
                  <a:gd name="T6" fmla="*/ 12 w 12"/>
                  <a:gd name="T7" fmla="*/ 25 h 495"/>
                  <a:gd name="T8" fmla="*/ 12 w 12"/>
                  <a:gd name="T9" fmla="*/ 0 h 495"/>
                  <a:gd name="T10" fmla="*/ 9 w 12"/>
                  <a:gd name="T11" fmla="*/ 0 h 495"/>
                  <a:gd name="T12" fmla="*/ 2 w 12"/>
                  <a:gd name="T13" fmla="*/ 424 h 495"/>
                  <a:gd name="T14" fmla="*/ 1 w 12"/>
                  <a:gd name="T15" fmla="*/ 483 h 495"/>
                  <a:gd name="T16" fmla="*/ 6 w 12"/>
                  <a:gd name="T17" fmla="*/ 495 h 495"/>
                  <a:gd name="T18" fmla="*/ 12 w 12"/>
                  <a:gd name="T19" fmla="*/ 494 h 495"/>
                  <a:gd name="T20" fmla="*/ 12 w 12"/>
                  <a:gd name="T21" fmla="*/ 475 h 495"/>
                  <a:gd name="T22" fmla="*/ 2 w 12"/>
                  <a:gd name="T23" fmla="*/ 456 h 495"/>
                  <a:gd name="T24" fmla="*/ 3 w 12"/>
                  <a:gd name="T25" fmla="*/ 451 h 495"/>
                  <a:gd name="T26" fmla="*/ 12 w 12"/>
                  <a:gd name="T27" fmla="*/ 441 h 495"/>
                  <a:gd name="T28" fmla="*/ 12 w 12"/>
                  <a:gd name="T29" fmla="*/ 415 h 495"/>
                  <a:gd name="T30" fmla="*/ 2 w 12"/>
                  <a:gd name="T31" fmla="*/ 424 h 495"/>
                  <a:gd name="T32" fmla="*/ 4 w 12"/>
                  <a:gd name="T33" fmla="*/ 46 h 495"/>
                  <a:gd name="T34" fmla="*/ 3 w 12"/>
                  <a:gd name="T35" fmla="*/ 63 h 495"/>
                  <a:gd name="T36" fmla="*/ 12 w 12"/>
                  <a:gd name="T37" fmla="*/ 70 h 495"/>
                  <a:gd name="T38" fmla="*/ 12 w 12"/>
                  <a:gd name="T39" fmla="*/ 46 h 495"/>
                  <a:gd name="T40" fmla="*/ 4 w 12"/>
                  <a:gd name="T41" fmla="*/ 46 h 495"/>
                  <a:gd name="T42" fmla="*/ 1 w 12"/>
                  <a:gd name="T43" fmla="*/ 311 h 495"/>
                  <a:gd name="T44" fmla="*/ 12 w 12"/>
                  <a:gd name="T45" fmla="*/ 346 h 495"/>
                  <a:gd name="T46" fmla="*/ 12 w 12"/>
                  <a:gd name="T47" fmla="*/ 282 h 495"/>
                  <a:gd name="T48" fmla="*/ 1 w 12"/>
                  <a:gd name="T49" fmla="*/ 311 h 495"/>
                  <a:gd name="T50" fmla="*/ 1 w 12"/>
                  <a:gd name="T51" fmla="*/ 311 h 495"/>
                  <a:gd name="T52" fmla="*/ 1 w 12"/>
                  <a:gd name="T53" fmla="*/ 311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95">
                    <a:moveTo>
                      <a:pt x="9" y="0"/>
                    </a:moveTo>
                    <a:cubicBezTo>
                      <a:pt x="6" y="0"/>
                      <a:pt x="6" y="0"/>
                      <a:pt x="6" y="2"/>
                    </a:cubicBezTo>
                    <a:cubicBezTo>
                      <a:pt x="5" y="10"/>
                      <a:pt x="4" y="23"/>
                      <a:pt x="4" y="23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9" y="0"/>
                    </a:lnTo>
                    <a:close/>
                    <a:moveTo>
                      <a:pt x="2" y="424"/>
                    </a:moveTo>
                    <a:cubicBezTo>
                      <a:pt x="1" y="483"/>
                      <a:pt x="1" y="483"/>
                      <a:pt x="1" y="483"/>
                    </a:cubicBezTo>
                    <a:cubicBezTo>
                      <a:pt x="0" y="493"/>
                      <a:pt x="2" y="495"/>
                      <a:pt x="6" y="495"/>
                    </a:cubicBezTo>
                    <a:cubicBezTo>
                      <a:pt x="10" y="495"/>
                      <a:pt x="12" y="494"/>
                      <a:pt x="12" y="494"/>
                    </a:cubicBezTo>
                    <a:cubicBezTo>
                      <a:pt x="12" y="475"/>
                      <a:pt x="12" y="475"/>
                      <a:pt x="12" y="475"/>
                    </a:cubicBezTo>
                    <a:cubicBezTo>
                      <a:pt x="2" y="456"/>
                      <a:pt x="2" y="456"/>
                      <a:pt x="2" y="456"/>
                    </a:cubicBezTo>
                    <a:cubicBezTo>
                      <a:pt x="3" y="451"/>
                      <a:pt x="3" y="451"/>
                      <a:pt x="3" y="451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12" y="415"/>
                      <a:pt x="12" y="415"/>
                      <a:pt x="12" y="415"/>
                    </a:cubicBezTo>
                    <a:cubicBezTo>
                      <a:pt x="4" y="416"/>
                      <a:pt x="2" y="418"/>
                      <a:pt x="2" y="424"/>
                    </a:cubicBezTo>
                    <a:close/>
                    <a:moveTo>
                      <a:pt x="4" y="46"/>
                    </a:moveTo>
                    <a:cubicBezTo>
                      <a:pt x="3" y="63"/>
                      <a:pt x="3" y="63"/>
                      <a:pt x="3" y="63"/>
                    </a:cubicBezTo>
                    <a:cubicBezTo>
                      <a:pt x="3" y="67"/>
                      <a:pt x="6" y="70"/>
                      <a:pt x="12" y="70"/>
                    </a:cubicBezTo>
                    <a:cubicBezTo>
                      <a:pt x="12" y="46"/>
                      <a:pt x="12" y="46"/>
                      <a:pt x="12" y="46"/>
                    </a:cubicBezTo>
                    <a:lnTo>
                      <a:pt x="4" y="46"/>
                    </a:lnTo>
                    <a:close/>
                    <a:moveTo>
                      <a:pt x="1" y="311"/>
                    </a:moveTo>
                    <a:cubicBezTo>
                      <a:pt x="1" y="331"/>
                      <a:pt x="5" y="342"/>
                      <a:pt x="12" y="346"/>
                    </a:cubicBezTo>
                    <a:cubicBezTo>
                      <a:pt x="12" y="282"/>
                      <a:pt x="12" y="282"/>
                      <a:pt x="12" y="282"/>
                    </a:cubicBezTo>
                    <a:cubicBezTo>
                      <a:pt x="4" y="284"/>
                      <a:pt x="1" y="292"/>
                      <a:pt x="1" y="311"/>
                    </a:cubicBezTo>
                    <a:close/>
                    <a:moveTo>
                      <a:pt x="1" y="311"/>
                    </a:moveTo>
                    <a:cubicBezTo>
                      <a:pt x="1" y="311"/>
                      <a:pt x="1" y="311"/>
                      <a:pt x="1" y="3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" name="Freeform 39"/>
              <p:cNvSpPr>
                <a:spLocks noEditPoints="1"/>
              </p:cNvSpPr>
              <p:nvPr userDrawn="1"/>
            </p:nvSpPr>
            <p:spPr bwMode="auto">
              <a:xfrm>
                <a:off x="960" y="771"/>
                <a:ext cx="169" cy="1268"/>
              </a:xfrm>
              <a:custGeom>
                <a:avLst/>
                <a:gdLst>
                  <a:gd name="T0" fmla="*/ 47 w 169"/>
                  <a:gd name="T1" fmla="*/ 968 h 1268"/>
                  <a:gd name="T2" fmla="*/ 169 w 169"/>
                  <a:gd name="T3" fmla="*/ 988 h 1268"/>
                  <a:gd name="T4" fmla="*/ 145 w 169"/>
                  <a:gd name="T5" fmla="*/ 968 h 1268"/>
                  <a:gd name="T6" fmla="*/ 169 w 169"/>
                  <a:gd name="T7" fmla="*/ 948 h 1268"/>
                  <a:gd name="T8" fmla="*/ 169 w 169"/>
                  <a:gd name="T9" fmla="*/ 890 h 1268"/>
                  <a:gd name="T10" fmla="*/ 112 w 169"/>
                  <a:gd name="T11" fmla="*/ 890 h 1268"/>
                  <a:gd name="T12" fmla="*/ 125 w 169"/>
                  <a:gd name="T13" fmla="*/ 862 h 1268"/>
                  <a:gd name="T14" fmla="*/ 119 w 169"/>
                  <a:gd name="T15" fmla="*/ 794 h 1268"/>
                  <a:gd name="T16" fmla="*/ 113 w 169"/>
                  <a:gd name="T17" fmla="*/ 792 h 1268"/>
                  <a:gd name="T18" fmla="*/ 141 w 169"/>
                  <a:gd name="T19" fmla="*/ 779 h 1268"/>
                  <a:gd name="T20" fmla="*/ 169 w 169"/>
                  <a:gd name="T21" fmla="*/ 751 h 1268"/>
                  <a:gd name="T22" fmla="*/ 169 w 169"/>
                  <a:gd name="T23" fmla="*/ 638 h 1268"/>
                  <a:gd name="T24" fmla="*/ 168 w 169"/>
                  <a:gd name="T25" fmla="*/ 609 h 1268"/>
                  <a:gd name="T26" fmla="*/ 169 w 169"/>
                  <a:gd name="T27" fmla="*/ 595 h 1268"/>
                  <a:gd name="T28" fmla="*/ 165 w 169"/>
                  <a:gd name="T29" fmla="*/ 579 h 1268"/>
                  <a:gd name="T30" fmla="*/ 149 w 169"/>
                  <a:gd name="T31" fmla="*/ 587 h 1268"/>
                  <a:gd name="T32" fmla="*/ 154 w 169"/>
                  <a:gd name="T33" fmla="*/ 594 h 1268"/>
                  <a:gd name="T34" fmla="*/ 160 w 169"/>
                  <a:gd name="T35" fmla="*/ 596 h 1268"/>
                  <a:gd name="T36" fmla="*/ 132 w 169"/>
                  <a:gd name="T37" fmla="*/ 610 h 1268"/>
                  <a:gd name="T38" fmla="*/ 111 w 169"/>
                  <a:gd name="T39" fmla="*/ 595 h 1268"/>
                  <a:gd name="T40" fmla="*/ 147 w 169"/>
                  <a:gd name="T41" fmla="*/ 500 h 1268"/>
                  <a:gd name="T42" fmla="*/ 169 w 169"/>
                  <a:gd name="T43" fmla="*/ 471 h 1268"/>
                  <a:gd name="T44" fmla="*/ 114 w 169"/>
                  <a:gd name="T45" fmla="*/ 471 h 1268"/>
                  <a:gd name="T46" fmla="*/ 127 w 169"/>
                  <a:gd name="T47" fmla="*/ 443 h 1268"/>
                  <a:gd name="T48" fmla="*/ 122 w 169"/>
                  <a:gd name="T49" fmla="*/ 375 h 1268"/>
                  <a:gd name="T50" fmla="*/ 115 w 169"/>
                  <a:gd name="T51" fmla="*/ 373 h 1268"/>
                  <a:gd name="T52" fmla="*/ 145 w 169"/>
                  <a:gd name="T53" fmla="*/ 359 h 1268"/>
                  <a:gd name="T54" fmla="*/ 169 w 169"/>
                  <a:gd name="T55" fmla="*/ 324 h 1268"/>
                  <a:gd name="T56" fmla="*/ 145 w 169"/>
                  <a:gd name="T57" fmla="*/ 304 h 1268"/>
                  <a:gd name="T58" fmla="*/ 169 w 169"/>
                  <a:gd name="T59" fmla="*/ 284 h 1268"/>
                  <a:gd name="T60" fmla="*/ 167 w 169"/>
                  <a:gd name="T61" fmla="*/ 249 h 1268"/>
                  <a:gd name="T62" fmla="*/ 47 w 169"/>
                  <a:gd name="T63" fmla="*/ 49 h 1268"/>
                  <a:gd name="T64" fmla="*/ 169 w 169"/>
                  <a:gd name="T65" fmla="*/ 0 h 1268"/>
                  <a:gd name="T66" fmla="*/ 0 w 169"/>
                  <a:gd name="T67" fmla="*/ 1268 h 1268"/>
                  <a:gd name="T68" fmla="*/ 169 w 169"/>
                  <a:gd name="T69" fmla="*/ 1222 h 1268"/>
                  <a:gd name="T70" fmla="*/ 47 w 169"/>
                  <a:gd name="T71" fmla="*/ 1222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9" h="1268">
                    <a:moveTo>
                      <a:pt x="47" y="1222"/>
                    </a:moveTo>
                    <a:cubicBezTo>
                      <a:pt x="47" y="968"/>
                      <a:pt x="47" y="968"/>
                      <a:pt x="47" y="968"/>
                    </a:cubicBezTo>
                    <a:cubicBezTo>
                      <a:pt x="169" y="1022"/>
                      <a:pt x="169" y="1022"/>
                      <a:pt x="169" y="1022"/>
                    </a:cubicBezTo>
                    <a:cubicBezTo>
                      <a:pt x="169" y="988"/>
                      <a:pt x="169" y="988"/>
                      <a:pt x="169" y="988"/>
                    </a:cubicBezTo>
                    <a:cubicBezTo>
                      <a:pt x="168" y="988"/>
                      <a:pt x="167" y="988"/>
                      <a:pt x="166" y="988"/>
                    </a:cubicBezTo>
                    <a:cubicBezTo>
                      <a:pt x="154" y="988"/>
                      <a:pt x="145" y="979"/>
                      <a:pt x="145" y="968"/>
                    </a:cubicBezTo>
                    <a:cubicBezTo>
                      <a:pt x="145" y="957"/>
                      <a:pt x="154" y="948"/>
                      <a:pt x="166" y="948"/>
                    </a:cubicBezTo>
                    <a:cubicBezTo>
                      <a:pt x="167" y="948"/>
                      <a:pt x="168" y="948"/>
                      <a:pt x="169" y="948"/>
                    </a:cubicBezTo>
                    <a:cubicBezTo>
                      <a:pt x="169" y="889"/>
                      <a:pt x="169" y="889"/>
                      <a:pt x="169" y="889"/>
                    </a:cubicBezTo>
                    <a:cubicBezTo>
                      <a:pt x="169" y="890"/>
                      <a:pt x="169" y="890"/>
                      <a:pt x="169" y="890"/>
                    </a:cubicBezTo>
                    <a:cubicBezTo>
                      <a:pt x="169" y="890"/>
                      <a:pt x="148" y="889"/>
                      <a:pt x="140" y="889"/>
                    </a:cubicBezTo>
                    <a:cubicBezTo>
                      <a:pt x="130" y="889"/>
                      <a:pt x="112" y="890"/>
                      <a:pt x="112" y="890"/>
                    </a:cubicBezTo>
                    <a:cubicBezTo>
                      <a:pt x="113" y="876"/>
                      <a:pt x="113" y="876"/>
                      <a:pt x="113" y="876"/>
                    </a:cubicBezTo>
                    <a:cubicBezTo>
                      <a:pt x="122" y="874"/>
                      <a:pt x="125" y="871"/>
                      <a:pt x="125" y="862"/>
                    </a:cubicBezTo>
                    <a:cubicBezTo>
                      <a:pt x="125" y="803"/>
                      <a:pt x="125" y="803"/>
                      <a:pt x="125" y="803"/>
                    </a:cubicBezTo>
                    <a:cubicBezTo>
                      <a:pt x="125" y="796"/>
                      <a:pt x="123" y="794"/>
                      <a:pt x="119" y="794"/>
                    </a:cubicBezTo>
                    <a:cubicBezTo>
                      <a:pt x="117" y="794"/>
                      <a:pt x="114" y="794"/>
                      <a:pt x="114" y="794"/>
                    </a:cubicBezTo>
                    <a:cubicBezTo>
                      <a:pt x="113" y="792"/>
                      <a:pt x="113" y="792"/>
                      <a:pt x="113" y="792"/>
                    </a:cubicBezTo>
                    <a:cubicBezTo>
                      <a:pt x="114" y="779"/>
                      <a:pt x="114" y="779"/>
                      <a:pt x="114" y="779"/>
                    </a:cubicBezTo>
                    <a:cubicBezTo>
                      <a:pt x="114" y="779"/>
                      <a:pt x="138" y="779"/>
                      <a:pt x="141" y="779"/>
                    </a:cubicBezTo>
                    <a:cubicBezTo>
                      <a:pt x="147" y="779"/>
                      <a:pt x="163" y="779"/>
                      <a:pt x="169" y="779"/>
                    </a:cubicBezTo>
                    <a:cubicBezTo>
                      <a:pt x="169" y="751"/>
                      <a:pt x="169" y="751"/>
                      <a:pt x="169" y="751"/>
                    </a:cubicBezTo>
                    <a:cubicBezTo>
                      <a:pt x="138" y="751"/>
                      <a:pt x="119" y="731"/>
                      <a:pt x="119" y="697"/>
                    </a:cubicBezTo>
                    <a:cubicBezTo>
                      <a:pt x="119" y="662"/>
                      <a:pt x="137" y="642"/>
                      <a:pt x="169" y="638"/>
                    </a:cubicBezTo>
                    <a:cubicBezTo>
                      <a:pt x="169" y="611"/>
                      <a:pt x="169" y="611"/>
                      <a:pt x="169" y="611"/>
                    </a:cubicBezTo>
                    <a:cubicBezTo>
                      <a:pt x="168" y="609"/>
                      <a:pt x="168" y="609"/>
                      <a:pt x="168" y="609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79"/>
                      <a:pt x="169" y="579"/>
                      <a:pt x="169" y="579"/>
                    </a:cubicBezTo>
                    <a:cubicBezTo>
                      <a:pt x="165" y="579"/>
                      <a:pt x="165" y="579"/>
                      <a:pt x="165" y="579"/>
                    </a:cubicBezTo>
                    <a:cubicBezTo>
                      <a:pt x="161" y="579"/>
                      <a:pt x="156" y="579"/>
                      <a:pt x="151" y="580"/>
                    </a:cubicBezTo>
                    <a:cubicBezTo>
                      <a:pt x="149" y="587"/>
                      <a:pt x="149" y="587"/>
                      <a:pt x="149" y="587"/>
                    </a:cubicBezTo>
                    <a:cubicBezTo>
                      <a:pt x="149" y="589"/>
                      <a:pt x="149" y="590"/>
                      <a:pt x="149" y="591"/>
                    </a:cubicBezTo>
                    <a:cubicBezTo>
                      <a:pt x="149" y="594"/>
                      <a:pt x="149" y="594"/>
                      <a:pt x="154" y="594"/>
                    </a:cubicBezTo>
                    <a:cubicBezTo>
                      <a:pt x="159" y="594"/>
                      <a:pt x="159" y="594"/>
                      <a:pt x="159" y="594"/>
                    </a:cubicBezTo>
                    <a:cubicBezTo>
                      <a:pt x="160" y="596"/>
                      <a:pt x="160" y="596"/>
                      <a:pt x="160" y="596"/>
                    </a:cubicBezTo>
                    <a:cubicBezTo>
                      <a:pt x="159" y="610"/>
                      <a:pt x="159" y="610"/>
                      <a:pt x="159" y="610"/>
                    </a:cubicBezTo>
                    <a:cubicBezTo>
                      <a:pt x="159" y="610"/>
                      <a:pt x="143" y="610"/>
                      <a:pt x="132" y="610"/>
                    </a:cubicBezTo>
                    <a:cubicBezTo>
                      <a:pt x="122" y="610"/>
                      <a:pt x="110" y="610"/>
                      <a:pt x="110" y="610"/>
                    </a:cubicBezTo>
                    <a:cubicBezTo>
                      <a:pt x="111" y="595"/>
                      <a:pt x="111" y="595"/>
                      <a:pt x="111" y="595"/>
                    </a:cubicBezTo>
                    <a:cubicBezTo>
                      <a:pt x="115" y="594"/>
                      <a:pt x="118" y="591"/>
                      <a:pt x="119" y="586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169" y="499"/>
                      <a:pt x="169" y="499"/>
                      <a:pt x="169" y="499"/>
                    </a:cubicBezTo>
                    <a:cubicBezTo>
                      <a:pt x="169" y="471"/>
                      <a:pt x="169" y="471"/>
                      <a:pt x="169" y="471"/>
                    </a:cubicBezTo>
                    <a:cubicBezTo>
                      <a:pt x="161" y="471"/>
                      <a:pt x="148" y="470"/>
                      <a:pt x="145" y="470"/>
                    </a:cubicBezTo>
                    <a:cubicBezTo>
                      <a:pt x="134" y="470"/>
                      <a:pt x="114" y="471"/>
                      <a:pt x="114" y="471"/>
                    </a:cubicBezTo>
                    <a:cubicBezTo>
                      <a:pt x="115" y="456"/>
                      <a:pt x="115" y="456"/>
                      <a:pt x="115" y="456"/>
                    </a:cubicBezTo>
                    <a:cubicBezTo>
                      <a:pt x="124" y="454"/>
                      <a:pt x="127" y="452"/>
                      <a:pt x="127" y="443"/>
                    </a:cubicBezTo>
                    <a:cubicBezTo>
                      <a:pt x="127" y="382"/>
                      <a:pt x="127" y="382"/>
                      <a:pt x="127" y="382"/>
                    </a:cubicBezTo>
                    <a:cubicBezTo>
                      <a:pt x="127" y="377"/>
                      <a:pt x="125" y="375"/>
                      <a:pt x="122" y="375"/>
                    </a:cubicBezTo>
                    <a:cubicBezTo>
                      <a:pt x="120" y="375"/>
                      <a:pt x="117" y="375"/>
                      <a:pt x="117" y="375"/>
                    </a:cubicBezTo>
                    <a:cubicBezTo>
                      <a:pt x="115" y="373"/>
                      <a:pt x="115" y="373"/>
                      <a:pt x="115" y="373"/>
                    </a:cubicBezTo>
                    <a:cubicBezTo>
                      <a:pt x="117" y="359"/>
                      <a:pt x="117" y="359"/>
                      <a:pt x="117" y="359"/>
                    </a:cubicBezTo>
                    <a:cubicBezTo>
                      <a:pt x="117" y="359"/>
                      <a:pt x="140" y="359"/>
                      <a:pt x="145" y="359"/>
                    </a:cubicBezTo>
                    <a:cubicBezTo>
                      <a:pt x="149" y="359"/>
                      <a:pt x="160" y="359"/>
                      <a:pt x="169" y="359"/>
                    </a:cubicBezTo>
                    <a:cubicBezTo>
                      <a:pt x="169" y="324"/>
                      <a:pt x="169" y="324"/>
                      <a:pt x="169" y="324"/>
                    </a:cubicBezTo>
                    <a:cubicBezTo>
                      <a:pt x="168" y="324"/>
                      <a:pt x="166" y="324"/>
                      <a:pt x="165" y="324"/>
                    </a:cubicBezTo>
                    <a:cubicBezTo>
                      <a:pt x="154" y="324"/>
                      <a:pt x="145" y="315"/>
                      <a:pt x="145" y="304"/>
                    </a:cubicBezTo>
                    <a:cubicBezTo>
                      <a:pt x="145" y="293"/>
                      <a:pt x="154" y="284"/>
                      <a:pt x="165" y="284"/>
                    </a:cubicBezTo>
                    <a:cubicBezTo>
                      <a:pt x="166" y="284"/>
                      <a:pt x="167" y="284"/>
                      <a:pt x="169" y="284"/>
                    </a:cubicBezTo>
                    <a:cubicBezTo>
                      <a:pt x="169" y="250"/>
                      <a:pt x="169" y="250"/>
                      <a:pt x="169" y="250"/>
                    </a:cubicBezTo>
                    <a:cubicBezTo>
                      <a:pt x="167" y="249"/>
                      <a:pt x="167" y="249"/>
                      <a:pt x="167" y="249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68"/>
                      <a:pt x="0" y="1268"/>
                      <a:pt x="0" y="1268"/>
                    </a:cubicBezTo>
                    <a:cubicBezTo>
                      <a:pt x="169" y="1268"/>
                      <a:pt x="169" y="1268"/>
                      <a:pt x="169" y="1268"/>
                    </a:cubicBezTo>
                    <a:cubicBezTo>
                      <a:pt x="169" y="1222"/>
                      <a:pt x="169" y="1222"/>
                      <a:pt x="169" y="1222"/>
                    </a:cubicBezTo>
                    <a:cubicBezTo>
                      <a:pt x="47" y="1222"/>
                      <a:pt x="47" y="1222"/>
                      <a:pt x="47" y="1222"/>
                    </a:cubicBezTo>
                    <a:close/>
                    <a:moveTo>
                      <a:pt x="47" y="1222"/>
                    </a:moveTo>
                    <a:cubicBezTo>
                      <a:pt x="47" y="1222"/>
                      <a:pt x="47" y="1222"/>
                      <a:pt x="47" y="12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" name="Freeform 40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" name="Freeform 41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moveTo>
                      <a:pt x="12" y="0"/>
                    </a:move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" name="Freeform 42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close/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C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7" name="Freeform 43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8" name="Freeform 4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24" cy="570"/>
              </a:xfrm>
              <a:custGeom>
                <a:avLst/>
                <a:gdLst>
                  <a:gd name="T0" fmla="*/ 15 w 24"/>
                  <a:gd name="T1" fmla="*/ 551 h 570"/>
                  <a:gd name="T2" fmla="*/ 24 w 24"/>
                  <a:gd name="T3" fmla="*/ 570 h 570"/>
                  <a:gd name="T4" fmla="*/ 24 w 24"/>
                  <a:gd name="T5" fmla="*/ 536 h 570"/>
                  <a:gd name="T6" fmla="*/ 15 w 24"/>
                  <a:gd name="T7" fmla="*/ 546 h 570"/>
                  <a:gd name="T8" fmla="*/ 15 w 24"/>
                  <a:gd name="T9" fmla="*/ 551 h 570"/>
                  <a:gd name="T10" fmla="*/ 0 w 24"/>
                  <a:gd name="T11" fmla="*/ 20 h 570"/>
                  <a:gd name="T12" fmla="*/ 21 w 24"/>
                  <a:gd name="T13" fmla="*/ 40 h 570"/>
                  <a:gd name="T14" fmla="*/ 24 w 24"/>
                  <a:gd name="T15" fmla="*/ 39 h 570"/>
                  <a:gd name="T16" fmla="*/ 24 w 24"/>
                  <a:gd name="T17" fmla="*/ 0 h 570"/>
                  <a:gd name="T18" fmla="*/ 21 w 24"/>
                  <a:gd name="T19" fmla="*/ 0 h 570"/>
                  <a:gd name="T20" fmla="*/ 0 w 24"/>
                  <a:gd name="T21" fmla="*/ 20 h 570"/>
                  <a:gd name="T22" fmla="*/ 0 w 24"/>
                  <a:gd name="T23" fmla="*/ 20 h 570"/>
                  <a:gd name="T24" fmla="*/ 0 w 24"/>
                  <a:gd name="T25" fmla="*/ 2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570">
                    <a:moveTo>
                      <a:pt x="15" y="551"/>
                    </a:moveTo>
                    <a:cubicBezTo>
                      <a:pt x="24" y="570"/>
                      <a:pt x="24" y="570"/>
                      <a:pt x="24" y="570"/>
                    </a:cubicBezTo>
                    <a:cubicBezTo>
                      <a:pt x="24" y="536"/>
                      <a:pt x="24" y="536"/>
                      <a:pt x="24" y="536"/>
                    </a:cubicBezTo>
                    <a:cubicBezTo>
                      <a:pt x="15" y="546"/>
                      <a:pt x="15" y="546"/>
                      <a:pt x="15" y="546"/>
                    </a:cubicBezTo>
                    <a:lnTo>
                      <a:pt x="15" y="551"/>
                    </a:lnTo>
                    <a:close/>
                    <a:moveTo>
                      <a:pt x="0" y="20"/>
                    </a:moveTo>
                    <a:cubicBezTo>
                      <a:pt x="0" y="31"/>
                      <a:pt x="9" y="40"/>
                      <a:pt x="21" y="40"/>
                    </a:cubicBezTo>
                    <a:cubicBezTo>
                      <a:pt x="22" y="40"/>
                      <a:pt x="23" y="39"/>
                      <a:pt x="24" y="39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9" y="0"/>
                      <a:pt x="0" y="8"/>
                      <a:pt x="0" y="20"/>
                    </a:cubicBezTo>
                    <a:close/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9" name="Rectangle 45"/>
              <p:cNvSpPr>
                <a:spLocks noChangeArrowheads="1"/>
              </p:cNvSpPr>
              <p:nvPr userDrawn="1"/>
            </p:nvSpPr>
            <p:spPr bwMode="auto">
              <a:xfrm>
                <a:off x="1297" y="771"/>
                <a:ext cx="1" cy="1268"/>
              </a:xfrm>
              <a:prstGeom prst="rect">
                <a:avLst/>
              </a:prstGeom>
              <a:solidFill>
                <a:srgbClr val="3F2B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0" name="Freeform 46"/>
              <p:cNvSpPr>
                <a:spLocks noEditPoints="1"/>
              </p:cNvSpPr>
              <p:nvPr userDrawn="1"/>
            </p:nvSpPr>
            <p:spPr bwMode="auto">
              <a:xfrm>
                <a:off x="1129" y="1300"/>
                <a:ext cx="5" cy="29"/>
              </a:xfrm>
              <a:custGeom>
                <a:avLst/>
                <a:gdLst>
                  <a:gd name="T0" fmla="*/ 0 w 5"/>
                  <a:gd name="T1" fmla="*/ 0 h 29"/>
                  <a:gd name="T2" fmla="*/ 0 w 5"/>
                  <a:gd name="T3" fmla="*/ 29 h 29"/>
                  <a:gd name="T4" fmla="*/ 5 w 5"/>
                  <a:gd name="T5" fmla="*/ 28 h 29"/>
                  <a:gd name="T6" fmla="*/ 0 w 5"/>
                  <a:gd name="T7" fmla="*/ 0 h 29"/>
                  <a:gd name="T8" fmla="*/ 0 w 5"/>
                  <a:gd name="T9" fmla="*/ 0 h 29"/>
                  <a:gd name="T10" fmla="*/ 0 w 5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9">
                    <a:moveTo>
                      <a:pt x="0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" y="29"/>
                      <a:pt x="5" y="28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1" name="Freeform 47"/>
              <p:cNvSpPr>
                <a:spLocks noEditPoints="1"/>
              </p:cNvSpPr>
              <p:nvPr userDrawn="1"/>
            </p:nvSpPr>
            <p:spPr bwMode="auto">
              <a:xfrm>
                <a:off x="1129" y="1196"/>
                <a:ext cx="16" cy="24"/>
              </a:xfrm>
              <a:custGeom>
                <a:avLst/>
                <a:gdLst>
                  <a:gd name="T0" fmla="*/ 16 w 16"/>
                  <a:gd name="T1" fmla="*/ 12 h 24"/>
                  <a:gd name="T2" fmla="*/ 5 w 16"/>
                  <a:gd name="T3" fmla="*/ 0 h 24"/>
                  <a:gd name="T4" fmla="*/ 0 w 16"/>
                  <a:gd name="T5" fmla="*/ 0 h 24"/>
                  <a:gd name="T6" fmla="*/ 0 w 16"/>
                  <a:gd name="T7" fmla="*/ 24 h 24"/>
                  <a:gd name="T8" fmla="*/ 4 w 16"/>
                  <a:gd name="T9" fmla="*/ 24 h 24"/>
                  <a:gd name="T10" fmla="*/ 16 w 16"/>
                  <a:gd name="T11" fmla="*/ 12 h 24"/>
                  <a:gd name="T12" fmla="*/ 16 w 16"/>
                  <a:gd name="T13" fmla="*/ 12 h 24"/>
                  <a:gd name="T14" fmla="*/ 16 w 16"/>
                  <a:gd name="T15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4">
                    <a:moveTo>
                      <a:pt x="16" y="12"/>
                    </a:moveTo>
                    <a:cubicBezTo>
                      <a:pt x="16" y="6"/>
                      <a:pt x="12" y="2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2" y="24"/>
                      <a:pt x="4" y="24"/>
                    </a:cubicBezTo>
                    <a:cubicBezTo>
                      <a:pt x="12" y="24"/>
                      <a:pt x="16" y="20"/>
                      <a:pt x="16" y="12"/>
                    </a:cubicBezTo>
                    <a:close/>
                    <a:moveTo>
                      <a:pt x="16" y="12"/>
                    </a:move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2" name="Freeform 48"/>
              <p:cNvSpPr>
                <a:spLocks noEditPoints="1"/>
              </p:cNvSpPr>
              <p:nvPr userDrawn="1"/>
            </p:nvSpPr>
            <p:spPr bwMode="auto">
              <a:xfrm>
                <a:off x="1129" y="771"/>
                <a:ext cx="169" cy="1270"/>
              </a:xfrm>
              <a:custGeom>
                <a:avLst/>
                <a:gdLst>
                  <a:gd name="T0" fmla="*/ 0 w 169"/>
                  <a:gd name="T1" fmla="*/ 49 h 1270"/>
                  <a:gd name="T2" fmla="*/ 122 w 169"/>
                  <a:gd name="T3" fmla="*/ 304 h 1270"/>
                  <a:gd name="T4" fmla="*/ 0 w 169"/>
                  <a:gd name="T5" fmla="*/ 284 h 1270"/>
                  <a:gd name="T6" fmla="*/ 0 w 169"/>
                  <a:gd name="T7" fmla="*/ 323 h 1270"/>
                  <a:gd name="T8" fmla="*/ 9 w 169"/>
                  <a:gd name="T9" fmla="*/ 358 h 1270"/>
                  <a:gd name="T10" fmla="*/ 32 w 169"/>
                  <a:gd name="T11" fmla="*/ 411 h 1270"/>
                  <a:gd name="T12" fmla="*/ 4 w 169"/>
                  <a:gd name="T13" fmla="*/ 471 h 1270"/>
                  <a:gd name="T14" fmla="*/ 0 w 169"/>
                  <a:gd name="T15" fmla="*/ 498 h 1270"/>
                  <a:gd name="T16" fmla="*/ 26 w 169"/>
                  <a:gd name="T17" fmla="*/ 499 h 1270"/>
                  <a:gd name="T18" fmla="*/ 57 w 169"/>
                  <a:gd name="T19" fmla="*/ 594 h 1270"/>
                  <a:gd name="T20" fmla="*/ 57 w 169"/>
                  <a:gd name="T21" fmla="*/ 610 h 1270"/>
                  <a:gd name="T22" fmla="*/ 0 w 169"/>
                  <a:gd name="T23" fmla="*/ 610 h 1270"/>
                  <a:gd name="T24" fmla="*/ 11 w 169"/>
                  <a:gd name="T25" fmla="*/ 637 h 1270"/>
                  <a:gd name="T26" fmla="*/ 48 w 169"/>
                  <a:gd name="T27" fmla="*/ 645 h 1270"/>
                  <a:gd name="T28" fmla="*/ 17 w 169"/>
                  <a:gd name="T29" fmla="*/ 683 h 1270"/>
                  <a:gd name="T30" fmla="*/ 5 w 169"/>
                  <a:gd name="T31" fmla="*/ 661 h 1270"/>
                  <a:gd name="T32" fmla="*/ 0 w 169"/>
                  <a:gd name="T33" fmla="*/ 726 h 1270"/>
                  <a:gd name="T34" fmla="*/ 20 w 169"/>
                  <a:gd name="T35" fmla="*/ 708 h 1270"/>
                  <a:gd name="T36" fmla="*/ 44 w 169"/>
                  <a:gd name="T37" fmla="*/ 742 h 1270"/>
                  <a:gd name="T38" fmla="*/ 1 w 169"/>
                  <a:gd name="T39" fmla="*/ 751 h 1270"/>
                  <a:gd name="T40" fmla="*/ 0 w 169"/>
                  <a:gd name="T41" fmla="*/ 779 h 1270"/>
                  <a:gd name="T42" fmla="*/ 1 w 169"/>
                  <a:gd name="T43" fmla="*/ 794 h 1270"/>
                  <a:gd name="T44" fmla="*/ 0 w 169"/>
                  <a:gd name="T45" fmla="*/ 820 h 1270"/>
                  <a:gd name="T46" fmla="*/ 14 w 169"/>
                  <a:gd name="T47" fmla="*/ 800 h 1270"/>
                  <a:gd name="T48" fmla="*/ 6 w 169"/>
                  <a:gd name="T49" fmla="*/ 793 h 1270"/>
                  <a:gd name="T50" fmla="*/ 32 w 169"/>
                  <a:gd name="T51" fmla="*/ 779 h 1270"/>
                  <a:gd name="T52" fmla="*/ 58 w 169"/>
                  <a:gd name="T53" fmla="*/ 781 h 1270"/>
                  <a:gd name="T54" fmla="*/ 32 w 169"/>
                  <a:gd name="T55" fmla="*/ 819 h 1270"/>
                  <a:gd name="T56" fmla="*/ 41 w 169"/>
                  <a:gd name="T57" fmla="*/ 860 h 1270"/>
                  <a:gd name="T58" fmla="*/ 59 w 169"/>
                  <a:gd name="T59" fmla="*/ 878 h 1270"/>
                  <a:gd name="T60" fmla="*/ 31 w 169"/>
                  <a:gd name="T61" fmla="*/ 892 h 1270"/>
                  <a:gd name="T62" fmla="*/ 0 w 169"/>
                  <a:gd name="T63" fmla="*/ 854 h 1270"/>
                  <a:gd name="T64" fmla="*/ 2 w 169"/>
                  <a:gd name="T65" fmla="*/ 876 h 1270"/>
                  <a:gd name="T66" fmla="*/ 0 w 169"/>
                  <a:gd name="T67" fmla="*/ 949 h 1270"/>
                  <a:gd name="T68" fmla="*/ 0 w 169"/>
                  <a:gd name="T69" fmla="*/ 988 h 1270"/>
                  <a:gd name="T70" fmla="*/ 2 w 169"/>
                  <a:gd name="T71" fmla="*/ 1024 h 1270"/>
                  <a:gd name="T72" fmla="*/ 122 w 169"/>
                  <a:gd name="T73" fmla="*/ 1224 h 1270"/>
                  <a:gd name="T74" fmla="*/ 0 w 169"/>
                  <a:gd name="T75" fmla="*/ 1270 h 1270"/>
                  <a:gd name="T76" fmla="*/ 169 w 169"/>
                  <a:gd name="T77" fmla="*/ 0 h 1270"/>
                  <a:gd name="T78" fmla="*/ 0 w 169"/>
                  <a:gd name="T79" fmla="*/ 0 h 1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9" h="1270">
                    <a:moveTo>
                      <a:pt x="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304"/>
                      <a:pt x="122" y="304"/>
                      <a:pt x="122" y="304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9" y="285"/>
                      <a:pt x="17" y="294"/>
                      <a:pt x="17" y="304"/>
                    </a:cubicBezTo>
                    <a:cubicBezTo>
                      <a:pt x="17" y="313"/>
                      <a:pt x="9" y="322"/>
                      <a:pt x="0" y="323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5" y="358"/>
                      <a:pt x="9" y="358"/>
                      <a:pt x="9" y="358"/>
                    </a:cubicBezTo>
                    <a:cubicBezTo>
                      <a:pt x="35" y="358"/>
                      <a:pt x="48" y="367"/>
                      <a:pt x="48" y="385"/>
                    </a:cubicBezTo>
                    <a:cubicBezTo>
                      <a:pt x="48" y="397"/>
                      <a:pt x="40" y="405"/>
                      <a:pt x="32" y="411"/>
                    </a:cubicBezTo>
                    <a:cubicBezTo>
                      <a:pt x="42" y="414"/>
                      <a:pt x="53" y="420"/>
                      <a:pt x="53" y="435"/>
                    </a:cubicBezTo>
                    <a:cubicBezTo>
                      <a:pt x="53" y="459"/>
                      <a:pt x="37" y="471"/>
                      <a:pt x="4" y="471"/>
                    </a:cubicBezTo>
                    <a:cubicBezTo>
                      <a:pt x="3" y="471"/>
                      <a:pt x="2" y="471"/>
                      <a:pt x="0" y="471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23" y="497"/>
                      <a:pt x="23" y="497"/>
                      <a:pt x="23" y="497"/>
                    </a:cubicBezTo>
                    <a:cubicBezTo>
                      <a:pt x="26" y="499"/>
                      <a:pt x="26" y="499"/>
                      <a:pt x="26" y="499"/>
                    </a:cubicBezTo>
                    <a:cubicBezTo>
                      <a:pt x="26" y="499"/>
                      <a:pt x="42" y="565"/>
                      <a:pt x="47" y="583"/>
                    </a:cubicBezTo>
                    <a:cubicBezTo>
                      <a:pt x="49" y="591"/>
                      <a:pt x="52" y="594"/>
                      <a:pt x="57" y="594"/>
                    </a:cubicBezTo>
                    <a:cubicBezTo>
                      <a:pt x="58" y="596"/>
                      <a:pt x="58" y="596"/>
                      <a:pt x="58" y="596"/>
                    </a:cubicBezTo>
                    <a:cubicBezTo>
                      <a:pt x="57" y="610"/>
                      <a:pt x="57" y="610"/>
                      <a:pt x="57" y="610"/>
                    </a:cubicBezTo>
                    <a:cubicBezTo>
                      <a:pt x="57" y="610"/>
                      <a:pt x="42" y="609"/>
                      <a:pt x="33" y="609"/>
                    </a:cubicBezTo>
                    <a:cubicBezTo>
                      <a:pt x="17" y="609"/>
                      <a:pt x="0" y="610"/>
                      <a:pt x="0" y="610"/>
                    </a:cubicBezTo>
                    <a:cubicBezTo>
                      <a:pt x="0" y="638"/>
                      <a:pt x="0" y="638"/>
                      <a:pt x="0" y="638"/>
                    </a:cubicBezTo>
                    <a:cubicBezTo>
                      <a:pt x="3" y="637"/>
                      <a:pt x="7" y="637"/>
                      <a:pt x="11" y="637"/>
                    </a:cubicBezTo>
                    <a:cubicBezTo>
                      <a:pt x="25" y="637"/>
                      <a:pt x="46" y="642"/>
                      <a:pt x="46" y="642"/>
                    </a:cubicBezTo>
                    <a:cubicBezTo>
                      <a:pt x="48" y="645"/>
                      <a:pt x="48" y="645"/>
                      <a:pt x="48" y="645"/>
                    </a:cubicBezTo>
                    <a:cubicBezTo>
                      <a:pt x="48" y="645"/>
                      <a:pt x="44" y="660"/>
                      <a:pt x="43" y="681"/>
                    </a:cubicBezTo>
                    <a:cubicBezTo>
                      <a:pt x="17" y="683"/>
                      <a:pt x="17" y="683"/>
                      <a:pt x="17" y="683"/>
                    </a:cubicBezTo>
                    <a:cubicBezTo>
                      <a:pt x="17" y="683"/>
                      <a:pt x="17" y="678"/>
                      <a:pt x="17" y="673"/>
                    </a:cubicBezTo>
                    <a:cubicBezTo>
                      <a:pt x="17" y="664"/>
                      <a:pt x="14" y="661"/>
                      <a:pt x="5" y="661"/>
                    </a:cubicBezTo>
                    <a:cubicBezTo>
                      <a:pt x="3" y="661"/>
                      <a:pt x="2" y="661"/>
                      <a:pt x="0" y="661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2" y="727"/>
                      <a:pt x="4" y="727"/>
                      <a:pt x="6" y="727"/>
                    </a:cubicBezTo>
                    <a:cubicBezTo>
                      <a:pt x="15" y="727"/>
                      <a:pt x="19" y="722"/>
                      <a:pt x="20" y="708"/>
                    </a:cubicBezTo>
                    <a:cubicBezTo>
                      <a:pt x="46" y="706"/>
                      <a:pt x="46" y="706"/>
                      <a:pt x="46" y="706"/>
                    </a:cubicBezTo>
                    <a:cubicBezTo>
                      <a:pt x="46" y="706"/>
                      <a:pt x="44" y="726"/>
                      <a:pt x="44" y="742"/>
                    </a:cubicBezTo>
                    <a:cubicBezTo>
                      <a:pt x="42" y="745"/>
                      <a:pt x="42" y="745"/>
                      <a:pt x="42" y="745"/>
                    </a:cubicBezTo>
                    <a:cubicBezTo>
                      <a:pt x="42" y="745"/>
                      <a:pt x="23" y="751"/>
                      <a:pt x="1" y="751"/>
                    </a:cubicBezTo>
                    <a:cubicBezTo>
                      <a:pt x="0" y="751"/>
                      <a:pt x="0" y="751"/>
                      <a:pt x="0" y="751"/>
                    </a:cubicBezTo>
                    <a:cubicBezTo>
                      <a:pt x="0" y="779"/>
                      <a:pt x="0" y="779"/>
                      <a:pt x="0" y="779"/>
                    </a:cubicBezTo>
                    <a:cubicBezTo>
                      <a:pt x="2" y="779"/>
                      <a:pt x="2" y="779"/>
                      <a:pt x="2" y="779"/>
                    </a:cubicBezTo>
                    <a:cubicBezTo>
                      <a:pt x="1" y="794"/>
                      <a:pt x="1" y="794"/>
                      <a:pt x="1" y="794"/>
                    </a:cubicBezTo>
                    <a:cubicBezTo>
                      <a:pt x="0" y="794"/>
                      <a:pt x="0" y="794"/>
                      <a:pt x="0" y="794"/>
                    </a:cubicBezTo>
                    <a:cubicBezTo>
                      <a:pt x="0" y="820"/>
                      <a:pt x="0" y="820"/>
                      <a:pt x="0" y="820"/>
                    </a:cubicBezTo>
                    <a:cubicBezTo>
                      <a:pt x="11" y="808"/>
                      <a:pt x="11" y="808"/>
                      <a:pt x="11" y="808"/>
                    </a:cubicBezTo>
                    <a:cubicBezTo>
                      <a:pt x="13" y="805"/>
                      <a:pt x="14" y="802"/>
                      <a:pt x="14" y="800"/>
                    </a:cubicBezTo>
                    <a:cubicBezTo>
                      <a:pt x="14" y="796"/>
                      <a:pt x="12" y="795"/>
                      <a:pt x="7" y="794"/>
                    </a:cubicBezTo>
                    <a:cubicBezTo>
                      <a:pt x="6" y="793"/>
                      <a:pt x="6" y="793"/>
                      <a:pt x="6" y="793"/>
                    </a:cubicBezTo>
                    <a:cubicBezTo>
                      <a:pt x="8" y="779"/>
                      <a:pt x="8" y="779"/>
                      <a:pt x="8" y="779"/>
                    </a:cubicBezTo>
                    <a:cubicBezTo>
                      <a:pt x="8" y="779"/>
                      <a:pt x="24" y="779"/>
                      <a:pt x="32" y="779"/>
                    </a:cubicBezTo>
                    <a:cubicBezTo>
                      <a:pt x="39" y="779"/>
                      <a:pt x="57" y="778"/>
                      <a:pt x="57" y="778"/>
                    </a:cubicBezTo>
                    <a:cubicBezTo>
                      <a:pt x="58" y="781"/>
                      <a:pt x="58" y="781"/>
                      <a:pt x="58" y="781"/>
                    </a:cubicBezTo>
                    <a:cubicBezTo>
                      <a:pt x="57" y="794"/>
                      <a:pt x="57" y="794"/>
                      <a:pt x="57" y="794"/>
                    </a:cubicBezTo>
                    <a:cubicBezTo>
                      <a:pt x="49" y="799"/>
                      <a:pt x="41" y="806"/>
                      <a:pt x="32" y="819"/>
                    </a:cubicBezTo>
                    <a:cubicBezTo>
                      <a:pt x="25" y="829"/>
                      <a:pt x="25" y="829"/>
                      <a:pt x="25" y="829"/>
                    </a:cubicBezTo>
                    <a:cubicBezTo>
                      <a:pt x="41" y="860"/>
                      <a:pt x="41" y="860"/>
                      <a:pt x="41" y="860"/>
                    </a:cubicBezTo>
                    <a:cubicBezTo>
                      <a:pt x="46" y="870"/>
                      <a:pt x="50" y="875"/>
                      <a:pt x="58" y="875"/>
                    </a:cubicBezTo>
                    <a:cubicBezTo>
                      <a:pt x="59" y="878"/>
                      <a:pt x="59" y="878"/>
                      <a:pt x="59" y="878"/>
                    </a:cubicBezTo>
                    <a:cubicBezTo>
                      <a:pt x="58" y="891"/>
                      <a:pt x="58" y="891"/>
                      <a:pt x="58" y="891"/>
                    </a:cubicBezTo>
                    <a:cubicBezTo>
                      <a:pt x="58" y="891"/>
                      <a:pt x="36" y="892"/>
                      <a:pt x="31" y="892"/>
                    </a:cubicBezTo>
                    <a:cubicBezTo>
                      <a:pt x="23" y="892"/>
                      <a:pt x="18" y="889"/>
                      <a:pt x="13" y="879"/>
                    </a:cubicBezTo>
                    <a:cubicBezTo>
                      <a:pt x="0" y="854"/>
                      <a:pt x="0" y="854"/>
                      <a:pt x="0" y="854"/>
                    </a:cubicBezTo>
                    <a:cubicBezTo>
                      <a:pt x="0" y="875"/>
                      <a:pt x="0" y="875"/>
                      <a:pt x="0" y="875"/>
                    </a:cubicBezTo>
                    <a:cubicBezTo>
                      <a:pt x="2" y="876"/>
                      <a:pt x="2" y="876"/>
                      <a:pt x="2" y="876"/>
                    </a:cubicBezTo>
                    <a:cubicBezTo>
                      <a:pt x="0" y="889"/>
                      <a:pt x="0" y="889"/>
                      <a:pt x="0" y="889"/>
                    </a:cubicBezTo>
                    <a:cubicBezTo>
                      <a:pt x="0" y="949"/>
                      <a:pt x="0" y="949"/>
                      <a:pt x="0" y="949"/>
                    </a:cubicBezTo>
                    <a:cubicBezTo>
                      <a:pt x="10" y="950"/>
                      <a:pt x="17" y="959"/>
                      <a:pt x="17" y="969"/>
                    </a:cubicBezTo>
                    <a:cubicBezTo>
                      <a:pt x="17" y="979"/>
                      <a:pt x="10" y="987"/>
                      <a:pt x="0" y="988"/>
                    </a:cubicBezTo>
                    <a:cubicBezTo>
                      <a:pt x="0" y="1023"/>
                      <a:pt x="0" y="1023"/>
                      <a:pt x="0" y="1023"/>
                    </a:cubicBezTo>
                    <a:cubicBezTo>
                      <a:pt x="2" y="1024"/>
                      <a:pt x="2" y="1024"/>
                      <a:pt x="2" y="1024"/>
                    </a:cubicBezTo>
                    <a:cubicBezTo>
                      <a:pt x="122" y="969"/>
                      <a:pt x="122" y="969"/>
                      <a:pt x="122" y="969"/>
                    </a:cubicBezTo>
                    <a:cubicBezTo>
                      <a:pt x="122" y="1224"/>
                      <a:pt x="122" y="1224"/>
                      <a:pt x="122" y="1224"/>
                    </a:cubicBezTo>
                    <a:cubicBezTo>
                      <a:pt x="0" y="1224"/>
                      <a:pt x="0" y="1224"/>
                      <a:pt x="0" y="1224"/>
                    </a:cubicBezTo>
                    <a:cubicBezTo>
                      <a:pt x="0" y="1270"/>
                      <a:pt x="0" y="1270"/>
                      <a:pt x="0" y="1270"/>
                    </a:cubicBezTo>
                    <a:cubicBezTo>
                      <a:pt x="169" y="1270"/>
                      <a:pt x="169" y="1270"/>
                      <a:pt x="169" y="1270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3" name="Freeform 49"/>
              <p:cNvSpPr>
                <a:spLocks noEditPoints="1"/>
              </p:cNvSpPr>
              <p:nvPr userDrawn="1"/>
            </p:nvSpPr>
            <p:spPr bwMode="auto">
              <a:xfrm>
                <a:off x="1129" y="1350"/>
                <a:ext cx="11" cy="15"/>
              </a:xfrm>
              <a:custGeom>
                <a:avLst/>
                <a:gdLst>
                  <a:gd name="T0" fmla="*/ 11 w 11"/>
                  <a:gd name="T1" fmla="*/ 9 h 15"/>
                  <a:gd name="T2" fmla="*/ 10 w 11"/>
                  <a:gd name="T3" fmla="*/ 6 h 15"/>
                  <a:gd name="T4" fmla="*/ 9 w 11"/>
                  <a:gd name="T5" fmla="*/ 0 h 15"/>
                  <a:gd name="T6" fmla="*/ 0 w 11"/>
                  <a:gd name="T7" fmla="*/ 0 h 15"/>
                  <a:gd name="T8" fmla="*/ 0 w 11"/>
                  <a:gd name="T9" fmla="*/ 15 h 15"/>
                  <a:gd name="T10" fmla="*/ 11 w 11"/>
                  <a:gd name="T11" fmla="*/ 9 h 15"/>
                  <a:gd name="T12" fmla="*/ 11 w 11"/>
                  <a:gd name="T13" fmla="*/ 9 h 15"/>
                  <a:gd name="T14" fmla="*/ 11 w 11"/>
                  <a:gd name="T15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5">
                    <a:moveTo>
                      <a:pt x="11" y="9"/>
                    </a:moveTo>
                    <a:cubicBezTo>
                      <a:pt x="11" y="9"/>
                      <a:pt x="10" y="8"/>
                      <a:pt x="10" y="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14"/>
                      <a:pt x="11" y="14"/>
                      <a:pt x="11" y="9"/>
                    </a:cubicBezTo>
                    <a:close/>
                    <a:moveTo>
                      <a:pt x="11" y="9"/>
                    </a:moveTo>
                    <a:cubicBezTo>
                      <a:pt x="11" y="9"/>
                      <a:pt x="11" y="9"/>
                      <a:pt x="11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4" name="Freeform 50"/>
              <p:cNvSpPr>
                <a:spLocks noEditPoints="1"/>
              </p:cNvSpPr>
              <p:nvPr userDrawn="1"/>
            </p:nvSpPr>
            <p:spPr bwMode="auto">
              <a:xfrm>
                <a:off x="1129" y="1150"/>
                <a:ext cx="13" cy="26"/>
              </a:xfrm>
              <a:custGeom>
                <a:avLst/>
                <a:gdLst>
                  <a:gd name="T0" fmla="*/ 13 w 13"/>
                  <a:gd name="T1" fmla="*/ 12 h 26"/>
                  <a:gd name="T2" fmla="*/ 0 w 13"/>
                  <a:gd name="T3" fmla="*/ 0 h 26"/>
                  <a:gd name="T4" fmla="*/ 0 w 13"/>
                  <a:gd name="T5" fmla="*/ 25 h 26"/>
                  <a:gd name="T6" fmla="*/ 6 w 13"/>
                  <a:gd name="T7" fmla="*/ 26 h 26"/>
                  <a:gd name="T8" fmla="*/ 13 w 13"/>
                  <a:gd name="T9" fmla="*/ 12 h 26"/>
                  <a:gd name="T10" fmla="*/ 13 w 13"/>
                  <a:gd name="T11" fmla="*/ 12 h 26"/>
                  <a:gd name="T12" fmla="*/ 13 w 13"/>
                  <a:gd name="T1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6">
                    <a:moveTo>
                      <a:pt x="13" y="12"/>
                    </a:moveTo>
                    <a:cubicBezTo>
                      <a:pt x="13" y="4"/>
                      <a:pt x="9" y="1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" y="25"/>
                      <a:pt x="4" y="26"/>
                      <a:pt x="6" y="26"/>
                    </a:cubicBezTo>
                    <a:cubicBezTo>
                      <a:pt x="6" y="26"/>
                      <a:pt x="13" y="21"/>
                      <a:pt x="13" y="12"/>
                    </a:cubicBezTo>
                    <a:close/>
                    <a:moveTo>
                      <a:pt x="13" y="12"/>
                    </a:moveTo>
                    <a:cubicBezTo>
                      <a:pt x="13" y="12"/>
                      <a:pt x="13" y="12"/>
                      <a:pt x="13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5" name="Freeform 51"/>
              <p:cNvSpPr>
                <a:spLocks noEditPoints="1"/>
              </p:cNvSpPr>
              <p:nvPr userDrawn="1"/>
            </p:nvSpPr>
            <p:spPr bwMode="auto">
              <a:xfrm>
                <a:off x="1070" y="1129"/>
                <a:ext cx="117" cy="534"/>
              </a:xfrm>
              <a:custGeom>
                <a:avLst/>
                <a:gdLst>
                  <a:gd name="T0" fmla="*/ 68 w 117"/>
                  <a:gd name="T1" fmla="*/ 0 h 534"/>
                  <a:gd name="T2" fmla="*/ 7 w 117"/>
                  <a:gd name="T3" fmla="*/ 1 h 534"/>
                  <a:gd name="T4" fmla="*/ 12 w 117"/>
                  <a:gd name="T5" fmla="*/ 16 h 534"/>
                  <a:gd name="T6" fmla="*/ 5 w 117"/>
                  <a:gd name="T7" fmla="*/ 97 h 534"/>
                  <a:gd name="T8" fmla="*/ 59 w 117"/>
                  <a:gd name="T9" fmla="*/ 113 h 534"/>
                  <a:gd name="T10" fmla="*/ 90 w 117"/>
                  <a:gd name="T11" fmla="*/ 53 h 534"/>
                  <a:gd name="T12" fmla="*/ 59 w 117"/>
                  <a:gd name="T13" fmla="*/ 21 h 534"/>
                  <a:gd name="T14" fmla="*/ 59 w 117"/>
                  <a:gd name="T15" fmla="*/ 46 h 534"/>
                  <a:gd name="T16" fmla="*/ 62 w 117"/>
                  <a:gd name="T17" fmla="*/ 91 h 534"/>
                  <a:gd name="T18" fmla="*/ 51 w 117"/>
                  <a:gd name="T19" fmla="*/ 67 h 534"/>
                  <a:gd name="T20" fmla="*/ 62 w 117"/>
                  <a:gd name="T21" fmla="*/ 91 h 534"/>
                  <a:gd name="T22" fmla="*/ 84 w 117"/>
                  <a:gd name="T23" fmla="*/ 141 h 534"/>
                  <a:gd name="T24" fmla="*/ 37 w 117"/>
                  <a:gd name="T25" fmla="*/ 141 h 534"/>
                  <a:gd name="T26" fmla="*/ 0 w 117"/>
                  <a:gd name="T27" fmla="*/ 251 h 534"/>
                  <a:gd name="T28" fmla="*/ 50 w 117"/>
                  <a:gd name="T29" fmla="*/ 237 h 534"/>
                  <a:gd name="T30" fmla="*/ 39 w 117"/>
                  <a:gd name="T31" fmla="*/ 232 h 534"/>
                  <a:gd name="T32" fmla="*/ 55 w 117"/>
                  <a:gd name="T33" fmla="*/ 220 h 534"/>
                  <a:gd name="T34" fmla="*/ 69 w 117"/>
                  <a:gd name="T35" fmla="*/ 227 h 534"/>
                  <a:gd name="T36" fmla="*/ 59 w 117"/>
                  <a:gd name="T37" fmla="*/ 251 h 534"/>
                  <a:gd name="T38" fmla="*/ 117 w 117"/>
                  <a:gd name="T39" fmla="*/ 237 h 534"/>
                  <a:gd name="T40" fmla="*/ 47 w 117"/>
                  <a:gd name="T41" fmla="*/ 200 h 534"/>
                  <a:gd name="T42" fmla="*/ 59 w 117"/>
                  <a:gd name="T43" fmla="*/ 171 h 534"/>
                  <a:gd name="T44" fmla="*/ 60 w 117"/>
                  <a:gd name="T45" fmla="*/ 517 h 534"/>
                  <a:gd name="T46" fmla="*/ 60 w 117"/>
                  <a:gd name="T47" fmla="*/ 517 h 534"/>
                  <a:gd name="T48" fmla="*/ 59 w 117"/>
                  <a:gd name="T49" fmla="*/ 420 h 534"/>
                  <a:gd name="T50" fmla="*/ 48 w 117"/>
                  <a:gd name="T51" fmla="*/ 504 h 534"/>
                  <a:gd name="T52" fmla="*/ 59 w 117"/>
                  <a:gd name="T53" fmla="*/ 420 h 534"/>
                  <a:gd name="T54" fmla="*/ 2 w 117"/>
                  <a:gd name="T55" fmla="*/ 433 h 534"/>
                  <a:gd name="T56" fmla="*/ 14 w 117"/>
                  <a:gd name="T57" fmla="*/ 444 h 534"/>
                  <a:gd name="T58" fmla="*/ 2 w 117"/>
                  <a:gd name="T59" fmla="*/ 531 h 534"/>
                  <a:gd name="T60" fmla="*/ 59 w 117"/>
                  <a:gd name="T61" fmla="*/ 515 h 534"/>
                  <a:gd name="T62" fmla="*/ 59 w 117"/>
                  <a:gd name="T63" fmla="*/ 393 h 534"/>
                  <a:gd name="T64" fmla="*/ 102 w 117"/>
                  <a:gd name="T65" fmla="*/ 383 h 534"/>
                  <a:gd name="T66" fmla="*/ 65 w 117"/>
                  <a:gd name="T67" fmla="*/ 369 h 534"/>
                  <a:gd name="T68" fmla="*/ 59 w 117"/>
                  <a:gd name="T69" fmla="*/ 303 h 534"/>
                  <a:gd name="T70" fmla="*/ 75 w 117"/>
                  <a:gd name="T71" fmla="*/ 324 h 534"/>
                  <a:gd name="T72" fmla="*/ 105 w 117"/>
                  <a:gd name="T73" fmla="*/ 283 h 534"/>
                  <a:gd name="T74" fmla="*/ 9 w 117"/>
                  <a:gd name="T75" fmla="*/ 338 h 534"/>
                  <a:gd name="T76" fmla="*/ 99 w 117"/>
                  <a:gd name="T77" fmla="*/ 501 h 534"/>
                  <a:gd name="T78" fmla="*/ 115 w 117"/>
                  <a:gd name="T79" fmla="*/ 435 h 534"/>
                  <a:gd name="T80" fmla="*/ 91 w 117"/>
                  <a:gd name="T81" fmla="*/ 420 h 534"/>
                  <a:gd name="T82" fmla="*/ 66 w 117"/>
                  <a:gd name="T83" fmla="*/ 436 h 534"/>
                  <a:gd name="T84" fmla="*/ 59 w 117"/>
                  <a:gd name="T85" fmla="*/ 461 h 534"/>
                  <a:gd name="T86" fmla="*/ 90 w 117"/>
                  <a:gd name="T87" fmla="*/ 534 h 534"/>
                  <a:gd name="T88" fmla="*/ 116 w 117"/>
                  <a:gd name="T89" fmla="*/ 51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534">
                    <a:moveTo>
                      <a:pt x="90" y="53"/>
                    </a:moveTo>
                    <a:cubicBezTo>
                      <a:pt x="99" y="47"/>
                      <a:pt x="107" y="39"/>
                      <a:pt x="107" y="27"/>
                    </a:cubicBezTo>
                    <a:cubicBezTo>
                      <a:pt x="107" y="9"/>
                      <a:pt x="93" y="0"/>
                      <a:pt x="68" y="0"/>
                    </a:cubicBezTo>
                    <a:cubicBezTo>
                      <a:pt x="68" y="0"/>
                      <a:pt x="64" y="0"/>
                      <a:pt x="59" y="0"/>
                    </a:cubicBezTo>
                    <a:cubicBezTo>
                      <a:pt x="50" y="0"/>
                      <a:pt x="39" y="1"/>
                      <a:pt x="35" y="1"/>
                    </a:cubicBezTo>
                    <a:cubicBezTo>
                      <a:pt x="30" y="1"/>
                      <a:pt x="7" y="1"/>
                      <a:pt x="7" y="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11" y="16"/>
                      <a:pt x="12" y="16"/>
                    </a:cubicBezTo>
                    <a:cubicBezTo>
                      <a:pt x="15" y="16"/>
                      <a:pt x="17" y="19"/>
                      <a:pt x="17" y="24"/>
                    </a:cubicBezTo>
                    <a:cubicBezTo>
                      <a:pt x="17" y="85"/>
                      <a:pt x="17" y="85"/>
                      <a:pt x="17" y="85"/>
                    </a:cubicBezTo>
                    <a:cubicBezTo>
                      <a:pt x="17" y="93"/>
                      <a:pt x="14" y="95"/>
                      <a:pt x="5" y="97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24" y="111"/>
                      <a:pt x="35" y="111"/>
                    </a:cubicBezTo>
                    <a:cubicBezTo>
                      <a:pt x="38" y="111"/>
                      <a:pt x="51" y="112"/>
                      <a:pt x="59" y="113"/>
                    </a:cubicBezTo>
                    <a:cubicBezTo>
                      <a:pt x="60" y="113"/>
                      <a:pt x="62" y="113"/>
                      <a:pt x="63" y="113"/>
                    </a:cubicBezTo>
                    <a:cubicBezTo>
                      <a:pt x="95" y="113"/>
                      <a:pt x="112" y="101"/>
                      <a:pt x="112" y="77"/>
                    </a:cubicBezTo>
                    <a:cubicBezTo>
                      <a:pt x="112" y="62"/>
                      <a:pt x="101" y="56"/>
                      <a:pt x="90" y="53"/>
                    </a:cubicBezTo>
                    <a:close/>
                    <a:moveTo>
                      <a:pt x="53" y="23"/>
                    </a:moveTo>
                    <a:cubicBezTo>
                      <a:pt x="53" y="21"/>
                      <a:pt x="53" y="21"/>
                      <a:pt x="56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8" y="21"/>
                      <a:pt x="72" y="25"/>
                      <a:pt x="72" y="32"/>
                    </a:cubicBezTo>
                    <a:cubicBezTo>
                      <a:pt x="72" y="41"/>
                      <a:pt x="65" y="46"/>
                      <a:pt x="65" y="46"/>
                    </a:cubicBezTo>
                    <a:cubicBezTo>
                      <a:pt x="64" y="46"/>
                      <a:pt x="61" y="46"/>
                      <a:pt x="59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1" y="44"/>
                      <a:pt x="52" y="31"/>
                      <a:pt x="53" y="23"/>
                    </a:cubicBezTo>
                    <a:close/>
                    <a:moveTo>
                      <a:pt x="62" y="91"/>
                    </a:moveTo>
                    <a:cubicBezTo>
                      <a:pt x="61" y="91"/>
                      <a:pt x="60" y="91"/>
                      <a:pt x="59" y="91"/>
                    </a:cubicBezTo>
                    <a:cubicBezTo>
                      <a:pt x="53" y="91"/>
                      <a:pt x="50" y="88"/>
                      <a:pt x="50" y="84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1" y="69"/>
                      <a:pt x="75" y="73"/>
                      <a:pt x="75" y="79"/>
                    </a:cubicBezTo>
                    <a:cubicBezTo>
                      <a:pt x="75" y="87"/>
                      <a:pt x="71" y="91"/>
                      <a:pt x="62" y="91"/>
                    </a:cubicBezTo>
                    <a:close/>
                    <a:moveTo>
                      <a:pt x="116" y="236"/>
                    </a:moveTo>
                    <a:cubicBezTo>
                      <a:pt x="110" y="236"/>
                      <a:pt x="108" y="232"/>
                      <a:pt x="105" y="225"/>
                    </a:cubicBezTo>
                    <a:cubicBezTo>
                      <a:pt x="100" y="206"/>
                      <a:pt x="84" y="141"/>
                      <a:pt x="84" y="141"/>
                    </a:cubicBezTo>
                    <a:cubicBezTo>
                      <a:pt x="82" y="139"/>
                      <a:pt x="82" y="139"/>
                      <a:pt x="82" y="139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9" y="227"/>
                      <a:pt x="9" y="227"/>
                      <a:pt x="9" y="227"/>
                    </a:cubicBezTo>
                    <a:cubicBezTo>
                      <a:pt x="8" y="232"/>
                      <a:pt x="5" y="235"/>
                      <a:pt x="1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251"/>
                      <a:pt x="12" y="251"/>
                      <a:pt x="22" y="251"/>
                    </a:cubicBezTo>
                    <a:cubicBezTo>
                      <a:pt x="33" y="251"/>
                      <a:pt x="49" y="251"/>
                      <a:pt x="49" y="251"/>
                    </a:cubicBezTo>
                    <a:cubicBezTo>
                      <a:pt x="50" y="237"/>
                      <a:pt x="50" y="237"/>
                      <a:pt x="50" y="237"/>
                    </a:cubicBezTo>
                    <a:cubicBezTo>
                      <a:pt x="49" y="236"/>
                      <a:pt x="49" y="236"/>
                      <a:pt x="49" y="236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40" y="236"/>
                      <a:pt x="39" y="235"/>
                      <a:pt x="39" y="232"/>
                    </a:cubicBezTo>
                    <a:cubicBezTo>
                      <a:pt x="39" y="232"/>
                      <a:pt x="39" y="230"/>
                      <a:pt x="39" y="228"/>
                    </a:cubicBezTo>
                    <a:cubicBezTo>
                      <a:pt x="41" y="221"/>
                      <a:pt x="41" y="221"/>
                      <a:pt x="41" y="221"/>
                    </a:cubicBezTo>
                    <a:cubicBezTo>
                      <a:pt x="46" y="221"/>
                      <a:pt x="51" y="220"/>
                      <a:pt x="55" y="220"/>
                    </a:cubicBezTo>
                    <a:cubicBezTo>
                      <a:pt x="59" y="220"/>
                      <a:pt x="59" y="220"/>
                      <a:pt x="59" y="220"/>
                    </a:cubicBezTo>
                    <a:cubicBezTo>
                      <a:pt x="62" y="220"/>
                      <a:pt x="65" y="220"/>
                      <a:pt x="68" y="220"/>
                    </a:cubicBezTo>
                    <a:cubicBezTo>
                      <a:pt x="69" y="227"/>
                      <a:pt x="69" y="227"/>
                      <a:pt x="69" y="227"/>
                    </a:cubicBezTo>
                    <a:cubicBezTo>
                      <a:pt x="69" y="228"/>
                      <a:pt x="69" y="229"/>
                      <a:pt x="69" y="230"/>
                    </a:cubicBezTo>
                    <a:cubicBezTo>
                      <a:pt x="69" y="234"/>
                      <a:pt x="69" y="234"/>
                      <a:pt x="59" y="236"/>
                    </a:cubicBezTo>
                    <a:cubicBezTo>
                      <a:pt x="59" y="251"/>
                      <a:pt x="59" y="251"/>
                      <a:pt x="59" y="251"/>
                    </a:cubicBezTo>
                    <a:cubicBezTo>
                      <a:pt x="59" y="251"/>
                      <a:pt x="75" y="250"/>
                      <a:pt x="91" y="250"/>
                    </a:cubicBezTo>
                    <a:cubicBezTo>
                      <a:pt x="100" y="250"/>
                      <a:pt x="115" y="251"/>
                      <a:pt x="115" y="251"/>
                    </a:cubicBezTo>
                    <a:cubicBezTo>
                      <a:pt x="117" y="237"/>
                      <a:pt x="117" y="237"/>
                      <a:pt x="117" y="237"/>
                    </a:cubicBezTo>
                    <a:lnTo>
                      <a:pt x="116" y="236"/>
                    </a:lnTo>
                    <a:close/>
                    <a:moveTo>
                      <a:pt x="59" y="200"/>
                    </a:moveTo>
                    <a:cubicBezTo>
                      <a:pt x="47" y="200"/>
                      <a:pt x="47" y="200"/>
                      <a:pt x="47" y="200"/>
                    </a:cubicBezTo>
                    <a:cubicBezTo>
                      <a:pt x="55" y="169"/>
                      <a:pt x="55" y="169"/>
                      <a:pt x="55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65" y="199"/>
                      <a:pt x="65" y="199"/>
                      <a:pt x="65" y="199"/>
                    </a:cubicBezTo>
                    <a:cubicBezTo>
                      <a:pt x="62" y="199"/>
                      <a:pt x="61" y="199"/>
                      <a:pt x="59" y="200"/>
                    </a:cubicBezTo>
                    <a:close/>
                    <a:moveTo>
                      <a:pt x="60" y="517"/>
                    </a:moveTo>
                    <a:cubicBezTo>
                      <a:pt x="59" y="516"/>
                      <a:pt x="59" y="516"/>
                      <a:pt x="59" y="516"/>
                    </a:cubicBezTo>
                    <a:cubicBezTo>
                      <a:pt x="59" y="530"/>
                      <a:pt x="59" y="530"/>
                      <a:pt x="59" y="530"/>
                    </a:cubicBezTo>
                    <a:lnTo>
                      <a:pt x="60" y="517"/>
                    </a:lnTo>
                    <a:close/>
                    <a:moveTo>
                      <a:pt x="59" y="435"/>
                    </a:moveTo>
                    <a:cubicBezTo>
                      <a:pt x="61" y="420"/>
                      <a:pt x="61" y="420"/>
                      <a:pt x="61" y="420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9" y="436"/>
                      <a:pt x="59" y="436"/>
                      <a:pt x="59" y="436"/>
                    </a:cubicBezTo>
                    <a:cubicBezTo>
                      <a:pt x="59" y="435"/>
                      <a:pt x="59" y="435"/>
                      <a:pt x="59" y="435"/>
                    </a:cubicBezTo>
                    <a:close/>
                    <a:moveTo>
                      <a:pt x="48" y="504"/>
                    </a:moveTo>
                    <a:cubicBezTo>
                      <a:pt x="49" y="445"/>
                      <a:pt x="49" y="445"/>
                      <a:pt x="49" y="445"/>
                    </a:cubicBezTo>
                    <a:cubicBezTo>
                      <a:pt x="49" y="439"/>
                      <a:pt x="51" y="437"/>
                      <a:pt x="59" y="436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3" y="420"/>
                      <a:pt x="37" y="421"/>
                      <a:pt x="31" y="421"/>
                    </a:cubicBezTo>
                    <a:cubicBezTo>
                      <a:pt x="28" y="421"/>
                      <a:pt x="4" y="421"/>
                      <a:pt x="4" y="421"/>
                    </a:cubicBezTo>
                    <a:cubicBezTo>
                      <a:pt x="2" y="433"/>
                      <a:pt x="2" y="433"/>
                      <a:pt x="2" y="433"/>
                    </a:cubicBezTo>
                    <a:cubicBezTo>
                      <a:pt x="4" y="436"/>
                      <a:pt x="4" y="436"/>
                      <a:pt x="4" y="436"/>
                    </a:cubicBezTo>
                    <a:cubicBezTo>
                      <a:pt x="4" y="436"/>
                      <a:pt x="6" y="436"/>
                      <a:pt x="8" y="436"/>
                    </a:cubicBezTo>
                    <a:cubicBezTo>
                      <a:pt x="13" y="436"/>
                      <a:pt x="14" y="437"/>
                      <a:pt x="14" y="444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14" y="513"/>
                      <a:pt x="12" y="515"/>
                      <a:pt x="3" y="517"/>
                    </a:cubicBezTo>
                    <a:cubicBezTo>
                      <a:pt x="2" y="531"/>
                      <a:pt x="2" y="531"/>
                      <a:pt x="2" y="531"/>
                    </a:cubicBezTo>
                    <a:cubicBezTo>
                      <a:pt x="2" y="531"/>
                      <a:pt x="19" y="531"/>
                      <a:pt x="30" y="531"/>
                    </a:cubicBezTo>
                    <a:cubicBezTo>
                      <a:pt x="37" y="531"/>
                      <a:pt x="59" y="531"/>
                      <a:pt x="59" y="531"/>
                    </a:cubicBezTo>
                    <a:cubicBezTo>
                      <a:pt x="59" y="515"/>
                      <a:pt x="59" y="515"/>
                      <a:pt x="59" y="515"/>
                    </a:cubicBezTo>
                    <a:cubicBezTo>
                      <a:pt x="59" y="515"/>
                      <a:pt x="56" y="516"/>
                      <a:pt x="53" y="516"/>
                    </a:cubicBezTo>
                    <a:cubicBezTo>
                      <a:pt x="49" y="516"/>
                      <a:pt x="48" y="514"/>
                      <a:pt x="48" y="504"/>
                    </a:cubicBezTo>
                    <a:close/>
                    <a:moveTo>
                      <a:pt x="59" y="393"/>
                    </a:moveTo>
                    <a:cubicBezTo>
                      <a:pt x="60" y="393"/>
                      <a:pt x="60" y="393"/>
                      <a:pt x="60" y="393"/>
                    </a:cubicBezTo>
                    <a:cubicBezTo>
                      <a:pt x="82" y="393"/>
                      <a:pt x="100" y="386"/>
                      <a:pt x="100" y="386"/>
                    </a:cubicBezTo>
                    <a:cubicBezTo>
                      <a:pt x="102" y="383"/>
                      <a:pt x="102" y="383"/>
                      <a:pt x="102" y="383"/>
                    </a:cubicBezTo>
                    <a:cubicBezTo>
                      <a:pt x="102" y="367"/>
                      <a:pt x="105" y="347"/>
                      <a:pt x="105" y="347"/>
                    </a:cubicBezTo>
                    <a:cubicBezTo>
                      <a:pt x="78" y="349"/>
                      <a:pt x="78" y="349"/>
                      <a:pt x="78" y="349"/>
                    </a:cubicBezTo>
                    <a:cubicBezTo>
                      <a:pt x="77" y="363"/>
                      <a:pt x="73" y="369"/>
                      <a:pt x="65" y="369"/>
                    </a:cubicBezTo>
                    <a:cubicBezTo>
                      <a:pt x="62" y="369"/>
                      <a:pt x="60" y="368"/>
                      <a:pt x="59" y="367"/>
                    </a:cubicBezTo>
                    <a:cubicBezTo>
                      <a:pt x="51" y="363"/>
                      <a:pt x="48" y="352"/>
                      <a:pt x="48" y="332"/>
                    </a:cubicBezTo>
                    <a:cubicBezTo>
                      <a:pt x="48" y="313"/>
                      <a:pt x="51" y="305"/>
                      <a:pt x="59" y="303"/>
                    </a:cubicBezTo>
                    <a:cubicBezTo>
                      <a:pt x="60" y="302"/>
                      <a:pt x="62" y="302"/>
                      <a:pt x="64" y="302"/>
                    </a:cubicBezTo>
                    <a:cubicBezTo>
                      <a:pt x="73" y="302"/>
                      <a:pt x="76" y="305"/>
                      <a:pt x="76" y="315"/>
                    </a:cubicBezTo>
                    <a:cubicBezTo>
                      <a:pt x="76" y="318"/>
                      <a:pt x="75" y="321"/>
                      <a:pt x="75" y="324"/>
                    </a:cubicBezTo>
                    <a:cubicBezTo>
                      <a:pt x="102" y="323"/>
                      <a:pt x="102" y="323"/>
                      <a:pt x="102" y="323"/>
                    </a:cubicBezTo>
                    <a:cubicBezTo>
                      <a:pt x="103" y="302"/>
                      <a:pt x="106" y="286"/>
                      <a:pt x="106" y="286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05" y="283"/>
                      <a:pt x="84" y="279"/>
                      <a:pt x="69" y="279"/>
                    </a:cubicBezTo>
                    <a:cubicBezTo>
                      <a:pt x="65" y="279"/>
                      <a:pt x="62" y="279"/>
                      <a:pt x="59" y="279"/>
                    </a:cubicBezTo>
                    <a:cubicBezTo>
                      <a:pt x="27" y="283"/>
                      <a:pt x="9" y="303"/>
                      <a:pt x="9" y="338"/>
                    </a:cubicBezTo>
                    <a:cubicBezTo>
                      <a:pt x="9" y="372"/>
                      <a:pt x="28" y="392"/>
                      <a:pt x="59" y="393"/>
                    </a:cubicBezTo>
                    <a:close/>
                    <a:moveTo>
                      <a:pt x="116" y="517"/>
                    </a:moveTo>
                    <a:cubicBezTo>
                      <a:pt x="109" y="516"/>
                      <a:pt x="104" y="511"/>
                      <a:pt x="99" y="501"/>
                    </a:cubicBezTo>
                    <a:cubicBezTo>
                      <a:pt x="83" y="470"/>
                      <a:pt x="83" y="470"/>
                      <a:pt x="83" y="470"/>
                    </a:cubicBezTo>
                    <a:cubicBezTo>
                      <a:pt x="90" y="460"/>
                      <a:pt x="90" y="460"/>
                      <a:pt x="90" y="460"/>
                    </a:cubicBezTo>
                    <a:cubicBezTo>
                      <a:pt x="99" y="447"/>
                      <a:pt x="107" y="440"/>
                      <a:pt x="115" y="435"/>
                    </a:cubicBezTo>
                    <a:cubicBezTo>
                      <a:pt x="117" y="422"/>
                      <a:pt x="117" y="422"/>
                      <a:pt x="117" y="422"/>
                    </a:cubicBezTo>
                    <a:cubicBezTo>
                      <a:pt x="115" y="419"/>
                      <a:pt x="115" y="419"/>
                      <a:pt x="115" y="419"/>
                    </a:cubicBezTo>
                    <a:cubicBezTo>
                      <a:pt x="115" y="419"/>
                      <a:pt x="97" y="420"/>
                      <a:pt x="91" y="420"/>
                    </a:cubicBezTo>
                    <a:cubicBezTo>
                      <a:pt x="83" y="420"/>
                      <a:pt x="66" y="420"/>
                      <a:pt x="66" y="420"/>
                    </a:cubicBezTo>
                    <a:cubicBezTo>
                      <a:pt x="65" y="434"/>
                      <a:pt x="65" y="434"/>
                      <a:pt x="65" y="434"/>
                    </a:cubicBezTo>
                    <a:cubicBezTo>
                      <a:pt x="66" y="436"/>
                      <a:pt x="66" y="436"/>
                      <a:pt x="66" y="436"/>
                    </a:cubicBezTo>
                    <a:cubicBezTo>
                      <a:pt x="71" y="436"/>
                      <a:pt x="73" y="437"/>
                      <a:pt x="73" y="441"/>
                    </a:cubicBezTo>
                    <a:cubicBezTo>
                      <a:pt x="73" y="444"/>
                      <a:pt x="71" y="447"/>
                      <a:pt x="69" y="449"/>
                    </a:cubicBezTo>
                    <a:cubicBezTo>
                      <a:pt x="59" y="461"/>
                      <a:pt x="59" y="461"/>
                      <a:pt x="59" y="461"/>
                    </a:cubicBezTo>
                    <a:cubicBezTo>
                      <a:pt x="59" y="496"/>
                      <a:pt x="59" y="496"/>
                      <a:pt x="59" y="496"/>
                    </a:cubicBezTo>
                    <a:cubicBezTo>
                      <a:pt x="71" y="520"/>
                      <a:pt x="71" y="520"/>
                      <a:pt x="71" y="520"/>
                    </a:cubicBezTo>
                    <a:cubicBezTo>
                      <a:pt x="76" y="530"/>
                      <a:pt x="81" y="534"/>
                      <a:pt x="90" y="534"/>
                    </a:cubicBezTo>
                    <a:cubicBezTo>
                      <a:pt x="94" y="534"/>
                      <a:pt x="116" y="532"/>
                      <a:pt x="116" y="532"/>
                    </a:cubicBezTo>
                    <a:cubicBezTo>
                      <a:pt x="117" y="519"/>
                      <a:pt x="117" y="519"/>
                      <a:pt x="117" y="519"/>
                    </a:cubicBezTo>
                    <a:lnTo>
                      <a:pt x="116" y="517"/>
                    </a:lnTo>
                    <a:close/>
                    <a:moveTo>
                      <a:pt x="116" y="517"/>
                    </a:moveTo>
                    <a:cubicBezTo>
                      <a:pt x="116" y="517"/>
                      <a:pt x="116" y="517"/>
                      <a:pt x="116" y="517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6" name="Freeform 52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close/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close/>
                    <a:moveTo>
                      <a:pt x="124" y="974"/>
                    </a:moveTo>
                    <a:lnTo>
                      <a:pt x="124" y="974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7" name="Freeform 53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moveTo>
                      <a:pt x="124" y="974"/>
                    </a:moveTo>
                    <a:lnTo>
                      <a:pt x="124" y="9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8" name="Freeform 5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41" cy="704"/>
              </a:xfrm>
              <a:custGeom>
                <a:avLst/>
                <a:gdLst>
                  <a:gd name="T0" fmla="*/ 41 w 41"/>
                  <a:gd name="T1" fmla="*/ 20 h 704"/>
                  <a:gd name="T2" fmla="*/ 24 w 41"/>
                  <a:gd name="T3" fmla="*/ 0 h 704"/>
                  <a:gd name="T4" fmla="*/ 24 w 41"/>
                  <a:gd name="T5" fmla="*/ 39 h 704"/>
                  <a:gd name="T6" fmla="*/ 41 w 41"/>
                  <a:gd name="T7" fmla="*/ 20 h 704"/>
                  <a:gd name="T8" fmla="*/ 24 w 41"/>
                  <a:gd name="T9" fmla="*/ 664 h 704"/>
                  <a:gd name="T10" fmla="*/ 21 w 41"/>
                  <a:gd name="T11" fmla="*/ 663 h 704"/>
                  <a:gd name="T12" fmla="*/ 0 w 41"/>
                  <a:gd name="T13" fmla="*/ 683 h 704"/>
                  <a:gd name="T14" fmla="*/ 21 w 41"/>
                  <a:gd name="T15" fmla="*/ 704 h 704"/>
                  <a:gd name="T16" fmla="*/ 24 w 41"/>
                  <a:gd name="T17" fmla="*/ 703 h 704"/>
                  <a:gd name="T18" fmla="*/ 41 w 41"/>
                  <a:gd name="T19" fmla="*/ 683 h 704"/>
                  <a:gd name="T20" fmla="*/ 24 w 41"/>
                  <a:gd name="T21" fmla="*/ 664 h 704"/>
                  <a:gd name="T22" fmla="*/ 24 w 41"/>
                  <a:gd name="T23" fmla="*/ 664 h 704"/>
                  <a:gd name="T24" fmla="*/ 24 w 41"/>
                  <a:gd name="T25" fmla="*/ 66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704">
                    <a:moveTo>
                      <a:pt x="41" y="20"/>
                    </a:moveTo>
                    <a:cubicBezTo>
                      <a:pt x="41" y="10"/>
                      <a:pt x="33" y="1"/>
                      <a:pt x="24" y="0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3" y="38"/>
                      <a:pt x="41" y="29"/>
                      <a:pt x="41" y="20"/>
                    </a:cubicBezTo>
                    <a:close/>
                    <a:moveTo>
                      <a:pt x="24" y="664"/>
                    </a:moveTo>
                    <a:cubicBezTo>
                      <a:pt x="23" y="663"/>
                      <a:pt x="22" y="663"/>
                      <a:pt x="21" y="663"/>
                    </a:cubicBezTo>
                    <a:cubicBezTo>
                      <a:pt x="9" y="663"/>
                      <a:pt x="0" y="672"/>
                      <a:pt x="0" y="683"/>
                    </a:cubicBezTo>
                    <a:cubicBezTo>
                      <a:pt x="0" y="695"/>
                      <a:pt x="9" y="704"/>
                      <a:pt x="21" y="704"/>
                    </a:cubicBezTo>
                    <a:cubicBezTo>
                      <a:pt x="22" y="704"/>
                      <a:pt x="23" y="703"/>
                      <a:pt x="24" y="703"/>
                    </a:cubicBezTo>
                    <a:cubicBezTo>
                      <a:pt x="33" y="702"/>
                      <a:pt x="41" y="693"/>
                      <a:pt x="41" y="683"/>
                    </a:cubicBezTo>
                    <a:cubicBezTo>
                      <a:pt x="41" y="674"/>
                      <a:pt x="33" y="665"/>
                      <a:pt x="24" y="664"/>
                    </a:cubicBezTo>
                    <a:close/>
                    <a:moveTo>
                      <a:pt x="24" y="664"/>
                    </a:moveTo>
                    <a:cubicBezTo>
                      <a:pt x="24" y="664"/>
                      <a:pt x="24" y="664"/>
                      <a:pt x="24" y="664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9" name="Freeform 55"/>
              <p:cNvSpPr>
                <a:spLocks noEditPoints="1"/>
              </p:cNvSpPr>
              <p:nvPr userDrawn="1"/>
            </p:nvSpPr>
            <p:spPr bwMode="auto">
              <a:xfrm>
                <a:off x="1298" y="676"/>
                <a:ext cx="389" cy="1363"/>
              </a:xfrm>
              <a:custGeom>
                <a:avLst/>
                <a:gdLst>
                  <a:gd name="T0" fmla="*/ 195 w 389"/>
                  <a:gd name="T1" fmla="*/ 1295 h 1363"/>
                  <a:gd name="T2" fmla="*/ 0 w 389"/>
                  <a:gd name="T3" fmla="*/ 1295 h 1363"/>
                  <a:gd name="T4" fmla="*/ 0 w 389"/>
                  <a:gd name="T5" fmla="*/ 1363 h 1363"/>
                  <a:gd name="T6" fmla="*/ 389 w 389"/>
                  <a:gd name="T7" fmla="*/ 1363 h 1363"/>
                  <a:gd name="T8" fmla="*/ 389 w 389"/>
                  <a:gd name="T9" fmla="*/ 1295 h 1363"/>
                  <a:gd name="T10" fmla="*/ 195 w 389"/>
                  <a:gd name="T11" fmla="*/ 1295 h 1363"/>
                  <a:gd name="T12" fmla="*/ 195 w 389"/>
                  <a:gd name="T13" fmla="*/ 0 h 1363"/>
                  <a:gd name="T14" fmla="*/ 0 w 389"/>
                  <a:gd name="T15" fmla="*/ 0 h 1363"/>
                  <a:gd name="T16" fmla="*/ 0 w 389"/>
                  <a:gd name="T17" fmla="*/ 72 h 1363"/>
                  <a:gd name="T18" fmla="*/ 389 w 389"/>
                  <a:gd name="T19" fmla="*/ 72 h 1363"/>
                  <a:gd name="T20" fmla="*/ 389 w 389"/>
                  <a:gd name="T21" fmla="*/ 0 h 1363"/>
                  <a:gd name="T22" fmla="*/ 195 w 389"/>
                  <a:gd name="T23" fmla="*/ 0 h 1363"/>
                  <a:gd name="T24" fmla="*/ 195 w 389"/>
                  <a:gd name="T25" fmla="*/ 119 h 1363"/>
                  <a:gd name="T26" fmla="*/ 0 w 389"/>
                  <a:gd name="T27" fmla="*/ 119 h 1363"/>
                  <a:gd name="T28" fmla="*/ 0 w 389"/>
                  <a:gd name="T29" fmla="*/ 1248 h 1363"/>
                  <a:gd name="T30" fmla="*/ 389 w 389"/>
                  <a:gd name="T31" fmla="*/ 1248 h 1363"/>
                  <a:gd name="T32" fmla="*/ 389 w 389"/>
                  <a:gd name="T33" fmla="*/ 119 h 1363"/>
                  <a:gd name="T34" fmla="*/ 195 w 389"/>
                  <a:gd name="T35" fmla="*/ 119 h 1363"/>
                  <a:gd name="T36" fmla="*/ 319 w 389"/>
                  <a:gd name="T37" fmla="*/ 1199 h 1363"/>
                  <a:gd name="T38" fmla="*/ 76 w 389"/>
                  <a:gd name="T39" fmla="*/ 1199 h 1363"/>
                  <a:gd name="T40" fmla="*/ 69 w 389"/>
                  <a:gd name="T41" fmla="*/ 1192 h 1363"/>
                  <a:gd name="T42" fmla="*/ 76 w 389"/>
                  <a:gd name="T43" fmla="*/ 1184 h 1363"/>
                  <a:gd name="T44" fmla="*/ 319 w 389"/>
                  <a:gd name="T45" fmla="*/ 1184 h 1363"/>
                  <a:gd name="T46" fmla="*/ 327 w 389"/>
                  <a:gd name="T47" fmla="*/ 1192 h 1363"/>
                  <a:gd name="T48" fmla="*/ 319 w 389"/>
                  <a:gd name="T49" fmla="*/ 1199 h 1363"/>
                  <a:gd name="T50" fmla="*/ 319 w 389"/>
                  <a:gd name="T51" fmla="*/ 1148 h 1363"/>
                  <a:gd name="T52" fmla="*/ 76 w 389"/>
                  <a:gd name="T53" fmla="*/ 1148 h 1363"/>
                  <a:gd name="T54" fmla="*/ 69 w 389"/>
                  <a:gd name="T55" fmla="*/ 1140 h 1363"/>
                  <a:gd name="T56" fmla="*/ 76 w 389"/>
                  <a:gd name="T57" fmla="*/ 1133 h 1363"/>
                  <a:gd name="T58" fmla="*/ 319 w 389"/>
                  <a:gd name="T59" fmla="*/ 1133 h 1363"/>
                  <a:gd name="T60" fmla="*/ 327 w 389"/>
                  <a:gd name="T61" fmla="*/ 1140 h 1363"/>
                  <a:gd name="T62" fmla="*/ 319 w 389"/>
                  <a:gd name="T63" fmla="*/ 1148 h 1363"/>
                  <a:gd name="T64" fmla="*/ 73 w 389"/>
                  <a:gd name="T65" fmla="*/ 1078 h 1363"/>
                  <a:gd name="T66" fmla="*/ 73 w 389"/>
                  <a:gd name="T67" fmla="*/ 281 h 1363"/>
                  <a:gd name="T68" fmla="*/ 316 w 389"/>
                  <a:gd name="T69" fmla="*/ 281 h 1363"/>
                  <a:gd name="T70" fmla="*/ 316 w 389"/>
                  <a:gd name="T71" fmla="*/ 1078 h 1363"/>
                  <a:gd name="T72" fmla="*/ 73 w 389"/>
                  <a:gd name="T73" fmla="*/ 1078 h 1363"/>
                  <a:gd name="T74" fmla="*/ 319 w 389"/>
                  <a:gd name="T75" fmla="*/ 237 h 1363"/>
                  <a:gd name="T76" fmla="*/ 76 w 389"/>
                  <a:gd name="T77" fmla="*/ 237 h 1363"/>
                  <a:gd name="T78" fmla="*/ 69 w 389"/>
                  <a:gd name="T79" fmla="*/ 230 h 1363"/>
                  <a:gd name="T80" fmla="*/ 76 w 389"/>
                  <a:gd name="T81" fmla="*/ 222 h 1363"/>
                  <a:gd name="T82" fmla="*/ 319 w 389"/>
                  <a:gd name="T83" fmla="*/ 222 h 1363"/>
                  <a:gd name="T84" fmla="*/ 327 w 389"/>
                  <a:gd name="T85" fmla="*/ 230 h 1363"/>
                  <a:gd name="T86" fmla="*/ 319 w 389"/>
                  <a:gd name="T87" fmla="*/ 237 h 1363"/>
                  <a:gd name="T88" fmla="*/ 319 w 389"/>
                  <a:gd name="T89" fmla="*/ 185 h 1363"/>
                  <a:gd name="T90" fmla="*/ 76 w 389"/>
                  <a:gd name="T91" fmla="*/ 185 h 1363"/>
                  <a:gd name="T92" fmla="*/ 69 w 389"/>
                  <a:gd name="T93" fmla="*/ 178 h 1363"/>
                  <a:gd name="T94" fmla="*/ 76 w 389"/>
                  <a:gd name="T95" fmla="*/ 170 h 1363"/>
                  <a:gd name="T96" fmla="*/ 319 w 389"/>
                  <a:gd name="T97" fmla="*/ 170 h 1363"/>
                  <a:gd name="T98" fmla="*/ 327 w 389"/>
                  <a:gd name="T99" fmla="*/ 178 h 1363"/>
                  <a:gd name="T100" fmla="*/ 319 w 389"/>
                  <a:gd name="T101" fmla="*/ 185 h 1363"/>
                  <a:gd name="T102" fmla="*/ 319 w 389"/>
                  <a:gd name="T103" fmla="*/ 185 h 1363"/>
                  <a:gd name="T104" fmla="*/ 319 w 389"/>
                  <a:gd name="T105" fmla="*/ 185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9" h="1363">
                    <a:moveTo>
                      <a:pt x="195" y="1295"/>
                    </a:moveTo>
                    <a:cubicBezTo>
                      <a:pt x="0" y="1295"/>
                      <a:pt x="0" y="1295"/>
                      <a:pt x="0" y="1295"/>
                    </a:cubicBezTo>
                    <a:cubicBezTo>
                      <a:pt x="0" y="1363"/>
                      <a:pt x="0" y="1363"/>
                      <a:pt x="0" y="1363"/>
                    </a:cubicBezTo>
                    <a:cubicBezTo>
                      <a:pt x="389" y="1363"/>
                      <a:pt x="389" y="1363"/>
                      <a:pt x="389" y="1363"/>
                    </a:cubicBezTo>
                    <a:cubicBezTo>
                      <a:pt x="389" y="1295"/>
                      <a:pt x="389" y="1295"/>
                      <a:pt x="389" y="1295"/>
                    </a:cubicBezTo>
                    <a:lnTo>
                      <a:pt x="195" y="1295"/>
                    </a:ln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89" y="72"/>
                      <a:pt x="389" y="72"/>
                      <a:pt x="389" y="72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9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48"/>
                      <a:pt x="0" y="1248"/>
                      <a:pt x="0" y="1248"/>
                    </a:cubicBezTo>
                    <a:cubicBezTo>
                      <a:pt x="389" y="1248"/>
                      <a:pt x="389" y="1248"/>
                      <a:pt x="389" y="1248"/>
                    </a:cubicBezTo>
                    <a:cubicBezTo>
                      <a:pt x="389" y="119"/>
                      <a:pt x="389" y="119"/>
                      <a:pt x="389" y="119"/>
                    </a:cubicBezTo>
                    <a:lnTo>
                      <a:pt x="195" y="119"/>
                    </a:lnTo>
                    <a:close/>
                    <a:moveTo>
                      <a:pt x="319" y="1199"/>
                    </a:moveTo>
                    <a:cubicBezTo>
                      <a:pt x="76" y="1199"/>
                      <a:pt x="76" y="1199"/>
                      <a:pt x="76" y="1199"/>
                    </a:cubicBezTo>
                    <a:cubicBezTo>
                      <a:pt x="72" y="1199"/>
                      <a:pt x="69" y="1196"/>
                      <a:pt x="69" y="1192"/>
                    </a:cubicBezTo>
                    <a:cubicBezTo>
                      <a:pt x="69" y="1188"/>
                      <a:pt x="72" y="1184"/>
                      <a:pt x="76" y="1184"/>
                    </a:cubicBezTo>
                    <a:cubicBezTo>
                      <a:pt x="319" y="1184"/>
                      <a:pt x="319" y="1184"/>
                      <a:pt x="319" y="1184"/>
                    </a:cubicBezTo>
                    <a:cubicBezTo>
                      <a:pt x="323" y="1184"/>
                      <a:pt x="327" y="1188"/>
                      <a:pt x="327" y="1192"/>
                    </a:cubicBezTo>
                    <a:cubicBezTo>
                      <a:pt x="327" y="1196"/>
                      <a:pt x="323" y="1199"/>
                      <a:pt x="319" y="1199"/>
                    </a:cubicBezTo>
                    <a:close/>
                    <a:moveTo>
                      <a:pt x="319" y="1148"/>
                    </a:moveTo>
                    <a:cubicBezTo>
                      <a:pt x="76" y="1148"/>
                      <a:pt x="76" y="1148"/>
                      <a:pt x="76" y="1148"/>
                    </a:cubicBezTo>
                    <a:cubicBezTo>
                      <a:pt x="72" y="1148"/>
                      <a:pt x="69" y="1144"/>
                      <a:pt x="69" y="1140"/>
                    </a:cubicBezTo>
                    <a:cubicBezTo>
                      <a:pt x="69" y="1136"/>
                      <a:pt x="72" y="1133"/>
                      <a:pt x="76" y="1133"/>
                    </a:cubicBezTo>
                    <a:cubicBezTo>
                      <a:pt x="319" y="1133"/>
                      <a:pt x="319" y="1133"/>
                      <a:pt x="319" y="1133"/>
                    </a:cubicBezTo>
                    <a:cubicBezTo>
                      <a:pt x="323" y="1133"/>
                      <a:pt x="327" y="1136"/>
                      <a:pt x="327" y="1140"/>
                    </a:cubicBezTo>
                    <a:cubicBezTo>
                      <a:pt x="327" y="1144"/>
                      <a:pt x="323" y="1148"/>
                      <a:pt x="319" y="1148"/>
                    </a:cubicBezTo>
                    <a:close/>
                    <a:moveTo>
                      <a:pt x="73" y="1078"/>
                    </a:moveTo>
                    <a:cubicBezTo>
                      <a:pt x="73" y="281"/>
                      <a:pt x="73" y="281"/>
                      <a:pt x="73" y="281"/>
                    </a:cubicBezTo>
                    <a:cubicBezTo>
                      <a:pt x="316" y="281"/>
                      <a:pt x="316" y="281"/>
                      <a:pt x="316" y="281"/>
                    </a:cubicBezTo>
                    <a:cubicBezTo>
                      <a:pt x="316" y="1078"/>
                      <a:pt x="316" y="1078"/>
                      <a:pt x="316" y="1078"/>
                    </a:cubicBezTo>
                    <a:lnTo>
                      <a:pt x="73" y="1078"/>
                    </a:lnTo>
                    <a:close/>
                    <a:moveTo>
                      <a:pt x="319" y="237"/>
                    </a:moveTo>
                    <a:cubicBezTo>
                      <a:pt x="76" y="237"/>
                      <a:pt x="76" y="237"/>
                      <a:pt x="76" y="237"/>
                    </a:cubicBezTo>
                    <a:cubicBezTo>
                      <a:pt x="72" y="237"/>
                      <a:pt x="69" y="234"/>
                      <a:pt x="69" y="230"/>
                    </a:cubicBezTo>
                    <a:cubicBezTo>
                      <a:pt x="69" y="226"/>
                      <a:pt x="72" y="222"/>
                      <a:pt x="76" y="222"/>
                    </a:cubicBezTo>
                    <a:cubicBezTo>
                      <a:pt x="319" y="222"/>
                      <a:pt x="319" y="222"/>
                      <a:pt x="319" y="222"/>
                    </a:cubicBezTo>
                    <a:cubicBezTo>
                      <a:pt x="323" y="222"/>
                      <a:pt x="327" y="226"/>
                      <a:pt x="327" y="230"/>
                    </a:cubicBezTo>
                    <a:cubicBezTo>
                      <a:pt x="327" y="234"/>
                      <a:pt x="323" y="237"/>
                      <a:pt x="319" y="237"/>
                    </a:cubicBezTo>
                    <a:close/>
                    <a:moveTo>
                      <a:pt x="319" y="185"/>
                    </a:moveTo>
                    <a:cubicBezTo>
                      <a:pt x="76" y="185"/>
                      <a:pt x="76" y="185"/>
                      <a:pt x="76" y="185"/>
                    </a:cubicBezTo>
                    <a:cubicBezTo>
                      <a:pt x="72" y="185"/>
                      <a:pt x="69" y="182"/>
                      <a:pt x="69" y="178"/>
                    </a:cubicBezTo>
                    <a:cubicBezTo>
                      <a:pt x="69" y="174"/>
                      <a:pt x="72" y="170"/>
                      <a:pt x="76" y="170"/>
                    </a:cubicBezTo>
                    <a:cubicBezTo>
                      <a:pt x="319" y="170"/>
                      <a:pt x="319" y="170"/>
                      <a:pt x="319" y="170"/>
                    </a:cubicBezTo>
                    <a:cubicBezTo>
                      <a:pt x="323" y="170"/>
                      <a:pt x="327" y="174"/>
                      <a:pt x="327" y="178"/>
                    </a:cubicBezTo>
                    <a:cubicBezTo>
                      <a:pt x="327" y="182"/>
                      <a:pt x="323" y="185"/>
                      <a:pt x="319" y="185"/>
                    </a:cubicBezTo>
                    <a:close/>
                    <a:moveTo>
                      <a:pt x="319" y="185"/>
                    </a:moveTo>
                    <a:cubicBezTo>
                      <a:pt x="319" y="185"/>
                      <a:pt x="319" y="185"/>
                      <a:pt x="319" y="185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0" name="Freeform 56"/>
              <p:cNvSpPr>
                <a:spLocks noEditPoints="1"/>
              </p:cNvSpPr>
              <p:nvPr userDrawn="1"/>
            </p:nvSpPr>
            <p:spPr bwMode="auto">
              <a:xfrm>
                <a:off x="1523" y="1340"/>
                <a:ext cx="24" cy="71"/>
              </a:xfrm>
              <a:custGeom>
                <a:avLst/>
                <a:gdLst>
                  <a:gd name="T0" fmla="*/ 10 w 24"/>
                  <a:gd name="T1" fmla="*/ 71 h 71"/>
                  <a:gd name="T2" fmla="*/ 24 w 24"/>
                  <a:gd name="T3" fmla="*/ 26 h 71"/>
                  <a:gd name="T4" fmla="*/ 14 w 24"/>
                  <a:gd name="T5" fmla="*/ 0 h 71"/>
                  <a:gd name="T6" fmla="*/ 0 w 24"/>
                  <a:gd name="T7" fmla="*/ 45 h 71"/>
                  <a:gd name="T8" fmla="*/ 10 w 24"/>
                  <a:gd name="T9" fmla="*/ 71 h 71"/>
                  <a:gd name="T10" fmla="*/ 10 w 24"/>
                  <a:gd name="T11" fmla="*/ 71 h 71"/>
                  <a:gd name="T12" fmla="*/ 10 w 2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71">
                    <a:moveTo>
                      <a:pt x="10" y="71"/>
                    </a:moveTo>
                    <a:cubicBezTo>
                      <a:pt x="20" y="71"/>
                      <a:pt x="24" y="57"/>
                      <a:pt x="24" y="26"/>
                    </a:cubicBezTo>
                    <a:cubicBezTo>
                      <a:pt x="24" y="7"/>
                      <a:pt x="21" y="0"/>
                      <a:pt x="14" y="0"/>
                    </a:cubicBezTo>
                    <a:cubicBezTo>
                      <a:pt x="5" y="0"/>
                      <a:pt x="0" y="17"/>
                      <a:pt x="0" y="45"/>
                    </a:cubicBezTo>
                    <a:cubicBezTo>
                      <a:pt x="0" y="62"/>
                      <a:pt x="3" y="71"/>
                      <a:pt x="10" y="71"/>
                    </a:cubicBezTo>
                    <a:close/>
                    <a:moveTo>
                      <a:pt x="10" y="71"/>
                    </a:moveTo>
                    <a:cubicBezTo>
                      <a:pt x="10" y="71"/>
                      <a:pt x="10" y="71"/>
                      <a:pt x="10" y="7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1" name="Freeform 57"/>
              <p:cNvSpPr>
                <a:spLocks noEditPoints="1"/>
              </p:cNvSpPr>
              <p:nvPr userDrawn="1"/>
            </p:nvSpPr>
            <p:spPr bwMode="auto">
              <a:xfrm>
                <a:off x="1371" y="957"/>
                <a:ext cx="243" cy="797"/>
              </a:xfrm>
              <a:custGeom>
                <a:avLst/>
                <a:gdLst>
                  <a:gd name="T0" fmla="*/ 122 w 243"/>
                  <a:gd name="T1" fmla="*/ 0 h 797"/>
                  <a:gd name="T2" fmla="*/ 0 w 243"/>
                  <a:gd name="T3" fmla="*/ 0 h 797"/>
                  <a:gd name="T4" fmla="*/ 0 w 243"/>
                  <a:gd name="T5" fmla="*/ 797 h 797"/>
                  <a:gd name="T6" fmla="*/ 243 w 243"/>
                  <a:gd name="T7" fmla="*/ 797 h 797"/>
                  <a:gd name="T8" fmla="*/ 243 w 243"/>
                  <a:gd name="T9" fmla="*/ 0 h 797"/>
                  <a:gd name="T10" fmla="*/ 122 w 243"/>
                  <a:gd name="T11" fmla="*/ 0 h 797"/>
                  <a:gd name="T12" fmla="*/ 61 w 243"/>
                  <a:gd name="T13" fmla="*/ 481 h 797"/>
                  <a:gd name="T14" fmla="*/ 26 w 243"/>
                  <a:gd name="T15" fmla="*/ 446 h 797"/>
                  <a:gd name="T16" fmla="*/ 38 w 243"/>
                  <a:gd name="T17" fmla="*/ 382 h 797"/>
                  <a:gd name="T18" fmla="*/ 35 w 243"/>
                  <a:gd name="T19" fmla="*/ 379 h 797"/>
                  <a:gd name="T20" fmla="*/ 21 w 243"/>
                  <a:gd name="T21" fmla="*/ 379 h 797"/>
                  <a:gd name="T22" fmla="*/ 20 w 243"/>
                  <a:gd name="T23" fmla="*/ 378 h 797"/>
                  <a:gd name="T24" fmla="*/ 22 w 243"/>
                  <a:gd name="T25" fmla="*/ 361 h 797"/>
                  <a:gd name="T26" fmla="*/ 41 w 243"/>
                  <a:gd name="T27" fmla="*/ 358 h 797"/>
                  <a:gd name="T28" fmla="*/ 45 w 243"/>
                  <a:gd name="T29" fmla="*/ 329 h 797"/>
                  <a:gd name="T30" fmla="*/ 89 w 243"/>
                  <a:gd name="T31" fmla="*/ 320 h 797"/>
                  <a:gd name="T32" fmla="*/ 92 w 243"/>
                  <a:gd name="T33" fmla="*/ 323 h 797"/>
                  <a:gd name="T34" fmla="*/ 84 w 243"/>
                  <a:gd name="T35" fmla="*/ 358 h 797"/>
                  <a:gd name="T36" fmla="*/ 109 w 243"/>
                  <a:gd name="T37" fmla="*/ 358 h 797"/>
                  <a:gd name="T38" fmla="*/ 111 w 243"/>
                  <a:gd name="T39" fmla="*/ 359 h 797"/>
                  <a:gd name="T40" fmla="*/ 108 w 243"/>
                  <a:gd name="T41" fmla="*/ 379 h 797"/>
                  <a:gd name="T42" fmla="*/ 83 w 243"/>
                  <a:gd name="T43" fmla="*/ 379 h 797"/>
                  <a:gd name="T44" fmla="*/ 80 w 243"/>
                  <a:gd name="T45" fmla="*/ 381 h 797"/>
                  <a:gd name="T46" fmla="*/ 71 w 243"/>
                  <a:gd name="T47" fmla="*/ 431 h 797"/>
                  <a:gd name="T48" fmla="*/ 76 w 243"/>
                  <a:gd name="T49" fmla="*/ 439 h 797"/>
                  <a:gd name="T50" fmla="*/ 91 w 243"/>
                  <a:gd name="T51" fmla="*/ 427 h 797"/>
                  <a:gd name="T52" fmla="*/ 97 w 243"/>
                  <a:gd name="T53" fmla="*/ 428 h 797"/>
                  <a:gd name="T54" fmla="*/ 102 w 243"/>
                  <a:gd name="T55" fmla="*/ 441 h 797"/>
                  <a:gd name="T56" fmla="*/ 61 w 243"/>
                  <a:gd name="T57" fmla="*/ 481 h 797"/>
                  <a:gd name="T58" fmla="*/ 152 w 243"/>
                  <a:gd name="T59" fmla="*/ 481 h 797"/>
                  <a:gd name="T60" fmla="*/ 122 w 243"/>
                  <a:gd name="T61" fmla="*/ 471 h 797"/>
                  <a:gd name="T62" fmla="*/ 105 w 243"/>
                  <a:gd name="T63" fmla="*/ 430 h 797"/>
                  <a:gd name="T64" fmla="*/ 122 w 243"/>
                  <a:gd name="T65" fmla="*/ 377 h 797"/>
                  <a:gd name="T66" fmla="*/ 176 w 243"/>
                  <a:gd name="T67" fmla="*/ 352 h 797"/>
                  <a:gd name="T68" fmla="*/ 223 w 243"/>
                  <a:gd name="T69" fmla="*/ 401 h 797"/>
                  <a:gd name="T70" fmla="*/ 152 w 243"/>
                  <a:gd name="T71" fmla="*/ 481 h 797"/>
                  <a:gd name="T72" fmla="*/ 152 w 243"/>
                  <a:gd name="T73" fmla="*/ 481 h 797"/>
                  <a:gd name="T74" fmla="*/ 152 w 243"/>
                  <a:gd name="T75" fmla="*/ 48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3" h="797">
                    <a:moveTo>
                      <a:pt x="1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243" y="797"/>
                      <a:pt x="243" y="797"/>
                      <a:pt x="243" y="797"/>
                    </a:cubicBezTo>
                    <a:cubicBezTo>
                      <a:pt x="243" y="0"/>
                      <a:pt x="243" y="0"/>
                      <a:pt x="243" y="0"/>
                    </a:cubicBezTo>
                    <a:lnTo>
                      <a:pt x="122" y="0"/>
                    </a:lnTo>
                    <a:close/>
                    <a:moveTo>
                      <a:pt x="61" y="481"/>
                    </a:moveTo>
                    <a:cubicBezTo>
                      <a:pt x="36" y="481"/>
                      <a:pt x="24" y="468"/>
                      <a:pt x="26" y="446"/>
                    </a:cubicBezTo>
                    <a:cubicBezTo>
                      <a:pt x="38" y="382"/>
                      <a:pt x="38" y="382"/>
                      <a:pt x="38" y="382"/>
                    </a:cubicBezTo>
                    <a:cubicBezTo>
                      <a:pt x="35" y="379"/>
                      <a:pt x="35" y="379"/>
                      <a:pt x="35" y="379"/>
                    </a:cubicBezTo>
                    <a:cubicBezTo>
                      <a:pt x="21" y="379"/>
                      <a:pt x="21" y="379"/>
                      <a:pt x="21" y="379"/>
                    </a:cubicBezTo>
                    <a:cubicBezTo>
                      <a:pt x="20" y="378"/>
                      <a:pt x="20" y="378"/>
                      <a:pt x="20" y="378"/>
                    </a:cubicBezTo>
                    <a:cubicBezTo>
                      <a:pt x="22" y="361"/>
                      <a:pt x="22" y="361"/>
                      <a:pt x="22" y="361"/>
                    </a:cubicBezTo>
                    <a:cubicBezTo>
                      <a:pt x="41" y="358"/>
                      <a:pt x="41" y="358"/>
                      <a:pt x="41" y="358"/>
                    </a:cubicBezTo>
                    <a:cubicBezTo>
                      <a:pt x="43" y="344"/>
                      <a:pt x="45" y="329"/>
                      <a:pt x="45" y="329"/>
                    </a:cubicBezTo>
                    <a:cubicBezTo>
                      <a:pt x="89" y="320"/>
                      <a:pt x="89" y="320"/>
                      <a:pt x="89" y="320"/>
                    </a:cubicBezTo>
                    <a:cubicBezTo>
                      <a:pt x="92" y="323"/>
                      <a:pt x="92" y="323"/>
                      <a:pt x="92" y="323"/>
                    </a:cubicBezTo>
                    <a:cubicBezTo>
                      <a:pt x="92" y="323"/>
                      <a:pt x="88" y="340"/>
                      <a:pt x="84" y="358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111" y="359"/>
                      <a:pt x="111" y="359"/>
                      <a:pt x="111" y="359"/>
                    </a:cubicBezTo>
                    <a:cubicBezTo>
                      <a:pt x="108" y="379"/>
                      <a:pt x="108" y="379"/>
                      <a:pt x="108" y="379"/>
                    </a:cubicBezTo>
                    <a:cubicBezTo>
                      <a:pt x="83" y="379"/>
                      <a:pt x="83" y="379"/>
                      <a:pt x="83" y="379"/>
                    </a:cubicBezTo>
                    <a:cubicBezTo>
                      <a:pt x="80" y="381"/>
                      <a:pt x="80" y="381"/>
                      <a:pt x="80" y="381"/>
                    </a:cubicBezTo>
                    <a:cubicBezTo>
                      <a:pt x="71" y="431"/>
                      <a:pt x="71" y="431"/>
                      <a:pt x="71" y="431"/>
                    </a:cubicBezTo>
                    <a:cubicBezTo>
                      <a:pt x="70" y="436"/>
                      <a:pt x="72" y="439"/>
                      <a:pt x="76" y="439"/>
                    </a:cubicBezTo>
                    <a:cubicBezTo>
                      <a:pt x="79" y="439"/>
                      <a:pt x="83" y="436"/>
                      <a:pt x="91" y="427"/>
                    </a:cubicBezTo>
                    <a:cubicBezTo>
                      <a:pt x="97" y="428"/>
                      <a:pt x="97" y="428"/>
                      <a:pt x="97" y="428"/>
                    </a:cubicBezTo>
                    <a:cubicBezTo>
                      <a:pt x="102" y="441"/>
                      <a:pt x="102" y="441"/>
                      <a:pt x="102" y="441"/>
                    </a:cubicBezTo>
                    <a:cubicBezTo>
                      <a:pt x="85" y="466"/>
                      <a:pt x="68" y="481"/>
                      <a:pt x="61" y="481"/>
                    </a:cubicBezTo>
                    <a:close/>
                    <a:moveTo>
                      <a:pt x="152" y="481"/>
                    </a:moveTo>
                    <a:cubicBezTo>
                      <a:pt x="140" y="481"/>
                      <a:pt x="129" y="478"/>
                      <a:pt x="122" y="471"/>
                    </a:cubicBezTo>
                    <a:cubicBezTo>
                      <a:pt x="111" y="463"/>
                      <a:pt x="105" y="449"/>
                      <a:pt x="105" y="430"/>
                    </a:cubicBezTo>
                    <a:cubicBezTo>
                      <a:pt x="105" y="409"/>
                      <a:pt x="111" y="391"/>
                      <a:pt x="122" y="377"/>
                    </a:cubicBezTo>
                    <a:cubicBezTo>
                      <a:pt x="134" y="361"/>
                      <a:pt x="153" y="352"/>
                      <a:pt x="176" y="352"/>
                    </a:cubicBezTo>
                    <a:cubicBezTo>
                      <a:pt x="206" y="352"/>
                      <a:pt x="223" y="369"/>
                      <a:pt x="223" y="401"/>
                    </a:cubicBezTo>
                    <a:cubicBezTo>
                      <a:pt x="223" y="450"/>
                      <a:pt x="195" y="481"/>
                      <a:pt x="152" y="481"/>
                    </a:cubicBezTo>
                    <a:close/>
                    <a:moveTo>
                      <a:pt x="152" y="481"/>
                    </a:moveTo>
                    <a:cubicBezTo>
                      <a:pt x="152" y="481"/>
                      <a:pt x="152" y="481"/>
                      <a:pt x="152" y="48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2" name="Freeform 58"/>
              <p:cNvSpPr>
                <a:spLocks noEditPoints="1"/>
              </p:cNvSpPr>
              <p:nvPr userDrawn="1"/>
            </p:nvSpPr>
            <p:spPr bwMode="auto">
              <a:xfrm>
                <a:off x="1298" y="748"/>
                <a:ext cx="389" cy="1223"/>
              </a:xfrm>
              <a:custGeom>
                <a:avLst/>
                <a:gdLst>
                  <a:gd name="T0" fmla="*/ 149 w 389"/>
                  <a:gd name="T1" fmla="*/ 648 h 1223"/>
                  <a:gd name="T2" fmla="*/ 153 w 389"/>
                  <a:gd name="T3" fmla="*/ 590 h 1223"/>
                  <a:gd name="T4" fmla="*/ 181 w 389"/>
                  <a:gd name="T5" fmla="*/ 588 h 1223"/>
                  <a:gd name="T6" fmla="*/ 182 w 389"/>
                  <a:gd name="T7" fmla="*/ 567 h 1223"/>
                  <a:gd name="T8" fmla="*/ 165 w 389"/>
                  <a:gd name="T9" fmla="*/ 532 h 1223"/>
                  <a:gd name="T10" fmla="*/ 118 w 389"/>
                  <a:gd name="T11" fmla="*/ 538 h 1223"/>
                  <a:gd name="T12" fmla="*/ 95 w 389"/>
                  <a:gd name="T13" fmla="*/ 570 h 1223"/>
                  <a:gd name="T14" fmla="*/ 94 w 389"/>
                  <a:gd name="T15" fmla="*/ 589 h 1223"/>
                  <a:gd name="T16" fmla="*/ 111 w 389"/>
                  <a:gd name="T17" fmla="*/ 591 h 1223"/>
                  <a:gd name="T18" fmla="*/ 134 w 389"/>
                  <a:gd name="T19" fmla="*/ 691 h 1223"/>
                  <a:gd name="T20" fmla="*/ 170 w 389"/>
                  <a:gd name="T21" fmla="*/ 638 h 1223"/>
                  <a:gd name="T22" fmla="*/ 249 w 389"/>
                  <a:gd name="T23" fmla="*/ 561 h 1223"/>
                  <a:gd name="T24" fmla="*/ 178 w 389"/>
                  <a:gd name="T25" fmla="*/ 639 h 1223"/>
                  <a:gd name="T26" fmla="*/ 225 w 389"/>
                  <a:gd name="T27" fmla="*/ 690 h 1223"/>
                  <a:gd name="T28" fmla="*/ 249 w 389"/>
                  <a:gd name="T29" fmla="*/ 561 h 1223"/>
                  <a:gd name="T30" fmla="*/ 225 w 389"/>
                  <a:gd name="T31" fmla="*/ 637 h 1223"/>
                  <a:gd name="T32" fmla="*/ 248 w 389"/>
                  <a:gd name="T33" fmla="*/ 618 h 1223"/>
                  <a:gd name="T34" fmla="*/ 195 w 389"/>
                  <a:gd name="T35" fmla="*/ 0 h 1223"/>
                  <a:gd name="T36" fmla="*/ 0 w 389"/>
                  <a:gd name="T37" fmla="*/ 47 h 1223"/>
                  <a:gd name="T38" fmla="*/ 389 w 389"/>
                  <a:gd name="T39" fmla="*/ 0 h 1223"/>
                  <a:gd name="T40" fmla="*/ 195 w 389"/>
                  <a:gd name="T41" fmla="*/ 1176 h 1223"/>
                  <a:gd name="T42" fmla="*/ 0 w 389"/>
                  <a:gd name="T43" fmla="*/ 1223 h 1223"/>
                  <a:gd name="T44" fmla="*/ 389 w 389"/>
                  <a:gd name="T45" fmla="*/ 1176 h 1223"/>
                  <a:gd name="T46" fmla="*/ 319 w 389"/>
                  <a:gd name="T47" fmla="*/ 98 h 1223"/>
                  <a:gd name="T48" fmla="*/ 69 w 389"/>
                  <a:gd name="T49" fmla="*/ 106 h 1223"/>
                  <a:gd name="T50" fmla="*/ 319 w 389"/>
                  <a:gd name="T51" fmla="*/ 113 h 1223"/>
                  <a:gd name="T52" fmla="*/ 319 w 389"/>
                  <a:gd name="T53" fmla="*/ 98 h 1223"/>
                  <a:gd name="T54" fmla="*/ 76 w 389"/>
                  <a:gd name="T55" fmla="*/ 150 h 1223"/>
                  <a:gd name="T56" fmla="*/ 76 w 389"/>
                  <a:gd name="T57" fmla="*/ 165 h 1223"/>
                  <a:gd name="T58" fmla="*/ 327 w 389"/>
                  <a:gd name="T59" fmla="*/ 158 h 1223"/>
                  <a:gd name="T60" fmla="*/ 319 w 389"/>
                  <a:gd name="T61" fmla="*/ 1061 h 1223"/>
                  <a:gd name="T62" fmla="*/ 69 w 389"/>
                  <a:gd name="T63" fmla="*/ 1068 h 1223"/>
                  <a:gd name="T64" fmla="*/ 319 w 389"/>
                  <a:gd name="T65" fmla="*/ 1076 h 1223"/>
                  <a:gd name="T66" fmla="*/ 319 w 389"/>
                  <a:gd name="T67" fmla="*/ 1061 h 1223"/>
                  <a:gd name="T68" fmla="*/ 76 w 389"/>
                  <a:gd name="T69" fmla="*/ 1112 h 1223"/>
                  <a:gd name="T70" fmla="*/ 76 w 389"/>
                  <a:gd name="T71" fmla="*/ 1127 h 1223"/>
                  <a:gd name="T72" fmla="*/ 327 w 389"/>
                  <a:gd name="T73" fmla="*/ 1120 h 1223"/>
                  <a:gd name="T74" fmla="*/ 319 w 389"/>
                  <a:gd name="T75" fmla="*/ 111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9" h="1223">
                    <a:moveTo>
                      <a:pt x="164" y="637"/>
                    </a:moveTo>
                    <a:cubicBezTo>
                      <a:pt x="156" y="646"/>
                      <a:pt x="152" y="648"/>
                      <a:pt x="149" y="648"/>
                    </a:cubicBezTo>
                    <a:cubicBezTo>
                      <a:pt x="145" y="648"/>
                      <a:pt x="143" y="646"/>
                      <a:pt x="144" y="640"/>
                    </a:cubicBezTo>
                    <a:cubicBezTo>
                      <a:pt x="153" y="590"/>
                      <a:pt x="153" y="590"/>
                      <a:pt x="153" y="590"/>
                    </a:cubicBezTo>
                    <a:cubicBezTo>
                      <a:pt x="156" y="588"/>
                      <a:pt x="156" y="588"/>
                      <a:pt x="156" y="588"/>
                    </a:cubicBezTo>
                    <a:cubicBezTo>
                      <a:pt x="181" y="588"/>
                      <a:pt x="181" y="588"/>
                      <a:pt x="181" y="588"/>
                    </a:cubicBezTo>
                    <a:cubicBezTo>
                      <a:pt x="184" y="569"/>
                      <a:pt x="184" y="569"/>
                      <a:pt x="184" y="569"/>
                    </a:cubicBezTo>
                    <a:cubicBezTo>
                      <a:pt x="182" y="567"/>
                      <a:pt x="182" y="567"/>
                      <a:pt x="182" y="567"/>
                    </a:cubicBezTo>
                    <a:cubicBezTo>
                      <a:pt x="157" y="567"/>
                      <a:pt x="157" y="567"/>
                      <a:pt x="157" y="567"/>
                    </a:cubicBezTo>
                    <a:cubicBezTo>
                      <a:pt x="161" y="550"/>
                      <a:pt x="165" y="532"/>
                      <a:pt x="165" y="532"/>
                    </a:cubicBezTo>
                    <a:cubicBezTo>
                      <a:pt x="162" y="529"/>
                      <a:pt x="162" y="529"/>
                      <a:pt x="162" y="529"/>
                    </a:cubicBezTo>
                    <a:cubicBezTo>
                      <a:pt x="118" y="538"/>
                      <a:pt x="118" y="538"/>
                      <a:pt x="118" y="538"/>
                    </a:cubicBezTo>
                    <a:cubicBezTo>
                      <a:pt x="118" y="538"/>
                      <a:pt x="116" y="554"/>
                      <a:pt x="114" y="567"/>
                    </a:cubicBezTo>
                    <a:cubicBezTo>
                      <a:pt x="95" y="570"/>
                      <a:pt x="95" y="570"/>
                      <a:pt x="95" y="570"/>
                    </a:cubicBezTo>
                    <a:cubicBezTo>
                      <a:pt x="93" y="588"/>
                      <a:pt x="93" y="588"/>
                      <a:pt x="93" y="588"/>
                    </a:cubicBezTo>
                    <a:cubicBezTo>
                      <a:pt x="94" y="589"/>
                      <a:pt x="94" y="589"/>
                      <a:pt x="94" y="589"/>
                    </a:cubicBezTo>
                    <a:cubicBezTo>
                      <a:pt x="108" y="589"/>
                      <a:pt x="108" y="589"/>
                      <a:pt x="108" y="589"/>
                    </a:cubicBezTo>
                    <a:cubicBezTo>
                      <a:pt x="111" y="591"/>
                      <a:pt x="111" y="591"/>
                      <a:pt x="111" y="591"/>
                    </a:cubicBezTo>
                    <a:cubicBezTo>
                      <a:pt x="99" y="656"/>
                      <a:pt x="99" y="656"/>
                      <a:pt x="99" y="656"/>
                    </a:cubicBezTo>
                    <a:cubicBezTo>
                      <a:pt x="97" y="678"/>
                      <a:pt x="109" y="691"/>
                      <a:pt x="134" y="691"/>
                    </a:cubicBezTo>
                    <a:cubicBezTo>
                      <a:pt x="141" y="691"/>
                      <a:pt x="158" y="675"/>
                      <a:pt x="175" y="651"/>
                    </a:cubicBezTo>
                    <a:cubicBezTo>
                      <a:pt x="170" y="638"/>
                      <a:pt x="170" y="638"/>
                      <a:pt x="170" y="638"/>
                    </a:cubicBezTo>
                    <a:lnTo>
                      <a:pt x="164" y="637"/>
                    </a:lnTo>
                    <a:close/>
                    <a:moveTo>
                      <a:pt x="249" y="561"/>
                    </a:moveTo>
                    <a:cubicBezTo>
                      <a:pt x="226" y="561"/>
                      <a:pt x="207" y="570"/>
                      <a:pt x="195" y="586"/>
                    </a:cubicBezTo>
                    <a:cubicBezTo>
                      <a:pt x="184" y="600"/>
                      <a:pt x="178" y="618"/>
                      <a:pt x="178" y="639"/>
                    </a:cubicBezTo>
                    <a:cubicBezTo>
                      <a:pt x="178" y="658"/>
                      <a:pt x="184" y="672"/>
                      <a:pt x="195" y="680"/>
                    </a:cubicBezTo>
                    <a:cubicBezTo>
                      <a:pt x="202" y="687"/>
                      <a:pt x="213" y="690"/>
                      <a:pt x="225" y="690"/>
                    </a:cubicBezTo>
                    <a:cubicBezTo>
                      <a:pt x="268" y="690"/>
                      <a:pt x="296" y="659"/>
                      <a:pt x="296" y="610"/>
                    </a:cubicBezTo>
                    <a:cubicBezTo>
                      <a:pt x="296" y="579"/>
                      <a:pt x="279" y="561"/>
                      <a:pt x="249" y="561"/>
                    </a:cubicBezTo>
                    <a:close/>
                    <a:moveTo>
                      <a:pt x="235" y="663"/>
                    </a:moveTo>
                    <a:cubicBezTo>
                      <a:pt x="228" y="663"/>
                      <a:pt x="225" y="654"/>
                      <a:pt x="225" y="637"/>
                    </a:cubicBezTo>
                    <a:cubicBezTo>
                      <a:pt x="225" y="609"/>
                      <a:pt x="230" y="592"/>
                      <a:pt x="239" y="592"/>
                    </a:cubicBezTo>
                    <a:cubicBezTo>
                      <a:pt x="246" y="592"/>
                      <a:pt x="248" y="599"/>
                      <a:pt x="248" y="618"/>
                    </a:cubicBezTo>
                    <a:cubicBezTo>
                      <a:pt x="248" y="649"/>
                      <a:pt x="245" y="663"/>
                      <a:pt x="235" y="663"/>
                    </a:cubicBez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89" y="47"/>
                      <a:pt x="389" y="47"/>
                      <a:pt x="389" y="47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76"/>
                    </a:moveTo>
                    <a:cubicBezTo>
                      <a:pt x="0" y="1176"/>
                      <a:pt x="0" y="1176"/>
                      <a:pt x="0" y="1176"/>
                    </a:cubicBezTo>
                    <a:cubicBezTo>
                      <a:pt x="0" y="1223"/>
                      <a:pt x="0" y="1223"/>
                      <a:pt x="0" y="1223"/>
                    </a:cubicBezTo>
                    <a:cubicBezTo>
                      <a:pt x="389" y="1223"/>
                      <a:pt x="389" y="1223"/>
                      <a:pt x="389" y="1223"/>
                    </a:cubicBezTo>
                    <a:cubicBezTo>
                      <a:pt x="389" y="1176"/>
                      <a:pt x="389" y="1176"/>
                      <a:pt x="389" y="1176"/>
                    </a:cubicBezTo>
                    <a:lnTo>
                      <a:pt x="195" y="1176"/>
                    </a:lnTo>
                    <a:close/>
                    <a:moveTo>
                      <a:pt x="319" y="98"/>
                    </a:moveTo>
                    <a:cubicBezTo>
                      <a:pt x="76" y="98"/>
                      <a:pt x="76" y="98"/>
                      <a:pt x="76" y="98"/>
                    </a:cubicBezTo>
                    <a:cubicBezTo>
                      <a:pt x="72" y="98"/>
                      <a:pt x="69" y="102"/>
                      <a:pt x="69" y="106"/>
                    </a:cubicBezTo>
                    <a:cubicBezTo>
                      <a:pt x="69" y="110"/>
                      <a:pt x="72" y="113"/>
                      <a:pt x="76" y="113"/>
                    </a:cubicBezTo>
                    <a:cubicBezTo>
                      <a:pt x="319" y="113"/>
                      <a:pt x="319" y="113"/>
                      <a:pt x="319" y="113"/>
                    </a:cubicBezTo>
                    <a:cubicBezTo>
                      <a:pt x="323" y="113"/>
                      <a:pt x="327" y="110"/>
                      <a:pt x="327" y="106"/>
                    </a:cubicBezTo>
                    <a:cubicBezTo>
                      <a:pt x="327" y="102"/>
                      <a:pt x="323" y="98"/>
                      <a:pt x="319" y="98"/>
                    </a:cubicBezTo>
                    <a:close/>
                    <a:moveTo>
                      <a:pt x="319" y="150"/>
                    </a:moveTo>
                    <a:cubicBezTo>
                      <a:pt x="76" y="150"/>
                      <a:pt x="76" y="150"/>
                      <a:pt x="76" y="150"/>
                    </a:cubicBezTo>
                    <a:cubicBezTo>
                      <a:pt x="72" y="150"/>
                      <a:pt x="69" y="153"/>
                      <a:pt x="69" y="158"/>
                    </a:cubicBezTo>
                    <a:cubicBezTo>
                      <a:pt x="69" y="162"/>
                      <a:pt x="72" y="165"/>
                      <a:pt x="76" y="165"/>
                    </a:cubicBezTo>
                    <a:cubicBezTo>
                      <a:pt x="319" y="165"/>
                      <a:pt x="319" y="165"/>
                      <a:pt x="319" y="165"/>
                    </a:cubicBezTo>
                    <a:cubicBezTo>
                      <a:pt x="323" y="165"/>
                      <a:pt x="327" y="162"/>
                      <a:pt x="327" y="158"/>
                    </a:cubicBezTo>
                    <a:cubicBezTo>
                      <a:pt x="327" y="153"/>
                      <a:pt x="323" y="150"/>
                      <a:pt x="319" y="150"/>
                    </a:cubicBezTo>
                    <a:close/>
                    <a:moveTo>
                      <a:pt x="319" y="1061"/>
                    </a:moveTo>
                    <a:cubicBezTo>
                      <a:pt x="76" y="1061"/>
                      <a:pt x="76" y="1061"/>
                      <a:pt x="76" y="1061"/>
                    </a:cubicBezTo>
                    <a:cubicBezTo>
                      <a:pt x="72" y="1061"/>
                      <a:pt x="69" y="1064"/>
                      <a:pt x="69" y="1068"/>
                    </a:cubicBezTo>
                    <a:cubicBezTo>
                      <a:pt x="69" y="1072"/>
                      <a:pt x="72" y="1076"/>
                      <a:pt x="76" y="1076"/>
                    </a:cubicBezTo>
                    <a:cubicBezTo>
                      <a:pt x="319" y="1076"/>
                      <a:pt x="319" y="1076"/>
                      <a:pt x="319" y="1076"/>
                    </a:cubicBezTo>
                    <a:cubicBezTo>
                      <a:pt x="323" y="1076"/>
                      <a:pt x="327" y="1072"/>
                      <a:pt x="327" y="1068"/>
                    </a:cubicBezTo>
                    <a:cubicBezTo>
                      <a:pt x="327" y="1064"/>
                      <a:pt x="323" y="1061"/>
                      <a:pt x="319" y="1061"/>
                    </a:cubicBezTo>
                    <a:close/>
                    <a:moveTo>
                      <a:pt x="319" y="1112"/>
                    </a:moveTo>
                    <a:cubicBezTo>
                      <a:pt x="76" y="1112"/>
                      <a:pt x="76" y="1112"/>
                      <a:pt x="76" y="1112"/>
                    </a:cubicBezTo>
                    <a:cubicBezTo>
                      <a:pt x="72" y="1112"/>
                      <a:pt x="69" y="1116"/>
                      <a:pt x="69" y="1120"/>
                    </a:cubicBezTo>
                    <a:cubicBezTo>
                      <a:pt x="69" y="1124"/>
                      <a:pt x="72" y="1127"/>
                      <a:pt x="76" y="1127"/>
                    </a:cubicBezTo>
                    <a:cubicBezTo>
                      <a:pt x="319" y="1127"/>
                      <a:pt x="319" y="1127"/>
                      <a:pt x="319" y="1127"/>
                    </a:cubicBezTo>
                    <a:cubicBezTo>
                      <a:pt x="323" y="1127"/>
                      <a:pt x="327" y="1124"/>
                      <a:pt x="327" y="1120"/>
                    </a:cubicBezTo>
                    <a:cubicBezTo>
                      <a:pt x="327" y="1116"/>
                      <a:pt x="323" y="1112"/>
                      <a:pt x="319" y="1112"/>
                    </a:cubicBezTo>
                    <a:close/>
                    <a:moveTo>
                      <a:pt x="319" y="1112"/>
                    </a:moveTo>
                    <a:cubicBezTo>
                      <a:pt x="319" y="1112"/>
                      <a:pt x="319" y="1112"/>
                      <a:pt x="319" y="1112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3" name="Freeform 59"/>
              <p:cNvSpPr>
                <a:spLocks noEditPoints="1"/>
              </p:cNvSpPr>
              <p:nvPr userDrawn="1"/>
            </p:nvSpPr>
            <p:spPr bwMode="auto">
              <a:xfrm>
                <a:off x="1915" y="892"/>
                <a:ext cx="418" cy="962"/>
              </a:xfrm>
              <a:custGeom>
                <a:avLst/>
                <a:gdLst>
                  <a:gd name="T0" fmla="*/ 165 w 419"/>
                  <a:gd name="T1" fmla="*/ 71 h 962"/>
                  <a:gd name="T2" fmla="*/ 172 w 419"/>
                  <a:gd name="T3" fmla="*/ 96 h 962"/>
                  <a:gd name="T4" fmla="*/ 419 w 419"/>
                  <a:gd name="T5" fmla="*/ 962 h 962"/>
                  <a:gd name="T6" fmla="*/ 145 w 419"/>
                  <a:gd name="T7" fmla="*/ 0 h 962"/>
                  <a:gd name="T8" fmla="*/ 144 w 419"/>
                  <a:gd name="T9" fmla="*/ 0 h 962"/>
                  <a:gd name="T10" fmla="*/ 165 w 419"/>
                  <a:gd name="T11" fmla="*/ 71 h 962"/>
                  <a:gd name="T12" fmla="*/ 1 w 419"/>
                  <a:gd name="T13" fmla="*/ 232 h 962"/>
                  <a:gd name="T14" fmla="*/ 11 w 419"/>
                  <a:gd name="T15" fmla="*/ 238 h 962"/>
                  <a:gd name="T16" fmla="*/ 6 w 419"/>
                  <a:gd name="T17" fmla="*/ 223 h 962"/>
                  <a:gd name="T18" fmla="*/ 1 w 419"/>
                  <a:gd name="T19" fmla="*/ 232 h 962"/>
                  <a:gd name="T20" fmla="*/ 1 w 419"/>
                  <a:gd name="T21" fmla="*/ 232 h 962"/>
                  <a:gd name="T22" fmla="*/ 1 w 419"/>
                  <a:gd name="T23" fmla="*/ 232 h 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9" h="962">
                    <a:moveTo>
                      <a:pt x="165" y="71"/>
                    </a:moveTo>
                    <a:cubicBezTo>
                      <a:pt x="172" y="96"/>
                      <a:pt x="172" y="96"/>
                      <a:pt x="172" y="96"/>
                    </a:cubicBezTo>
                    <a:cubicBezTo>
                      <a:pt x="419" y="962"/>
                      <a:pt x="419" y="962"/>
                      <a:pt x="419" y="96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65" y="71"/>
                      <a:pt x="165" y="71"/>
                      <a:pt x="165" y="71"/>
                    </a:cubicBezTo>
                    <a:close/>
                    <a:moveTo>
                      <a:pt x="1" y="232"/>
                    </a:moveTo>
                    <a:cubicBezTo>
                      <a:pt x="2" y="235"/>
                      <a:pt x="6" y="237"/>
                      <a:pt x="11" y="238"/>
                    </a:cubicBezTo>
                    <a:cubicBezTo>
                      <a:pt x="6" y="223"/>
                      <a:pt x="6" y="223"/>
                      <a:pt x="6" y="223"/>
                    </a:cubicBezTo>
                    <a:cubicBezTo>
                      <a:pt x="2" y="225"/>
                      <a:pt x="0" y="228"/>
                      <a:pt x="1" y="232"/>
                    </a:cubicBezTo>
                    <a:close/>
                    <a:moveTo>
                      <a:pt x="1" y="232"/>
                    </a:moveTo>
                    <a:cubicBezTo>
                      <a:pt x="1" y="232"/>
                      <a:pt x="1" y="232"/>
                      <a:pt x="1" y="232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4" name="Freeform 60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5" name="Freeform 61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moveTo>
                      <a:pt x="2" y="0"/>
                    </a:move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6" name="Rectangle 62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7" name="Rectangle 63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8" name="Rectangle 64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9" name="Rectangle 65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0" name="Rectangle 66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1" name="Rectangle 67"/>
              <p:cNvSpPr>
                <a:spLocks noChangeArrowheads="1"/>
              </p:cNvSpPr>
              <p:nvPr userDrawn="1"/>
            </p:nvSpPr>
            <p:spPr bwMode="auto">
              <a:xfrm>
                <a:off x="1955" y="1245"/>
                <a:ext cx="1" cy="62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2" name="Rectangle 68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3" name="Rectangle 69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4" name="Rectangle 70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5" name="Rectangle 71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6" name="Rectangle 72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7" name="Rectangle 73"/>
              <p:cNvSpPr>
                <a:spLocks noChangeArrowheads="1"/>
              </p:cNvSpPr>
              <p:nvPr userDrawn="1"/>
            </p:nvSpPr>
            <p:spPr bwMode="auto">
              <a:xfrm>
                <a:off x="1958" y="1245"/>
                <a:ext cx="1" cy="62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8" name="Rectangle 74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9" name="Rectangle 75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0" name="Rectangle 76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1" name="Rectangle 77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2" name="Rectangle 78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3" name="Rectangle 79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4" name="Rectangle 80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5" name="Rectangle 81"/>
              <p:cNvSpPr>
                <a:spLocks noChangeArrowheads="1"/>
              </p:cNvSpPr>
              <p:nvPr userDrawn="1"/>
            </p:nvSpPr>
            <p:spPr bwMode="auto">
              <a:xfrm>
                <a:off x="1962" y="1245"/>
                <a:ext cx="1" cy="62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6" name="Rectangle 82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" name="Rectangle 83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" name="Rectangle 84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" name="Rectangle 85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" name="Rectangle 86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" name="Rectangle 87"/>
              <p:cNvSpPr>
                <a:spLocks noChangeArrowheads="1"/>
              </p:cNvSpPr>
              <p:nvPr userDrawn="1"/>
            </p:nvSpPr>
            <p:spPr bwMode="auto">
              <a:xfrm>
                <a:off x="1965" y="1245"/>
                <a:ext cx="1" cy="62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" name="Rectangle 88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" name="Rectangle 89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4" name="Rectangle 90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5" name="Rectangle 91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6" name="Rectangle 92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7" name="Rectangle 93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8" name="Rectangle 94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9" name="Rectangle 95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0" name="Rectangle 96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1" name="Rectangle 97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2" name="Rectangle 98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3" name="Rectangle 99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4" name="Rectangle 100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5" name="Rectangle 101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6" name="Rectangle 102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7" name="Rectangle 103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8" name="Rectangle 104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9" name="Rectangle 105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0" name="Rectangle 106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1" name="Rectangle 107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2" name="Rectangle 108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3" name="Rectangle 109"/>
              <p:cNvSpPr>
                <a:spLocks noChangeArrowheads="1"/>
              </p:cNvSpPr>
              <p:nvPr userDrawn="1"/>
            </p:nvSpPr>
            <p:spPr bwMode="auto">
              <a:xfrm>
                <a:off x="1976" y="1245"/>
                <a:ext cx="1" cy="62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4" name="Freeform 110"/>
              <p:cNvSpPr>
                <a:spLocks noEditPoints="1"/>
              </p:cNvSpPr>
              <p:nvPr userDrawn="1"/>
            </p:nvSpPr>
            <p:spPr bwMode="auto">
              <a:xfrm>
                <a:off x="2118" y="1803"/>
                <a:ext cx="238" cy="130"/>
              </a:xfrm>
              <a:custGeom>
                <a:avLst/>
                <a:gdLst>
                  <a:gd name="T0" fmla="*/ 6 w 239"/>
                  <a:gd name="T1" fmla="*/ 22 h 130"/>
                  <a:gd name="T2" fmla="*/ 0 w 239"/>
                  <a:gd name="T3" fmla="*/ 0 h 130"/>
                  <a:gd name="T4" fmla="*/ 5 w 239"/>
                  <a:gd name="T5" fmla="*/ 20 h 130"/>
                  <a:gd name="T6" fmla="*/ 6 w 239"/>
                  <a:gd name="T7" fmla="*/ 22 h 130"/>
                  <a:gd name="T8" fmla="*/ 239 w 239"/>
                  <a:gd name="T9" fmla="*/ 130 h 130"/>
                  <a:gd name="T10" fmla="*/ 223 w 239"/>
                  <a:gd name="T11" fmla="*/ 76 h 130"/>
                  <a:gd name="T12" fmla="*/ 239 w 239"/>
                  <a:gd name="T13" fmla="*/ 130 h 130"/>
                  <a:gd name="T14" fmla="*/ 239 w 239"/>
                  <a:gd name="T15" fmla="*/ 130 h 130"/>
                  <a:gd name="T16" fmla="*/ 239 w 239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30">
                    <a:moveTo>
                      <a:pt x="6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3" y="13"/>
                      <a:pt x="5" y="20"/>
                    </a:cubicBezTo>
                    <a:cubicBezTo>
                      <a:pt x="5" y="21"/>
                      <a:pt x="6" y="21"/>
                      <a:pt x="6" y="22"/>
                    </a:cubicBezTo>
                    <a:close/>
                    <a:moveTo>
                      <a:pt x="239" y="130"/>
                    </a:moveTo>
                    <a:cubicBezTo>
                      <a:pt x="223" y="76"/>
                      <a:pt x="223" y="76"/>
                      <a:pt x="223" y="76"/>
                    </a:cubicBezTo>
                    <a:lnTo>
                      <a:pt x="239" y="130"/>
                    </a:lnTo>
                    <a:close/>
                    <a:moveTo>
                      <a:pt x="239" y="130"/>
                    </a:moveTo>
                    <a:cubicBezTo>
                      <a:pt x="239" y="130"/>
                      <a:pt x="239" y="130"/>
                      <a:pt x="239" y="130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5" name="Freeform 111"/>
              <p:cNvSpPr>
                <a:spLocks noEditPoints="1"/>
              </p:cNvSpPr>
              <p:nvPr userDrawn="1"/>
            </p:nvSpPr>
            <p:spPr bwMode="auto">
              <a:xfrm>
                <a:off x="1881" y="963"/>
                <a:ext cx="459" cy="916"/>
              </a:xfrm>
              <a:custGeom>
                <a:avLst/>
                <a:gdLst>
                  <a:gd name="T0" fmla="*/ 206 w 460"/>
                  <a:gd name="T1" fmla="*/ 25 h 916"/>
                  <a:gd name="T2" fmla="*/ 199 w 460"/>
                  <a:gd name="T3" fmla="*/ 0 h 916"/>
                  <a:gd name="T4" fmla="*/ 199 w 460"/>
                  <a:gd name="T5" fmla="*/ 0 h 916"/>
                  <a:gd name="T6" fmla="*/ 206 w 460"/>
                  <a:gd name="T7" fmla="*/ 25 h 916"/>
                  <a:gd name="T8" fmla="*/ 460 w 460"/>
                  <a:gd name="T9" fmla="*/ 916 h 916"/>
                  <a:gd name="T10" fmla="*/ 453 w 460"/>
                  <a:gd name="T11" fmla="*/ 891 h 916"/>
                  <a:gd name="T12" fmla="*/ 460 w 460"/>
                  <a:gd name="T13" fmla="*/ 916 h 916"/>
                  <a:gd name="T14" fmla="*/ 453 w 460"/>
                  <a:gd name="T15" fmla="*/ 891 h 916"/>
                  <a:gd name="T16" fmla="*/ 460 w 460"/>
                  <a:gd name="T17" fmla="*/ 916 h 916"/>
                  <a:gd name="T18" fmla="*/ 453 w 460"/>
                  <a:gd name="T19" fmla="*/ 891 h 916"/>
                  <a:gd name="T20" fmla="*/ 28 w 460"/>
                  <a:gd name="T21" fmla="*/ 572 h 916"/>
                  <a:gd name="T22" fmla="*/ 42 w 460"/>
                  <a:gd name="T23" fmla="*/ 547 h 916"/>
                  <a:gd name="T24" fmla="*/ 17 w 460"/>
                  <a:gd name="T25" fmla="*/ 534 h 916"/>
                  <a:gd name="T26" fmla="*/ 3 w 460"/>
                  <a:gd name="T27" fmla="*/ 558 h 916"/>
                  <a:gd name="T28" fmla="*/ 28 w 460"/>
                  <a:gd name="T29" fmla="*/ 572 h 916"/>
                  <a:gd name="T30" fmla="*/ 28 w 460"/>
                  <a:gd name="T31" fmla="*/ 572 h 916"/>
                  <a:gd name="T32" fmla="*/ 28 w 460"/>
                  <a:gd name="T33" fmla="*/ 572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0" h="916">
                    <a:moveTo>
                      <a:pt x="206" y="25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206" y="25"/>
                    </a:lnTo>
                    <a:close/>
                    <a:moveTo>
                      <a:pt x="460" y="916"/>
                    </a:moveTo>
                    <a:cubicBezTo>
                      <a:pt x="453" y="891"/>
                      <a:pt x="453" y="891"/>
                      <a:pt x="453" y="891"/>
                    </a:cubicBezTo>
                    <a:lnTo>
                      <a:pt x="460" y="916"/>
                    </a:lnTo>
                    <a:close/>
                    <a:moveTo>
                      <a:pt x="453" y="891"/>
                    </a:moveTo>
                    <a:cubicBezTo>
                      <a:pt x="460" y="916"/>
                      <a:pt x="460" y="916"/>
                      <a:pt x="460" y="916"/>
                    </a:cubicBezTo>
                    <a:lnTo>
                      <a:pt x="453" y="891"/>
                    </a:lnTo>
                    <a:close/>
                    <a:moveTo>
                      <a:pt x="28" y="572"/>
                    </a:moveTo>
                    <a:cubicBezTo>
                      <a:pt x="39" y="569"/>
                      <a:pt x="45" y="558"/>
                      <a:pt x="42" y="547"/>
                    </a:cubicBezTo>
                    <a:cubicBezTo>
                      <a:pt x="39" y="537"/>
                      <a:pt x="28" y="531"/>
                      <a:pt x="17" y="534"/>
                    </a:cubicBezTo>
                    <a:cubicBezTo>
                      <a:pt x="6" y="537"/>
                      <a:pt x="0" y="548"/>
                      <a:pt x="3" y="558"/>
                    </a:cubicBezTo>
                    <a:cubicBezTo>
                      <a:pt x="6" y="569"/>
                      <a:pt x="17" y="575"/>
                      <a:pt x="28" y="572"/>
                    </a:cubicBezTo>
                    <a:close/>
                    <a:moveTo>
                      <a:pt x="28" y="572"/>
                    </a:moveTo>
                    <a:cubicBezTo>
                      <a:pt x="28" y="572"/>
                      <a:pt x="28" y="572"/>
                      <a:pt x="28" y="5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112"/>
              <p:cNvSpPr>
                <a:spLocks noEditPoints="1"/>
              </p:cNvSpPr>
              <p:nvPr userDrawn="1"/>
            </p:nvSpPr>
            <p:spPr bwMode="auto">
              <a:xfrm>
                <a:off x="1789" y="1136"/>
                <a:ext cx="229" cy="760"/>
              </a:xfrm>
              <a:custGeom>
                <a:avLst/>
                <a:gdLst>
                  <a:gd name="T0" fmla="*/ 99 w 229"/>
                  <a:gd name="T1" fmla="*/ 328 h 760"/>
                  <a:gd name="T2" fmla="*/ 104 w 229"/>
                  <a:gd name="T3" fmla="*/ 319 h 760"/>
                  <a:gd name="T4" fmla="*/ 15 w 229"/>
                  <a:gd name="T5" fmla="*/ 7 h 760"/>
                  <a:gd name="T6" fmla="*/ 6 w 229"/>
                  <a:gd name="T7" fmla="*/ 2 h 760"/>
                  <a:gd name="T8" fmla="*/ 1 w 229"/>
                  <a:gd name="T9" fmla="*/ 11 h 760"/>
                  <a:gd name="T10" fmla="*/ 90 w 229"/>
                  <a:gd name="T11" fmla="*/ 323 h 760"/>
                  <a:gd name="T12" fmla="*/ 99 w 229"/>
                  <a:gd name="T13" fmla="*/ 328 h 760"/>
                  <a:gd name="T14" fmla="*/ 129 w 229"/>
                  <a:gd name="T15" fmla="*/ 432 h 760"/>
                  <a:gd name="T16" fmla="*/ 124 w 229"/>
                  <a:gd name="T17" fmla="*/ 441 h 760"/>
                  <a:gd name="T18" fmla="*/ 213 w 229"/>
                  <a:gd name="T19" fmla="*/ 753 h 760"/>
                  <a:gd name="T20" fmla="*/ 223 w 229"/>
                  <a:gd name="T21" fmla="*/ 759 h 760"/>
                  <a:gd name="T22" fmla="*/ 228 w 229"/>
                  <a:gd name="T23" fmla="*/ 749 h 760"/>
                  <a:gd name="T24" fmla="*/ 139 w 229"/>
                  <a:gd name="T25" fmla="*/ 437 h 760"/>
                  <a:gd name="T26" fmla="*/ 129 w 229"/>
                  <a:gd name="T27" fmla="*/ 432 h 760"/>
                  <a:gd name="T28" fmla="*/ 129 w 229"/>
                  <a:gd name="T29" fmla="*/ 432 h 760"/>
                  <a:gd name="T30" fmla="*/ 129 w 229"/>
                  <a:gd name="T31" fmla="*/ 432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9" h="760">
                    <a:moveTo>
                      <a:pt x="99" y="328"/>
                    </a:moveTo>
                    <a:cubicBezTo>
                      <a:pt x="103" y="327"/>
                      <a:pt x="106" y="323"/>
                      <a:pt x="104" y="31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3"/>
                      <a:pt x="10" y="0"/>
                      <a:pt x="6" y="2"/>
                    </a:cubicBezTo>
                    <a:cubicBezTo>
                      <a:pt x="2" y="3"/>
                      <a:pt x="0" y="7"/>
                      <a:pt x="1" y="11"/>
                    </a:cubicBezTo>
                    <a:cubicBezTo>
                      <a:pt x="90" y="323"/>
                      <a:pt x="90" y="323"/>
                      <a:pt x="90" y="323"/>
                    </a:cubicBezTo>
                    <a:cubicBezTo>
                      <a:pt x="91" y="327"/>
                      <a:pt x="96" y="329"/>
                      <a:pt x="99" y="328"/>
                    </a:cubicBezTo>
                    <a:close/>
                    <a:moveTo>
                      <a:pt x="129" y="432"/>
                    </a:moveTo>
                    <a:cubicBezTo>
                      <a:pt x="125" y="433"/>
                      <a:pt x="123" y="437"/>
                      <a:pt x="124" y="441"/>
                    </a:cubicBezTo>
                    <a:cubicBezTo>
                      <a:pt x="213" y="753"/>
                      <a:pt x="213" y="753"/>
                      <a:pt x="213" y="753"/>
                    </a:cubicBezTo>
                    <a:cubicBezTo>
                      <a:pt x="215" y="757"/>
                      <a:pt x="219" y="760"/>
                      <a:pt x="223" y="759"/>
                    </a:cubicBezTo>
                    <a:cubicBezTo>
                      <a:pt x="226" y="757"/>
                      <a:pt x="229" y="753"/>
                      <a:pt x="228" y="749"/>
                    </a:cubicBezTo>
                    <a:cubicBezTo>
                      <a:pt x="139" y="437"/>
                      <a:pt x="139" y="437"/>
                      <a:pt x="139" y="437"/>
                    </a:cubicBezTo>
                    <a:cubicBezTo>
                      <a:pt x="137" y="433"/>
                      <a:pt x="133" y="431"/>
                      <a:pt x="129" y="432"/>
                    </a:cubicBezTo>
                    <a:close/>
                    <a:moveTo>
                      <a:pt x="129" y="432"/>
                    </a:moveTo>
                    <a:cubicBezTo>
                      <a:pt x="129" y="432"/>
                      <a:pt x="129" y="432"/>
                      <a:pt x="129" y="43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113"/>
              <p:cNvSpPr>
                <a:spLocks noEditPoints="1"/>
              </p:cNvSpPr>
              <p:nvPr userDrawn="1"/>
            </p:nvSpPr>
            <p:spPr bwMode="auto">
              <a:xfrm>
                <a:off x="1873" y="892"/>
                <a:ext cx="483" cy="1094"/>
              </a:xfrm>
              <a:custGeom>
                <a:avLst/>
                <a:gdLst>
                  <a:gd name="T0" fmla="*/ 186 w 484"/>
                  <a:gd name="T1" fmla="*/ 0 h 1094"/>
                  <a:gd name="T2" fmla="*/ 0 w 484"/>
                  <a:gd name="T3" fmla="*/ 53 h 1094"/>
                  <a:gd name="T4" fmla="*/ 186 w 484"/>
                  <a:gd name="T5" fmla="*/ 0 h 1094"/>
                  <a:gd name="T6" fmla="*/ 297 w 484"/>
                  <a:gd name="T7" fmla="*/ 1094 h 1094"/>
                  <a:gd name="T8" fmla="*/ 484 w 484"/>
                  <a:gd name="T9" fmla="*/ 1041 h 1094"/>
                  <a:gd name="T10" fmla="*/ 297 w 484"/>
                  <a:gd name="T11" fmla="*/ 1094 h 1094"/>
                  <a:gd name="T12" fmla="*/ 70 w 484"/>
                  <a:gd name="T13" fmla="*/ 280 h 1094"/>
                  <a:gd name="T14" fmla="*/ 63 w 484"/>
                  <a:gd name="T15" fmla="*/ 274 h 1094"/>
                  <a:gd name="T16" fmla="*/ 67 w 484"/>
                  <a:gd name="T17" fmla="*/ 287 h 1094"/>
                  <a:gd name="T18" fmla="*/ 70 w 484"/>
                  <a:gd name="T19" fmla="*/ 280 h 1094"/>
                  <a:gd name="T20" fmla="*/ 70 w 484"/>
                  <a:gd name="T21" fmla="*/ 280 h 1094"/>
                  <a:gd name="T22" fmla="*/ 70 w 484"/>
                  <a:gd name="T23" fmla="*/ 28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4" h="1094">
                    <a:moveTo>
                      <a:pt x="186" y="0"/>
                    </a:moveTo>
                    <a:cubicBezTo>
                      <a:pt x="0" y="53"/>
                      <a:pt x="0" y="53"/>
                      <a:pt x="0" y="53"/>
                    </a:cubicBezTo>
                    <a:lnTo>
                      <a:pt x="186" y="0"/>
                    </a:lnTo>
                    <a:close/>
                    <a:moveTo>
                      <a:pt x="297" y="1094"/>
                    </a:moveTo>
                    <a:cubicBezTo>
                      <a:pt x="484" y="1041"/>
                      <a:pt x="484" y="1041"/>
                      <a:pt x="484" y="1041"/>
                    </a:cubicBezTo>
                    <a:lnTo>
                      <a:pt x="297" y="1094"/>
                    </a:lnTo>
                    <a:close/>
                    <a:moveTo>
                      <a:pt x="70" y="280"/>
                    </a:moveTo>
                    <a:cubicBezTo>
                      <a:pt x="69" y="277"/>
                      <a:pt x="67" y="275"/>
                      <a:pt x="63" y="274"/>
                    </a:cubicBezTo>
                    <a:cubicBezTo>
                      <a:pt x="67" y="287"/>
                      <a:pt x="67" y="287"/>
                      <a:pt x="67" y="287"/>
                    </a:cubicBezTo>
                    <a:cubicBezTo>
                      <a:pt x="70" y="285"/>
                      <a:pt x="71" y="282"/>
                      <a:pt x="70" y="280"/>
                    </a:cubicBezTo>
                    <a:close/>
                    <a:moveTo>
                      <a:pt x="70" y="280"/>
                    </a:moveTo>
                    <a:cubicBezTo>
                      <a:pt x="70" y="280"/>
                      <a:pt x="70" y="280"/>
                      <a:pt x="70" y="280"/>
                    </a:cubicBezTo>
                  </a:path>
                </a:pathLst>
              </a:custGeom>
              <a:solidFill>
                <a:srgbClr val="E086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8" name="Rectangle 114"/>
              <p:cNvSpPr>
                <a:spLocks noChangeArrowheads="1"/>
              </p:cNvSpPr>
              <p:nvPr userDrawn="1"/>
            </p:nvSpPr>
            <p:spPr bwMode="auto">
              <a:xfrm>
                <a:off x="2057" y="163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9" name="Rectangle 115"/>
              <p:cNvSpPr>
                <a:spLocks noChangeArrowheads="1"/>
              </p:cNvSpPr>
              <p:nvPr userDrawn="1"/>
            </p:nvSpPr>
            <p:spPr bwMode="auto">
              <a:xfrm>
                <a:off x="2059" y="163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0" name="Rectangle 116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1" name="Rectangle 117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2" name="Rectangle 118"/>
              <p:cNvSpPr>
                <a:spLocks noChangeArrowheads="1"/>
              </p:cNvSpPr>
              <p:nvPr userDrawn="1"/>
            </p:nvSpPr>
            <p:spPr bwMode="auto">
              <a:xfrm>
                <a:off x="2061" y="163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3" name="Rectangle 119"/>
              <p:cNvSpPr>
                <a:spLocks noChangeArrowheads="1"/>
              </p:cNvSpPr>
              <p:nvPr userDrawn="1"/>
            </p:nvSpPr>
            <p:spPr bwMode="auto">
              <a:xfrm>
                <a:off x="2062" y="163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4" name="Rectangle 120"/>
              <p:cNvSpPr>
                <a:spLocks noChangeArrowheads="1"/>
              </p:cNvSpPr>
              <p:nvPr userDrawn="1"/>
            </p:nvSpPr>
            <p:spPr bwMode="auto">
              <a:xfrm>
                <a:off x="2063" y="163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5" name="Rectangle 121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6" name="Rectangle 122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7" name="Rectangle 123"/>
              <p:cNvSpPr>
                <a:spLocks noChangeArrowheads="1"/>
              </p:cNvSpPr>
              <p:nvPr userDrawn="1"/>
            </p:nvSpPr>
            <p:spPr bwMode="auto">
              <a:xfrm>
                <a:off x="2065" y="163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8" name="Rectangle 124"/>
              <p:cNvSpPr>
                <a:spLocks noChangeArrowheads="1"/>
              </p:cNvSpPr>
              <p:nvPr userDrawn="1"/>
            </p:nvSpPr>
            <p:spPr bwMode="auto">
              <a:xfrm>
                <a:off x="2066" y="163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9" name="Rectangle 125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0" name="Rectangle 126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1" name="Rectangle 127"/>
              <p:cNvSpPr>
                <a:spLocks noChangeArrowheads="1"/>
              </p:cNvSpPr>
              <p:nvPr userDrawn="1"/>
            </p:nvSpPr>
            <p:spPr bwMode="auto">
              <a:xfrm>
                <a:off x="2068" y="163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2" name="Rectangle 128"/>
              <p:cNvSpPr>
                <a:spLocks noChangeArrowheads="1"/>
              </p:cNvSpPr>
              <p:nvPr userDrawn="1"/>
            </p:nvSpPr>
            <p:spPr bwMode="auto">
              <a:xfrm>
                <a:off x="2069" y="163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3" name="Rectangle 129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4" name="Rectangle 130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5" name="Rectangle 131"/>
              <p:cNvSpPr>
                <a:spLocks noChangeArrowheads="1"/>
              </p:cNvSpPr>
              <p:nvPr userDrawn="1"/>
            </p:nvSpPr>
            <p:spPr bwMode="auto">
              <a:xfrm>
                <a:off x="2071" y="163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6" name="Rectangle 132"/>
              <p:cNvSpPr>
                <a:spLocks noChangeArrowheads="1"/>
              </p:cNvSpPr>
              <p:nvPr userDrawn="1"/>
            </p:nvSpPr>
            <p:spPr bwMode="auto">
              <a:xfrm>
                <a:off x="2072" y="163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7" name="Rectangle 133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8" name="Rectangle 134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9" name="Rectangle 135"/>
              <p:cNvSpPr>
                <a:spLocks noChangeArrowheads="1"/>
              </p:cNvSpPr>
              <p:nvPr userDrawn="1"/>
            </p:nvSpPr>
            <p:spPr bwMode="auto">
              <a:xfrm>
                <a:off x="2074" y="163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0" name="Rectangle 136"/>
              <p:cNvSpPr>
                <a:spLocks noChangeArrowheads="1"/>
              </p:cNvSpPr>
              <p:nvPr userDrawn="1"/>
            </p:nvSpPr>
            <p:spPr bwMode="auto">
              <a:xfrm>
                <a:off x="2075" y="163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1" name="Rectangle 137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2" name="Rectangle 138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3" name="Rectangle 139"/>
              <p:cNvSpPr>
                <a:spLocks noChangeArrowheads="1"/>
              </p:cNvSpPr>
              <p:nvPr userDrawn="1"/>
            </p:nvSpPr>
            <p:spPr bwMode="auto">
              <a:xfrm>
                <a:off x="2077" y="163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4" name="Rectangle 140"/>
              <p:cNvSpPr>
                <a:spLocks noChangeArrowheads="1"/>
              </p:cNvSpPr>
              <p:nvPr userDrawn="1"/>
            </p:nvSpPr>
            <p:spPr bwMode="auto">
              <a:xfrm>
                <a:off x="2078" y="163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5" name="Rectangle 141"/>
              <p:cNvSpPr>
                <a:spLocks noChangeArrowheads="1"/>
              </p:cNvSpPr>
              <p:nvPr userDrawn="1"/>
            </p:nvSpPr>
            <p:spPr bwMode="auto">
              <a:xfrm>
                <a:off x="2079" y="163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6" name="Rectangle 142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7" name="Rectangle 143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8" name="Rectangle 144"/>
              <p:cNvSpPr>
                <a:spLocks noChangeArrowheads="1"/>
              </p:cNvSpPr>
              <p:nvPr userDrawn="1"/>
            </p:nvSpPr>
            <p:spPr bwMode="auto">
              <a:xfrm>
                <a:off x="2081" y="163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9" name="Rectangle 145"/>
              <p:cNvSpPr>
                <a:spLocks noChangeArrowheads="1"/>
              </p:cNvSpPr>
              <p:nvPr userDrawn="1"/>
            </p:nvSpPr>
            <p:spPr bwMode="auto">
              <a:xfrm>
                <a:off x="2082" y="163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0" name="Rectangle 146"/>
              <p:cNvSpPr>
                <a:spLocks noChangeArrowheads="1"/>
              </p:cNvSpPr>
              <p:nvPr userDrawn="1"/>
            </p:nvSpPr>
            <p:spPr bwMode="auto">
              <a:xfrm>
                <a:off x="2083" y="163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1" name="Rectangle 147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2" name="Rectangle 148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3" name="Rectangle 149"/>
              <p:cNvSpPr>
                <a:spLocks noChangeArrowheads="1"/>
              </p:cNvSpPr>
              <p:nvPr userDrawn="1"/>
            </p:nvSpPr>
            <p:spPr bwMode="auto">
              <a:xfrm>
                <a:off x="2085" y="163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4" name="Rectangle 150"/>
              <p:cNvSpPr>
                <a:spLocks noChangeArrowheads="1"/>
              </p:cNvSpPr>
              <p:nvPr userDrawn="1"/>
            </p:nvSpPr>
            <p:spPr bwMode="auto">
              <a:xfrm>
                <a:off x="2086" y="163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5" name="Rectangle 151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6" name="Rectangle 152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7" name="Rectangle 153"/>
              <p:cNvSpPr>
                <a:spLocks noChangeArrowheads="1"/>
              </p:cNvSpPr>
              <p:nvPr userDrawn="1"/>
            </p:nvSpPr>
            <p:spPr bwMode="auto">
              <a:xfrm>
                <a:off x="2088" y="163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8" name="Rectangle 154"/>
              <p:cNvSpPr>
                <a:spLocks noChangeArrowheads="1"/>
              </p:cNvSpPr>
              <p:nvPr userDrawn="1"/>
            </p:nvSpPr>
            <p:spPr bwMode="auto">
              <a:xfrm>
                <a:off x="2089" y="163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9" name="Rectangle 155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0" name="Rectangle 156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1" name="Rectangle 157"/>
              <p:cNvSpPr>
                <a:spLocks noChangeArrowheads="1"/>
              </p:cNvSpPr>
              <p:nvPr userDrawn="1"/>
            </p:nvSpPr>
            <p:spPr bwMode="auto">
              <a:xfrm>
                <a:off x="2091" y="163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2" name="Rectangle 158"/>
              <p:cNvSpPr>
                <a:spLocks noChangeArrowheads="1"/>
              </p:cNvSpPr>
              <p:nvPr userDrawn="1"/>
            </p:nvSpPr>
            <p:spPr bwMode="auto">
              <a:xfrm>
                <a:off x="2092" y="163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3" name="Rectangle 159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4" name="Rectangle 160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5" name="Rectangle 161"/>
              <p:cNvSpPr>
                <a:spLocks noChangeArrowheads="1"/>
              </p:cNvSpPr>
              <p:nvPr userDrawn="1"/>
            </p:nvSpPr>
            <p:spPr bwMode="auto">
              <a:xfrm>
                <a:off x="2094" y="163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6" name="Rectangle 162"/>
              <p:cNvSpPr>
                <a:spLocks noChangeArrowheads="1"/>
              </p:cNvSpPr>
              <p:nvPr userDrawn="1"/>
            </p:nvSpPr>
            <p:spPr bwMode="auto">
              <a:xfrm>
                <a:off x="2095" y="163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7" name="Rectangle 163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8" name="Rectangle 164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9" name="Freeform 165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close/>
                    <a:moveTo>
                      <a:pt x="374" y="0"/>
                    </a:move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0" name="Freeform 166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moveTo>
                      <a:pt x="374" y="0"/>
                    </a:moveTo>
                    <a:lnTo>
                      <a:pt x="3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1" name="Rectangle 167"/>
              <p:cNvSpPr>
                <a:spLocks noChangeArrowheads="1"/>
              </p:cNvSpPr>
              <p:nvPr userDrawn="1"/>
            </p:nvSpPr>
            <p:spPr bwMode="auto">
              <a:xfrm>
                <a:off x="2020" y="150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2" name="Rectangle 168"/>
              <p:cNvSpPr>
                <a:spLocks noChangeArrowheads="1"/>
              </p:cNvSpPr>
              <p:nvPr userDrawn="1"/>
            </p:nvSpPr>
            <p:spPr bwMode="auto">
              <a:xfrm>
                <a:off x="2022" y="150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3" name="Rectangle 169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4" name="Rectangle 170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5" name="Rectangle 171"/>
              <p:cNvSpPr>
                <a:spLocks noChangeArrowheads="1"/>
              </p:cNvSpPr>
              <p:nvPr userDrawn="1"/>
            </p:nvSpPr>
            <p:spPr bwMode="auto">
              <a:xfrm>
                <a:off x="2024" y="150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6" name="Rectangle 172"/>
              <p:cNvSpPr>
                <a:spLocks noChangeArrowheads="1"/>
              </p:cNvSpPr>
              <p:nvPr userDrawn="1"/>
            </p:nvSpPr>
            <p:spPr bwMode="auto">
              <a:xfrm>
                <a:off x="2025" y="150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7" name="Rectangle 173"/>
              <p:cNvSpPr>
                <a:spLocks noChangeArrowheads="1"/>
              </p:cNvSpPr>
              <p:nvPr userDrawn="1"/>
            </p:nvSpPr>
            <p:spPr bwMode="auto">
              <a:xfrm>
                <a:off x="2026" y="150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8" name="Rectangle 174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9" name="Rectangle 175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0" name="Rectangle 176"/>
              <p:cNvSpPr>
                <a:spLocks noChangeArrowheads="1"/>
              </p:cNvSpPr>
              <p:nvPr userDrawn="1"/>
            </p:nvSpPr>
            <p:spPr bwMode="auto">
              <a:xfrm>
                <a:off x="2028" y="150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1" name="Rectangle 177"/>
              <p:cNvSpPr>
                <a:spLocks noChangeArrowheads="1"/>
              </p:cNvSpPr>
              <p:nvPr userDrawn="1"/>
            </p:nvSpPr>
            <p:spPr bwMode="auto">
              <a:xfrm>
                <a:off x="2029" y="150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2" name="Rectangle 178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3" name="Rectangle 179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4" name="Rectangle 180"/>
              <p:cNvSpPr>
                <a:spLocks noChangeArrowheads="1"/>
              </p:cNvSpPr>
              <p:nvPr userDrawn="1"/>
            </p:nvSpPr>
            <p:spPr bwMode="auto">
              <a:xfrm>
                <a:off x="2031" y="150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5" name="Rectangle 181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6" name="Rectangle 182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7" name="Rectangle 183"/>
              <p:cNvSpPr>
                <a:spLocks noChangeArrowheads="1"/>
              </p:cNvSpPr>
              <p:nvPr userDrawn="1"/>
            </p:nvSpPr>
            <p:spPr bwMode="auto">
              <a:xfrm>
                <a:off x="2033" y="150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8" name="Rectangle 184"/>
              <p:cNvSpPr>
                <a:spLocks noChangeArrowheads="1"/>
              </p:cNvSpPr>
              <p:nvPr userDrawn="1"/>
            </p:nvSpPr>
            <p:spPr bwMode="auto">
              <a:xfrm>
                <a:off x="2034" y="150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9" name="Rectangle 185"/>
              <p:cNvSpPr>
                <a:spLocks noChangeArrowheads="1"/>
              </p:cNvSpPr>
              <p:nvPr userDrawn="1"/>
            </p:nvSpPr>
            <p:spPr bwMode="auto">
              <a:xfrm>
                <a:off x="2035" y="150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0" name="Rectangle 186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1" name="Rectangle 187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2" name="Rectangle 188"/>
              <p:cNvSpPr>
                <a:spLocks noChangeArrowheads="1"/>
              </p:cNvSpPr>
              <p:nvPr userDrawn="1"/>
            </p:nvSpPr>
            <p:spPr bwMode="auto">
              <a:xfrm>
                <a:off x="2037" y="150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3" name="Rectangle 189"/>
              <p:cNvSpPr>
                <a:spLocks noChangeArrowheads="1"/>
              </p:cNvSpPr>
              <p:nvPr userDrawn="1"/>
            </p:nvSpPr>
            <p:spPr bwMode="auto">
              <a:xfrm>
                <a:off x="2038" y="150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4" name="Rectangle 190"/>
              <p:cNvSpPr>
                <a:spLocks noChangeArrowheads="1"/>
              </p:cNvSpPr>
              <p:nvPr userDrawn="1"/>
            </p:nvSpPr>
            <p:spPr bwMode="auto">
              <a:xfrm>
                <a:off x="2039" y="150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5" name="Rectangle 191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6" name="Rectangle 192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7" name="Rectangle 193"/>
              <p:cNvSpPr>
                <a:spLocks noChangeArrowheads="1"/>
              </p:cNvSpPr>
              <p:nvPr userDrawn="1"/>
            </p:nvSpPr>
            <p:spPr bwMode="auto">
              <a:xfrm>
                <a:off x="2041" y="150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8" name="Rectangle 194"/>
              <p:cNvSpPr>
                <a:spLocks noChangeArrowheads="1"/>
              </p:cNvSpPr>
              <p:nvPr userDrawn="1"/>
            </p:nvSpPr>
            <p:spPr bwMode="auto">
              <a:xfrm>
                <a:off x="2042" y="150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9" name="Rectangle 195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0" name="Rectangle 196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1" name="Rectangle 197"/>
              <p:cNvSpPr>
                <a:spLocks noChangeArrowheads="1"/>
              </p:cNvSpPr>
              <p:nvPr userDrawn="1"/>
            </p:nvSpPr>
            <p:spPr bwMode="auto">
              <a:xfrm>
                <a:off x="2044" y="150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2" name="Rectangle 198"/>
              <p:cNvSpPr>
                <a:spLocks noChangeArrowheads="1"/>
              </p:cNvSpPr>
              <p:nvPr userDrawn="1"/>
            </p:nvSpPr>
            <p:spPr bwMode="auto">
              <a:xfrm>
                <a:off x="2045" y="150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3" name="Rectangle 199"/>
              <p:cNvSpPr>
                <a:spLocks noChangeArrowheads="1"/>
              </p:cNvSpPr>
              <p:nvPr userDrawn="1"/>
            </p:nvSpPr>
            <p:spPr bwMode="auto">
              <a:xfrm>
                <a:off x="2046" y="150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4" name="Rectangle 200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5" name="Rectangle 201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6" name="Rectangle 202"/>
              <p:cNvSpPr>
                <a:spLocks noChangeArrowheads="1"/>
              </p:cNvSpPr>
              <p:nvPr userDrawn="1"/>
            </p:nvSpPr>
            <p:spPr bwMode="auto">
              <a:xfrm>
                <a:off x="2048" y="150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7" name="Rectangle 203"/>
              <p:cNvSpPr>
                <a:spLocks noChangeArrowheads="1"/>
              </p:cNvSpPr>
              <p:nvPr userDrawn="1"/>
            </p:nvSpPr>
            <p:spPr bwMode="auto">
              <a:xfrm>
                <a:off x="2049" y="150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8" name="Rectangle 204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9" name="Rectangle 205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0" name="Rectangle 206"/>
              <p:cNvSpPr>
                <a:spLocks noChangeArrowheads="1"/>
              </p:cNvSpPr>
              <p:nvPr userDrawn="1"/>
            </p:nvSpPr>
            <p:spPr bwMode="auto">
              <a:xfrm>
                <a:off x="2051" y="150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1" name="Rectangle 207"/>
              <p:cNvSpPr>
                <a:spLocks noChangeArrowheads="1"/>
              </p:cNvSpPr>
              <p:nvPr userDrawn="1"/>
            </p:nvSpPr>
            <p:spPr bwMode="auto">
              <a:xfrm>
                <a:off x="2052" y="150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2" name="Rectangle 208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3" name="Rectangle 209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4" name="Rectangle 210"/>
              <p:cNvSpPr>
                <a:spLocks noChangeArrowheads="1"/>
              </p:cNvSpPr>
              <p:nvPr userDrawn="1"/>
            </p:nvSpPr>
            <p:spPr bwMode="auto">
              <a:xfrm>
                <a:off x="2054" y="150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5" name="Rectangle 211"/>
              <p:cNvSpPr>
                <a:spLocks noChangeArrowheads="1"/>
              </p:cNvSpPr>
              <p:nvPr userDrawn="1"/>
            </p:nvSpPr>
            <p:spPr bwMode="auto">
              <a:xfrm>
                <a:off x="2055" y="150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6" name="Rectangle 212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7" name="Rectangle 213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8" name="Rectangle 214"/>
              <p:cNvSpPr>
                <a:spLocks noChangeArrowheads="1"/>
              </p:cNvSpPr>
              <p:nvPr userDrawn="1"/>
            </p:nvSpPr>
            <p:spPr bwMode="auto">
              <a:xfrm>
                <a:off x="2057" y="150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9" name="Rectangle 215"/>
              <p:cNvSpPr>
                <a:spLocks noChangeArrowheads="1"/>
              </p:cNvSpPr>
              <p:nvPr userDrawn="1"/>
            </p:nvSpPr>
            <p:spPr bwMode="auto">
              <a:xfrm>
                <a:off x="2058" y="150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0" name="Rectangle 216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1" name="Rectangle 217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2" name="Freeform 218"/>
              <p:cNvSpPr>
                <a:spLocks noEditPoints="1"/>
              </p:cNvSpPr>
              <p:nvPr userDrawn="1"/>
            </p:nvSpPr>
            <p:spPr bwMode="auto">
              <a:xfrm>
                <a:off x="1713" y="988"/>
                <a:ext cx="642" cy="1051"/>
              </a:xfrm>
              <a:custGeom>
                <a:avLst/>
                <a:gdLst>
                  <a:gd name="T0" fmla="*/ 254 w 643"/>
                  <a:gd name="T1" fmla="*/ 998 h 1051"/>
                  <a:gd name="T2" fmla="*/ 621 w 643"/>
                  <a:gd name="T3" fmla="*/ 866 h 1051"/>
                  <a:gd name="T4" fmla="*/ 0 w 643"/>
                  <a:gd name="T5" fmla="*/ 107 h 1051"/>
                  <a:gd name="T6" fmla="*/ 643 w 643"/>
                  <a:gd name="T7" fmla="*/ 945 h 1051"/>
                  <a:gd name="T8" fmla="*/ 350 w 643"/>
                  <a:gd name="T9" fmla="*/ 623 h 1051"/>
                  <a:gd name="T10" fmla="*/ 381 w 643"/>
                  <a:gd name="T11" fmla="*/ 733 h 1051"/>
                  <a:gd name="T12" fmla="*/ 252 w 643"/>
                  <a:gd name="T13" fmla="*/ 458 h 1051"/>
                  <a:gd name="T14" fmla="*/ 224 w 643"/>
                  <a:gd name="T15" fmla="*/ 396 h 1051"/>
                  <a:gd name="T16" fmla="*/ 241 w 643"/>
                  <a:gd name="T17" fmla="*/ 376 h 1051"/>
                  <a:gd name="T18" fmla="*/ 270 w 643"/>
                  <a:gd name="T19" fmla="*/ 392 h 1051"/>
                  <a:gd name="T20" fmla="*/ 289 w 643"/>
                  <a:gd name="T21" fmla="*/ 408 h 1051"/>
                  <a:gd name="T22" fmla="*/ 288 w 643"/>
                  <a:gd name="T23" fmla="*/ 378 h 1051"/>
                  <a:gd name="T24" fmla="*/ 280 w 643"/>
                  <a:gd name="T25" fmla="*/ 365 h 1051"/>
                  <a:gd name="T26" fmla="*/ 338 w 643"/>
                  <a:gd name="T27" fmla="*/ 363 h 1051"/>
                  <a:gd name="T28" fmla="*/ 355 w 643"/>
                  <a:gd name="T29" fmla="*/ 443 h 1051"/>
                  <a:gd name="T30" fmla="*/ 364 w 643"/>
                  <a:gd name="T31" fmla="*/ 457 h 1051"/>
                  <a:gd name="T32" fmla="*/ 306 w 643"/>
                  <a:gd name="T33" fmla="*/ 458 h 1051"/>
                  <a:gd name="T34" fmla="*/ 299 w 643"/>
                  <a:gd name="T35" fmla="*/ 428 h 1051"/>
                  <a:gd name="T36" fmla="*/ 285 w 643"/>
                  <a:gd name="T37" fmla="*/ 452 h 1051"/>
                  <a:gd name="T38" fmla="*/ 299 w 643"/>
                  <a:gd name="T39" fmla="*/ 461 h 1051"/>
                  <a:gd name="T40" fmla="*/ 248 w 643"/>
                  <a:gd name="T41" fmla="*/ 490 h 1051"/>
                  <a:gd name="T42" fmla="*/ 313 w 643"/>
                  <a:gd name="T43" fmla="*/ 493 h 1051"/>
                  <a:gd name="T44" fmla="*/ 344 w 643"/>
                  <a:gd name="T45" fmla="*/ 603 h 1051"/>
                  <a:gd name="T46" fmla="*/ 313 w 643"/>
                  <a:gd name="T47" fmla="*/ 493 h 1051"/>
                  <a:gd name="T48" fmla="*/ 408 w 643"/>
                  <a:gd name="T49" fmla="*/ 863 h 1051"/>
                  <a:gd name="T50" fmla="*/ 378 w 643"/>
                  <a:gd name="T51" fmla="*/ 842 h 1051"/>
                  <a:gd name="T52" fmla="*/ 350 w 643"/>
                  <a:gd name="T53" fmla="*/ 782 h 1051"/>
                  <a:gd name="T54" fmla="*/ 372 w 643"/>
                  <a:gd name="T55" fmla="*/ 760 h 1051"/>
                  <a:gd name="T56" fmla="*/ 408 w 643"/>
                  <a:gd name="T57" fmla="*/ 765 h 1051"/>
                  <a:gd name="T58" fmla="*/ 412 w 643"/>
                  <a:gd name="T59" fmla="*/ 837 h 1051"/>
                  <a:gd name="T60" fmla="*/ 447 w 643"/>
                  <a:gd name="T61" fmla="*/ 801 h 1051"/>
                  <a:gd name="T62" fmla="*/ 456 w 643"/>
                  <a:gd name="T63" fmla="*/ 851 h 1051"/>
                  <a:gd name="T64" fmla="*/ 543 w 643"/>
                  <a:gd name="T65" fmla="*/ 837 h 1051"/>
                  <a:gd name="T66" fmla="*/ 449 w 643"/>
                  <a:gd name="T67" fmla="*/ 511 h 1051"/>
                  <a:gd name="T68" fmla="*/ 440 w 643"/>
                  <a:gd name="T69" fmla="*/ 478 h 1051"/>
                  <a:gd name="T70" fmla="*/ 454 w 643"/>
                  <a:gd name="T71" fmla="*/ 453 h 1051"/>
                  <a:gd name="T72" fmla="*/ 425 w 643"/>
                  <a:gd name="T73" fmla="*/ 397 h 1051"/>
                  <a:gd name="T74" fmla="*/ 321 w 643"/>
                  <a:gd name="T75" fmla="*/ 89 h 1051"/>
                  <a:gd name="T76" fmla="*/ 291 w 643"/>
                  <a:gd name="T77" fmla="*/ 265 h 1051"/>
                  <a:gd name="T78" fmla="*/ 250 w 643"/>
                  <a:gd name="T79" fmla="*/ 255 h 1051"/>
                  <a:gd name="T80" fmla="*/ 269 w 643"/>
                  <a:gd name="T81" fmla="*/ 319 h 1051"/>
                  <a:gd name="T82" fmla="*/ 309 w 643"/>
                  <a:gd name="T83" fmla="*/ 323 h 1051"/>
                  <a:gd name="T84" fmla="*/ 270 w 643"/>
                  <a:gd name="T85" fmla="*/ 344 h 1051"/>
                  <a:gd name="T86" fmla="*/ 248 w 643"/>
                  <a:gd name="T87" fmla="*/ 231 h 1051"/>
                  <a:gd name="T88" fmla="*/ 202 w 643"/>
                  <a:gd name="T89" fmla="*/ 104 h 1051"/>
                  <a:gd name="T90" fmla="*/ 244 w 643"/>
                  <a:gd name="T91" fmla="*/ 100 h 1051"/>
                  <a:gd name="T92" fmla="*/ 227 w 643"/>
                  <a:gd name="T93" fmla="*/ 136 h 1051"/>
                  <a:gd name="T94" fmla="*/ 208 w 643"/>
                  <a:gd name="T95" fmla="*/ 127 h 1051"/>
                  <a:gd name="T96" fmla="*/ 264 w 643"/>
                  <a:gd name="T97" fmla="*/ 168 h 1051"/>
                  <a:gd name="T98" fmla="*/ 189 w 643"/>
                  <a:gd name="T99" fmla="*/ 219 h 1051"/>
                  <a:gd name="T100" fmla="*/ 202 w 643"/>
                  <a:gd name="T101" fmla="*/ 181 h 1051"/>
                  <a:gd name="T102" fmla="*/ 223 w 643"/>
                  <a:gd name="T103" fmla="*/ 178 h 1051"/>
                  <a:gd name="T104" fmla="*/ 202 w 643"/>
                  <a:gd name="T105" fmla="*/ 104 h 1051"/>
                  <a:gd name="T106" fmla="*/ 82 w 643"/>
                  <a:gd name="T107" fmla="*/ 150 h 1051"/>
                  <a:gd name="T108" fmla="*/ 175 w 643"/>
                  <a:gd name="T109" fmla="*/ 476 h 1051"/>
                  <a:gd name="T110" fmla="*/ 185 w 643"/>
                  <a:gd name="T111" fmla="*/ 509 h 1051"/>
                  <a:gd name="T112" fmla="*/ 181 w 643"/>
                  <a:gd name="T113" fmla="*/ 546 h 1051"/>
                  <a:gd name="T114" fmla="*/ 215 w 643"/>
                  <a:gd name="T115" fmla="*/ 585 h 1051"/>
                  <a:gd name="T116" fmla="*/ 289 w 643"/>
                  <a:gd name="T117" fmla="*/ 901 h 1051"/>
                  <a:gd name="T118" fmla="*/ 205 w 643"/>
                  <a:gd name="T119" fmla="*/ 580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3" h="1051">
                    <a:moveTo>
                      <a:pt x="628" y="891"/>
                    </a:moveTo>
                    <a:cubicBezTo>
                      <a:pt x="442" y="945"/>
                      <a:pt x="442" y="945"/>
                      <a:pt x="442" y="945"/>
                    </a:cubicBezTo>
                    <a:cubicBezTo>
                      <a:pt x="254" y="998"/>
                      <a:pt x="254" y="998"/>
                      <a:pt x="254" y="998"/>
                    </a:cubicBezTo>
                    <a:cubicBezTo>
                      <a:pt x="247" y="973"/>
                      <a:pt x="247" y="973"/>
                      <a:pt x="247" y="973"/>
                    </a:cubicBezTo>
                    <a:cubicBezTo>
                      <a:pt x="435" y="919"/>
                      <a:pt x="435" y="919"/>
                      <a:pt x="435" y="919"/>
                    </a:cubicBezTo>
                    <a:cubicBezTo>
                      <a:pt x="621" y="866"/>
                      <a:pt x="621" y="866"/>
                      <a:pt x="621" y="86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187" y="54"/>
                      <a:pt x="187" y="54"/>
                      <a:pt x="187" y="5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69" y="1051"/>
                      <a:pt x="269" y="1051"/>
                      <a:pt x="269" y="1051"/>
                    </a:cubicBezTo>
                    <a:cubicBezTo>
                      <a:pt x="457" y="998"/>
                      <a:pt x="457" y="998"/>
                      <a:pt x="457" y="998"/>
                    </a:cubicBezTo>
                    <a:cubicBezTo>
                      <a:pt x="643" y="945"/>
                      <a:pt x="643" y="945"/>
                      <a:pt x="643" y="945"/>
                    </a:cubicBezTo>
                    <a:lnTo>
                      <a:pt x="628" y="891"/>
                    </a:lnTo>
                    <a:close/>
                    <a:moveTo>
                      <a:pt x="314" y="695"/>
                    </a:moveTo>
                    <a:cubicBezTo>
                      <a:pt x="303" y="658"/>
                      <a:pt x="316" y="633"/>
                      <a:pt x="350" y="623"/>
                    </a:cubicBezTo>
                    <a:cubicBezTo>
                      <a:pt x="350" y="623"/>
                      <a:pt x="351" y="623"/>
                      <a:pt x="351" y="623"/>
                    </a:cubicBezTo>
                    <a:cubicBezTo>
                      <a:pt x="384" y="613"/>
                      <a:pt x="405" y="626"/>
                      <a:pt x="415" y="661"/>
                    </a:cubicBezTo>
                    <a:cubicBezTo>
                      <a:pt x="425" y="696"/>
                      <a:pt x="413" y="722"/>
                      <a:pt x="381" y="733"/>
                    </a:cubicBezTo>
                    <a:cubicBezTo>
                      <a:pt x="380" y="733"/>
                      <a:pt x="379" y="733"/>
                      <a:pt x="378" y="734"/>
                    </a:cubicBezTo>
                    <a:cubicBezTo>
                      <a:pt x="346" y="743"/>
                      <a:pt x="324" y="729"/>
                      <a:pt x="314" y="695"/>
                    </a:cubicBezTo>
                    <a:close/>
                    <a:moveTo>
                      <a:pt x="252" y="458"/>
                    </a:moveTo>
                    <a:cubicBezTo>
                      <a:pt x="236" y="401"/>
                      <a:pt x="236" y="401"/>
                      <a:pt x="236" y="401"/>
                    </a:cubicBezTo>
                    <a:cubicBezTo>
                      <a:pt x="234" y="395"/>
                      <a:pt x="232" y="393"/>
                      <a:pt x="228" y="395"/>
                    </a:cubicBezTo>
                    <a:cubicBezTo>
                      <a:pt x="226" y="395"/>
                      <a:pt x="224" y="396"/>
                      <a:pt x="224" y="396"/>
                    </a:cubicBezTo>
                    <a:cubicBezTo>
                      <a:pt x="221" y="394"/>
                      <a:pt x="221" y="394"/>
                      <a:pt x="221" y="394"/>
                    </a:cubicBezTo>
                    <a:cubicBezTo>
                      <a:pt x="219" y="382"/>
                      <a:pt x="219" y="382"/>
                      <a:pt x="219" y="382"/>
                    </a:cubicBezTo>
                    <a:cubicBezTo>
                      <a:pt x="241" y="376"/>
                      <a:pt x="241" y="376"/>
                      <a:pt x="241" y="376"/>
                    </a:cubicBezTo>
                    <a:cubicBezTo>
                      <a:pt x="250" y="373"/>
                      <a:pt x="273" y="366"/>
                      <a:pt x="273" y="366"/>
                    </a:cubicBezTo>
                    <a:cubicBezTo>
                      <a:pt x="276" y="381"/>
                      <a:pt x="276" y="381"/>
                      <a:pt x="276" y="381"/>
                    </a:cubicBezTo>
                    <a:cubicBezTo>
                      <a:pt x="269" y="384"/>
                      <a:pt x="268" y="386"/>
                      <a:pt x="270" y="392"/>
                    </a:cubicBezTo>
                    <a:cubicBezTo>
                      <a:pt x="274" y="412"/>
                      <a:pt x="274" y="412"/>
                      <a:pt x="274" y="412"/>
                    </a:cubicBezTo>
                    <a:cubicBezTo>
                      <a:pt x="288" y="408"/>
                      <a:pt x="288" y="408"/>
                      <a:pt x="288" y="408"/>
                    </a:cubicBezTo>
                    <a:cubicBezTo>
                      <a:pt x="289" y="408"/>
                      <a:pt x="289" y="408"/>
                      <a:pt x="289" y="408"/>
                    </a:cubicBezTo>
                    <a:cubicBezTo>
                      <a:pt x="296" y="406"/>
                      <a:pt x="299" y="405"/>
                      <a:pt x="302" y="404"/>
                    </a:cubicBezTo>
                    <a:cubicBezTo>
                      <a:pt x="296" y="385"/>
                      <a:pt x="296" y="385"/>
                      <a:pt x="296" y="385"/>
                    </a:cubicBezTo>
                    <a:cubicBezTo>
                      <a:pt x="295" y="378"/>
                      <a:pt x="293" y="377"/>
                      <a:pt x="288" y="378"/>
                    </a:cubicBezTo>
                    <a:cubicBezTo>
                      <a:pt x="284" y="379"/>
                      <a:pt x="284" y="379"/>
                      <a:pt x="284" y="379"/>
                    </a:cubicBezTo>
                    <a:cubicBezTo>
                      <a:pt x="282" y="378"/>
                      <a:pt x="282" y="378"/>
                      <a:pt x="282" y="378"/>
                    </a:cubicBezTo>
                    <a:cubicBezTo>
                      <a:pt x="280" y="365"/>
                      <a:pt x="280" y="365"/>
                      <a:pt x="280" y="365"/>
                    </a:cubicBezTo>
                    <a:cubicBezTo>
                      <a:pt x="306" y="358"/>
                      <a:pt x="306" y="358"/>
                      <a:pt x="306" y="358"/>
                    </a:cubicBezTo>
                    <a:cubicBezTo>
                      <a:pt x="313" y="356"/>
                      <a:pt x="335" y="349"/>
                      <a:pt x="335" y="349"/>
                    </a:cubicBezTo>
                    <a:cubicBezTo>
                      <a:pt x="338" y="363"/>
                      <a:pt x="338" y="363"/>
                      <a:pt x="338" y="363"/>
                    </a:cubicBezTo>
                    <a:cubicBezTo>
                      <a:pt x="330" y="367"/>
                      <a:pt x="329" y="369"/>
                      <a:pt x="331" y="375"/>
                    </a:cubicBezTo>
                    <a:cubicBezTo>
                      <a:pt x="333" y="388"/>
                      <a:pt x="340" y="412"/>
                      <a:pt x="346" y="434"/>
                    </a:cubicBezTo>
                    <a:cubicBezTo>
                      <a:pt x="348" y="442"/>
                      <a:pt x="350" y="444"/>
                      <a:pt x="355" y="443"/>
                    </a:cubicBezTo>
                    <a:cubicBezTo>
                      <a:pt x="357" y="442"/>
                      <a:pt x="360" y="441"/>
                      <a:pt x="360" y="441"/>
                    </a:cubicBezTo>
                    <a:cubicBezTo>
                      <a:pt x="361" y="443"/>
                      <a:pt x="361" y="443"/>
                      <a:pt x="361" y="443"/>
                    </a:cubicBezTo>
                    <a:cubicBezTo>
                      <a:pt x="364" y="457"/>
                      <a:pt x="364" y="457"/>
                      <a:pt x="364" y="457"/>
                    </a:cubicBezTo>
                    <a:cubicBezTo>
                      <a:pt x="364" y="457"/>
                      <a:pt x="349" y="461"/>
                      <a:pt x="336" y="464"/>
                    </a:cubicBezTo>
                    <a:cubicBezTo>
                      <a:pt x="328" y="466"/>
                      <a:pt x="308" y="472"/>
                      <a:pt x="308" y="472"/>
                    </a:cubicBezTo>
                    <a:cubicBezTo>
                      <a:pt x="306" y="458"/>
                      <a:pt x="306" y="458"/>
                      <a:pt x="306" y="458"/>
                    </a:cubicBezTo>
                    <a:cubicBezTo>
                      <a:pt x="314" y="455"/>
                      <a:pt x="316" y="451"/>
                      <a:pt x="313" y="442"/>
                    </a:cubicBezTo>
                    <a:cubicBezTo>
                      <a:pt x="308" y="426"/>
                      <a:pt x="308" y="426"/>
                      <a:pt x="308" y="426"/>
                    </a:cubicBezTo>
                    <a:cubicBezTo>
                      <a:pt x="308" y="426"/>
                      <a:pt x="302" y="427"/>
                      <a:pt x="299" y="428"/>
                    </a:cubicBezTo>
                    <a:cubicBezTo>
                      <a:pt x="298" y="429"/>
                      <a:pt x="296" y="429"/>
                      <a:pt x="295" y="429"/>
                    </a:cubicBezTo>
                    <a:cubicBezTo>
                      <a:pt x="289" y="432"/>
                      <a:pt x="280" y="435"/>
                      <a:pt x="280" y="435"/>
                    </a:cubicBezTo>
                    <a:cubicBezTo>
                      <a:pt x="285" y="452"/>
                      <a:pt x="285" y="452"/>
                      <a:pt x="285" y="452"/>
                    </a:cubicBezTo>
                    <a:cubicBezTo>
                      <a:pt x="288" y="461"/>
                      <a:pt x="289" y="463"/>
                      <a:pt x="293" y="461"/>
                    </a:cubicBezTo>
                    <a:cubicBezTo>
                      <a:pt x="296" y="461"/>
                      <a:pt x="298" y="460"/>
                      <a:pt x="298" y="460"/>
                    </a:cubicBezTo>
                    <a:cubicBezTo>
                      <a:pt x="299" y="461"/>
                      <a:pt x="299" y="461"/>
                      <a:pt x="299" y="461"/>
                    </a:cubicBezTo>
                    <a:cubicBezTo>
                      <a:pt x="302" y="475"/>
                      <a:pt x="302" y="475"/>
                      <a:pt x="302" y="475"/>
                    </a:cubicBezTo>
                    <a:cubicBezTo>
                      <a:pt x="302" y="475"/>
                      <a:pt x="282" y="480"/>
                      <a:pt x="275" y="482"/>
                    </a:cubicBezTo>
                    <a:cubicBezTo>
                      <a:pt x="265" y="485"/>
                      <a:pt x="248" y="490"/>
                      <a:pt x="248" y="490"/>
                    </a:cubicBezTo>
                    <a:cubicBezTo>
                      <a:pt x="246" y="476"/>
                      <a:pt x="246" y="476"/>
                      <a:pt x="246" y="476"/>
                    </a:cubicBezTo>
                    <a:cubicBezTo>
                      <a:pt x="253" y="470"/>
                      <a:pt x="254" y="467"/>
                      <a:pt x="252" y="458"/>
                    </a:cubicBezTo>
                    <a:close/>
                    <a:moveTo>
                      <a:pt x="313" y="493"/>
                    </a:moveTo>
                    <a:cubicBezTo>
                      <a:pt x="313" y="493"/>
                      <a:pt x="314" y="493"/>
                      <a:pt x="314" y="493"/>
                    </a:cubicBezTo>
                    <a:cubicBezTo>
                      <a:pt x="347" y="484"/>
                      <a:pt x="368" y="497"/>
                      <a:pt x="378" y="531"/>
                    </a:cubicBezTo>
                    <a:cubicBezTo>
                      <a:pt x="388" y="567"/>
                      <a:pt x="376" y="592"/>
                      <a:pt x="344" y="603"/>
                    </a:cubicBezTo>
                    <a:cubicBezTo>
                      <a:pt x="343" y="603"/>
                      <a:pt x="342" y="604"/>
                      <a:pt x="341" y="604"/>
                    </a:cubicBezTo>
                    <a:cubicBezTo>
                      <a:pt x="309" y="613"/>
                      <a:pt x="287" y="599"/>
                      <a:pt x="277" y="565"/>
                    </a:cubicBezTo>
                    <a:cubicBezTo>
                      <a:pt x="267" y="529"/>
                      <a:pt x="279" y="503"/>
                      <a:pt x="313" y="493"/>
                    </a:cubicBezTo>
                    <a:close/>
                    <a:moveTo>
                      <a:pt x="456" y="851"/>
                    </a:moveTo>
                    <a:cubicBezTo>
                      <a:pt x="456" y="851"/>
                      <a:pt x="438" y="855"/>
                      <a:pt x="418" y="861"/>
                    </a:cubicBezTo>
                    <a:cubicBezTo>
                      <a:pt x="408" y="863"/>
                      <a:pt x="408" y="863"/>
                      <a:pt x="408" y="863"/>
                    </a:cubicBezTo>
                    <a:cubicBezTo>
                      <a:pt x="391" y="868"/>
                      <a:pt x="374" y="875"/>
                      <a:pt x="374" y="875"/>
                    </a:cubicBezTo>
                    <a:cubicBezTo>
                      <a:pt x="371" y="859"/>
                      <a:pt x="371" y="859"/>
                      <a:pt x="371" y="859"/>
                    </a:cubicBezTo>
                    <a:cubicBezTo>
                      <a:pt x="379" y="856"/>
                      <a:pt x="380" y="852"/>
                      <a:pt x="378" y="842"/>
                    </a:cubicBezTo>
                    <a:cubicBezTo>
                      <a:pt x="362" y="787"/>
                      <a:pt x="362" y="787"/>
                      <a:pt x="362" y="787"/>
                    </a:cubicBezTo>
                    <a:cubicBezTo>
                      <a:pt x="360" y="780"/>
                      <a:pt x="358" y="779"/>
                      <a:pt x="354" y="780"/>
                    </a:cubicBezTo>
                    <a:cubicBezTo>
                      <a:pt x="352" y="781"/>
                      <a:pt x="350" y="782"/>
                      <a:pt x="350" y="782"/>
                    </a:cubicBezTo>
                    <a:cubicBezTo>
                      <a:pt x="348" y="780"/>
                      <a:pt x="348" y="780"/>
                      <a:pt x="348" y="780"/>
                    </a:cubicBezTo>
                    <a:cubicBezTo>
                      <a:pt x="346" y="767"/>
                      <a:pt x="346" y="767"/>
                      <a:pt x="346" y="767"/>
                    </a:cubicBezTo>
                    <a:cubicBezTo>
                      <a:pt x="372" y="760"/>
                      <a:pt x="372" y="760"/>
                      <a:pt x="372" y="760"/>
                    </a:cubicBezTo>
                    <a:cubicBezTo>
                      <a:pt x="375" y="759"/>
                      <a:pt x="382" y="757"/>
                      <a:pt x="388" y="755"/>
                    </a:cubicBezTo>
                    <a:cubicBezTo>
                      <a:pt x="397" y="752"/>
                      <a:pt x="406" y="749"/>
                      <a:pt x="406" y="749"/>
                    </a:cubicBezTo>
                    <a:cubicBezTo>
                      <a:pt x="408" y="765"/>
                      <a:pt x="408" y="765"/>
                      <a:pt x="408" y="765"/>
                    </a:cubicBezTo>
                    <a:cubicBezTo>
                      <a:pt x="397" y="770"/>
                      <a:pt x="395" y="772"/>
                      <a:pt x="396" y="778"/>
                    </a:cubicBezTo>
                    <a:cubicBezTo>
                      <a:pt x="399" y="789"/>
                      <a:pt x="401" y="800"/>
                      <a:pt x="405" y="815"/>
                    </a:cubicBezTo>
                    <a:cubicBezTo>
                      <a:pt x="412" y="837"/>
                      <a:pt x="412" y="837"/>
                      <a:pt x="412" y="837"/>
                    </a:cubicBezTo>
                    <a:cubicBezTo>
                      <a:pt x="413" y="840"/>
                      <a:pt x="415" y="841"/>
                      <a:pt x="419" y="840"/>
                    </a:cubicBezTo>
                    <a:cubicBezTo>
                      <a:pt x="430" y="837"/>
                      <a:pt x="432" y="831"/>
                      <a:pt x="427" y="809"/>
                    </a:cubicBezTo>
                    <a:cubicBezTo>
                      <a:pt x="447" y="801"/>
                      <a:pt x="447" y="801"/>
                      <a:pt x="447" y="801"/>
                    </a:cubicBezTo>
                    <a:cubicBezTo>
                      <a:pt x="450" y="803"/>
                      <a:pt x="450" y="803"/>
                      <a:pt x="450" y="803"/>
                    </a:cubicBezTo>
                    <a:cubicBezTo>
                      <a:pt x="450" y="803"/>
                      <a:pt x="453" y="825"/>
                      <a:pt x="459" y="848"/>
                    </a:cubicBezTo>
                    <a:lnTo>
                      <a:pt x="456" y="851"/>
                    </a:lnTo>
                    <a:close/>
                    <a:moveTo>
                      <a:pt x="459" y="516"/>
                    </a:moveTo>
                    <a:cubicBezTo>
                      <a:pt x="548" y="828"/>
                      <a:pt x="548" y="828"/>
                      <a:pt x="548" y="828"/>
                    </a:cubicBezTo>
                    <a:cubicBezTo>
                      <a:pt x="549" y="832"/>
                      <a:pt x="546" y="836"/>
                      <a:pt x="543" y="837"/>
                    </a:cubicBezTo>
                    <a:cubicBezTo>
                      <a:pt x="539" y="838"/>
                      <a:pt x="534" y="836"/>
                      <a:pt x="533" y="832"/>
                    </a:cubicBezTo>
                    <a:cubicBezTo>
                      <a:pt x="444" y="520"/>
                      <a:pt x="444" y="520"/>
                      <a:pt x="444" y="520"/>
                    </a:cubicBezTo>
                    <a:cubicBezTo>
                      <a:pt x="443" y="516"/>
                      <a:pt x="445" y="512"/>
                      <a:pt x="449" y="511"/>
                    </a:cubicBezTo>
                    <a:cubicBezTo>
                      <a:pt x="453" y="510"/>
                      <a:pt x="457" y="512"/>
                      <a:pt x="459" y="516"/>
                    </a:cubicBezTo>
                    <a:close/>
                    <a:moveTo>
                      <a:pt x="454" y="453"/>
                    </a:moveTo>
                    <a:cubicBezTo>
                      <a:pt x="457" y="464"/>
                      <a:pt x="451" y="475"/>
                      <a:pt x="440" y="478"/>
                    </a:cubicBezTo>
                    <a:cubicBezTo>
                      <a:pt x="429" y="481"/>
                      <a:pt x="418" y="475"/>
                      <a:pt x="415" y="464"/>
                    </a:cubicBezTo>
                    <a:cubicBezTo>
                      <a:pt x="412" y="453"/>
                      <a:pt x="418" y="442"/>
                      <a:pt x="429" y="439"/>
                    </a:cubicBezTo>
                    <a:cubicBezTo>
                      <a:pt x="439" y="436"/>
                      <a:pt x="450" y="442"/>
                      <a:pt x="454" y="453"/>
                    </a:cubicBezTo>
                    <a:close/>
                    <a:moveTo>
                      <a:pt x="326" y="80"/>
                    </a:moveTo>
                    <a:cubicBezTo>
                      <a:pt x="330" y="79"/>
                      <a:pt x="334" y="81"/>
                      <a:pt x="336" y="85"/>
                    </a:cubicBezTo>
                    <a:cubicBezTo>
                      <a:pt x="425" y="397"/>
                      <a:pt x="425" y="397"/>
                      <a:pt x="425" y="397"/>
                    </a:cubicBezTo>
                    <a:cubicBezTo>
                      <a:pt x="426" y="401"/>
                      <a:pt x="424" y="405"/>
                      <a:pt x="420" y="406"/>
                    </a:cubicBezTo>
                    <a:cubicBezTo>
                      <a:pt x="416" y="408"/>
                      <a:pt x="412" y="405"/>
                      <a:pt x="410" y="401"/>
                    </a:cubicBezTo>
                    <a:cubicBezTo>
                      <a:pt x="321" y="89"/>
                      <a:pt x="321" y="89"/>
                      <a:pt x="321" y="89"/>
                    </a:cubicBezTo>
                    <a:cubicBezTo>
                      <a:pt x="320" y="85"/>
                      <a:pt x="322" y="81"/>
                      <a:pt x="326" y="80"/>
                    </a:cubicBezTo>
                    <a:close/>
                    <a:moveTo>
                      <a:pt x="286" y="228"/>
                    </a:moveTo>
                    <a:cubicBezTo>
                      <a:pt x="286" y="228"/>
                      <a:pt x="287" y="244"/>
                      <a:pt x="291" y="265"/>
                    </a:cubicBezTo>
                    <a:cubicBezTo>
                      <a:pt x="267" y="273"/>
                      <a:pt x="267" y="273"/>
                      <a:pt x="267" y="273"/>
                    </a:cubicBezTo>
                    <a:cubicBezTo>
                      <a:pt x="267" y="273"/>
                      <a:pt x="266" y="269"/>
                      <a:pt x="264" y="264"/>
                    </a:cubicBezTo>
                    <a:cubicBezTo>
                      <a:pt x="262" y="255"/>
                      <a:pt x="258" y="252"/>
                      <a:pt x="250" y="255"/>
                    </a:cubicBezTo>
                    <a:cubicBezTo>
                      <a:pt x="248" y="255"/>
                      <a:pt x="247" y="256"/>
                      <a:pt x="245" y="257"/>
                    </a:cubicBezTo>
                    <a:cubicBezTo>
                      <a:pt x="263" y="319"/>
                      <a:pt x="263" y="319"/>
                      <a:pt x="263" y="319"/>
                    </a:cubicBezTo>
                    <a:cubicBezTo>
                      <a:pt x="265" y="319"/>
                      <a:pt x="267" y="319"/>
                      <a:pt x="269" y="319"/>
                    </a:cubicBezTo>
                    <a:cubicBezTo>
                      <a:pt x="277" y="316"/>
                      <a:pt x="279" y="310"/>
                      <a:pt x="276" y="296"/>
                    </a:cubicBezTo>
                    <a:cubicBezTo>
                      <a:pt x="301" y="287"/>
                      <a:pt x="301" y="287"/>
                      <a:pt x="301" y="287"/>
                    </a:cubicBezTo>
                    <a:cubicBezTo>
                      <a:pt x="301" y="287"/>
                      <a:pt x="305" y="307"/>
                      <a:pt x="309" y="323"/>
                    </a:cubicBezTo>
                    <a:cubicBezTo>
                      <a:pt x="308" y="326"/>
                      <a:pt x="308" y="326"/>
                      <a:pt x="308" y="326"/>
                    </a:cubicBezTo>
                    <a:cubicBezTo>
                      <a:pt x="308" y="326"/>
                      <a:pt x="292" y="338"/>
                      <a:pt x="270" y="344"/>
                    </a:cubicBezTo>
                    <a:cubicBezTo>
                      <a:pt x="270" y="344"/>
                      <a:pt x="270" y="344"/>
                      <a:pt x="270" y="344"/>
                    </a:cubicBezTo>
                    <a:cubicBezTo>
                      <a:pt x="240" y="352"/>
                      <a:pt x="217" y="338"/>
                      <a:pt x="207" y="304"/>
                    </a:cubicBezTo>
                    <a:cubicBezTo>
                      <a:pt x="198" y="271"/>
                      <a:pt x="209" y="246"/>
                      <a:pt x="239" y="234"/>
                    </a:cubicBezTo>
                    <a:cubicBezTo>
                      <a:pt x="242" y="233"/>
                      <a:pt x="245" y="232"/>
                      <a:pt x="248" y="231"/>
                    </a:cubicBezTo>
                    <a:cubicBezTo>
                      <a:pt x="262" y="227"/>
                      <a:pt x="284" y="225"/>
                      <a:pt x="284" y="225"/>
                    </a:cubicBezTo>
                    <a:lnTo>
                      <a:pt x="286" y="228"/>
                    </a:lnTo>
                    <a:close/>
                    <a:moveTo>
                      <a:pt x="202" y="104"/>
                    </a:moveTo>
                    <a:cubicBezTo>
                      <a:pt x="204" y="103"/>
                      <a:pt x="207" y="102"/>
                      <a:pt x="209" y="102"/>
                    </a:cubicBezTo>
                    <a:cubicBezTo>
                      <a:pt x="227" y="97"/>
                      <a:pt x="241" y="97"/>
                      <a:pt x="241" y="97"/>
                    </a:cubicBezTo>
                    <a:cubicBezTo>
                      <a:pt x="244" y="100"/>
                      <a:pt x="244" y="100"/>
                      <a:pt x="244" y="100"/>
                    </a:cubicBezTo>
                    <a:cubicBezTo>
                      <a:pt x="244" y="100"/>
                      <a:pt x="245" y="115"/>
                      <a:pt x="248" y="130"/>
                    </a:cubicBezTo>
                    <a:cubicBezTo>
                      <a:pt x="230" y="137"/>
                      <a:pt x="230" y="137"/>
                      <a:pt x="230" y="137"/>
                    </a:cubicBezTo>
                    <a:cubicBezTo>
                      <a:pt x="227" y="136"/>
                      <a:pt x="227" y="136"/>
                      <a:pt x="227" y="136"/>
                    </a:cubicBezTo>
                    <a:cubicBezTo>
                      <a:pt x="226" y="134"/>
                      <a:pt x="226" y="134"/>
                      <a:pt x="226" y="134"/>
                    </a:cubicBezTo>
                    <a:cubicBezTo>
                      <a:pt x="224" y="126"/>
                      <a:pt x="219" y="124"/>
                      <a:pt x="211" y="126"/>
                    </a:cubicBezTo>
                    <a:cubicBezTo>
                      <a:pt x="210" y="126"/>
                      <a:pt x="209" y="126"/>
                      <a:pt x="208" y="127"/>
                    </a:cubicBezTo>
                    <a:cubicBezTo>
                      <a:pt x="212" y="142"/>
                      <a:pt x="212" y="142"/>
                      <a:pt x="212" y="142"/>
                    </a:cubicBezTo>
                    <a:cubicBezTo>
                      <a:pt x="217" y="143"/>
                      <a:pt x="222" y="144"/>
                      <a:pt x="228" y="145"/>
                    </a:cubicBezTo>
                    <a:cubicBezTo>
                      <a:pt x="243" y="146"/>
                      <a:pt x="259" y="150"/>
                      <a:pt x="264" y="168"/>
                    </a:cubicBezTo>
                    <a:cubicBezTo>
                      <a:pt x="270" y="187"/>
                      <a:pt x="258" y="203"/>
                      <a:pt x="233" y="213"/>
                    </a:cubicBezTo>
                    <a:cubicBezTo>
                      <a:pt x="230" y="214"/>
                      <a:pt x="227" y="216"/>
                      <a:pt x="223" y="217"/>
                    </a:cubicBezTo>
                    <a:cubicBezTo>
                      <a:pt x="204" y="222"/>
                      <a:pt x="189" y="219"/>
                      <a:pt x="189" y="219"/>
                    </a:cubicBezTo>
                    <a:cubicBezTo>
                      <a:pt x="186" y="216"/>
                      <a:pt x="186" y="216"/>
                      <a:pt x="186" y="216"/>
                    </a:cubicBezTo>
                    <a:cubicBezTo>
                      <a:pt x="186" y="216"/>
                      <a:pt x="184" y="199"/>
                      <a:pt x="182" y="188"/>
                    </a:cubicBezTo>
                    <a:cubicBezTo>
                      <a:pt x="202" y="181"/>
                      <a:pt x="202" y="181"/>
                      <a:pt x="202" y="181"/>
                    </a:cubicBezTo>
                    <a:cubicBezTo>
                      <a:pt x="206" y="192"/>
                      <a:pt x="212" y="196"/>
                      <a:pt x="221" y="193"/>
                    </a:cubicBezTo>
                    <a:cubicBezTo>
                      <a:pt x="224" y="193"/>
                      <a:pt x="225" y="192"/>
                      <a:pt x="227" y="191"/>
                    </a:cubicBezTo>
                    <a:cubicBezTo>
                      <a:pt x="223" y="178"/>
                      <a:pt x="223" y="178"/>
                      <a:pt x="223" y="178"/>
                    </a:cubicBezTo>
                    <a:cubicBezTo>
                      <a:pt x="218" y="176"/>
                      <a:pt x="210" y="176"/>
                      <a:pt x="202" y="174"/>
                    </a:cubicBezTo>
                    <a:cubicBezTo>
                      <a:pt x="188" y="172"/>
                      <a:pt x="173" y="168"/>
                      <a:pt x="169" y="151"/>
                    </a:cubicBezTo>
                    <a:cubicBezTo>
                      <a:pt x="163" y="132"/>
                      <a:pt x="176" y="113"/>
                      <a:pt x="202" y="104"/>
                    </a:cubicBezTo>
                    <a:close/>
                    <a:moveTo>
                      <a:pt x="166" y="471"/>
                    </a:moveTo>
                    <a:cubicBezTo>
                      <a:pt x="77" y="159"/>
                      <a:pt x="77" y="159"/>
                      <a:pt x="77" y="159"/>
                    </a:cubicBezTo>
                    <a:cubicBezTo>
                      <a:pt x="76" y="155"/>
                      <a:pt x="78" y="151"/>
                      <a:pt x="82" y="150"/>
                    </a:cubicBezTo>
                    <a:cubicBezTo>
                      <a:pt x="86" y="148"/>
                      <a:pt x="90" y="151"/>
                      <a:pt x="91" y="155"/>
                    </a:cubicBezTo>
                    <a:cubicBezTo>
                      <a:pt x="180" y="467"/>
                      <a:pt x="180" y="467"/>
                      <a:pt x="180" y="467"/>
                    </a:cubicBezTo>
                    <a:cubicBezTo>
                      <a:pt x="182" y="471"/>
                      <a:pt x="179" y="475"/>
                      <a:pt x="175" y="476"/>
                    </a:cubicBezTo>
                    <a:cubicBezTo>
                      <a:pt x="172" y="477"/>
                      <a:pt x="167" y="475"/>
                      <a:pt x="166" y="471"/>
                    </a:cubicBezTo>
                    <a:close/>
                    <a:moveTo>
                      <a:pt x="171" y="533"/>
                    </a:moveTo>
                    <a:cubicBezTo>
                      <a:pt x="168" y="523"/>
                      <a:pt x="174" y="512"/>
                      <a:pt x="185" y="509"/>
                    </a:cubicBezTo>
                    <a:cubicBezTo>
                      <a:pt x="196" y="506"/>
                      <a:pt x="207" y="512"/>
                      <a:pt x="210" y="522"/>
                    </a:cubicBezTo>
                    <a:cubicBezTo>
                      <a:pt x="213" y="533"/>
                      <a:pt x="207" y="544"/>
                      <a:pt x="196" y="547"/>
                    </a:cubicBezTo>
                    <a:cubicBezTo>
                      <a:pt x="191" y="549"/>
                      <a:pt x="185" y="548"/>
                      <a:pt x="181" y="546"/>
                    </a:cubicBezTo>
                    <a:cubicBezTo>
                      <a:pt x="176" y="543"/>
                      <a:pt x="173" y="539"/>
                      <a:pt x="171" y="533"/>
                    </a:cubicBezTo>
                    <a:close/>
                    <a:moveTo>
                      <a:pt x="205" y="580"/>
                    </a:moveTo>
                    <a:cubicBezTo>
                      <a:pt x="209" y="579"/>
                      <a:pt x="213" y="581"/>
                      <a:pt x="215" y="585"/>
                    </a:cubicBezTo>
                    <a:cubicBezTo>
                      <a:pt x="304" y="897"/>
                      <a:pt x="304" y="897"/>
                      <a:pt x="304" y="897"/>
                    </a:cubicBezTo>
                    <a:cubicBezTo>
                      <a:pt x="305" y="901"/>
                      <a:pt x="302" y="905"/>
                      <a:pt x="299" y="907"/>
                    </a:cubicBezTo>
                    <a:cubicBezTo>
                      <a:pt x="295" y="908"/>
                      <a:pt x="291" y="905"/>
                      <a:pt x="289" y="901"/>
                    </a:cubicBezTo>
                    <a:cubicBezTo>
                      <a:pt x="200" y="589"/>
                      <a:pt x="200" y="589"/>
                      <a:pt x="200" y="589"/>
                    </a:cubicBezTo>
                    <a:cubicBezTo>
                      <a:pt x="199" y="585"/>
                      <a:pt x="201" y="581"/>
                      <a:pt x="205" y="580"/>
                    </a:cubicBezTo>
                    <a:close/>
                    <a:moveTo>
                      <a:pt x="205" y="580"/>
                    </a:moveTo>
                    <a:cubicBezTo>
                      <a:pt x="205" y="580"/>
                      <a:pt x="205" y="580"/>
                      <a:pt x="205" y="580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3" name="Freeform 219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close/>
                    <a:moveTo>
                      <a:pt x="375" y="0"/>
                    </a:move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4" name="Freeform 220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moveTo>
                      <a:pt x="375" y="0"/>
                    </a:moveTo>
                    <a:lnTo>
                      <a:pt x="3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24" name="Freeform 232"/>
            <p:cNvSpPr>
              <a:spLocks noEditPoints="1"/>
            </p:cNvSpPr>
            <p:nvPr/>
          </p:nvSpPr>
          <p:spPr bwMode="auto">
            <a:xfrm>
              <a:off x="2828926" y="2614955"/>
              <a:ext cx="168275" cy="522288"/>
            </a:xfrm>
            <a:custGeom>
              <a:avLst/>
              <a:gdLst>
                <a:gd name="T0" fmla="*/ 99 w 106"/>
                <a:gd name="T1" fmla="*/ 327 h 329"/>
                <a:gd name="T2" fmla="*/ 104 w 106"/>
                <a:gd name="T3" fmla="*/ 318 h 329"/>
                <a:gd name="T4" fmla="*/ 15 w 106"/>
                <a:gd name="T5" fmla="*/ 6 h 329"/>
                <a:gd name="T6" fmla="*/ 6 w 106"/>
                <a:gd name="T7" fmla="*/ 1 h 329"/>
                <a:gd name="T8" fmla="*/ 1 w 106"/>
                <a:gd name="T9" fmla="*/ 10 h 329"/>
                <a:gd name="T10" fmla="*/ 90 w 106"/>
                <a:gd name="T11" fmla="*/ 322 h 329"/>
                <a:gd name="T12" fmla="*/ 99 w 106"/>
                <a:gd name="T13" fmla="*/ 327 h 329"/>
                <a:gd name="T14" fmla="*/ 99 w 106"/>
                <a:gd name="T15" fmla="*/ 327 h 329"/>
                <a:gd name="T16" fmla="*/ 99 w 106"/>
                <a:gd name="T17" fmla="*/ 32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9">
                  <a:moveTo>
                    <a:pt x="99" y="327"/>
                  </a:moveTo>
                  <a:cubicBezTo>
                    <a:pt x="103" y="326"/>
                    <a:pt x="106" y="322"/>
                    <a:pt x="104" y="31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2"/>
                    <a:pt x="10" y="0"/>
                    <a:pt x="6" y="1"/>
                  </a:cubicBez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5" y="329"/>
                    <a:pt x="99" y="327"/>
                  </a:cubicBezTo>
                  <a:close/>
                  <a:moveTo>
                    <a:pt x="99" y="327"/>
                  </a:moveTo>
                  <a:cubicBezTo>
                    <a:pt x="99" y="327"/>
                    <a:pt x="99" y="327"/>
                    <a:pt x="99" y="32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233"/>
            <p:cNvSpPr>
              <a:spLocks noEditPoints="1"/>
            </p:cNvSpPr>
            <p:nvPr/>
          </p:nvSpPr>
          <p:spPr bwMode="auto">
            <a:xfrm>
              <a:off x="3025247" y="3293161"/>
              <a:ext cx="166688" cy="520700"/>
            </a:xfrm>
            <a:custGeom>
              <a:avLst/>
              <a:gdLst>
                <a:gd name="T0" fmla="*/ 6 w 106"/>
                <a:gd name="T1" fmla="*/ 1 h 328"/>
                <a:gd name="T2" fmla="*/ 1 w 106"/>
                <a:gd name="T3" fmla="*/ 10 h 328"/>
                <a:gd name="T4" fmla="*/ 90 w 106"/>
                <a:gd name="T5" fmla="*/ 322 h 328"/>
                <a:gd name="T6" fmla="*/ 100 w 106"/>
                <a:gd name="T7" fmla="*/ 327 h 328"/>
                <a:gd name="T8" fmla="*/ 105 w 106"/>
                <a:gd name="T9" fmla="*/ 318 h 328"/>
                <a:gd name="T10" fmla="*/ 16 w 106"/>
                <a:gd name="T11" fmla="*/ 6 h 328"/>
                <a:gd name="T12" fmla="*/ 6 w 106"/>
                <a:gd name="T13" fmla="*/ 1 h 328"/>
                <a:gd name="T14" fmla="*/ 6 w 106"/>
                <a:gd name="T15" fmla="*/ 1 h 328"/>
                <a:gd name="T16" fmla="*/ 6 w 106"/>
                <a:gd name="T17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8">
                  <a:moveTo>
                    <a:pt x="6" y="1"/>
                  </a:move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6" y="328"/>
                    <a:pt x="100" y="327"/>
                  </a:cubicBezTo>
                  <a:cubicBezTo>
                    <a:pt x="103" y="326"/>
                    <a:pt x="106" y="322"/>
                    <a:pt x="105" y="31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2"/>
                    <a:pt x="10" y="0"/>
                    <a:pt x="6" y="1"/>
                  </a:cubicBezTo>
                  <a:close/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9" name="矩形 218"/>
          <p:cNvSpPr/>
          <p:nvPr/>
        </p:nvSpPr>
        <p:spPr>
          <a:xfrm>
            <a:off x="5271040" y="3441973"/>
            <a:ext cx="120990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4-1 </a:t>
            </a:r>
            <a:r>
              <a:rPr lang="zh-CN" altLang="en-US" sz="1400" dirty="0">
                <a:solidFill>
                  <a:srgbClr val="1C50A2"/>
                </a:solidFill>
                <a:latin typeface="Arial" panose="020B0604020202020204"/>
                <a:ea typeface="微软雅黑" panose="020B0503020204020204" pitchFamily="34" charset="-122"/>
                <a:sym typeface="微软雅黑" panose="020B0503020204020204" pitchFamily="34" charset="-122"/>
              </a:rPr>
              <a:t>研</a:t>
            </a:r>
            <a:r>
              <a:rPr lang="zh-CN" altLang="en-US" sz="1400" dirty="0" smtClean="0">
                <a:solidFill>
                  <a:srgbClr val="1C50A2"/>
                </a:solidFill>
                <a:latin typeface="Arial" panose="020B0604020202020204"/>
                <a:ea typeface="微软雅黑" panose="020B0503020204020204" pitchFamily="34" charset="-122"/>
                <a:sym typeface="微软雅黑" panose="020B0503020204020204" pitchFamily="34" charset="-122"/>
              </a:rPr>
              <a:t>究目标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5" name="矩形 424"/>
          <p:cNvSpPr/>
          <p:nvPr/>
        </p:nvSpPr>
        <p:spPr>
          <a:xfrm>
            <a:off x="6687287" y="3441972"/>
            <a:ext cx="121013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4-2 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成果形式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6" name="矩形 425"/>
          <p:cNvSpPr/>
          <p:nvPr/>
        </p:nvSpPr>
        <p:spPr>
          <a:xfrm>
            <a:off x="8002424" y="3424022"/>
            <a:ext cx="121036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4-3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应用前景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7" name="矩形 426"/>
          <p:cNvSpPr/>
          <p:nvPr/>
        </p:nvSpPr>
        <p:spPr>
          <a:xfrm>
            <a:off x="9418671" y="3433574"/>
            <a:ext cx="1209452" cy="30764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4-4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案例分析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22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9" name="组合 3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4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3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研究成果与应用</a:t>
            </a:r>
          </a:p>
        </p:txBody>
      </p:sp>
      <p:sp>
        <p:nvSpPr>
          <p:cNvPr id="44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研究目标</a:t>
            </a:r>
            <a:endParaRPr lang="zh-CN" altLang="en-US" sz="1100" b="1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成果形式</a:t>
            </a:r>
          </a:p>
        </p:txBody>
      </p:sp>
      <p:sp>
        <p:nvSpPr>
          <p:cNvPr id="47" name="矩形 46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应用前景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326"/>
          <p:cNvSpPr>
            <a:spLocks/>
          </p:cNvSpPr>
          <p:nvPr/>
        </p:nvSpPr>
        <p:spPr bwMode="auto">
          <a:xfrm>
            <a:off x="2606945" y="4455895"/>
            <a:ext cx="1044872" cy="931439"/>
          </a:xfrm>
          <a:custGeom>
            <a:avLst/>
            <a:gdLst>
              <a:gd name="T0" fmla="*/ 381 w 829"/>
              <a:gd name="T1" fmla="*/ 0 h 739"/>
              <a:gd name="T2" fmla="*/ 381 w 829"/>
              <a:gd name="T3" fmla="*/ 0 h 739"/>
              <a:gd name="T4" fmla="*/ 365 w 829"/>
              <a:gd name="T5" fmla="*/ 24 h 739"/>
              <a:gd name="T6" fmla="*/ 348 w 829"/>
              <a:gd name="T7" fmla="*/ 49 h 739"/>
              <a:gd name="T8" fmla="*/ 329 w 829"/>
              <a:gd name="T9" fmla="*/ 70 h 739"/>
              <a:gd name="T10" fmla="*/ 311 w 829"/>
              <a:gd name="T11" fmla="*/ 92 h 739"/>
              <a:gd name="T12" fmla="*/ 289 w 829"/>
              <a:gd name="T13" fmla="*/ 111 h 739"/>
              <a:gd name="T14" fmla="*/ 267 w 829"/>
              <a:gd name="T15" fmla="*/ 130 h 739"/>
              <a:gd name="T16" fmla="*/ 244 w 829"/>
              <a:gd name="T17" fmla="*/ 146 h 739"/>
              <a:gd name="T18" fmla="*/ 220 w 829"/>
              <a:gd name="T19" fmla="*/ 161 h 739"/>
              <a:gd name="T20" fmla="*/ 194 w 829"/>
              <a:gd name="T21" fmla="*/ 174 h 739"/>
              <a:gd name="T22" fmla="*/ 169 w 829"/>
              <a:gd name="T23" fmla="*/ 186 h 739"/>
              <a:gd name="T24" fmla="*/ 142 w 829"/>
              <a:gd name="T25" fmla="*/ 196 h 739"/>
              <a:gd name="T26" fmla="*/ 115 w 829"/>
              <a:gd name="T27" fmla="*/ 205 h 739"/>
              <a:gd name="T28" fmla="*/ 86 w 829"/>
              <a:gd name="T29" fmla="*/ 211 h 739"/>
              <a:gd name="T30" fmla="*/ 58 w 829"/>
              <a:gd name="T31" fmla="*/ 216 h 739"/>
              <a:gd name="T32" fmla="*/ 28 w 829"/>
              <a:gd name="T33" fmla="*/ 219 h 739"/>
              <a:gd name="T34" fmla="*/ 0 w 829"/>
              <a:gd name="T35" fmla="*/ 220 h 739"/>
              <a:gd name="T36" fmla="*/ 0 w 829"/>
              <a:gd name="T37" fmla="*/ 377 h 739"/>
              <a:gd name="T38" fmla="*/ 0 w 829"/>
              <a:gd name="T39" fmla="*/ 563 h 739"/>
              <a:gd name="T40" fmla="*/ 0 w 829"/>
              <a:gd name="T41" fmla="*/ 739 h 739"/>
              <a:gd name="T42" fmla="*/ 0 w 829"/>
              <a:gd name="T43" fmla="*/ 739 h 739"/>
              <a:gd name="T44" fmla="*/ 31 w 829"/>
              <a:gd name="T45" fmla="*/ 739 h 739"/>
              <a:gd name="T46" fmla="*/ 63 w 829"/>
              <a:gd name="T47" fmla="*/ 736 h 739"/>
              <a:gd name="T48" fmla="*/ 95 w 829"/>
              <a:gd name="T49" fmla="*/ 733 h 739"/>
              <a:gd name="T50" fmla="*/ 127 w 829"/>
              <a:gd name="T51" fmla="*/ 730 h 739"/>
              <a:gd name="T52" fmla="*/ 158 w 829"/>
              <a:gd name="T53" fmla="*/ 725 h 739"/>
              <a:gd name="T54" fmla="*/ 189 w 829"/>
              <a:gd name="T55" fmla="*/ 720 h 739"/>
              <a:gd name="T56" fmla="*/ 219 w 829"/>
              <a:gd name="T57" fmla="*/ 713 h 739"/>
              <a:gd name="T58" fmla="*/ 250 w 829"/>
              <a:gd name="T59" fmla="*/ 705 h 739"/>
              <a:gd name="T60" fmla="*/ 279 w 829"/>
              <a:gd name="T61" fmla="*/ 697 h 739"/>
              <a:gd name="T62" fmla="*/ 309 w 829"/>
              <a:gd name="T63" fmla="*/ 687 h 739"/>
              <a:gd name="T64" fmla="*/ 339 w 829"/>
              <a:gd name="T65" fmla="*/ 676 h 739"/>
              <a:gd name="T66" fmla="*/ 367 w 829"/>
              <a:gd name="T67" fmla="*/ 664 h 739"/>
              <a:gd name="T68" fmla="*/ 396 w 829"/>
              <a:gd name="T69" fmla="*/ 652 h 739"/>
              <a:gd name="T70" fmla="*/ 424 w 829"/>
              <a:gd name="T71" fmla="*/ 639 h 739"/>
              <a:gd name="T72" fmla="*/ 451 w 829"/>
              <a:gd name="T73" fmla="*/ 625 h 739"/>
              <a:gd name="T74" fmla="*/ 479 w 829"/>
              <a:gd name="T75" fmla="*/ 610 h 739"/>
              <a:gd name="T76" fmla="*/ 505 w 829"/>
              <a:gd name="T77" fmla="*/ 594 h 739"/>
              <a:gd name="T78" fmla="*/ 532 w 829"/>
              <a:gd name="T79" fmla="*/ 577 h 739"/>
              <a:gd name="T80" fmla="*/ 558 w 829"/>
              <a:gd name="T81" fmla="*/ 559 h 739"/>
              <a:gd name="T82" fmla="*/ 582 w 829"/>
              <a:gd name="T83" fmla="*/ 541 h 739"/>
              <a:gd name="T84" fmla="*/ 606 w 829"/>
              <a:gd name="T85" fmla="*/ 521 h 739"/>
              <a:gd name="T86" fmla="*/ 630 w 829"/>
              <a:gd name="T87" fmla="*/ 501 h 739"/>
              <a:gd name="T88" fmla="*/ 653 w 829"/>
              <a:gd name="T89" fmla="*/ 481 h 739"/>
              <a:gd name="T90" fmla="*/ 676 w 829"/>
              <a:gd name="T91" fmla="*/ 459 h 739"/>
              <a:gd name="T92" fmla="*/ 698 w 829"/>
              <a:gd name="T93" fmla="*/ 436 h 739"/>
              <a:gd name="T94" fmla="*/ 718 w 829"/>
              <a:gd name="T95" fmla="*/ 413 h 739"/>
              <a:gd name="T96" fmla="*/ 740 w 829"/>
              <a:gd name="T97" fmla="*/ 389 h 739"/>
              <a:gd name="T98" fmla="*/ 759 w 829"/>
              <a:gd name="T99" fmla="*/ 365 h 739"/>
              <a:gd name="T100" fmla="*/ 778 w 829"/>
              <a:gd name="T101" fmla="*/ 339 h 739"/>
              <a:gd name="T102" fmla="*/ 797 w 829"/>
              <a:gd name="T103" fmla="*/ 313 h 739"/>
              <a:gd name="T104" fmla="*/ 813 w 829"/>
              <a:gd name="T105" fmla="*/ 286 h 739"/>
              <a:gd name="T106" fmla="*/ 829 w 829"/>
              <a:gd name="T107" fmla="*/ 259 h 739"/>
              <a:gd name="T108" fmla="*/ 381 w 829"/>
              <a:gd name="T109" fmla="*/ 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829" h="739">
                <a:moveTo>
                  <a:pt x="381" y="0"/>
                </a:moveTo>
                <a:lnTo>
                  <a:pt x="381" y="0"/>
                </a:lnTo>
                <a:lnTo>
                  <a:pt x="365" y="24"/>
                </a:lnTo>
                <a:lnTo>
                  <a:pt x="348" y="49"/>
                </a:lnTo>
                <a:lnTo>
                  <a:pt x="329" y="70"/>
                </a:lnTo>
                <a:lnTo>
                  <a:pt x="311" y="92"/>
                </a:lnTo>
                <a:lnTo>
                  <a:pt x="289" y="111"/>
                </a:lnTo>
                <a:lnTo>
                  <a:pt x="267" y="130"/>
                </a:lnTo>
                <a:lnTo>
                  <a:pt x="244" y="146"/>
                </a:lnTo>
                <a:lnTo>
                  <a:pt x="220" y="161"/>
                </a:lnTo>
                <a:lnTo>
                  <a:pt x="194" y="174"/>
                </a:lnTo>
                <a:lnTo>
                  <a:pt x="169" y="186"/>
                </a:lnTo>
                <a:lnTo>
                  <a:pt x="142" y="196"/>
                </a:lnTo>
                <a:lnTo>
                  <a:pt x="115" y="205"/>
                </a:lnTo>
                <a:lnTo>
                  <a:pt x="86" y="211"/>
                </a:lnTo>
                <a:lnTo>
                  <a:pt x="58" y="216"/>
                </a:lnTo>
                <a:lnTo>
                  <a:pt x="28" y="219"/>
                </a:lnTo>
                <a:lnTo>
                  <a:pt x="0" y="220"/>
                </a:lnTo>
                <a:lnTo>
                  <a:pt x="0" y="377"/>
                </a:lnTo>
                <a:lnTo>
                  <a:pt x="0" y="563"/>
                </a:lnTo>
                <a:lnTo>
                  <a:pt x="0" y="739"/>
                </a:lnTo>
                <a:lnTo>
                  <a:pt x="0" y="739"/>
                </a:lnTo>
                <a:lnTo>
                  <a:pt x="31" y="739"/>
                </a:lnTo>
                <a:lnTo>
                  <a:pt x="63" y="736"/>
                </a:lnTo>
                <a:lnTo>
                  <a:pt x="95" y="733"/>
                </a:lnTo>
                <a:lnTo>
                  <a:pt x="127" y="730"/>
                </a:lnTo>
                <a:lnTo>
                  <a:pt x="158" y="725"/>
                </a:lnTo>
                <a:lnTo>
                  <a:pt x="189" y="720"/>
                </a:lnTo>
                <a:lnTo>
                  <a:pt x="219" y="713"/>
                </a:lnTo>
                <a:lnTo>
                  <a:pt x="250" y="705"/>
                </a:lnTo>
                <a:lnTo>
                  <a:pt x="279" y="697"/>
                </a:lnTo>
                <a:lnTo>
                  <a:pt x="309" y="687"/>
                </a:lnTo>
                <a:lnTo>
                  <a:pt x="339" y="676"/>
                </a:lnTo>
                <a:lnTo>
                  <a:pt x="367" y="664"/>
                </a:lnTo>
                <a:lnTo>
                  <a:pt x="396" y="652"/>
                </a:lnTo>
                <a:lnTo>
                  <a:pt x="424" y="639"/>
                </a:lnTo>
                <a:lnTo>
                  <a:pt x="451" y="625"/>
                </a:lnTo>
                <a:lnTo>
                  <a:pt x="479" y="610"/>
                </a:lnTo>
                <a:lnTo>
                  <a:pt x="505" y="594"/>
                </a:lnTo>
                <a:lnTo>
                  <a:pt x="532" y="577"/>
                </a:lnTo>
                <a:lnTo>
                  <a:pt x="558" y="559"/>
                </a:lnTo>
                <a:lnTo>
                  <a:pt x="582" y="541"/>
                </a:lnTo>
                <a:lnTo>
                  <a:pt x="606" y="521"/>
                </a:lnTo>
                <a:lnTo>
                  <a:pt x="630" y="501"/>
                </a:lnTo>
                <a:lnTo>
                  <a:pt x="653" y="481"/>
                </a:lnTo>
                <a:lnTo>
                  <a:pt x="676" y="459"/>
                </a:lnTo>
                <a:lnTo>
                  <a:pt x="698" y="436"/>
                </a:lnTo>
                <a:lnTo>
                  <a:pt x="718" y="413"/>
                </a:lnTo>
                <a:lnTo>
                  <a:pt x="740" y="389"/>
                </a:lnTo>
                <a:lnTo>
                  <a:pt x="759" y="365"/>
                </a:lnTo>
                <a:lnTo>
                  <a:pt x="778" y="339"/>
                </a:lnTo>
                <a:lnTo>
                  <a:pt x="797" y="313"/>
                </a:lnTo>
                <a:lnTo>
                  <a:pt x="813" y="286"/>
                </a:lnTo>
                <a:lnTo>
                  <a:pt x="829" y="259"/>
                </a:lnTo>
                <a:lnTo>
                  <a:pt x="38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1327"/>
          <p:cNvSpPr>
            <a:spLocks/>
          </p:cNvSpPr>
          <p:nvPr/>
        </p:nvSpPr>
        <p:spPr bwMode="auto">
          <a:xfrm>
            <a:off x="2606945" y="4455895"/>
            <a:ext cx="1044872" cy="931439"/>
          </a:xfrm>
          <a:custGeom>
            <a:avLst/>
            <a:gdLst>
              <a:gd name="T0" fmla="*/ 815 w 829"/>
              <a:gd name="T1" fmla="*/ 263 h 739"/>
              <a:gd name="T2" fmla="*/ 799 w 829"/>
              <a:gd name="T3" fmla="*/ 289 h 739"/>
              <a:gd name="T4" fmla="*/ 764 w 829"/>
              <a:gd name="T5" fmla="*/ 340 h 739"/>
              <a:gd name="T6" fmla="*/ 726 w 829"/>
              <a:gd name="T7" fmla="*/ 388 h 739"/>
              <a:gd name="T8" fmla="*/ 686 w 829"/>
              <a:gd name="T9" fmla="*/ 433 h 739"/>
              <a:gd name="T10" fmla="*/ 643 w 829"/>
              <a:gd name="T11" fmla="*/ 475 h 739"/>
              <a:gd name="T12" fmla="*/ 597 w 829"/>
              <a:gd name="T13" fmla="*/ 516 h 739"/>
              <a:gd name="T14" fmla="*/ 549 w 829"/>
              <a:gd name="T15" fmla="*/ 552 h 739"/>
              <a:gd name="T16" fmla="*/ 500 w 829"/>
              <a:gd name="T17" fmla="*/ 585 h 739"/>
              <a:gd name="T18" fmla="*/ 447 w 829"/>
              <a:gd name="T19" fmla="*/ 614 h 739"/>
              <a:gd name="T20" fmla="*/ 393 w 829"/>
              <a:gd name="T21" fmla="*/ 641 h 739"/>
              <a:gd name="T22" fmla="*/ 338 w 829"/>
              <a:gd name="T23" fmla="*/ 664 h 739"/>
              <a:gd name="T24" fmla="*/ 281 w 829"/>
              <a:gd name="T25" fmla="*/ 685 h 739"/>
              <a:gd name="T26" fmla="*/ 223 w 829"/>
              <a:gd name="T27" fmla="*/ 701 h 739"/>
              <a:gd name="T28" fmla="*/ 163 w 829"/>
              <a:gd name="T29" fmla="*/ 713 h 739"/>
              <a:gd name="T30" fmla="*/ 103 w 829"/>
              <a:gd name="T31" fmla="*/ 722 h 739"/>
              <a:gd name="T32" fmla="*/ 42 w 829"/>
              <a:gd name="T33" fmla="*/ 726 h 739"/>
              <a:gd name="T34" fmla="*/ 11 w 829"/>
              <a:gd name="T35" fmla="*/ 563 h 739"/>
              <a:gd name="T36" fmla="*/ 7 w 829"/>
              <a:gd name="T37" fmla="*/ 555 h 739"/>
              <a:gd name="T38" fmla="*/ 0 w 829"/>
              <a:gd name="T39" fmla="*/ 739 h 739"/>
              <a:gd name="T40" fmla="*/ 31 w 829"/>
              <a:gd name="T41" fmla="*/ 739 h 739"/>
              <a:gd name="T42" fmla="*/ 95 w 829"/>
              <a:gd name="T43" fmla="*/ 733 h 739"/>
              <a:gd name="T44" fmla="*/ 158 w 829"/>
              <a:gd name="T45" fmla="*/ 725 h 739"/>
              <a:gd name="T46" fmla="*/ 219 w 829"/>
              <a:gd name="T47" fmla="*/ 713 h 739"/>
              <a:gd name="T48" fmla="*/ 279 w 829"/>
              <a:gd name="T49" fmla="*/ 697 h 739"/>
              <a:gd name="T50" fmla="*/ 339 w 829"/>
              <a:gd name="T51" fmla="*/ 676 h 739"/>
              <a:gd name="T52" fmla="*/ 396 w 829"/>
              <a:gd name="T53" fmla="*/ 652 h 739"/>
              <a:gd name="T54" fmla="*/ 451 w 829"/>
              <a:gd name="T55" fmla="*/ 625 h 739"/>
              <a:gd name="T56" fmla="*/ 505 w 829"/>
              <a:gd name="T57" fmla="*/ 594 h 739"/>
              <a:gd name="T58" fmla="*/ 558 w 829"/>
              <a:gd name="T59" fmla="*/ 559 h 739"/>
              <a:gd name="T60" fmla="*/ 606 w 829"/>
              <a:gd name="T61" fmla="*/ 521 h 739"/>
              <a:gd name="T62" fmla="*/ 653 w 829"/>
              <a:gd name="T63" fmla="*/ 481 h 739"/>
              <a:gd name="T64" fmla="*/ 698 w 829"/>
              <a:gd name="T65" fmla="*/ 436 h 739"/>
              <a:gd name="T66" fmla="*/ 740 w 829"/>
              <a:gd name="T67" fmla="*/ 389 h 739"/>
              <a:gd name="T68" fmla="*/ 778 w 829"/>
              <a:gd name="T69" fmla="*/ 339 h 739"/>
              <a:gd name="T70" fmla="*/ 813 w 829"/>
              <a:gd name="T71" fmla="*/ 286 h 739"/>
              <a:gd name="T72" fmla="*/ 381 w 829"/>
              <a:gd name="T73" fmla="*/ 0 h 739"/>
              <a:gd name="T74" fmla="*/ 365 w 829"/>
              <a:gd name="T75" fmla="*/ 24 h 739"/>
              <a:gd name="T76" fmla="*/ 329 w 829"/>
              <a:gd name="T77" fmla="*/ 70 h 739"/>
              <a:gd name="T78" fmla="*/ 289 w 829"/>
              <a:gd name="T79" fmla="*/ 111 h 739"/>
              <a:gd name="T80" fmla="*/ 244 w 829"/>
              <a:gd name="T81" fmla="*/ 146 h 739"/>
              <a:gd name="T82" fmla="*/ 194 w 829"/>
              <a:gd name="T83" fmla="*/ 174 h 739"/>
              <a:gd name="T84" fmla="*/ 142 w 829"/>
              <a:gd name="T85" fmla="*/ 196 h 739"/>
              <a:gd name="T86" fmla="*/ 86 w 829"/>
              <a:gd name="T87" fmla="*/ 211 h 739"/>
              <a:gd name="T88" fmla="*/ 28 w 829"/>
              <a:gd name="T89" fmla="*/ 219 h 739"/>
              <a:gd name="T90" fmla="*/ 0 w 829"/>
              <a:gd name="T91" fmla="*/ 377 h 739"/>
              <a:gd name="T92" fmla="*/ 11 w 829"/>
              <a:gd name="T93" fmla="*/ 382 h 739"/>
              <a:gd name="T94" fmla="*/ 11 w 829"/>
              <a:gd name="T95" fmla="*/ 231 h 739"/>
              <a:gd name="T96" fmla="*/ 39 w 829"/>
              <a:gd name="T97" fmla="*/ 230 h 739"/>
              <a:gd name="T98" fmla="*/ 95 w 829"/>
              <a:gd name="T99" fmla="*/ 220 h 739"/>
              <a:gd name="T100" fmla="*/ 149 w 829"/>
              <a:gd name="T101" fmla="*/ 205 h 739"/>
              <a:gd name="T102" fmla="*/ 200 w 829"/>
              <a:gd name="T103" fmla="*/ 184 h 739"/>
              <a:gd name="T104" fmla="*/ 248 w 829"/>
              <a:gd name="T105" fmla="*/ 155 h 739"/>
              <a:gd name="T106" fmla="*/ 293 w 829"/>
              <a:gd name="T107" fmla="*/ 122 h 739"/>
              <a:gd name="T108" fmla="*/ 333 w 829"/>
              <a:gd name="T109" fmla="*/ 82 h 739"/>
              <a:gd name="T110" fmla="*/ 369 w 829"/>
              <a:gd name="T111" fmla="*/ 39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29" h="739">
                <a:moveTo>
                  <a:pt x="385" y="15"/>
                </a:moveTo>
                <a:lnTo>
                  <a:pt x="815" y="263"/>
                </a:lnTo>
                <a:lnTo>
                  <a:pt x="815" y="263"/>
                </a:lnTo>
                <a:lnTo>
                  <a:pt x="799" y="289"/>
                </a:lnTo>
                <a:lnTo>
                  <a:pt x="782" y="315"/>
                </a:lnTo>
                <a:lnTo>
                  <a:pt x="764" y="340"/>
                </a:lnTo>
                <a:lnTo>
                  <a:pt x="745" y="365"/>
                </a:lnTo>
                <a:lnTo>
                  <a:pt x="726" y="388"/>
                </a:lnTo>
                <a:lnTo>
                  <a:pt x="706" y="410"/>
                </a:lnTo>
                <a:lnTo>
                  <a:pt x="686" y="433"/>
                </a:lnTo>
                <a:lnTo>
                  <a:pt x="664" y="455"/>
                </a:lnTo>
                <a:lnTo>
                  <a:pt x="643" y="475"/>
                </a:lnTo>
                <a:lnTo>
                  <a:pt x="620" y="496"/>
                </a:lnTo>
                <a:lnTo>
                  <a:pt x="597" y="516"/>
                </a:lnTo>
                <a:lnTo>
                  <a:pt x="574" y="533"/>
                </a:lnTo>
                <a:lnTo>
                  <a:pt x="549" y="552"/>
                </a:lnTo>
                <a:lnTo>
                  <a:pt x="524" y="568"/>
                </a:lnTo>
                <a:lnTo>
                  <a:pt x="500" y="585"/>
                </a:lnTo>
                <a:lnTo>
                  <a:pt x="474" y="601"/>
                </a:lnTo>
                <a:lnTo>
                  <a:pt x="447" y="614"/>
                </a:lnTo>
                <a:lnTo>
                  <a:pt x="420" y="629"/>
                </a:lnTo>
                <a:lnTo>
                  <a:pt x="393" y="641"/>
                </a:lnTo>
                <a:lnTo>
                  <a:pt x="366" y="653"/>
                </a:lnTo>
                <a:lnTo>
                  <a:pt x="338" y="664"/>
                </a:lnTo>
                <a:lnTo>
                  <a:pt x="309" y="675"/>
                </a:lnTo>
                <a:lnTo>
                  <a:pt x="281" y="685"/>
                </a:lnTo>
                <a:lnTo>
                  <a:pt x="251" y="693"/>
                </a:lnTo>
                <a:lnTo>
                  <a:pt x="223" y="701"/>
                </a:lnTo>
                <a:lnTo>
                  <a:pt x="193" y="707"/>
                </a:lnTo>
                <a:lnTo>
                  <a:pt x="163" y="713"/>
                </a:lnTo>
                <a:lnTo>
                  <a:pt x="132" y="718"/>
                </a:lnTo>
                <a:lnTo>
                  <a:pt x="103" y="722"/>
                </a:lnTo>
                <a:lnTo>
                  <a:pt x="72" y="725"/>
                </a:lnTo>
                <a:lnTo>
                  <a:pt x="42" y="726"/>
                </a:lnTo>
                <a:lnTo>
                  <a:pt x="11" y="728"/>
                </a:lnTo>
                <a:lnTo>
                  <a:pt x="11" y="563"/>
                </a:lnTo>
                <a:lnTo>
                  <a:pt x="11" y="558"/>
                </a:lnTo>
                <a:lnTo>
                  <a:pt x="7" y="555"/>
                </a:lnTo>
                <a:lnTo>
                  <a:pt x="0" y="563"/>
                </a:lnTo>
                <a:lnTo>
                  <a:pt x="0" y="739"/>
                </a:lnTo>
                <a:lnTo>
                  <a:pt x="0" y="739"/>
                </a:lnTo>
                <a:lnTo>
                  <a:pt x="31" y="739"/>
                </a:lnTo>
                <a:lnTo>
                  <a:pt x="63" y="736"/>
                </a:lnTo>
                <a:lnTo>
                  <a:pt x="95" y="733"/>
                </a:lnTo>
                <a:lnTo>
                  <a:pt x="127" y="730"/>
                </a:lnTo>
                <a:lnTo>
                  <a:pt x="158" y="725"/>
                </a:lnTo>
                <a:lnTo>
                  <a:pt x="189" y="720"/>
                </a:lnTo>
                <a:lnTo>
                  <a:pt x="219" y="713"/>
                </a:lnTo>
                <a:lnTo>
                  <a:pt x="250" y="705"/>
                </a:lnTo>
                <a:lnTo>
                  <a:pt x="279" y="697"/>
                </a:lnTo>
                <a:lnTo>
                  <a:pt x="309" y="687"/>
                </a:lnTo>
                <a:lnTo>
                  <a:pt x="339" y="676"/>
                </a:lnTo>
                <a:lnTo>
                  <a:pt x="367" y="664"/>
                </a:lnTo>
                <a:lnTo>
                  <a:pt x="396" y="652"/>
                </a:lnTo>
                <a:lnTo>
                  <a:pt x="424" y="639"/>
                </a:lnTo>
                <a:lnTo>
                  <a:pt x="451" y="625"/>
                </a:lnTo>
                <a:lnTo>
                  <a:pt x="479" y="610"/>
                </a:lnTo>
                <a:lnTo>
                  <a:pt x="505" y="594"/>
                </a:lnTo>
                <a:lnTo>
                  <a:pt x="532" y="577"/>
                </a:lnTo>
                <a:lnTo>
                  <a:pt x="558" y="559"/>
                </a:lnTo>
                <a:lnTo>
                  <a:pt x="582" y="541"/>
                </a:lnTo>
                <a:lnTo>
                  <a:pt x="606" y="521"/>
                </a:lnTo>
                <a:lnTo>
                  <a:pt x="630" y="501"/>
                </a:lnTo>
                <a:lnTo>
                  <a:pt x="653" y="481"/>
                </a:lnTo>
                <a:lnTo>
                  <a:pt x="676" y="459"/>
                </a:lnTo>
                <a:lnTo>
                  <a:pt x="698" y="436"/>
                </a:lnTo>
                <a:lnTo>
                  <a:pt x="718" y="413"/>
                </a:lnTo>
                <a:lnTo>
                  <a:pt x="740" y="389"/>
                </a:lnTo>
                <a:lnTo>
                  <a:pt x="759" y="365"/>
                </a:lnTo>
                <a:lnTo>
                  <a:pt x="778" y="339"/>
                </a:lnTo>
                <a:lnTo>
                  <a:pt x="797" y="313"/>
                </a:lnTo>
                <a:lnTo>
                  <a:pt x="813" y="286"/>
                </a:lnTo>
                <a:lnTo>
                  <a:pt x="829" y="259"/>
                </a:lnTo>
                <a:lnTo>
                  <a:pt x="381" y="0"/>
                </a:lnTo>
                <a:lnTo>
                  <a:pt x="381" y="0"/>
                </a:lnTo>
                <a:lnTo>
                  <a:pt x="365" y="24"/>
                </a:lnTo>
                <a:lnTo>
                  <a:pt x="348" y="49"/>
                </a:lnTo>
                <a:lnTo>
                  <a:pt x="329" y="70"/>
                </a:lnTo>
                <a:lnTo>
                  <a:pt x="311" y="92"/>
                </a:lnTo>
                <a:lnTo>
                  <a:pt x="289" y="111"/>
                </a:lnTo>
                <a:lnTo>
                  <a:pt x="267" y="130"/>
                </a:lnTo>
                <a:lnTo>
                  <a:pt x="244" y="146"/>
                </a:lnTo>
                <a:lnTo>
                  <a:pt x="220" y="161"/>
                </a:lnTo>
                <a:lnTo>
                  <a:pt x="194" y="174"/>
                </a:lnTo>
                <a:lnTo>
                  <a:pt x="169" y="186"/>
                </a:lnTo>
                <a:lnTo>
                  <a:pt x="142" y="196"/>
                </a:lnTo>
                <a:lnTo>
                  <a:pt x="115" y="205"/>
                </a:lnTo>
                <a:lnTo>
                  <a:pt x="86" y="211"/>
                </a:lnTo>
                <a:lnTo>
                  <a:pt x="58" y="216"/>
                </a:lnTo>
                <a:lnTo>
                  <a:pt x="28" y="219"/>
                </a:lnTo>
                <a:lnTo>
                  <a:pt x="0" y="220"/>
                </a:lnTo>
                <a:lnTo>
                  <a:pt x="0" y="377"/>
                </a:lnTo>
                <a:lnTo>
                  <a:pt x="7" y="385"/>
                </a:lnTo>
                <a:lnTo>
                  <a:pt x="11" y="382"/>
                </a:lnTo>
                <a:lnTo>
                  <a:pt x="11" y="377"/>
                </a:lnTo>
                <a:lnTo>
                  <a:pt x="11" y="231"/>
                </a:lnTo>
                <a:lnTo>
                  <a:pt x="11" y="231"/>
                </a:lnTo>
                <a:lnTo>
                  <a:pt x="39" y="230"/>
                </a:lnTo>
                <a:lnTo>
                  <a:pt x="68" y="226"/>
                </a:lnTo>
                <a:lnTo>
                  <a:pt x="95" y="220"/>
                </a:lnTo>
                <a:lnTo>
                  <a:pt x="123" y="213"/>
                </a:lnTo>
                <a:lnTo>
                  <a:pt x="149" y="205"/>
                </a:lnTo>
                <a:lnTo>
                  <a:pt x="176" y="194"/>
                </a:lnTo>
                <a:lnTo>
                  <a:pt x="200" y="184"/>
                </a:lnTo>
                <a:lnTo>
                  <a:pt x="225" y="170"/>
                </a:lnTo>
                <a:lnTo>
                  <a:pt x="248" y="155"/>
                </a:lnTo>
                <a:lnTo>
                  <a:pt x="271" y="139"/>
                </a:lnTo>
                <a:lnTo>
                  <a:pt x="293" y="122"/>
                </a:lnTo>
                <a:lnTo>
                  <a:pt x="315" y="103"/>
                </a:lnTo>
                <a:lnTo>
                  <a:pt x="333" y="82"/>
                </a:lnTo>
                <a:lnTo>
                  <a:pt x="352" y="61"/>
                </a:lnTo>
                <a:lnTo>
                  <a:pt x="369" y="39"/>
                </a:lnTo>
                <a:lnTo>
                  <a:pt x="385" y="15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1328"/>
          <p:cNvSpPr>
            <a:spLocks/>
          </p:cNvSpPr>
          <p:nvPr/>
        </p:nvSpPr>
        <p:spPr bwMode="auto">
          <a:xfrm>
            <a:off x="2606945" y="4455895"/>
            <a:ext cx="1044872" cy="931439"/>
          </a:xfrm>
          <a:custGeom>
            <a:avLst/>
            <a:gdLst>
              <a:gd name="T0" fmla="*/ 815 w 829"/>
              <a:gd name="T1" fmla="*/ 263 h 739"/>
              <a:gd name="T2" fmla="*/ 799 w 829"/>
              <a:gd name="T3" fmla="*/ 289 h 739"/>
              <a:gd name="T4" fmla="*/ 764 w 829"/>
              <a:gd name="T5" fmla="*/ 340 h 739"/>
              <a:gd name="T6" fmla="*/ 726 w 829"/>
              <a:gd name="T7" fmla="*/ 388 h 739"/>
              <a:gd name="T8" fmla="*/ 686 w 829"/>
              <a:gd name="T9" fmla="*/ 433 h 739"/>
              <a:gd name="T10" fmla="*/ 643 w 829"/>
              <a:gd name="T11" fmla="*/ 475 h 739"/>
              <a:gd name="T12" fmla="*/ 597 w 829"/>
              <a:gd name="T13" fmla="*/ 516 h 739"/>
              <a:gd name="T14" fmla="*/ 549 w 829"/>
              <a:gd name="T15" fmla="*/ 552 h 739"/>
              <a:gd name="T16" fmla="*/ 500 w 829"/>
              <a:gd name="T17" fmla="*/ 585 h 739"/>
              <a:gd name="T18" fmla="*/ 447 w 829"/>
              <a:gd name="T19" fmla="*/ 614 h 739"/>
              <a:gd name="T20" fmla="*/ 393 w 829"/>
              <a:gd name="T21" fmla="*/ 641 h 739"/>
              <a:gd name="T22" fmla="*/ 338 w 829"/>
              <a:gd name="T23" fmla="*/ 664 h 739"/>
              <a:gd name="T24" fmla="*/ 281 w 829"/>
              <a:gd name="T25" fmla="*/ 685 h 739"/>
              <a:gd name="T26" fmla="*/ 223 w 829"/>
              <a:gd name="T27" fmla="*/ 701 h 739"/>
              <a:gd name="T28" fmla="*/ 163 w 829"/>
              <a:gd name="T29" fmla="*/ 713 h 739"/>
              <a:gd name="T30" fmla="*/ 103 w 829"/>
              <a:gd name="T31" fmla="*/ 722 h 739"/>
              <a:gd name="T32" fmla="*/ 42 w 829"/>
              <a:gd name="T33" fmla="*/ 726 h 739"/>
              <a:gd name="T34" fmla="*/ 11 w 829"/>
              <a:gd name="T35" fmla="*/ 563 h 739"/>
              <a:gd name="T36" fmla="*/ 7 w 829"/>
              <a:gd name="T37" fmla="*/ 555 h 739"/>
              <a:gd name="T38" fmla="*/ 0 w 829"/>
              <a:gd name="T39" fmla="*/ 739 h 739"/>
              <a:gd name="T40" fmla="*/ 31 w 829"/>
              <a:gd name="T41" fmla="*/ 739 h 739"/>
              <a:gd name="T42" fmla="*/ 95 w 829"/>
              <a:gd name="T43" fmla="*/ 733 h 739"/>
              <a:gd name="T44" fmla="*/ 158 w 829"/>
              <a:gd name="T45" fmla="*/ 725 h 739"/>
              <a:gd name="T46" fmla="*/ 219 w 829"/>
              <a:gd name="T47" fmla="*/ 713 h 739"/>
              <a:gd name="T48" fmla="*/ 279 w 829"/>
              <a:gd name="T49" fmla="*/ 697 h 739"/>
              <a:gd name="T50" fmla="*/ 339 w 829"/>
              <a:gd name="T51" fmla="*/ 676 h 739"/>
              <a:gd name="T52" fmla="*/ 396 w 829"/>
              <a:gd name="T53" fmla="*/ 652 h 739"/>
              <a:gd name="T54" fmla="*/ 451 w 829"/>
              <a:gd name="T55" fmla="*/ 625 h 739"/>
              <a:gd name="T56" fmla="*/ 505 w 829"/>
              <a:gd name="T57" fmla="*/ 594 h 739"/>
              <a:gd name="T58" fmla="*/ 558 w 829"/>
              <a:gd name="T59" fmla="*/ 559 h 739"/>
              <a:gd name="T60" fmla="*/ 606 w 829"/>
              <a:gd name="T61" fmla="*/ 521 h 739"/>
              <a:gd name="T62" fmla="*/ 653 w 829"/>
              <a:gd name="T63" fmla="*/ 481 h 739"/>
              <a:gd name="T64" fmla="*/ 698 w 829"/>
              <a:gd name="T65" fmla="*/ 436 h 739"/>
              <a:gd name="T66" fmla="*/ 740 w 829"/>
              <a:gd name="T67" fmla="*/ 389 h 739"/>
              <a:gd name="T68" fmla="*/ 778 w 829"/>
              <a:gd name="T69" fmla="*/ 339 h 739"/>
              <a:gd name="T70" fmla="*/ 813 w 829"/>
              <a:gd name="T71" fmla="*/ 286 h 739"/>
              <a:gd name="T72" fmla="*/ 381 w 829"/>
              <a:gd name="T73" fmla="*/ 0 h 739"/>
              <a:gd name="T74" fmla="*/ 365 w 829"/>
              <a:gd name="T75" fmla="*/ 24 h 739"/>
              <a:gd name="T76" fmla="*/ 329 w 829"/>
              <a:gd name="T77" fmla="*/ 70 h 739"/>
              <a:gd name="T78" fmla="*/ 289 w 829"/>
              <a:gd name="T79" fmla="*/ 111 h 739"/>
              <a:gd name="T80" fmla="*/ 244 w 829"/>
              <a:gd name="T81" fmla="*/ 146 h 739"/>
              <a:gd name="T82" fmla="*/ 194 w 829"/>
              <a:gd name="T83" fmla="*/ 174 h 739"/>
              <a:gd name="T84" fmla="*/ 142 w 829"/>
              <a:gd name="T85" fmla="*/ 196 h 739"/>
              <a:gd name="T86" fmla="*/ 86 w 829"/>
              <a:gd name="T87" fmla="*/ 211 h 739"/>
              <a:gd name="T88" fmla="*/ 28 w 829"/>
              <a:gd name="T89" fmla="*/ 219 h 739"/>
              <a:gd name="T90" fmla="*/ 0 w 829"/>
              <a:gd name="T91" fmla="*/ 377 h 739"/>
              <a:gd name="T92" fmla="*/ 11 w 829"/>
              <a:gd name="T93" fmla="*/ 382 h 739"/>
              <a:gd name="T94" fmla="*/ 11 w 829"/>
              <a:gd name="T95" fmla="*/ 231 h 739"/>
              <a:gd name="T96" fmla="*/ 39 w 829"/>
              <a:gd name="T97" fmla="*/ 230 h 739"/>
              <a:gd name="T98" fmla="*/ 95 w 829"/>
              <a:gd name="T99" fmla="*/ 220 h 739"/>
              <a:gd name="T100" fmla="*/ 149 w 829"/>
              <a:gd name="T101" fmla="*/ 205 h 739"/>
              <a:gd name="T102" fmla="*/ 200 w 829"/>
              <a:gd name="T103" fmla="*/ 184 h 739"/>
              <a:gd name="T104" fmla="*/ 248 w 829"/>
              <a:gd name="T105" fmla="*/ 155 h 739"/>
              <a:gd name="T106" fmla="*/ 293 w 829"/>
              <a:gd name="T107" fmla="*/ 122 h 739"/>
              <a:gd name="T108" fmla="*/ 333 w 829"/>
              <a:gd name="T109" fmla="*/ 82 h 739"/>
              <a:gd name="T110" fmla="*/ 369 w 829"/>
              <a:gd name="T111" fmla="*/ 39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29" h="739">
                <a:moveTo>
                  <a:pt x="385" y="15"/>
                </a:moveTo>
                <a:lnTo>
                  <a:pt x="815" y="263"/>
                </a:lnTo>
                <a:lnTo>
                  <a:pt x="815" y="263"/>
                </a:lnTo>
                <a:lnTo>
                  <a:pt x="799" y="289"/>
                </a:lnTo>
                <a:lnTo>
                  <a:pt x="782" y="315"/>
                </a:lnTo>
                <a:lnTo>
                  <a:pt x="764" y="340"/>
                </a:lnTo>
                <a:lnTo>
                  <a:pt x="745" y="365"/>
                </a:lnTo>
                <a:lnTo>
                  <a:pt x="726" y="388"/>
                </a:lnTo>
                <a:lnTo>
                  <a:pt x="706" y="410"/>
                </a:lnTo>
                <a:lnTo>
                  <a:pt x="686" y="433"/>
                </a:lnTo>
                <a:lnTo>
                  <a:pt x="664" y="455"/>
                </a:lnTo>
                <a:lnTo>
                  <a:pt x="643" y="475"/>
                </a:lnTo>
                <a:lnTo>
                  <a:pt x="620" y="496"/>
                </a:lnTo>
                <a:lnTo>
                  <a:pt x="597" y="516"/>
                </a:lnTo>
                <a:lnTo>
                  <a:pt x="574" y="533"/>
                </a:lnTo>
                <a:lnTo>
                  <a:pt x="549" y="552"/>
                </a:lnTo>
                <a:lnTo>
                  <a:pt x="524" y="568"/>
                </a:lnTo>
                <a:lnTo>
                  <a:pt x="500" y="585"/>
                </a:lnTo>
                <a:lnTo>
                  <a:pt x="474" y="601"/>
                </a:lnTo>
                <a:lnTo>
                  <a:pt x="447" y="614"/>
                </a:lnTo>
                <a:lnTo>
                  <a:pt x="420" y="629"/>
                </a:lnTo>
                <a:lnTo>
                  <a:pt x="393" y="641"/>
                </a:lnTo>
                <a:lnTo>
                  <a:pt x="366" y="653"/>
                </a:lnTo>
                <a:lnTo>
                  <a:pt x="338" y="664"/>
                </a:lnTo>
                <a:lnTo>
                  <a:pt x="309" y="675"/>
                </a:lnTo>
                <a:lnTo>
                  <a:pt x="281" y="685"/>
                </a:lnTo>
                <a:lnTo>
                  <a:pt x="251" y="693"/>
                </a:lnTo>
                <a:lnTo>
                  <a:pt x="223" y="701"/>
                </a:lnTo>
                <a:lnTo>
                  <a:pt x="193" y="707"/>
                </a:lnTo>
                <a:lnTo>
                  <a:pt x="163" y="713"/>
                </a:lnTo>
                <a:lnTo>
                  <a:pt x="132" y="718"/>
                </a:lnTo>
                <a:lnTo>
                  <a:pt x="103" y="722"/>
                </a:lnTo>
                <a:lnTo>
                  <a:pt x="72" y="725"/>
                </a:lnTo>
                <a:lnTo>
                  <a:pt x="42" y="726"/>
                </a:lnTo>
                <a:lnTo>
                  <a:pt x="11" y="728"/>
                </a:lnTo>
                <a:lnTo>
                  <a:pt x="11" y="563"/>
                </a:lnTo>
                <a:lnTo>
                  <a:pt x="11" y="558"/>
                </a:lnTo>
                <a:lnTo>
                  <a:pt x="7" y="555"/>
                </a:lnTo>
                <a:lnTo>
                  <a:pt x="0" y="563"/>
                </a:lnTo>
                <a:lnTo>
                  <a:pt x="0" y="739"/>
                </a:lnTo>
                <a:lnTo>
                  <a:pt x="0" y="739"/>
                </a:lnTo>
                <a:lnTo>
                  <a:pt x="31" y="739"/>
                </a:lnTo>
                <a:lnTo>
                  <a:pt x="63" y="736"/>
                </a:lnTo>
                <a:lnTo>
                  <a:pt x="95" y="733"/>
                </a:lnTo>
                <a:lnTo>
                  <a:pt x="127" y="730"/>
                </a:lnTo>
                <a:lnTo>
                  <a:pt x="158" y="725"/>
                </a:lnTo>
                <a:lnTo>
                  <a:pt x="189" y="720"/>
                </a:lnTo>
                <a:lnTo>
                  <a:pt x="219" y="713"/>
                </a:lnTo>
                <a:lnTo>
                  <a:pt x="250" y="705"/>
                </a:lnTo>
                <a:lnTo>
                  <a:pt x="279" y="697"/>
                </a:lnTo>
                <a:lnTo>
                  <a:pt x="309" y="687"/>
                </a:lnTo>
                <a:lnTo>
                  <a:pt x="339" y="676"/>
                </a:lnTo>
                <a:lnTo>
                  <a:pt x="367" y="664"/>
                </a:lnTo>
                <a:lnTo>
                  <a:pt x="396" y="652"/>
                </a:lnTo>
                <a:lnTo>
                  <a:pt x="424" y="639"/>
                </a:lnTo>
                <a:lnTo>
                  <a:pt x="451" y="625"/>
                </a:lnTo>
                <a:lnTo>
                  <a:pt x="479" y="610"/>
                </a:lnTo>
                <a:lnTo>
                  <a:pt x="505" y="594"/>
                </a:lnTo>
                <a:lnTo>
                  <a:pt x="532" y="577"/>
                </a:lnTo>
                <a:lnTo>
                  <a:pt x="558" y="559"/>
                </a:lnTo>
                <a:lnTo>
                  <a:pt x="582" y="541"/>
                </a:lnTo>
                <a:lnTo>
                  <a:pt x="606" y="521"/>
                </a:lnTo>
                <a:lnTo>
                  <a:pt x="630" y="501"/>
                </a:lnTo>
                <a:lnTo>
                  <a:pt x="653" y="481"/>
                </a:lnTo>
                <a:lnTo>
                  <a:pt x="676" y="459"/>
                </a:lnTo>
                <a:lnTo>
                  <a:pt x="698" y="436"/>
                </a:lnTo>
                <a:lnTo>
                  <a:pt x="718" y="413"/>
                </a:lnTo>
                <a:lnTo>
                  <a:pt x="740" y="389"/>
                </a:lnTo>
                <a:lnTo>
                  <a:pt x="759" y="365"/>
                </a:lnTo>
                <a:lnTo>
                  <a:pt x="778" y="339"/>
                </a:lnTo>
                <a:lnTo>
                  <a:pt x="797" y="313"/>
                </a:lnTo>
                <a:lnTo>
                  <a:pt x="813" y="286"/>
                </a:lnTo>
                <a:lnTo>
                  <a:pt x="829" y="259"/>
                </a:lnTo>
                <a:lnTo>
                  <a:pt x="381" y="0"/>
                </a:lnTo>
                <a:lnTo>
                  <a:pt x="381" y="0"/>
                </a:lnTo>
                <a:lnTo>
                  <a:pt x="365" y="24"/>
                </a:lnTo>
                <a:lnTo>
                  <a:pt x="348" y="49"/>
                </a:lnTo>
                <a:lnTo>
                  <a:pt x="329" y="70"/>
                </a:lnTo>
                <a:lnTo>
                  <a:pt x="311" y="92"/>
                </a:lnTo>
                <a:lnTo>
                  <a:pt x="289" y="111"/>
                </a:lnTo>
                <a:lnTo>
                  <a:pt x="267" y="130"/>
                </a:lnTo>
                <a:lnTo>
                  <a:pt x="244" y="146"/>
                </a:lnTo>
                <a:lnTo>
                  <a:pt x="220" y="161"/>
                </a:lnTo>
                <a:lnTo>
                  <a:pt x="194" y="174"/>
                </a:lnTo>
                <a:lnTo>
                  <a:pt x="169" y="186"/>
                </a:lnTo>
                <a:lnTo>
                  <a:pt x="142" y="196"/>
                </a:lnTo>
                <a:lnTo>
                  <a:pt x="115" y="205"/>
                </a:lnTo>
                <a:lnTo>
                  <a:pt x="86" y="211"/>
                </a:lnTo>
                <a:lnTo>
                  <a:pt x="58" y="216"/>
                </a:lnTo>
                <a:lnTo>
                  <a:pt x="28" y="219"/>
                </a:lnTo>
                <a:lnTo>
                  <a:pt x="0" y="220"/>
                </a:lnTo>
                <a:lnTo>
                  <a:pt x="0" y="377"/>
                </a:lnTo>
                <a:lnTo>
                  <a:pt x="7" y="385"/>
                </a:lnTo>
                <a:lnTo>
                  <a:pt x="11" y="382"/>
                </a:lnTo>
                <a:lnTo>
                  <a:pt x="11" y="377"/>
                </a:lnTo>
                <a:lnTo>
                  <a:pt x="11" y="231"/>
                </a:lnTo>
                <a:lnTo>
                  <a:pt x="11" y="231"/>
                </a:lnTo>
                <a:lnTo>
                  <a:pt x="39" y="230"/>
                </a:lnTo>
                <a:lnTo>
                  <a:pt x="68" y="226"/>
                </a:lnTo>
                <a:lnTo>
                  <a:pt x="95" y="220"/>
                </a:lnTo>
                <a:lnTo>
                  <a:pt x="123" y="213"/>
                </a:lnTo>
                <a:lnTo>
                  <a:pt x="149" y="205"/>
                </a:lnTo>
                <a:lnTo>
                  <a:pt x="176" y="194"/>
                </a:lnTo>
                <a:lnTo>
                  <a:pt x="200" y="184"/>
                </a:lnTo>
                <a:lnTo>
                  <a:pt x="225" y="170"/>
                </a:lnTo>
                <a:lnTo>
                  <a:pt x="248" y="155"/>
                </a:lnTo>
                <a:lnTo>
                  <a:pt x="271" y="139"/>
                </a:lnTo>
                <a:lnTo>
                  <a:pt x="293" y="122"/>
                </a:lnTo>
                <a:lnTo>
                  <a:pt x="315" y="103"/>
                </a:lnTo>
                <a:lnTo>
                  <a:pt x="333" y="82"/>
                </a:lnTo>
                <a:lnTo>
                  <a:pt x="352" y="61"/>
                </a:lnTo>
                <a:lnTo>
                  <a:pt x="369" y="39"/>
                </a:lnTo>
                <a:lnTo>
                  <a:pt x="385" y="1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1329"/>
          <p:cNvSpPr>
            <a:spLocks/>
          </p:cNvSpPr>
          <p:nvPr/>
        </p:nvSpPr>
        <p:spPr bwMode="auto">
          <a:xfrm>
            <a:off x="2606945" y="4787381"/>
            <a:ext cx="1289389" cy="882283"/>
          </a:xfrm>
          <a:custGeom>
            <a:avLst/>
            <a:gdLst>
              <a:gd name="T0" fmla="*/ 799 w 1023"/>
              <a:gd name="T1" fmla="*/ 56 h 700"/>
              <a:gd name="T2" fmla="*/ 799 w 1023"/>
              <a:gd name="T3" fmla="*/ 56 h 700"/>
              <a:gd name="T4" fmla="*/ 767 w 1023"/>
              <a:gd name="T5" fmla="*/ 99 h 700"/>
              <a:gd name="T6" fmla="*/ 733 w 1023"/>
              <a:gd name="T7" fmla="*/ 142 h 700"/>
              <a:gd name="T8" fmla="*/ 697 w 1023"/>
              <a:gd name="T9" fmla="*/ 181 h 700"/>
              <a:gd name="T10" fmla="*/ 659 w 1023"/>
              <a:gd name="T11" fmla="*/ 219 h 700"/>
              <a:gd name="T12" fmla="*/ 618 w 1023"/>
              <a:gd name="T13" fmla="*/ 255 h 700"/>
              <a:gd name="T14" fmla="*/ 576 w 1023"/>
              <a:gd name="T15" fmla="*/ 289 h 700"/>
              <a:gd name="T16" fmla="*/ 532 w 1023"/>
              <a:gd name="T17" fmla="*/ 320 h 700"/>
              <a:gd name="T18" fmla="*/ 486 w 1023"/>
              <a:gd name="T19" fmla="*/ 349 h 700"/>
              <a:gd name="T20" fmla="*/ 486 w 1023"/>
              <a:gd name="T21" fmla="*/ 349 h 700"/>
              <a:gd name="T22" fmla="*/ 437 w 1023"/>
              <a:gd name="T23" fmla="*/ 376 h 700"/>
              <a:gd name="T24" fmla="*/ 387 w 1023"/>
              <a:gd name="T25" fmla="*/ 400 h 700"/>
              <a:gd name="T26" fmla="*/ 336 w 1023"/>
              <a:gd name="T27" fmla="*/ 420 h 700"/>
              <a:gd name="T28" fmla="*/ 285 w 1023"/>
              <a:gd name="T29" fmla="*/ 438 h 700"/>
              <a:gd name="T30" fmla="*/ 231 w 1023"/>
              <a:gd name="T31" fmla="*/ 453 h 700"/>
              <a:gd name="T32" fmla="*/ 178 w 1023"/>
              <a:gd name="T33" fmla="*/ 465 h 700"/>
              <a:gd name="T34" fmla="*/ 123 w 1023"/>
              <a:gd name="T35" fmla="*/ 473 h 700"/>
              <a:gd name="T36" fmla="*/ 68 w 1023"/>
              <a:gd name="T37" fmla="*/ 478 h 700"/>
              <a:gd name="T38" fmla="*/ 0 w 1023"/>
              <a:gd name="T39" fmla="*/ 484 h 700"/>
              <a:gd name="T40" fmla="*/ 0 w 1023"/>
              <a:gd name="T41" fmla="*/ 700 h 700"/>
              <a:gd name="T42" fmla="*/ 82 w 1023"/>
              <a:gd name="T43" fmla="*/ 694 h 700"/>
              <a:gd name="T44" fmla="*/ 82 w 1023"/>
              <a:gd name="T45" fmla="*/ 694 h 700"/>
              <a:gd name="T46" fmla="*/ 116 w 1023"/>
              <a:gd name="T47" fmla="*/ 692 h 700"/>
              <a:gd name="T48" fmla="*/ 150 w 1023"/>
              <a:gd name="T49" fmla="*/ 687 h 700"/>
              <a:gd name="T50" fmla="*/ 184 w 1023"/>
              <a:gd name="T51" fmla="*/ 682 h 700"/>
              <a:gd name="T52" fmla="*/ 216 w 1023"/>
              <a:gd name="T53" fmla="*/ 677 h 700"/>
              <a:gd name="T54" fmla="*/ 250 w 1023"/>
              <a:gd name="T55" fmla="*/ 670 h 700"/>
              <a:gd name="T56" fmla="*/ 282 w 1023"/>
              <a:gd name="T57" fmla="*/ 662 h 700"/>
              <a:gd name="T58" fmla="*/ 316 w 1023"/>
              <a:gd name="T59" fmla="*/ 654 h 700"/>
              <a:gd name="T60" fmla="*/ 348 w 1023"/>
              <a:gd name="T61" fmla="*/ 644 h 700"/>
              <a:gd name="T62" fmla="*/ 381 w 1023"/>
              <a:gd name="T63" fmla="*/ 633 h 700"/>
              <a:gd name="T64" fmla="*/ 412 w 1023"/>
              <a:gd name="T65" fmla="*/ 623 h 700"/>
              <a:gd name="T66" fmla="*/ 444 w 1023"/>
              <a:gd name="T67" fmla="*/ 611 h 700"/>
              <a:gd name="T68" fmla="*/ 475 w 1023"/>
              <a:gd name="T69" fmla="*/ 597 h 700"/>
              <a:gd name="T70" fmla="*/ 506 w 1023"/>
              <a:gd name="T71" fmla="*/ 582 h 700"/>
              <a:gd name="T72" fmla="*/ 536 w 1023"/>
              <a:gd name="T73" fmla="*/ 567 h 700"/>
              <a:gd name="T74" fmla="*/ 566 w 1023"/>
              <a:gd name="T75" fmla="*/ 551 h 700"/>
              <a:gd name="T76" fmla="*/ 595 w 1023"/>
              <a:gd name="T77" fmla="*/ 535 h 700"/>
              <a:gd name="T78" fmla="*/ 595 w 1023"/>
              <a:gd name="T79" fmla="*/ 535 h 700"/>
              <a:gd name="T80" fmla="*/ 624 w 1023"/>
              <a:gd name="T81" fmla="*/ 517 h 700"/>
              <a:gd name="T82" fmla="*/ 652 w 1023"/>
              <a:gd name="T83" fmla="*/ 500 h 700"/>
              <a:gd name="T84" fmla="*/ 679 w 1023"/>
              <a:gd name="T85" fmla="*/ 481 h 700"/>
              <a:gd name="T86" fmla="*/ 705 w 1023"/>
              <a:gd name="T87" fmla="*/ 462 h 700"/>
              <a:gd name="T88" fmla="*/ 732 w 1023"/>
              <a:gd name="T89" fmla="*/ 442 h 700"/>
              <a:gd name="T90" fmla="*/ 757 w 1023"/>
              <a:gd name="T91" fmla="*/ 422 h 700"/>
              <a:gd name="T92" fmla="*/ 782 w 1023"/>
              <a:gd name="T93" fmla="*/ 400 h 700"/>
              <a:gd name="T94" fmla="*/ 806 w 1023"/>
              <a:gd name="T95" fmla="*/ 377 h 700"/>
              <a:gd name="T96" fmla="*/ 830 w 1023"/>
              <a:gd name="T97" fmla="*/ 354 h 700"/>
              <a:gd name="T98" fmla="*/ 853 w 1023"/>
              <a:gd name="T99" fmla="*/ 331 h 700"/>
              <a:gd name="T100" fmla="*/ 876 w 1023"/>
              <a:gd name="T101" fmla="*/ 307 h 700"/>
              <a:gd name="T102" fmla="*/ 898 w 1023"/>
              <a:gd name="T103" fmla="*/ 281 h 700"/>
              <a:gd name="T104" fmla="*/ 919 w 1023"/>
              <a:gd name="T105" fmla="*/ 255 h 700"/>
              <a:gd name="T106" fmla="*/ 940 w 1023"/>
              <a:gd name="T107" fmla="*/ 230 h 700"/>
              <a:gd name="T108" fmla="*/ 959 w 1023"/>
              <a:gd name="T109" fmla="*/ 204 h 700"/>
              <a:gd name="T110" fmla="*/ 977 w 1023"/>
              <a:gd name="T111" fmla="*/ 177 h 700"/>
              <a:gd name="T112" fmla="*/ 1023 w 1023"/>
              <a:gd name="T113" fmla="*/ 108 h 700"/>
              <a:gd name="T114" fmla="*/ 837 w 1023"/>
              <a:gd name="T115" fmla="*/ 0 h 700"/>
              <a:gd name="T116" fmla="*/ 799 w 1023"/>
              <a:gd name="T117" fmla="*/ 56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23" h="700">
                <a:moveTo>
                  <a:pt x="799" y="56"/>
                </a:moveTo>
                <a:lnTo>
                  <a:pt x="799" y="56"/>
                </a:lnTo>
                <a:lnTo>
                  <a:pt x="767" y="99"/>
                </a:lnTo>
                <a:lnTo>
                  <a:pt x="733" y="142"/>
                </a:lnTo>
                <a:lnTo>
                  <a:pt x="697" y="181"/>
                </a:lnTo>
                <a:lnTo>
                  <a:pt x="659" y="219"/>
                </a:lnTo>
                <a:lnTo>
                  <a:pt x="618" y="255"/>
                </a:lnTo>
                <a:lnTo>
                  <a:pt x="576" y="289"/>
                </a:lnTo>
                <a:lnTo>
                  <a:pt x="532" y="320"/>
                </a:lnTo>
                <a:lnTo>
                  <a:pt x="486" y="349"/>
                </a:lnTo>
                <a:lnTo>
                  <a:pt x="486" y="349"/>
                </a:lnTo>
                <a:lnTo>
                  <a:pt x="437" y="376"/>
                </a:lnTo>
                <a:lnTo>
                  <a:pt x="387" y="400"/>
                </a:lnTo>
                <a:lnTo>
                  <a:pt x="336" y="420"/>
                </a:lnTo>
                <a:lnTo>
                  <a:pt x="285" y="438"/>
                </a:lnTo>
                <a:lnTo>
                  <a:pt x="231" y="453"/>
                </a:lnTo>
                <a:lnTo>
                  <a:pt x="178" y="465"/>
                </a:lnTo>
                <a:lnTo>
                  <a:pt x="123" y="473"/>
                </a:lnTo>
                <a:lnTo>
                  <a:pt x="68" y="478"/>
                </a:lnTo>
                <a:lnTo>
                  <a:pt x="0" y="484"/>
                </a:lnTo>
                <a:lnTo>
                  <a:pt x="0" y="700"/>
                </a:lnTo>
                <a:lnTo>
                  <a:pt x="82" y="694"/>
                </a:lnTo>
                <a:lnTo>
                  <a:pt x="82" y="694"/>
                </a:lnTo>
                <a:lnTo>
                  <a:pt x="116" y="692"/>
                </a:lnTo>
                <a:lnTo>
                  <a:pt x="150" y="687"/>
                </a:lnTo>
                <a:lnTo>
                  <a:pt x="184" y="682"/>
                </a:lnTo>
                <a:lnTo>
                  <a:pt x="216" y="677"/>
                </a:lnTo>
                <a:lnTo>
                  <a:pt x="250" y="670"/>
                </a:lnTo>
                <a:lnTo>
                  <a:pt x="282" y="662"/>
                </a:lnTo>
                <a:lnTo>
                  <a:pt x="316" y="654"/>
                </a:lnTo>
                <a:lnTo>
                  <a:pt x="348" y="644"/>
                </a:lnTo>
                <a:lnTo>
                  <a:pt x="381" y="633"/>
                </a:lnTo>
                <a:lnTo>
                  <a:pt x="412" y="623"/>
                </a:lnTo>
                <a:lnTo>
                  <a:pt x="444" y="611"/>
                </a:lnTo>
                <a:lnTo>
                  <a:pt x="475" y="597"/>
                </a:lnTo>
                <a:lnTo>
                  <a:pt x="506" y="582"/>
                </a:lnTo>
                <a:lnTo>
                  <a:pt x="536" y="567"/>
                </a:lnTo>
                <a:lnTo>
                  <a:pt x="566" y="551"/>
                </a:lnTo>
                <a:lnTo>
                  <a:pt x="595" y="535"/>
                </a:lnTo>
                <a:lnTo>
                  <a:pt x="595" y="535"/>
                </a:lnTo>
                <a:lnTo>
                  <a:pt x="624" y="517"/>
                </a:lnTo>
                <a:lnTo>
                  <a:pt x="652" y="500"/>
                </a:lnTo>
                <a:lnTo>
                  <a:pt x="679" y="481"/>
                </a:lnTo>
                <a:lnTo>
                  <a:pt x="705" y="462"/>
                </a:lnTo>
                <a:lnTo>
                  <a:pt x="732" y="442"/>
                </a:lnTo>
                <a:lnTo>
                  <a:pt x="757" y="422"/>
                </a:lnTo>
                <a:lnTo>
                  <a:pt x="782" y="400"/>
                </a:lnTo>
                <a:lnTo>
                  <a:pt x="806" y="377"/>
                </a:lnTo>
                <a:lnTo>
                  <a:pt x="830" y="354"/>
                </a:lnTo>
                <a:lnTo>
                  <a:pt x="853" y="331"/>
                </a:lnTo>
                <a:lnTo>
                  <a:pt x="876" y="307"/>
                </a:lnTo>
                <a:lnTo>
                  <a:pt x="898" y="281"/>
                </a:lnTo>
                <a:lnTo>
                  <a:pt x="919" y="255"/>
                </a:lnTo>
                <a:lnTo>
                  <a:pt x="940" y="230"/>
                </a:lnTo>
                <a:lnTo>
                  <a:pt x="959" y="204"/>
                </a:lnTo>
                <a:lnTo>
                  <a:pt x="977" y="177"/>
                </a:lnTo>
                <a:lnTo>
                  <a:pt x="1023" y="108"/>
                </a:lnTo>
                <a:lnTo>
                  <a:pt x="837" y="0"/>
                </a:lnTo>
                <a:lnTo>
                  <a:pt x="799" y="56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1330"/>
          <p:cNvSpPr>
            <a:spLocks/>
          </p:cNvSpPr>
          <p:nvPr/>
        </p:nvSpPr>
        <p:spPr bwMode="auto">
          <a:xfrm>
            <a:off x="1119673" y="3433707"/>
            <a:ext cx="432317" cy="1489798"/>
          </a:xfrm>
          <a:custGeom>
            <a:avLst/>
            <a:gdLst>
              <a:gd name="T0" fmla="*/ 313 w 343"/>
              <a:gd name="T1" fmla="*/ 1014 h 1182"/>
              <a:gd name="T2" fmla="*/ 313 w 343"/>
              <a:gd name="T3" fmla="*/ 1014 h 1182"/>
              <a:gd name="T4" fmla="*/ 292 w 343"/>
              <a:gd name="T5" fmla="*/ 964 h 1182"/>
              <a:gd name="T6" fmla="*/ 271 w 343"/>
              <a:gd name="T7" fmla="*/ 912 h 1182"/>
              <a:gd name="T8" fmla="*/ 255 w 343"/>
              <a:gd name="T9" fmla="*/ 861 h 1182"/>
              <a:gd name="T10" fmla="*/ 242 w 343"/>
              <a:gd name="T11" fmla="*/ 807 h 1182"/>
              <a:gd name="T12" fmla="*/ 231 w 343"/>
              <a:gd name="T13" fmla="*/ 754 h 1182"/>
              <a:gd name="T14" fmla="*/ 223 w 343"/>
              <a:gd name="T15" fmla="*/ 700 h 1182"/>
              <a:gd name="T16" fmla="*/ 217 w 343"/>
              <a:gd name="T17" fmla="*/ 645 h 1182"/>
              <a:gd name="T18" fmla="*/ 216 w 343"/>
              <a:gd name="T19" fmla="*/ 591 h 1182"/>
              <a:gd name="T20" fmla="*/ 216 w 343"/>
              <a:gd name="T21" fmla="*/ 591 h 1182"/>
              <a:gd name="T22" fmla="*/ 217 w 343"/>
              <a:gd name="T23" fmla="*/ 536 h 1182"/>
              <a:gd name="T24" fmla="*/ 223 w 343"/>
              <a:gd name="T25" fmla="*/ 480 h 1182"/>
              <a:gd name="T26" fmla="*/ 230 w 343"/>
              <a:gd name="T27" fmla="*/ 426 h 1182"/>
              <a:gd name="T28" fmla="*/ 240 w 343"/>
              <a:gd name="T29" fmla="*/ 374 h 1182"/>
              <a:gd name="T30" fmla="*/ 254 w 343"/>
              <a:gd name="T31" fmla="*/ 321 h 1182"/>
              <a:gd name="T32" fmla="*/ 271 w 343"/>
              <a:gd name="T33" fmla="*/ 270 h 1182"/>
              <a:gd name="T34" fmla="*/ 290 w 343"/>
              <a:gd name="T35" fmla="*/ 218 h 1182"/>
              <a:gd name="T36" fmla="*/ 313 w 343"/>
              <a:gd name="T37" fmla="*/ 168 h 1182"/>
              <a:gd name="T38" fmla="*/ 343 w 343"/>
              <a:gd name="T39" fmla="*/ 108 h 1182"/>
              <a:gd name="T40" fmla="*/ 155 w 343"/>
              <a:gd name="T41" fmla="*/ 0 h 1182"/>
              <a:gd name="T42" fmla="*/ 119 w 343"/>
              <a:gd name="T43" fmla="*/ 74 h 1182"/>
              <a:gd name="T44" fmla="*/ 119 w 343"/>
              <a:gd name="T45" fmla="*/ 74 h 1182"/>
              <a:gd name="T46" fmla="*/ 105 w 343"/>
              <a:gd name="T47" fmla="*/ 104 h 1182"/>
              <a:gd name="T48" fmla="*/ 92 w 343"/>
              <a:gd name="T49" fmla="*/ 135 h 1182"/>
              <a:gd name="T50" fmla="*/ 78 w 343"/>
              <a:gd name="T51" fmla="*/ 166 h 1182"/>
              <a:gd name="T52" fmla="*/ 68 w 343"/>
              <a:gd name="T53" fmla="*/ 197 h 1182"/>
              <a:gd name="T54" fmla="*/ 57 w 343"/>
              <a:gd name="T55" fmla="*/ 229 h 1182"/>
              <a:gd name="T56" fmla="*/ 47 w 343"/>
              <a:gd name="T57" fmla="*/ 260 h 1182"/>
              <a:gd name="T58" fmla="*/ 38 w 343"/>
              <a:gd name="T59" fmla="*/ 293 h 1182"/>
              <a:gd name="T60" fmla="*/ 30 w 343"/>
              <a:gd name="T61" fmla="*/ 325 h 1182"/>
              <a:gd name="T62" fmla="*/ 23 w 343"/>
              <a:gd name="T63" fmla="*/ 357 h 1182"/>
              <a:gd name="T64" fmla="*/ 18 w 343"/>
              <a:gd name="T65" fmla="*/ 390 h 1182"/>
              <a:gd name="T66" fmla="*/ 12 w 343"/>
              <a:gd name="T67" fmla="*/ 424 h 1182"/>
              <a:gd name="T68" fmla="*/ 8 w 343"/>
              <a:gd name="T69" fmla="*/ 456 h 1182"/>
              <a:gd name="T70" fmla="*/ 4 w 343"/>
              <a:gd name="T71" fmla="*/ 490 h 1182"/>
              <a:gd name="T72" fmla="*/ 3 w 343"/>
              <a:gd name="T73" fmla="*/ 524 h 1182"/>
              <a:gd name="T74" fmla="*/ 0 w 343"/>
              <a:gd name="T75" fmla="*/ 557 h 1182"/>
              <a:gd name="T76" fmla="*/ 0 w 343"/>
              <a:gd name="T77" fmla="*/ 591 h 1182"/>
              <a:gd name="T78" fmla="*/ 0 w 343"/>
              <a:gd name="T79" fmla="*/ 591 h 1182"/>
              <a:gd name="T80" fmla="*/ 1 w 343"/>
              <a:gd name="T81" fmla="*/ 625 h 1182"/>
              <a:gd name="T82" fmla="*/ 3 w 343"/>
              <a:gd name="T83" fmla="*/ 657 h 1182"/>
              <a:gd name="T84" fmla="*/ 4 w 343"/>
              <a:gd name="T85" fmla="*/ 691 h 1182"/>
              <a:gd name="T86" fmla="*/ 8 w 343"/>
              <a:gd name="T87" fmla="*/ 725 h 1182"/>
              <a:gd name="T88" fmla="*/ 12 w 343"/>
              <a:gd name="T89" fmla="*/ 757 h 1182"/>
              <a:gd name="T90" fmla="*/ 18 w 343"/>
              <a:gd name="T91" fmla="*/ 791 h 1182"/>
              <a:gd name="T92" fmla="*/ 23 w 343"/>
              <a:gd name="T93" fmla="*/ 823 h 1182"/>
              <a:gd name="T94" fmla="*/ 31 w 343"/>
              <a:gd name="T95" fmla="*/ 856 h 1182"/>
              <a:gd name="T96" fmla="*/ 39 w 343"/>
              <a:gd name="T97" fmla="*/ 889 h 1182"/>
              <a:gd name="T98" fmla="*/ 47 w 343"/>
              <a:gd name="T99" fmla="*/ 920 h 1182"/>
              <a:gd name="T100" fmla="*/ 57 w 343"/>
              <a:gd name="T101" fmla="*/ 953 h 1182"/>
              <a:gd name="T102" fmla="*/ 68 w 343"/>
              <a:gd name="T103" fmla="*/ 985 h 1182"/>
              <a:gd name="T104" fmla="*/ 80 w 343"/>
              <a:gd name="T105" fmla="*/ 1016 h 1182"/>
              <a:gd name="T106" fmla="*/ 92 w 343"/>
              <a:gd name="T107" fmla="*/ 1047 h 1182"/>
              <a:gd name="T108" fmla="*/ 105 w 343"/>
              <a:gd name="T109" fmla="*/ 1078 h 1182"/>
              <a:gd name="T110" fmla="*/ 120 w 343"/>
              <a:gd name="T111" fmla="*/ 1108 h 1182"/>
              <a:gd name="T112" fmla="*/ 155 w 343"/>
              <a:gd name="T113" fmla="*/ 1182 h 1182"/>
              <a:gd name="T114" fmla="*/ 343 w 343"/>
              <a:gd name="T115" fmla="*/ 1074 h 1182"/>
              <a:gd name="T116" fmla="*/ 313 w 343"/>
              <a:gd name="T117" fmla="*/ 101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3" h="1182">
                <a:moveTo>
                  <a:pt x="313" y="1014"/>
                </a:moveTo>
                <a:lnTo>
                  <a:pt x="313" y="1014"/>
                </a:lnTo>
                <a:lnTo>
                  <a:pt x="292" y="964"/>
                </a:lnTo>
                <a:lnTo>
                  <a:pt x="271" y="912"/>
                </a:lnTo>
                <a:lnTo>
                  <a:pt x="255" y="861"/>
                </a:lnTo>
                <a:lnTo>
                  <a:pt x="242" y="807"/>
                </a:lnTo>
                <a:lnTo>
                  <a:pt x="231" y="754"/>
                </a:lnTo>
                <a:lnTo>
                  <a:pt x="223" y="700"/>
                </a:lnTo>
                <a:lnTo>
                  <a:pt x="217" y="645"/>
                </a:lnTo>
                <a:lnTo>
                  <a:pt x="216" y="591"/>
                </a:lnTo>
                <a:lnTo>
                  <a:pt x="216" y="591"/>
                </a:lnTo>
                <a:lnTo>
                  <a:pt x="217" y="536"/>
                </a:lnTo>
                <a:lnTo>
                  <a:pt x="223" y="480"/>
                </a:lnTo>
                <a:lnTo>
                  <a:pt x="230" y="426"/>
                </a:lnTo>
                <a:lnTo>
                  <a:pt x="240" y="374"/>
                </a:lnTo>
                <a:lnTo>
                  <a:pt x="254" y="321"/>
                </a:lnTo>
                <a:lnTo>
                  <a:pt x="271" y="270"/>
                </a:lnTo>
                <a:lnTo>
                  <a:pt x="290" y="218"/>
                </a:lnTo>
                <a:lnTo>
                  <a:pt x="313" y="168"/>
                </a:lnTo>
                <a:lnTo>
                  <a:pt x="343" y="108"/>
                </a:lnTo>
                <a:lnTo>
                  <a:pt x="155" y="0"/>
                </a:lnTo>
                <a:lnTo>
                  <a:pt x="119" y="74"/>
                </a:lnTo>
                <a:lnTo>
                  <a:pt x="119" y="74"/>
                </a:lnTo>
                <a:lnTo>
                  <a:pt x="105" y="104"/>
                </a:lnTo>
                <a:lnTo>
                  <a:pt x="92" y="135"/>
                </a:lnTo>
                <a:lnTo>
                  <a:pt x="78" y="166"/>
                </a:lnTo>
                <a:lnTo>
                  <a:pt x="68" y="197"/>
                </a:lnTo>
                <a:lnTo>
                  <a:pt x="57" y="229"/>
                </a:lnTo>
                <a:lnTo>
                  <a:pt x="47" y="260"/>
                </a:lnTo>
                <a:lnTo>
                  <a:pt x="38" y="293"/>
                </a:lnTo>
                <a:lnTo>
                  <a:pt x="30" y="325"/>
                </a:lnTo>
                <a:lnTo>
                  <a:pt x="23" y="357"/>
                </a:lnTo>
                <a:lnTo>
                  <a:pt x="18" y="390"/>
                </a:lnTo>
                <a:lnTo>
                  <a:pt x="12" y="424"/>
                </a:lnTo>
                <a:lnTo>
                  <a:pt x="8" y="456"/>
                </a:lnTo>
                <a:lnTo>
                  <a:pt x="4" y="490"/>
                </a:lnTo>
                <a:lnTo>
                  <a:pt x="3" y="524"/>
                </a:lnTo>
                <a:lnTo>
                  <a:pt x="0" y="557"/>
                </a:lnTo>
                <a:lnTo>
                  <a:pt x="0" y="591"/>
                </a:lnTo>
                <a:lnTo>
                  <a:pt x="0" y="591"/>
                </a:lnTo>
                <a:lnTo>
                  <a:pt x="1" y="625"/>
                </a:lnTo>
                <a:lnTo>
                  <a:pt x="3" y="657"/>
                </a:lnTo>
                <a:lnTo>
                  <a:pt x="4" y="691"/>
                </a:lnTo>
                <a:lnTo>
                  <a:pt x="8" y="725"/>
                </a:lnTo>
                <a:lnTo>
                  <a:pt x="12" y="757"/>
                </a:lnTo>
                <a:lnTo>
                  <a:pt x="18" y="791"/>
                </a:lnTo>
                <a:lnTo>
                  <a:pt x="23" y="823"/>
                </a:lnTo>
                <a:lnTo>
                  <a:pt x="31" y="856"/>
                </a:lnTo>
                <a:lnTo>
                  <a:pt x="39" y="889"/>
                </a:lnTo>
                <a:lnTo>
                  <a:pt x="47" y="920"/>
                </a:lnTo>
                <a:lnTo>
                  <a:pt x="57" y="953"/>
                </a:lnTo>
                <a:lnTo>
                  <a:pt x="68" y="985"/>
                </a:lnTo>
                <a:lnTo>
                  <a:pt x="80" y="1016"/>
                </a:lnTo>
                <a:lnTo>
                  <a:pt x="92" y="1047"/>
                </a:lnTo>
                <a:lnTo>
                  <a:pt x="105" y="1078"/>
                </a:lnTo>
                <a:lnTo>
                  <a:pt x="120" y="1108"/>
                </a:lnTo>
                <a:lnTo>
                  <a:pt x="155" y="1182"/>
                </a:lnTo>
                <a:lnTo>
                  <a:pt x="343" y="1074"/>
                </a:lnTo>
                <a:lnTo>
                  <a:pt x="313" y="1014"/>
                </a:lnTo>
                <a:close/>
              </a:path>
            </a:pathLst>
          </a:custGeom>
          <a:solidFill>
            <a:srgbClr val="D92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1331"/>
          <p:cNvSpPr>
            <a:spLocks/>
          </p:cNvSpPr>
          <p:nvPr/>
        </p:nvSpPr>
        <p:spPr bwMode="auto">
          <a:xfrm>
            <a:off x="2606945" y="2687548"/>
            <a:ext cx="1291910" cy="882283"/>
          </a:xfrm>
          <a:custGeom>
            <a:avLst/>
            <a:gdLst>
              <a:gd name="T0" fmla="*/ 977 w 1025"/>
              <a:gd name="T1" fmla="*/ 523 h 700"/>
              <a:gd name="T2" fmla="*/ 977 w 1025"/>
              <a:gd name="T3" fmla="*/ 523 h 700"/>
              <a:gd name="T4" fmla="*/ 959 w 1025"/>
              <a:gd name="T5" fmla="*/ 496 h 700"/>
              <a:gd name="T6" fmla="*/ 940 w 1025"/>
              <a:gd name="T7" fmla="*/ 469 h 700"/>
              <a:gd name="T8" fmla="*/ 918 w 1025"/>
              <a:gd name="T9" fmla="*/ 443 h 700"/>
              <a:gd name="T10" fmla="*/ 896 w 1025"/>
              <a:gd name="T11" fmla="*/ 418 h 700"/>
              <a:gd name="T12" fmla="*/ 875 w 1025"/>
              <a:gd name="T13" fmla="*/ 392 h 700"/>
              <a:gd name="T14" fmla="*/ 852 w 1025"/>
              <a:gd name="T15" fmla="*/ 368 h 700"/>
              <a:gd name="T16" fmla="*/ 829 w 1025"/>
              <a:gd name="T17" fmla="*/ 343 h 700"/>
              <a:gd name="T18" fmla="*/ 805 w 1025"/>
              <a:gd name="T19" fmla="*/ 320 h 700"/>
              <a:gd name="T20" fmla="*/ 779 w 1025"/>
              <a:gd name="T21" fmla="*/ 299 h 700"/>
              <a:gd name="T22" fmla="*/ 755 w 1025"/>
              <a:gd name="T23" fmla="*/ 277 h 700"/>
              <a:gd name="T24" fmla="*/ 728 w 1025"/>
              <a:gd name="T25" fmla="*/ 256 h 700"/>
              <a:gd name="T26" fmla="*/ 702 w 1025"/>
              <a:gd name="T27" fmla="*/ 235 h 700"/>
              <a:gd name="T28" fmla="*/ 674 w 1025"/>
              <a:gd name="T29" fmla="*/ 215 h 700"/>
              <a:gd name="T30" fmla="*/ 647 w 1025"/>
              <a:gd name="T31" fmla="*/ 198 h 700"/>
              <a:gd name="T32" fmla="*/ 618 w 1025"/>
              <a:gd name="T33" fmla="*/ 179 h 700"/>
              <a:gd name="T34" fmla="*/ 590 w 1025"/>
              <a:gd name="T35" fmla="*/ 162 h 700"/>
              <a:gd name="T36" fmla="*/ 590 w 1025"/>
              <a:gd name="T37" fmla="*/ 162 h 700"/>
              <a:gd name="T38" fmla="*/ 560 w 1025"/>
              <a:gd name="T39" fmla="*/ 145 h 700"/>
              <a:gd name="T40" fmla="*/ 531 w 1025"/>
              <a:gd name="T41" fmla="*/ 130 h 700"/>
              <a:gd name="T42" fmla="*/ 501 w 1025"/>
              <a:gd name="T43" fmla="*/ 115 h 700"/>
              <a:gd name="T44" fmla="*/ 470 w 1025"/>
              <a:gd name="T45" fmla="*/ 102 h 700"/>
              <a:gd name="T46" fmla="*/ 439 w 1025"/>
              <a:gd name="T47" fmla="*/ 88 h 700"/>
              <a:gd name="T48" fmla="*/ 408 w 1025"/>
              <a:gd name="T49" fmla="*/ 76 h 700"/>
              <a:gd name="T50" fmla="*/ 377 w 1025"/>
              <a:gd name="T51" fmla="*/ 65 h 700"/>
              <a:gd name="T52" fmla="*/ 344 w 1025"/>
              <a:gd name="T53" fmla="*/ 56 h 700"/>
              <a:gd name="T54" fmla="*/ 312 w 1025"/>
              <a:gd name="T55" fmla="*/ 46 h 700"/>
              <a:gd name="T56" fmla="*/ 279 w 1025"/>
              <a:gd name="T57" fmla="*/ 37 h 700"/>
              <a:gd name="T58" fmla="*/ 247 w 1025"/>
              <a:gd name="T59" fmla="*/ 30 h 700"/>
              <a:gd name="T60" fmla="*/ 215 w 1025"/>
              <a:gd name="T61" fmla="*/ 23 h 700"/>
              <a:gd name="T62" fmla="*/ 182 w 1025"/>
              <a:gd name="T63" fmla="*/ 18 h 700"/>
              <a:gd name="T64" fmla="*/ 149 w 1025"/>
              <a:gd name="T65" fmla="*/ 13 h 700"/>
              <a:gd name="T66" fmla="*/ 116 w 1025"/>
              <a:gd name="T67" fmla="*/ 9 h 700"/>
              <a:gd name="T68" fmla="*/ 82 w 1025"/>
              <a:gd name="T69" fmla="*/ 6 h 700"/>
              <a:gd name="T70" fmla="*/ 0 w 1025"/>
              <a:gd name="T71" fmla="*/ 0 h 700"/>
              <a:gd name="T72" fmla="*/ 0 w 1025"/>
              <a:gd name="T73" fmla="*/ 216 h 700"/>
              <a:gd name="T74" fmla="*/ 68 w 1025"/>
              <a:gd name="T75" fmla="*/ 222 h 700"/>
              <a:gd name="T76" fmla="*/ 68 w 1025"/>
              <a:gd name="T77" fmla="*/ 222 h 700"/>
              <a:gd name="T78" fmla="*/ 122 w 1025"/>
              <a:gd name="T79" fmla="*/ 227 h 700"/>
              <a:gd name="T80" fmla="*/ 176 w 1025"/>
              <a:gd name="T81" fmla="*/ 235 h 700"/>
              <a:gd name="T82" fmla="*/ 230 w 1025"/>
              <a:gd name="T83" fmla="*/ 247 h 700"/>
              <a:gd name="T84" fmla="*/ 282 w 1025"/>
              <a:gd name="T85" fmla="*/ 262 h 700"/>
              <a:gd name="T86" fmla="*/ 333 w 1025"/>
              <a:gd name="T87" fmla="*/ 280 h 700"/>
              <a:gd name="T88" fmla="*/ 385 w 1025"/>
              <a:gd name="T89" fmla="*/ 300 h 700"/>
              <a:gd name="T90" fmla="*/ 433 w 1025"/>
              <a:gd name="T91" fmla="*/ 323 h 700"/>
              <a:gd name="T92" fmla="*/ 481 w 1025"/>
              <a:gd name="T93" fmla="*/ 349 h 700"/>
              <a:gd name="T94" fmla="*/ 528 w 1025"/>
              <a:gd name="T95" fmla="*/ 378 h 700"/>
              <a:gd name="T96" fmla="*/ 572 w 1025"/>
              <a:gd name="T97" fmla="*/ 409 h 700"/>
              <a:gd name="T98" fmla="*/ 616 w 1025"/>
              <a:gd name="T99" fmla="*/ 442 h 700"/>
              <a:gd name="T100" fmla="*/ 656 w 1025"/>
              <a:gd name="T101" fmla="*/ 478 h 700"/>
              <a:gd name="T102" fmla="*/ 695 w 1025"/>
              <a:gd name="T103" fmla="*/ 516 h 700"/>
              <a:gd name="T104" fmla="*/ 732 w 1025"/>
              <a:gd name="T105" fmla="*/ 557 h 700"/>
              <a:gd name="T106" fmla="*/ 767 w 1025"/>
              <a:gd name="T107" fmla="*/ 600 h 700"/>
              <a:gd name="T108" fmla="*/ 799 w 1025"/>
              <a:gd name="T109" fmla="*/ 644 h 700"/>
              <a:gd name="T110" fmla="*/ 837 w 1025"/>
              <a:gd name="T111" fmla="*/ 700 h 700"/>
              <a:gd name="T112" fmla="*/ 1025 w 1025"/>
              <a:gd name="T113" fmla="*/ 592 h 700"/>
              <a:gd name="T114" fmla="*/ 977 w 1025"/>
              <a:gd name="T115" fmla="*/ 523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025" h="700">
                <a:moveTo>
                  <a:pt x="977" y="523"/>
                </a:moveTo>
                <a:lnTo>
                  <a:pt x="977" y="523"/>
                </a:lnTo>
                <a:lnTo>
                  <a:pt x="959" y="496"/>
                </a:lnTo>
                <a:lnTo>
                  <a:pt x="940" y="469"/>
                </a:lnTo>
                <a:lnTo>
                  <a:pt x="918" y="443"/>
                </a:lnTo>
                <a:lnTo>
                  <a:pt x="896" y="418"/>
                </a:lnTo>
                <a:lnTo>
                  <a:pt x="875" y="392"/>
                </a:lnTo>
                <a:lnTo>
                  <a:pt x="852" y="368"/>
                </a:lnTo>
                <a:lnTo>
                  <a:pt x="829" y="343"/>
                </a:lnTo>
                <a:lnTo>
                  <a:pt x="805" y="320"/>
                </a:lnTo>
                <a:lnTo>
                  <a:pt x="779" y="299"/>
                </a:lnTo>
                <a:lnTo>
                  <a:pt x="755" y="277"/>
                </a:lnTo>
                <a:lnTo>
                  <a:pt x="728" y="256"/>
                </a:lnTo>
                <a:lnTo>
                  <a:pt x="702" y="235"/>
                </a:lnTo>
                <a:lnTo>
                  <a:pt x="674" y="215"/>
                </a:lnTo>
                <a:lnTo>
                  <a:pt x="647" y="198"/>
                </a:lnTo>
                <a:lnTo>
                  <a:pt x="618" y="179"/>
                </a:lnTo>
                <a:lnTo>
                  <a:pt x="590" y="162"/>
                </a:lnTo>
                <a:lnTo>
                  <a:pt x="590" y="162"/>
                </a:lnTo>
                <a:lnTo>
                  <a:pt x="560" y="145"/>
                </a:lnTo>
                <a:lnTo>
                  <a:pt x="531" y="130"/>
                </a:lnTo>
                <a:lnTo>
                  <a:pt x="501" y="115"/>
                </a:lnTo>
                <a:lnTo>
                  <a:pt x="470" y="102"/>
                </a:lnTo>
                <a:lnTo>
                  <a:pt x="439" y="88"/>
                </a:lnTo>
                <a:lnTo>
                  <a:pt x="408" y="76"/>
                </a:lnTo>
                <a:lnTo>
                  <a:pt x="377" y="65"/>
                </a:lnTo>
                <a:lnTo>
                  <a:pt x="344" y="56"/>
                </a:lnTo>
                <a:lnTo>
                  <a:pt x="312" y="46"/>
                </a:lnTo>
                <a:lnTo>
                  <a:pt x="279" y="37"/>
                </a:lnTo>
                <a:lnTo>
                  <a:pt x="247" y="30"/>
                </a:lnTo>
                <a:lnTo>
                  <a:pt x="215" y="23"/>
                </a:lnTo>
                <a:lnTo>
                  <a:pt x="182" y="18"/>
                </a:lnTo>
                <a:lnTo>
                  <a:pt x="149" y="13"/>
                </a:lnTo>
                <a:lnTo>
                  <a:pt x="116" y="9"/>
                </a:lnTo>
                <a:lnTo>
                  <a:pt x="82" y="6"/>
                </a:lnTo>
                <a:lnTo>
                  <a:pt x="0" y="0"/>
                </a:lnTo>
                <a:lnTo>
                  <a:pt x="0" y="216"/>
                </a:lnTo>
                <a:lnTo>
                  <a:pt x="68" y="222"/>
                </a:lnTo>
                <a:lnTo>
                  <a:pt x="68" y="222"/>
                </a:lnTo>
                <a:lnTo>
                  <a:pt x="122" y="227"/>
                </a:lnTo>
                <a:lnTo>
                  <a:pt x="176" y="235"/>
                </a:lnTo>
                <a:lnTo>
                  <a:pt x="230" y="247"/>
                </a:lnTo>
                <a:lnTo>
                  <a:pt x="282" y="262"/>
                </a:lnTo>
                <a:lnTo>
                  <a:pt x="333" y="280"/>
                </a:lnTo>
                <a:lnTo>
                  <a:pt x="385" y="300"/>
                </a:lnTo>
                <a:lnTo>
                  <a:pt x="433" y="323"/>
                </a:lnTo>
                <a:lnTo>
                  <a:pt x="481" y="349"/>
                </a:lnTo>
                <a:lnTo>
                  <a:pt x="528" y="378"/>
                </a:lnTo>
                <a:lnTo>
                  <a:pt x="572" y="409"/>
                </a:lnTo>
                <a:lnTo>
                  <a:pt x="616" y="442"/>
                </a:lnTo>
                <a:lnTo>
                  <a:pt x="656" y="478"/>
                </a:lnTo>
                <a:lnTo>
                  <a:pt x="695" y="516"/>
                </a:lnTo>
                <a:lnTo>
                  <a:pt x="732" y="557"/>
                </a:lnTo>
                <a:lnTo>
                  <a:pt x="767" y="600"/>
                </a:lnTo>
                <a:lnTo>
                  <a:pt x="799" y="644"/>
                </a:lnTo>
                <a:lnTo>
                  <a:pt x="837" y="700"/>
                </a:lnTo>
                <a:lnTo>
                  <a:pt x="1025" y="592"/>
                </a:lnTo>
                <a:lnTo>
                  <a:pt x="977" y="523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1332"/>
          <p:cNvSpPr>
            <a:spLocks/>
          </p:cNvSpPr>
          <p:nvPr/>
        </p:nvSpPr>
        <p:spPr bwMode="auto">
          <a:xfrm>
            <a:off x="3069512" y="3313969"/>
            <a:ext cx="1303254" cy="641546"/>
          </a:xfrm>
          <a:custGeom>
            <a:avLst/>
            <a:gdLst>
              <a:gd name="T0" fmla="*/ 1034 w 1034"/>
              <a:gd name="T1" fmla="*/ 6 h 509"/>
              <a:gd name="T2" fmla="*/ 1032 w 1034"/>
              <a:gd name="T3" fmla="*/ 0 h 509"/>
              <a:gd name="T4" fmla="*/ 0 w 1034"/>
              <a:gd name="T5" fmla="*/ 504 h 509"/>
              <a:gd name="T6" fmla="*/ 0 w 1034"/>
              <a:gd name="T7" fmla="*/ 504 h 509"/>
              <a:gd name="T8" fmla="*/ 3 w 1034"/>
              <a:gd name="T9" fmla="*/ 509 h 509"/>
              <a:gd name="T10" fmla="*/ 1034 w 1034"/>
              <a:gd name="T11" fmla="*/ 6 h 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34" h="509">
                <a:moveTo>
                  <a:pt x="1034" y="6"/>
                </a:moveTo>
                <a:lnTo>
                  <a:pt x="1032" y="0"/>
                </a:lnTo>
                <a:lnTo>
                  <a:pt x="0" y="504"/>
                </a:lnTo>
                <a:lnTo>
                  <a:pt x="0" y="504"/>
                </a:lnTo>
                <a:lnTo>
                  <a:pt x="3" y="509"/>
                </a:lnTo>
                <a:lnTo>
                  <a:pt x="1034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Freeform 1333"/>
          <p:cNvSpPr>
            <a:spLocks/>
          </p:cNvSpPr>
          <p:nvPr/>
        </p:nvSpPr>
        <p:spPr bwMode="auto">
          <a:xfrm>
            <a:off x="3069512" y="3313969"/>
            <a:ext cx="1303254" cy="641546"/>
          </a:xfrm>
          <a:custGeom>
            <a:avLst/>
            <a:gdLst>
              <a:gd name="T0" fmla="*/ 1034 w 1034"/>
              <a:gd name="T1" fmla="*/ 6 h 509"/>
              <a:gd name="T2" fmla="*/ 1032 w 1034"/>
              <a:gd name="T3" fmla="*/ 0 h 509"/>
              <a:gd name="T4" fmla="*/ 0 w 1034"/>
              <a:gd name="T5" fmla="*/ 504 h 509"/>
              <a:gd name="T6" fmla="*/ 0 w 1034"/>
              <a:gd name="T7" fmla="*/ 504 h 509"/>
              <a:gd name="T8" fmla="*/ 3 w 1034"/>
              <a:gd name="T9" fmla="*/ 509 h 509"/>
              <a:gd name="T10" fmla="*/ 1034 w 1034"/>
              <a:gd name="T11" fmla="*/ 6 h 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34" h="509">
                <a:moveTo>
                  <a:pt x="1034" y="6"/>
                </a:moveTo>
                <a:lnTo>
                  <a:pt x="1032" y="0"/>
                </a:lnTo>
                <a:lnTo>
                  <a:pt x="0" y="504"/>
                </a:lnTo>
                <a:lnTo>
                  <a:pt x="0" y="504"/>
                </a:lnTo>
                <a:lnTo>
                  <a:pt x="3" y="509"/>
                </a:lnTo>
                <a:lnTo>
                  <a:pt x="1034" y="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1334"/>
          <p:cNvSpPr>
            <a:spLocks/>
          </p:cNvSpPr>
          <p:nvPr/>
        </p:nvSpPr>
        <p:spPr bwMode="auto">
          <a:xfrm>
            <a:off x="2467041" y="2219938"/>
            <a:ext cx="107134" cy="1444424"/>
          </a:xfrm>
          <a:custGeom>
            <a:avLst/>
            <a:gdLst>
              <a:gd name="T0" fmla="*/ 6 w 85"/>
              <a:gd name="T1" fmla="*/ 0 h 1146"/>
              <a:gd name="T2" fmla="*/ 0 w 85"/>
              <a:gd name="T3" fmla="*/ 0 h 1146"/>
              <a:gd name="T4" fmla="*/ 80 w 85"/>
              <a:gd name="T5" fmla="*/ 1146 h 1146"/>
              <a:gd name="T6" fmla="*/ 80 w 85"/>
              <a:gd name="T7" fmla="*/ 1146 h 1146"/>
              <a:gd name="T8" fmla="*/ 85 w 85"/>
              <a:gd name="T9" fmla="*/ 1145 h 1146"/>
              <a:gd name="T10" fmla="*/ 6 w 85"/>
              <a:gd name="T11" fmla="*/ 0 h 1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" h="1146">
                <a:moveTo>
                  <a:pt x="6" y="0"/>
                </a:moveTo>
                <a:lnTo>
                  <a:pt x="0" y="0"/>
                </a:lnTo>
                <a:lnTo>
                  <a:pt x="80" y="1146"/>
                </a:lnTo>
                <a:lnTo>
                  <a:pt x="80" y="1146"/>
                </a:lnTo>
                <a:lnTo>
                  <a:pt x="85" y="1145"/>
                </a:lnTo>
                <a:lnTo>
                  <a:pt x="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Freeform 1335"/>
          <p:cNvSpPr>
            <a:spLocks/>
          </p:cNvSpPr>
          <p:nvPr/>
        </p:nvSpPr>
        <p:spPr bwMode="auto">
          <a:xfrm>
            <a:off x="2467041" y="2219938"/>
            <a:ext cx="107134" cy="1444424"/>
          </a:xfrm>
          <a:custGeom>
            <a:avLst/>
            <a:gdLst>
              <a:gd name="T0" fmla="*/ 6 w 85"/>
              <a:gd name="T1" fmla="*/ 0 h 1146"/>
              <a:gd name="T2" fmla="*/ 0 w 85"/>
              <a:gd name="T3" fmla="*/ 0 h 1146"/>
              <a:gd name="T4" fmla="*/ 80 w 85"/>
              <a:gd name="T5" fmla="*/ 1146 h 1146"/>
              <a:gd name="T6" fmla="*/ 80 w 85"/>
              <a:gd name="T7" fmla="*/ 1146 h 1146"/>
              <a:gd name="T8" fmla="*/ 85 w 85"/>
              <a:gd name="T9" fmla="*/ 1145 h 1146"/>
              <a:gd name="T10" fmla="*/ 6 w 85"/>
              <a:gd name="T11" fmla="*/ 0 h 1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" h="1146">
                <a:moveTo>
                  <a:pt x="6" y="0"/>
                </a:moveTo>
                <a:lnTo>
                  <a:pt x="0" y="0"/>
                </a:lnTo>
                <a:lnTo>
                  <a:pt x="80" y="1146"/>
                </a:lnTo>
                <a:lnTo>
                  <a:pt x="80" y="1146"/>
                </a:lnTo>
                <a:lnTo>
                  <a:pt x="85" y="1145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1336"/>
          <p:cNvSpPr>
            <a:spLocks/>
          </p:cNvSpPr>
          <p:nvPr/>
        </p:nvSpPr>
        <p:spPr bwMode="auto">
          <a:xfrm>
            <a:off x="2467041" y="4692851"/>
            <a:ext cx="107134" cy="1444424"/>
          </a:xfrm>
          <a:custGeom>
            <a:avLst/>
            <a:gdLst>
              <a:gd name="T0" fmla="*/ 0 w 85"/>
              <a:gd name="T1" fmla="*/ 1146 h 1146"/>
              <a:gd name="T2" fmla="*/ 6 w 85"/>
              <a:gd name="T3" fmla="*/ 1146 h 1146"/>
              <a:gd name="T4" fmla="*/ 85 w 85"/>
              <a:gd name="T5" fmla="*/ 1 h 1146"/>
              <a:gd name="T6" fmla="*/ 85 w 85"/>
              <a:gd name="T7" fmla="*/ 1 h 1146"/>
              <a:gd name="T8" fmla="*/ 80 w 85"/>
              <a:gd name="T9" fmla="*/ 0 h 1146"/>
              <a:gd name="T10" fmla="*/ 0 w 85"/>
              <a:gd name="T11" fmla="*/ 1146 h 1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" h="1146">
                <a:moveTo>
                  <a:pt x="0" y="1146"/>
                </a:moveTo>
                <a:lnTo>
                  <a:pt x="6" y="1146"/>
                </a:lnTo>
                <a:lnTo>
                  <a:pt x="85" y="1"/>
                </a:lnTo>
                <a:lnTo>
                  <a:pt x="85" y="1"/>
                </a:lnTo>
                <a:lnTo>
                  <a:pt x="80" y="0"/>
                </a:lnTo>
                <a:lnTo>
                  <a:pt x="0" y="114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1337"/>
          <p:cNvSpPr>
            <a:spLocks/>
          </p:cNvSpPr>
          <p:nvPr/>
        </p:nvSpPr>
        <p:spPr bwMode="auto">
          <a:xfrm>
            <a:off x="2467041" y="4692851"/>
            <a:ext cx="107134" cy="1444424"/>
          </a:xfrm>
          <a:custGeom>
            <a:avLst/>
            <a:gdLst>
              <a:gd name="T0" fmla="*/ 0 w 85"/>
              <a:gd name="T1" fmla="*/ 1146 h 1146"/>
              <a:gd name="T2" fmla="*/ 6 w 85"/>
              <a:gd name="T3" fmla="*/ 1146 h 1146"/>
              <a:gd name="T4" fmla="*/ 85 w 85"/>
              <a:gd name="T5" fmla="*/ 1 h 1146"/>
              <a:gd name="T6" fmla="*/ 85 w 85"/>
              <a:gd name="T7" fmla="*/ 1 h 1146"/>
              <a:gd name="T8" fmla="*/ 80 w 85"/>
              <a:gd name="T9" fmla="*/ 0 h 1146"/>
              <a:gd name="T10" fmla="*/ 0 w 85"/>
              <a:gd name="T11" fmla="*/ 1146 h 1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" h="1146">
                <a:moveTo>
                  <a:pt x="0" y="1146"/>
                </a:moveTo>
                <a:lnTo>
                  <a:pt x="6" y="1146"/>
                </a:lnTo>
                <a:lnTo>
                  <a:pt x="85" y="1"/>
                </a:lnTo>
                <a:lnTo>
                  <a:pt x="85" y="1"/>
                </a:lnTo>
                <a:lnTo>
                  <a:pt x="80" y="0"/>
                </a:lnTo>
                <a:lnTo>
                  <a:pt x="0" y="114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1338"/>
          <p:cNvSpPr>
            <a:spLocks/>
          </p:cNvSpPr>
          <p:nvPr/>
        </p:nvSpPr>
        <p:spPr bwMode="auto">
          <a:xfrm>
            <a:off x="977248" y="4464718"/>
            <a:ext cx="1204943" cy="814221"/>
          </a:xfrm>
          <a:custGeom>
            <a:avLst/>
            <a:gdLst>
              <a:gd name="T0" fmla="*/ 0 w 956"/>
              <a:gd name="T1" fmla="*/ 642 h 646"/>
              <a:gd name="T2" fmla="*/ 4 w 956"/>
              <a:gd name="T3" fmla="*/ 646 h 646"/>
              <a:gd name="T4" fmla="*/ 956 w 956"/>
              <a:gd name="T5" fmla="*/ 4 h 646"/>
              <a:gd name="T6" fmla="*/ 956 w 956"/>
              <a:gd name="T7" fmla="*/ 4 h 646"/>
              <a:gd name="T8" fmla="*/ 951 w 956"/>
              <a:gd name="T9" fmla="*/ 0 h 646"/>
              <a:gd name="T10" fmla="*/ 0 w 956"/>
              <a:gd name="T11" fmla="*/ 64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6" h="646">
                <a:moveTo>
                  <a:pt x="0" y="642"/>
                </a:moveTo>
                <a:lnTo>
                  <a:pt x="4" y="646"/>
                </a:lnTo>
                <a:lnTo>
                  <a:pt x="956" y="4"/>
                </a:lnTo>
                <a:lnTo>
                  <a:pt x="956" y="4"/>
                </a:lnTo>
                <a:lnTo>
                  <a:pt x="951" y="0"/>
                </a:lnTo>
                <a:lnTo>
                  <a:pt x="0" y="6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1339"/>
          <p:cNvSpPr>
            <a:spLocks/>
          </p:cNvSpPr>
          <p:nvPr/>
        </p:nvSpPr>
        <p:spPr bwMode="auto">
          <a:xfrm>
            <a:off x="977248" y="4464718"/>
            <a:ext cx="1204943" cy="814221"/>
          </a:xfrm>
          <a:custGeom>
            <a:avLst/>
            <a:gdLst>
              <a:gd name="T0" fmla="*/ 0 w 956"/>
              <a:gd name="T1" fmla="*/ 642 h 646"/>
              <a:gd name="T2" fmla="*/ 4 w 956"/>
              <a:gd name="T3" fmla="*/ 646 h 646"/>
              <a:gd name="T4" fmla="*/ 956 w 956"/>
              <a:gd name="T5" fmla="*/ 4 h 646"/>
              <a:gd name="T6" fmla="*/ 956 w 956"/>
              <a:gd name="T7" fmla="*/ 4 h 646"/>
              <a:gd name="T8" fmla="*/ 951 w 956"/>
              <a:gd name="T9" fmla="*/ 0 h 646"/>
              <a:gd name="T10" fmla="*/ 0 w 956"/>
              <a:gd name="T11" fmla="*/ 64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6" h="646">
                <a:moveTo>
                  <a:pt x="0" y="642"/>
                </a:moveTo>
                <a:lnTo>
                  <a:pt x="4" y="646"/>
                </a:lnTo>
                <a:lnTo>
                  <a:pt x="956" y="4"/>
                </a:lnTo>
                <a:lnTo>
                  <a:pt x="956" y="4"/>
                </a:lnTo>
                <a:lnTo>
                  <a:pt x="951" y="0"/>
                </a:lnTo>
                <a:lnTo>
                  <a:pt x="0" y="64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Freeform 1340"/>
          <p:cNvSpPr>
            <a:spLocks/>
          </p:cNvSpPr>
          <p:nvPr/>
        </p:nvSpPr>
        <p:spPr bwMode="auto">
          <a:xfrm>
            <a:off x="972206" y="3074492"/>
            <a:ext cx="1207464" cy="818003"/>
          </a:xfrm>
          <a:custGeom>
            <a:avLst/>
            <a:gdLst>
              <a:gd name="T0" fmla="*/ 2 w 958"/>
              <a:gd name="T1" fmla="*/ 0 h 649"/>
              <a:gd name="T2" fmla="*/ 0 w 958"/>
              <a:gd name="T3" fmla="*/ 4 h 649"/>
              <a:gd name="T4" fmla="*/ 955 w 958"/>
              <a:gd name="T5" fmla="*/ 649 h 649"/>
              <a:gd name="T6" fmla="*/ 955 w 958"/>
              <a:gd name="T7" fmla="*/ 649 h 649"/>
              <a:gd name="T8" fmla="*/ 958 w 958"/>
              <a:gd name="T9" fmla="*/ 645 h 649"/>
              <a:gd name="T10" fmla="*/ 2 w 958"/>
              <a:gd name="T11" fmla="*/ 0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8" h="649">
                <a:moveTo>
                  <a:pt x="2" y="0"/>
                </a:moveTo>
                <a:lnTo>
                  <a:pt x="0" y="4"/>
                </a:lnTo>
                <a:lnTo>
                  <a:pt x="955" y="649"/>
                </a:lnTo>
                <a:lnTo>
                  <a:pt x="955" y="649"/>
                </a:lnTo>
                <a:lnTo>
                  <a:pt x="958" y="645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1341"/>
          <p:cNvSpPr>
            <a:spLocks/>
          </p:cNvSpPr>
          <p:nvPr/>
        </p:nvSpPr>
        <p:spPr bwMode="auto">
          <a:xfrm>
            <a:off x="972206" y="3074492"/>
            <a:ext cx="1207464" cy="818003"/>
          </a:xfrm>
          <a:custGeom>
            <a:avLst/>
            <a:gdLst>
              <a:gd name="T0" fmla="*/ 2 w 958"/>
              <a:gd name="T1" fmla="*/ 0 h 649"/>
              <a:gd name="T2" fmla="*/ 0 w 958"/>
              <a:gd name="T3" fmla="*/ 4 h 649"/>
              <a:gd name="T4" fmla="*/ 955 w 958"/>
              <a:gd name="T5" fmla="*/ 649 h 649"/>
              <a:gd name="T6" fmla="*/ 955 w 958"/>
              <a:gd name="T7" fmla="*/ 649 h 649"/>
              <a:gd name="T8" fmla="*/ 958 w 958"/>
              <a:gd name="T9" fmla="*/ 645 h 649"/>
              <a:gd name="T10" fmla="*/ 2 w 958"/>
              <a:gd name="T11" fmla="*/ 0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8" h="649">
                <a:moveTo>
                  <a:pt x="2" y="0"/>
                </a:moveTo>
                <a:lnTo>
                  <a:pt x="0" y="4"/>
                </a:lnTo>
                <a:lnTo>
                  <a:pt x="955" y="649"/>
                </a:lnTo>
                <a:lnTo>
                  <a:pt x="955" y="649"/>
                </a:lnTo>
                <a:lnTo>
                  <a:pt x="958" y="645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1342"/>
          <p:cNvSpPr>
            <a:spLocks/>
          </p:cNvSpPr>
          <p:nvPr/>
        </p:nvSpPr>
        <p:spPr bwMode="auto">
          <a:xfrm>
            <a:off x="3069512" y="4401697"/>
            <a:ext cx="1303254" cy="639025"/>
          </a:xfrm>
          <a:custGeom>
            <a:avLst/>
            <a:gdLst>
              <a:gd name="T0" fmla="*/ 0 w 1034"/>
              <a:gd name="T1" fmla="*/ 5 h 507"/>
              <a:gd name="T2" fmla="*/ 1032 w 1034"/>
              <a:gd name="T3" fmla="*/ 507 h 507"/>
              <a:gd name="T4" fmla="*/ 1034 w 1034"/>
              <a:gd name="T5" fmla="*/ 503 h 507"/>
              <a:gd name="T6" fmla="*/ 3 w 1034"/>
              <a:gd name="T7" fmla="*/ 0 h 507"/>
              <a:gd name="T8" fmla="*/ 3 w 1034"/>
              <a:gd name="T9" fmla="*/ 0 h 507"/>
              <a:gd name="T10" fmla="*/ 0 w 1034"/>
              <a:gd name="T11" fmla="*/ 5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34" h="507">
                <a:moveTo>
                  <a:pt x="0" y="5"/>
                </a:moveTo>
                <a:lnTo>
                  <a:pt x="1032" y="507"/>
                </a:lnTo>
                <a:lnTo>
                  <a:pt x="1034" y="503"/>
                </a:lnTo>
                <a:lnTo>
                  <a:pt x="3" y="0"/>
                </a:lnTo>
                <a:lnTo>
                  <a:pt x="3" y="0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Freeform 1343"/>
          <p:cNvSpPr>
            <a:spLocks/>
          </p:cNvSpPr>
          <p:nvPr/>
        </p:nvSpPr>
        <p:spPr bwMode="auto">
          <a:xfrm>
            <a:off x="3069512" y="4401697"/>
            <a:ext cx="1303254" cy="639025"/>
          </a:xfrm>
          <a:custGeom>
            <a:avLst/>
            <a:gdLst>
              <a:gd name="T0" fmla="*/ 0 w 1034"/>
              <a:gd name="T1" fmla="*/ 5 h 507"/>
              <a:gd name="T2" fmla="*/ 1032 w 1034"/>
              <a:gd name="T3" fmla="*/ 507 h 507"/>
              <a:gd name="T4" fmla="*/ 1034 w 1034"/>
              <a:gd name="T5" fmla="*/ 503 h 507"/>
              <a:gd name="T6" fmla="*/ 3 w 1034"/>
              <a:gd name="T7" fmla="*/ 0 h 507"/>
              <a:gd name="T8" fmla="*/ 3 w 1034"/>
              <a:gd name="T9" fmla="*/ 0 h 507"/>
              <a:gd name="T10" fmla="*/ 0 w 1034"/>
              <a:gd name="T11" fmla="*/ 5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34" h="507">
                <a:moveTo>
                  <a:pt x="0" y="5"/>
                </a:moveTo>
                <a:lnTo>
                  <a:pt x="1032" y="507"/>
                </a:lnTo>
                <a:lnTo>
                  <a:pt x="1034" y="503"/>
                </a:lnTo>
                <a:lnTo>
                  <a:pt x="3" y="0"/>
                </a:lnTo>
                <a:lnTo>
                  <a:pt x="3" y="0"/>
                </a:lnTo>
                <a:lnTo>
                  <a:pt x="0" y="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Freeform 1344"/>
          <p:cNvSpPr>
            <a:spLocks/>
          </p:cNvSpPr>
          <p:nvPr/>
        </p:nvSpPr>
        <p:spPr bwMode="auto">
          <a:xfrm>
            <a:off x="3979521" y="4061389"/>
            <a:ext cx="204185" cy="234435"/>
          </a:xfrm>
          <a:custGeom>
            <a:avLst/>
            <a:gdLst>
              <a:gd name="T0" fmla="*/ 0 w 162"/>
              <a:gd name="T1" fmla="*/ 0 h 186"/>
              <a:gd name="T2" fmla="*/ 162 w 162"/>
              <a:gd name="T3" fmla="*/ 93 h 186"/>
              <a:gd name="T4" fmla="*/ 0 w 162"/>
              <a:gd name="T5" fmla="*/ 186 h 186"/>
              <a:gd name="T6" fmla="*/ 0 w 162"/>
              <a:gd name="T7" fmla="*/ 0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2" h="186">
                <a:moveTo>
                  <a:pt x="0" y="0"/>
                </a:moveTo>
                <a:lnTo>
                  <a:pt x="162" y="93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Freeform 1345"/>
          <p:cNvSpPr>
            <a:spLocks/>
          </p:cNvSpPr>
          <p:nvPr/>
        </p:nvSpPr>
        <p:spPr bwMode="auto">
          <a:xfrm>
            <a:off x="3979521" y="4061389"/>
            <a:ext cx="204185" cy="234435"/>
          </a:xfrm>
          <a:custGeom>
            <a:avLst/>
            <a:gdLst>
              <a:gd name="T0" fmla="*/ 0 w 162"/>
              <a:gd name="T1" fmla="*/ 0 h 186"/>
              <a:gd name="T2" fmla="*/ 162 w 162"/>
              <a:gd name="T3" fmla="*/ 93 h 186"/>
              <a:gd name="T4" fmla="*/ 0 w 162"/>
              <a:gd name="T5" fmla="*/ 186 h 186"/>
              <a:gd name="T6" fmla="*/ 0 w 162"/>
              <a:gd name="T7" fmla="*/ 0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2" h="186">
                <a:moveTo>
                  <a:pt x="0" y="0"/>
                </a:moveTo>
                <a:lnTo>
                  <a:pt x="162" y="93"/>
                </a:lnTo>
                <a:lnTo>
                  <a:pt x="0" y="18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Freeform 1346"/>
          <p:cNvSpPr>
            <a:spLocks/>
          </p:cNvSpPr>
          <p:nvPr/>
        </p:nvSpPr>
        <p:spPr bwMode="auto">
          <a:xfrm>
            <a:off x="3973219" y="4048785"/>
            <a:ext cx="224352" cy="259643"/>
          </a:xfrm>
          <a:custGeom>
            <a:avLst/>
            <a:gdLst>
              <a:gd name="T0" fmla="*/ 5 w 178"/>
              <a:gd name="T1" fmla="*/ 10 h 206"/>
              <a:gd name="T2" fmla="*/ 3 w 178"/>
              <a:gd name="T3" fmla="*/ 14 h 206"/>
              <a:gd name="T4" fmla="*/ 157 w 178"/>
              <a:gd name="T5" fmla="*/ 103 h 206"/>
              <a:gd name="T6" fmla="*/ 11 w 178"/>
              <a:gd name="T7" fmla="*/ 187 h 206"/>
              <a:gd name="T8" fmla="*/ 11 w 178"/>
              <a:gd name="T9" fmla="*/ 10 h 206"/>
              <a:gd name="T10" fmla="*/ 5 w 178"/>
              <a:gd name="T11" fmla="*/ 10 h 206"/>
              <a:gd name="T12" fmla="*/ 3 w 178"/>
              <a:gd name="T13" fmla="*/ 14 h 206"/>
              <a:gd name="T14" fmla="*/ 5 w 178"/>
              <a:gd name="T15" fmla="*/ 10 h 206"/>
              <a:gd name="T16" fmla="*/ 0 w 178"/>
              <a:gd name="T17" fmla="*/ 10 h 206"/>
              <a:gd name="T18" fmla="*/ 0 w 178"/>
              <a:gd name="T19" fmla="*/ 206 h 206"/>
              <a:gd name="T20" fmla="*/ 178 w 178"/>
              <a:gd name="T21" fmla="*/ 103 h 206"/>
              <a:gd name="T22" fmla="*/ 0 w 178"/>
              <a:gd name="T23" fmla="*/ 0 h 206"/>
              <a:gd name="T24" fmla="*/ 0 w 178"/>
              <a:gd name="T25" fmla="*/ 10 h 206"/>
              <a:gd name="T26" fmla="*/ 5 w 178"/>
              <a:gd name="T27" fmla="*/ 1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78" h="206">
                <a:moveTo>
                  <a:pt x="5" y="10"/>
                </a:moveTo>
                <a:lnTo>
                  <a:pt x="3" y="14"/>
                </a:lnTo>
                <a:lnTo>
                  <a:pt x="157" y="103"/>
                </a:lnTo>
                <a:lnTo>
                  <a:pt x="11" y="187"/>
                </a:lnTo>
                <a:lnTo>
                  <a:pt x="11" y="10"/>
                </a:lnTo>
                <a:lnTo>
                  <a:pt x="5" y="10"/>
                </a:lnTo>
                <a:lnTo>
                  <a:pt x="3" y="14"/>
                </a:lnTo>
                <a:lnTo>
                  <a:pt x="5" y="10"/>
                </a:lnTo>
                <a:lnTo>
                  <a:pt x="0" y="10"/>
                </a:lnTo>
                <a:lnTo>
                  <a:pt x="0" y="206"/>
                </a:lnTo>
                <a:lnTo>
                  <a:pt x="178" y="103"/>
                </a:lnTo>
                <a:lnTo>
                  <a:pt x="0" y="0"/>
                </a:lnTo>
                <a:lnTo>
                  <a:pt x="0" y="10"/>
                </a:lnTo>
                <a:lnTo>
                  <a:pt x="5" y="10"/>
                </a:lnTo>
                <a:close/>
              </a:path>
            </a:pathLst>
          </a:custGeom>
          <a:solidFill>
            <a:srgbClr val="45B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1347"/>
          <p:cNvSpPr>
            <a:spLocks/>
          </p:cNvSpPr>
          <p:nvPr/>
        </p:nvSpPr>
        <p:spPr bwMode="auto">
          <a:xfrm>
            <a:off x="3973219" y="4048785"/>
            <a:ext cx="224352" cy="259643"/>
          </a:xfrm>
          <a:custGeom>
            <a:avLst/>
            <a:gdLst>
              <a:gd name="T0" fmla="*/ 5 w 178"/>
              <a:gd name="T1" fmla="*/ 10 h 206"/>
              <a:gd name="T2" fmla="*/ 3 w 178"/>
              <a:gd name="T3" fmla="*/ 14 h 206"/>
              <a:gd name="T4" fmla="*/ 157 w 178"/>
              <a:gd name="T5" fmla="*/ 103 h 206"/>
              <a:gd name="T6" fmla="*/ 11 w 178"/>
              <a:gd name="T7" fmla="*/ 187 h 206"/>
              <a:gd name="T8" fmla="*/ 11 w 178"/>
              <a:gd name="T9" fmla="*/ 10 h 206"/>
              <a:gd name="T10" fmla="*/ 5 w 178"/>
              <a:gd name="T11" fmla="*/ 10 h 206"/>
              <a:gd name="T12" fmla="*/ 3 w 178"/>
              <a:gd name="T13" fmla="*/ 14 h 206"/>
              <a:gd name="T14" fmla="*/ 5 w 178"/>
              <a:gd name="T15" fmla="*/ 10 h 206"/>
              <a:gd name="T16" fmla="*/ 0 w 178"/>
              <a:gd name="T17" fmla="*/ 10 h 206"/>
              <a:gd name="T18" fmla="*/ 0 w 178"/>
              <a:gd name="T19" fmla="*/ 206 h 206"/>
              <a:gd name="T20" fmla="*/ 178 w 178"/>
              <a:gd name="T21" fmla="*/ 103 h 206"/>
              <a:gd name="T22" fmla="*/ 0 w 178"/>
              <a:gd name="T23" fmla="*/ 0 h 206"/>
              <a:gd name="T24" fmla="*/ 0 w 178"/>
              <a:gd name="T25" fmla="*/ 10 h 206"/>
              <a:gd name="T26" fmla="*/ 5 w 178"/>
              <a:gd name="T27" fmla="*/ 1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78" h="206">
                <a:moveTo>
                  <a:pt x="5" y="10"/>
                </a:moveTo>
                <a:lnTo>
                  <a:pt x="3" y="14"/>
                </a:lnTo>
                <a:lnTo>
                  <a:pt x="157" y="103"/>
                </a:lnTo>
                <a:lnTo>
                  <a:pt x="11" y="187"/>
                </a:lnTo>
                <a:lnTo>
                  <a:pt x="11" y="10"/>
                </a:lnTo>
                <a:lnTo>
                  <a:pt x="5" y="10"/>
                </a:lnTo>
                <a:lnTo>
                  <a:pt x="3" y="14"/>
                </a:lnTo>
                <a:lnTo>
                  <a:pt x="5" y="10"/>
                </a:lnTo>
                <a:lnTo>
                  <a:pt x="0" y="10"/>
                </a:lnTo>
                <a:lnTo>
                  <a:pt x="0" y="206"/>
                </a:lnTo>
                <a:lnTo>
                  <a:pt x="178" y="103"/>
                </a:lnTo>
                <a:lnTo>
                  <a:pt x="0" y="0"/>
                </a:lnTo>
                <a:lnTo>
                  <a:pt x="0" y="10"/>
                </a:lnTo>
                <a:lnTo>
                  <a:pt x="5" y="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1348"/>
          <p:cNvSpPr>
            <a:spLocks/>
          </p:cNvSpPr>
          <p:nvPr/>
        </p:nvSpPr>
        <p:spPr bwMode="auto">
          <a:xfrm>
            <a:off x="1244452" y="4178606"/>
            <a:ext cx="1362493" cy="1638526"/>
          </a:xfrm>
          <a:custGeom>
            <a:avLst/>
            <a:gdLst>
              <a:gd name="T0" fmla="*/ 1081 w 1081"/>
              <a:gd name="T1" fmla="*/ 0 h 1300"/>
              <a:gd name="T2" fmla="*/ 1081 w 1081"/>
              <a:gd name="T3" fmla="*/ 0 h 1300"/>
              <a:gd name="T4" fmla="*/ 0 w 1081"/>
              <a:gd name="T5" fmla="*/ 729 h 1300"/>
              <a:gd name="T6" fmla="*/ 0 w 1081"/>
              <a:gd name="T7" fmla="*/ 729 h 1300"/>
              <a:gd name="T8" fmla="*/ 21 w 1081"/>
              <a:gd name="T9" fmla="*/ 759 h 1300"/>
              <a:gd name="T10" fmla="*/ 42 w 1081"/>
              <a:gd name="T11" fmla="*/ 787 h 1300"/>
              <a:gd name="T12" fmla="*/ 63 w 1081"/>
              <a:gd name="T13" fmla="*/ 815 h 1300"/>
              <a:gd name="T14" fmla="*/ 86 w 1081"/>
              <a:gd name="T15" fmla="*/ 842 h 1300"/>
              <a:gd name="T16" fmla="*/ 110 w 1081"/>
              <a:gd name="T17" fmla="*/ 869 h 1300"/>
              <a:gd name="T18" fmla="*/ 133 w 1081"/>
              <a:gd name="T19" fmla="*/ 895 h 1300"/>
              <a:gd name="T20" fmla="*/ 159 w 1081"/>
              <a:gd name="T21" fmla="*/ 921 h 1300"/>
              <a:gd name="T22" fmla="*/ 185 w 1081"/>
              <a:gd name="T23" fmla="*/ 946 h 1300"/>
              <a:gd name="T24" fmla="*/ 210 w 1081"/>
              <a:gd name="T25" fmla="*/ 971 h 1300"/>
              <a:gd name="T26" fmla="*/ 237 w 1081"/>
              <a:gd name="T27" fmla="*/ 994 h 1300"/>
              <a:gd name="T28" fmla="*/ 264 w 1081"/>
              <a:gd name="T29" fmla="*/ 1017 h 1300"/>
              <a:gd name="T30" fmla="*/ 293 w 1081"/>
              <a:gd name="T31" fmla="*/ 1038 h 1300"/>
              <a:gd name="T32" fmla="*/ 321 w 1081"/>
              <a:gd name="T33" fmla="*/ 1060 h 1300"/>
              <a:gd name="T34" fmla="*/ 351 w 1081"/>
              <a:gd name="T35" fmla="*/ 1080 h 1300"/>
              <a:gd name="T36" fmla="*/ 380 w 1081"/>
              <a:gd name="T37" fmla="*/ 1100 h 1300"/>
              <a:gd name="T38" fmla="*/ 411 w 1081"/>
              <a:gd name="T39" fmla="*/ 1119 h 1300"/>
              <a:gd name="T40" fmla="*/ 411 w 1081"/>
              <a:gd name="T41" fmla="*/ 1119 h 1300"/>
              <a:gd name="T42" fmla="*/ 444 w 1081"/>
              <a:gd name="T43" fmla="*/ 1138 h 1300"/>
              <a:gd name="T44" fmla="*/ 478 w 1081"/>
              <a:gd name="T45" fmla="*/ 1156 h 1300"/>
              <a:gd name="T46" fmla="*/ 513 w 1081"/>
              <a:gd name="T47" fmla="*/ 1173 h 1300"/>
              <a:gd name="T48" fmla="*/ 546 w 1081"/>
              <a:gd name="T49" fmla="*/ 1189 h 1300"/>
              <a:gd name="T50" fmla="*/ 582 w 1081"/>
              <a:gd name="T51" fmla="*/ 1204 h 1300"/>
              <a:gd name="T52" fmla="*/ 618 w 1081"/>
              <a:gd name="T53" fmla="*/ 1219 h 1300"/>
              <a:gd name="T54" fmla="*/ 653 w 1081"/>
              <a:gd name="T55" fmla="*/ 1231 h 1300"/>
              <a:gd name="T56" fmla="*/ 690 w 1081"/>
              <a:gd name="T57" fmla="*/ 1243 h 1300"/>
              <a:gd name="T58" fmla="*/ 726 w 1081"/>
              <a:gd name="T59" fmla="*/ 1254 h 1300"/>
              <a:gd name="T60" fmla="*/ 764 w 1081"/>
              <a:gd name="T61" fmla="*/ 1265 h 1300"/>
              <a:gd name="T62" fmla="*/ 800 w 1081"/>
              <a:gd name="T63" fmla="*/ 1273 h 1300"/>
              <a:gd name="T64" fmla="*/ 838 w 1081"/>
              <a:gd name="T65" fmla="*/ 1281 h 1300"/>
              <a:gd name="T66" fmla="*/ 876 w 1081"/>
              <a:gd name="T67" fmla="*/ 1288 h 1300"/>
              <a:gd name="T68" fmla="*/ 914 w 1081"/>
              <a:gd name="T69" fmla="*/ 1293 h 1300"/>
              <a:gd name="T70" fmla="*/ 951 w 1081"/>
              <a:gd name="T71" fmla="*/ 1297 h 1300"/>
              <a:gd name="T72" fmla="*/ 991 w 1081"/>
              <a:gd name="T73" fmla="*/ 1300 h 1300"/>
              <a:gd name="T74" fmla="*/ 1081 w 1081"/>
              <a:gd name="T75" fmla="*/ 0 h 1300"/>
              <a:gd name="T76" fmla="*/ 1081 w 1081"/>
              <a:gd name="T77" fmla="*/ 0 h 1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81" h="1300">
                <a:moveTo>
                  <a:pt x="1081" y="0"/>
                </a:moveTo>
                <a:lnTo>
                  <a:pt x="1081" y="0"/>
                </a:lnTo>
                <a:lnTo>
                  <a:pt x="0" y="729"/>
                </a:lnTo>
                <a:lnTo>
                  <a:pt x="0" y="729"/>
                </a:lnTo>
                <a:lnTo>
                  <a:pt x="21" y="759"/>
                </a:lnTo>
                <a:lnTo>
                  <a:pt x="42" y="787"/>
                </a:lnTo>
                <a:lnTo>
                  <a:pt x="63" y="815"/>
                </a:lnTo>
                <a:lnTo>
                  <a:pt x="86" y="842"/>
                </a:lnTo>
                <a:lnTo>
                  <a:pt x="110" y="869"/>
                </a:lnTo>
                <a:lnTo>
                  <a:pt x="133" y="895"/>
                </a:lnTo>
                <a:lnTo>
                  <a:pt x="159" y="921"/>
                </a:lnTo>
                <a:lnTo>
                  <a:pt x="185" y="946"/>
                </a:lnTo>
                <a:lnTo>
                  <a:pt x="210" y="971"/>
                </a:lnTo>
                <a:lnTo>
                  <a:pt x="237" y="994"/>
                </a:lnTo>
                <a:lnTo>
                  <a:pt x="264" y="1017"/>
                </a:lnTo>
                <a:lnTo>
                  <a:pt x="293" y="1038"/>
                </a:lnTo>
                <a:lnTo>
                  <a:pt x="321" y="1060"/>
                </a:lnTo>
                <a:lnTo>
                  <a:pt x="351" y="1080"/>
                </a:lnTo>
                <a:lnTo>
                  <a:pt x="380" y="1100"/>
                </a:lnTo>
                <a:lnTo>
                  <a:pt x="411" y="1119"/>
                </a:lnTo>
                <a:lnTo>
                  <a:pt x="411" y="1119"/>
                </a:lnTo>
                <a:lnTo>
                  <a:pt x="444" y="1138"/>
                </a:lnTo>
                <a:lnTo>
                  <a:pt x="478" y="1156"/>
                </a:lnTo>
                <a:lnTo>
                  <a:pt x="513" y="1173"/>
                </a:lnTo>
                <a:lnTo>
                  <a:pt x="546" y="1189"/>
                </a:lnTo>
                <a:lnTo>
                  <a:pt x="582" y="1204"/>
                </a:lnTo>
                <a:lnTo>
                  <a:pt x="618" y="1219"/>
                </a:lnTo>
                <a:lnTo>
                  <a:pt x="653" y="1231"/>
                </a:lnTo>
                <a:lnTo>
                  <a:pt x="690" y="1243"/>
                </a:lnTo>
                <a:lnTo>
                  <a:pt x="726" y="1254"/>
                </a:lnTo>
                <a:lnTo>
                  <a:pt x="764" y="1265"/>
                </a:lnTo>
                <a:lnTo>
                  <a:pt x="800" y="1273"/>
                </a:lnTo>
                <a:lnTo>
                  <a:pt x="838" y="1281"/>
                </a:lnTo>
                <a:lnTo>
                  <a:pt x="876" y="1288"/>
                </a:lnTo>
                <a:lnTo>
                  <a:pt x="914" y="1293"/>
                </a:lnTo>
                <a:lnTo>
                  <a:pt x="951" y="1297"/>
                </a:lnTo>
                <a:lnTo>
                  <a:pt x="991" y="1300"/>
                </a:lnTo>
                <a:lnTo>
                  <a:pt x="1081" y="0"/>
                </a:lnTo>
                <a:lnTo>
                  <a:pt x="1081" y="0"/>
                </a:lnTo>
                <a:close/>
              </a:path>
            </a:pathLst>
          </a:custGeom>
          <a:solidFill>
            <a:srgbClr val="594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Freeform 1349"/>
          <p:cNvSpPr>
            <a:spLocks/>
          </p:cNvSpPr>
          <p:nvPr/>
        </p:nvSpPr>
        <p:spPr bwMode="auto">
          <a:xfrm>
            <a:off x="1244452" y="4178606"/>
            <a:ext cx="1362493" cy="1638526"/>
          </a:xfrm>
          <a:custGeom>
            <a:avLst/>
            <a:gdLst>
              <a:gd name="T0" fmla="*/ 1081 w 1081"/>
              <a:gd name="T1" fmla="*/ 0 h 1300"/>
              <a:gd name="T2" fmla="*/ 1081 w 1081"/>
              <a:gd name="T3" fmla="*/ 0 h 1300"/>
              <a:gd name="T4" fmla="*/ 0 w 1081"/>
              <a:gd name="T5" fmla="*/ 729 h 1300"/>
              <a:gd name="T6" fmla="*/ 0 w 1081"/>
              <a:gd name="T7" fmla="*/ 729 h 1300"/>
              <a:gd name="T8" fmla="*/ 21 w 1081"/>
              <a:gd name="T9" fmla="*/ 759 h 1300"/>
              <a:gd name="T10" fmla="*/ 42 w 1081"/>
              <a:gd name="T11" fmla="*/ 787 h 1300"/>
              <a:gd name="T12" fmla="*/ 63 w 1081"/>
              <a:gd name="T13" fmla="*/ 815 h 1300"/>
              <a:gd name="T14" fmla="*/ 86 w 1081"/>
              <a:gd name="T15" fmla="*/ 842 h 1300"/>
              <a:gd name="T16" fmla="*/ 110 w 1081"/>
              <a:gd name="T17" fmla="*/ 869 h 1300"/>
              <a:gd name="T18" fmla="*/ 133 w 1081"/>
              <a:gd name="T19" fmla="*/ 895 h 1300"/>
              <a:gd name="T20" fmla="*/ 159 w 1081"/>
              <a:gd name="T21" fmla="*/ 921 h 1300"/>
              <a:gd name="T22" fmla="*/ 185 w 1081"/>
              <a:gd name="T23" fmla="*/ 946 h 1300"/>
              <a:gd name="T24" fmla="*/ 210 w 1081"/>
              <a:gd name="T25" fmla="*/ 971 h 1300"/>
              <a:gd name="T26" fmla="*/ 237 w 1081"/>
              <a:gd name="T27" fmla="*/ 994 h 1300"/>
              <a:gd name="T28" fmla="*/ 264 w 1081"/>
              <a:gd name="T29" fmla="*/ 1017 h 1300"/>
              <a:gd name="T30" fmla="*/ 293 w 1081"/>
              <a:gd name="T31" fmla="*/ 1038 h 1300"/>
              <a:gd name="T32" fmla="*/ 321 w 1081"/>
              <a:gd name="T33" fmla="*/ 1060 h 1300"/>
              <a:gd name="T34" fmla="*/ 351 w 1081"/>
              <a:gd name="T35" fmla="*/ 1080 h 1300"/>
              <a:gd name="T36" fmla="*/ 380 w 1081"/>
              <a:gd name="T37" fmla="*/ 1100 h 1300"/>
              <a:gd name="T38" fmla="*/ 411 w 1081"/>
              <a:gd name="T39" fmla="*/ 1119 h 1300"/>
              <a:gd name="T40" fmla="*/ 411 w 1081"/>
              <a:gd name="T41" fmla="*/ 1119 h 1300"/>
              <a:gd name="T42" fmla="*/ 444 w 1081"/>
              <a:gd name="T43" fmla="*/ 1138 h 1300"/>
              <a:gd name="T44" fmla="*/ 478 w 1081"/>
              <a:gd name="T45" fmla="*/ 1156 h 1300"/>
              <a:gd name="T46" fmla="*/ 513 w 1081"/>
              <a:gd name="T47" fmla="*/ 1173 h 1300"/>
              <a:gd name="T48" fmla="*/ 546 w 1081"/>
              <a:gd name="T49" fmla="*/ 1189 h 1300"/>
              <a:gd name="T50" fmla="*/ 582 w 1081"/>
              <a:gd name="T51" fmla="*/ 1204 h 1300"/>
              <a:gd name="T52" fmla="*/ 618 w 1081"/>
              <a:gd name="T53" fmla="*/ 1219 h 1300"/>
              <a:gd name="T54" fmla="*/ 653 w 1081"/>
              <a:gd name="T55" fmla="*/ 1231 h 1300"/>
              <a:gd name="T56" fmla="*/ 690 w 1081"/>
              <a:gd name="T57" fmla="*/ 1243 h 1300"/>
              <a:gd name="T58" fmla="*/ 726 w 1081"/>
              <a:gd name="T59" fmla="*/ 1254 h 1300"/>
              <a:gd name="T60" fmla="*/ 764 w 1081"/>
              <a:gd name="T61" fmla="*/ 1265 h 1300"/>
              <a:gd name="T62" fmla="*/ 800 w 1081"/>
              <a:gd name="T63" fmla="*/ 1273 h 1300"/>
              <a:gd name="T64" fmla="*/ 838 w 1081"/>
              <a:gd name="T65" fmla="*/ 1281 h 1300"/>
              <a:gd name="T66" fmla="*/ 876 w 1081"/>
              <a:gd name="T67" fmla="*/ 1288 h 1300"/>
              <a:gd name="T68" fmla="*/ 914 w 1081"/>
              <a:gd name="T69" fmla="*/ 1293 h 1300"/>
              <a:gd name="T70" fmla="*/ 951 w 1081"/>
              <a:gd name="T71" fmla="*/ 1297 h 1300"/>
              <a:gd name="T72" fmla="*/ 991 w 1081"/>
              <a:gd name="T73" fmla="*/ 1300 h 1300"/>
              <a:gd name="T74" fmla="*/ 1081 w 1081"/>
              <a:gd name="T75" fmla="*/ 0 h 1300"/>
              <a:gd name="T76" fmla="*/ 1081 w 1081"/>
              <a:gd name="T77" fmla="*/ 0 h 1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81" h="1300">
                <a:moveTo>
                  <a:pt x="1081" y="0"/>
                </a:moveTo>
                <a:lnTo>
                  <a:pt x="1081" y="0"/>
                </a:lnTo>
                <a:lnTo>
                  <a:pt x="0" y="729"/>
                </a:lnTo>
                <a:lnTo>
                  <a:pt x="0" y="729"/>
                </a:lnTo>
                <a:lnTo>
                  <a:pt x="21" y="759"/>
                </a:lnTo>
                <a:lnTo>
                  <a:pt x="42" y="787"/>
                </a:lnTo>
                <a:lnTo>
                  <a:pt x="63" y="815"/>
                </a:lnTo>
                <a:lnTo>
                  <a:pt x="86" y="842"/>
                </a:lnTo>
                <a:lnTo>
                  <a:pt x="110" y="869"/>
                </a:lnTo>
                <a:lnTo>
                  <a:pt x="133" y="895"/>
                </a:lnTo>
                <a:lnTo>
                  <a:pt x="159" y="921"/>
                </a:lnTo>
                <a:lnTo>
                  <a:pt x="185" y="946"/>
                </a:lnTo>
                <a:lnTo>
                  <a:pt x="210" y="971"/>
                </a:lnTo>
                <a:lnTo>
                  <a:pt x="237" y="994"/>
                </a:lnTo>
                <a:lnTo>
                  <a:pt x="264" y="1017"/>
                </a:lnTo>
                <a:lnTo>
                  <a:pt x="293" y="1038"/>
                </a:lnTo>
                <a:lnTo>
                  <a:pt x="321" y="1060"/>
                </a:lnTo>
                <a:lnTo>
                  <a:pt x="351" y="1080"/>
                </a:lnTo>
                <a:lnTo>
                  <a:pt x="380" y="1100"/>
                </a:lnTo>
                <a:lnTo>
                  <a:pt x="411" y="1119"/>
                </a:lnTo>
                <a:lnTo>
                  <a:pt x="411" y="1119"/>
                </a:lnTo>
                <a:lnTo>
                  <a:pt x="444" y="1138"/>
                </a:lnTo>
                <a:lnTo>
                  <a:pt x="478" y="1156"/>
                </a:lnTo>
                <a:lnTo>
                  <a:pt x="513" y="1173"/>
                </a:lnTo>
                <a:lnTo>
                  <a:pt x="546" y="1189"/>
                </a:lnTo>
                <a:lnTo>
                  <a:pt x="582" y="1204"/>
                </a:lnTo>
                <a:lnTo>
                  <a:pt x="618" y="1219"/>
                </a:lnTo>
                <a:lnTo>
                  <a:pt x="653" y="1231"/>
                </a:lnTo>
                <a:lnTo>
                  <a:pt x="690" y="1243"/>
                </a:lnTo>
                <a:lnTo>
                  <a:pt x="726" y="1254"/>
                </a:lnTo>
                <a:lnTo>
                  <a:pt x="764" y="1265"/>
                </a:lnTo>
                <a:lnTo>
                  <a:pt x="800" y="1273"/>
                </a:lnTo>
                <a:lnTo>
                  <a:pt x="838" y="1281"/>
                </a:lnTo>
                <a:lnTo>
                  <a:pt x="876" y="1288"/>
                </a:lnTo>
                <a:lnTo>
                  <a:pt x="914" y="1293"/>
                </a:lnTo>
                <a:lnTo>
                  <a:pt x="951" y="1297"/>
                </a:lnTo>
                <a:lnTo>
                  <a:pt x="991" y="1300"/>
                </a:lnTo>
                <a:lnTo>
                  <a:pt x="1081" y="0"/>
                </a:lnTo>
                <a:lnTo>
                  <a:pt x="108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8" name="Picture 13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112" y="5609165"/>
            <a:ext cx="699523" cy="47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13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520" y="5544884"/>
            <a:ext cx="50416" cy="53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135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637" y="4946192"/>
            <a:ext cx="1066299" cy="877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Freeform 1353"/>
          <p:cNvSpPr>
            <a:spLocks/>
          </p:cNvSpPr>
          <p:nvPr/>
        </p:nvSpPr>
        <p:spPr bwMode="auto">
          <a:xfrm>
            <a:off x="2606945" y="3458915"/>
            <a:ext cx="1643562" cy="1439382"/>
          </a:xfrm>
          <a:custGeom>
            <a:avLst/>
            <a:gdLst>
              <a:gd name="T0" fmla="*/ 0 w 1304"/>
              <a:gd name="T1" fmla="*/ 571 h 1142"/>
              <a:gd name="T2" fmla="*/ 0 w 1304"/>
              <a:gd name="T3" fmla="*/ 571 h 1142"/>
              <a:gd name="T4" fmla="*/ 1172 w 1304"/>
              <a:gd name="T5" fmla="*/ 1142 h 1142"/>
              <a:gd name="T6" fmla="*/ 1172 w 1304"/>
              <a:gd name="T7" fmla="*/ 1142 h 1142"/>
              <a:gd name="T8" fmla="*/ 1187 w 1304"/>
              <a:gd name="T9" fmla="*/ 1111 h 1142"/>
              <a:gd name="T10" fmla="*/ 1202 w 1304"/>
              <a:gd name="T11" fmla="*/ 1079 h 1142"/>
              <a:gd name="T12" fmla="*/ 1202 w 1304"/>
              <a:gd name="T13" fmla="*/ 1079 h 1142"/>
              <a:gd name="T14" fmla="*/ 1214 w 1304"/>
              <a:gd name="T15" fmla="*/ 1048 h 1142"/>
              <a:gd name="T16" fmla="*/ 1226 w 1304"/>
              <a:gd name="T17" fmla="*/ 1018 h 1142"/>
              <a:gd name="T18" fmla="*/ 1237 w 1304"/>
              <a:gd name="T19" fmla="*/ 987 h 1142"/>
              <a:gd name="T20" fmla="*/ 1246 w 1304"/>
              <a:gd name="T21" fmla="*/ 956 h 1142"/>
              <a:gd name="T22" fmla="*/ 1256 w 1304"/>
              <a:gd name="T23" fmla="*/ 925 h 1142"/>
              <a:gd name="T24" fmla="*/ 1264 w 1304"/>
              <a:gd name="T25" fmla="*/ 894 h 1142"/>
              <a:gd name="T26" fmla="*/ 1272 w 1304"/>
              <a:gd name="T27" fmla="*/ 861 h 1142"/>
              <a:gd name="T28" fmla="*/ 1278 w 1304"/>
              <a:gd name="T29" fmla="*/ 830 h 1142"/>
              <a:gd name="T30" fmla="*/ 1284 w 1304"/>
              <a:gd name="T31" fmla="*/ 798 h 1142"/>
              <a:gd name="T32" fmla="*/ 1289 w 1304"/>
              <a:gd name="T33" fmla="*/ 765 h 1142"/>
              <a:gd name="T34" fmla="*/ 1293 w 1304"/>
              <a:gd name="T35" fmla="*/ 734 h 1142"/>
              <a:gd name="T36" fmla="*/ 1297 w 1304"/>
              <a:gd name="T37" fmla="*/ 702 h 1142"/>
              <a:gd name="T38" fmla="*/ 1300 w 1304"/>
              <a:gd name="T39" fmla="*/ 670 h 1142"/>
              <a:gd name="T40" fmla="*/ 1303 w 1304"/>
              <a:gd name="T41" fmla="*/ 637 h 1142"/>
              <a:gd name="T42" fmla="*/ 1304 w 1304"/>
              <a:gd name="T43" fmla="*/ 603 h 1142"/>
              <a:gd name="T44" fmla="*/ 1304 w 1304"/>
              <a:gd name="T45" fmla="*/ 571 h 1142"/>
              <a:gd name="T46" fmla="*/ 1304 w 1304"/>
              <a:gd name="T47" fmla="*/ 571 h 1142"/>
              <a:gd name="T48" fmla="*/ 1303 w 1304"/>
              <a:gd name="T49" fmla="*/ 535 h 1142"/>
              <a:gd name="T50" fmla="*/ 1301 w 1304"/>
              <a:gd name="T51" fmla="*/ 497 h 1142"/>
              <a:gd name="T52" fmla="*/ 1299 w 1304"/>
              <a:gd name="T53" fmla="*/ 460 h 1142"/>
              <a:gd name="T54" fmla="*/ 1296 w 1304"/>
              <a:gd name="T55" fmla="*/ 423 h 1142"/>
              <a:gd name="T56" fmla="*/ 1291 w 1304"/>
              <a:gd name="T57" fmla="*/ 386 h 1142"/>
              <a:gd name="T58" fmla="*/ 1285 w 1304"/>
              <a:gd name="T59" fmla="*/ 350 h 1142"/>
              <a:gd name="T60" fmla="*/ 1278 w 1304"/>
              <a:gd name="T61" fmla="*/ 313 h 1142"/>
              <a:gd name="T62" fmla="*/ 1270 w 1304"/>
              <a:gd name="T63" fmla="*/ 278 h 1142"/>
              <a:gd name="T64" fmla="*/ 1261 w 1304"/>
              <a:gd name="T65" fmla="*/ 242 h 1142"/>
              <a:gd name="T66" fmla="*/ 1251 w 1304"/>
              <a:gd name="T67" fmla="*/ 207 h 1142"/>
              <a:gd name="T68" fmla="*/ 1241 w 1304"/>
              <a:gd name="T69" fmla="*/ 171 h 1142"/>
              <a:gd name="T70" fmla="*/ 1229 w 1304"/>
              <a:gd name="T71" fmla="*/ 136 h 1142"/>
              <a:gd name="T72" fmla="*/ 1216 w 1304"/>
              <a:gd name="T73" fmla="*/ 101 h 1142"/>
              <a:gd name="T74" fmla="*/ 1203 w 1304"/>
              <a:gd name="T75" fmla="*/ 67 h 1142"/>
              <a:gd name="T76" fmla="*/ 1188 w 1304"/>
              <a:gd name="T77" fmla="*/ 32 h 1142"/>
              <a:gd name="T78" fmla="*/ 1172 w 1304"/>
              <a:gd name="T79" fmla="*/ 0 h 1142"/>
              <a:gd name="T80" fmla="*/ 0 w 1304"/>
              <a:gd name="T81" fmla="*/ 571 h 1142"/>
              <a:gd name="T82" fmla="*/ 0 w 1304"/>
              <a:gd name="T83" fmla="*/ 571 h 1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304" h="1142">
                <a:moveTo>
                  <a:pt x="0" y="571"/>
                </a:moveTo>
                <a:lnTo>
                  <a:pt x="0" y="571"/>
                </a:lnTo>
                <a:lnTo>
                  <a:pt x="1172" y="1142"/>
                </a:lnTo>
                <a:lnTo>
                  <a:pt x="1172" y="1142"/>
                </a:lnTo>
                <a:lnTo>
                  <a:pt x="1187" y="1111"/>
                </a:lnTo>
                <a:lnTo>
                  <a:pt x="1202" y="1079"/>
                </a:lnTo>
                <a:lnTo>
                  <a:pt x="1202" y="1079"/>
                </a:lnTo>
                <a:lnTo>
                  <a:pt x="1214" y="1048"/>
                </a:lnTo>
                <a:lnTo>
                  <a:pt x="1226" y="1018"/>
                </a:lnTo>
                <a:lnTo>
                  <a:pt x="1237" y="987"/>
                </a:lnTo>
                <a:lnTo>
                  <a:pt x="1246" y="956"/>
                </a:lnTo>
                <a:lnTo>
                  <a:pt x="1256" y="925"/>
                </a:lnTo>
                <a:lnTo>
                  <a:pt x="1264" y="894"/>
                </a:lnTo>
                <a:lnTo>
                  <a:pt x="1272" y="861"/>
                </a:lnTo>
                <a:lnTo>
                  <a:pt x="1278" y="830"/>
                </a:lnTo>
                <a:lnTo>
                  <a:pt x="1284" y="798"/>
                </a:lnTo>
                <a:lnTo>
                  <a:pt x="1289" y="765"/>
                </a:lnTo>
                <a:lnTo>
                  <a:pt x="1293" y="734"/>
                </a:lnTo>
                <a:lnTo>
                  <a:pt x="1297" y="702"/>
                </a:lnTo>
                <a:lnTo>
                  <a:pt x="1300" y="670"/>
                </a:lnTo>
                <a:lnTo>
                  <a:pt x="1303" y="637"/>
                </a:lnTo>
                <a:lnTo>
                  <a:pt x="1304" y="603"/>
                </a:lnTo>
                <a:lnTo>
                  <a:pt x="1304" y="571"/>
                </a:lnTo>
                <a:lnTo>
                  <a:pt x="1304" y="571"/>
                </a:lnTo>
                <a:lnTo>
                  <a:pt x="1303" y="535"/>
                </a:lnTo>
                <a:lnTo>
                  <a:pt x="1301" y="497"/>
                </a:lnTo>
                <a:lnTo>
                  <a:pt x="1299" y="460"/>
                </a:lnTo>
                <a:lnTo>
                  <a:pt x="1296" y="423"/>
                </a:lnTo>
                <a:lnTo>
                  <a:pt x="1291" y="386"/>
                </a:lnTo>
                <a:lnTo>
                  <a:pt x="1285" y="350"/>
                </a:lnTo>
                <a:lnTo>
                  <a:pt x="1278" y="313"/>
                </a:lnTo>
                <a:lnTo>
                  <a:pt x="1270" y="278"/>
                </a:lnTo>
                <a:lnTo>
                  <a:pt x="1261" y="242"/>
                </a:lnTo>
                <a:lnTo>
                  <a:pt x="1251" y="207"/>
                </a:lnTo>
                <a:lnTo>
                  <a:pt x="1241" y="171"/>
                </a:lnTo>
                <a:lnTo>
                  <a:pt x="1229" y="136"/>
                </a:lnTo>
                <a:lnTo>
                  <a:pt x="1216" y="101"/>
                </a:lnTo>
                <a:lnTo>
                  <a:pt x="1203" y="67"/>
                </a:lnTo>
                <a:lnTo>
                  <a:pt x="1188" y="32"/>
                </a:lnTo>
                <a:lnTo>
                  <a:pt x="1172" y="0"/>
                </a:lnTo>
                <a:lnTo>
                  <a:pt x="0" y="571"/>
                </a:lnTo>
                <a:lnTo>
                  <a:pt x="0" y="571"/>
                </a:lnTo>
                <a:close/>
              </a:path>
            </a:pathLst>
          </a:custGeom>
          <a:solidFill>
            <a:srgbClr val="0B5F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1354"/>
          <p:cNvSpPr>
            <a:spLocks/>
          </p:cNvSpPr>
          <p:nvPr/>
        </p:nvSpPr>
        <p:spPr bwMode="auto">
          <a:xfrm>
            <a:off x="2606945" y="3458915"/>
            <a:ext cx="1643562" cy="1439382"/>
          </a:xfrm>
          <a:custGeom>
            <a:avLst/>
            <a:gdLst>
              <a:gd name="T0" fmla="*/ 0 w 1304"/>
              <a:gd name="T1" fmla="*/ 571 h 1142"/>
              <a:gd name="T2" fmla="*/ 0 w 1304"/>
              <a:gd name="T3" fmla="*/ 571 h 1142"/>
              <a:gd name="T4" fmla="*/ 1172 w 1304"/>
              <a:gd name="T5" fmla="*/ 1142 h 1142"/>
              <a:gd name="T6" fmla="*/ 1172 w 1304"/>
              <a:gd name="T7" fmla="*/ 1142 h 1142"/>
              <a:gd name="T8" fmla="*/ 1187 w 1304"/>
              <a:gd name="T9" fmla="*/ 1111 h 1142"/>
              <a:gd name="T10" fmla="*/ 1202 w 1304"/>
              <a:gd name="T11" fmla="*/ 1079 h 1142"/>
              <a:gd name="T12" fmla="*/ 1202 w 1304"/>
              <a:gd name="T13" fmla="*/ 1079 h 1142"/>
              <a:gd name="T14" fmla="*/ 1214 w 1304"/>
              <a:gd name="T15" fmla="*/ 1048 h 1142"/>
              <a:gd name="T16" fmla="*/ 1226 w 1304"/>
              <a:gd name="T17" fmla="*/ 1018 h 1142"/>
              <a:gd name="T18" fmla="*/ 1237 w 1304"/>
              <a:gd name="T19" fmla="*/ 987 h 1142"/>
              <a:gd name="T20" fmla="*/ 1246 w 1304"/>
              <a:gd name="T21" fmla="*/ 956 h 1142"/>
              <a:gd name="T22" fmla="*/ 1256 w 1304"/>
              <a:gd name="T23" fmla="*/ 925 h 1142"/>
              <a:gd name="T24" fmla="*/ 1264 w 1304"/>
              <a:gd name="T25" fmla="*/ 894 h 1142"/>
              <a:gd name="T26" fmla="*/ 1272 w 1304"/>
              <a:gd name="T27" fmla="*/ 861 h 1142"/>
              <a:gd name="T28" fmla="*/ 1278 w 1304"/>
              <a:gd name="T29" fmla="*/ 830 h 1142"/>
              <a:gd name="T30" fmla="*/ 1284 w 1304"/>
              <a:gd name="T31" fmla="*/ 798 h 1142"/>
              <a:gd name="T32" fmla="*/ 1289 w 1304"/>
              <a:gd name="T33" fmla="*/ 765 h 1142"/>
              <a:gd name="T34" fmla="*/ 1293 w 1304"/>
              <a:gd name="T35" fmla="*/ 734 h 1142"/>
              <a:gd name="T36" fmla="*/ 1297 w 1304"/>
              <a:gd name="T37" fmla="*/ 702 h 1142"/>
              <a:gd name="T38" fmla="*/ 1300 w 1304"/>
              <a:gd name="T39" fmla="*/ 670 h 1142"/>
              <a:gd name="T40" fmla="*/ 1303 w 1304"/>
              <a:gd name="T41" fmla="*/ 637 h 1142"/>
              <a:gd name="T42" fmla="*/ 1304 w 1304"/>
              <a:gd name="T43" fmla="*/ 603 h 1142"/>
              <a:gd name="T44" fmla="*/ 1304 w 1304"/>
              <a:gd name="T45" fmla="*/ 571 h 1142"/>
              <a:gd name="T46" fmla="*/ 1304 w 1304"/>
              <a:gd name="T47" fmla="*/ 571 h 1142"/>
              <a:gd name="T48" fmla="*/ 1303 w 1304"/>
              <a:gd name="T49" fmla="*/ 535 h 1142"/>
              <a:gd name="T50" fmla="*/ 1301 w 1304"/>
              <a:gd name="T51" fmla="*/ 497 h 1142"/>
              <a:gd name="T52" fmla="*/ 1299 w 1304"/>
              <a:gd name="T53" fmla="*/ 460 h 1142"/>
              <a:gd name="T54" fmla="*/ 1296 w 1304"/>
              <a:gd name="T55" fmla="*/ 423 h 1142"/>
              <a:gd name="T56" fmla="*/ 1291 w 1304"/>
              <a:gd name="T57" fmla="*/ 386 h 1142"/>
              <a:gd name="T58" fmla="*/ 1285 w 1304"/>
              <a:gd name="T59" fmla="*/ 350 h 1142"/>
              <a:gd name="T60" fmla="*/ 1278 w 1304"/>
              <a:gd name="T61" fmla="*/ 313 h 1142"/>
              <a:gd name="T62" fmla="*/ 1270 w 1304"/>
              <a:gd name="T63" fmla="*/ 278 h 1142"/>
              <a:gd name="T64" fmla="*/ 1261 w 1304"/>
              <a:gd name="T65" fmla="*/ 242 h 1142"/>
              <a:gd name="T66" fmla="*/ 1251 w 1304"/>
              <a:gd name="T67" fmla="*/ 207 h 1142"/>
              <a:gd name="T68" fmla="*/ 1241 w 1304"/>
              <a:gd name="T69" fmla="*/ 171 h 1142"/>
              <a:gd name="T70" fmla="*/ 1229 w 1304"/>
              <a:gd name="T71" fmla="*/ 136 h 1142"/>
              <a:gd name="T72" fmla="*/ 1216 w 1304"/>
              <a:gd name="T73" fmla="*/ 101 h 1142"/>
              <a:gd name="T74" fmla="*/ 1203 w 1304"/>
              <a:gd name="T75" fmla="*/ 67 h 1142"/>
              <a:gd name="T76" fmla="*/ 1188 w 1304"/>
              <a:gd name="T77" fmla="*/ 32 h 1142"/>
              <a:gd name="T78" fmla="*/ 1172 w 1304"/>
              <a:gd name="T79" fmla="*/ 0 h 1142"/>
              <a:gd name="T80" fmla="*/ 0 w 1304"/>
              <a:gd name="T81" fmla="*/ 571 h 1142"/>
              <a:gd name="T82" fmla="*/ 0 w 1304"/>
              <a:gd name="T83" fmla="*/ 571 h 1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304" h="1142">
                <a:moveTo>
                  <a:pt x="0" y="571"/>
                </a:moveTo>
                <a:lnTo>
                  <a:pt x="0" y="571"/>
                </a:lnTo>
                <a:lnTo>
                  <a:pt x="1172" y="1142"/>
                </a:lnTo>
                <a:lnTo>
                  <a:pt x="1172" y="1142"/>
                </a:lnTo>
                <a:lnTo>
                  <a:pt x="1187" y="1111"/>
                </a:lnTo>
                <a:lnTo>
                  <a:pt x="1202" y="1079"/>
                </a:lnTo>
                <a:lnTo>
                  <a:pt x="1202" y="1079"/>
                </a:lnTo>
                <a:lnTo>
                  <a:pt x="1214" y="1048"/>
                </a:lnTo>
                <a:lnTo>
                  <a:pt x="1226" y="1018"/>
                </a:lnTo>
                <a:lnTo>
                  <a:pt x="1237" y="987"/>
                </a:lnTo>
                <a:lnTo>
                  <a:pt x="1246" y="956"/>
                </a:lnTo>
                <a:lnTo>
                  <a:pt x="1256" y="925"/>
                </a:lnTo>
                <a:lnTo>
                  <a:pt x="1264" y="894"/>
                </a:lnTo>
                <a:lnTo>
                  <a:pt x="1272" y="861"/>
                </a:lnTo>
                <a:lnTo>
                  <a:pt x="1278" y="830"/>
                </a:lnTo>
                <a:lnTo>
                  <a:pt x="1284" y="798"/>
                </a:lnTo>
                <a:lnTo>
                  <a:pt x="1289" y="765"/>
                </a:lnTo>
                <a:lnTo>
                  <a:pt x="1293" y="734"/>
                </a:lnTo>
                <a:lnTo>
                  <a:pt x="1297" y="702"/>
                </a:lnTo>
                <a:lnTo>
                  <a:pt x="1300" y="670"/>
                </a:lnTo>
                <a:lnTo>
                  <a:pt x="1303" y="637"/>
                </a:lnTo>
                <a:lnTo>
                  <a:pt x="1304" y="603"/>
                </a:lnTo>
                <a:lnTo>
                  <a:pt x="1304" y="571"/>
                </a:lnTo>
                <a:lnTo>
                  <a:pt x="1304" y="571"/>
                </a:lnTo>
                <a:lnTo>
                  <a:pt x="1303" y="535"/>
                </a:lnTo>
                <a:lnTo>
                  <a:pt x="1301" y="497"/>
                </a:lnTo>
                <a:lnTo>
                  <a:pt x="1299" y="460"/>
                </a:lnTo>
                <a:lnTo>
                  <a:pt x="1296" y="423"/>
                </a:lnTo>
                <a:lnTo>
                  <a:pt x="1291" y="386"/>
                </a:lnTo>
                <a:lnTo>
                  <a:pt x="1285" y="350"/>
                </a:lnTo>
                <a:lnTo>
                  <a:pt x="1278" y="313"/>
                </a:lnTo>
                <a:lnTo>
                  <a:pt x="1270" y="278"/>
                </a:lnTo>
                <a:lnTo>
                  <a:pt x="1261" y="242"/>
                </a:lnTo>
                <a:lnTo>
                  <a:pt x="1251" y="207"/>
                </a:lnTo>
                <a:lnTo>
                  <a:pt x="1241" y="171"/>
                </a:lnTo>
                <a:lnTo>
                  <a:pt x="1229" y="136"/>
                </a:lnTo>
                <a:lnTo>
                  <a:pt x="1216" y="101"/>
                </a:lnTo>
                <a:lnTo>
                  <a:pt x="1203" y="67"/>
                </a:lnTo>
                <a:lnTo>
                  <a:pt x="1188" y="32"/>
                </a:lnTo>
                <a:lnTo>
                  <a:pt x="1172" y="0"/>
                </a:lnTo>
                <a:lnTo>
                  <a:pt x="0" y="571"/>
                </a:lnTo>
                <a:lnTo>
                  <a:pt x="0" y="57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3" name="Picture 135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208" y="4207595"/>
            <a:ext cx="351652" cy="80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135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096" y="4772257"/>
            <a:ext cx="485254" cy="24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Picture 135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096" y="3562268"/>
            <a:ext cx="418453" cy="1342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Freeform 1358"/>
          <p:cNvSpPr>
            <a:spLocks/>
          </p:cNvSpPr>
          <p:nvPr/>
        </p:nvSpPr>
        <p:spPr bwMode="auto">
          <a:xfrm>
            <a:off x="1244452" y="2540080"/>
            <a:ext cx="1362493" cy="1638526"/>
          </a:xfrm>
          <a:custGeom>
            <a:avLst/>
            <a:gdLst>
              <a:gd name="T0" fmla="*/ 991 w 1081"/>
              <a:gd name="T1" fmla="*/ 0 h 1300"/>
              <a:gd name="T2" fmla="*/ 991 w 1081"/>
              <a:gd name="T3" fmla="*/ 0 h 1300"/>
              <a:gd name="T4" fmla="*/ 931 w 1081"/>
              <a:gd name="T5" fmla="*/ 5 h 1300"/>
              <a:gd name="T6" fmla="*/ 873 w 1081"/>
              <a:gd name="T7" fmla="*/ 12 h 1300"/>
              <a:gd name="T8" fmla="*/ 815 w 1081"/>
              <a:gd name="T9" fmla="*/ 23 h 1300"/>
              <a:gd name="T10" fmla="*/ 757 w 1081"/>
              <a:gd name="T11" fmla="*/ 36 h 1300"/>
              <a:gd name="T12" fmla="*/ 702 w 1081"/>
              <a:gd name="T13" fmla="*/ 53 h 1300"/>
              <a:gd name="T14" fmla="*/ 646 w 1081"/>
              <a:gd name="T15" fmla="*/ 70 h 1300"/>
              <a:gd name="T16" fmla="*/ 591 w 1081"/>
              <a:gd name="T17" fmla="*/ 92 h 1300"/>
              <a:gd name="T18" fmla="*/ 537 w 1081"/>
              <a:gd name="T19" fmla="*/ 115 h 1300"/>
              <a:gd name="T20" fmla="*/ 486 w 1081"/>
              <a:gd name="T21" fmla="*/ 140 h 1300"/>
              <a:gd name="T22" fmla="*/ 434 w 1081"/>
              <a:gd name="T23" fmla="*/ 167 h 1300"/>
              <a:gd name="T24" fmla="*/ 383 w 1081"/>
              <a:gd name="T25" fmla="*/ 198 h 1300"/>
              <a:gd name="T26" fmla="*/ 334 w 1081"/>
              <a:gd name="T27" fmla="*/ 231 h 1300"/>
              <a:gd name="T28" fmla="*/ 287 w 1081"/>
              <a:gd name="T29" fmla="*/ 266 h 1300"/>
              <a:gd name="T30" fmla="*/ 241 w 1081"/>
              <a:gd name="T31" fmla="*/ 302 h 1300"/>
              <a:gd name="T32" fmla="*/ 197 w 1081"/>
              <a:gd name="T33" fmla="*/ 342 h 1300"/>
              <a:gd name="T34" fmla="*/ 154 w 1081"/>
              <a:gd name="T35" fmla="*/ 383 h 1300"/>
              <a:gd name="T36" fmla="*/ 154 w 1081"/>
              <a:gd name="T37" fmla="*/ 383 h 1300"/>
              <a:gd name="T38" fmla="*/ 112 w 1081"/>
              <a:gd name="T39" fmla="*/ 428 h 1300"/>
              <a:gd name="T40" fmla="*/ 73 w 1081"/>
              <a:gd name="T41" fmla="*/ 474 h 1300"/>
              <a:gd name="T42" fmla="*/ 35 w 1081"/>
              <a:gd name="T43" fmla="*/ 521 h 1300"/>
              <a:gd name="T44" fmla="*/ 0 w 1081"/>
              <a:gd name="T45" fmla="*/ 571 h 1300"/>
              <a:gd name="T46" fmla="*/ 1081 w 1081"/>
              <a:gd name="T47" fmla="*/ 1300 h 1300"/>
              <a:gd name="T48" fmla="*/ 991 w 1081"/>
              <a:gd name="T49" fmla="*/ 0 h 1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81" h="1300">
                <a:moveTo>
                  <a:pt x="991" y="0"/>
                </a:moveTo>
                <a:lnTo>
                  <a:pt x="991" y="0"/>
                </a:lnTo>
                <a:lnTo>
                  <a:pt x="931" y="5"/>
                </a:lnTo>
                <a:lnTo>
                  <a:pt x="873" y="12"/>
                </a:lnTo>
                <a:lnTo>
                  <a:pt x="815" y="23"/>
                </a:lnTo>
                <a:lnTo>
                  <a:pt x="757" y="36"/>
                </a:lnTo>
                <a:lnTo>
                  <a:pt x="702" y="53"/>
                </a:lnTo>
                <a:lnTo>
                  <a:pt x="646" y="70"/>
                </a:lnTo>
                <a:lnTo>
                  <a:pt x="591" y="92"/>
                </a:lnTo>
                <a:lnTo>
                  <a:pt x="537" y="115"/>
                </a:lnTo>
                <a:lnTo>
                  <a:pt x="486" y="140"/>
                </a:lnTo>
                <a:lnTo>
                  <a:pt x="434" y="167"/>
                </a:lnTo>
                <a:lnTo>
                  <a:pt x="383" y="198"/>
                </a:lnTo>
                <a:lnTo>
                  <a:pt x="334" y="231"/>
                </a:lnTo>
                <a:lnTo>
                  <a:pt x="287" y="266"/>
                </a:lnTo>
                <a:lnTo>
                  <a:pt x="241" y="302"/>
                </a:lnTo>
                <a:lnTo>
                  <a:pt x="197" y="342"/>
                </a:lnTo>
                <a:lnTo>
                  <a:pt x="154" y="383"/>
                </a:lnTo>
                <a:lnTo>
                  <a:pt x="154" y="383"/>
                </a:lnTo>
                <a:lnTo>
                  <a:pt x="112" y="428"/>
                </a:lnTo>
                <a:lnTo>
                  <a:pt x="73" y="474"/>
                </a:lnTo>
                <a:lnTo>
                  <a:pt x="35" y="521"/>
                </a:lnTo>
                <a:lnTo>
                  <a:pt x="0" y="571"/>
                </a:lnTo>
                <a:lnTo>
                  <a:pt x="1081" y="1300"/>
                </a:lnTo>
                <a:lnTo>
                  <a:pt x="991" y="0"/>
                </a:lnTo>
                <a:close/>
              </a:path>
            </a:pathLst>
          </a:custGeom>
          <a:solidFill>
            <a:srgbClr val="6EA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1359"/>
          <p:cNvSpPr>
            <a:spLocks/>
          </p:cNvSpPr>
          <p:nvPr/>
        </p:nvSpPr>
        <p:spPr bwMode="auto">
          <a:xfrm>
            <a:off x="1244452" y="2540080"/>
            <a:ext cx="1362493" cy="1638526"/>
          </a:xfrm>
          <a:custGeom>
            <a:avLst/>
            <a:gdLst>
              <a:gd name="T0" fmla="*/ 991 w 1081"/>
              <a:gd name="T1" fmla="*/ 0 h 1300"/>
              <a:gd name="T2" fmla="*/ 991 w 1081"/>
              <a:gd name="T3" fmla="*/ 0 h 1300"/>
              <a:gd name="T4" fmla="*/ 931 w 1081"/>
              <a:gd name="T5" fmla="*/ 5 h 1300"/>
              <a:gd name="T6" fmla="*/ 873 w 1081"/>
              <a:gd name="T7" fmla="*/ 12 h 1300"/>
              <a:gd name="T8" fmla="*/ 815 w 1081"/>
              <a:gd name="T9" fmla="*/ 23 h 1300"/>
              <a:gd name="T10" fmla="*/ 757 w 1081"/>
              <a:gd name="T11" fmla="*/ 36 h 1300"/>
              <a:gd name="T12" fmla="*/ 702 w 1081"/>
              <a:gd name="T13" fmla="*/ 53 h 1300"/>
              <a:gd name="T14" fmla="*/ 646 w 1081"/>
              <a:gd name="T15" fmla="*/ 70 h 1300"/>
              <a:gd name="T16" fmla="*/ 591 w 1081"/>
              <a:gd name="T17" fmla="*/ 92 h 1300"/>
              <a:gd name="T18" fmla="*/ 537 w 1081"/>
              <a:gd name="T19" fmla="*/ 115 h 1300"/>
              <a:gd name="T20" fmla="*/ 486 w 1081"/>
              <a:gd name="T21" fmla="*/ 140 h 1300"/>
              <a:gd name="T22" fmla="*/ 434 w 1081"/>
              <a:gd name="T23" fmla="*/ 167 h 1300"/>
              <a:gd name="T24" fmla="*/ 383 w 1081"/>
              <a:gd name="T25" fmla="*/ 198 h 1300"/>
              <a:gd name="T26" fmla="*/ 334 w 1081"/>
              <a:gd name="T27" fmla="*/ 231 h 1300"/>
              <a:gd name="T28" fmla="*/ 287 w 1081"/>
              <a:gd name="T29" fmla="*/ 266 h 1300"/>
              <a:gd name="T30" fmla="*/ 241 w 1081"/>
              <a:gd name="T31" fmla="*/ 302 h 1300"/>
              <a:gd name="T32" fmla="*/ 197 w 1081"/>
              <a:gd name="T33" fmla="*/ 342 h 1300"/>
              <a:gd name="T34" fmla="*/ 154 w 1081"/>
              <a:gd name="T35" fmla="*/ 383 h 1300"/>
              <a:gd name="T36" fmla="*/ 154 w 1081"/>
              <a:gd name="T37" fmla="*/ 383 h 1300"/>
              <a:gd name="T38" fmla="*/ 112 w 1081"/>
              <a:gd name="T39" fmla="*/ 428 h 1300"/>
              <a:gd name="T40" fmla="*/ 73 w 1081"/>
              <a:gd name="T41" fmla="*/ 474 h 1300"/>
              <a:gd name="T42" fmla="*/ 35 w 1081"/>
              <a:gd name="T43" fmla="*/ 521 h 1300"/>
              <a:gd name="T44" fmla="*/ 0 w 1081"/>
              <a:gd name="T45" fmla="*/ 571 h 1300"/>
              <a:gd name="T46" fmla="*/ 1081 w 1081"/>
              <a:gd name="T47" fmla="*/ 1300 h 1300"/>
              <a:gd name="T48" fmla="*/ 991 w 1081"/>
              <a:gd name="T49" fmla="*/ 0 h 1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81" h="1300">
                <a:moveTo>
                  <a:pt x="991" y="0"/>
                </a:moveTo>
                <a:lnTo>
                  <a:pt x="991" y="0"/>
                </a:lnTo>
                <a:lnTo>
                  <a:pt x="931" y="5"/>
                </a:lnTo>
                <a:lnTo>
                  <a:pt x="873" y="12"/>
                </a:lnTo>
                <a:lnTo>
                  <a:pt x="815" y="23"/>
                </a:lnTo>
                <a:lnTo>
                  <a:pt x="757" y="36"/>
                </a:lnTo>
                <a:lnTo>
                  <a:pt x="702" y="53"/>
                </a:lnTo>
                <a:lnTo>
                  <a:pt x="646" y="70"/>
                </a:lnTo>
                <a:lnTo>
                  <a:pt x="591" y="92"/>
                </a:lnTo>
                <a:lnTo>
                  <a:pt x="537" y="115"/>
                </a:lnTo>
                <a:lnTo>
                  <a:pt x="486" y="140"/>
                </a:lnTo>
                <a:lnTo>
                  <a:pt x="434" y="167"/>
                </a:lnTo>
                <a:lnTo>
                  <a:pt x="383" y="198"/>
                </a:lnTo>
                <a:lnTo>
                  <a:pt x="334" y="231"/>
                </a:lnTo>
                <a:lnTo>
                  <a:pt x="287" y="266"/>
                </a:lnTo>
                <a:lnTo>
                  <a:pt x="241" y="302"/>
                </a:lnTo>
                <a:lnTo>
                  <a:pt x="197" y="342"/>
                </a:lnTo>
                <a:lnTo>
                  <a:pt x="154" y="383"/>
                </a:lnTo>
                <a:lnTo>
                  <a:pt x="154" y="383"/>
                </a:lnTo>
                <a:lnTo>
                  <a:pt x="112" y="428"/>
                </a:lnTo>
                <a:lnTo>
                  <a:pt x="73" y="474"/>
                </a:lnTo>
                <a:lnTo>
                  <a:pt x="35" y="521"/>
                </a:lnTo>
                <a:lnTo>
                  <a:pt x="0" y="571"/>
                </a:lnTo>
                <a:lnTo>
                  <a:pt x="1081" y="1300"/>
                </a:lnTo>
                <a:lnTo>
                  <a:pt x="99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8" name="Picture 136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112" y="2272874"/>
            <a:ext cx="699523" cy="47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Picture 136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520" y="2272874"/>
            <a:ext cx="50416" cy="490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136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637" y="2529997"/>
            <a:ext cx="1066299" cy="877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Freeform 1363"/>
          <p:cNvSpPr>
            <a:spLocks/>
          </p:cNvSpPr>
          <p:nvPr/>
        </p:nvSpPr>
        <p:spPr bwMode="auto">
          <a:xfrm>
            <a:off x="2125472" y="4435729"/>
            <a:ext cx="34031" cy="20166"/>
          </a:xfrm>
          <a:custGeom>
            <a:avLst/>
            <a:gdLst>
              <a:gd name="T0" fmla="*/ 27 w 27"/>
              <a:gd name="T1" fmla="*/ 0 h 16"/>
              <a:gd name="T2" fmla="*/ 0 w 27"/>
              <a:gd name="T3" fmla="*/ 16 h 16"/>
              <a:gd name="T4" fmla="*/ 0 w 27"/>
              <a:gd name="T5" fmla="*/ 16 h 16"/>
              <a:gd name="T6" fmla="*/ 0 w 27"/>
              <a:gd name="T7" fmla="*/ 16 h 16"/>
              <a:gd name="T8" fmla="*/ 27 w 27"/>
              <a:gd name="T9" fmla="*/ 0 h 16"/>
              <a:gd name="T10" fmla="*/ 27 w 27"/>
              <a:gd name="T11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" h="16">
                <a:moveTo>
                  <a:pt x="27" y="0"/>
                </a:moveTo>
                <a:lnTo>
                  <a:pt x="0" y="16"/>
                </a:lnTo>
                <a:lnTo>
                  <a:pt x="0" y="16"/>
                </a:lnTo>
                <a:lnTo>
                  <a:pt x="0" y="16"/>
                </a:lnTo>
                <a:lnTo>
                  <a:pt x="27" y="0"/>
                </a:lnTo>
                <a:lnTo>
                  <a:pt x="27" y="0"/>
                </a:lnTo>
                <a:close/>
              </a:path>
            </a:pathLst>
          </a:custGeom>
          <a:solidFill>
            <a:srgbClr val="D3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Freeform 1364"/>
          <p:cNvSpPr>
            <a:spLocks/>
          </p:cNvSpPr>
          <p:nvPr/>
        </p:nvSpPr>
        <p:spPr bwMode="auto">
          <a:xfrm>
            <a:off x="2125472" y="4435729"/>
            <a:ext cx="34031" cy="20166"/>
          </a:xfrm>
          <a:custGeom>
            <a:avLst/>
            <a:gdLst>
              <a:gd name="T0" fmla="*/ 27 w 27"/>
              <a:gd name="T1" fmla="*/ 0 h 16"/>
              <a:gd name="T2" fmla="*/ 0 w 27"/>
              <a:gd name="T3" fmla="*/ 16 h 16"/>
              <a:gd name="T4" fmla="*/ 0 w 27"/>
              <a:gd name="T5" fmla="*/ 16 h 16"/>
              <a:gd name="T6" fmla="*/ 0 w 27"/>
              <a:gd name="T7" fmla="*/ 16 h 16"/>
              <a:gd name="T8" fmla="*/ 27 w 27"/>
              <a:gd name="T9" fmla="*/ 0 h 16"/>
              <a:gd name="T10" fmla="*/ 27 w 27"/>
              <a:gd name="T11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" h="16">
                <a:moveTo>
                  <a:pt x="27" y="0"/>
                </a:moveTo>
                <a:lnTo>
                  <a:pt x="0" y="16"/>
                </a:lnTo>
                <a:lnTo>
                  <a:pt x="0" y="16"/>
                </a:lnTo>
                <a:lnTo>
                  <a:pt x="0" y="16"/>
                </a:lnTo>
                <a:lnTo>
                  <a:pt x="27" y="0"/>
                </a:lnTo>
                <a:lnTo>
                  <a:pt x="27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" name="Freeform 1365"/>
          <p:cNvSpPr>
            <a:spLocks/>
          </p:cNvSpPr>
          <p:nvPr/>
        </p:nvSpPr>
        <p:spPr bwMode="auto">
          <a:xfrm>
            <a:off x="3054387" y="3901317"/>
            <a:ext cx="32770" cy="18906"/>
          </a:xfrm>
          <a:custGeom>
            <a:avLst/>
            <a:gdLst>
              <a:gd name="T0" fmla="*/ 26 w 26"/>
              <a:gd name="T1" fmla="*/ 0 h 15"/>
              <a:gd name="T2" fmla="*/ 26 w 26"/>
              <a:gd name="T3" fmla="*/ 0 h 15"/>
              <a:gd name="T4" fmla="*/ 0 w 26"/>
              <a:gd name="T5" fmla="*/ 15 h 15"/>
              <a:gd name="T6" fmla="*/ 0 w 26"/>
              <a:gd name="T7" fmla="*/ 15 h 15"/>
              <a:gd name="T8" fmla="*/ 26 w 26"/>
              <a:gd name="T9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" h="15">
                <a:moveTo>
                  <a:pt x="26" y="0"/>
                </a:moveTo>
                <a:lnTo>
                  <a:pt x="26" y="0"/>
                </a:lnTo>
                <a:lnTo>
                  <a:pt x="0" y="15"/>
                </a:lnTo>
                <a:lnTo>
                  <a:pt x="0" y="15"/>
                </a:lnTo>
                <a:lnTo>
                  <a:pt x="26" y="0"/>
                </a:lnTo>
                <a:close/>
              </a:path>
            </a:pathLst>
          </a:custGeom>
          <a:solidFill>
            <a:srgbClr val="D3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Freeform 1366"/>
          <p:cNvSpPr>
            <a:spLocks/>
          </p:cNvSpPr>
          <p:nvPr/>
        </p:nvSpPr>
        <p:spPr bwMode="auto">
          <a:xfrm>
            <a:off x="3054387" y="3901317"/>
            <a:ext cx="32770" cy="18906"/>
          </a:xfrm>
          <a:custGeom>
            <a:avLst/>
            <a:gdLst>
              <a:gd name="T0" fmla="*/ 26 w 26"/>
              <a:gd name="T1" fmla="*/ 0 h 15"/>
              <a:gd name="T2" fmla="*/ 26 w 26"/>
              <a:gd name="T3" fmla="*/ 0 h 15"/>
              <a:gd name="T4" fmla="*/ 0 w 26"/>
              <a:gd name="T5" fmla="*/ 15 h 15"/>
              <a:gd name="T6" fmla="*/ 0 w 26"/>
              <a:gd name="T7" fmla="*/ 15 h 15"/>
              <a:gd name="T8" fmla="*/ 26 w 26"/>
              <a:gd name="T9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" h="15">
                <a:moveTo>
                  <a:pt x="26" y="0"/>
                </a:moveTo>
                <a:lnTo>
                  <a:pt x="26" y="0"/>
                </a:lnTo>
                <a:lnTo>
                  <a:pt x="0" y="15"/>
                </a:lnTo>
                <a:lnTo>
                  <a:pt x="0" y="15"/>
                </a:lnTo>
                <a:lnTo>
                  <a:pt x="2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Freeform 1367"/>
          <p:cNvSpPr>
            <a:spLocks/>
          </p:cNvSpPr>
          <p:nvPr/>
        </p:nvSpPr>
        <p:spPr bwMode="auto">
          <a:xfrm>
            <a:off x="3054387" y="4436989"/>
            <a:ext cx="32770" cy="18906"/>
          </a:xfrm>
          <a:custGeom>
            <a:avLst/>
            <a:gdLst>
              <a:gd name="T0" fmla="*/ 0 w 26"/>
              <a:gd name="T1" fmla="*/ 0 h 15"/>
              <a:gd name="T2" fmla="*/ 0 w 26"/>
              <a:gd name="T3" fmla="*/ 0 h 15"/>
              <a:gd name="T4" fmla="*/ 26 w 26"/>
              <a:gd name="T5" fmla="*/ 15 h 15"/>
              <a:gd name="T6" fmla="*/ 26 w 26"/>
              <a:gd name="T7" fmla="*/ 15 h 15"/>
              <a:gd name="T8" fmla="*/ 26 w 26"/>
              <a:gd name="T9" fmla="*/ 15 h 15"/>
              <a:gd name="T10" fmla="*/ 0 w 26"/>
              <a:gd name="T11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" h="15">
                <a:moveTo>
                  <a:pt x="0" y="0"/>
                </a:moveTo>
                <a:lnTo>
                  <a:pt x="0" y="0"/>
                </a:lnTo>
                <a:lnTo>
                  <a:pt x="26" y="15"/>
                </a:lnTo>
                <a:lnTo>
                  <a:pt x="26" y="15"/>
                </a:lnTo>
                <a:lnTo>
                  <a:pt x="26" y="15"/>
                </a:lnTo>
                <a:lnTo>
                  <a:pt x="0" y="0"/>
                </a:lnTo>
                <a:close/>
              </a:path>
            </a:pathLst>
          </a:custGeom>
          <a:solidFill>
            <a:srgbClr val="D3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Freeform 1368"/>
          <p:cNvSpPr>
            <a:spLocks/>
          </p:cNvSpPr>
          <p:nvPr/>
        </p:nvSpPr>
        <p:spPr bwMode="auto">
          <a:xfrm>
            <a:off x="3054387" y="4436989"/>
            <a:ext cx="32770" cy="18906"/>
          </a:xfrm>
          <a:custGeom>
            <a:avLst/>
            <a:gdLst>
              <a:gd name="T0" fmla="*/ 0 w 26"/>
              <a:gd name="T1" fmla="*/ 0 h 15"/>
              <a:gd name="T2" fmla="*/ 0 w 26"/>
              <a:gd name="T3" fmla="*/ 0 h 15"/>
              <a:gd name="T4" fmla="*/ 26 w 26"/>
              <a:gd name="T5" fmla="*/ 15 h 15"/>
              <a:gd name="T6" fmla="*/ 26 w 26"/>
              <a:gd name="T7" fmla="*/ 15 h 15"/>
              <a:gd name="T8" fmla="*/ 26 w 26"/>
              <a:gd name="T9" fmla="*/ 15 h 15"/>
              <a:gd name="T10" fmla="*/ 0 w 26"/>
              <a:gd name="T11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" h="15">
                <a:moveTo>
                  <a:pt x="0" y="0"/>
                </a:moveTo>
                <a:lnTo>
                  <a:pt x="0" y="0"/>
                </a:lnTo>
                <a:lnTo>
                  <a:pt x="26" y="15"/>
                </a:lnTo>
                <a:lnTo>
                  <a:pt x="26" y="15"/>
                </a:lnTo>
                <a:lnTo>
                  <a:pt x="26" y="15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" name="Freeform 1369"/>
          <p:cNvSpPr>
            <a:spLocks/>
          </p:cNvSpPr>
          <p:nvPr/>
        </p:nvSpPr>
        <p:spPr bwMode="auto">
          <a:xfrm>
            <a:off x="2126732" y="3901317"/>
            <a:ext cx="32770" cy="18906"/>
          </a:xfrm>
          <a:custGeom>
            <a:avLst/>
            <a:gdLst>
              <a:gd name="T0" fmla="*/ 0 w 26"/>
              <a:gd name="T1" fmla="*/ 0 h 15"/>
              <a:gd name="T2" fmla="*/ 0 w 26"/>
              <a:gd name="T3" fmla="*/ 0 h 15"/>
              <a:gd name="T4" fmla="*/ 26 w 26"/>
              <a:gd name="T5" fmla="*/ 15 h 15"/>
              <a:gd name="T6" fmla="*/ 26 w 26"/>
              <a:gd name="T7" fmla="*/ 15 h 15"/>
              <a:gd name="T8" fmla="*/ 0 w 26"/>
              <a:gd name="T9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" h="15">
                <a:moveTo>
                  <a:pt x="0" y="0"/>
                </a:moveTo>
                <a:lnTo>
                  <a:pt x="0" y="0"/>
                </a:lnTo>
                <a:lnTo>
                  <a:pt x="26" y="15"/>
                </a:lnTo>
                <a:lnTo>
                  <a:pt x="26" y="15"/>
                </a:lnTo>
                <a:lnTo>
                  <a:pt x="0" y="0"/>
                </a:lnTo>
                <a:close/>
              </a:path>
            </a:pathLst>
          </a:custGeom>
          <a:solidFill>
            <a:srgbClr val="D3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" name="Freeform 1370"/>
          <p:cNvSpPr>
            <a:spLocks/>
          </p:cNvSpPr>
          <p:nvPr/>
        </p:nvSpPr>
        <p:spPr bwMode="auto">
          <a:xfrm>
            <a:off x="2126732" y="3901317"/>
            <a:ext cx="32770" cy="18906"/>
          </a:xfrm>
          <a:custGeom>
            <a:avLst/>
            <a:gdLst>
              <a:gd name="T0" fmla="*/ 0 w 26"/>
              <a:gd name="T1" fmla="*/ 0 h 15"/>
              <a:gd name="T2" fmla="*/ 0 w 26"/>
              <a:gd name="T3" fmla="*/ 0 h 15"/>
              <a:gd name="T4" fmla="*/ 26 w 26"/>
              <a:gd name="T5" fmla="*/ 15 h 15"/>
              <a:gd name="T6" fmla="*/ 26 w 26"/>
              <a:gd name="T7" fmla="*/ 15 h 15"/>
              <a:gd name="T8" fmla="*/ 0 w 26"/>
              <a:gd name="T9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" h="15">
                <a:moveTo>
                  <a:pt x="0" y="0"/>
                </a:moveTo>
                <a:lnTo>
                  <a:pt x="0" y="0"/>
                </a:lnTo>
                <a:lnTo>
                  <a:pt x="26" y="15"/>
                </a:lnTo>
                <a:lnTo>
                  <a:pt x="26" y="15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9" name="Picture 137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769" y="4670164"/>
            <a:ext cx="306277" cy="112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137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49" y="4666382"/>
            <a:ext cx="219310" cy="123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Picture 137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334" y="4447072"/>
            <a:ext cx="66801" cy="46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" name="Picture 137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146" y="4489926"/>
            <a:ext cx="167633" cy="209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" name="Picture 137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334" y="4450853"/>
            <a:ext cx="189060" cy="127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" name="Picture 137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334" y="4447072"/>
            <a:ext cx="15125" cy="1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" name="Freeform 1377"/>
          <p:cNvSpPr>
            <a:spLocks/>
          </p:cNvSpPr>
          <p:nvPr/>
        </p:nvSpPr>
        <p:spPr bwMode="auto">
          <a:xfrm>
            <a:off x="3025398" y="3499248"/>
            <a:ext cx="1145704" cy="1359976"/>
          </a:xfrm>
          <a:custGeom>
            <a:avLst/>
            <a:gdLst>
              <a:gd name="T0" fmla="*/ 442 w 909"/>
              <a:gd name="T1" fmla="*/ 980 h 1079"/>
              <a:gd name="T2" fmla="*/ 346 w 909"/>
              <a:gd name="T3" fmla="*/ 925 h 1079"/>
              <a:gd name="T4" fmla="*/ 209 w 909"/>
              <a:gd name="T5" fmla="*/ 978 h 1079"/>
              <a:gd name="T6" fmla="*/ 189 w 909"/>
              <a:gd name="T7" fmla="*/ 835 h 1079"/>
              <a:gd name="T8" fmla="*/ 0 w 909"/>
              <a:gd name="T9" fmla="*/ 725 h 1079"/>
              <a:gd name="T10" fmla="*/ 0 w 909"/>
              <a:gd name="T11" fmla="*/ 723 h 1079"/>
              <a:gd name="T12" fmla="*/ 0 w 909"/>
              <a:gd name="T13" fmla="*/ 723 h 1079"/>
              <a:gd name="T14" fmla="*/ 10 w 909"/>
              <a:gd name="T15" fmla="*/ 706 h 1079"/>
              <a:gd name="T16" fmla="*/ 18 w 909"/>
              <a:gd name="T17" fmla="*/ 690 h 1079"/>
              <a:gd name="T18" fmla="*/ 24 w 909"/>
              <a:gd name="T19" fmla="*/ 673 h 1079"/>
              <a:gd name="T20" fmla="*/ 30 w 909"/>
              <a:gd name="T21" fmla="*/ 655 h 1079"/>
              <a:gd name="T22" fmla="*/ 35 w 909"/>
              <a:gd name="T23" fmla="*/ 638 h 1079"/>
              <a:gd name="T24" fmla="*/ 39 w 909"/>
              <a:gd name="T25" fmla="*/ 620 h 1079"/>
              <a:gd name="T26" fmla="*/ 43 w 909"/>
              <a:gd name="T27" fmla="*/ 602 h 1079"/>
              <a:gd name="T28" fmla="*/ 46 w 909"/>
              <a:gd name="T29" fmla="*/ 585 h 1079"/>
              <a:gd name="T30" fmla="*/ 47 w 909"/>
              <a:gd name="T31" fmla="*/ 566 h 1079"/>
              <a:gd name="T32" fmla="*/ 49 w 909"/>
              <a:gd name="T33" fmla="*/ 548 h 1079"/>
              <a:gd name="T34" fmla="*/ 49 w 909"/>
              <a:gd name="T35" fmla="*/ 530 h 1079"/>
              <a:gd name="T36" fmla="*/ 47 w 909"/>
              <a:gd name="T37" fmla="*/ 512 h 1079"/>
              <a:gd name="T38" fmla="*/ 46 w 909"/>
              <a:gd name="T39" fmla="*/ 493 h 1079"/>
              <a:gd name="T40" fmla="*/ 43 w 909"/>
              <a:gd name="T41" fmla="*/ 476 h 1079"/>
              <a:gd name="T42" fmla="*/ 39 w 909"/>
              <a:gd name="T43" fmla="*/ 457 h 1079"/>
              <a:gd name="T44" fmla="*/ 35 w 909"/>
              <a:gd name="T45" fmla="*/ 439 h 1079"/>
              <a:gd name="T46" fmla="*/ 35 w 909"/>
              <a:gd name="T47" fmla="*/ 439 h 1079"/>
              <a:gd name="T48" fmla="*/ 27 w 909"/>
              <a:gd name="T49" fmla="*/ 416 h 1079"/>
              <a:gd name="T50" fmla="*/ 20 w 909"/>
              <a:gd name="T51" fmla="*/ 395 h 1079"/>
              <a:gd name="T52" fmla="*/ 11 w 909"/>
              <a:gd name="T53" fmla="*/ 374 h 1079"/>
              <a:gd name="T54" fmla="*/ 0 w 909"/>
              <a:gd name="T55" fmla="*/ 354 h 1079"/>
              <a:gd name="T56" fmla="*/ 613 w 909"/>
              <a:gd name="T57" fmla="*/ 0 h 1079"/>
              <a:gd name="T58" fmla="*/ 613 w 909"/>
              <a:gd name="T59" fmla="*/ 0 h 1079"/>
              <a:gd name="T60" fmla="*/ 629 w 909"/>
              <a:gd name="T61" fmla="*/ 30 h 1079"/>
              <a:gd name="T62" fmla="*/ 644 w 909"/>
              <a:gd name="T63" fmla="*/ 60 h 1079"/>
              <a:gd name="T64" fmla="*/ 659 w 909"/>
              <a:gd name="T65" fmla="*/ 91 h 1079"/>
              <a:gd name="T66" fmla="*/ 672 w 909"/>
              <a:gd name="T67" fmla="*/ 122 h 1079"/>
              <a:gd name="T68" fmla="*/ 685 w 909"/>
              <a:gd name="T69" fmla="*/ 154 h 1079"/>
              <a:gd name="T70" fmla="*/ 697 w 909"/>
              <a:gd name="T71" fmla="*/ 187 h 1079"/>
              <a:gd name="T72" fmla="*/ 708 w 909"/>
              <a:gd name="T73" fmla="*/ 219 h 1079"/>
              <a:gd name="T74" fmla="*/ 717 w 909"/>
              <a:gd name="T75" fmla="*/ 251 h 1079"/>
              <a:gd name="T76" fmla="*/ 717 w 909"/>
              <a:gd name="T77" fmla="*/ 251 h 1079"/>
              <a:gd name="T78" fmla="*/ 729 w 909"/>
              <a:gd name="T79" fmla="*/ 300 h 1079"/>
              <a:gd name="T80" fmla="*/ 739 w 909"/>
              <a:gd name="T81" fmla="*/ 350 h 1079"/>
              <a:gd name="T82" fmla="*/ 747 w 909"/>
              <a:gd name="T83" fmla="*/ 399 h 1079"/>
              <a:gd name="T84" fmla="*/ 752 w 909"/>
              <a:gd name="T85" fmla="*/ 449 h 1079"/>
              <a:gd name="T86" fmla="*/ 757 w 909"/>
              <a:gd name="T87" fmla="*/ 449 h 1079"/>
              <a:gd name="T88" fmla="*/ 755 w 909"/>
              <a:gd name="T89" fmla="*/ 450 h 1079"/>
              <a:gd name="T90" fmla="*/ 909 w 909"/>
              <a:gd name="T91" fmla="*/ 539 h 1079"/>
              <a:gd name="T92" fmla="*/ 752 w 909"/>
              <a:gd name="T93" fmla="*/ 629 h 1079"/>
              <a:gd name="T94" fmla="*/ 752 w 909"/>
              <a:gd name="T95" fmla="*/ 632 h 1079"/>
              <a:gd name="T96" fmla="*/ 752 w 909"/>
              <a:gd name="T97" fmla="*/ 632 h 1079"/>
              <a:gd name="T98" fmla="*/ 745 w 909"/>
              <a:gd name="T99" fmla="*/ 689 h 1079"/>
              <a:gd name="T100" fmla="*/ 736 w 909"/>
              <a:gd name="T101" fmla="*/ 746 h 1079"/>
              <a:gd name="T102" fmla="*/ 724 w 909"/>
              <a:gd name="T103" fmla="*/ 801 h 1079"/>
              <a:gd name="T104" fmla="*/ 709 w 909"/>
              <a:gd name="T105" fmla="*/ 855 h 1079"/>
              <a:gd name="T106" fmla="*/ 691 w 909"/>
              <a:gd name="T107" fmla="*/ 909 h 1079"/>
              <a:gd name="T108" fmla="*/ 670 w 909"/>
              <a:gd name="T109" fmla="*/ 963 h 1079"/>
              <a:gd name="T110" fmla="*/ 647 w 909"/>
              <a:gd name="T111" fmla="*/ 1014 h 1079"/>
              <a:gd name="T112" fmla="*/ 620 w 909"/>
              <a:gd name="T113" fmla="*/ 1066 h 1079"/>
              <a:gd name="T114" fmla="*/ 620 w 909"/>
              <a:gd name="T115" fmla="*/ 1066 h 1079"/>
              <a:gd name="T116" fmla="*/ 613 w 909"/>
              <a:gd name="T117" fmla="*/ 1079 h 1079"/>
              <a:gd name="T118" fmla="*/ 442 w 909"/>
              <a:gd name="T119" fmla="*/ 980 h 1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09" h="1079">
                <a:moveTo>
                  <a:pt x="442" y="980"/>
                </a:moveTo>
                <a:lnTo>
                  <a:pt x="346" y="925"/>
                </a:lnTo>
                <a:lnTo>
                  <a:pt x="209" y="978"/>
                </a:lnTo>
                <a:lnTo>
                  <a:pt x="189" y="835"/>
                </a:lnTo>
                <a:lnTo>
                  <a:pt x="0" y="725"/>
                </a:lnTo>
                <a:lnTo>
                  <a:pt x="0" y="723"/>
                </a:lnTo>
                <a:lnTo>
                  <a:pt x="0" y="723"/>
                </a:lnTo>
                <a:lnTo>
                  <a:pt x="10" y="706"/>
                </a:lnTo>
                <a:lnTo>
                  <a:pt x="18" y="690"/>
                </a:lnTo>
                <a:lnTo>
                  <a:pt x="24" y="673"/>
                </a:lnTo>
                <a:lnTo>
                  <a:pt x="30" y="655"/>
                </a:lnTo>
                <a:lnTo>
                  <a:pt x="35" y="638"/>
                </a:lnTo>
                <a:lnTo>
                  <a:pt x="39" y="620"/>
                </a:lnTo>
                <a:lnTo>
                  <a:pt x="43" y="602"/>
                </a:lnTo>
                <a:lnTo>
                  <a:pt x="46" y="585"/>
                </a:lnTo>
                <a:lnTo>
                  <a:pt x="47" y="566"/>
                </a:lnTo>
                <a:lnTo>
                  <a:pt x="49" y="548"/>
                </a:lnTo>
                <a:lnTo>
                  <a:pt x="49" y="530"/>
                </a:lnTo>
                <a:lnTo>
                  <a:pt x="47" y="512"/>
                </a:lnTo>
                <a:lnTo>
                  <a:pt x="46" y="493"/>
                </a:lnTo>
                <a:lnTo>
                  <a:pt x="43" y="476"/>
                </a:lnTo>
                <a:lnTo>
                  <a:pt x="39" y="457"/>
                </a:lnTo>
                <a:lnTo>
                  <a:pt x="35" y="439"/>
                </a:lnTo>
                <a:lnTo>
                  <a:pt x="35" y="439"/>
                </a:lnTo>
                <a:lnTo>
                  <a:pt x="27" y="416"/>
                </a:lnTo>
                <a:lnTo>
                  <a:pt x="20" y="395"/>
                </a:lnTo>
                <a:lnTo>
                  <a:pt x="11" y="374"/>
                </a:lnTo>
                <a:lnTo>
                  <a:pt x="0" y="354"/>
                </a:lnTo>
                <a:lnTo>
                  <a:pt x="613" y="0"/>
                </a:lnTo>
                <a:lnTo>
                  <a:pt x="613" y="0"/>
                </a:lnTo>
                <a:lnTo>
                  <a:pt x="629" y="30"/>
                </a:lnTo>
                <a:lnTo>
                  <a:pt x="644" y="60"/>
                </a:lnTo>
                <a:lnTo>
                  <a:pt x="659" y="91"/>
                </a:lnTo>
                <a:lnTo>
                  <a:pt x="672" y="122"/>
                </a:lnTo>
                <a:lnTo>
                  <a:pt x="685" y="154"/>
                </a:lnTo>
                <a:lnTo>
                  <a:pt x="697" y="187"/>
                </a:lnTo>
                <a:lnTo>
                  <a:pt x="708" y="219"/>
                </a:lnTo>
                <a:lnTo>
                  <a:pt x="717" y="251"/>
                </a:lnTo>
                <a:lnTo>
                  <a:pt x="717" y="251"/>
                </a:lnTo>
                <a:lnTo>
                  <a:pt x="729" y="300"/>
                </a:lnTo>
                <a:lnTo>
                  <a:pt x="739" y="350"/>
                </a:lnTo>
                <a:lnTo>
                  <a:pt x="747" y="399"/>
                </a:lnTo>
                <a:lnTo>
                  <a:pt x="752" y="449"/>
                </a:lnTo>
                <a:lnTo>
                  <a:pt x="757" y="449"/>
                </a:lnTo>
                <a:lnTo>
                  <a:pt x="755" y="450"/>
                </a:lnTo>
                <a:lnTo>
                  <a:pt x="909" y="539"/>
                </a:lnTo>
                <a:lnTo>
                  <a:pt x="752" y="629"/>
                </a:lnTo>
                <a:lnTo>
                  <a:pt x="752" y="632"/>
                </a:lnTo>
                <a:lnTo>
                  <a:pt x="752" y="632"/>
                </a:lnTo>
                <a:lnTo>
                  <a:pt x="745" y="689"/>
                </a:lnTo>
                <a:lnTo>
                  <a:pt x="736" y="746"/>
                </a:lnTo>
                <a:lnTo>
                  <a:pt x="724" y="801"/>
                </a:lnTo>
                <a:lnTo>
                  <a:pt x="709" y="855"/>
                </a:lnTo>
                <a:lnTo>
                  <a:pt x="691" y="909"/>
                </a:lnTo>
                <a:lnTo>
                  <a:pt x="670" y="963"/>
                </a:lnTo>
                <a:lnTo>
                  <a:pt x="647" y="1014"/>
                </a:lnTo>
                <a:lnTo>
                  <a:pt x="620" y="1066"/>
                </a:lnTo>
                <a:lnTo>
                  <a:pt x="620" y="1066"/>
                </a:lnTo>
                <a:lnTo>
                  <a:pt x="613" y="1079"/>
                </a:lnTo>
                <a:lnTo>
                  <a:pt x="442" y="9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" name="Freeform 1378"/>
          <p:cNvSpPr>
            <a:spLocks/>
          </p:cNvSpPr>
          <p:nvPr/>
        </p:nvSpPr>
        <p:spPr bwMode="auto">
          <a:xfrm>
            <a:off x="3025398" y="3499248"/>
            <a:ext cx="1145704" cy="1359976"/>
          </a:xfrm>
          <a:custGeom>
            <a:avLst/>
            <a:gdLst>
              <a:gd name="T0" fmla="*/ 442 w 909"/>
              <a:gd name="T1" fmla="*/ 980 h 1079"/>
              <a:gd name="T2" fmla="*/ 346 w 909"/>
              <a:gd name="T3" fmla="*/ 925 h 1079"/>
              <a:gd name="T4" fmla="*/ 209 w 909"/>
              <a:gd name="T5" fmla="*/ 978 h 1079"/>
              <a:gd name="T6" fmla="*/ 189 w 909"/>
              <a:gd name="T7" fmla="*/ 835 h 1079"/>
              <a:gd name="T8" fmla="*/ 0 w 909"/>
              <a:gd name="T9" fmla="*/ 725 h 1079"/>
              <a:gd name="T10" fmla="*/ 0 w 909"/>
              <a:gd name="T11" fmla="*/ 723 h 1079"/>
              <a:gd name="T12" fmla="*/ 0 w 909"/>
              <a:gd name="T13" fmla="*/ 723 h 1079"/>
              <a:gd name="T14" fmla="*/ 10 w 909"/>
              <a:gd name="T15" fmla="*/ 706 h 1079"/>
              <a:gd name="T16" fmla="*/ 18 w 909"/>
              <a:gd name="T17" fmla="*/ 690 h 1079"/>
              <a:gd name="T18" fmla="*/ 24 w 909"/>
              <a:gd name="T19" fmla="*/ 673 h 1079"/>
              <a:gd name="T20" fmla="*/ 30 w 909"/>
              <a:gd name="T21" fmla="*/ 655 h 1079"/>
              <a:gd name="T22" fmla="*/ 35 w 909"/>
              <a:gd name="T23" fmla="*/ 638 h 1079"/>
              <a:gd name="T24" fmla="*/ 39 w 909"/>
              <a:gd name="T25" fmla="*/ 620 h 1079"/>
              <a:gd name="T26" fmla="*/ 43 w 909"/>
              <a:gd name="T27" fmla="*/ 602 h 1079"/>
              <a:gd name="T28" fmla="*/ 46 w 909"/>
              <a:gd name="T29" fmla="*/ 585 h 1079"/>
              <a:gd name="T30" fmla="*/ 47 w 909"/>
              <a:gd name="T31" fmla="*/ 566 h 1079"/>
              <a:gd name="T32" fmla="*/ 49 w 909"/>
              <a:gd name="T33" fmla="*/ 548 h 1079"/>
              <a:gd name="T34" fmla="*/ 49 w 909"/>
              <a:gd name="T35" fmla="*/ 530 h 1079"/>
              <a:gd name="T36" fmla="*/ 47 w 909"/>
              <a:gd name="T37" fmla="*/ 512 h 1079"/>
              <a:gd name="T38" fmla="*/ 46 w 909"/>
              <a:gd name="T39" fmla="*/ 493 h 1079"/>
              <a:gd name="T40" fmla="*/ 43 w 909"/>
              <a:gd name="T41" fmla="*/ 476 h 1079"/>
              <a:gd name="T42" fmla="*/ 39 w 909"/>
              <a:gd name="T43" fmla="*/ 457 h 1079"/>
              <a:gd name="T44" fmla="*/ 35 w 909"/>
              <a:gd name="T45" fmla="*/ 439 h 1079"/>
              <a:gd name="T46" fmla="*/ 35 w 909"/>
              <a:gd name="T47" fmla="*/ 439 h 1079"/>
              <a:gd name="T48" fmla="*/ 27 w 909"/>
              <a:gd name="T49" fmla="*/ 416 h 1079"/>
              <a:gd name="T50" fmla="*/ 20 w 909"/>
              <a:gd name="T51" fmla="*/ 395 h 1079"/>
              <a:gd name="T52" fmla="*/ 11 w 909"/>
              <a:gd name="T53" fmla="*/ 374 h 1079"/>
              <a:gd name="T54" fmla="*/ 0 w 909"/>
              <a:gd name="T55" fmla="*/ 354 h 1079"/>
              <a:gd name="T56" fmla="*/ 613 w 909"/>
              <a:gd name="T57" fmla="*/ 0 h 1079"/>
              <a:gd name="T58" fmla="*/ 613 w 909"/>
              <a:gd name="T59" fmla="*/ 0 h 1079"/>
              <a:gd name="T60" fmla="*/ 629 w 909"/>
              <a:gd name="T61" fmla="*/ 30 h 1079"/>
              <a:gd name="T62" fmla="*/ 644 w 909"/>
              <a:gd name="T63" fmla="*/ 60 h 1079"/>
              <a:gd name="T64" fmla="*/ 659 w 909"/>
              <a:gd name="T65" fmla="*/ 91 h 1079"/>
              <a:gd name="T66" fmla="*/ 672 w 909"/>
              <a:gd name="T67" fmla="*/ 122 h 1079"/>
              <a:gd name="T68" fmla="*/ 685 w 909"/>
              <a:gd name="T69" fmla="*/ 154 h 1079"/>
              <a:gd name="T70" fmla="*/ 697 w 909"/>
              <a:gd name="T71" fmla="*/ 187 h 1079"/>
              <a:gd name="T72" fmla="*/ 708 w 909"/>
              <a:gd name="T73" fmla="*/ 219 h 1079"/>
              <a:gd name="T74" fmla="*/ 717 w 909"/>
              <a:gd name="T75" fmla="*/ 251 h 1079"/>
              <a:gd name="T76" fmla="*/ 717 w 909"/>
              <a:gd name="T77" fmla="*/ 251 h 1079"/>
              <a:gd name="T78" fmla="*/ 729 w 909"/>
              <a:gd name="T79" fmla="*/ 300 h 1079"/>
              <a:gd name="T80" fmla="*/ 739 w 909"/>
              <a:gd name="T81" fmla="*/ 350 h 1079"/>
              <a:gd name="T82" fmla="*/ 747 w 909"/>
              <a:gd name="T83" fmla="*/ 399 h 1079"/>
              <a:gd name="T84" fmla="*/ 752 w 909"/>
              <a:gd name="T85" fmla="*/ 449 h 1079"/>
              <a:gd name="T86" fmla="*/ 757 w 909"/>
              <a:gd name="T87" fmla="*/ 449 h 1079"/>
              <a:gd name="T88" fmla="*/ 755 w 909"/>
              <a:gd name="T89" fmla="*/ 450 h 1079"/>
              <a:gd name="T90" fmla="*/ 909 w 909"/>
              <a:gd name="T91" fmla="*/ 539 h 1079"/>
              <a:gd name="T92" fmla="*/ 752 w 909"/>
              <a:gd name="T93" fmla="*/ 629 h 1079"/>
              <a:gd name="T94" fmla="*/ 752 w 909"/>
              <a:gd name="T95" fmla="*/ 632 h 1079"/>
              <a:gd name="T96" fmla="*/ 752 w 909"/>
              <a:gd name="T97" fmla="*/ 632 h 1079"/>
              <a:gd name="T98" fmla="*/ 745 w 909"/>
              <a:gd name="T99" fmla="*/ 689 h 1079"/>
              <a:gd name="T100" fmla="*/ 736 w 909"/>
              <a:gd name="T101" fmla="*/ 746 h 1079"/>
              <a:gd name="T102" fmla="*/ 724 w 909"/>
              <a:gd name="T103" fmla="*/ 801 h 1079"/>
              <a:gd name="T104" fmla="*/ 709 w 909"/>
              <a:gd name="T105" fmla="*/ 855 h 1079"/>
              <a:gd name="T106" fmla="*/ 691 w 909"/>
              <a:gd name="T107" fmla="*/ 909 h 1079"/>
              <a:gd name="T108" fmla="*/ 670 w 909"/>
              <a:gd name="T109" fmla="*/ 963 h 1079"/>
              <a:gd name="T110" fmla="*/ 647 w 909"/>
              <a:gd name="T111" fmla="*/ 1014 h 1079"/>
              <a:gd name="T112" fmla="*/ 620 w 909"/>
              <a:gd name="T113" fmla="*/ 1066 h 1079"/>
              <a:gd name="T114" fmla="*/ 620 w 909"/>
              <a:gd name="T115" fmla="*/ 1066 h 1079"/>
              <a:gd name="T116" fmla="*/ 613 w 909"/>
              <a:gd name="T117" fmla="*/ 1079 h 1079"/>
              <a:gd name="T118" fmla="*/ 442 w 909"/>
              <a:gd name="T119" fmla="*/ 980 h 1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09" h="1079">
                <a:moveTo>
                  <a:pt x="442" y="980"/>
                </a:moveTo>
                <a:lnTo>
                  <a:pt x="346" y="925"/>
                </a:lnTo>
                <a:lnTo>
                  <a:pt x="209" y="978"/>
                </a:lnTo>
                <a:lnTo>
                  <a:pt x="189" y="835"/>
                </a:lnTo>
                <a:lnTo>
                  <a:pt x="0" y="725"/>
                </a:lnTo>
                <a:lnTo>
                  <a:pt x="0" y="723"/>
                </a:lnTo>
                <a:lnTo>
                  <a:pt x="0" y="723"/>
                </a:lnTo>
                <a:lnTo>
                  <a:pt x="10" y="706"/>
                </a:lnTo>
                <a:lnTo>
                  <a:pt x="18" y="690"/>
                </a:lnTo>
                <a:lnTo>
                  <a:pt x="24" y="673"/>
                </a:lnTo>
                <a:lnTo>
                  <a:pt x="30" y="655"/>
                </a:lnTo>
                <a:lnTo>
                  <a:pt x="35" y="638"/>
                </a:lnTo>
                <a:lnTo>
                  <a:pt x="39" y="620"/>
                </a:lnTo>
                <a:lnTo>
                  <a:pt x="43" y="602"/>
                </a:lnTo>
                <a:lnTo>
                  <a:pt x="46" y="585"/>
                </a:lnTo>
                <a:lnTo>
                  <a:pt x="47" y="566"/>
                </a:lnTo>
                <a:lnTo>
                  <a:pt x="49" y="548"/>
                </a:lnTo>
                <a:lnTo>
                  <a:pt x="49" y="530"/>
                </a:lnTo>
                <a:lnTo>
                  <a:pt x="47" y="512"/>
                </a:lnTo>
                <a:lnTo>
                  <a:pt x="46" y="493"/>
                </a:lnTo>
                <a:lnTo>
                  <a:pt x="43" y="476"/>
                </a:lnTo>
                <a:lnTo>
                  <a:pt x="39" y="457"/>
                </a:lnTo>
                <a:lnTo>
                  <a:pt x="35" y="439"/>
                </a:lnTo>
                <a:lnTo>
                  <a:pt x="35" y="439"/>
                </a:lnTo>
                <a:lnTo>
                  <a:pt x="27" y="416"/>
                </a:lnTo>
                <a:lnTo>
                  <a:pt x="20" y="395"/>
                </a:lnTo>
                <a:lnTo>
                  <a:pt x="11" y="374"/>
                </a:lnTo>
                <a:lnTo>
                  <a:pt x="0" y="354"/>
                </a:lnTo>
                <a:lnTo>
                  <a:pt x="613" y="0"/>
                </a:lnTo>
                <a:lnTo>
                  <a:pt x="613" y="0"/>
                </a:lnTo>
                <a:lnTo>
                  <a:pt x="629" y="30"/>
                </a:lnTo>
                <a:lnTo>
                  <a:pt x="644" y="60"/>
                </a:lnTo>
                <a:lnTo>
                  <a:pt x="659" y="91"/>
                </a:lnTo>
                <a:lnTo>
                  <a:pt x="672" y="122"/>
                </a:lnTo>
                <a:lnTo>
                  <a:pt x="685" y="154"/>
                </a:lnTo>
                <a:lnTo>
                  <a:pt x="697" y="187"/>
                </a:lnTo>
                <a:lnTo>
                  <a:pt x="708" y="219"/>
                </a:lnTo>
                <a:lnTo>
                  <a:pt x="717" y="251"/>
                </a:lnTo>
                <a:lnTo>
                  <a:pt x="717" y="251"/>
                </a:lnTo>
                <a:lnTo>
                  <a:pt x="729" y="300"/>
                </a:lnTo>
                <a:lnTo>
                  <a:pt x="739" y="350"/>
                </a:lnTo>
                <a:lnTo>
                  <a:pt x="747" y="399"/>
                </a:lnTo>
                <a:lnTo>
                  <a:pt x="752" y="449"/>
                </a:lnTo>
                <a:lnTo>
                  <a:pt x="757" y="449"/>
                </a:lnTo>
                <a:lnTo>
                  <a:pt x="755" y="450"/>
                </a:lnTo>
                <a:lnTo>
                  <a:pt x="909" y="539"/>
                </a:lnTo>
                <a:lnTo>
                  <a:pt x="752" y="629"/>
                </a:lnTo>
                <a:lnTo>
                  <a:pt x="752" y="632"/>
                </a:lnTo>
                <a:lnTo>
                  <a:pt x="752" y="632"/>
                </a:lnTo>
                <a:lnTo>
                  <a:pt x="745" y="689"/>
                </a:lnTo>
                <a:lnTo>
                  <a:pt x="736" y="746"/>
                </a:lnTo>
                <a:lnTo>
                  <a:pt x="724" y="801"/>
                </a:lnTo>
                <a:lnTo>
                  <a:pt x="709" y="855"/>
                </a:lnTo>
                <a:lnTo>
                  <a:pt x="691" y="909"/>
                </a:lnTo>
                <a:lnTo>
                  <a:pt x="670" y="963"/>
                </a:lnTo>
                <a:lnTo>
                  <a:pt x="647" y="1014"/>
                </a:lnTo>
                <a:lnTo>
                  <a:pt x="620" y="1066"/>
                </a:lnTo>
                <a:lnTo>
                  <a:pt x="620" y="1066"/>
                </a:lnTo>
                <a:lnTo>
                  <a:pt x="613" y="1079"/>
                </a:lnTo>
                <a:lnTo>
                  <a:pt x="442" y="98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" name="Freeform 1379"/>
          <p:cNvSpPr>
            <a:spLocks noEditPoints="1"/>
          </p:cNvSpPr>
          <p:nvPr/>
        </p:nvSpPr>
        <p:spPr bwMode="auto">
          <a:xfrm>
            <a:off x="3015315" y="3489164"/>
            <a:ext cx="1168391" cy="1378882"/>
          </a:xfrm>
          <a:custGeom>
            <a:avLst/>
            <a:gdLst>
              <a:gd name="T0" fmla="*/ 618 w 927"/>
              <a:gd name="T1" fmla="*/ 15 h 1094"/>
              <a:gd name="T2" fmla="*/ 649 w 927"/>
              <a:gd name="T3" fmla="*/ 75 h 1094"/>
              <a:gd name="T4" fmla="*/ 676 w 927"/>
              <a:gd name="T5" fmla="*/ 135 h 1094"/>
              <a:gd name="T6" fmla="*/ 701 w 927"/>
              <a:gd name="T7" fmla="*/ 197 h 1094"/>
              <a:gd name="T8" fmla="*/ 720 w 927"/>
              <a:gd name="T9" fmla="*/ 261 h 1094"/>
              <a:gd name="T10" fmla="*/ 732 w 927"/>
              <a:gd name="T11" fmla="*/ 309 h 1094"/>
              <a:gd name="T12" fmla="*/ 749 w 927"/>
              <a:gd name="T13" fmla="*/ 408 h 1094"/>
              <a:gd name="T14" fmla="*/ 763 w 927"/>
              <a:gd name="T15" fmla="*/ 457 h 1094"/>
              <a:gd name="T16" fmla="*/ 906 w 927"/>
              <a:gd name="T17" fmla="*/ 547 h 1094"/>
              <a:gd name="T18" fmla="*/ 755 w 927"/>
              <a:gd name="T19" fmla="*/ 633 h 1094"/>
              <a:gd name="T20" fmla="*/ 755 w 927"/>
              <a:gd name="T21" fmla="*/ 640 h 1094"/>
              <a:gd name="T22" fmla="*/ 738 w 927"/>
              <a:gd name="T23" fmla="*/ 752 h 1094"/>
              <a:gd name="T24" fmla="*/ 711 w 927"/>
              <a:gd name="T25" fmla="*/ 862 h 1094"/>
              <a:gd name="T26" fmla="*/ 672 w 927"/>
              <a:gd name="T27" fmla="*/ 968 h 1094"/>
              <a:gd name="T28" fmla="*/ 622 w 927"/>
              <a:gd name="T29" fmla="*/ 1071 h 1094"/>
              <a:gd name="T30" fmla="*/ 618 w 927"/>
              <a:gd name="T31" fmla="*/ 1079 h 1094"/>
              <a:gd name="T32" fmla="*/ 359 w 927"/>
              <a:gd name="T33" fmla="*/ 929 h 1094"/>
              <a:gd name="T34" fmla="*/ 350 w 927"/>
              <a:gd name="T35" fmla="*/ 929 h 1094"/>
              <a:gd name="T36" fmla="*/ 203 w 927"/>
              <a:gd name="T37" fmla="*/ 844 h 1094"/>
              <a:gd name="T38" fmla="*/ 198 w 927"/>
              <a:gd name="T39" fmla="*/ 836 h 1094"/>
              <a:gd name="T40" fmla="*/ 15 w 927"/>
              <a:gd name="T41" fmla="*/ 731 h 1094"/>
              <a:gd name="T42" fmla="*/ 31 w 927"/>
              <a:gd name="T43" fmla="*/ 697 h 1094"/>
              <a:gd name="T44" fmla="*/ 45 w 927"/>
              <a:gd name="T45" fmla="*/ 663 h 1094"/>
              <a:gd name="T46" fmla="*/ 53 w 927"/>
              <a:gd name="T47" fmla="*/ 627 h 1094"/>
              <a:gd name="T48" fmla="*/ 59 w 927"/>
              <a:gd name="T49" fmla="*/ 592 h 1094"/>
              <a:gd name="T50" fmla="*/ 62 w 927"/>
              <a:gd name="T51" fmla="*/ 555 h 1094"/>
              <a:gd name="T52" fmla="*/ 61 w 927"/>
              <a:gd name="T53" fmla="*/ 519 h 1094"/>
              <a:gd name="T54" fmla="*/ 55 w 927"/>
              <a:gd name="T55" fmla="*/ 482 h 1094"/>
              <a:gd name="T56" fmla="*/ 47 w 927"/>
              <a:gd name="T57" fmla="*/ 446 h 1094"/>
              <a:gd name="T58" fmla="*/ 42 w 927"/>
              <a:gd name="T59" fmla="*/ 424 h 1094"/>
              <a:gd name="T60" fmla="*/ 26 w 927"/>
              <a:gd name="T61" fmla="*/ 384 h 1094"/>
              <a:gd name="T62" fmla="*/ 618 w 927"/>
              <a:gd name="T63" fmla="*/ 15 h 1094"/>
              <a:gd name="T64" fmla="*/ 1 w 927"/>
              <a:gd name="T65" fmla="*/ 359 h 1094"/>
              <a:gd name="T66" fmla="*/ 12 w 927"/>
              <a:gd name="T67" fmla="*/ 381 h 1094"/>
              <a:gd name="T68" fmla="*/ 30 w 927"/>
              <a:gd name="T69" fmla="*/ 424 h 1094"/>
              <a:gd name="T70" fmla="*/ 38 w 927"/>
              <a:gd name="T71" fmla="*/ 448 h 1094"/>
              <a:gd name="T72" fmla="*/ 46 w 927"/>
              <a:gd name="T73" fmla="*/ 484 h 1094"/>
              <a:gd name="T74" fmla="*/ 50 w 927"/>
              <a:gd name="T75" fmla="*/ 520 h 1094"/>
              <a:gd name="T76" fmla="*/ 51 w 927"/>
              <a:gd name="T77" fmla="*/ 556 h 1094"/>
              <a:gd name="T78" fmla="*/ 49 w 927"/>
              <a:gd name="T79" fmla="*/ 592 h 1094"/>
              <a:gd name="T80" fmla="*/ 42 w 927"/>
              <a:gd name="T81" fmla="*/ 627 h 1094"/>
              <a:gd name="T82" fmla="*/ 32 w 927"/>
              <a:gd name="T83" fmla="*/ 662 h 1094"/>
              <a:gd name="T84" fmla="*/ 20 w 927"/>
              <a:gd name="T85" fmla="*/ 696 h 1094"/>
              <a:gd name="T86" fmla="*/ 4 w 927"/>
              <a:gd name="T87" fmla="*/ 729 h 1094"/>
              <a:gd name="T88" fmla="*/ 193 w 927"/>
              <a:gd name="T89" fmla="*/ 845 h 1094"/>
              <a:gd name="T90" fmla="*/ 354 w 927"/>
              <a:gd name="T91" fmla="*/ 939 h 1094"/>
              <a:gd name="T92" fmla="*/ 622 w 927"/>
              <a:gd name="T93" fmla="*/ 1094 h 1094"/>
              <a:gd name="T94" fmla="*/ 632 w 927"/>
              <a:gd name="T95" fmla="*/ 1076 h 1094"/>
              <a:gd name="T96" fmla="*/ 659 w 927"/>
              <a:gd name="T97" fmla="*/ 1025 h 1094"/>
              <a:gd name="T98" fmla="*/ 705 w 927"/>
              <a:gd name="T99" fmla="*/ 918 h 1094"/>
              <a:gd name="T100" fmla="*/ 737 w 927"/>
              <a:gd name="T101" fmla="*/ 809 h 1094"/>
              <a:gd name="T102" fmla="*/ 759 w 927"/>
              <a:gd name="T103" fmla="*/ 697 h 1094"/>
              <a:gd name="T104" fmla="*/ 927 w 927"/>
              <a:gd name="T105" fmla="*/ 547 h 1094"/>
              <a:gd name="T106" fmla="*/ 765 w 927"/>
              <a:gd name="T107" fmla="*/ 457 h 1094"/>
              <a:gd name="T108" fmla="*/ 760 w 927"/>
              <a:gd name="T109" fmla="*/ 407 h 1094"/>
              <a:gd name="T110" fmla="*/ 743 w 927"/>
              <a:gd name="T111" fmla="*/ 308 h 1094"/>
              <a:gd name="T112" fmla="*/ 730 w 927"/>
              <a:gd name="T113" fmla="*/ 258 h 1094"/>
              <a:gd name="T114" fmla="*/ 709 w 927"/>
              <a:gd name="T115" fmla="*/ 191 h 1094"/>
              <a:gd name="T116" fmla="*/ 684 w 927"/>
              <a:gd name="T117" fmla="*/ 126 h 1094"/>
              <a:gd name="T118" fmla="*/ 655 w 927"/>
              <a:gd name="T119" fmla="*/ 61 h 1094"/>
              <a:gd name="T120" fmla="*/ 622 w 927"/>
              <a:gd name="T121" fmla="*/ 0 h 10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27" h="1094">
                <a:moveTo>
                  <a:pt x="618" y="15"/>
                </a:moveTo>
                <a:lnTo>
                  <a:pt x="618" y="15"/>
                </a:lnTo>
                <a:lnTo>
                  <a:pt x="635" y="45"/>
                </a:lnTo>
                <a:lnTo>
                  <a:pt x="649" y="75"/>
                </a:lnTo>
                <a:lnTo>
                  <a:pt x="663" y="104"/>
                </a:lnTo>
                <a:lnTo>
                  <a:pt x="676" y="135"/>
                </a:lnTo>
                <a:lnTo>
                  <a:pt x="689" y="166"/>
                </a:lnTo>
                <a:lnTo>
                  <a:pt x="701" y="197"/>
                </a:lnTo>
                <a:lnTo>
                  <a:pt x="710" y="230"/>
                </a:lnTo>
                <a:lnTo>
                  <a:pt x="720" y="261"/>
                </a:lnTo>
                <a:lnTo>
                  <a:pt x="720" y="261"/>
                </a:lnTo>
                <a:lnTo>
                  <a:pt x="732" y="309"/>
                </a:lnTo>
                <a:lnTo>
                  <a:pt x="741" y="358"/>
                </a:lnTo>
                <a:lnTo>
                  <a:pt x="749" y="408"/>
                </a:lnTo>
                <a:lnTo>
                  <a:pt x="755" y="457"/>
                </a:lnTo>
                <a:lnTo>
                  <a:pt x="763" y="457"/>
                </a:lnTo>
                <a:lnTo>
                  <a:pt x="760" y="463"/>
                </a:lnTo>
                <a:lnTo>
                  <a:pt x="906" y="547"/>
                </a:lnTo>
                <a:lnTo>
                  <a:pt x="760" y="631"/>
                </a:lnTo>
                <a:lnTo>
                  <a:pt x="755" y="633"/>
                </a:lnTo>
                <a:lnTo>
                  <a:pt x="755" y="640"/>
                </a:lnTo>
                <a:lnTo>
                  <a:pt x="755" y="640"/>
                </a:lnTo>
                <a:lnTo>
                  <a:pt x="748" y="696"/>
                </a:lnTo>
                <a:lnTo>
                  <a:pt x="738" y="752"/>
                </a:lnTo>
                <a:lnTo>
                  <a:pt x="726" y="808"/>
                </a:lnTo>
                <a:lnTo>
                  <a:pt x="711" y="862"/>
                </a:lnTo>
                <a:lnTo>
                  <a:pt x="694" y="916"/>
                </a:lnTo>
                <a:lnTo>
                  <a:pt x="672" y="968"/>
                </a:lnTo>
                <a:lnTo>
                  <a:pt x="649" y="1021"/>
                </a:lnTo>
                <a:lnTo>
                  <a:pt x="622" y="1071"/>
                </a:lnTo>
                <a:lnTo>
                  <a:pt x="622" y="1071"/>
                </a:lnTo>
                <a:lnTo>
                  <a:pt x="618" y="1079"/>
                </a:lnTo>
                <a:lnTo>
                  <a:pt x="452" y="983"/>
                </a:lnTo>
                <a:lnTo>
                  <a:pt x="359" y="929"/>
                </a:lnTo>
                <a:lnTo>
                  <a:pt x="354" y="926"/>
                </a:lnTo>
                <a:lnTo>
                  <a:pt x="350" y="929"/>
                </a:lnTo>
                <a:lnTo>
                  <a:pt x="223" y="979"/>
                </a:lnTo>
                <a:lnTo>
                  <a:pt x="203" y="844"/>
                </a:lnTo>
                <a:lnTo>
                  <a:pt x="203" y="839"/>
                </a:lnTo>
                <a:lnTo>
                  <a:pt x="198" y="836"/>
                </a:lnTo>
                <a:lnTo>
                  <a:pt x="15" y="731"/>
                </a:lnTo>
                <a:lnTo>
                  <a:pt x="15" y="731"/>
                </a:lnTo>
                <a:lnTo>
                  <a:pt x="23" y="714"/>
                </a:lnTo>
                <a:lnTo>
                  <a:pt x="31" y="697"/>
                </a:lnTo>
                <a:lnTo>
                  <a:pt x="38" y="681"/>
                </a:lnTo>
                <a:lnTo>
                  <a:pt x="45" y="663"/>
                </a:lnTo>
                <a:lnTo>
                  <a:pt x="49" y="646"/>
                </a:lnTo>
                <a:lnTo>
                  <a:pt x="53" y="627"/>
                </a:lnTo>
                <a:lnTo>
                  <a:pt x="57" y="609"/>
                </a:lnTo>
                <a:lnTo>
                  <a:pt x="59" y="592"/>
                </a:lnTo>
                <a:lnTo>
                  <a:pt x="61" y="573"/>
                </a:lnTo>
                <a:lnTo>
                  <a:pt x="62" y="555"/>
                </a:lnTo>
                <a:lnTo>
                  <a:pt x="62" y="536"/>
                </a:lnTo>
                <a:lnTo>
                  <a:pt x="61" y="519"/>
                </a:lnTo>
                <a:lnTo>
                  <a:pt x="58" y="500"/>
                </a:lnTo>
                <a:lnTo>
                  <a:pt x="55" y="482"/>
                </a:lnTo>
                <a:lnTo>
                  <a:pt x="53" y="463"/>
                </a:lnTo>
                <a:lnTo>
                  <a:pt x="47" y="446"/>
                </a:lnTo>
                <a:lnTo>
                  <a:pt x="47" y="446"/>
                </a:lnTo>
                <a:lnTo>
                  <a:pt x="42" y="424"/>
                </a:lnTo>
                <a:lnTo>
                  <a:pt x="34" y="404"/>
                </a:lnTo>
                <a:lnTo>
                  <a:pt x="26" y="384"/>
                </a:lnTo>
                <a:lnTo>
                  <a:pt x="15" y="363"/>
                </a:lnTo>
                <a:lnTo>
                  <a:pt x="618" y="15"/>
                </a:lnTo>
                <a:close/>
                <a:moveTo>
                  <a:pt x="622" y="0"/>
                </a:moveTo>
                <a:lnTo>
                  <a:pt x="1" y="359"/>
                </a:lnTo>
                <a:lnTo>
                  <a:pt x="1" y="359"/>
                </a:lnTo>
                <a:lnTo>
                  <a:pt x="12" y="381"/>
                </a:lnTo>
                <a:lnTo>
                  <a:pt x="22" y="403"/>
                </a:lnTo>
                <a:lnTo>
                  <a:pt x="30" y="424"/>
                </a:lnTo>
                <a:lnTo>
                  <a:pt x="38" y="448"/>
                </a:lnTo>
                <a:lnTo>
                  <a:pt x="38" y="448"/>
                </a:lnTo>
                <a:lnTo>
                  <a:pt x="42" y="466"/>
                </a:lnTo>
                <a:lnTo>
                  <a:pt x="46" y="484"/>
                </a:lnTo>
                <a:lnTo>
                  <a:pt x="49" y="502"/>
                </a:lnTo>
                <a:lnTo>
                  <a:pt x="50" y="520"/>
                </a:lnTo>
                <a:lnTo>
                  <a:pt x="51" y="538"/>
                </a:lnTo>
                <a:lnTo>
                  <a:pt x="51" y="556"/>
                </a:lnTo>
                <a:lnTo>
                  <a:pt x="50" y="574"/>
                </a:lnTo>
                <a:lnTo>
                  <a:pt x="49" y="592"/>
                </a:lnTo>
                <a:lnTo>
                  <a:pt x="46" y="609"/>
                </a:lnTo>
                <a:lnTo>
                  <a:pt x="42" y="627"/>
                </a:lnTo>
                <a:lnTo>
                  <a:pt x="38" y="644"/>
                </a:lnTo>
                <a:lnTo>
                  <a:pt x="32" y="662"/>
                </a:lnTo>
                <a:lnTo>
                  <a:pt x="27" y="679"/>
                </a:lnTo>
                <a:lnTo>
                  <a:pt x="20" y="696"/>
                </a:lnTo>
                <a:lnTo>
                  <a:pt x="12" y="712"/>
                </a:lnTo>
                <a:lnTo>
                  <a:pt x="4" y="729"/>
                </a:lnTo>
                <a:lnTo>
                  <a:pt x="0" y="735"/>
                </a:lnTo>
                <a:lnTo>
                  <a:pt x="193" y="845"/>
                </a:lnTo>
                <a:lnTo>
                  <a:pt x="213" y="994"/>
                </a:lnTo>
                <a:lnTo>
                  <a:pt x="354" y="939"/>
                </a:lnTo>
                <a:lnTo>
                  <a:pt x="447" y="993"/>
                </a:lnTo>
                <a:lnTo>
                  <a:pt x="622" y="1094"/>
                </a:lnTo>
                <a:lnTo>
                  <a:pt x="622" y="1094"/>
                </a:lnTo>
                <a:lnTo>
                  <a:pt x="632" y="1076"/>
                </a:lnTo>
                <a:lnTo>
                  <a:pt x="632" y="1076"/>
                </a:lnTo>
                <a:lnTo>
                  <a:pt x="659" y="1025"/>
                </a:lnTo>
                <a:lnTo>
                  <a:pt x="683" y="972"/>
                </a:lnTo>
                <a:lnTo>
                  <a:pt x="705" y="918"/>
                </a:lnTo>
                <a:lnTo>
                  <a:pt x="722" y="864"/>
                </a:lnTo>
                <a:lnTo>
                  <a:pt x="737" y="809"/>
                </a:lnTo>
                <a:lnTo>
                  <a:pt x="749" y="754"/>
                </a:lnTo>
                <a:lnTo>
                  <a:pt x="759" y="697"/>
                </a:lnTo>
                <a:lnTo>
                  <a:pt x="765" y="640"/>
                </a:lnTo>
                <a:lnTo>
                  <a:pt x="927" y="547"/>
                </a:lnTo>
                <a:lnTo>
                  <a:pt x="765" y="454"/>
                </a:lnTo>
                <a:lnTo>
                  <a:pt x="765" y="457"/>
                </a:lnTo>
                <a:lnTo>
                  <a:pt x="765" y="457"/>
                </a:lnTo>
                <a:lnTo>
                  <a:pt x="760" y="407"/>
                </a:lnTo>
                <a:lnTo>
                  <a:pt x="752" y="357"/>
                </a:lnTo>
                <a:lnTo>
                  <a:pt x="743" y="308"/>
                </a:lnTo>
                <a:lnTo>
                  <a:pt x="730" y="258"/>
                </a:lnTo>
                <a:lnTo>
                  <a:pt x="730" y="258"/>
                </a:lnTo>
                <a:lnTo>
                  <a:pt x="720" y="224"/>
                </a:lnTo>
                <a:lnTo>
                  <a:pt x="709" y="191"/>
                </a:lnTo>
                <a:lnTo>
                  <a:pt x="697" y="158"/>
                </a:lnTo>
                <a:lnTo>
                  <a:pt x="684" y="126"/>
                </a:lnTo>
                <a:lnTo>
                  <a:pt x="671" y="93"/>
                </a:lnTo>
                <a:lnTo>
                  <a:pt x="655" y="61"/>
                </a:lnTo>
                <a:lnTo>
                  <a:pt x="640" y="31"/>
                </a:lnTo>
                <a:lnTo>
                  <a:pt x="622" y="0"/>
                </a:lnTo>
                <a:close/>
              </a:path>
            </a:pathLst>
          </a:custGeom>
          <a:solidFill>
            <a:srgbClr val="45B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" name="Freeform 1380"/>
          <p:cNvSpPr>
            <a:spLocks/>
          </p:cNvSpPr>
          <p:nvPr/>
        </p:nvSpPr>
        <p:spPr bwMode="auto">
          <a:xfrm>
            <a:off x="3034221" y="3508071"/>
            <a:ext cx="1123017" cy="1341070"/>
          </a:xfrm>
          <a:custGeom>
            <a:avLst/>
            <a:gdLst>
              <a:gd name="T0" fmla="*/ 603 w 891"/>
              <a:gd name="T1" fmla="*/ 0 h 1064"/>
              <a:gd name="T2" fmla="*/ 634 w 891"/>
              <a:gd name="T3" fmla="*/ 60 h 1064"/>
              <a:gd name="T4" fmla="*/ 661 w 891"/>
              <a:gd name="T5" fmla="*/ 120 h 1064"/>
              <a:gd name="T6" fmla="*/ 686 w 891"/>
              <a:gd name="T7" fmla="*/ 182 h 1064"/>
              <a:gd name="T8" fmla="*/ 705 w 891"/>
              <a:gd name="T9" fmla="*/ 246 h 1064"/>
              <a:gd name="T10" fmla="*/ 717 w 891"/>
              <a:gd name="T11" fmla="*/ 294 h 1064"/>
              <a:gd name="T12" fmla="*/ 734 w 891"/>
              <a:gd name="T13" fmla="*/ 393 h 1064"/>
              <a:gd name="T14" fmla="*/ 748 w 891"/>
              <a:gd name="T15" fmla="*/ 442 h 1064"/>
              <a:gd name="T16" fmla="*/ 891 w 891"/>
              <a:gd name="T17" fmla="*/ 532 h 1064"/>
              <a:gd name="T18" fmla="*/ 740 w 891"/>
              <a:gd name="T19" fmla="*/ 618 h 1064"/>
              <a:gd name="T20" fmla="*/ 740 w 891"/>
              <a:gd name="T21" fmla="*/ 625 h 1064"/>
              <a:gd name="T22" fmla="*/ 723 w 891"/>
              <a:gd name="T23" fmla="*/ 737 h 1064"/>
              <a:gd name="T24" fmla="*/ 696 w 891"/>
              <a:gd name="T25" fmla="*/ 847 h 1064"/>
              <a:gd name="T26" fmla="*/ 657 w 891"/>
              <a:gd name="T27" fmla="*/ 953 h 1064"/>
              <a:gd name="T28" fmla="*/ 607 w 891"/>
              <a:gd name="T29" fmla="*/ 1056 h 1064"/>
              <a:gd name="T30" fmla="*/ 603 w 891"/>
              <a:gd name="T31" fmla="*/ 1064 h 1064"/>
              <a:gd name="T32" fmla="*/ 344 w 891"/>
              <a:gd name="T33" fmla="*/ 914 h 1064"/>
              <a:gd name="T34" fmla="*/ 335 w 891"/>
              <a:gd name="T35" fmla="*/ 914 h 1064"/>
              <a:gd name="T36" fmla="*/ 188 w 891"/>
              <a:gd name="T37" fmla="*/ 829 h 1064"/>
              <a:gd name="T38" fmla="*/ 183 w 891"/>
              <a:gd name="T39" fmla="*/ 821 h 1064"/>
              <a:gd name="T40" fmla="*/ 0 w 891"/>
              <a:gd name="T41" fmla="*/ 716 h 1064"/>
              <a:gd name="T42" fmla="*/ 16 w 891"/>
              <a:gd name="T43" fmla="*/ 682 h 1064"/>
              <a:gd name="T44" fmla="*/ 30 w 891"/>
              <a:gd name="T45" fmla="*/ 648 h 1064"/>
              <a:gd name="T46" fmla="*/ 38 w 891"/>
              <a:gd name="T47" fmla="*/ 612 h 1064"/>
              <a:gd name="T48" fmla="*/ 44 w 891"/>
              <a:gd name="T49" fmla="*/ 577 h 1064"/>
              <a:gd name="T50" fmla="*/ 47 w 891"/>
              <a:gd name="T51" fmla="*/ 540 h 1064"/>
              <a:gd name="T52" fmla="*/ 46 w 891"/>
              <a:gd name="T53" fmla="*/ 504 h 1064"/>
              <a:gd name="T54" fmla="*/ 40 w 891"/>
              <a:gd name="T55" fmla="*/ 467 h 1064"/>
              <a:gd name="T56" fmla="*/ 32 w 891"/>
              <a:gd name="T57" fmla="*/ 431 h 1064"/>
              <a:gd name="T58" fmla="*/ 27 w 891"/>
              <a:gd name="T59" fmla="*/ 409 h 1064"/>
              <a:gd name="T60" fmla="*/ 11 w 891"/>
              <a:gd name="T61" fmla="*/ 369 h 1064"/>
              <a:gd name="T62" fmla="*/ 603 w 891"/>
              <a:gd name="T63" fmla="*/ 0 h 10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91" h="1064">
                <a:moveTo>
                  <a:pt x="603" y="0"/>
                </a:moveTo>
                <a:lnTo>
                  <a:pt x="603" y="0"/>
                </a:lnTo>
                <a:lnTo>
                  <a:pt x="620" y="30"/>
                </a:lnTo>
                <a:lnTo>
                  <a:pt x="634" y="60"/>
                </a:lnTo>
                <a:lnTo>
                  <a:pt x="648" y="89"/>
                </a:lnTo>
                <a:lnTo>
                  <a:pt x="661" y="120"/>
                </a:lnTo>
                <a:lnTo>
                  <a:pt x="674" y="151"/>
                </a:lnTo>
                <a:lnTo>
                  <a:pt x="686" y="182"/>
                </a:lnTo>
                <a:lnTo>
                  <a:pt x="695" y="215"/>
                </a:lnTo>
                <a:lnTo>
                  <a:pt x="705" y="246"/>
                </a:lnTo>
                <a:lnTo>
                  <a:pt x="705" y="246"/>
                </a:lnTo>
                <a:lnTo>
                  <a:pt x="717" y="294"/>
                </a:lnTo>
                <a:lnTo>
                  <a:pt x="726" y="343"/>
                </a:lnTo>
                <a:lnTo>
                  <a:pt x="734" y="393"/>
                </a:lnTo>
                <a:lnTo>
                  <a:pt x="740" y="442"/>
                </a:lnTo>
                <a:lnTo>
                  <a:pt x="748" y="442"/>
                </a:lnTo>
                <a:lnTo>
                  <a:pt x="745" y="448"/>
                </a:lnTo>
                <a:lnTo>
                  <a:pt x="891" y="532"/>
                </a:lnTo>
                <a:lnTo>
                  <a:pt x="745" y="616"/>
                </a:lnTo>
                <a:lnTo>
                  <a:pt x="740" y="618"/>
                </a:lnTo>
                <a:lnTo>
                  <a:pt x="740" y="625"/>
                </a:lnTo>
                <a:lnTo>
                  <a:pt x="740" y="625"/>
                </a:lnTo>
                <a:lnTo>
                  <a:pt x="733" y="681"/>
                </a:lnTo>
                <a:lnTo>
                  <a:pt x="723" y="737"/>
                </a:lnTo>
                <a:lnTo>
                  <a:pt x="711" y="793"/>
                </a:lnTo>
                <a:lnTo>
                  <a:pt x="696" y="847"/>
                </a:lnTo>
                <a:lnTo>
                  <a:pt x="679" y="901"/>
                </a:lnTo>
                <a:lnTo>
                  <a:pt x="657" y="953"/>
                </a:lnTo>
                <a:lnTo>
                  <a:pt x="634" y="1006"/>
                </a:lnTo>
                <a:lnTo>
                  <a:pt x="607" y="1056"/>
                </a:lnTo>
                <a:lnTo>
                  <a:pt x="607" y="1056"/>
                </a:lnTo>
                <a:lnTo>
                  <a:pt x="603" y="1064"/>
                </a:lnTo>
                <a:lnTo>
                  <a:pt x="437" y="968"/>
                </a:lnTo>
                <a:lnTo>
                  <a:pt x="344" y="914"/>
                </a:lnTo>
                <a:lnTo>
                  <a:pt x="339" y="911"/>
                </a:lnTo>
                <a:lnTo>
                  <a:pt x="335" y="914"/>
                </a:lnTo>
                <a:lnTo>
                  <a:pt x="208" y="964"/>
                </a:lnTo>
                <a:lnTo>
                  <a:pt x="188" y="829"/>
                </a:lnTo>
                <a:lnTo>
                  <a:pt x="188" y="824"/>
                </a:lnTo>
                <a:lnTo>
                  <a:pt x="183" y="821"/>
                </a:lnTo>
                <a:lnTo>
                  <a:pt x="0" y="716"/>
                </a:lnTo>
                <a:lnTo>
                  <a:pt x="0" y="716"/>
                </a:lnTo>
                <a:lnTo>
                  <a:pt x="8" y="699"/>
                </a:lnTo>
                <a:lnTo>
                  <a:pt x="16" y="682"/>
                </a:lnTo>
                <a:lnTo>
                  <a:pt x="23" y="666"/>
                </a:lnTo>
                <a:lnTo>
                  <a:pt x="30" y="648"/>
                </a:lnTo>
                <a:lnTo>
                  <a:pt x="34" y="631"/>
                </a:lnTo>
                <a:lnTo>
                  <a:pt x="38" y="612"/>
                </a:lnTo>
                <a:lnTo>
                  <a:pt x="42" y="594"/>
                </a:lnTo>
                <a:lnTo>
                  <a:pt x="44" y="577"/>
                </a:lnTo>
                <a:lnTo>
                  <a:pt x="46" y="558"/>
                </a:lnTo>
                <a:lnTo>
                  <a:pt x="47" y="540"/>
                </a:lnTo>
                <a:lnTo>
                  <a:pt x="47" y="521"/>
                </a:lnTo>
                <a:lnTo>
                  <a:pt x="46" y="504"/>
                </a:lnTo>
                <a:lnTo>
                  <a:pt x="43" y="485"/>
                </a:lnTo>
                <a:lnTo>
                  <a:pt x="40" y="467"/>
                </a:lnTo>
                <a:lnTo>
                  <a:pt x="38" y="448"/>
                </a:lnTo>
                <a:lnTo>
                  <a:pt x="32" y="431"/>
                </a:lnTo>
                <a:lnTo>
                  <a:pt x="32" y="431"/>
                </a:lnTo>
                <a:lnTo>
                  <a:pt x="27" y="409"/>
                </a:lnTo>
                <a:lnTo>
                  <a:pt x="19" y="389"/>
                </a:lnTo>
                <a:lnTo>
                  <a:pt x="11" y="369"/>
                </a:lnTo>
                <a:lnTo>
                  <a:pt x="0" y="348"/>
                </a:lnTo>
                <a:lnTo>
                  <a:pt x="60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" name="Freeform 1381"/>
          <p:cNvSpPr>
            <a:spLocks/>
          </p:cNvSpPr>
          <p:nvPr/>
        </p:nvSpPr>
        <p:spPr bwMode="auto">
          <a:xfrm>
            <a:off x="3015315" y="3489164"/>
            <a:ext cx="1168391" cy="1378882"/>
          </a:xfrm>
          <a:custGeom>
            <a:avLst/>
            <a:gdLst>
              <a:gd name="T0" fmla="*/ 622 w 927"/>
              <a:gd name="T1" fmla="*/ 0 h 1094"/>
              <a:gd name="T2" fmla="*/ 1 w 927"/>
              <a:gd name="T3" fmla="*/ 359 h 1094"/>
              <a:gd name="T4" fmla="*/ 1 w 927"/>
              <a:gd name="T5" fmla="*/ 359 h 1094"/>
              <a:gd name="T6" fmla="*/ 12 w 927"/>
              <a:gd name="T7" fmla="*/ 381 h 1094"/>
              <a:gd name="T8" fmla="*/ 22 w 927"/>
              <a:gd name="T9" fmla="*/ 403 h 1094"/>
              <a:gd name="T10" fmla="*/ 30 w 927"/>
              <a:gd name="T11" fmla="*/ 424 h 1094"/>
              <a:gd name="T12" fmla="*/ 38 w 927"/>
              <a:gd name="T13" fmla="*/ 448 h 1094"/>
              <a:gd name="T14" fmla="*/ 38 w 927"/>
              <a:gd name="T15" fmla="*/ 448 h 1094"/>
              <a:gd name="T16" fmla="*/ 42 w 927"/>
              <a:gd name="T17" fmla="*/ 466 h 1094"/>
              <a:gd name="T18" fmla="*/ 46 w 927"/>
              <a:gd name="T19" fmla="*/ 484 h 1094"/>
              <a:gd name="T20" fmla="*/ 49 w 927"/>
              <a:gd name="T21" fmla="*/ 502 h 1094"/>
              <a:gd name="T22" fmla="*/ 50 w 927"/>
              <a:gd name="T23" fmla="*/ 520 h 1094"/>
              <a:gd name="T24" fmla="*/ 51 w 927"/>
              <a:gd name="T25" fmla="*/ 538 h 1094"/>
              <a:gd name="T26" fmla="*/ 51 w 927"/>
              <a:gd name="T27" fmla="*/ 556 h 1094"/>
              <a:gd name="T28" fmla="*/ 50 w 927"/>
              <a:gd name="T29" fmla="*/ 574 h 1094"/>
              <a:gd name="T30" fmla="*/ 49 w 927"/>
              <a:gd name="T31" fmla="*/ 592 h 1094"/>
              <a:gd name="T32" fmla="*/ 46 w 927"/>
              <a:gd name="T33" fmla="*/ 609 h 1094"/>
              <a:gd name="T34" fmla="*/ 42 w 927"/>
              <a:gd name="T35" fmla="*/ 627 h 1094"/>
              <a:gd name="T36" fmla="*/ 38 w 927"/>
              <a:gd name="T37" fmla="*/ 644 h 1094"/>
              <a:gd name="T38" fmla="*/ 32 w 927"/>
              <a:gd name="T39" fmla="*/ 662 h 1094"/>
              <a:gd name="T40" fmla="*/ 27 w 927"/>
              <a:gd name="T41" fmla="*/ 679 h 1094"/>
              <a:gd name="T42" fmla="*/ 20 w 927"/>
              <a:gd name="T43" fmla="*/ 696 h 1094"/>
              <a:gd name="T44" fmla="*/ 12 w 927"/>
              <a:gd name="T45" fmla="*/ 712 h 1094"/>
              <a:gd name="T46" fmla="*/ 4 w 927"/>
              <a:gd name="T47" fmla="*/ 729 h 1094"/>
              <a:gd name="T48" fmla="*/ 0 w 927"/>
              <a:gd name="T49" fmla="*/ 735 h 1094"/>
              <a:gd name="T50" fmla="*/ 193 w 927"/>
              <a:gd name="T51" fmla="*/ 845 h 1094"/>
              <a:gd name="T52" fmla="*/ 213 w 927"/>
              <a:gd name="T53" fmla="*/ 994 h 1094"/>
              <a:gd name="T54" fmla="*/ 354 w 927"/>
              <a:gd name="T55" fmla="*/ 939 h 1094"/>
              <a:gd name="T56" fmla="*/ 447 w 927"/>
              <a:gd name="T57" fmla="*/ 993 h 1094"/>
              <a:gd name="T58" fmla="*/ 622 w 927"/>
              <a:gd name="T59" fmla="*/ 1094 h 1094"/>
              <a:gd name="T60" fmla="*/ 622 w 927"/>
              <a:gd name="T61" fmla="*/ 1094 h 1094"/>
              <a:gd name="T62" fmla="*/ 632 w 927"/>
              <a:gd name="T63" fmla="*/ 1076 h 1094"/>
              <a:gd name="T64" fmla="*/ 632 w 927"/>
              <a:gd name="T65" fmla="*/ 1076 h 1094"/>
              <a:gd name="T66" fmla="*/ 659 w 927"/>
              <a:gd name="T67" fmla="*/ 1025 h 1094"/>
              <a:gd name="T68" fmla="*/ 683 w 927"/>
              <a:gd name="T69" fmla="*/ 972 h 1094"/>
              <a:gd name="T70" fmla="*/ 705 w 927"/>
              <a:gd name="T71" fmla="*/ 918 h 1094"/>
              <a:gd name="T72" fmla="*/ 722 w 927"/>
              <a:gd name="T73" fmla="*/ 864 h 1094"/>
              <a:gd name="T74" fmla="*/ 737 w 927"/>
              <a:gd name="T75" fmla="*/ 809 h 1094"/>
              <a:gd name="T76" fmla="*/ 749 w 927"/>
              <a:gd name="T77" fmla="*/ 754 h 1094"/>
              <a:gd name="T78" fmla="*/ 759 w 927"/>
              <a:gd name="T79" fmla="*/ 697 h 1094"/>
              <a:gd name="T80" fmla="*/ 765 w 927"/>
              <a:gd name="T81" fmla="*/ 640 h 1094"/>
              <a:gd name="T82" fmla="*/ 927 w 927"/>
              <a:gd name="T83" fmla="*/ 547 h 1094"/>
              <a:gd name="T84" fmla="*/ 765 w 927"/>
              <a:gd name="T85" fmla="*/ 454 h 1094"/>
              <a:gd name="T86" fmla="*/ 765 w 927"/>
              <a:gd name="T87" fmla="*/ 457 h 1094"/>
              <a:gd name="T88" fmla="*/ 765 w 927"/>
              <a:gd name="T89" fmla="*/ 457 h 1094"/>
              <a:gd name="T90" fmla="*/ 760 w 927"/>
              <a:gd name="T91" fmla="*/ 407 h 1094"/>
              <a:gd name="T92" fmla="*/ 752 w 927"/>
              <a:gd name="T93" fmla="*/ 357 h 1094"/>
              <a:gd name="T94" fmla="*/ 743 w 927"/>
              <a:gd name="T95" fmla="*/ 308 h 1094"/>
              <a:gd name="T96" fmla="*/ 730 w 927"/>
              <a:gd name="T97" fmla="*/ 258 h 1094"/>
              <a:gd name="T98" fmla="*/ 730 w 927"/>
              <a:gd name="T99" fmla="*/ 258 h 1094"/>
              <a:gd name="T100" fmla="*/ 720 w 927"/>
              <a:gd name="T101" fmla="*/ 224 h 1094"/>
              <a:gd name="T102" fmla="*/ 709 w 927"/>
              <a:gd name="T103" fmla="*/ 191 h 1094"/>
              <a:gd name="T104" fmla="*/ 697 w 927"/>
              <a:gd name="T105" fmla="*/ 158 h 1094"/>
              <a:gd name="T106" fmla="*/ 684 w 927"/>
              <a:gd name="T107" fmla="*/ 126 h 1094"/>
              <a:gd name="T108" fmla="*/ 671 w 927"/>
              <a:gd name="T109" fmla="*/ 93 h 1094"/>
              <a:gd name="T110" fmla="*/ 655 w 927"/>
              <a:gd name="T111" fmla="*/ 61 h 1094"/>
              <a:gd name="T112" fmla="*/ 640 w 927"/>
              <a:gd name="T113" fmla="*/ 31 h 1094"/>
              <a:gd name="T114" fmla="*/ 622 w 927"/>
              <a:gd name="T115" fmla="*/ 0 h 10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927" h="1094">
                <a:moveTo>
                  <a:pt x="622" y="0"/>
                </a:moveTo>
                <a:lnTo>
                  <a:pt x="1" y="359"/>
                </a:lnTo>
                <a:lnTo>
                  <a:pt x="1" y="359"/>
                </a:lnTo>
                <a:lnTo>
                  <a:pt x="12" y="381"/>
                </a:lnTo>
                <a:lnTo>
                  <a:pt x="22" y="403"/>
                </a:lnTo>
                <a:lnTo>
                  <a:pt x="30" y="424"/>
                </a:lnTo>
                <a:lnTo>
                  <a:pt x="38" y="448"/>
                </a:lnTo>
                <a:lnTo>
                  <a:pt x="38" y="448"/>
                </a:lnTo>
                <a:lnTo>
                  <a:pt x="42" y="466"/>
                </a:lnTo>
                <a:lnTo>
                  <a:pt x="46" y="484"/>
                </a:lnTo>
                <a:lnTo>
                  <a:pt x="49" y="502"/>
                </a:lnTo>
                <a:lnTo>
                  <a:pt x="50" y="520"/>
                </a:lnTo>
                <a:lnTo>
                  <a:pt x="51" y="538"/>
                </a:lnTo>
                <a:lnTo>
                  <a:pt x="51" y="556"/>
                </a:lnTo>
                <a:lnTo>
                  <a:pt x="50" y="574"/>
                </a:lnTo>
                <a:lnTo>
                  <a:pt x="49" y="592"/>
                </a:lnTo>
                <a:lnTo>
                  <a:pt x="46" y="609"/>
                </a:lnTo>
                <a:lnTo>
                  <a:pt x="42" y="627"/>
                </a:lnTo>
                <a:lnTo>
                  <a:pt x="38" y="644"/>
                </a:lnTo>
                <a:lnTo>
                  <a:pt x="32" y="662"/>
                </a:lnTo>
                <a:lnTo>
                  <a:pt x="27" y="679"/>
                </a:lnTo>
                <a:lnTo>
                  <a:pt x="20" y="696"/>
                </a:lnTo>
                <a:lnTo>
                  <a:pt x="12" y="712"/>
                </a:lnTo>
                <a:lnTo>
                  <a:pt x="4" y="729"/>
                </a:lnTo>
                <a:lnTo>
                  <a:pt x="0" y="735"/>
                </a:lnTo>
                <a:lnTo>
                  <a:pt x="193" y="845"/>
                </a:lnTo>
                <a:lnTo>
                  <a:pt x="213" y="994"/>
                </a:lnTo>
                <a:lnTo>
                  <a:pt x="354" y="939"/>
                </a:lnTo>
                <a:lnTo>
                  <a:pt x="447" y="993"/>
                </a:lnTo>
                <a:lnTo>
                  <a:pt x="622" y="1094"/>
                </a:lnTo>
                <a:lnTo>
                  <a:pt x="622" y="1094"/>
                </a:lnTo>
                <a:lnTo>
                  <a:pt x="632" y="1076"/>
                </a:lnTo>
                <a:lnTo>
                  <a:pt x="632" y="1076"/>
                </a:lnTo>
                <a:lnTo>
                  <a:pt x="659" y="1025"/>
                </a:lnTo>
                <a:lnTo>
                  <a:pt x="683" y="972"/>
                </a:lnTo>
                <a:lnTo>
                  <a:pt x="705" y="918"/>
                </a:lnTo>
                <a:lnTo>
                  <a:pt x="722" y="864"/>
                </a:lnTo>
                <a:lnTo>
                  <a:pt x="737" y="809"/>
                </a:lnTo>
                <a:lnTo>
                  <a:pt x="749" y="754"/>
                </a:lnTo>
                <a:lnTo>
                  <a:pt x="759" y="697"/>
                </a:lnTo>
                <a:lnTo>
                  <a:pt x="765" y="640"/>
                </a:lnTo>
                <a:lnTo>
                  <a:pt x="927" y="547"/>
                </a:lnTo>
                <a:lnTo>
                  <a:pt x="765" y="454"/>
                </a:lnTo>
                <a:lnTo>
                  <a:pt x="765" y="457"/>
                </a:lnTo>
                <a:lnTo>
                  <a:pt x="765" y="457"/>
                </a:lnTo>
                <a:lnTo>
                  <a:pt x="760" y="407"/>
                </a:lnTo>
                <a:lnTo>
                  <a:pt x="752" y="357"/>
                </a:lnTo>
                <a:lnTo>
                  <a:pt x="743" y="308"/>
                </a:lnTo>
                <a:lnTo>
                  <a:pt x="730" y="258"/>
                </a:lnTo>
                <a:lnTo>
                  <a:pt x="730" y="258"/>
                </a:lnTo>
                <a:lnTo>
                  <a:pt x="720" y="224"/>
                </a:lnTo>
                <a:lnTo>
                  <a:pt x="709" y="191"/>
                </a:lnTo>
                <a:lnTo>
                  <a:pt x="697" y="158"/>
                </a:lnTo>
                <a:lnTo>
                  <a:pt x="684" y="126"/>
                </a:lnTo>
                <a:lnTo>
                  <a:pt x="671" y="93"/>
                </a:lnTo>
                <a:lnTo>
                  <a:pt x="655" y="61"/>
                </a:lnTo>
                <a:lnTo>
                  <a:pt x="640" y="31"/>
                </a:lnTo>
                <a:lnTo>
                  <a:pt x="6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0" name="Picture 138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507" y="3596299"/>
            <a:ext cx="204185" cy="24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Picture 138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413" y="3566050"/>
            <a:ext cx="209227" cy="14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1384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595" y="3867286"/>
            <a:ext cx="66801" cy="4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" name="Picture 1385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595" y="3892494"/>
            <a:ext cx="15125" cy="1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" name="Picture 1386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407" y="3799224"/>
            <a:ext cx="276027" cy="10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" name="Picture 1387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595" y="3795443"/>
            <a:ext cx="199144" cy="112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Freeform 1388"/>
          <p:cNvSpPr>
            <a:spLocks/>
          </p:cNvSpPr>
          <p:nvPr/>
        </p:nvSpPr>
        <p:spPr bwMode="auto">
          <a:xfrm>
            <a:off x="2613247" y="2977441"/>
            <a:ext cx="1029747" cy="915054"/>
          </a:xfrm>
          <a:custGeom>
            <a:avLst/>
            <a:gdLst>
              <a:gd name="T0" fmla="*/ 378 w 817"/>
              <a:gd name="T1" fmla="*/ 726 h 726"/>
              <a:gd name="T2" fmla="*/ 378 w 817"/>
              <a:gd name="T3" fmla="*/ 726 h 726"/>
              <a:gd name="T4" fmla="*/ 362 w 817"/>
              <a:gd name="T5" fmla="*/ 702 h 726"/>
              <a:gd name="T6" fmla="*/ 345 w 817"/>
              <a:gd name="T7" fmla="*/ 678 h 726"/>
              <a:gd name="T8" fmla="*/ 327 w 817"/>
              <a:gd name="T9" fmla="*/ 656 h 726"/>
              <a:gd name="T10" fmla="*/ 307 w 817"/>
              <a:gd name="T11" fmla="*/ 636 h 726"/>
              <a:gd name="T12" fmla="*/ 287 w 817"/>
              <a:gd name="T13" fmla="*/ 617 h 726"/>
              <a:gd name="T14" fmla="*/ 265 w 817"/>
              <a:gd name="T15" fmla="*/ 599 h 726"/>
              <a:gd name="T16" fmla="*/ 241 w 817"/>
              <a:gd name="T17" fmla="*/ 582 h 726"/>
              <a:gd name="T18" fmla="*/ 218 w 817"/>
              <a:gd name="T19" fmla="*/ 567 h 726"/>
              <a:gd name="T20" fmla="*/ 192 w 817"/>
              <a:gd name="T21" fmla="*/ 555 h 726"/>
              <a:gd name="T22" fmla="*/ 166 w 817"/>
              <a:gd name="T23" fmla="*/ 543 h 726"/>
              <a:gd name="T24" fmla="*/ 141 w 817"/>
              <a:gd name="T25" fmla="*/ 532 h 726"/>
              <a:gd name="T26" fmla="*/ 114 w 817"/>
              <a:gd name="T27" fmla="*/ 524 h 726"/>
              <a:gd name="T28" fmla="*/ 85 w 817"/>
              <a:gd name="T29" fmla="*/ 517 h 726"/>
              <a:gd name="T30" fmla="*/ 57 w 817"/>
              <a:gd name="T31" fmla="*/ 512 h 726"/>
              <a:gd name="T32" fmla="*/ 29 w 817"/>
              <a:gd name="T33" fmla="*/ 509 h 726"/>
              <a:gd name="T34" fmla="*/ 0 w 817"/>
              <a:gd name="T35" fmla="*/ 508 h 726"/>
              <a:gd name="T36" fmla="*/ 0 w 817"/>
              <a:gd name="T37" fmla="*/ 0 h 726"/>
              <a:gd name="T38" fmla="*/ 0 w 817"/>
              <a:gd name="T39" fmla="*/ 0 h 726"/>
              <a:gd name="T40" fmla="*/ 31 w 817"/>
              <a:gd name="T41" fmla="*/ 1 h 726"/>
              <a:gd name="T42" fmla="*/ 63 w 817"/>
              <a:gd name="T43" fmla="*/ 3 h 726"/>
              <a:gd name="T44" fmla="*/ 94 w 817"/>
              <a:gd name="T45" fmla="*/ 5 h 726"/>
              <a:gd name="T46" fmla="*/ 125 w 817"/>
              <a:gd name="T47" fmla="*/ 9 h 726"/>
              <a:gd name="T48" fmla="*/ 156 w 817"/>
              <a:gd name="T49" fmla="*/ 13 h 726"/>
              <a:gd name="T50" fmla="*/ 185 w 817"/>
              <a:gd name="T51" fmla="*/ 20 h 726"/>
              <a:gd name="T52" fmla="*/ 216 w 817"/>
              <a:gd name="T53" fmla="*/ 27 h 726"/>
              <a:gd name="T54" fmla="*/ 246 w 817"/>
              <a:gd name="T55" fmla="*/ 34 h 726"/>
              <a:gd name="T56" fmla="*/ 276 w 817"/>
              <a:gd name="T57" fmla="*/ 43 h 726"/>
              <a:gd name="T58" fmla="*/ 304 w 817"/>
              <a:gd name="T59" fmla="*/ 53 h 726"/>
              <a:gd name="T60" fmla="*/ 333 w 817"/>
              <a:gd name="T61" fmla="*/ 62 h 726"/>
              <a:gd name="T62" fmla="*/ 361 w 817"/>
              <a:gd name="T63" fmla="*/ 74 h 726"/>
              <a:gd name="T64" fmla="*/ 389 w 817"/>
              <a:gd name="T65" fmla="*/ 86 h 726"/>
              <a:gd name="T66" fmla="*/ 418 w 817"/>
              <a:gd name="T67" fmla="*/ 100 h 726"/>
              <a:gd name="T68" fmla="*/ 445 w 817"/>
              <a:gd name="T69" fmla="*/ 113 h 726"/>
              <a:gd name="T70" fmla="*/ 472 w 817"/>
              <a:gd name="T71" fmla="*/ 128 h 726"/>
              <a:gd name="T72" fmla="*/ 497 w 817"/>
              <a:gd name="T73" fmla="*/ 144 h 726"/>
              <a:gd name="T74" fmla="*/ 523 w 817"/>
              <a:gd name="T75" fmla="*/ 161 h 726"/>
              <a:gd name="T76" fmla="*/ 549 w 817"/>
              <a:gd name="T77" fmla="*/ 178 h 726"/>
              <a:gd name="T78" fmla="*/ 573 w 817"/>
              <a:gd name="T79" fmla="*/ 196 h 726"/>
              <a:gd name="T80" fmla="*/ 597 w 817"/>
              <a:gd name="T81" fmla="*/ 215 h 726"/>
              <a:gd name="T82" fmla="*/ 620 w 817"/>
              <a:gd name="T83" fmla="*/ 235 h 726"/>
              <a:gd name="T84" fmla="*/ 643 w 817"/>
              <a:gd name="T85" fmla="*/ 255 h 726"/>
              <a:gd name="T86" fmla="*/ 666 w 817"/>
              <a:gd name="T87" fmla="*/ 277 h 726"/>
              <a:gd name="T88" fmla="*/ 688 w 817"/>
              <a:gd name="T89" fmla="*/ 298 h 726"/>
              <a:gd name="T90" fmla="*/ 708 w 817"/>
              <a:gd name="T91" fmla="*/ 321 h 726"/>
              <a:gd name="T92" fmla="*/ 728 w 817"/>
              <a:gd name="T93" fmla="*/ 344 h 726"/>
              <a:gd name="T94" fmla="*/ 747 w 817"/>
              <a:gd name="T95" fmla="*/ 368 h 726"/>
              <a:gd name="T96" fmla="*/ 766 w 817"/>
              <a:gd name="T97" fmla="*/ 393 h 726"/>
              <a:gd name="T98" fmla="*/ 783 w 817"/>
              <a:gd name="T99" fmla="*/ 418 h 726"/>
              <a:gd name="T100" fmla="*/ 801 w 817"/>
              <a:gd name="T101" fmla="*/ 445 h 726"/>
              <a:gd name="T102" fmla="*/ 817 w 817"/>
              <a:gd name="T103" fmla="*/ 472 h 726"/>
              <a:gd name="T104" fmla="*/ 669 w 817"/>
              <a:gd name="T105" fmla="*/ 559 h 726"/>
              <a:gd name="T106" fmla="*/ 646 w 817"/>
              <a:gd name="T107" fmla="*/ 703 h 726"/>
              <a:gd name="T108" fmla="*/ 511 w 817"/>
              <a:gd name="T109" fmla="*/ 649 h 726"/>
              <a:gd name="T110" fmla="*/ 378 w 817"/>
              <a:gd name="T111" fmla="*/ 726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17" h="726">
                <a:moveTo>
                  <a:pt x="378" y="726"/>
                </a:moveTo>
                <a:lnTo>
                  <a:pt x="378" y="726"/>
                </a:lnTo>
                <a:lnTo>
                  <a:pt x="362" y="702"/>
                </a:lnTo>
                <a:lnTo>
                  <a:pt x="345" y="678"/>
                </a:lnTo>
                <a:lnTo>
                  <a:pt x="327" y="656"/>
                </a:lnTo>
                <a:lnTo>
                  <a:pt x="307" y="636"/>
                </a:lnTo>
                <a:lnTo>
                  <a:pt x="287" y="617"/>
                </a:lnTo>
                <a:lnTo>
                  <a:pt x="265" y="599"/>
                </a:lnTo>
                <a:lnTo>
                  <a:pt x="241" y="582"/>
                </a:lnTo>
                <a:lnTo>
                  <a:pt x="218" y="567"/>
                </a:lnTo>
                <a:lnTo>
                  <a:pt x="192" y="555"/>
                </a:lnTo>
                <a:lnTo>
                  <a:pt x="166" y="543"/>
                </a:lnTo>
                <a:lnTo>
                  <a:pt x="141" y="532"/>
                </a:lnTo>
                <a:lnTo>
                  <a:pt x="114" y="524"/>
                </a:lnTo>
                <a:lnTo>
                  <a:pt x="85" y="517"/>
                </a:lnTo>
                <a:lnTo>
                  <a:pt x="57" y="512"/>
                </a:lnTo>
                <a:lnTo>
                  <a:pt x="29" y="509"/>
                </a:lnTo>
                <a:lnTo>
                  <a:pt x="0" y="508"/>
                </a:lnTo>
                <a:lnTo>
                  <a:pt x="0" y="0"/>
                </a:lnTo>
                <a:lnTo>
                  <a:pt x="0" y="0"/>
                </a:lnTo>
                <a:lnTo>
                  <a:pt x="31" y="1"/>
                </a:lnTo>
                <a:lnTo>
                  <a:pt x="63" y="3"/>
                </a:lnTo>
                <a:lnTo>
                  <a:pt x="94" y="5"/>
                </a:lnTo>
                <a:lnTo>
                  <a:pt x="125" y="9"/>
                </a:lnTo>
                <a:lnTo>
                  <a:pt x="156" y="13"/>
                </a:lnTo>
                <a:lnTo>
                  <a:pt x="185" y="20"/>
                </a:lnTo>
                <a:lnTo>
                  <a:pt x="216" y="27"/>
                </a:lnTo>
                <a:lnTo>
                  <a:pt x="246" y="34"/>
                </a:lnTo>
                <a:lnTo>
                  <a:pt x="276" y="43"/>
                </a:lnTo>
                <a:lnTo>
                  <a:pt x="304" y="53"/>
                </a:lnTo>
                <a:lnTo>
                  <a:pt x="333" y="62"/>
                </a:lnTo>
                <a:lnTo>
                  <a:pt x="361" y="74"/>
                </a:lnTo>
                <a:lnTo>
                  <a:pt x="389" y="86"/>
                </a:lnTo>
                <a:lnTo>
                  <a:pt x="418" y="100"/>
                </a:lnTo>
                <a:lnTo>
                  <a:pt x="445" y="113"/>
                </a:lnTo>
                <a:lnTo>
                  <a:pt x="472" y="128"/>
                </a:lnTo>
                <a:lnTo>
                  <a:pt x="497" y="144"/>
                </a:lnTo>
                <a:lnTo>
                  <a:pt x="523" y="161"/>
                </a:lnTo>
                <a:lnTo>
                  <a:pt x="549" y="178"/>
                </a:lnTo>
                <a:lnTo>
                  <a:pt x="573" y="196"/>
                </a:lnTo>
                <a:lnTo>
                  <a:pt x="597" y="215"/>
                </a:lnTo>
                <a:lnTo>
                  <a:pt x="620" y="235"/>
                </a:lnTo>
                <a:lnTo>
                  <a:pt x="643" y="255"/>
                </a:lnTo>
                <a:lnTo>
                  <a:pt x="666" y="277"/>
                </a:lnTo>
                <a:lnTo>
                  <a:pt x="688" y="298"/>
                </a:lnTo>
                <a:lnTo>
                  <a:pt x="708" y="321"/>
                </a:lnTo>
                <a:lnTo>
                  <a:pt x="728" y="344"/>
                </a:lnTo>
                <a:lnTo>
                  <a:pt x="747" y="368"/>
                </a:lnTo>
                <a:lnTo>
                  <a:pt x="766" y="393"/>
                </a:lnTo>
                <a:lnTo>
                  <a:pt x="783" y="418"/>
                </a:lnTo>
                <a:lnTo>
                  <a:pt x="801" y="445"/>
                </a:lnTo>
                <a:lnTo>
                  <a:pt x="817" y="472"/>
                </a:lnTo>
                <a:lnTo>
                  <a:pt x="669" y="559"/>
                </a:lnTo>
                <a:lnTo>
                  <a:pt x="646" y="703"/>
                </a:lnTo>
                <a:lnTo>
                  <a:pt x="511" y="649"/>
                </a:lnTo>
                <a:lnTo>
                  <a:pt x="378" y="7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" name="Freeform 1389"/>
          <p:cNvSpPr>
            <a:spLocks/>
          </p:cNvSpPr>
          <p:nvPr/>
        </p:nvSpPr>
        <p:spPr bwMode="auto">
          <a:xfrm>
            <a:off x="2613247" y="2977441"/>
            <a:ext cx="1029747" cy="915054"/>
          </a:xfrm>
          <a:custGeom>
            <a:avLst/>
            <a:gdLst>
              <a:gd name="T0" fmla="*/ 378 w 817"/>
              <a:gd name="T1" fmla="*/ 726 h 726"/>
              <a:gd name="T2" fmla="*/ 378 w 817"/>
              <a:gd name="T3" fmla="*/ 726 h 726"/>
              <a:gd name="T4" fmla="*/ 362 w 817"/>
              <a:gd name="T5" fmla="*/ 702 h 726"/>
              <a:gd name="T6" fmla="*/ 345 w 817"/>
              <a:gd name="T7" fmla="*/ 678 h 726"/>
              <a:gd name="T8" fmla="*/ 327 w 817"/>
              <a:gd name="T9" fmla="*/ 656 h 726"/>
              <a:gd name="T10" fmla="*/ 307 w 817"/>
              <a:gd name="T11" fmla="*/ 636 h 726"/>
              <a:gd name="T12" fmla="*/ 287 w 817"/>
              <a:gd name="T13" fmla="*/ 617 h 726"/>
              <a:gd name="T14" fmla="*/ 265 w 817"/>
              <a:gd name="T15" fmla="*/ 599 h 726"/>
              <a:gd name="T16" fmla="*/ 241 w 817"/>
              <a:gd name="T17" fmla="*/ 582 h 726"/>
              <a:gd name="T18" fmla="*/ 218 w 817"/>
              <a:gd name="T19" fmla="*/ 567 h 726"/>
              <a:gd name="T20" fmla="*/ 192 w 817"/>
              <a:gd name="T21" fmla="*/ 555 h 726"/>
              <a:gd name="T22" fmla="*/ 166 w 817"/>
              <a:gd name="T23" fmla="*/ 543 h 726"/>
              <a:gd name="T24" fmla="*/ 141 w 817"/>
              <a:gd name="T25" fmla="*/ 532 h 726"/>
              <a:gd name="T26" fmla="*/ 114 w 817"/>
              <a:gd name="T27" fmla="*/ 524 h 726"/>
              <a:gd name="T28" fmla="*/ 85 w 817"/>
              <a:gd name="T29" fmla="*/ 517 h 726"/>
              <a:gd name="T30" fmla="*/ 57 w 817"/>
              <a:gd name="T31" fmla="*/ 512 h 726"/>
              <a:gd name="T32" fmla="*/ 29 w 817"/>
              <a:gd name="T33" fmla="*/ 509 h 726"/>
              <a:gd name="T34" fmla="*/ 0 w 817"/>
              <a:gd name="T35" fmla="*/ 508 h 726"/>
              <a:gd name="T36" fmla="*/ 0 w 817"/>
              <a:gd name="T37" fmla="*/ 0 h 726"/>
              <a:gd name="T38" fmla="*/ 0 w 817"/>
              <a:gd name="T39" fmla="*/ 0 h 726"/>
              <a:gd name="T40" fmla="*/ 31 w 817"/>
              <a:gd name="T41" fmla="*/ 1 h 726"/>
              <a:gd name="T42" fmla="*/ 63 w 817"/>
              <a:gd name="T43" fmla="*/ 3 h 726"/>
              <a:gd name="T44" fmla="*/ 94 w 817"/>
              <a:gd name="T45" fmla="*/ 5 h 726"/>
              <a:gd name="T46" fmla="*/ 125 w 817"/>
              <a:gd name="T47" fmla="*/ 9 h 726"/>
              <a:gd name="T48" fmla="*/ 156 w 817"/>
              <a:gd name="T49" fmla="*/ 13 h 726"/>
              <a:gd name="T50" fmla="*/ 185 w 817"/>
              <a:gd name="T51" fmla="*/ 20 h 726"/>
              <a:gd name="T52" fmla="*/ 216 w 817"/>
              <a:gd name="T53" fmla="*/ 27 h 726"/>
              <a:gd name="T54" fmla="*/ 246 w 817"/>
              <a:gd name="T55" fmla="*/ 34 h 726"/>
              <a:gd name="T56" fmla="*/ 276 w 817"/>
              <a:gd name="T57" fmla="*/ 43 h 726"/>
              <a:gd name="T58" fmla="*/ 304 w 817"/>
              <a:gd name="T59" fmla="*/ 53 h 726"/>
              <a:gd name="T60" fmla="*/ 333 w 817"/>
              <a:gd name="T61" fmla="*/ 62 h 726"/>
              <a:gd name="T62" fmla="*/ 361 w 817"/>
              <a:gd name="T63" fmla="*/ 74 h 726"/>
              <a:gd name="T64" fmla="*/ 389 w 817"/>
              <a:gd name="T65" fmla="*/ 86 h 726"/>
              <a:gd name="T66" fmla="*/ 418 w 817"/>
              <a:gd name="T67" fmla="*/ 100 h 726"/>
              <a:gd name="T68" fmla="*/ 445 w 817"/>
              <a:gd name="T69" fmla="*/ 113 h 726"/>
              <a:gd name="T70" fmla="*/ 472 w 817"/>
              <a:gd name="T71" fmla="*/ 128 h 726"/>
              <a:gd name="T72" fmla="*/ 497 w 817"/>
              <a:gd name="T73" fmla="*/ 144 h 726"/>
              <a:gd name="T74" fmla="*/ 523 w 817"/>
              <a:gd name="T75" fmla="*/ 161 h 726"/>
              <a:gd name="T76" fmla="*/ 549 w 817"/>
              <a:gd name="T77" fmla="*/ 178 h 726"/>
              <a:gd name="T78" fmla="*/ 573 w 817"/>
              <a:gd name="T79" fmla="*/ 196 h 726"/>
              <a:gd name="T80" fmla="*/ 597 w 817"/>
              <a:gd name="T81" fmla="*/ 215 h 726"/>
              <a:gd name="T82" fmla="*/ 620 w 817"/>
              <a:gd name="T83" fmla="*/ 235 h 726"/>
              <a:gd name="T84" fmla="*/ 643 w 817"/>
              <a:gd name="T85" fmla="*/ 255 h 726"/>
              <a:gd name="T86" fmla="*/ 666 w 817"/>
              <a:gd name="T87" fmla="*/ 277 h 726"/>
              <a:gd name="T88" fmla="*/ 688 w 817"/>
              <a:gd name="T89" fmla="*/ 298 h 726"/>
              <a:gd name="T90" fmla="*/ 708 w 817"/>
              <a:gd name="T91" fmla="*/ 321 h 726"/>
              <a:gd name="T92" fmla="*/ 728 w 817"/>
              <a:gd name="T93" fmla="*/ 344 h 726"/>
              <a:gd name="T94" fmla="*/ 747 w 817"/>
              <a:gd name="T95" fmla="*/ 368 h 726"/>
              <a:gd name="T96" fmla="*/ 766 w 817"/>
              <a:gd name="T97" fmla="*/ 393 h 726"/>
              <a:gd name="T98" fmla="*/ 783 w 817"/>
              <a:gd name="T99" fmla="*/ 418 h 726"/>
              <a:gd name="T100" fmla="*/ 801 w 817"/>
              <a:gd name="T101" fmla="*/ 445 h 726"/>
              <a:gd name="T102" fmla="*/ 817 w 817"/>
              <a:gd name="T103" fmla="*/ 472 h 726"/>
              <a:gd name="T104" fmla="*/ 669 w 817"/>
              <a:gd name="T105" fmla="*/ 559 h 726"/>
              <a:gd name="T106" fmla="*/ 646 w 817"/>
              <a:gd name="T107" fmla="*/ 703 h 726"/>
              <a:gd name="T108" fmla="*/ 511 w 817"/>
              <a:gd name="T109" fmla="*/ 649 h 726"/>
              <a:gd name="T110" fmla="*/ 378 w 817"/>
              <a:gd name="T111" fmla="*/ 726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17" h="726">
                <a:moveTo>
                  <a:pt x="378" y="726"/>
                </a:moveTo>
                <a:lnTo>
                  <a:pt x="378" y="726"/>
                </a:lnTo>
                <a:lnTo>
                  <a:pt x="362" y="702"/>
                </a:lnTo>
                <a:lnTo>
                  <a:pt x="345" y="678"/>
                </a:lnTo>
                <a:lnTo>
                  <a:pt x="327" y="656"/>
                </a:lnTo>
                <a:lnTo>
                  <a:pt x="307" y="636"/>
                </a:lnTo>
                <a:lnTo>
                  <a:pt x="287" y="617"/>
                </a:lnTo>
                <a:lnTo>
                  <a:pt x="265" y="599"/>
                </a:lnTo>
                <a:lnTo>
                  <a:pt x="241" y="582"/>
                </a:lnTo>
                <a:lnTo>
                  <a:pt x="218" y="567"/>
                </a:lnTo>
                <a:lnTo>
                  <a:pt x="192" y="555"/>
                </a:lnTo>
                <a:lnTo>
                  <a:pt x="166" y="543"/>
                </a:lnTo>
                <a:lnTo>
                  <a:pt x="141" y="532"/>
                </a:lnTo>
                <a:lnTo>
                  <a:pt x="114" y="524"/>
                </a:lnTo>
                <a:lnTo>
                  <a:pt x="85" y="517"/>
                </a:lnTo>
                <a:lnTo>
                  <a:pt x="57" y="512"/>
                </a:lnTo>
                <a:lnTo>
                  <a:pt x="29" y="509"/>
                </a:lnTo>
                <a:lnTo>
                  <a:pt x="0" y="508"/>
                </a:lnTo>
                <a:lnTo>
                  <a:pt x="0" y="0"/>
                </a:lnTo>
                <a:lnTo>
                  <a:pt x="0" y="0"/>
                </a:lnTo>
                <a:lnTo>
                  <a:pt x="31" y="1"/>
                </a:lnTo>
                <a:lnTo>
                  <a:pt x="63" y="3"/>
                </a:lnTo>
                <a:lnTo>
                  <a:pt x="94" y="5"/>
                </a:lnTo>
                <a:lnTo>
                  <a:pt x="125" y="9"/>
                </a:lnTo>
                <a:lnTo>
                  <a:pt x="156" y="13"/>
                </a:lnTo>
                <a:lnTo>
                  <a:pt x="185" y="20"/>
                </a:lnTo>
                <a:lnTo>
                  <a:pt x="216" y="27"/>
                </a:lnTo>
                <a:lnTo>
                  <a:pt x="246" y="34"/>
                </a:lnTo>
                <a:lnTo>
                  <a:pt x="276" y="43"/>
                </a:lnTo>
                <a:lnTo>
                  <a:pt x="304" y="53"/>
                </a:lnTo>
                <a:lnTo>
                  <a:pt x="333" y="62"/>
                </a:lnTo>
                <a:lnTo>
                  <a:pt x="361" y="74"/>
                </a:lnTo>
                <a:lnTo>
                  <a:pt x="389" y="86"/>
                </a:lnTo>
                <a:lnTo>
                  <a:pt x="418" y="100"/>
                </a:lnTo>
                <a:lnTo>
                  <a:pt x="445" y="113"/>
                </a:lnTo>
                <a:lnTo>
                  <a:pt x="472" y="128"/>
                </a:lnTo>
                <a:lnTo>
                  <a:pt x="497" y="144"/>
                </a:lnTo>
                <a:lnTo>
                  <a:pt x="523" y="161"/>
                </a:lnTo>
                <a:lnTo>
                  <a:pt x="549" y="178"/>
                </a:lnTo>
                <a:lnTo>
                  <a:pt x="573" y="196"/>
                </a:lnTo>
                <a:lnTo>
                  <a:pt x="597" y="215"/>
                </a:lnTo>
                <a:lnTo>
                  <a:pt x="620" y="235"/>
                </a:lnTo>
                <a:lnTo>
                  <a:pt x="643" y="255"/>
                </a:lnTo>
                <a:lnTo>
                  <a:pt x="666" y="277"/>
                </a:lnTo>
                <a:lnTo>
                  <a:pt x="688" y="298"/>
                </a:lnTo>
                <a:lnTo>
                  <a:pt x="708" y="321"/>
                </a:lnTo>
                <a:lnTo>
                  <a:pt x="728" y="344"/>
                </a:lnTo>
                <a:lnTo>
                  <a:pt x="747" y="368"/>
                </a:lnTo>
                <a:lnTo>
                  <a:pt x="766" y="393"/>
                </a:lnTo>
                <a:lnTo>
                  <a:pt x="783" y="418"/>
                </a:lnTo>
                <a:lnTo>
                  <a:pt x="801" y="445"/>
                </a:lnTo>
                <a:lnTo>
                  <a:pt x="817" y="472"/>
                </a:lnTo>
                <a:lnTo>
                  <a:pt x="669" y="559"/>
                </a:lnTo>
                <a:lnTo>
                  <a:pt x="646" y="703"/>
                </a:lnTo>
                <a:lnTo>
                  <a:pt x="511" y="649"/>
                </a:lnTo>
                <a:lnTo>
                  <a:pt x="378" y="72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" name="Freeform 1390"/>
          <p:cNvSpPr>
            <a:spLocks noEditPoints="1"/>
          </p:cNvSpPr>
          <p:nvPr/>
        </p:nvSpPr>
        <p:spPr bwMode="auto">
          <a:xfrm>
            <a:off x="2606945" y="2971138"/>
            <a:ext cx="1046132" cy="930179"/>
          </a:xfrm>
          <a:custGeom>
            <a:avLst/>
            <a:gdLst>
              <a:gd name="T0" fmla="*/ 11 w 830"/>
              <a:gd name="T1" fmla="*/ 10 h 738"/>
              <a:gd name="T2" fmla="*/ 73 w 830"/>
              <a:gd name="T3" fmla="*/ 13 h 738"/>
              <a:gd name="T4" fmla="*/ 134 w 830"/>
              <a:gd name="T5" fmla="*/ 20 h 738"/>
              <a:gd name="T6" fmla="*/ 193 w 830"/>
              <a:gd name="T7" fmla="*/ 31 h 738"/>
              <a:gd name="T8" fmla="*/ 252 w 830"/>
              <a:gd name="T9" fmla="*/ 45 h 738"/>
              <a:gd name="T10" fmla="*/ 309 w 830"/>
              <a:gd name="T11" fmla="*/ 63 h 738"/>
              <a:gd name="T12" fmla="*/ 366 w 830"/>
              <a:gd name="T13" fmla="*/ 85 h 738"/>
              <a:gd name="T14" fmla="*/ 420 w 830"/>
              <a:gd name="T15" fmla="*/ 109 h 738"/>
              <a:gd name="T16" fmla="*/ 474 w 830"/>
              <a:gd name="T17" fmla="*/ 137 h 738"/>
              <a:gd name="T18" fmla="*/ 524 w 830"/>
              <a:gd name="T19" fmla="*/ 170 h 738"/>
              <a:gd name="T20" fmla="*/ 574 w 830"/>
              <a:gd name="T21" fmla="*/ 205 h 738"/>
              <a:gd name="T22" fmla="*/ 620 w 830"/>
              <a:gd name="T23" fmla="*/ 243 h 738"/>
              <a:gd name="T24" fmla="*/ 664 w 830"/>
              <a:gd name="T25" fmla="*/ 283 h 738"/>
              <a:gd name="T26" fmla="*/ 706 w 830"/>
              <a:gd name="T27" fmla="*/ 328 h 738"/>
              <a:gd name="T28" fmla="*/ 745 w 830"/>
              <a:gd name="T29" fmla="*/ 373 h 738"/>
              <a:gd name="T30" fmla="*/ 782 w 830"/>
              <a:gd name="T31" fmla="*/ 423 h 738"/>
              <a:gd name="T32" fmla="*/ 815 w 830"/>
              <a:gd name="T33" fmla="*/ 475 h 738"/>
              <a:gd name="T34" fmla="*/ 668 w 830"/>
              <a:gd name="T35" fmla="*/ 560 h 738"/>
              <a:gd name="T36" fmla="*/ 653 w 830"/>
              <a:gd name="T37" fmla="*/ 662 h 738"/>
              <a:gd name="T38" fmla="*/ 521 w 830"/>
              <a:gd name="T39" fmla="*/ 650 h 738"/>
              <a:gd name="T40" fmla="*/ 512 w 830"/>
              <a:gd name="T41" fmla="*/ 650 h 738"/>
              <a:gd name="T42" fmla="*/ 385 w 830"/>
              <a:gd name="T43" fmla="*/ 723 h 738"/>
              <a:gd name="T44" fmla="*/ 352 w 830"/>
              <a:gd name="T45" fmla="*/ 677 h 738"/>
              <a:gd name="T46" fmla="*/ 315 w 830"/>
              <a:gd name="T47" fmla="*/ 635 h 738"/>
              <a:gd name="T48" fmla="*/ 271 w 830"/>
              <a:gd name="T49" fmla="*/ 599 h 738"/>
              <a:gd name="T50" fmla="*/ 225 w 830"/>
              <a:gd name="T51" fmla="*/ 568 h 738"/>
              <a:gd name="T52" fmla="*/ 176 w 830"/>
              <a:gd name="T53" fmla="*/ 544 h 738"/>
              <a:gd name="T54" fmla="*/ 123 w 830"/>
              <a:gd name="T55" fmla="*/ 525 h 738"/>
              <a:gd name="T56" fmla="*/ 68 w 830"/>
              <a:gd name="T57" fmla="*/ 513 h 738"/>
              <a:gd name="T58" fmla="*/ 11 w 830"/>
              <a:gd name="T59" fmla="*/ 507 h 738"/>
              <a:gd name="T60" fmla="*/ 0 w 830"/>
              <a:gd name="T61" fmla="*/ 0 h 738"/>
              <a:gd name="T62" fmla="*/ 0 w 830"/>
              <a:gd name="T63" fmla="*/ 518 h 738"/>
              <a:gd name="T64" fmla="*/ 58 w 830"/>
              <a:gd name="T65" fmla="*/ 522 h 738"/>
              <a:gd name="T66" fmla="*/ 115 w 830"/>
              <a:gd name="T67" fmla="*/ 533 h 738"/>
              <a:gd name="T68" fmla="*/ 169 w 830"/>
              <a:gd name="T69" fmla="*/ 552 h 738"/>
              <a:gd name="T70" fmla="*/ 220 w 830"/>
              <a:gd name="T71" fmla="*/ 577 h 738"/>
              <a:gd name="T72" fmla="*/ 267 w 830"/>
              <a:gd name="T73" fmla="*/ 608 h 738"/>
              <a:gd name="T74" fmla="*/ 311 w 830"/>
              <a:gd name="T75" fmla="*/ 646 h 738"/>
              <a:gd name="T76" fmla="*/ 348 w 830"/>
              <a:gd name="T77" fmla="*/ 689 h 738"/>
              <a:gd name="T78" fmla="*/ 381 w 830"/>
              <a:gd name="T79" fmla="*/ 738 h 738"/>
              <a:gd name="T80" fmla="*/ 656 w 830"/>
              <a:gd name="T81" fmla="*/ 715 h 738"/>
              <a:gd name="T82" fmla="*/ 663 w 830"/>
              <a:gd name="T83" fmla="*/ 664 h 738"/>
              <a:gd name="T84" fmla="*/ 830 w 830"/>
              <a:gd name="T85" fmla="*/ 479 h 738"/>
              <a:gd name="T86" fmla="*/ 814 w 830"/>
              <a:gd name="T87" fmla="*/ 452 h 738"/>
              <a:gd name="T88" fmla="*/ 778 w 830"/>
              <a:gd name="T89" fmla="*/ 399 h 738"/>
              <a:gd name="T90" fmla="*/ 740 w 830"/>
              <a:gd name="T91" fmla="*/ 349 h 738"/>
              <a:gd name="T92" fmla="*/ 698 w 830"/>
              <a:gd name="T93" fmla="*/ 302 h 738"/>
              <a:gd name="T94" fmla="*/ 653 w 830"/>
              <a:gd name="T95" fmla="*/ 257 h 738"/>
              <a:gd name="T96" fmla="*/ 606 w 830"/>
              <a:gd name="T97" fmla="*/ 217 h 738"/>
              <a:gd name="T98" fmla="*/ 558 w 830"/>
              <a:gd name="T99" fmla="*/ 179 h 738"/>
              <a:gd name="T100" fmla="*/ 505 w 830"/>
              <a:gd name="T101" fmla="*/ 144 h 738"/>
              <a:gd name="T102" fmla="*/ 452 w 830"/>
              <a:gd name="T103" fmla="*/ 113 h 738"/>
              <a:gd name="T104" fmla="*/ 396 w 830"/>
              <a:gd name="T105" fmla="*/ 86 h 738"/>
              <a:gd name="T106" fmla="*/ 339 w 830"/>
              <a:gd name="T107" fmla="*/ 62 h 738"/>
              <a:gd name="T108" fmla="*/ 279 w 830"/>
              <a:gd name="T109" fmla="*/ 41 h 738"/>
              <a:gd name="T110" fmla="*/ 219 w 830"/>
              <a:gd name="T111" fmla="*/ 25 h 738"/>
              <a:gd name="T112" fmla="*/ 158 w 830"/>
              <a:gd name="T113" fmla="*/ 13 h 738"/>
              <a:gd name="T114" fmla="*/ 96 w 830"/>
              <a:gd name="T115" fmla="*/ 5 h 738"/>
              <a:gd name="T116" fmla="*/ 32 w 830"/>
              <a:gd name="T117" fmla="*/ 1 h 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30" h="738">
                <a:moveTo>
                  <a:pt x="11" y="10"/>
                </a:moveTo>
                <a:lnTo>
                  <a:pt x="11" y="10"/>
                </a:lnTo>
                <a:lnTo>
                  <a:pt x="42" y="12"/>
                </a:lnTo>
                <a:lnTo>
                  <a:pt x="73" y="13"/>
                </a:lnTo>
                <a:lnTo>
                  <a:pt x="103" y="16"/>
                </a:lnTo>
                <a:lnTo>
                  <a:pt x="134" y="20"/>
                </a:lnTo>
                <a:lnTo>
                  <a:pt x="163" y="25"/>
                </a:lnTo>
                <a:lnTo>
                  <a:pt x="193" y="31"/>
                </a:lnTo>
                <a:lnTo>
                  <a:pt x="223" y="37"/>
                </a:lnTo>
                <a:lnTo>
                  <a:pt x="252" y="45"/>
                </a:lnTo>
                <a:lnTo>
                  <a:pt x="281" y="54"/>
                </a:lnTo>
                <a:lnTo>
                  <a:pt x="309" y="63"/>
                </a:lnTo>
                <a:lnTo>
                  <a:pt x="338" y="74"/>
                </a:lnTo>
                <a:lnTo>
                  <a:pt x="366" y="85"/>
                </a:lnTo>
                <a:lnTo>
                  <a:pt x="393" y="97"/>
                </a:lnTo>
                <a:lnTo>
                  <a:pt x="420" y="109"/>
                </a:lnTo>
                <a:lnTo>
                  <a:pt x="447" y="124"/>
                </a:lnTo>
                <a:lnTo>
                  <a:pt x="474" y="137"/>
                </a:lnTo>
                <a:lnTo>
                  <a:pt x="500" y="153"/>
                </a:lnTo>
                <a:lnTo>
                  <a:pt x="524" y="170"/>
                </a:lnTo>
                <a:lnTo>
                  <a:pt x="549" y="187"/>
                </a:lnTo>
                <a:lnTo>
                  <a:pt x="574" y="205"/>
                </a:lnTo>
                <a:lnTo>
                  <a:pt x="597" y="224"/>
                </a:lnTo>
                <a:lnTo>
                  <a:pt x="620" y="243"/>
                </a:lnTo>
                <a:lnTo>
                  <a:pt x="643" y="263"/>
                </a:lnTo>
                <a:lnTo>
                  <a:pt x="664" y="283"/>
                </a:lnTo>
                <a:lnTo>
                  <a:pt x="686" y="305"/>
                </a:lnTo>
                <a:lnTo>
                  <a:pt x="706" y="328"/>
                </a:lnTo>
                <a:lnTo>
                  <a:pt x="726" y="351"/>
                </a:lnTo>
                <a:lnTo>
                  <a:pt x="745" y="373"/>
                </a:lnTo>
                <a:lnTo>
                  <a:pt x="764" y="398"/>
                </a:lnTo>
                <a:lnTo>
                  <a:pt x="782" y="423"/>
                </a:lnTo>
                <a:lnTo>
                  <a:pt x="799" y="449"/>
                </a:lnTo>
                <a:lnTo>
                  <a:pt x="815" y="475"/>
                </a:lnTo>
                <a:lnTo>
                  <a:pt x="672" y="557"/>
                </a:lnTo>
                <a:lnTo>
                  <a:pt x="668" y="560"/>
                </a:lnTo>
                <a:lnTo>
                  <a:pt x="667" y="565"/>
                </a:lnTo>
                <a:lnTo>
                  <a:pt x="653" y="662"/>
                </a:lnTo>
                <a:lnTo>
                  <a:pt x="647" y="700"/>
                </a:lnTo>
                <a:lnTo>
                  <a:pt x="521" y="650"/>
                </a:lnTo>
                <a:lnTo>
                  <a:pt x="516" y="648"/>
                </a:lnTo>
                <a:lnTo>
                  <a:pt x="512" y="650"/>
                </a:lnTo>
                <a:lnTo>
                  <a:pt x="385" y="723"/>
                </a:lnTo>
                <a:lnTo>
                  <a:pt x="385" y="723"/>
                </a:lnTo>
                <a:lnTo>
                  <a:pt x="369" y="700"/>
                </a:lnTo>
                <a:lnTo>
                  <a:pt x="352" y="677"/>
                </a:lnTo>
                <a:lnTo>
                  <a:pt x="333" y="656"/>
                </a:lnTo>
                <a:lnTo>
                  <a:pt x="315" y="635"/>
                </a:lnTo>
                <a:lnTo>
                  <a:pt x="293" y="616"/>
                </a:lnTo>
                <a:lnTo>
                  <a:pt x="271" y="599"/>
                </a:lnTo>
                <a:lnTo>
                  <a:pt x="248" y="583"/>
                </a:lnTo>
                <a:lnTo>
                  <a:pt x="225" y="568"/>
                </a:lnTo>
                <a:lnTo>
                  <a:pt x="201" y="554"/>
                </a:lnTo>
                <a:lnTo>
                  <a:pt x="176" y="544"/>
                </a:lnTo>
                <a:lnTo>
                  <a:pt x="149" y="533"/>
                </a:lnTo>
                <a:lnTo>
                  <a:pt x="123" y="525"/>
                </a:lnTo>
                <a:lnTo>
                  <a:pt x="95" y="518"/>
                </a:lnTo>
                <a:lnTo>
                  <a:pt x="68" y="513"/>
                </a:lnTo>
                <a:lnTo>
                  <a:pt x="39" y="508"/>
                </a:lnTo>
                <a:lnTo>
                  <a:pt x="11" y="507"/>
                </a:lnTo>
                <a:lnTo>
                  <a:pt x="11" y="10"/>
                </a:lnTo>
                <a:close/>
                <a:moveTo>
                  <a:pt x="0" y="0"/>
                </a:moveTo>
                <a:lnTo>
                  <a:pt x="0" y="518"/>
                </a:lnTo>
                <a:lnTo>
                  <a:pt x="0" y="518"/>
                </a:lnTo>
                <a:lnTo>
                  <a:pt x="30" y="519"/>
                </a:lnTo>
                <a:lnTo>
                  <a:pt x="58" y="522"/>
                </a:lnTo>
                <a:lnTo>
                  <a:pt x="86" y="527"/>
                </a:lnTo>
                <a:lnTo>
                  <a:pt x="115" y="533"/>
                </a:lnTo>
                <a:lnTo>
                  <a:pt x="142" y="542"/>
                </a:lnTo>
                <a:lnTo>
                  <a:pt x="169" y="552"/>
                </a:lnTo>
                <a:lnTo>
                  <a:pt x="194" y="564"/>
                </a:lnTo>
                <a:lnTo>
                  <a:pt x="220" y="577"/>
                </a:lnTo>
                <a:lnTo>
                  <a:pt x="244" y="592"/>
                </a:lnTo>
                <a:lnTo>
                  <a:pt x="267" y="608"/>
                </a:lnTo>
                <a:lnTo>
                  <a:pt x="289" y="627"/>
                </a:lnTo>
                <a:lnTo>
                  <a:pt x="311" y="646"/>
                </a:lnTo>
                <a:lnTo>
                  <a:pt x="329" y="668"/>
                </a:lnTo>
                <a:lnTo>
                  <a:pt x="348" y="689"/>
                </a:lnTo>
                <a:lnTo>
                  <a:pt x="366" y="714"/>
                </a:lnTo>
                <a:lnTo>
                  <a:pt x="381" y="738"/>
                </a:lnTo>
                <a:lnTo>
                  <a:pt x="517" y="660"/>
                </a:lnTo>
                <a:lnTo>
                  <a:pt x="656" y="715"/>
                </a:lnTo>
                <a:lnTo>
                  <a:pt x="663" y="664"/>
                </a:lnTo>
                <a:lnTo>
                  <a:pt x="663" y="664"/>
                </a:lnTo>
                <a:lnTo>
                  <a:pt x="678" y="567"/>
                </a:lnTo>
                <a:lnTo>
                  <a:pt x="830" y="479"/>
                </a:lnTo>
                <a:lnTo>
                  <a:pt x="830" y="479"/>
                </a:lnTo>
                <a:lnTo>
                  <a:pt x="814" y="452"/>
                </a:lnTo>
                <a:lnTo>
                  <a:pt x="797" y="425"/>
                </a:lnTo>
                <a:lnTo>
                  <a:pt x="778" y="399"/>
                </a:lnTo>
                <a:lnTo>
                  <a:pt x="759" y="373"/>
                </a:lnTo>
                <a:lnTo>
                  <a:pt x="740" y="349"/>
                </a:lnTo>
                <a:lnTo>
                  <a:pt x="720" y="325"/>
                </a:lnTo>
                <a:lnTo>
                  <a:pt x="698" y="302"/>
                </a:lnTo>
                <a:lnTo>
                  <a:pt x="676" y="279"/>
                </a:lnTo>
                <a:lnTo>
                  <a:pt x="653" y="257"/>
                </a:lnTo>
                <a:lnTo>
                  <a:pt x="630" y="237"/>
                </a:lnTo>
                <a:lnTo>
                  <a:pt x="606" y="217"/>
                </a:lnTo>
                <a:lnTo>
                  <a:pt x="582" y="198"/>
                </a:lnTo>
                <a:lnTo>
                  <a:pt x="558" y="179"/>
                </a:lnTo>
                <a:lnTo>
                  <a:pt x="532" y="162"/>
                </a:lnTo>
                <a:lnTo>
                  <a:pt x="505" y="144"/>
                </a:lnTo>
                <a:lnTo>
                  <a:pt x="479" y="129"/>
                </a:lnTo>
                <a:lnTo>
                  <a:pt x="452" y="113"/>
                </a:lnTo>
                <a:lnTo>
                  <a:pt x="424" y="99"/>
                </a:lnTo>
                <a:lnTo>
                  <a:pt x="396" y="86"/>
                </a:lnTo>
                <a:lnTo>
                  <a:pt x="367" y="74"/>
                </a:lnTo>
                <a:lnTo>
                  <a:pt x="339" y="62"/>
                </a:lnTo>
                <a:lnTo>
                  <a:pt x="309" y="51"/>
                </a:lnTo>
                <a:lnTo>
                  <a:pt x="279" y="41"/>
                </a:lnTo>
                <a:lnTo>
                  <a:pt x="250" y="33"/>
                </a:lnTo>
                <a:lnTo>
                  <a:pt x="219" y="25"/>
                </a:lnTo>
                <a:lnTo>
                  <a:pt x="189" y="18"/>
                </a:lnTo>
                <a:lnTo>
                  <a:pt x="158" y="13"/>
                </a:lnTo>
                <a:lnTo>
                  <a:pt x="127" y="8"/>
                </a:lnTo>
                <a:lnTo>
                  <a:pt x="96" y="5"/>
                </a:lnTo>
                <a:lnTo>
                  <a:pt x="63" y="2"/>
                </a:lnTo>
                <a:lnTo>
                  <a:pt x="3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" name="Freeform 1391"/>
          <p:cNvSpPr>
            <a:spLocks/>
          </p:cNvSpPr>
          <p:nvPr/>
        </p:nvSpPr>
        <p:spPr bwMode="auto">
          <a:xfrm>
            <a:off x="2620810" y="2983742"/>
            <a:ext cx="1013362" cy="898668"/>
          </a:xfrm>
          <a:custGeom>
            <a:avLst/>
            <a:gdLst>
              <a:gd name="T0" fmla="*/ 0 w 804"/>
              <a:gd name="T1" fmla="*/ 0 h 713"/>
              <a:gd name="T2" fmla="*/ 0 w 804"/>
              <a:gd name="T3" fmla="*/ 0 h 713"/>
              <a:gd name="T4" fmla="*/ 31 w 804"/>
              <a:gd name="T5" fmla="*/ 2 h 713"/>
              <a:gd name="T6" fmla="*/ 62 w 804"/>
              <a:gd name="T7" fmla="*/ 3 h 713"/>
              <a:gd name="T8" fmla="*/ 92 w 804"/>
              <a:gd name="T9" fmla="*/ 6 h 713"/>
              <a:gd name="T10" fmla="*/ 123 w 804"/>
              <a:gd name="T11" fmla="*/ 10 h 713"/>
              <a:gd name="T12" fmla="*/ 152 w 804"/>
              <a:gd name="T13" fmla="*/ 15 h 713"/>
              <a:gd name="T14" fmla="*/ 182 w 804"/>
              <a:gd name="T15" fmla="*/ 21 h 713"/>
              <a:gd name="T16" fmla="*/ 212 w 804"/>
              <a:gd name="T17" fmla="*/ 27 h 713"/>
              <a:gd name="T18" fmla="*/ 241 w 804"/>
              <a:gd name="T19" fmla="*/ 35 h 713"/>
              <a:gd name="T20" fmla="*/ 270 w 804"/>
              <a:gd name="T21" fmla="*/ 44 h 713"/>
              <a:gd name="T22" fmla="*/ 298 w 804"/>
              <a:gd name="T23" fmla="*/ 53 h 713"/>
              <a:gd name="T24" fmla="*/ 327 w 804"/>
              <a:gd name="T25" fmla="*/ 64 h 713"/>
              <a:gd name="T26" fmla="*/ 355 w 804"/>
              <a:gd name="T27" fmla="*/ 75 h 713"/>
              <a:gd name="T28" fmla="*/ 382 w 804"/>
              <a:gd name="T29" fmla="*/ 87 h 713"/>
              <a:gd name="T30" fmla="*/ 409 w 804"/>
              <a:gd name="T31" fmla="*/ 99 h 713"/>
              <a:gd name="T32" fmla="*/ 436 w 804"/>
              <a:gd name="T33" fmla="*/ 114 h 713"/>
              <a:gd name="T34" fmla="*/ 463 w 804"/>
              <a:gd name="T35" fmla="*/ 127 h 713"/>
              <a:gd name="T36" fmla="*/ 489 w 804"/>
              <a:gd name="T37" fmla="*/ 143 h 713"/>
              <a:gd name="T38" fmla="*/ 513 w 804"/>
              <a:gd name="T39" fmla="*/ 160 h 713"/>
              <a:gd name="T40" fmla="*/ 538 w 804"/>
              <a:gd name="T41" fmla="*/ 177 h 713"/>
              <a:gd name="T42" fmla="*/ 563 w 804"/>
              <a:gd name="T43" fmla="*/ 195 h 713"/>
              <a:gd name="T44" fmla="*/ 586 w 804"/>
              <a:gd name="T45" fmla="*/ 214 h 713"/>
              <a:gd name="T46" fmla="*/ 609 w 804"/>
              <a:gd name="T47" fmla="*/ 233 h 713"/>
              <a:gd name="T48" fmla="*/ 632 w 804"/>
              <a:gd name="T49" fmla="*/ 253 h 713"/>
              <a:gd name="T50" fmla="*/ 653 w 804"/>
              <a:gd name="T51" fmla="*/ 273 h 713"/>
              <a:gd name="T52" fmla="*/ 675 w 804"/>
              <a:gd name="T53" fmla="*/ 295 h 713"/>
              <a:gd name="T54" fmla="*/ 695 w 804"/>
              <a:gd name="T55" fmla="*/ 318 h 713"/>
              <a:gd name="T56" fmla="*/ 715 w 804"/>
              <a:gd name="T57" fmla="*/ 341 h 713"/>
              <a:gd name="T58" fmla="*/ 734 w 804"/>
              <a:gd name="T59" fmla="*/ 363 h 713"/>
              <a:gd name="T60" fmla="*/ 753 w 804"/>
              <a:gd name="T61" fmla="*/ 388 h 713"/>
              <a:gd name="T62" fmla="*/ 771 w 804"/>
              <a:gd name="T63" fmla="*/ 413 h 713"/>
              <a:gd name="T64" fmla="*/ 788 w 804"/>
              <a:gd name="T65" fmla="*/ 439 h 713"/>
              <a:gd name="T66" fmla="*/ 804 w 804"/>
              <a:gd name="T67" fmla="*/ 465 h 713"/>
              <a:gd name="T68" fmla="*/ 661 w 804"/>
              <a:gd name="T69" fmla="*/ 547 h 713"/>
              <a:gd name="T70" fmla="*/ 657 w 804"/>
              <a:gd name="T71" fmla="*/ 550 h 713"/>
              <a:gd name="T72" fmla="*/ 656 w 804"/>
              <a:gd name="T73" fmla="*/ 555 h 713"/>
              <a:gd name="T74" fmla="*/ 642 w 804"/>
              <a:gd name="T75" fmla="*/ 652 h 713"/>
              <a:gd name="T76" fmla="*/ 636 w 804"/>
              <a:gd name="T77" fmla="*/ 690 h 713"/>
              <a:gd name="T78" fmla="*/ 510 w 804"/>
              <a:gd name="T79" fmla="*/ 640 h 713"/>
              <a:gd name="T80" fmla="*/ 505 w 804"/>
              <a:gd name="T81" fmla="*/ 638 h 713"/>
              <a:gd name="T82" fmla="*/ 501 w 804"/>
              <a:gd name="T83" fmla="*/ 640 h 713"/>
              <a:gd name="T84" fmla="*/ 374 w 804"/>
              <a:gd name="T85" fmla="*/ 713 h 713"/>
              <a:gd name="T86" fmla="*/ 374 w 804"/>
              <a:gd name="T87" fmla="*/ 713 h 713"/>
              <a:gd name="T88" fmla="*/ 358 w 804"/>
              <a:gd name="T89" fmla="*/ 690 h 713"/>
              <a:gd name="T90" fmla="*/ 341 w 804"/>
              <a:gd name="T91" fmla="*/ 667 h 713"/>
              <a:gd name="T92" fmla="*/ 322 w 804"/>
              <a:gd name="T93" fmla="*/ 646 h 713"/>
              <a:gd name="T94" fmla="*/ 304 w 804"/>
              <a:gd name="T95" fmla="*/ 625 h 713"/>
              <a:gd name="T96" fmla="*/ 282 w 804"/>
              <a:gd name="T97" fmla="*/ 606 h 713"/>
              <a:gd name="T98" fmla="*/ 260 w 804"/>
              <a:gd name="T99" fmla="*/ 589 h 713"/>
              <a:gd name="T100" fmla="*/ 237 w 804"/>
              <a:gd name="T101" fmla="*/ 573 h 713"/>
              <a:gd name="T102" fmla="*/ 214 w 804"/>
              <a:gd name="T103" fmla="*/ 558 h 713"/>
              <a:gd name="T104" fmla="*/ 190 w 804"/>
              <a:gd name="T105" fmla="*/ 544 h 713"/>
              <a:gd name="T106" fmla="*/ 165 w 804"/>
              <a:gd name="T107" fmla="*/ 534 h 713"/>
              <a:gd name="T108" fmla="*/ 138 w 804"/>
              <a:gd name="T109" fmla="*/ 523 h 713"/>
              <a:gd name="T110" fmla="*/ 112 w 804"/>
              <a:gd name="T111" fmla="*/ 515 h 713"/>
              <a:gd name="T112" fmla="*/ 84 w 804"/>
              <a:gd name="T113" fmla="*/ 508 h 713"/>
              <a:gd name="T114" fmla="*/ 57 w 804"/>
              <a:gd name="T115" fmla="*/ 503 h 713"/>
              <a:gd name="T116" fmla="*/ 28 w 804"/>
              <a:gd name="T117" fmla="*/ 498 h 713"/>
              <a:gd name="T118" fmla="*/ 0 w 804"/>
              <a:gd name="T119" fmla="*/ 497 h 713"/>
              <a:gd name="T120" fmla="*/ 0 w 804"/>
              <a:gd name="T121" fmla="*/ 0 h 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04" h="713">
                <a:moveTo>
                  <a:pt x="0" y="0"/>
                </a:moveTo>
                <a:lnTo>
                  <a:pt x="0" y="0"/>
                </a:lnTo>
                <a:lnTo>
                  <a:pt x="31" y="2"/>
                </a:lnTo>
                <a:lnTo>
                  <a:pt x="62" y="3"/>
                </a:lnTo>
                <a:lnTo>
                  <a:pt x="92" y="6"/>
                </a:lnTo>
                <a:lnTo>
                  <a:pt x="123" y="10"/>
                </a:lnTo>
                <a:lnTo>
                  <a:pt x="152" y="15"/>
                </a:lnTo>
                <a:lnTo>
                  <a:pt x="182" y="21"/>
                </a:lnTo>
                <a:lnTo>
                  <a:pt x="212" y="27"/>
                </a:lnTo>
                <a:lnTo>
                  <a:pt x="241" y="35"/>
                </a:lnTo>
                <a:lnTo>
                  <a:pt x="270" y="44"/>
                </a:lnTo>
                <a:lnTo>
                  <a:pt x="298" y="53"/>
                </a:lnTo>
                <a:lnTo>
                  <a:pt x="327" y="64"/>
                </a:lnTo>
                <a:lnTo>
                  <a:pt x="355" y="75"/>
                </a:lnTo>
                <a:lnTo>
                  <a:pt x="382" y="87"/>
                </a:lnTo>
                <a:lnTo>
                  <a:pt x="409" y="99"/>
                </a:lnTo>
                <a:lnTo>
                  <a:pt x="436" y="114"/>
                </a:lnTo>
                <a:lnTo>
                  <a:pt x="463" y="127"/>
                </a:lnTo>
                <a:lnTo>
                  <a:pt x="489" y="143"/>
                </a:lnTo>
                <a:lnTo>
                  <a:pt x="513" y="160"/>
                </a:lnTo>
                <a:lnTo>
                  <a:pt x="538" y="177"/>
                </a:lnTo>
                <a:lnTo>
                  <a:pt x="563" y="195"/>
                </a:lnTo>
                <a:lnTo>
                  <a:pt x="586" y="214"/>
                </a:lnTo>
                <a:lnTo>
                  <a:pt x="609" y="233"/>
                </a:lnTo>
                <a:lnTo>
                  <a:pt x="632" y="253"/>
                </a:lnTo>
                <a:lnTo>
                  <a:pt x="653" y="273"/>
                </a:lnTo>
                <a:lnTo>
                  <a:pt x="675" y="295"/>
                </a:lnTo>
                <a:lnTo>
                  <a:pt x="695" y="318"/>
                </a:lnTo>
                <a:lnTo>
                  <a:pt x="715" y="341"/>
                </a:lnTo>
                <a:lnTo>
                  <a:pt x="734" y="363"/>
                </a:lnTo>
                <a:lnTo>
                  <a:pt x="753" y="388"/>
                </a:lnTo>
                <a:lnTo>
                  <a:pt x="771" y="413"/>
                </a:lnTo>
                <a:lnTo>
                  <a:pt x="788" y="439"/>
                </a:lnTo>
                <a:lnTo>
                  <a:pt x="804" y="465"/>
                </a:lnTo>
                <a:lnTo>
                  <a:pt x="661" y="547"/>
                </a:lnTo>
                <a:lnTo>
                  <a:pt x="657" y="550"/>
                </a:lnTo>
                <a:lnTo>
                  <a:pt x="656" y="555"/>
                </a:lnTo>
                <a:lnTo>
                  <a:pt x="642" y="652"/>
                </a:lnTo>
                <a:lnTo>
                  <a:pt x="636" y="690"/>
                </a:lnTo>
                <a:lnTo>
                  <a:pt x="510" y="640"/>
                </a:lnTo>
                <a:lnTo>
                  <a:pt x="505" y="638"/>
                </a:lnTo>
                <a:lnTo>
                  <a:pt x="501" y="640"/>
                </a:lnTo>
                <a:lnTo>
                  <a:pt x="374" y="713"/>
                </a:lnTo>
                <a:lnTo>
                  <a:pt x="374" y="713"/>
                </a:lnTo>
                <a:lnTo>
                  <a:pt x="358" y="690"/>
                </a:lnTo>
                <a:lnTo>
                  <a:pt x="341" y="667"/>
                </a:lnTo>
                <a:lnTo>
                  <a:pt x="322" y="646"/>
                </a:lnTo>
                <a:lnTo>
                  <a:pt x="304" y="625"/>
                </a:lnTo>
                <a:lnTo>
                  <a:pt x="282" y="606"/>
                </a:lnTo>
                <a:lnTo>
                  <a:pt x="260" y="589"/>
                </a:lnTo>
                <a:lnTo>
                  <a:pt x="237" y="573"/>
                </a:lnTo>
                <a:lnTo>
                  <a:pt x="214" y="558"/>
                </a:lnTo>
                <a:lnTo>
                  <a:pt x="190" y="544"/>
                </a:lnTo>
                <a:lnTo>
                  <a:pt x="165" y="534"/>
                </a:lnTo>
                <a:lnTo>
                  <a:pt x="138" y="523"/>
                </a:lnTo>
                <a:lnTo>
                  <a:pt x="112" y="515"/>
                </a:lnTo>
                <a:lnTo>
                  <a:pt x="84" y="508"/>
                </a:lnTo>
                <a:lnTo>
                  <a:pt x="57" y="503"/>
                </a:lnTo>
                <a:lnTo>
                  <a:pt x="28" y="498"/>
                </a:lnTo>
                <a:lnTo>
                  <a:pt x="0" y="49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" name="Freeform 1392"/>
          <p:cNvSpPr>
            <a:spLocks/>
          </p:cNvSpPr>
          <p:nvPr/>
        </p:nvSpPr>
        <p:spPr bwMode="auto">
          <a:xfrm>
            <a:off x="2606945" y="2971138"/>
            <a:ext cx="1046132" cy="930179"/>
          </a:xfrm>
          <a:custGeom>
            <a:avLst/>
            <a:gdLst>
              <a:gd name="T0" fmla="*/ 0 w 830"/>
              <a:gd name="T1" fmla="*/ 0 h 738"/>
              <a:gd name="T2" fmla="*/ 0 w 830"/>
              <a:gd name="T3" fmla="*/ 518 h 738"/>
              <a:gd name="T4" fmla="*/ 0 w 830"/>
              <a:gd name="T5" fmla="*/ 518 h 738"/>
              <a:gd name="T6" fmla="*/ 30 w 830"/>
              <a:gd name="T7" fmla="*/ 519 h 738"/>
              <a:gd name="T8" fmla="*/ 58 w 830"/>
              <a:gd name="T9" fmla="*/ 522 h 738"/>
              <a:gd name="T10" fmla="*/ 86 w 830"/>
              <a:gd name="T11" fmla="*/ 527 h 738"/>
              <a:gd name="T12" fmla="*/ 115 w 830"/>
              <a:gd name="T13" fmla="*/ 533 h 738"/>
              <a:gd name="T14" fmla="*/ 142 w 830"/>
              <a:gd name="T15" fmla="*/ 542 h 738"/>
              <a:gd name="T16" fmla="*/ 169 w 830"/>
              <a:gd name="T17" fmla="*/ 552 h 738"/>
              <a:gd name="T18" fmla="*/ 194 w 830"/>
              <a:gd name="T19" fmla="*/ 564 h 738"/>
              <a:gd name="T20" fmla="*/ 220 w 830"/>
              <a:gd name="T21" fmla="*/ 577 h 738"/>
              <a:gd name="T22" fmla="*/ 244 w 830"/>
              <a:gd name="T23" fmla="*/ 592 h 738"/>
              <a:gd name="T24" fmla="*/ 267 w 830"/>
              <a:gd name="T25" fmla="*/ 608 h 738"/>
              <a:gd name="T26" fmla="*/ 289 w 830"/>
              <a:gd name="T27" fmla="*/ 627 h 738"/>
              <a:gd name="T28" fmla="*/ 311 w 830"/>
              <a:gd name="T29" fmla="*/ 646 h 738"/>
              <a:gd name="T30" fmla="*/ 329 w 830"/>
              <a:gd name="T31" fmla="*/ 668 h 738"/>
              <a:gd name="T32" fmla="*/ 348 w 830"/>
              <a:gd name="T33" fmla="*/ 689 h 738"/>
              <a:gd name="T34" fmla="*/ 366 w 830"/>
              <a:gd name="T35" fmla="*/ 714 h 738"/>
              <a:gd name="T36" fmla="*/ 381 w 830"/>
              <a:gd name="T37" fmla="*/ 738 h 738"/>
              <a:gd name="T38" fmla="*/ 517 w 830"/>
              <a:gd name="T39" fmla="*/ 660 h 738"/>
              <a:gd name="T40" fmla="*/ 656 w 830"/>
              <a:gd name="T41" fmla="*/ 715 h 738"/>
              <a:gd name="T42" fmla="*/ 663 w 830"/>
              <a:gd name="T43" fmla="*/ 664 h 738"/>
              <a:gd name="T44" fmla="*/ 663 w 830"/>
              <a:gd name="T45" fmla="*/ 664 h 738"/>
              <a:gd name="T46" fmla="*/ 678 w 830"/>
              <a:gd name="T47" fmla="*/ 567 h 738"/>
              <a:gd name="T48" fmla="*/ 830 w 830"/>
              <a:gd name="T49" fmla="*/ 479 h 738"/>
              <a:gd name="T50" fmla="*/ 830 w 830"/>
              <a:gd name="T51" fmla="*/ 479 h 738"/>
              <a:gd name="T52" fmla="*/ 814 w 830"/>
              <a:gd name="T53" fmla="*/ 452 h 738"/>
              <a:gd name="T54" fmla="*/ 797 w 830"/>
              <a:gd name="T55" fmla="*/ 425 h 738"/>
              <a:gd name="T56" fmla="*/ 778 w 830"/>
              <a:gd name="T57" fmla="*/ 399 h 738"/>
              <a:gd name="T58" fmla="*/ 759 w 830"/>
              <a:gd name="T59" fmla="*/ 373 h 738"/>
              <a:gd name="T60" fmla="*/ 740 w 830"/>
              <a:gd name="T61" fmla="*/ 349 h 738"/>
              <a:gd name="T62" fmla="*/ 720 w 830"/>
              <a:gd name="T63" fmla="*/ 325 h 738"/>
              <a:gd name="T64" fmla="*/ 698 w 830"/>
              <a:gd name="T65" fmla="*/ 302 h 738"/>
              <a:gd name="T66" fmla="*/ 676 w 830"/>
              <a:gd name="T67" fmla="*/ 279 h 738"/>
              <a:gd name="T68" fmla="*/ 653 w 830"/>
              <a:gd name="T69" fmla="*/ 257 h 738"/>
              <a:gd name="T70" fmla="*/ 630 w 830"/>
              <a:gd name="T71" fmla="*/ 237 h 738"/>
              <a:gd name="T72" fmla="*/ 606 w 830"/>
              <a:gd name="T73" fmla="*/ 217 h 738"/>
              <a:gd name="T74" fmla="*/ 582 w 830"/>
              <a:gd name="T75" fmla="*/ 198 h 738"/>
              <a:gd name="T76" fmla="*/ 558 w 830"/>
              <a:gd name="T77" fmla="*/ 179 h 738"/>
              <a:gd name="T78" fmla="*/ 532 w 830"/>
              <a:gd name="T79" fmla="*/ 162 h 738"/>
              <a:gd name="T80" fmla="*/ 505 w 830"/>
              <a:gd name="T81" fmla="*/ 144 h 738"/>
              <a:gd name="T82" fmla="*/ 479 w 830"/>
              <a:gd name="T83" fmla="*/ 129 h 738"/>
              <a:gd name="T84" fmla="*/ 452 w 830"/>
              <a:gd name="T85" fmla="*/ 113 h 738"/>
              <a:gd name="T86" fmla="*/ 424 w 830"/>
              <a:gd name="T87" fmla="*/ 99 h 738"/>
              <a:gd name="T88" fmla="*/ 396 w 830"/>
              <a:gd name="T89" fmla="*/ 86 h 738"/>
              <a:gd name="T90" fmla="*/ 367 w 830"/>
              <a:gd name="T91" fmla="*/ 74 h 738"/>
              <a:gd name="T92" fmla="*/ 339 w 830"/>
              <a:gd name="T93" fmla="*/ 62 h 738"/>
              <a:gd name="T94" fmla="*/ 309 w 830"/>
              <a:gd name="T95" fmla="*/ 51 h 738"/>
              <a:gd name="T96" fmla="*/ 279 w 830"/>
              <a:gd name="T97" fmla="*/ 41 h 738"/>
              <a:gd name="T98" fmla="*/ 250 w 830"/>
              <a:gd name="T99" fmla="*/ 33 h 738"/>
              <a:gd name="T100" fmla="*/ 219 w 830"/>
              <a:gd name="T101" fmla="*/ 25 h 738"/>
              <a:gd name="T102" fmla="*/ 189 w 830"/>
              <a:gd name="T103" fmla="*/ 18 h 738"/>
              <a:gd name="T104" fmla="*/ 158 w 830"/>
              <a:gd name="T105" fmla="*/ 13 h 738"/>
              <a:gd name="T106" fmla="*/ 127 w 830"/>
              <a:gd name="T107" fmla="*/ 8 h 738"/>
              <a:gd name="T108" fmla="*/ 96 w 830"/>
              <a:gd name="T109" fmla="*/ 5 h 738"/>
              <a:gd name="T110" fmla="*/ 63 w 830"/>
              <a:gd name="T111" fmla="*/ 2 h 738"/>
              <a:gd name="T112" fmla="*/ 32 w 830"/>
              <a:gd name="T113" fmla="*/ 1 h 738"/>
              <a:gd name="T114" fmla="*/ 0 w 830"/>
              <a:gd name="T115" fmla="*/ 0 h 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30" h="738">
                <a:moveTo>
                  <a:pt x="0" y="0"/>
                </a:moveTo>
                <a:lnTo>
                  <a:pt x="0" y="518"/>
                </a:lnTo>
                <a:lnTo>
                  <a:pt x="0" y="518"/>
                </a:lnTo>
                <a:lnTo>
                  <a:pt x="30" y="519"/>
                </a:lnTo>
                <a:lnTo>
                  <a:pt x="58" y="522"/>
                </a:lnTo>
                <a:lnTo>
                  <a:pt x="86" y="527"/>
                </a:lnTo>
                <a:lnTo>
                  <a:pt x="115" y="533"/>
                </a:lnTo>
                <a:lnTo>
                  <a:pt x="142" y="542"/>
                </a:lnTo>
                <a:lnTo>
                  <a:pt x="169" y="552"/>
                </a:lnTo>
                <a:lnTo>
                  <a:pt x="194" y="564"/>
                </a:lnTo>
                <a:lnTo>
                  <a:pt x="220" y="577"/>
                </a:lnTo>
                <a:lnTo>
                  <a:pt x="244" y="592"/>
                </a:lnTo>
                <a:lnTo>
                  <a:pt x="267" y="608"/>
                </a:lnTo>
                <a:lnTo>
                  <a:pt x="289" y="627"/>
                </a:lnTo>
                <a:lnTo>
                  <a:pt x="311" y="646"/>
                </a:lnTo>
                <a:lnTo>
                  <a:pt x="329" y="668"/>
                </a:lnTo>
                <a:lnTo>
                  <a:pt x="348" y="689"/>
                </a:lnTo>
                <a:lnTo>
                  <a:pt x="366" y="714"/>
                </a:lnTo>
                <a:lnTo>
                  <a:pt x="381" y="738"/>
                </a:lnTo>
                <a:lnTo>
                  <a:pt x="517" y="660"/>
                </a:lnTo>
                <a:lnTo>
                  <a:pt x="656" y="715"/>
                </a:lnTo>
                <a:lnTo>
                  <a:pt x="663" y="664"/>
                </a:lnTo>
                <a:lnTo>
                  <a:pt x="663" y="664"/>
                </a:lnTo>
                <a:lnTo>
                  <a:pt x="678" y="567"/>
                </a:lnTo>
                <a:lnTo>
                  <a:pt x="830" y="479"/>
                </a:lnTo>
                <a:lnTo>
                  <a:pt x="830" y="479"/>
                </a:lnTo>
                <a:lnTo>
                  <a:pt x="814" y="452"/>
                </a:lnTo>
                <a:lnTo>
                  <a:pt x="797" y="425"/>
                </a:lnTo>
                <a:lnTo>
                  <a:pt x="778" y="399"/>
                </a:lnTo>
                <a:lnTo>
                  <a:pt x="759" y="373"/>
                </a:lnTo>
                <a:lnTo>
                  <a:pt x="740" y="349"/>
                </a:lnTo>
                <a:lnTo>
                  <a:pt x="720" y="325"/>
                </a:lnTo>
                <a:lnTo>
                  <a:pt x="698" y="302"/>
                </a:lnTo>
                <a:lnTo>
                  <a:pt x="676" y="279"/>
                </a:lnTo>
                <a:lnTo>
                  <a:pt x="653" y="257"/>
                </a:lnTo>
                <a:lnTo>
                  <a:pt x="630" y="237"/>
                </a:lnTo>
                <a:lnTo>
                  <a:pt x="606" y="217"/>
                </a:lnTo>
                <a:lnTo>
                  <a:pt x="582" y="198"/>
                </a:lnTo>
                <a:lnTo>
                  <a:pt x="558" y="179"/>
                </a:lnTo>
                <a:lnTo>
                  <a:pt x="532" y="162"/>
                </a:lnTo>
                <a:lnTo>
                  <a:pt x="505" y="144"/>
                </a:lnTo>
                <a:lnTo>
                  <a:pt x="479" y="129"/>
                </a:lnTo>
                <a:lnTo>
                  <a:pt x="452" y="113"/>
                </a:lnTo>
                <a:lnTo>
                  <a:pt x="424" y="99"/>
                </a:lnTo>
                <a:lnTo>
                  <a:pt x="396" y="86"/>
                </a:lnTo>
                <a:lnTo>
                  <a:pt x="367" y="74"/>
                </a:lnTo>
                <a:lnTo>
                  <a:pt x="339" y="62"/>
                </a:lnTo>
                <a:lnTo>
                  <a:pt x="309" y="51"/>
                </a:lnTo>
                <a:lnTo>
                  <a:pt x="279" y="41"/>
                </a:lnTo>
                <a:lnTo>
                  <a:pt x="250" y="33"/>
                </a:lnTo>
                <a:lnTo>
                  <a:pt x="219" y="25"/>
                </a:lnTo>
                <a:lnTo>
                  <a:pt x="189" y="18"/>
                </a:lnTo>
                <a:lnTo>
                  <a:pt x="158" y="13"/>
                </a:lnTo>
                <a:lnTo>
                  <a:pt x="127" y="8"/>
                </a:lnTo>
                <a:lnTo>
                  <a:pt x="96" y="5"/>
                </a:lnTo>
                <a:lnTo>
                  <a:pt x="63" y="2"/>
                </a:lnTo>
                <a:lnTo>
                  <a:pt x="32" y="1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1" name="Picture 1393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595" y="3867286"/>
            <a:ext cx="61760" cy="4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" name="Picture 1394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637" y="3868547"/>
            <a:ext cx="56718" cy="36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" name="Freeform 1395"/>
          <p:cNvSpPr>
            <a:spLocks/>
          </p:cNvSpPr>
          <p:nvPr/>
        </p:nvSpPr>
        <p:spPr bwMode="auto">
          <a:xfrm>
            <a:off x="2620810" y="3569831"/>
            <a:ext cx="506681" cy="312580"/>
          </a:xfrm>
          <a:custGeom>
            <a:avLst/>
            <a:gdLst>
              <a:gd name="T0" fmla="*/ 5 w 402"/>
              <a:gd name="T1" fmla="*/ 0 h 248"/>
              <a:gd name="T2" fmla="*/ 5 w 402"/>
              <a:gd name="T3" fmla="*/ 0 h 248"/>
              <a:gd name="T4" fmla="*/ 0 w 402"/>
              <a:gd name="T5" fmla="*/ 16 h 248"/>
              <a:gd name="T6" fmla="*/ 0 w 402"/>
              <a:gd name="T7" fmla="*/ 32 h 248"/>
              <a:gd name="T8" fmla="*/ 0 w 402"/>
              <a:gd name="T9" fmla="*/ 32 h 248"/>
              <a:gd name="T10" fmla="*/ 28 w 402"/>
              <a:gd name="T11" fmla="*/ 33 h 248"/>
              <a:gd name="T12" fmla="*/ 57 w 402"/>
              <a:gd name="T13" fmla="*/ 38 h 248"/>
              <a:gd name="T14" fmla="*/ 84 w 402"/>
              <a:gd name="T15" fmla="*/ 43 h 248"/>
              <a:gd name="T16" fmla="*/ 112 w 402"/>
              <a:gd name="T17" fmla="*/ 50 h 248"/>
              <a:gd name="T18" fmla="*/ 138 w 402"/>
              <a:gd name="T19" fmla="*/ 58 h 248"/>
              <a:gd name="T20" fmla="*/ 165 w 402"/>
              <a:gd name="T21" fmla="*/ 69 h 248"/>
              <a:gd name="T22" fmla="*/ 190 w 402"/>
              <a:gd name="T23" fmla="*/ 79 h 248"/>
              <a:gd name="T24" fmla="*/ 214 w 402"/>
              <a:gd name="T25" fmla="*/ 93 h 248"/>
              <a:gd name="T26" fmla="*/ 237 w 402"/>
              <a:gd name="T27" fmla="*/ 108 h 248"/>
              <a:gd name="T28" fmla="*/ 260 w 402"/>
              <a:gd name="T29" fmla="*/ 124 h 248"/>
              <a:gd name="T30" fmla="*/ 282 w 402"/>
              <a:gd name="T31" fmla="*/ 141 h 248"/>
              <a:gd name="T32" fmla="*/ 304 w 402"/>
              <a:gd name="T33" fmla="*/ 160 h 248"/>
              <a:gd name="T34" fmla="*/ 322 w 402"/>
              <a:gd name="T35" fmla="*/ 181 h 248"/>
              <a:gd name="T36" fmla="*/ 341 w 402"/>
              <a:gd name="T37" fmla="*/ 202 h 248"/>
              <a:gd name="T38" fmla="*/ 358 w 402"/>
              <a:gd name="T39" fmla="*/ 225 h 248"/>
              <a:gd name="T40" fmla="*/ 374 w 402"/>
              <a:gd name="T41" fmla="*/ 248 h 248"/>
              <a:gd name="T42" fmla="*/ 402 w 402"/>
              <a:gd name="T43" fmla="*/ 232 h 248"/>
              <a:gd name="T44" fmla="*/ 402 w 402"/>
              <a:gd name="T45" fmla="*/ 232 h 248"/>
              <a:gd name="T46" fmla="*/ 385 w 402"/>
              <a:gd name="T47" fmla="*/ 206 h 248"/>
              <a:gd name="T48" fmla="*/ 367 w 402"/>
              <a:gd name="T49" fmla="*/ 182 h 248"/>
              <a:gd name="T50" fmla="*/ 348 w 402"/>
              <a:gd name="T51" fmla="*/ 160 h 248"/>
              <a:gd name="T52" fmla="*/ 327 w 402"/>
              <a:gd name="T53" fmla="*/ 139 h 248"/>
              <a:gd name="T54" fmla="*/ 305 w 402"/>
              <a:gd name="T55" fmla="*/ 119 h 248"/>
              <a:gd name="T56" fmla="*/ 282 w 402"/>
              <a:gd name="T57" fmla="*/ 100 h 248"/>
              <a:gd name="T58" fmla="*/ 258 w 402"/>
              <a:gd name="T59" fmla="*/ 82 h 248"/>
              <a:gd name="T60" fmla="*/ 233 w 402"/>
              <a:gd name="T61" fmla="*/ 66 h 248"/>
              <a:gd name="T62" fmla="*/ 206 w 402"/>
              <a:gd name="T63" fmla="*/ 52 h 248"/>
              <a:gd name="T64" fmla="*/ 179 w 402"/>
              <a:gd name="T65" fmla="*/ 39 h 248"/>
              <a:gd name="T66" fmla="*/ 152 w 402"/>
              <a:gd name="T67" fmla="*/ 28 h 248"/>
              <a:gd name="T68" fmla="*/ 124 w 402"/>
              <a:gd name="T69" fmla="*/ 20 h 248"/>
              <a:gd name="T70" fmla="*/ 96 w 402"/>
              <a:gd name="T71" fmla="*/ 12 h 248"/>
              <a:gd name="T72" fmla="*/ 66 w 402"/>
              <a:gd name="T73" fmla="*/ 6 h 248"/>
              <a:gd name="T74" fmla="*/ 36 w 402"/>
              <a:gd name="T75" fmla="*/ 2 h 248"/>
              <a:gd name="T76" fmla="*/ 5 w 402"/>
              <a:gd name="T77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02" h="248">
                <a:moveTo>
                  <a:pt x="5" y="0"/>
                </a:moveTo>
                <a:lnTo>
                  <a:pt x="5" y="0"/>
                </a:lnTo>
                <a:lnTo>
                  <a:pt x="0" y="16"/>
                </a:lnTo>
                <a:lnTo>
                  <a:pt x="0" y="32"/>
                </a:lnTo>
                <a:lnTo>
                  <a:pt x="0" y="32"/>
                </a:lnTo>
                <a:lnTo>
                  <a:pt x="28" y="33"/>
                </a:lnTo>
                <a:lnTo>
                  <a:pt x="57" y="38"/>
                </a:lnTo>
                <a:lnTo>
                  <a:pt x="84" y="43"/>
                </a:lnTo>
                <a:lnTo>
                  <a:pt x="112" y="50"/>
                </a:lnTo>
                <a:lnTo>
                  <a:pt x="138" y="58"/>
                </a:lnTo>
                <a:lnTo>
                  <a:pt x="165" y="69"/>
                </a:lnTo>
                <a:lnTo>
                  <a:pt x="190" y="79"/>
                </a:lnTo>
                <a:lnTo>
                  <a:pt x="214" y="93"/>
                </a:lnTo>
                <a:lnTo>
                  <a:pt x="237" y="108"/>
                </a:lnTo>
                <a:lnTo>
                  <a:pt x="260" y="124"/>
                </a:lnTo>
                <a:lnTo>
                  <a:pt x="282" y="141"/>
                </a:lnTo>
                <a:lnTo>
                  <a:pt x="304" y="160"/>
                </a:lnTo>
                <a:lnTo>
                  <a:pt x="322" y="181"/>
                </a:lnTo>
                <a:lnTo>
                  <a:pt x="341" y="202"/>
                </a:lnTo>
                <a:lnTo>
                  <a:pt x="358" y="225"/>
                </a:lnTo>
                <a:lnTo>
                  <a:pt x="374" y="248"/>
                </a:lnTo>
                <a:lnTo>
                  <a:pt x="402" y="232"/>
                </a:lnTo>
                <a:lnTo>
                  <a:pt x="402" y="232"/>
                </a:lnTo>
                <a:lnTo>
                  <a:pt x="385" y="206"/>
                </a:lnTo>
                <a:lnTo>
                  <a:pt x="367" y="182"/>
                </a:lnTo>
                <a:lnTo>
                  <a:pt x="348" y="160"/>
                </a:lnTo>
                <a:lnTo>
                  <a:pt x="327" y="139"/>
                </a:lnTo>
                <a:lnTo>
                  <a:pt x="305" y="119"/>
                </a:lnTo>
                <a:lnTo>
                  <a:pt x="282" y="100"/>
                </a:lnTo>
                <a:lnTo>
                  <a:pt x="258" y="82"/>
                </a:lnTo>
                <a:lnTo>
                  <a:pt x="233" y="66"/>
                </a:lnTo>
                <a:lnTo>
                  <a:pt x="206" y="52"/>
                </a:lnTo>
                <a:lnTo>
                  <a:pt x="179" y="39"/>
                </a:lnTo>
                <a:lnTo>
                  <a:pt x="152" y="28"/>
                </a:lnTo>
                <a:lnTo>
                  <a:pt x="124" y="20"/>
                </a:lnTo>
                <a:lnTo>
                  <a:pt x="96" y="12"/>
                </a:lnTo>
                <a:lnTo>
                  <a:pt x="66" y="6"/>
                </a:lnTo>
                <a:lnTo>
                  <a:pt x="36" y="2"/>
                </a:lnTo>
                <a:lnTo>
                  <a:pt x="5" y="0"/>
                </a:lnTo>
                <a:close/>
              </a:path>
            </a:pathLst>
          </a:custGeom>
          <a:solidFill>
            <a:srgbClr val="D3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" name="Freeform 1396"/>
          <p:cNvSpPr>
            <a:spLocks/>
          </p:cNvSpPr>
          <p:nvPr/>
        </p:nvSpPr>
        <p:spPr bwMode="auto">
          <a:xfrm>
            <a:off x="2620810" y="3569831"/>
            <a:ext cx="506681" cy="312580"/>
          </a:xfrm>
          <a:custGeom>
            <a:avLst/>
            <a:gdLst>
              <a:gd name="T0" fmla="*/ 5 w 402"/>
              <a:gd name="T1" fmla="*/ 0 h 248"/>
              <a:gd name="T2" fmla="*/ 5 w 402"/>
              <a:gd name="T3" fmla="*/ 0 h 248"/>
              <a:gd name="T4" fmla="*/ 0 w 402"/>
              <a:gd name="T5" fmla="*/ 16 h 248"/>
              <a:gd name="T6" fmla="*/ 0 w 402"/>
              <a:gd name="T7" fmla="*/ 32 h 248"/>
              <a:gd name="T8" fmla="*/ 0 w 402"/>
              <a:gd name="T9" fmla="*/ 32 h 248"/>
              <a:gd name="T10" fmla="*/ 28 w 402"/>
              <a:gd name="T11" fmla="*/ 33 h 248"/>
              <a:gd name="T12" fmla="*/ 57 w 402"/>
              <a:gd name="T13" fmla="*/ 38 h 248"/>
              <a:gd name="T14" fmla="*/ 84 w 402"/>
              <a:gd name="T15" fmla="*/ 43 h 248"/>
              <a:gd name="T16" fmla="*/ 112 w 402"/>
              <a:gd name="T17" fmla="*/ 50 h 248"/>
              <a:gd name="T18" fmla="*/ 138 w 402"/>
              <a:gd name="T19" fmla="*/ 58 h 248"/>
              <a:gd name="T20" fmla="*/ 165 w 402"/>
              <a:gd name="T21" fmla="*/ 69 h 248"/>
              <a:gd name="T22" fmla="*/ 190 w 402"/>
              <a:gd name="T23" fmla="*/ 79 h 248"/>
              <a:gd name="T24" fmla="*/ 214 w 402"/>
              <a:gd name="T25" fmla="*/ 93 h 248"/>
              <a:gd name="T26" fmla="*/ 237 w 402"/>
              <a:gd name="T27" fmla="*/ 108 h 248"/>
              <a:gd name="T28" fmla="*/ 260 w 402"/>
              <a:gd name="T29" fmla="*/ 124 h 248"/>
              <a:gd name="T30" fmla="*/ 282 w 402"/>
              <a:gd name="T31" fmla="*/ 141 h 248"/>
              <a:gd name="T32" fmla="*/ 304 w 402"/>
              <a:gd name="T33" fmla="*/ 160 h 248"/>
              <a:gd name="T34" fmla="*/ 322 w 402"/>
              <a:gd name="T35" fmla="*/ 181 h 248"/>
              <a:gd name="T36" fmla="*/ 341 w 402"/>
              <a:gd name="T37" fmla="*/ 202 h 248"/>
              <a:gd name="T38" fmla="*/ 358 w 402"/>
              <a:gd name="T39" fmla="*/ 225 h 248"/>
              <a:gd name="T40" fmla="*/ 374 w 402"/>
              <a:gd name="T41" fmla="*/ 248 h 248"/>
              <a:gd name="T42" fmla="*/ 402 w 402"/>
              <a:gd name="T43" fmla="*/ 232 h 248"/>
              <a:gd name="T44" fmla="*/ 402 w 402"/>
              <a:gd name="T45" fmla="*/ 232 h 248"/>
              <a:gd name="T46" fmla="*/ 385 w 402"/>
              <a:gd name="T47" fmla="*/ 206 h 248"/>
              <a:gd name="T48" fmla="*/ 367 w 402"/>
              <a:gd name="T49" fmla="*/ 182 h 248"/>
              <a:gd name="T50" fmla="*/ 348 w 402"/>
              <a:gd name="T51" fmla="*/ 160 h 248"/>
              <a:gd name="T52" fmla="*/ 327 w 402"/>
              <a:gd name="T53" fmla="*/ 139 h 248"/>
              <a:gd name="T54" fmla="*/ 305 w 402"/>
              <a:gd name="T55" fmla="*/ 119 h 248"/>
              <a:gd name="T56" fmla="*/ 282 w 402"/>
              <a:gd name="T57" fmla="*/ 100 h 248"/>
              <a:gd name="T58" fmla="*/ 258 w 402"/>
              <a:gd name="T59" fmla="*/ 82 h 248"/>
              <a:gd name="T60" fmla="*/ 233 w 402"/>
              <a:gd name="T61" fmla="*/ 66 h 248"/>
              <a:gd name="T62" fmla="*/ 206 w 402"/>
              <a:gd name="T63" fmla="*/ 52 h 248"/>
              <a:gd name="T64" fmla="*/ 179 w 402"/>
              <a:gd name="T65" fmla="*/ 39 h 248"/>
              <a:gd name="T66" fmla="*/ 152 w 402"/>
              <a:gd name="T67" fmla="*/ 28 h 248"/>
              <a:gd name="T68" fmla="*/ 124 w 402"/>
              <a:gd name="T69" fmla="*/ 20 h 248"/>
              <a:gd name="T70" fmla="*/ 96 w 402"/>
              <a:gd name="T71" fmla="*/ 12 h 248"/>
              <a:gd name="T72" fmla="*/ 66 w 402"/>
              <a:gd name="T73" fmla="*/ 6 h 248"/>
              <a:gd name="T74" fmla="*/ 36 w 402"/>
              <a:gd name="T75" fmla="*/ 2 h 248"/>
              <a:gd name="T76" fmla="*/ 5 w 402"/>
              <a:gd name="T77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02" h="248">
                <a:moveTo>
                  <a:pt x="5" y="0"/>
                </a:moveTo>
                <a:lnTo>
                  <a:pt x="5" y="0"/>
                </a:lnTo>
                <a:lnTo>
                  <a:pt x="0" y="16"/>
                </a:lnTo>
                <a:lnTo>
                  <a:pt x="0" y="32"/>
                </a:lnTo>
                <a:lnTo>
                  <a:pt x="0" y="32"/>
                </a:lnTo>
                <a:lnTo>
                  <a:pt x="28" y="33"/>
                </a:lnTo>
                <a:lnTo>
                  <a:pt x="57" y="38"/>
                </a:lnTo>
                <a:lnTo>
                  <a:pt x="84" y="43"/>
                </a:lnTo>
                <a:lnTo>
                  <a:pt x="112" y="50"/>
                </a:lnTo>
                <a:lnTo>
                  <a:pt x="138" y="58"/>
                </a:lnTo>
                <a:lnTo>
                  <a:pt x="165" y="69"/>
                </a:lnTo>
                <a:lnTo>
                  <a:pt x="190" y="79"/>
                </a:lnTo>
                <a:lnTo>
                  <a:pt x="214" y="93"/>
                </a:lnTo>
                <a:lnTo>
                  <a:pt x="237" y="108"/>
                </a:lnTo>
                <a:lnTo>
                  <a:pt x="260" y="124"/>
                </a:lnTo>
                <a:lnTo>
                  <a:pt x="282" y="141"/>
                </a:lnTo>
                <a:lnTo>
                  <a:pt x="304" y="160"/>
                </a:lnTo>
                <a:lnTo>
                  <a:pt x="322" y="181"/>
                </a:lnTo>
                <a:lnTo>
                  <a:pt x="341" y="202"/>
                </a:lnTo>
                <a:lnTo>
                  <a:pt x="358" y="225"/>
                </a:lnTo>
                <a:lnTo>
                  <a:pt x="374" y="248"/>
                </a:lnTo>
                <a:lnTo>
                  <a:pt x="402" y="232"/>
                </a:lnTo>
                <a:lnTo>
                  <a:pt x="402" y="232"/>
                </a:lnTo>
                <a:lnTo>
                  <a:pt x="385" y="206"/>
                </a:lnTo>
                <a:lnTo>
                  <a:pt x="367" y="182"/>
                </a:lnTo>
                <a:lnTo>
                  <a:pt x="348" y="160"/>
                </a:lnTo>
                <a:lnTo>
                  <a:pt x="327" y="139"/>
                </a:lnTo>
                <a:lnTo>
                  <a:pt x="305" y="119"/>
                </a:lnTo>
                <a:lnTo>
                  <a:pt x="282" y="100"/>
                </a:lnTo>
                <a:lnTo>
                  <a:pt x="258" y="82"/>
                </a:lnTo>
                <a:lnTo>
                  <a:pt x="233" y="66"/>
                </a:lnTo>
                <a:lnTo>
                  <a:pt x="206" y="52"/>
                </a:lnTo>
                <a:lnTo>
                  <a:pt x="179" y="39"/>
                </a:lnTo>
                <a:lnTo>
                  <a:pt x="152" y="28"/>
                </a:lnTo>
                <a:lnTo>
                  <a:pt x="124" y="20"/>
                </a:lnTo>
                <a:lnTo>
                  <a:pt x="96" y="12"/>
                </a:lnTo>
                <a:lnTo>
                  <a:pt x="66" y="6"/>
                </a:lnTo>
                <a:lnTo>
                  <a:pt x="36" y="2"/>
                </a:lnTo>
                <a:lnTo>
                  <a:pt x="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" name="Freeform 1397"/>
          <p:cNvSpPr>
            <a:spLocks/>
          </p:cNvSpPr>
          <p:nvPr/>
        </p:nvSpPr>
        <p:spPr bwMode="auto">
          <a:xfrm>
            <a:off x="2606945" y="3589997"/>
            <a:ext cx="528108" cy="311320"/>
          </a:xfrm>
          <a:custGeom>
            <a:avLst/>
            <a:gdLst>
              <a:gd name="T0" fmla="*/ 11 w 419"/>
              <a:gd name="T1" fmla="*/ 0 h 247"/>
              <a:gd name="T2" fmla="*/ 11 w 419"/>
              <a:gd name="T3" fmla="*/ 0 h 247"/>
              <a:gd name="T4" fmla="*/ 3 w 419"/>
              <a:gd name="T5" fmla="*/ 22 h 247"/>
              <a:gd name="T6" fmla="*/ 3 w 419"/>
              <a:gd name="T7" fmla="*/ 22 h 247"/>
              <a:gd name="T8" fmla="*/ 1 w 419"/>
              <a:gd name="T9" fmla="*/ 24 h 247"/>
              <a:gd name="T10" fmla="*/ 1 w 419"/>
              <a:gd name="T11" fmla="*/ 24 h 247"/>
              <a:gd name="T12" fmla="*/ 0 w 419"/>
              <a:gd name="T13" fmla="*/ 27 h 247"/>
              <a:gd name="T14" fmla="*/ 0 w 419"/>
              <a:gd name="T15" fmla="*/ 27 h 247"/>
              <a:gd name="T16" fmla="*/ 30 w 419"/>
              <a:gd name="T17" fmla="*/ 28 h 247"/>
              <a:gd name="T18" fmla="*/ 58 w 419"/>
              <a:gd name="T19" fmla="*/ 31 h 247"/>
              <a:gd name="T20" fmla="*/ 86 w 419"/>
              <a:gd name="T21" fmla="*/ 36 h 247"/>
              <a:gd name="T22" fmla="*/ 115 w 419"/>
              <a:gd name="T23" fmla="*/ 42 h 247"/>
              <a:gd name="T24" fmla="*/ 142 w 419"/>
              <a:gd name="T25" fmla="*/ 51 h 247"/>
              <a:gd name="T26" fmla="*/ 169 w 419"/>
              <a:gd name="T27" fmla="*/ 61 h 247"/>
              <a:gd name="T28" fmla="*/ 194 w 419"/>
              <a:gd name="T29" fmla="*/ 73 h 247"/>
              <a:gd name="T30" fmla="*/ 220 w 419"/>
              <a:gd name="T31" fmla="*/ 86 h 247"/>
              <a:gd name="T32" fmla="*/ 244 w 419"/>
              <a:gd name="T33" fmla="*/ 101 h 247"/>
              <a:gd name="T34" fmla="*/ 267 w 419"/>
              <a:gd name="T35" fmla="*/ 117 h 247"/>
              <a:gd name="T36" fmla="*/ 289 w 419"/>
              <a:gd name="T37" fmla="*/ 136 h 247"/>
              <a:gd name="T38" fmla="*/ 311 w 419"/>
              <a:gd name="T39" fmla="*/ 155 h 247"/>
              <a:gd name="T40" fmla="*/ 329 w 419"/>
              <a:gd name="T41" fmla="*/ 177 h 247"/>
              <a:gd name="T42" fmla="*/ 348 w 419"/>
              <a:gd name="T43" fmla="*/ 198 h 247"/>
              <a:gd name="T44" fmla="*/ 366 w 419"/>
              <a:gd name="T45" fmla="*/ 223 h 247"/>
              <a:gd name="T46" fmla="*/ 381 w 419"/>
              <a:gd name="T47" fmla="*/ 247 h 247"/>
              <a:gd name="T48" fmla="*/ 381 w 419"/>
              <a:gd name="T49" fmla="*/ 247 h 247"/>
              <a:gd name="T50" fmla="*/ 419 w 419"/>
              <a:gd name="T51" fmla="*/ 225 h 247"/>
              <a:gd name="T52" fmla="*/ 419 w 419"/>
              <a:gd name="T53" fmla="*/ 225 h 247"/>
              <a:gd name="T54" fmla="*/ 413 w 419"/>
              <a:gd name="T55" fmla="*/ 216 h 247"/>
              <a:gd name="T56" fmla="*/ 385 w 419"/>
              <a:gd name="T57" fmla="*/ 232 h 247"/>
              <a:gd name="T58" fmla="*/ 385 w 419"/>
              <a:gd name="T59" fmla="*/ 232 h 247"/>
              <a:gd name="T60" fmla="*/ 369 w 419"/>
              <a:gd name="T61" fmla="*/ 209 h 247"/>
              <a:gd name="T62" fmla="*/ 352 w 419"/>
              <a:gd name="T63" fmla="*/ 186 h 247"/>
              <a:gd name="T64" fmla="*/ 333 w 419"/>
              <a:gd name="T65" fmla="*/ 165 h 247"/>
              <a:gd name="T66" fmla="*/ 315 w 419"/>
              <a:gd name="T67" fmla="*/ 144 h 247"/>
              <a:gd name="T68" fmla="*/ 293 w 419"/>
              <a:gd name="T69" fmla="*/ 125 h 247"/>
              <a:gd name="T70" fmla="*/ 271 w 419"/>
              <a:gd name="T71" fmla="*/ 108 h 247"/>
              <a:gd name="T72" fmla="*/ 248 w 419"/>
              <a:gd name="T73" fmla="*/ 92 h 247"/>
              <a:gd name="T74" fmla="*/ 225 w 419"/>
              <a:gd name="T75" fmla="*/ 77 h 247"/>
              <a:gd name="T76" fmla="*/ 201 w 419"/>
              <a:gd name="T77" fmla="*/ 63 h 247"/>
              <a:gd name="T78" fmla="*/ 176 w 419"/>
              <a:gd name="T79" fmla="*/ 53 h 247"/>
              <a:gd name="T80" fmla="*/ 149 w 419"/>
              <a:gd name="T81" fmla="*/ 42 h 247"/>
              <a:gd name="T82" fmla="*/ 123 w 419"/>
              <a:gd name="T83" fmla="*/ 34 h 247"/>
              <a:gd name="T84" fmla="*/ 95 w 419"/>
              <a:gd name="T85" fmla="*/ 27 h 247"/>
              <a:gd name="T86" fmla="*/ 68 w 419"/>
              <a:gd name="T87" fmla="*/ 22 h 247"/>
              <a:gd name="T88" fmla="*/ 39 w 419"/>
              <a:gd name="T89" fmla="*/ 17 h 247"/>
              <a:gd name="T90" fmla="*/ 11 w 419"/>
              <a:gd name="T91" fmla="*/ 16 h 247"/>
              <a:gd name="T92" fmla="*/ 11 w 419"/>
              <a:gd name="T93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419" h="247">
                <a:moveTo>
                  <a:pt x="11" y="0"/>
                </a:moveTo>
                <a:lnTo>
                  <a:pt x="11" y="0"/>
                </a:lnTo>
                <a:lnTo>
                  <a:pt x="3" y="22"/>
                </a:lnTo>
                <a:lnTo>
                  <a:pt x="3" y="22"/>
                </a:lnTo>
                <a:lnTo>
                  <a:pt x="1" y="24"/>
                </a:lnTo>
                <a:lnTo>
                  <a:pt x="1" y="24"/>
                </a:lnTo>
                <a:lnTo>
                  <a:pt x="0" y="27"/>
                </a:lnTo>
                <a:lnTo>
                  <a:pt x="0" y="27"/>
                </a:lnTo>
                <a:lnTo>
                  <a:pt x="30" y="28"/>
                </a:lnTo>
                <a:lnTo>
                  <a:pt x="58" y="31"/>
                </a:lnTo>
                <a:lnTo>
                  <a:pt x="86" y="36"/>
                </a:lnTo>
                <a:lnTo>
                  <a:pt x="115" y="42"/>
                </a:lnTo>
                <a:lnTo>
                  <a:pt x="142" y="51"/>
                </a:lnTo>
                <a:lnTo>
                  <a:pt x="169" y="61"/>
                </a:lnTo>
                <a:lnTo>
                  <a:pt x="194" y="73"/>
                </a:lnTo>
                <a:lnTo>
                  <a:pt x="220" y="86"/>
                </a:lnTo>
                <a:lnTo>
                  <a:pt x="244" y="101"/>
                </a:lnTo>
                <a:lnTo>
                  <a:pt x="267" y="117"/>
                </a:lnTo>
                <a:lnTo>
                  <a:pt x="289" y="136"/>
                </a:lnTo>
                <a:lnTo>
                  <a:pt x="311" y="155"/>
                </a:lnTo>
                <a:lnTo>
                  <a:pt x="329" y="177"/>
                </a:lnTo>
                <a:lnTo>
                  <a:pt x="348" y="198"/>
                </a:lnTo>
                <a:lnTo>
                  <a:pt x="366" y="223"/>
                </a:lnTo>
                <a:lnTo>
                  <a:pt x="381" y="247"/>
                </a:lnTo>
                <a:lnTo>
                  <a:pt x="381" y="247"/>
                </a:lnTo>
                <a:lnTo>
                  <a:pt x="419" y="225"/>
                </a:lnTo>
                <a:lnTo>
                  <a:pt x="419" y="225"/>
                </a:lnTo>
                <a:lnTo>
                  <a:pt x="413" y="216"/>
                </a:lnTo>
                <a:lnTo>
                  <a:pt x="385" y="232"/>
                </a:lnTo>
                <a:lnTo>
                  <a:pt x="385" y="232"/>
                </a:lnTo>
                <a:lnTo>
                  <a:pt x="369" y="209"/>
                </a:lnTo>
                <a:lnTo>
                  <a:pt x="352" y="186"/>
                </a:lnTo>
                <a:lnTo>
                  <a:pt x="333" y="165"/>
                </a:lnTo>
                <a:lnTo>
                  <a:pt x="315" y="144"/>
                </a:lnTo>
                <a:lnTo>
                  <a:pt x="293" y="125"/>
                </a:lnTo>
                <a:lnTo>
                  <a:pt x="271" y="108"/>
                </a:lnTo>
                <a:lnTo>
                  <a:pt x="248" y="92"/>
                </a:lnTo>
                <a:lnTo>
                  <a:pt x="225" y="77"/>
                </a:lnTo>
                <a:lnTo>
                  <a:pt x="201" y="63"/>
                </a:lnTo>
                <a:lnTo>
                  <a:pt x="176" y="53"/>
                </a:lnTo>
                <a:lnTo>
                  <a:pt x="149" y="42"/>
                </a:lnTo>
                <a:lnTo>
                  <a:pt x="123" y="34"/>
                </a:lnTo>
                <a:lnTo>
                  <a:pt x="95" y="27"/>
                </a:lnTo>
                <a:lnTo>
                  <a:pt x="68" y="22"/>
                </a:lnTo>
                <a:lnTo>
                  <a:pt x="39" y="17"/>
                </a:lnTo>
                <a:lnTo>
                  <a:pt x="11" y="16"/>
                </a:lnTo>
                <a:lnTo>
                  <a:pt x="11" y="0"/>
                </a:lnTo>
                <a:close/>
              </a:path>
            </a:pathLst>
          </a:custGeom>
          <a:solidFill>
            <a:srgbClr val="D3903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" name="Freeform 1398"/>
          <p:cNvSpPr>
            <a:spLocks/>
          </p:cNvSpPr>
          <p:nvPr/>
        </p:nvSpPr>
        <p:spPr bwMode="auto">
          <a:xfrm>
            <a:off x="2606945" y="3589997"/>
            <a:ext cx="528108" cy="311320"/>
          </a:xfrm>
          <a:custGeom>
            <a:avLst/>
            <a:gdLst>
              <a:gd name="T0" fmla="*/ 11 w 419"/>
              <a:gd name="T1" fmla="*/ 0 h 247"/>
              <a:gd name="T2" fmla="*/ 11 w 419"/>
              <a:gd name="T3" fmla="*/ 0 h 247"/>
              <a:gd name="T4" fmla="*/ 3 w 419"/>
              <a:gd name="T5" fmla="*/ 22 h 247"/>
              <a:gd name="T6" fmla="*/ 3 w 419"/>
              <a:gd name="T7" fmla="*/ 22 h 247"/>
              <a:gd name="T8" fmla="*/ 1 w 419"/>
              <a:gd name="T9" fmla="*/ 24 h 247"/>
              <a:gd name="T10" fmla="*/ 1 w 419"/>
              <a:gd name="T11" fmla="*/ 24 h 247"/>
              <a:gd name="T12" fmla="*/ 0 w 419"/>
              <a:gd name="T13" fmla="*/ 27 h 247"/>
              <a:gd name="T14" fmla="*/ 0 w 419"/>
              <a:gd name="T15" fmla="*/ 27 h 247"/>
              <a:gd name="T16" fmla="*/ 30 w 419"/>
              <a:gd name="T17" fmla="*/ 28 h 247"/>
              <a:gd name="T18" fmla="*/ 58 w 419"/>
              <a:gd name="T19" fmla="*/ 31 h 247"/>
              <a:gd name="T20" fmla="*/ 86 w 419"/>
              <a:gd name="T21" fmla="*/ 36 h 247"/>
              <a:gd name="T22" fmla="*/ 115 w 419"/>
              <a:gd name="T23" fmla="*/ 42 h 247"/>
              <a:gd name="T24" fmla="*/ 142 w 419"/>
              <a:gd name="T25" fmla="*/ 51 h 247"/>
              <a:gd name="T26" fmla="*/ 169 w 419"/>
              <a:gd name="T27" fmla="*/ 61 h 247"/>
              <a:gd name="T28" fmla="*/ 194 w 419"/>
              <a:gd name="T29" fmla="*/ 73 h 247"/>
              <a:gd name="T30" fmla="*/ 220 w 419"/>
              <a:gd name="T31" fmla="*/ 86 h 247"/>
              <a:gd name="T32" fmla="*/ 244 w 419"/>
              <a:gd name="T33" fmla="*/ 101 h 247"/>
              <a:gd name="T34" fmla="*/ 267 w 419"/>
              <a:gd name="T35" fmla="*/ 117 h 247"/>
              <a:gd name="T36" fmla="*/ 289 w 419"/>
              <a:gd name="T37" fmla="*/ 136 h 247"/>
              <a:gd name="T38" fmla="*/ 311 w 419"/>
              <a:gd name="T39" fmla="*/ 155 h 247"/>
              <a:gd name="T40" fmla="*/ 329 w 419"/>
              <a:gd name="T41" fmla="*/ 177 h 247"/>
              <a:gd name="T42" fmla="*/ 348 w 419"/>
              <a:gd name="T43" fmla="*/ 198 h 247"/>
              <a:gd name="T44" fmla="*/ 366 w 419"/>
              <a:gd name="T45" fmla="*/ 223 h 247"/>
              <a:gd name="T46" fmla="*/ 381 w 419"/>
              <a:gd name="T47" fmla="*/ 247 h 247"/>
              <a:gd name="T48" fmla="*/ 381 w 419"/>
              <a:gd name="T49" fmla="*/ 247 h 247"/>
              <a:gd name="T50" fmla="*/ 419 w 419"/>
              <a:gd name="T51" fmla="*/ 225 h 247"/>
              <a:gd name="T52" fmla="*/ 419 w 419"/>
              <a:gd name="T53" fmla="*/ 225 h 247"/>
              <a:gd name="T54" fmla="*/ 413 w 419"/>
              <a:gd name="T55" fmla="*/ 216 h 247"/>
              <a:gd name="T56" fmla="*/ 385 w 419"/>
              <a:gd name="T57" fmla="*/ 232 h 247"/>
              <a:gd name="T58" fmla="*/ 385 w 419"/>
              <a:gd name="T59" fmla="*/ 232 h 247"/>
              <a:gd name="T60" fmla="*/ 369 w 419"/>
              <a:gd name="T61" fmla="*/ 209 h 247"/>
              <a:gd name="T62" fmla="*/ 352 w 419"/>
              <a:gd name="T63" fmla="*/ 186 h 247"/>
              <a:gd name="T64" fmla="*/ 333 w 419"/>
              <a:gd name="T65" fmla="*/ 165 h 247"/>
              <a:gd name="T66" fmla="*/ 315 w 419"/>
              <a:gd name="T67" fmla="*/ 144 h 247"/>
              <a:gd name="T68" fmla="*/ 293 w 419"/>
              <a:gd name="T69" fmla="*/ 125 h 247"/>
              <a:gd name="T70" fmla="*/ 271 w 419"/>
              <a:gd name="T71" fmla="*/ 108 h 247"/>
              <a:gd name="T72" fmla="*/ 248 w 419"/>
              <a:gd name="T73" fmla="*/ 92 h 247"/>
              <a:gd name="T74" fmla="*/ 225 w 419"/>
              <a:gd name="T75" fmla="*/ 77 h 247"/>
              <a:gd name="T76" fmla="*/ 201 w 419"/>
              <a:gd name="T77" fmla="*/ 63 h 247"/>
              <a:gd name="T78" fmla="*/ 176 w 419"/>
              <a:gd name="T79" fmla="*/ 53 h 247"/>
              <a:gd name="T80" fmla="*/ 149 w 419"/>
              <a:gd name="T81" fmla="*/ 42 h 247"/>
              <a:gd name="T82" fmla="*/ 123 w 419"/>
              <a:gd name="T83" fmla="*/ 34 h 247"/>
              <a:gd name="T84" fmla="*/ 95 w 419"/>
              <a:gd name="T85" fmla="*/ 27 h 247"/>
              <a:gd name="T86" fmla="*/ 68 w 419"/>
              <a:gd name="T87" fmla="*/ 22 h 247"/>
              <a:gd name="T88" fmla="*/ 39 w 419"/>
              <a:gd name="T89" fmla="*/ 17 h 247"/>
              <a:gd name="T90" fmla="*/ 11 w 419"/>
              <a:gd name="T91" fmla="*/ 16 h 247"/>
              <a:gd name="T92" fmla="*/ 11 w 419"/>
              <a:gd name="T93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419" h="247">
                <a:moveTo>
                  <a:pt x="11" y="0"/>
                </a:moveTo>
                <a:lnTo>
                  <a:pt x="11" y="0"/>
                </a:lnTo>
                <a:lnTo>
                  <a:pt x="3" y="22"/>
                </a:lnTo>
                <a:lnTo>
                  <a:pt x="3" y="22"/>
                </a:lnTo>
                <a:lnTo>
                  <a:pt x="1" y="24"/>
                </a:lnTo>
                <a:lnTo>
                  <a:pt x="1" y="24"/>
                </a:lnTo>
                <a:lnTo>
                  <a:pt x="0" y="27"/>
                </a:lnTo>
                <a:lnTo>
                  <a:pt x="0" y="27"/>
                </a:lnTo>
                <a:lnTo>
                  <a:pt x="30" y="28"/>
                </a:lnTo>
                <a:lnTo>
                  <a:pt x="58" y="31"/>
                </a:lnTo>
                <a:lnTo>
                  <a:pt x="86" y="36"/>
                </a:lnTo>
                <a:lnTo>
                  <a:pt x="115" y="42"/>
                </a:lnTo>
                <a:lnTo>
                  <a:pt x="142" y="51"/>
                </a:lnTo>
                <a:lnTo>
                  <a:pt x="169" y="61"/>
                </a:lnTo>
                <a:lnTo>
                  <a:pt x="194" y="73"/>
                </a:lnTo>
                <a:lnTo>
                  <a:pt x="220" y="86"/>
                </a:lnTo>
                <a:lnTo>
                  <a:pt x="244" y="101"/>
                </a:lnTo>
                <a:lnTo>
                  <a:pt x="267" y="117"/>
                </a:lnTo>
                <a:lnTo>
                  <a:pt x="289" y="136"/>
                </a:lnTo>
                <a:lnTo>
                  <a:pt x="311" y="155"/>
                </a:lnTo>
                <a:lnTo>
                  <a:pt x="329" y="177"/>
                </a:lnTo>
                <a:lnTo>
                  <a:pt x="348" y="198"/>
                </a:lnTo>
                <a:lnTo>
                  <a:pt x="366" y="223"/>
                </a:lnTo>
                <a:lnTo>
                  <a:pt x="381" y="247"/>
                </a:lnTo>
                <a:lnTo>
                  <a:pt x="381" y="247"/>
                </a:lnTo>
                <a:lnTo>
                  <a:pt x="419" y="225"/>
                </a:lnTo>
                <a:lnTo>
                  <a:pt x="419" y="225"/>
                </a:lnTo>
                <a:lnTo>
                  <a:pt x="413" y="216"/>
                </a:lnTo>
                <a:lnTo>
                  <a:pt x="385" y="232"/>
                </a:lnTo>
                <a:lnTo>
                  <a:pt x="385" y="232"/>
                </a:lnTo>
                <a:lnTo>
                  <a:pt x="369" y="209"/>
                </a:lnTo>
                <a:lnTo>
                  <a:pt x="352" y="186"/>
                </a:lnTo>
                <a:lnTo>
                  <a:pt x="333" y="165"/>
                </a:lnTo>
                <a:lnTo>
                  <a:pt x="315" y="144"/>
                </a:lnTo>
                <a:lnTo>
                  <a:pt x="293" y="125"/>
                </a:lnTo>
                <a:lnTo>
                  <a:pt x="271" y="108"/>
                </a:lnTo>
                <a:lnTo>
                  <a:pt x="248" y="92"/>
                </a:lnTo>
                <a:lnTo>
                  <a:pt x="225" y="77"/>
                </a:lnTo>
                <a:lnTo>
                  <a:pt x="201" y="63"/>
                </a:lnTo>
                <a:lnTo>
                  <a:pt x="176" y="53"/>
                </a:lnTo>
                <a:lnTo>
                  <a:pt x="149" y="42"/>
                </a:lnTo>
                <a:lnTo>
                  <a:pt x="123" y="34"/>
                </a:lnTo>
                <a:lnTo>
                  <a:pt x="95" y="27"/>
                </a:lnTo>
                <a:lnTo>
                  <a:pt x="68" y="22"/>
                </a:lnTo>
                <a:lnTo>
                  <a:pt x="39" y="17"/>
                </a:lnTo>
                <a:lnTo>
                  <a:pt x="11" y="16"/>
                </a:lnTo>
                <a:lnTo>
                  <a:pt x="1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7" name="Picture 1399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247" y="2998867"/>
            <a:ext cx="123519" cy="291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Picture 1400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22" y="2963576"/>
            <a:ext cx="26469" cy="24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" name="Picture 1401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22" y="3615205"/>
            <a:ext cx="15125" cy="1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" name="Picture 1402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247" y="3331614"/>
            <a:ext cx="113436" cy="24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" name="Picture 1403"/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22" y="3407238"/>
            <a:ext cx="26469" cy="16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" name="Picture 1404"/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247" y="3564789"/>
            <a:ext cx="21427" cy="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" name="Picture 1405"/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22" y="3564789"/>
            <a:ext cx="26469" cy="65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Freeform 1406"/>
          <p:cNvSpPr>
            <a:spLocks/>
          </p:cNvSpPr>
          <p:nvPr/>
        </p:nvSpPr>
        <p:spPr bwMode="auto">
          <a:xfrm>
            <a:off x="1422169" y="2807286"/>
            <a:ext cx="1322160" cy="1124281"/>
          </a:xfrm>
          <a:custGeom>
            <a:avLst/>
            <a:gdLst>
              <a:gd name="T0" fmla="*/ 0 w 1049"/>
              <a:gd name="T1" fmla="*/ 540 h 892"/>
              <a:gd name="T2" fmla="*/ 0 w 1049"/>
              <a:gd name="T3" fmla="*/ 540 h 892"/>
              <a:gd name="T4" fmla="*/ 18 w 1049"/>
              <a:gd name="T5" fmla="*/ 510 h 892"/>
              <a:gd name="T6" fmla="*/ 37 w 1049"/>
              <a:gd name="T7" fmla="*/ 482 h 892"/>
              <a:gd name="T8" fmla="*/ 56 w 1049"/>
              <a:gd name="T9" fmla="*/ 454 h 892"/>
              <a:gd name="T10" fmla="*/ 76 w 1049"/>
              <a:gd name="T11" fmla="*/ 427 h 892"/>
              <a:gd name="T12" fmla="*/ 98 w 1049"/>
              <a:gd name="T13" fmla="*/ 400 h 892"/>
              <a:gd name="T14" fmla="*/ 119 w 1049"/>
              <a:gd name="T15" fmla="*/ 374 h 892"/>
              <a:gd name="T16" fmla="*/ 142 w 1049"/>
              <a:gd name="T17" fmla="*/ 348 h 892"/>
              <a:gd name="T18" fmla="*/ 166 w 1049"/>
              <a:gd name="T19" fmla="*/ 323 h 892"/>
              <a:gd name="T20" fmla="*/ 166 w 1049"/>
              <a:gd name="T21" fmla="*/ 323 h 892"/>
              <a:gd name="T22" fmla="*/ 203 w 1049"/>
              <a:gd name="T23" fmla="*/ 289 h 892"/>
              <a:gd name="T24" fmla="*/ 241 w 1049"/>
              <a:gd name="T25" fmla="*/ 255 h 892"/>
              <a:gd name="T26" fmla="*/ 279 w 1049"/>
              <a:gd name="T27" fmla="*/ 224 h 892"/>
              <a:gd name="T28" fmla="*/ 319 w 1049"/>
              <a:gd name="T29" fmla="*/ 194 h 892"/>
              <a:gd name="T30" fmla="*/ 315 w 1049"/>
              <a:gd name="T31" fmla="*/ 188 h 892"/>
              <a:gd name="T32" fmla="*/ 320 w 1049"/>
              <a:gd name="T33" fmla="*/ 190 h 892"/>
              <a:gd name="T34" fmla="*/ 320 w 1049"/>
              <a:gd name="T35" fmla="*/ 13 h 892"/>
              <a:gd name="T36" fmla="*/ 474 w 1049"/>
              <a:gd name="T37" fmla="*/ 101 h 892"/>
              <a:gd name="T38" fmla="*/ 474 w 1049"/>
              <a:gd name="T39" fmla="*/ 94 h 892"/>
              <a:gd name="T40" fmla="*/ 478 w 1049"/>
              <a:gd name="T41" fmla="*/ 103 h 892"/>
              <a:gd name="T42" fmla="*/ 478 w 1049"/>
              <a:gd name="T43" fmla="*/ 103 h 892"/>
              <a:gd name="T44" fmla="*/ 531 w 1049"/>
              <a:gd name="T45" fmla="*/ 80 h 892"/>
              <a:gd name="T46" fmla="*/ 585 w 1049"/>
              <a:gd name="T47" fmla="*/ 59 h 892"/>
              <a:gd name="T48" fmla="*/ 639 w 1049"/>
              <a:gd name="T49" fmla="*/ 42 h 892"/>
              <a:gd name="T50" fmla="*/ 693 w 1049"/>
              <a:gd name="T51" fmla="*/ 28 h 892"/>
              <a:gd name="T52" fmla="*/ 750 w 1049"/>
              <a:gd name="T53" fmla="*/ 16 h 892"/>
              <a:gd name="T54" fmla="*/ 805 w 1049"/>
              <a:gd name="T55" fmla="*/ 8 h 892"/>
              <a:gd name="T56" fmla="*/ 863 w 1049"/>
              <a:gd name="T57" fmla="*/ 3 h 892"/>
              <a:gd name="T58" fmla="*/ 920 w 1049"/>
              <a:gd name="T59" fmla="*/ 0 h 892"/>
              <a:gd name="T60" fmla="*/ 920 w 1049"/>
              <a:gd name="T61" fmla="*/ 0 h 892"/>
              <a:gd name="T62" fmla="*/ 935 w 1049"/>
              <a:gd name="T63" fmla="*/ 0 h 892"/>
              <a:gd name="T64" fmla="*/ 935 w 1049"/>
              <a:gd name="T65" fmla="*/ 197 h 892"/>
              <a:gd name="T66" fmla="*/ 935 w 1049"/>
              <a:gd name="T67" fmla="*/ 308 h 892"/>
              <a:gd name="T68" fmla="*/ 1049 w 1049"/>
              <a:gd name="T69" fmla="*/ 400 h 892"/>
              <a:gd name="T70" fmla="*/ 935 w 1049"/>
              <a:gd name="T71" fmla="*/ 489 h 892"/>
              <a:gd name="T72" fmla="*/ 935 w 1049"/>
              <a:gd name="T73" fmla="*/ 707 h 892"/>
              <a:gd name="T74" fmla="*/ 933 w 1049"/>
              <a:gd name="T75" fmla="*/ 707 h 892"/>
              <a:gd name="T76" fmla="*/ 933 w 1049"/>
              <a:gd name="T77" fmla="*/ 707 h 892"/>
              <a:gd name="T78" fmla="*/ 914 w 1049"/>
              <a:gd name="T79" fmla="*/ 709 h 892"/>
              <a:gd name="T80" fmla="*/ 895 w 1049"/>
              <a:gd name="T81" fmla="*/ 710 h 892"/>
              <a:gd name="T82" fmla="*/ 878 w 1049"/>
              <a:gd name="T83" fmla="*/ 713 h 892"/>
              <a:gd name="T84" fmla="*/ 859 w 1049"/>
              <a:gd name="T85" fmla="*/ 717 h 892"/>
              <a:gd name="T86" fmla="*/ 841 w 1049"/>
              <a:gd name="T87" fmla="*/ 721 h 892"/>
              <a:gd name="T88" fmla="*/ 824 w 1049"/>
              <a:gd name="T89" fmla="*/ 725 h 892"/>
              <a:gd name="T90" fmla="*/ 806 w 1049"/>
              <a:gd name="T91" fmla="*/ 732 h 892"/>
              <a:gd name="T92" fmla="*/ 790 w 1049"/>
              <a:gd name="T93" fmla="*/ 738 h 892"/>
              <a:gd name="T94" fmla="*/ 774 w 1049"/>
              <a:gd name="T95" fmla="*/ 745 h 892"/>
              <a:gd name="T96" fmla="*/ 758 w 1049"/>
              <a:gd name="T97" fmla="*/ 755 h 892"/>
              <a:gd name="T98" fmla="*/ 742 w 1049"/>
              <a:gd name="T99" fmla="*/ 763 h 892"/>
              <a:gd name="T100" fmla="*/ 727 w 1049"/>
              <a:gd name="T101" fmla="*/ 773 h 892"/>
              <a:gd name="T102" fmla="*/ 712 w 1049"/>
              <a:gd name="T103" fmla="*/ 784 h 892"/>
              <a:gd name="T104" fmla="*/ 697 w 1049"/>
              <a:gd name="T105" fmla="*/ 795 h 892"/>
              <a:gd name="T106" fmla="*/ 684 w 1049"/>
              <a:gd name="T107" fmla="*/ 807 h 892"/>
              <a:gd name="T108" fmla="*/ 670 w 1049"/>
              <a:gd name="T109" fmla="*/ 821 h 892"/>
              <a:gd name="T110" fmla="*/ 670 w 1049"/>
              <a:gd name="T111" fmla="*/ 821 h 892"/>
              <a:gd name="T112" fmla="*/ 654 w 1049"/>
              <a:gd name="T113" fmla="*/ 837 h 892"/>
              <a:gd name="T114" fmla="*/ 639 w 1049"/>
              <a:gd name="T115" fmla="*/ 856 h 892"/>
              <a:gd name="T116" fmla="*/ 625 w 1049"/>
              <a:gd name="T117" fmla="*/ 873 h 892"/>
              <a:gd name="T118" fmla="*/ 613 w 1049"/>
              <a:gd name="T119" fmla="*/ 892 h 892"/>
              <a:gd name="T120" fmla="*/ 0 w 1049"/>
              <a:gd name="T121" fmla="*/ 540 h 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49" h="892">
                <a:moveTo>
                  <a:pt x="0" y="540"/>
                </a:moveTo>
                <a:lnTo>
                  <a:pt x="0" y="540"/>
                </a:lnTo>
                <a:lnTo>
                  <a:pt x="18" y="510"/>
                </a:lnTo>
                <a:lnTo>
                  <a:pt x="37" y="482"/>
                </a:lnTo>
                <a:lnTo>
                  <a:pt x="56" y="454"/>
                </a:lnTo>
                <a:lnTo>
                  <a:pt x="76" y="427"/>
                </a:lnTo>
                <a:lnTo>
                  <a:pt x="98" y="400"/>
                </a:lnTo>
                <a:lnTo>
                  <a:pt x="119" y="374"/>
                </a:lnTo>
                <a:lnTo>
                  <a:pt x="142" y="348"/>
                </a:lnTo>
                <a:lnTo>
                  <a:pt x="166" y="323"/>
                </a:lnTo>
                <a:lnTo>
                  <a:pt x="166" y="323"/>
                </a:lnTo>
                <a:lnTo>
                  <a:pt x="203" y="289"/>
                </a:lnTo>
                <a:lnTo>
                  <a:pt x="241" y="255"/>
                </a:lnTo>
                <a:lnTo>
                  <a:pt x="279" y="224"/>
                </a:lnTo>
                <a:lnTo>
                  <a:pt x="319" y="194"/>
                </a:lnTo>
                <a:lnTo>
                  <a:pt x="315" y="188"/>
                </a:lnTo>
                <a:lnTo>
                  <a:pt x="320" y="190"/>
                </a:lnTo>
                <a:lnTo>
                  <a:pt x="320" y="13"/>
                </a:lnTo>
                <a:lnTo>
                  <a:pt x="474" y="101"/>
                </a:lnTo>
                <a:lnTo>
                  <a:pt x="474" y="94"/>
                </a:lnTo>
                <a:lnTo>
                  <a:pt x="478" y="103"/>
                </a:lnTo>
                <a:lnTo>
                  <a:pt x="478" y="103"/>
                </a:lnTo>
                <a:lnTo>
                  <a:pt x="531" y="80"/>
                </a:lnTo>
                <a:lnTo>
                  <a:pt x="585" y="59"/>
                </a:lnTo>
                <a:lnTo>
                  <a:pt x="639" y="42"/>
                </a:lnTo>
                <a:lnTo>
                  <a:pt x="693" y="28"/>
                </a:lnTo>
                <a:lnTo>
                  <a:pt x="750" y="16"/>
                </a:lnTo>
                <a:lnTo>
                  <a:pt x="805" y="8"/>
                </a:lnTo>
                <a:lnTo>
                  <a:pt x="863" y="3"/>
                </a:lnTo>
                <a:lnTo>
                  <a:pt x="920" y="0"/>
                </a:lnTo>
                <a:lnTo>
                  <a:pt x="920" y="0"/>
                </a:lnTo>
                <a:lnTo>
                  <a:pt x="935" y="0"/>
                </a:lnTo>
                <a:lnTo>
                  <a:pt x="935" y="197"/>
                </a:lnTo>
                <a:lnTo>
                  <a:pt x="935" y="308"/>
                </a:lnTo>
                <a:lnTo>
                  <a:pt x="1049" y="400"/>
                </a:lnTo>
                <a:lnTo>
                  <a:pt x="935" y="489"/>
                </a:lnTo>
                <a:lnTo>
                  <a:pt x="935" y="707"/>
                </a:lnTo>
                <a:lnTo>
                  <a:pt x="933" y="707"/>
                </a:lnTo>
                <a:lnTo>
                  <a:pt x="933" y="707"/>
                </a:lnTo>
                <a:lnTo>
                  <a:pt x="914" y="709"/>
                </a:lnTo>
                <a:lnTo>
                  <a:pt x="895" y="710"/>
                </a:lnTo>
                <a:lnTo>
                  <a:pt x="878" y="713"/>
                </a:lnTo>
                <a:lnTo>
                  <a:pt x="859" y="717"/>
                </a:lnTo>
                <a:lnTo>
                  <a:pt x="841" y="721"/>
                </a:lnTo>
                <a:lnTo>
                  <a:pt x="824" y="725"/>
                </a:lnTo>
                <a:lnTo>
                  <a:pt x="806" y="732"/>
                </a:lnTo>
                <a:lnTo>
                  <a:pt x="790" y="738"/>
                </a:lnTo>
                <a:lnTo>
                  <a:pt x="774" y="745"/>
                </a:lnTo>
                <a:lnTo>
                  <a:pt x="758" y="755"/>
                </a:lnTo>
                <a:lnTo>
                  <a:pt x="742" y="763"/>
                </a:lnTo>
                <a:lnTo>
                  <a:pt x="727" y="773"/>
                </a:lnTo>
                <a:lnTo>
                  <a:pt x="712" y="784"/>
                </a:lnTo>
                <a:lnTo>
                  <a:pt x="697" y="795"/>
                </a:lnTo>
                <a:lnTo>
                  <a:pt x="684" y="807"/>
                </a:lnTo>
                <a:lnTo>
                  <a:pt x="670" y="821"/>
                </a:lnTo>
                <a:lnTo>
                  <a:pt x="670" y="821"/>
                </a:lnTo>
                <a:lnTo>
                  <a:pt x="654" y="837"/>
                </a:lnTo>
                <a:lnTo>
                  <a:pt x="639" y="856"/>
                </a:lnTo>
                <a:lnTo>
                  <a:pt x="625" y="873"/>
                </a:lnTo>
                <a:lnTo>
                  <a:pt x="613" y="892"/>
                </a:lnTo>
                <a:lnTo>
                  <a:pt x="0" y="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" name="Freeform 1407"/>
          <p:cNvSpPr>
            <a:spLocks/>
          </p:cNvSpPr>
          <p:nvPr/>
        </p:nvSpPr>
        <p:spPr bwMode="auto">
          <a:xfrm>
            <a:off x="1422169" y="2807286"/>
            <a:ext cx="1322160" cy="1124281"/>
          </a:xfrm>
          <a:custGeom>
            <a:avLst/>
            <a:gdLst>
              <a:gd name="T0" fmla="*/ 0 w 1049"/>
              <a:gd name="T1" fmla="*/ 540 h 892"/>
              <a:gd name="T2" fmla="*/ 0 w 1049"/>
              <a:gd name="T3" fmla="*/ 540 h 892"/>
              <a:gd name="T4" fmla="*/ 18 w 1049"/>
              <a:gd name="T5" fmla="*/ 510 h 892"/>
              <a:gd name="T6" fmla="*/ 37 w 1049"/>
              <a:gd name="T7" fmla="*/ 482 h 892"/>
              <a:gd name="T8" fmla="*/ 56 w 1049"/>
              <a:gd name="T9" fmla="*/ 454 h 892"/>
              <a:gd name="T10" fmla="*/ 76 w 1049"/>
              <a:gd name="T11" fmla="*/ 427 h 892"/>
              <a:gd name="T12" fmla="*/ 98 w 1049"/>
              <a:gd name="T13" fmla="*/ 400 h 892"/>
              <a:gd name="T14" fmla="*/ 119 w 1049"/>
              <a:gd name="T15" fmla="*/ 374 h 892"/>
              <a:gd name="T16" fmla="*/ 142 w 1049"/>
              <a:gd name="T17" fmla="*/ 348 h 892"/>
              <a:gd name="T18" fmla="*/ 166 w 1049"/>
              <a:gd name="T19" fmla="*/ 323 h 892"/>
              <a:gd name="T20" fmla="*/ 166 w 1049"/>
              <a:gd name="T21" fmla="*/ 323 h 892"/>
              <a:gd name="T22" fmla="*/ 203 w 1049"/>
              <a:gd name="T23" fmla="*/ 289 h 892"/>
              <a:gd name="T24" fmla="*/ 241 w 1049"/>
              <a:gd name="T25" fmla="*/ 255 h 892"/>
              <a:gd name="T26" fmla="*/ 279 w 1049"/>
              <a:gd name="T27" fmla="*/ 224 h 892"/>
              <a:gd name="T28" fmla="*/ 319 w 1049"/>
              <a:gd name="T29" fmla="*/ 194 h 892"/>
              <a:gd name="T30" fmla="*/ 315 w 1049"/>
              <a:gd name="T31" fmla="*/ 188 h 892"/>
              <a:gd name="T32" fmla="*/ 320 w 1049"/>
              <a:gd name="T33" fmla="*/ 190 h 892"/>
              <a:gd name="T34" fmla="*/ 320 w 1049"/>
              <a:gd name="T35" fmla="*/ 13 h 892"/>
              <a:gd name="T36" fmla="*/ 474 w 1049"/>
              <a:gd name="T37" fmla="*/ 101 h 892"/>
              <a:gd name="T38" fmla="*/ 474 w 1049"/>
              <a:gd name="T39" fmla="*/ 94 h 892"/>
              <a:gd name="T40" fmla="*/ 478 w 1049"/>
              <a:gd name="T41" fmla="*/ 103 h 892"/>
              <a:gd name="T42" fmla="*/ 478 w 1049"/>
              <a:gd name="T43" fmla="*/ 103 h 892"/>
              <a:gd name="T44" fmla="*/ 531 w 1049"/>
              <a:gd name="T45" fmla="*/ 80 h 892"/>
              <a:gd name="T46" fmla="*/ 585 w 1049"/>
              <a:gd name="T47" fmla="*/ 59 h 892"/>
              <a:gd name="T48" fmla="*/ 639 w 1049"/>
              <a:gd name="T49" fmla="*/ 42 h 892"/>
              <a:gd name="T50" fmla="*/ 693 w 1049"/>
              <a:gd name="T51" fmla="*/ 28 h 892"/>
              <a:gd name="T52" fmla="*/ 750 w 1049"/>
              <a:gd name="T53" fmla="*/ 16 h 892"/>
              <a:gd name="T54" fmla="*/ 805 w 1049"/>
              <a:gd name="T55" fmla="*/ 8 h 892"/>
              <a:gd name="T56" fmla="*/ 863 w 1049"/>
              <a:gd name="T57" fmla="*/ 3 h 892"/>
              <a:gd name="T58" fmla="*/ 920 w 1049"/>
              <a:gd name="T59" fmla="*/ 0 h 892"/>
              <a:gd name="T60" fmla="*/ 920 w 1049"/>
              <a:gd name="T61" fmla="*/ 0 h 892"/>
              <a:gd name="T62" fmla="*/ 935 w 1049"/>
              <a:gd name="T63" fmla="*/ 0 h 892"/>
              <a:gd name="T64" fmla="*/ 935 w 1049"/>
              <a:gd name="T65" fmla="*/ 197 h 892"/>
              <a:gd name="T66" fmla="*/ 935 w 1049"/>
              <a:gd name="T67" fmla="*/ 308 h 892"/>
              <a:gd name="T68" fmla="*/ 1049 w 1049"/>
              <a:gd name="T69" fmla="*/ 400 h 892"/>
              <a:gd name="T70" fmla="*/ 935 w 1049"/>
              <a:gd name="T71" fmla="*/ 489 h 892"/>
              <a:gd name="T72" fmla="*/ 935 w 1049"/>
              <a:gd name="T73" fmla="*/ 707 h 892"/>
              <a:gd name="T74" fmla="*/ 933 w 1049"/>
              <a:gd name="T75" fmla="*/ 707 h 892"/>
              <a:gd name="T76" fmla="*/ 933 w 1049"/>
              <a:gd name="T77" fmla="*/ 707 h 892"/>
              <a:gd name="T78" fmla="*/ 914 w 1049"/>
              <a:gd name="T79" fmla="*/ 709 h 892"/>
              <a:gd name="T80" fmla="*/ 895 w 1049"/>
              <a:gd name="T81" fmla="*/ 710 h 892"/>
              <a:gd name="T82" fmla="*/ 878 w 1049"/>
              <a:gd name="T83" fmla="*/ 713 h 892"/>
              <a:gd name="T84" fmla="*/ 859 w 1049"/>
              <a:gd name="T85" fmla="*/ 717 h 892"/>
              <a:gd name="T86" fmla="*/ 841 w 1049"/>
              <a:gd name="T87" fmla="*/ 721 h 892"/>
              <a:gd name="T88" fmla="*/ 824 w 1049"/>
              <a:gd name="T89" fmla="*/ 725 h 892"/>
              <a:gd name="T90" fmla="*/ 806 w 1049"/>
              <a:gd name="T91" fmla="*/ 732 h 892"/>
              <a:gd name="T92" fmla="*/ 790 w 1049"/>
              <a:gd name="T93" fmla="*/ 738 h 892"/>
              <a:gd name="T94" fmla="*/ 774 w 1049"/>
              <a:gd name="T95" fmla="*/ 745 h 892"/>
              <a:gd name="T96" fmla="*/ 758 w 1049"/>
              <a:gd name="T97" fmla="*/ 755 h 892"/>
              <a:gd name="T98" fmla="*/ 742 w 1049"/>
              <a:gd name="T99" fmla="*/ 763 h 892"/>
              <a:gd name="T100" fmla="*/ 727 w 1049"/>
              <a:gd name="T101" fmla="*/ 773 h 892"/>
              <a:gd name="T102" fmla="*/ 712 w 1049"/>
              <a:gd name="T103" fmla="*/ 784 h 892"/>
              <a:gd name="T104" fmla="*/ 697 w 1049"/>
              <a:gd name="T105" fmla="*/ 795 h 892"/>
              <a:gd name="T106" fmla="*/ 684 w 1049"/>
              <a:gd name="T107" fmla="*/ 807 h 892"/>
              <a:gd name="T108" fmla="*/ 670 w 1049"/>
              <a:gd name="T109" fmla="*/ 821 h 892"/>
              <a:gd name="T110" fmla="*/ 670 w 1049"/>
              <a:gd name="T111" fmla="*/ 821 h 892"/>
              <a:gd name="T112" fmla="*/ 654 w 1049"/>
              <a:gd name="T113" fmla="*/ 837 h 892"/>
              <a:gd name="T114" fmla="*/ 639 w 1049"/>
              <a:gd name="T115" fmla="*/ 856 h 892"/>
              <a:gd name="T116" fmla="*/ 625 w 1049"/>
              <a:gd name="T117" fmla="*/ 873 h 892"/>
              <a:gd name="T118" fmla="*/ 613 w 1049"/>
              <a:gd name="T119" fmla="*/ 892 h 892"/>
              <a:gd name="T120" fmla="*/ 0 w 1049"/>
              <a:gd name="T121" fmla="*/ 540 h 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49" h="892">
                <a:moveTo>
                  <a:pt x="0" y="540"/>
                </a:moveTo>
                <a:lnTo>
                  <a:pt x="0" y="540"/>
                </a:lnTo>
                <a:lnTo>
                  <a:pt x="18" y="510"/>
                </a:lnTo>
                <a:lnTo>
                  <a:pt x="37" y="482"/>
                </a:lnTo>
                <a:lnTo>
                  <a:pt x="56" y="454"/>
                </a:lnTo>
                <a:lnTo>
                  <a:pt x="76" y="427"/>
                </a:lnTo>
                <a:lnTo>
                  <a:pt x="98" y="400"/>
                </a:lnTo>
                <a:lnTo>
                  <a:pt x="119" y="374"/>
                </a:lnTo>
                <a:lnTo>
                  <a:pt x="142" y="348"/>
                </a:lnTo>
                <a:lnTo>
                  <a:pt x="166" y="323"/>
                </a:lnTo>
                <a:lnTo>
                  <a:pt x="166" y="323"/>
                </a:lnTo>
                <a:lnTo>
                  <a:pt x="203" y="289"/>
                </a:lnTo>
                <a:lnTo>
                  <a:pt x="241" y="255"/>
                </a:lnTo>
                <a:lnTo>
                  <a:pt x="279" y="224"/>
                </a:lnTo>
                <a:lnTo>
                  <a:pt x="319" y="194"/>
                </a:lnTo>
                <a:lnTo>
                  <a:pt x="315" y="188"/>
                </a:lnTo>
                <a:lnTo>
                  <a:pt x="320" y="190"/>
                </a:lnTo>
                <a:lnTo>
                  <a:pt x="320" y="13"/>
                </a:lnTo>
                <a:lnTo>
                  <a:pt x="474" y="101"/>
                </a:lnTo>
                <a:lnTo>
                  <a:pt x="474" y="94"/>
                </a:lnTo>
                <a:lnTo>
                  <a:pt x="478" y="103"/>
                </a:lnTo>
                <a:lnTo>
                  <a:pt x="478" y="103"/>
                </a:lnTo>
                <a:lnTo>
                  <a:pt x="531" y="80"/>
                </a:lnTo>
                <a:lnTo>
                  <a:pt x="585" y="59"/>
                </a:lnTo>
                <a:lnTo>
                  <a:pt x="639" y="42"/>
                </a:lnTo>
                <a:lnTo>
                  <a:pt x="693" y="28"/>
                </a:lnTo>
                <a:lnTo>
                  <a:pt x="750" y="16"/>
                </a:lnTo>
                <a:lnTo>
                  <a:pt x="805" y="8"/>
                </a:lnTo>
                <a:lnTo>
                  <a:pt x="863" y="3"/>
                </a:lnTo>
                <a:lnTo>
                  <a:pt x="920" y="0"/>
                </a:lnTo>
                <a:lnTo>
                  <a:pt x="920" y="0"/>
                </a:lnTo>
                <a:lnTo>
                  <a:pt x="935" y="0"/>
                </a:lnTo>
                <a:lnTo>
                  <a:pt x="935" y="197"/>
                </a:lnTo>
                <a:lnTo>
                  <a:pt x="935" y="308"/>
                </a:lnTo>
                <a:lnTo>
                  <a:pt x="1049" y="400"/>
                </a:lnTo>
                <a:lnTo>
                  <a:pt x="935" y="489"/>
                </a:lnTo>
                <a:lnTo>
                  <a:pt x="935" y="707"/>
                </a:lnTo>
                <a:lnTo>
                  <a:pt x="933" y="707"/>
                </a:lnTo>
                <a:lnTo>
                  <a:pt x="933" y="707"/>
                </a:lnTo>
                <a:lnTo>
                  <a:pt x="914" y="709"/>
                </a:lnTo>
                <a:lnTo>
                  <a:pt x="895" y="710"/>
                </a:lnTo>
                <a:lnTo>
                  <a:pt x="878" y="713"/>
                </a:lnTo>
                <a:lnTo>
                  <a:pt x="859" y="717"/>
                </a:lnTo>
                <a:lnTo>
                  <a:pt x="841" y="721"/>
                </a:lnTo>
                <a:lnTo>
                  <a:pt x="824" y="725"/>
                </a:lnTo>
                <a:lnTo>
                  <a:pt x="806" y="732"/>
                </a:lnTo>
                <a:lnTo>
                  <a:pt x="790" y="738"/>
                </a:lnTo>
                <a:lnTo>
                  <a:pt x="774" y="745"/>
                </a:lnTo>
                <a:lnTo>
                  <a:pt x="758" y="755"/>
                </a:lnTo>
                <a:lnTo>
                  <a:pt x="742" y="763"/>
                </a:lnTo>
                <a:lnTo>
                  <a:pt x="727" y="773"/>
                </a:lnTo>
                <a:lnTo>
                  <a:pt x="712" y="784"/>
                </a:lnTo>
                <a:lnTo>
                  <a:pt x="697" y="795"/>
                </a:lnTo>
                <a:lnTo>
                  <a:pt x="684" y="807"/>
                </a:lnTo>
                <a:lnTo>
                  <a:pt x="670" y="821"/>
                </a:lnTo>
                <a:lnTo>
                  <a:pt x="670" y="821"/>
                </a:lnTo>
                <a:lnTo>
                  <a:pt x="654" y="837"/>
                </a:lnTo>
                <a:lnTo>
                  <a:pt x="639" y="856"/>
                </a:lnTo>
                <a:lnTo>
                  <a:pt x="625" y="873"/>
                </a:lnTo>
                <a:lnTo>
                  <a:pt x="613" y="892"/>
                </a:lnTo>
                <a:lnTo>
                  <a:pt x="0" y="54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" name="Freeform 1408"/>
          <p:cNvSpPr>
            <a:spLocks noEditPoints="1"/>
          </p:cNvSpPr>
          <p:nvPr/>
        </p:nvSpPr>
        <p:spPr bwMode="auto">
          <a:xfrm>
            <a:off x="1412085" y="2800984"/>
            <a:ext cx="1342326" cy="1140666"/>
          </a:xfrm>
          <a:custGeom>
            <a:avLst/>
            <a:gdLst>
              <a:gd name="T0" fmla="*/ 937 w 1065"/>
              <a:gd name="T1" fmla="*/ 202 h 905"/>
              <a:gd name="T2" fmla="*/ 937 w 1065"/>
              <a:gd name="T3" fmla="*/ 315 h 905"/>
              <a:gd name="T4" fmla="*/ 1048 w 1065"/>
              <a:gd name="T5" fmla="*/ 405 h 905"/>
              <a:gd name="T6" fmla="*/ 937 w 1065"/>
              <a:gd name="T7" fmla="*/ 491 h 905"/>
              <a:gd name="T8" fmla="*/ 937 w 1065"/>
              <a:gd name="T9" fmla="*/ 707 h 905"/>
              <a:gd name="T10" fmla="*/ 918 w 1065"/>
              <a:gd name="T11" fmla="*/ 708 h 905"/>
              <a:gd name="T12" fmla="*/ 882 w 1065"/>
              <a:gd name="T13" fmla="*/ 712 h 905"/>
              <a:gd name="T14" fmla="*/ 845 w 1065"/>
              <a:gd name="T15" fmla="*/ 720 h 905"/>
              <a:gd name="T16" fmla="*/ 812 w 1065"/>
              <a:gd name="T17" fmla="*/ 733 h 905"/>
              <a:gd name="T18" fmla="*/ 778 w 1065"/>
              <a:gd name="T19" fmla="*/ 746 h 905"/>
              <a:gd name="T20" fmla="*/ 746 w 1065"/>
              <a:gd name="T21" fmla="*/ 764 h 905"/>
              <a:gd name="T22" fmla="*/ 716 w 1065"/>
              <a:gd name="T23" fmla="*/ 785 h 905"/>
              <a:gd name="T24" fmla="*/ 687 w 1065"/>
              <a:gd name="T25" fmla="*/ 808 h 905"/>
              <a:gd name="T26" fmla="*/ 674 w 1065"/>
              <a:gd name="T27" fmla="*/ 822 h 905"/>
              <a:gd name="T28" fmla="*/ 644 w 1065"/>
              <a:gd name="T29" fmla="*/ 855 h 905"/>
              <a:gd name="T30" fmla="*/ 619 w 1065"/>
              <a:gd name="T31" fmla="*/ 891 h 905"/>
              <a:gd name="T32" fmla="*/ 15 w 1065"/>
              <a:gd name="T33" fmla="*/ 542 h 905"/>
              <a:gd name="T34" fmla="*/ 52 w 1065"/>
              <a:gd name="T35" fmla="*/ 486 h 905"/>
              <a:gd name="T36" fmla="*/ 91 w 1065"/>
              <a:gd name="T37" fmla="*/ 433 h 905"/>
              <a:gd name="T38" fmla="*/ 133 w 1065"/>
              <a:gd name="T39" fmla="*/ 380 h 905"/>
              <a:gd name="T40" fmla="*/ 179 w 1065"/>
              <a:gd name="T41" fmla="*/ 332 h 905"/>
              <a:gd name="T42" fmla="*/ 214 w 1065"/>
              <a:gd name="T43" fmla="*/ 298 h 905"/>
              <a:gd name="T44" fmla="*/ 291 w 1065"/>
              <a:gd name="T45" fmla="*/ 233 h 905"/>
              <a:gd name="T46" fmla="*/ 326 w 1065"/>
              <a:gd name="T47" fmla="*/ 195 h 905"/>
              <a:gd name="T48" fmla="*/ 334 w 1065"/>
              <a:gd name="T49" fmla="*/ 28 h 905"/>
              <a:gd name="T50" fmla="*/ 484 w 1065"/>
              <a:gd name="T51" fmla="*/ 103 h 905"/>
              <a:gd name="T52" fmla="*/ 489 w 1065"/>
              <a:gd name="T53" fmla="*/ 113 h 905"/>
              <a:gd name="T54" fmla="*/ 594 w 1065"/>
              <a:gd name="T55" fmla="*/ 70 h 905"/>
              <a:gd name="T56" fmla="*/ 702 w 1065"/>
              <a:gd name="T57" fmla="*/ 39 h 905"/>
              <a:gd name="T58" fmla="*/ 814 w 1065"/>
              <a:gd name="T59" fmla="*/ 18 h 905"/>
              <a:gd name="T60" fmla="*/ 928 w 1065"/>
              <a:gd name="T61" fmla="*/ 10 h 905"/>
              <a:gd name="T62" fmla="*/ 937 w 1065"/>
              <a:gd name="T63" fmla="*/ 10 h 905"/>
              <a:gd name="T64" fmla="*/ 948 w 1065"/>
              <a:gd name="T65" fmla="*/ 0 h 905"/>
              <a:gd name="T66" fmla="*/ 928 w 1065"/>
              <a:gd name="T67" fmla="*/ 0 h 905"/>
              <a:gd name="T68" fmla="*/ 812 w 1065"/>
              <a:gd name="T69" fmla="*/ 8 h 905"/>
              <a:gd name="T70" fmla="*/ 700 w 1065"/>
              <a:gd name="T71" fmla="*/ 28 h 905"/>
              <a:gd name="T72" fmla="*/ 590 w 1065"/>
              <a:gd name="T73" fmla="*/ 60 h 905"/>
              <a:gd name="T74" fmla="*/ 485 w 1065"/>
              <a:gd name="T75" fmla="*/ 102 h 905"/>
              <a:gd name="T76" fmla="*/ 323 w 1065"/>
              <a:gd name="T77" fmla="*/ 9 h 905"/>
              <a:gd name="T78" fmla="*/ 324 w 1065"/>
              <a:gd name="T79" fmla="*/ 195 h 905"/>
              <a:gd name="T80" fmla="*/ 284 w 1065"/>
              <a:gd name="T81" fmla="*/ 225 h 905"/>
              <a:gd name="T82" fmla="*/ 207 w 1065"/>
              <a:gd name="T83" fmla="*/ 288 h 905"/>
              <a:gd name="T84" fmla="*/ 170 w 1065"/>
              <a:gd name="T85" fmla="*/ 325 h 905"/>
              <a:gd name="T86" fmla="*/ 123 w 1065"/>
              <a:gd name="T87" fmla="*/ 376 h 905"/>
              <a:gd name="T88" fmla="*/ 79 w 1065"/>
              <a:gd name="T89" fmla="*/ 430 h 905"/>
              <a:gd name="T90" fmla="*/ 38 w 1065"/>
              <a:gd name="T91" fmla="*/ 487 h 905"/>
              <a:gd name="T92" fmla="*/ 0 w 1065"/>
              <a:gd name="T93" fmla="*/ 546 h 905"/>
              <a:gd name="T94" fmla="*/ 623 w 1065"/>
              <a:gd name="T95" fmla="*/ 905 h 905"/>
              <a:gd name="T96" fmla="*/ 650 w 1065"/>
              <a:gd name="T97" fmla="*/ 866 h 905"/>
              <a:gd name="T98" fmla="*/ 681 w 1065"/>
              <a:gd name="T99" fmla="*/ 830 h 905"/>
              <a:gd name="T100" fmla="*/ 694 w 1065"/>
              <a:gd name="T101" fmla="*/ 816 h 905"/>
              <a:gd name="T102" fmla="*/ 723 w 1065"/>
              <a:gd name="T103" fmla="*/ 793 h 905"/>
              <a:gd name="T104" fmla="*/ 752 w 1065"/>
              <a:gd name="T105" fmla="*/ 773 h 905"/>
              <a:gd name="T106" fmla="*/ 783 w 1065"/>
              <a:gd name="T107" fmla="*/ 756 h 905"/>
              <a:gd name="T108" fmla="*/ 817 w 1065"/>
              <a:gd name="T109" fmla="*/ 742 h 905"/>
              <a:gd name="T110" fmla="*/ 851 w 1065"/>
              <a:gd name="T111" fmla="*/ 731 h 905"/>
              <a:gd name="T112" fmla="*/ 886 w 1065"/>
              <a:gd name="T113" fmla="*/ 723 h 905"/>
              <a:gd name="T114" fmla="*/ 922 w 1065"/>
              <a:gd name="T115" fmla="*/ 719 h 905"/>
              <a:gd name="T116" fmla="*/ 948 w 1065"/>
              <a:gd name="T117" fmla="*/ 718 h 905"/>
              <a:gd name="T118" fmla="*/ 1065 w 1065"/>
              <a:gd name="T119" fmla="*/ 405 h 905"/>
              <a:gd name="T120" fmla="*/ 948 w 1065"/>
              <a:gd name="T121" fmla="*/ 202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65" h="905">
                <a:moveTo>
                  <a:pt x="937" y="10"/>
                </a:moveTo>
                <a:lnTo>
                  <a:pt x="937" y="202"/>
                </a:lnTo>
                <a:lnTo>
                  <a:pt x="937" y="310"/>
                </a:lnTo>
                <a:lnTo>
                  <a:pt x="937" y="315"/>
                </a:lnTo>
                <a:lnTo>
                  <a:pt x="941" y="318"/>
                </a:lnTo>
                <a:lnTo>
                  <a:pt x="1048" y="405"/>
                </a:lnTo>
                <a:lnTo>
                  <a:pt x="941" y="488"/>
                </a:lnTo>
                <a:lnTo>
                  <a:pt x="937" y="491"/>
                </a:lnTo>
                <a:lnTo>
                  <a:pt x="937" y="496"/>
                </a:lnTo>
                <a:lnTo>
                  <a:pt x="937" y="707"/>
                </a:lnTo>
                <a:lnTo>
                  <a:pt x="937" y="707"/>
                </a:lnTo>
                <a:lnTo>
                  <a:pt x="918" y="708"/>
                </a:lnTo>
                <a:lnTo>
                  <a:pt x="901" y="710"/>
                </a:lnTo>
                <a:lnTo>
                  <a:pt x="882" y="712"/>
                </a:lnTo>
                <a:lnTo>
                  <a:pt x="864" y="716"/>
                </a:lnTo>
                <a:lnTo>
                  <a:pt x="845" y="720"/>
                </a:lnTo>
                <a:lnTo>
                  <a:pt x="828" y="726"/>
                </a:lnTo>
                <a:lnTo>
                  <a:pt x="812" y="733"/>
                </a:lnTo>
                <a:lnTo>
                  <a:pt x="794" y="739"/>
                </a:lnTo>
                <a:lnTo>
                  <a:pt x="778" y="746"/>
                </a:lnTo>
                <a:lnTo>
                  <a:pt x="762" y="756"/>
                </a:lnTo>
                <a:lnTo>
                  <a:pt x="746" y="764"/>
                </a:lnTo>
                <a:lnTo>
                  <a:pt x="731" y="774"/>
                </a:lnTo>
                <a:lnTo>
                  <a:pt x="716" y="785"/>
                </a:lnTo>
                <a:lnTo>
                  <a:pt x="701" y="796"/>
                </a:lnTo>
                <a:lnTo>
                  <a:pt x="687" y="808"/>
                </a:lnTo>
                <a:lnTo>
                  <a:pt x="674" y="822"/>
                </a:lnTo>
                <a:lnTo>
                  <a:pt x="674" y="822"/>
                </a:lnTo>
                <a:lnTo>
                  <a:pt x="658" y="838"/>
                </a:lnTo>
                <a:lnTo>
                  <a:pt x="644" y="855"/>
                </a:lnTo>
                <a:lnTo>
                  <a:pt x="631" y="873"/>
                </a:lnTo>
                <a:lnTo>
                  <a:pt x="619" y="891"/>
                </a:lnTo>
                <a:lnTo>
                  <a:pt x="15" y="542"/>
                </a:lnTo>
                <a:lnTo>
                  <a:pt x="15" y="542"/>
                </a:lnTo>
                <a:lnTo>
                  <a:pt x="33" y="514"/>
                </a:lnTo>
                <a:lnTo>
                  <a:pt x="52" y="486"/>
                </a:lnTo>
                <a:lnTo>
                  <a:pt x="71" y="459"/>
                </a:lnTo>
                <a:lnTo>
                  <a:pt x="91" y="433"/>
                </a:lnTo>
                <a:lnTo>
                  <a:pt x="111" y="406"/>
                </a:lnTo>
                <a:lnTo>
                  <a:pt x="133" y="380"/>
                </a:lnTo>
                <a:lnTo>
                  <a:pt x="156" y="356"/>
                </a:lnTo>
                <a:lnTo>
                  <a:pt x="179" y="332"/>
                </a:lnTo>
                <a:lnTo>
                  <a:pt x="179" y="332"/>
                </a:lnTo>
                <a:lnTo>
                  <a:pt x="214" y="298"/>
                </a:lnTo>
                <a:lnTo>
                  <a:pt x="251" y="264"/>
                </a:lnTo>
                <a:lnTo>
                  <a:pt x="291" y="233"/>
                </a:lnTo>
                <a:lnTo>
                  <a:pt x="331" y="203"/>
                </a:lnTo>
                <a:lnTo>
                  <a:pt x="326" y="195"/>
                </a:lnTo>
                <a:lnTo>
                  <a:pt x="334" y="195"/>
                </a:lnTo>
                <a:lnTo>
                  <a:pt x="334" y="28"/>
                </a:lnTo>
                <a:lnTo>
                  <a:pt x="480" y="112"/>
                </a:lnTo>
                <a:lnTo>
                  <a:pt x="484" y="103"/>
                </a:lnTo>
                <a:lnTo>
                  <a:pt x="489" y="113"/>
                </a:lnTo>
                <a:lnTo>
                  <a:pt x="489" y="113"/>
                </a:lnTo>
                <a:lnTo>
                  <a:pt x="542" y="90"/>
                </a:lnTo>
                <a:lnTo>
                  <a:pt x="594" y="70"/>
                </a:lnTo>
                <a:lnTo>
                  <a:pt x="648" y="52"/>
                </a:lnTo>
                <a:lnTo>
                  <a:pt x="702" y="39"/>
                </a:lnTo>
                <a:lnTo>
                  <a:pt x="758" y="27"/>
                </a:lnTo>
                <a:lnTo>
                  <a:pt x="814" y="18"/>
                </a:lnTo>
                <a:lnTo>
                  <a:pt x="871" y="13"/>
                </a:lnTo>
                <a:lnTo>
                  <a:pt x="928" y="10"/>
                </a:lnTo>
                <a:lnTo>
                  <a:pt x="928" y="10"/>
                </a:lnTo>
                <a:lnTo>
                  <a:pt x="937" y="10"/>
                </a:lnTo>
                <a:close/>
                <a:moveTo>
                  <a:pt x="948" y="0"/>
                </a:moveTo>
                <a:lnTo>
                  <a:pt x="948" y="0"/>
                </a:lnTo>
                <a:lnTo>
                  <a:pt x="928" y="0"/>
                </a:lnTo>
                <a:lnTo>
                  <a:pt x="928" y="0"/>
                </a:lnTo>
                <a:lnTo>
                  <a:pt x="870" y="2"/>
                </a:lnTo>
                <a:lnTo>
                  <a:pt x="812" y="8"/>
                </a:lnTo>
                <a:lnTo>
                  <a:pt x="755" y="17"/>
                </a:lnTo>
                <a:lnTo>
                  <a:pt x="700" y="28"/>
                </a:lnTo>
                <a:lnTo>
                  <a:pt x="644" y="43"/>
                </a:lnTo>
                <a:lnTo>
                  <a:pt x="590" y="60"/>
                </a:lnTo>
                <a:lnTo>
                  <a:pt x="536" y="79"/>
                </a:lnTo>
                <a:lnTo>
                  <a:pt x="485" y="102"/>
                </a:lnTo>
                <a:lnTo>
                  <a:pt x="485" y="102"/>
                </a:lnTo>
                <a:lnTo>
                  <a:pt x="323" y="9"/>
                </a:lnTo>
                <a:lnTo>
                  <a:pt x="323" y="195"/>
                </a:lnTo>
                <a:lnTo>
                  <a:pt x="324" y="195"/>
                </a:lnTo>
                <a:lnTo>
                  <a:pt x="324" y="195"/>
                </a:lnTo>
                <a:lnTo>
                  <a:pt x="284" y="225"/>
                </a:lnTo>
                <a:lnTo>
                  <a:pt x="245" y="256"/>
                </a:lnTo>
                <a:lnTo>
                  <a:pt x="207" y="288"/>
                </a:lnTo>
                <a:lnTo>
                  <a:pt x="170" y="325"/>
                </a:lnTo>
                <a:lnTo>
                  <a:pt x="170" y="325"/>
                </a:lnTo>
                <a:lnTo>
                  <a:pt x="146" y="351"/>
                </a:lnTo>
                <a:lnTo>
                  <a:pt x="123" y="376"/>
                </a:lnTo>
                <a:lnTo>
                  <a:pt x="100" y="403"/>
                </a:lnTo>
                <a:lnTo>
                  <a:pt x="79" y="430"/>
                </a:lnTo>
                <a:lnTo>
                  <a:pt x="57" y="459"/>
                </a:lnTo>
                <a:lnTo>
                  <a:pt x="38" y="487"/>
                </a:lnTo>
                <a:lnTo>
                  <a:pt x="19" y="517"/>
                </a:lnTo>
                <a:lnTo>
                  <a:pt x="0" y="546"/>
                </a:lnTo>
                <a:lnTo>
                  <a:pt x="623" y="905"/>
                </a:lnTo>
                <a:lnTo>
                  <a:pt x="623" y="905"/>
                </a:lnTo>
                <a:lnTo>
                  <a:pt x="635" y="885"/>
                </a:lnTo>
                <a:lnTo>
                  <a:pt x="650" y="866"/>
                </a:lnTo>
                <a:lnTo>
                  <a:pt x="665" y="847"/>
                </a:lnTo>
                <a:lnTo>
                  <a:pt x="681" y="830"/>
                </a:lnTo>
                <a:lnTo>
                  <a:pt x="681" y="830"/>
                </a:lnTo>
                <a:lnTo>
                  <a:pt x="694" y="816"/>
                </a:lnTo>
                <a:lnTo>
                  <a:pt x="708" y="804"/>
                </a:lnTo>
                <a:lnTo>
                  <a:pt x="723" y="793"/>
                </a:lnTo>
                <a:lnTo>
                  <a:pt x="737" y="783"/>
                </a:lnTo>
                <a:lnTo>
                  <a:pt x="752" y="773"/>
                </a:lnTo>
                <a:lnTo>
                  <a:pt x="768" y="764"/>
                </a:lnTo>
                <a:lnTo>
                  <a:pt x="783" y="756"/>
                </a:lnTo>
                <a:lnTo>
                  <a:pt x="801" y="749"/>
                </a:lnTo>
                <a:lnTo>
                  <a:pt x="817" y="742"/>
                </a:lnTo>
                <a:lnTo>
                  <a:pt x="833" y="735"/>
                </a:lnTo>
                <a:lnTo>
                  <a:pt x="851" y="731"/>
                </a:lnTo>
                <a:lnTo>
                  <a:pt x="868" y="726"/>
                </a:lnTo>
                <a:lnTo>
                  <a:pt x="886" y="723"/>
                </a:lnTo>
                <a:lnTo>
                  <a:pt x="905" y="720"/>
                </a:lnTo>
                <a:lnTo>
                  <a:pt x="922" y="719"/>
                </a:lnTo>
                <a:lnTo>
                  <a:pt x="941" y="718"/>
                </a:lnTo>
                <a:lnTo>
                  <a:pt x="948" y="718"/>
                </a:lnTo>
                <a:lnTo>
                  <a:pt x="948" y="496"/>
                </a:lnTo>
                <a:lnTo>
                  <a:pt x="1065" y="405"/>
                </a:lnTo>
                <a:lnTo>
                  <a:pt x="948" y="310"/>
                </a:lnTo>
                <a:lnTo>
                  <a:pt x="948" y="202"/>
                </a:lnTo>
                <a:lnTo>
                  <a:pt x="948" y="0"/>
                </a:lnTo>
                <a:close/>
              </a:path>
            </a:pathLst>
          </a:custGeom>
          <a:solidFill>
            <a:srgbClr val="9FB9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" name="Freeform 1409"/>
          <p:cNvSpPr>
            <a:spLocks/>
          </p:cNvSpPr>
          <p:nvPr/>
        </p:nvSpPr>
        <p:spPr bwMode="auto">
          <a:xfrm>
            <a:off x="1430992" y="2813588"/>
            <a:ext cx="1301993" cy="1110417"/>
          </a:xfrm>
          <a:custGeom>
            <a:avLst/>
            <a:gdLst>
              <a:gd name="T0" fmla="*/ 922 w 1033"/>
              <a:gd name="T1" fmla="*/ 192 h 881"/>
              <a:gd name="T2" fmla="*/ 922 w 1033"/>
              <a:gd name="T3" fmla="*/ 305 h 881"/>
              <a:gd name="T4" fmla="*/ 1033 w 1033"/>
              <a:gd name="T5" fmla="*/ 395 h 881"/>
              <a:gd name="T6" fmla="*/ 922 w 1033"/>
              <a:gd name="T7" fmla="*/ 481 h 881"/>
              <a:gd name="T8" fmla="*/ 922 w 1033"/>
              <a:gd name="T9" fmla="*/ 697 h 881"/>
              <a:gd name="T10" fmla="*/ 903 w 1033"/>
              <a:gd name="T11" fmla="*/ 698 h 881"/>
              <a:gd name="T12" fmla="*/ 867 w 1033"/>
              <a:gd name="T13" fmla="*/ 702 h 881"/>
              <a:gd name="T14" fmla="*/ 830 w 1033"/>
              <a:gd name="T15" fmla="*/ 710 h 881"/>
              <a:gd name="T16" fmla="*/ 797 w 1033"/>
              <a:gd name="T17" fmla="*/ 723 h 881"/>
              <a:gd name="T18" fmla="*/ 763 w 1033"/>
              <a:gd name="T19" fmla="*/ 736 h 881"/>
              <a:gd name="T20" fmla="*/ 731 w 1033"/>
              <a:gd name="T21" fmla="*/ 754 h 881"/>
              <a:gd name="T22" fmla="*/ 701 w 1033"/>
              <a:gd name="T23" fmla="*/ 775 h 881"/>
              <a:gd name="T24" fmla="*/ 672 w 1033"/>
              <a:gd name="T25" fmla="*/ 798 h 881"/>
              <a:gd name="T26" fmla="*/ 659 w 1033"/>
              <a:gd name="T27" fmla="*/ 812 h 881"/>
              <a:gd name="T28" fmla="*/ 629 w 1033"/>
              <a:gd name="T29" fmla="*/ 845 h 881"/>
              <a:gd name="T30" fmla="*/ 604 w 1033"/>
              <a:gd name="T31" fmla="*/ 881 h 881"/>
              <a:gd name="T32" fmla="*/ 0 w 1033"/>
              <a:gd name="T33" fmla="*/ 532 h 881"/>
              <a:gd name="T34" fmla="*/ 37 w 1033"/>
              <a:gd name="T35" fmla="*/ 476 h 881"/>
              <a:gd name="T36" fmla="*/ 76 w 1033"/>
              <a:gd name="T37" fmla="*/ 423 h 881"/>
              <a:gd name="T38" fmla="*/ 118 w 1033"/>
              <a:gd name="T39" fmla="*/ 370 h 881"/>
              <a:gd name="T40" fmla="*/ 164 w 1033"/>
              <a:gd name="T41" fmla="*/ 322 h 881"/>
              <a:gd name="T42" fmla="*/ 199 w 1033"/>
              <a:gd name="T43" fmla="*/ 288 h 881"/>
              <a:gd name="T44" fmla="*/ 276 w 1033"/>
              <a:gd name="T45" fmla="*/ 223 h 881"/>
              <a:gd name="T46" fmla="*/ 311 w 1033"/>
              <a:gd name="T47" fmla="*/ 185 h 881"/>
              <a:gd name="T48" fmla="*/ 319 w 1033"/>
              <a:gd name="T49" fmla="*/ 18 h 881"/>
              <a:gd name="T50" fmla="*/ 469 w 1033"/>
              <a:gd name="T51" fmla="*/ 93 h 881"/>
              <a:gd name="T52" fmla="*/ 474 w 1033"/>
              <a:gd name="T53" fmla="*/ 103 h 881"/>
              <a:gd name="T54" fmla="*/ 579 w 1033"/>
              <a:gd name="T55" fmla="*/ 60 h 881"/>
              <a:gd name="T56" fmla="*/ 687 w 1033"/>
              <a:gd name="T57" fmla="*/ 29 h 881"/>
              <a:gd name="T58" fmla="*/ 799 w 1033"/>
              <a:gd name="T59" fmla="*/ 8 h 881"/>
              <a:gd name="T60" fmla="*/ 913 w 1033"/>
              <a:gd name="T61" fmla="*/ 0 h 881"/>
              <a:gd name="T62" fmla="*/ 922 w 1033"/>
              <a:gd name="T63" fmla="*/ 0 h 8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33" h="881">
                <a:moveTo>
                  <a:pt x="922" y="0"/>
                </a:moveTo>
                <a:lnTo>
                  <a:pt x="922" y="192"/>
                </a:lnTo>
                <a:lnTo>
                  <a:pt x="922" y="300"/>
                </a:lnTo>
                <a:lnTo>
                  <a:pt x="922" y="305"/>
                </a:lnTo>
                <a:lnTo>
                  <a:pt x="926" y="308"/>
                </a:lnTo>
                <a:lnTo>
                  <a:pt x="1033" y="395"/>
                </a:lnTo>
                <a:lnTo>
                  <a:pt x="926" y="478"/>
                </a:lnTo>
                <a:lnTo>
                  <a:pt x="922" y="481"/>
                </a:lnTo>
                <a:lnTo>
                  <a:pt x="922" y="486"/>
                </a:lnTo>
                <a:lnTo>
                  <a:pt x="922" y="697"/>
                </a:lnTo>
                <a:lnTo>
                  <a:pt x="922" y="697"/>
                </a:lnTo>
                <a:lnTo>
                  <a:pt x="903" y="698"/>
                </a:lnTo>
                <a:lnTo>
                  <a:pt x="886" y="700"/>
                </a:lnTo>
                <a:lnTo>
                  <a:pt x="867" y="702"/>
                </a:lnTo>
                <a:lnTo>
                  <a:pt x="849" y="706"/>
                </a:lnTo>
                <a:lnTo>
                  <a:pt x="830" y="710"/>
                </a:lnTo>
                <a:lnTo>
                  <a:pt x="813" y="716"/>
                </a:lnTo>
                <a:lnTo>
                  <a:pt x="797" y="723"/>
                </a:lnTo>
                <a:lnTo>
                  <a:pt x="779" y="729"/>
                </a:lnTo>
                <a:lnTo>
                  <a:pt x="763" y="736"/>
                </a:lnTo>
                <a:lnTo>
                  <a:pt x="747" y="746"/>
                </a:lnTo>
                <a:lnTo>
                  <a:pt x="731" y="754"/>
                </a:lnTo>
                <a:lnTo>
                  <a:pt x="716" y="764"/>
                </a:lnTo>
                <a:lnTo>
                  <a:pt x="701" y="775"/>
                </a:lnTo>
                <a:lnTo>
                  <a:pt x="686" y="786"/>
                </a:lnTo>
                <a:lnTo>
                  <a:pt x="672" y="798"/>
                </a:lnTo>
                <a:lnTo>
                  <a:pt x="659" y="812"/>
                </a:lnTo>
                <a:lnTo>
                  <a:pt x="659" y="812"/>
                </a:lnTo>
                <a:lnTo>
                  <a:pt x="643" y="828"/>
                </a:lnTo>
                <a:lnTo>
                  <a:pt x="629" y="845"/>
                </a:lnTo>
                <a:lnTo>
                  <a:pt x="616" y="863"/>
                </a:lnTo>
                <a:lnTo>
                  <a:pt x="604" y="881"/>
                </a:lnTo>
                <a:lnTo>
                  <a:pt x="0" y="532"/>
                </a:lnTo>
                <a:lnTo>
                  <a:pt x="0" y="532"/>
                </a:lnTo>
                <a:lnTo>
                  <a:pt x="18" y="504"/>
                </a:lnTo>
                <a:lnTo>
                  <a:pt x="37" y="476"/>
                </a:lnTo>
                <a:lnTo>
                  <a:pt x="56" y="449"/>
                </a:lnTo>
                <a:lnTo>
                  <a:pt x="76" y="423"/>
                </a:lnTo>
                <a:lnTo>
                  <a:pt x="96" y="396"/>
                </a:lnTo>
                <a:lnTo>
                  <a:pt x="118" y="370"/>
                </a:lnTo>
                <a:lnTo>
                  <a:pt x="141" y="346"/>
                </a:lnTo>
                <a:lnTo>
                  <a:pt x="164" y="322"/>
                </a:lnTo>
                <a:lnTo>
                  <a:pt x="164" y="322"/>
                </a:lnTo>
                <a:lnTo>
                  <a:pt x="199" y="288"/>
                </a:lnTo>
                <a:lnTo>
                  <a:pt x="236" y="254"/>
                </a:lnTo>
                <a:lnTo>
                  <a:pt x="276" y="223"/>
                </a:lnTo>
                <a:lnTo>
                  <a:pt x="316" y="193"/>
                </a:lnTo>
                <a:lnTo>
                  <a:pt x="311" y="185"/>
                </a:lnTo>
                <a:lnTo>
                  <a:pt x="319" y="185"/>
                </a:lnTo>
                <a:lnTo>
                  <a:pt x="319" y="18"/>
                </a:lnTo>
                <a:lnTo>
                  <a:pt x="465" y="102"/>
                </a:lnTo>
                <a:lnTo>
                  <a:pt x="469" y="93"/>
                </a:lnTo>
                <a:lnTo>
                  <a:pt x="474" y="103"/>
                </a:lnTo>
                <a:lnTo>
                  <a:pt x="474" y="103"/>
                </a:lnTo>
                <a:lnTo>
                  <a:pt x="527" y="80"/>
                </a:lnTo>
                <a:lnTo>
                  <a:pt x="579" y="60"/>
                </a:lnTo>
                <a:lnTo>
                  <a:pt x="633" y="42"/>
                </a:lnTo>
                <a:lnTo>
                  <a:pt x="687" y="29"/>
                </a:lnTo>
                <a:lnTo>
                  <a:pt x="743" y="17"/>
                </a:lnTo>
                <a:lnTo>
                  <a:pt x="799" y="8"/>
                </a:lnTo>
                <a:lnTo>
                  <a:pt x="856" y="3"/>
                </a:lnTo>
                <a:lnTo>
                  <a:pt x="913" y="0"/>
                </a:lnTo>
                <a:lnTo>
                  <a:pt x="913" y="0"/>
                </a:lnTo>
                <a:lnTo>
                  <a:pt x="9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" name="Freeform 1410"/>
          <p:cNvSpPr>
            <a:spLocks/>
          </p:cNvSpPr>
          <p:nvPr/>
        </p:nvSpPr>
        <p:spPr bwMode="auto">
          <a:xfrm>
            <a:off x="1412085" y="2800984"/>
            <a:ext cx="1342326" cy="1140666"/>
          </a:xfrm>
          <a:custGeom>
            <a:avLst/>
            <a:gdLst>
              <a:gd name="T0" fmla="*/ 948 w 1065"/>
              <a:gd name="T1" fmla="*/ 0 h 905"/>
              <a:gd name="T2" fmla="*/ 948 w 1065"/>
              <a:gd name="T3" fmla="*/ 0 h 905"/>
              <a:gd name="T4" fmla="*/ 928 w 1065"/>
              <a:gd name="T5" fmla="*/ 0 h 905"/>
              <a:gd name="T6" fmla="*/ 928 w 1065"/>
              <a:gd name="T7" fmla="*/ 0 h 905"/>
              <a:gd name="T8" fmla="*/ 870 w 1065"/>
              <a:gd name="T9" fmla="*/ 2 h 905"/>
              <a:gd name="T10" fmla="*/ 812 w 1065"/>
              <a:gd name="T11" fmla="*/ 8 h 905"/>
              <a:gd name="T12" fmla="*/ 755 w 1065"/>
              <a:gd name="T13" fmla="*/ 17 h 905"/>
              <a:gd name="T14" fmla="*/ 700 w 1065"/>
              <a:gd name="T15" fmla="*/ 28 h 905"/>
              <a:gd name="T16" fmla="*/ 644 w 1065"/>
              <a:gd name="T17" fmla="*/ 43 h 905"/>
              <a:gd name="T18" fmla="*/ 590 w 1065"/>
              <a:gd name="T19" fmla="*/ 60 h 905"/>
              <a:gd name="T20" fmla="*/ 536 w 1065"/>
              <a:gd name="T21" fmla="*/ 79 h 905"/>
              <a:gd name="T22" fmla="*/ 485 w 1065"/>
              <a:gd name="T23" fmla="*/ 102 h 905"/>
              <a:gd name="T24" fmla="*/ 485 w 1065"/>
              <a:gd name="T25" fmla="*/ 102 h 905"/>
              <a:gd name="T26" fmla="*/ 323 w 1065"/>
              <a:gd name="T27" fmla="*/ 9 h 905"/>
              <a:gd name="T28" fmla="*/ 323 w 1065"/>
              <a:gd name="T29" fmla="*/ 195 h 905"/>
              <a:gd name="T30" fmla="*/ 324 w 1065"/>
              <a:gd name="T31" fmla="*/ 195 h 905"/>
              <a:gd name="T32" fmla="*/ 324 w 1065"/>
              <a:gd name="T33" fmla="*/ 195 h 905"/>
              <a:gd name="T34" fmla="*/ 284 w 1065"/>
              <a:gd name="T35" fmla="*/ 225 h 905"/>
              <a:gd name="T36" fmla="*/ 245 w 1065"/>
              <a:gd name="T37" fmla="*/ 256 h 905"/>
              <a:gd name="T38" fmla="*/ 207 w 1065"/>
              <a:gd name="T39" fmla="*/ 288 h 905"/>
              <a:gd name="T40" fmla="*/ 170 w 1065"/>
              <a:gd name="T41" fmla="*/ 325 h 905"/>
              <a:gd name="T42" fmla="*/ 170 w 1065"/>
              <a:gd name="T43" fmla="*/ 325 h 905"/>
              <a:gd name="T44" fmla="*/ 146 w 1065"/>
              <a:gd name="T45" fmla="*/ 351 h 905"/>
              <a:gd name="T46" fmla="*/ 123 w 1065"/>
              <a:gd name="T47" fmla="*/ 376 h 905"/>
              <a:gd name="T48" fmla="*/ 100 w 1065"/>
              <a:gd name="T49" fmla="*/ 403 h 905"/>
              <a:gd name="T50" fmla="*/ 79 w 1065"/>
              <a:gd name="T51" fmla="*/ 430 h 905"/>
              <a:gd name="T52" fmla="*/ 57 w 1065"/>
              <a:gd name="T53" fmla="*/ 459 h 905"/>
              <a:gd name="T54" fmla="*/ 38 w 1065"/>
              <a:gd name="T55" fmla="*/ 487 h 905"/>
              <a:gd name="T56" fmla="*/ 19 w 1065"/>
              <a:gd name="T57" fmla="*/ 517 h 905"/>
              <a:gd name="T58" fmla="*/ 0 w 1065"/>
              <a:gd name="T59" fmla="*/ 546 h 905"/>
              <a:gd name="T60" fmla="*/ 623 w 1065"/>
              <a:gd name="T61" fmla="*/ 905 h 905"/>
              <a:gd name="T62" fmla="*/ 623 w 1065"/>
              <a:gd name="T63" fmla="*/ 905 h 905"/>
              <a:gd name="T64" fmla="*/ 635 w 1065"/>
              <a:gd name="T65" fmla="*/ 885 h 905"/>
              <a:gd name="T66" fmla="*/ 650 w 1065"/>
              <a:gd name="T67" fmla="*/ 866 h 905"/>
              <a:gd name="T68" fmla="*/ 665 w 1065"/>
              <a:gd name="T69" fmla="*/ 847 h 905"/>
              <a:gd name="T70" fmla="*/ 681 w 1065"/>
              <a:gd name="T71" fmla="*/ 830 h 905"/>
              <a:gd name="T72" fmla="*/ 681 w 1065"/>
              <a:gd name="T73" fmla="*/ 830 h 905"/>
              <a:gd name="T74" fmla="*/ 694 w 1065"/>
              <a:gd name="T75" fmla="*/ 816 h 905"/>
              <a:gd name="T76" fmla="*/ 708 w 1065"/>
              <a:gd name="T77" fmla="*/ 804 h 905"/>
              <a:gd name="T78" fmla="*/ 723 w 1065"/>
              <a:gd name="T79" fmla="*/ 793 h 905"/>
              <a:gd name="T80" fmla="*/ 737 w 1065"/>
              <a:gd name="T81" fmla="*/ 783 h 905"/>
              <a:gd name="T82" fmla="*/ 752 w 1065"/>
              <a:gd name="T83" fmla="*/ 773 h 905"/>
              <a:gd name="T84" fmla="*/ 768 w 1065"/>
              <a:gd name="T85" fmla="*/ 764 h 905"/>
              <a:gd name="T86" fmla="*/ 783 w 1065"/>
              <a:gd name="T87" fmla="*/ 756 h 905"/>
              <a:gd name="T88" fmla="*/ 801 w 1065"/>
              <a:gd name="T89" fmla="*/ 749 h 905"/>
              <a:gd name="T90" fmla="*/ 817 w 1065"/>
              <a:gd name="T91" fmla="*/ 742 h 905"/>
              <a:gd name="T92" fmla="*/ 833 w 1065"/>
              <a:gd name="T93" fmla="*/ 735 h 905"/>
              <a:gd name="T94" fmla="*/ 851 w 1065"/>
              <a:gd name="T95" fmla="*/ 731 h 905"/>
              <a:gd name="T96" fmla="*/ 868 w 1065"/>
              <a:gd name="T97" fmla="*/ 726 h 905"/>
              <a:gd name="T98" fmla="*/ 886 w 1065"/>
              <a:gd name="T99" fmla="*/ 723 h 905"/>
              <a:gd name="T100" fmla="*/ 905 w 1065"/>
              <a:gd name="T101" fmla="*/ 720 h 905"/>
              <a:gd name="T102" fmla="*/ 922 w 1065"/>
              <a:gd name="T103" fmla="*/ 719 h 905"/>
              <a:gd name="T104" fmla="*/ 941 w 1065"/>
              <a:gd name="T105" fmla="*/ 718 h 905"/>
              <a:gd name="T106" fmla="*/ 948 w 1065"/>
              <a:gd name="T107" fmla="*/ 718 h 905"/>
              <a:gd name="T108" fmla="*/ 948 w 1065"/>
              <a:gd name="T109" fmla="*/ 496 h 905"/>
              <a:gd name="T110" fmla="*/ 1065 w 1065"/>
              <a:gd name="T111" fmla="*/ 405 h 905"/>
              <a:gd name="T112" fmla="*/ 948 w 1065"/>
              <a:gd name="T113" fmla="*/ 310 h 905"/>
              <a:gd name="T114" fmla="*/ 948 w 1065"/>
              <a:gd name="T115" fmla="*/ 202 h 905"/>
              <a:gd name="T116" fmla="*/ 948 w 1065"/>
              <a:gd name="T117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65" h="905">
                <a:moveTo>
                  <a:pt x="948" y="0"/>
                </a:moveTo>
                <a:lnTo>
                  <a:pt x="948" y="0"/>
                </a:lnTo>
                <a:lnTo>
                  <a:pt x="928" y="0"/>
                </a:lnTo>
                <a:lnTo>
                  <a:pt x="928" y="0"/>
                </a:lnTo>
                <a:lnTo>
                  <a:pt x="870" y="2"/>
                </a:lnTo>
                <a:lnTo>
                  <a:pt x="812" y="8"/>
                </a:lnTo>
                <a:lnTo>
                  <a:pt x="755" y="17"/>
                </a:lnTo>
                <a:lnTo>
                  <a:pt x="700" y="28"/>
                </a:lnTo>
                <a:lnTo>
                  <a:pt x="644" y="43"/>
                </a:lnTo>
                <a:lnTo>
                  <a:pt x="590" y="60"/>
                </a:lnTo>
                <a:lnTo>
                  <a:pt x="536" y="79"/>
                </a:lnTo>
                <a:lnTo>
                  <a:pt x="485" y="102"/>
                </a:lnTo>
                <a:lnTo>
                  <a:pt x="485" y="102"/>
                </a:lnTo>
                <a:lnTo>
                  <a:pt x="323" y="9"/>
                </a:lnTo>
                <a:lnTo>
                  <a:pt x="323" y="195"/>
                </a:lnTo>
                <a:lnTo>
                  <a:pt x="324" y="195"/>
                </a:lnTo>
                <a:lnTo>
                  <a:pt x="324" y="195"/>
                </a:lnTo>
                <a:lnTo>
                  <a:pt x="284" y="225"/>
                </a:lnTo>
                <a:lnTo>
                  <a:pt x="245" y="256"/>
                </a:lnTo>
                <a:lnTo>
                  <a:pt x="207" y="288"/>
                </a:lnTo>
                <a:lnTo>
                  <a:pt x="170" y="325"/>
                </a:lnTo>
                <a:lnTo>
                  <a:pt x="170" y="325"/>
                </a:lnTo>
                <a:lnTo>
                  <a:pt x="146" y="351"/>
                </a:lnTo>
                <a:lnTo>
                  <a:pt x="123" y="376"/>
                </a:lnTo>
                <a:lnTo>
                  <a:pt x="100" y="403"/>
                </a:lnTo>
                <a:lnTo>
                  <a:pt x="79" y="430"/>
                </a:lnTo>
                <a:lnTo>
                  <a:pt x="57" y="459"/>
                </a:lnTo>
                <a:lnTo>
                  <a:pt x="38" y="487"/>
                </a:lnTo>
                <a:lnTo>
                  <a:pt x="19" y="517"/>
                </a:lnTo>
                <a:lnTo>
                  <a:pt x="0" y="546"/>
                </a:lnTo>
                <a:lnTo>
                  <a:pt x="623" y="905"/>
                </a:lnTo>
                <a:lnTo>
                  <a:pt x="623" y="905"/>
                </a:lnTo>
                <a:lnTo>
                  <a:pt x="635" y="885"/>
                </a:lnTo>
                <a:lnTo>
                  <a:pt x="650" y="866"/>
                </a:lnTo>
                <a:lnTo>
                  <a:pt x="665" y="847"/>
                </a:lnTo>
                <a:lnTo>
                  <a:pt x="681" y="830"/>
                </a:lnTo>
                <a:lnTo>
                  <a:pt x="681" y="830"/>
                </a:lnTo>
                <a:lnTo>
                  <a:pt x="694" y="816"/>
                </a:lnTo>
                <a:lnTo>
                  <a:pt x="708" y="804"/>
                </a:lnTo>
                <a:lnTo>
                  <a:pt x="723" y="793"/>
                </a:lnTo>
                <a:lnTo>
                  <a:pt x="737" y="783"/>
                </a:lnTo>
                <a:lnTo>
                  <a:pt x="752" y="773"/>
                </a:lnTo>
                <a:lnTo>
                  <a:pt x="768" y="764"/>
                </a:lnTo>
                <a:lnTo>
                  <a:pt x="783" y="756"/>
                </a:lnTo>
                <a:lnTo>
                  <a:pt x="801" y="749"/>
                </a:lnTo>
                <a:lnTo>
                  <a:pt x="817" y="742"/>
                </a:lnTo>
                <a:lnTo>
                  <a:pt x="833" y="735"/>
                </a:lnTo>
                <a:lnTo>
                  <a:pt x="851" y="731"/>
                </a:lnTo>
                <a:lnTo>
                  <a:pt x="868" y="726"/>
                </a:lnTo>
                <a:lnTo>
                  <a:pt x="886" y="723"/>
                </a:lnTo>
                <a:lnTo>
                  <a:pt x="905" y="720"/>
                </a:lnTo>
                <a:lnTo>
                  <a:pt x="922" y="719"/>
                </a:lnTo>
                <a:lnTo>
                  <a:pt x="941" y="718"/>
                </a:lnTo>
                <a:lnTo>
                  <a:pt x="948" y="718"/>
                </a:lnTo>
                <a:lnTo>
                  <a:pt x="948" y="496"/>
                </a:lnTo>
                <a:lnTo>
                  <a:pt x="1065" y="405"/>
                </a:lnTo>
                <a:lnTo>
                  <a:pt x="948" y="310"/>
                </a:lnTo>
                <a:lnTo>
                  <a:pt x="948" y="202"/>
                </a:lnTo>
                <a:lnTo>
                  <a:pt x="94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19" name="Picture 1411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802" y="3572351"/>
            <a:ext cx="306277" cy="11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1412"/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990" y="3567310"/>
            <a:ext cx="219310" cy="123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1413"/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590" y="3658059"/>
            <a:ext cx="178977" cy="219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1414"/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495" y="3794183"/>
            <a:ext cx="184019" cy="112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0" name="Picture 1416"/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28" y="3779045"/>
            <a:ext cx="189060" cy="1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1" name="Freeform 1417"/>
          <p:cNvSpPr>
            <a:spLocks/>
          </p:cNvSpPr>
          <p:nvPr/>
        </p:nvSpPr>
        <p:spPr bwMode="auto">
          <a:xfrm>
            <a:off x="1405778" y="3583683"/>
            <a:ext cx="710864" cy="1188554"/>
          </a:xfrm>
          <a:custGeom>
            <a:avLst/>
            <a:gdLst>
              <a:gd name="T0" fmla="*/ 124 w 564"/>
              <a:gd name="T1" fmla="*/ 943 h 943"/>
              <a:gd name="T2" fmla="*/ 124 w 564"/>
              <a:gd name="T3" fmla="*/ 943 h 943"/>
              <a:gd name="T4" fmla="*/ 109 w 564"/>
              <a:gd name="T5" fmla="*/ 916 h 943"/>
              <a:gd name="T6" fmla="*/ 96 w 564"/>
              <a:gd name="T7" fmla="*/ 888 h 943"/>
              <a:gd name="T8" fmla="*/ 82 w 564"/>
              <a:gd name="T9" fmla="*/ 859 h 943"/>
              <a:gd name="T10" fmla="*/ 70 w 564"/>
              <a:gd name="T11" fmla="*/ 831 h 943"/>
              <a:gd name="T12" fmla="*/ 59 w 564"/>
              <a:gd name="T13" fmla="*/ 803 h 943"/>
              <a:gd name="T14" fmla="*/ 49 w 564"/>
              <a:gd name="T15" fmla="*/ 773 h 943"/>
              <a:gd name="T16" fmla="*/ 39 w 564"/>
              <a:gd name="T17" fmla="*/ 743 h 943"/>
              <a:gd name="T18" fmla="*/ 31 w 564"/>
              <a:gd name="T19" fmla="*/ 714 h 943"/>
              <a:gd name="T20" fmla="*/ 24 w 564"/>
              <a:gd name="T21" fmla="*/ 684 h 943"/>
              <a:gd name="T22" fmla="*/ 17 w 564"/>
              <a:gd name="T23" fmla="*/ 654 h 943"/>
              <a:gd name="T24" fmla="*/ 12 w 564"/>
              <a:gd name="T25" fmla="*/ 625 h 943"/>
              <a:gd name="T26" fmla="*/ 8 w 564"/>
              <a:gd name="T27" fmla="*/ 594 h 943"/>
              <a:gd name="T28" fmla="*/ 4 w 564"/>
              <a:gd name="T29" fmla="*/ 564 h 943"/>
              <a:gd name="T30" fmla="*/ 3 w 564"/>
              <a:gd name="T31" fmla="*/ 533 h 943"/>
              <a:gd name="T32" fmla="*/ 0 w 564"/>
              <a:gd name="T33" fmla="*/ 503 h 943"/>
              <a:gd name="T34" fmla="*/ 0 w 564"/>
              <a:gd name="T35" fmla="*/ 472 h 943"/>
              <a:gd name="T36" fmla="*/ 0 w 564"/>
              <a:gd name="T37" fmla="*/ 441 h 943"/>
              <a:gd name="T38" fmla="*/ 3 w 564"/>
              <a:gd name="T39" fmla="*/ 411 h 943"/>
              <a:gd name="T40" fmla="*/ 4 w 564"/>
              <a:gd name="T41" fmla="*/ 380 h 943"/>
              <a:gd name="T42" fmla="*/ 8 w 564"/>
              <a:gd name="T43" fmla="*/ 351 h 943"/>
              <a:gd name="T44" fmla="*/ 12 w 564"/>
              <a:gd name="T45" fmla="*/ 319 h 943"/>
              <a:gd name="T46" fmla="*/ 17 w 564"/>
              <a:gd name="T47" fmla="*/ 290 h 943"/>
              <a:gd name="T48" fmla="*/ 24 w 564"/>
              <a:gd name="T49" fmla="*/ 259 h 943"/>
              <a:gd name="T50" fmla="*/ 31 w 564"/>
              <a:gd name="T51" fmla="*/ 229 h 943"/>
              <a:gd name="T52" fmla="*/ 39 w 564"/>
              <a:gd name="T53" fmla="*/ 199 h 943"/>
              <a:gd name="T54" fmla="*/ 49 w 564"/>
              <a:gd name="T55" fmla="*/ 171 h 943"/>
              <a:gd name="T56" fmla="*/ 59 w 564"/>
              <a:gd name="T57" fmla="*/ 141 h 943"/>
              <a:gd name="T58" fmla="*/ 70 w 564"/>
              <a:gd name="T59" fmla="*/ 113 h 943"/>
              <a:gd name="T60" fmla="*/ 82 w 564"/>
              <a:gd name="T61" fmla="*/ 83 h 943"/>
              <a:gd name="T62" fmla="*/ 96 w 564"/>
              <a:gd name="T63" fmla="*/ 55 h 943"/>
              <a:gd name="T64" fmla="*/ 109 w 564"/>
              <a:gd name="T65" fmla="*/ 28 h 943"/>
              <a:gd name="T66" fmla="*/ 124 w 564"/>
              <a:gd name="T67" fmla="*/ 0 h 943"/>
              <a:gd name="T68" fmla="*/ 274 w 564"/>
              <a:gd name="T69" fmla="*/ 86 h 943"/>
              <a:gd name="T70" fmla="*/ 410 w 564"/>
              <a:gd name="T71" fmla="*/ 33 h 943"/>
              <a:gd name="T72" fmla="*/ 431 w 564"/>
              <a:gd name="T73" fmla="*/ 176 h 943"/>
              <a:gd name="T74" fmla="*/ 564 w 564"/>
              <a:gd name="T75" fmla="*/ 253 h 943"/>
              <a:gd name="T76" fmla="*/ 564 w 564"/>
              <a:gd name="T77" fmla="*/ 253 h 943"/>
              <a:gd name="T78" fmla="*/ 551 w 564"/>
              <a:gd name="T79" fmla="*/ 279 h 943"/>
              <a:gd name="T80" fmla="*/ 540 w 564"/>
              <a:gd name="T81" fmla="*/ 306 h 943"/>
              <a:gd name="T82" fmla="*/ 529 w 564"/>
              <a:gd name="T83" fmla="*/ 333 h 943"/>
              <a:gd name="T84" fmla="*/ 521 w 564"/>
              <a:gd name="T85" fmla="*/ 360 h 943"/>
              <a:gd name="T86" fmla="*/ 516 w 564"/>
              <a:gd name="T87" fmla="*/ 387 h 943"/>
              <a:gd name="T88" fmla="*/ 512 w 564"/>
              <a:gd name="T89" fmla="*/ 415 h 943"/>
              <a:gd name="T90" fmla="*/ 509 w 564"/>
              <a:gd name="T91" fmla="*/ 444 h 943"/>
              <a:gd name="T92" fmla="*/ 508 w 564"/>
              <a:gd name="T93" fmla="*/ 472 h 943"/>
              <a:gd name="T94" fmla="*/ 509 w 564"/>
              <a:gd name="T95" fmla="*/ 500 h 943"/>
              <a:gd name="T96" fmla="*/ 512 w 564"/>
              <a:gd name="T97" fmla="*/ 529 h 943"/>
              <a:gd name="T98" fmla="*/ 516 w 564"/>
              <a:gd name="T99" fmla="*/ 556 h 943"/>
              <a:gd name="T100" fmla="*/ 521 w 564"/>
              <a:gd name="T101" fmla="*/ 584 h 943"/>
              <a:gd name="T102" fmla="*/ 529 w 564"/>
              <a:gd name="T103" fmla="*/ 611 h 943"/>
              <a:gd name="T104" fmla="*/ 540 w 564"/>
              <a:gd name="T105" fmla="*/ 638 h 943"/>
              <a:gd name="T106" fmla="*/ 551 w 564"/>
              <a:gd name="T107" fmla="*/ 664 h 943"/>
              <a:gd name="T108" fmla="*/ 564 w 564"/>
              <a:gd name="T109" fmla="*/ 689 h 943"/>
              <a:gd name="T110" fmla="*/ 124 w 564"/>
              <a:gd name="T111" fmla="*/ 943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64" h="943">
                <a:moveTo>
                  <a:pt x="124" y="943"/>
                </a:moveTo>
                <a:lnTo>
                  <a:pt x="124" y="943"/>
                </a:lnTo>
                <a:lnTo>
                  <a:pt x="109" y="916"/>
                </a:lnTo>
                <a:lnTo>
                  <a:pt x="96" y="888"/>
                </a:lnTo>
                <a:lnTo>
                  <a:pt x="82" y="859"/>
                </a:lnTo>
                <a:lnTo>
                  <a:pt x="70" y="831"/>
                </a:lnTo>
                <a:lnTo>
                  <a:pt x="59" y="803"/>
                </a:lnTo>
                <a:lnTo>
                  <a:pt x="49" y="773"/>
                </a:lnTo>
                <a:lnTo>
                  <a:pt x="39" y="743"/>
                </a:lnTo>
                <a:lnTo>
                  <a:pt x="31" y="714"/>
                </a:lnTo>
                <a:lnTo>
                  <a:pt x="24" y="684"/>
                </a:lnTo>
                <a:lnTo>
                  <a:pt x="17" y="654"/>
                </a:lnTo>
                <a:lnTo>
                  <a:pt x="12" y="625"/>
                </a:lnTo>
                <a:lnTo>
                  <a:pt x="8" y="594"/>
                </a:lnTo>
                <a:lnTo>
                  <a:pt x="4" y="564"/>
                </a:lnTo>
                <a:lnTo>
                  <a:pt x="3" y="533"/>
                </a:lnTo>
                <a:lnTo>
                  <a:pt x="0" y="503"/>
                </a:lnTo>
                <a:lnTo>
                  <a:pt x="0" y="472"/>
                </a:lnTo>
                <a:lnTo>
                  <a:pt x="0" y="441"/>
                </a:lnTo>
                <a:lnTo>
                  <a:pt x="3" y="411"/>
                </a:lnTo>
                <a:lnTo>
                  <a:pt x="4" y="380"/>
                </a:lnTo>
                <a:lnTo>
                  <a:pt x="8" y="351"/>
                </a:lnTo>
                <a:lnTo>
                  <a:pt x="12" y="319"/>
                </a:lnTo>
                <a:lnTo>
                  <a:pt x="17" y="290"/>
                </a:lnTo>
                <a:lnTo>
                  <a:pt x="24" y="259"/>
                </a:lnTo>
                <a:lnTo>
                  <a:pt x="31" y="229"/>
                </a:lnTo>
                <a:lnTo>
                  <a:pt x="39" y="199"/>
                </a:lnTo>
                <a:lnTo>
                  <a:pt x="49" y="171"/>
                </a:lnTo>
                <a:lnTo>
                  <a:pt x="59" y="141"/>
                </a:lnTo>
                <a:lnTo>
                  <a:pt x="70" y="113"/>
                </a:lnTo>
                <a:lnTo>
                  <a:pt x="82" y="83"/>
                </a:lnTo>
                <a:lnTo>
                  <a:pt x="96" y="55"/>
                </a:lnTo>
                <a:lnTo>
                  <a:pt x="109" y="28"/>
                </a:lnTo>
                <a:lnTo>
                  <a:pt x="124" y="0"/>
                </a:lnTo>
                <a:lnTo>
                  <a:pt x="274" y="86"/>
                </a:lnTo>
                <a:lnTo>
                  <a:pt x="410" y="33"/>
                </a:lnTo>
                <a:lnTo>
                  <a:pt x="431" y="176"/>
                </a:lnTo>
                <a:lnTo>
                  <a:pt x="564" y="253"/>
                </a:lnTo>
                <a:lnTo>
                  <a:pt x="564" y="253"/>
                </a:lnTo>
                <a:lnTo>
                  <a:pt x="551" y="279"/>
                </a:lnTo>
                <a:lnTo>
                  <a:pt x="540" y="306"/>
                </a:lnTo>
                <a:lnTo>
                  <a:pt x="529" y="333"/>
                </a:lnTo>
                <a:lnTo>
                  <a:pt x="521" y="360"/>
                </a:lnTo>
                <a:lnTo>
                  <a:pt x="516" y="387"/>
                </a:lnTo>
                <a:lnTo>
                  <a:pt x="512" y="415"/>
                </a:lnTo>
                <a:lnTo>
                  <a:pt x="509" y="444"/>
                </a:lnTo>
                <a:lnTo>
                  <a:pt x="508" y="472"/>
                </a:lnTo>
                <a:lnTo>
                  <a:pt x="509" y="500"/>
                </a:lnTo>
                <a:lnTo>
                  <a:pt x="512" y="529"/>
                </a:lnTo>
                <a:lnTo>
                  <a:pt x="516" y="556"/>
                </a:lnTo>
                <a:lnTo>
                  <a:pt x="521" y="584"/>
                </a:lnTo>
                <a:lnTo>
                  <a:pt x="529" y="611"/>
                </a:lnTo>
                <a:lnTo>
                  <a:pt x="540" y="638"/>
                </a:lnTo>
                <a:lnTo>
                  <a:pt x="551" y="664"/>
                </a:lnTo>
                <a:lnTo>
                  <a:pt x="564" y="689"/>
                </a:lnTo>
                <a:lnTo>
                  <a:pt x="124" y="9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2" name="Freeform 1418"/>
          <p:cNvSpPr>
            <a:spLocks/>
          </p:cNvSpPr>
          <p:nvPr/>
        </p:nvSpPr>
        <p:spPr bwMode="auto">
          <a:xfrm>
            <a:off x="1405778" y="3583683"/>
            <a:ext cx="710864" cy="1188554"/>
          </a:xfrm>
          <a:custGeom>
            <a:avLst/>
            <a:gdLst>
              <a:gd name="T0" fmla="*/ 124 w 564"/>
              <a:gd name="T1" fmla="*/ 943 h 943"/>
              <a:gd name="T2" fmla="*/ 124 w 564"/>
              <a:gd name="T3" fmla="*/ 943 h 943"/>
              <a:gd name="T4" fmla="*/ 109 w 564"/>
              <a:gd name="T5" fmla="*/ 916 h 943"/>
              <a:gd name="T6" fmla="*/ 96 w 564"/>
              <a:gd name="T7" fmla="*/ 888 h 943"/>
              <a:gd name="T8" fmla="*/ 82 w 564"/>
              <a:gd name="T9" fmla="*/ 859 h 943"/>
              <a:gd name="T10" fmla="*/ 70 w 564"/>
              <a:gd name="T11" fmla="*/ 831 h 943"/>
              <a:gd name="T12" fmla="*/ 59 w 564"/>
              <a:gd name="T13" fmla="*/ 803 h 943"/>
              <a:gd name="T14" fmla="*/ 49 w 564"/>
              <a:gd name="T15" fmla="*/ 773 h 943"/>
              <a:gd name="T16" fmla="*/ 39 w 564"/>
              <a:gd name="T17" fmla="*/ 743 h 943"/>
              <a:gd name="T18" fmla="*/ 31 w 564"/>
              <a:gd name="T19" fmla="*/ 714 h 943"/>
              <a:gd name="T20" fmla="*/ 24 w 564"/>
              <a:gd name="T21" fmla="*/ 684 h 943"/>
              <a:gd name="T22" fmla="*/ 17 w 564"/>
              <a:gd name="T23" fmla="*/ 654 h 943"/>
              <a:gd name="T24" fmla="*/ 12 w 564"/>
              <a:gd name="T25" fmla="*/ 625 h 943"/>
              <a:gd name="T26" fmla="*/ 8 w 564"/>
              <a:gd name="T27" fmla="*/ 594 h 943"/>
              <a:gd name="T28" fmla="*/ 4 w 564"/>
              <a:gd name="T29" fmla="*/ 564 h 943"/>
              <a:gd name="T30" fmla="*/ 3 w 564"/>
              <a:gd name="T31" fmla="*/ 533 h 943"/>
              <a:gd name="T32" fmla="*/ 0 w 564"/>
              <a:gd name="T33" fmla="*/ 503 h 943"/>
              <a:gd name="T34" fmla="*/ 0 w 564"/>
              <a:gd name="T35" fmla="*/ 472 h 943"/>
              <a:gd name="T36" fmla="*/ 0 w 564"/>
              <a:gd name="T37" fmla="*/ 441 h 943"/>
              <a:gd name="T38" fmla="*/ 3 w 564"/>
              <a:gd name="T39" fmla="*/ 411 h 943"/>
              <a:gd name="T40" fmla="*/ 4 w 564"/>
              <a:gd name="T41" fmla="*/ 380 h 943"/>
              <a:gd name="T42" fmla="*/ 8 w 564"/>
              <a:gd name="T43" fmla="*/ 351 h 943"/>
              <a:gd name="T44" fmla="*/ 12 w 564"/>
              <a:gd name="T45" fmla="*/ 319 h 943"/>
              <a:gd name="T46" fmla="*/ 17 w 564"/>
              <a:gd name="T47" fmla="*/ 290 h 943"/>
              <a:gd name="T48" fmla="*/ 24 w 564"/>
              <a:gd name="T49" fmla="*/ 259 h 943"/>
              <a:gd name="T50" fmla="*/ 31 w 564"/>
              <a:gd name="T51" fmla="*/ 229 h 943"/>
              <a:gd name="T52" fmla="*/ 39 w 564"/>
              <a:gd name="T53" fmla="*/ 199 h 943"/>
              <a:gd name="T54" fmla="*/ 49 w 564"/>
              <a:gd name="T55" fmla="*/ 171 h 943"/>
              <a:gd name="T56" fmla="*/ 59 w 564"/>
              <a:gd name="T57" fmla="*/ 141 h 943"/>
              <a:gd name="T58" fmla="*/ 70 w 564"/>
              <a:gd name="T59" fmla="*/ 113 h 943"/>
              <a:gd name="T60" fmla="*/ 82 w 564"/>
              <a:gd name="T61" fmla="*/ 83 h 943"/>
              <a:gd name="T62" fmla="*/ 96 w 564"/>
              <a:gd name="T63" fmla="*/ 55 h 943"/>
              <a:gd name="T64" fmla="*/ 109 w 564"/>
              <a:gd name="T65" fmla="*/ 28 h 943"/>
              <a:gd name="T66" fmla="*/ 124 w 564"/>
              <a:gd name="T67" fmla="*/ 0 h 943"/>
              <a:gd name="T68" fmla="*/ 274 w 564"/>
              <a:gd name="T69" fmla="*/ 86 h 943"/>
              <a:gd name="T70" fmla="*/ 410 w 564"/>
              <a:gd name="T71" fmla="*/ 33 h 943"/>
              <a:gd name="T72" fmla="*/ 431 w 564"/>
              <a:gd name="T73" fmla="*/ 176 h 943"/>
              <a:gd name="T74" fmla="*/ 564 w 564"/>
              <a:gd name="T75" fmla="*/ 253 h 943"/>
              <a:gd name="T76" fmla="*/ 564 w 564"/>
              <a:gd name="T77" fmla="*/ 253 h 943"/>
              <a:gd name="T78" fmla="*/ 551 w 564"/>
              <a:gd name="T79" fmla="*/ 279 h 943"/>
              <a:gd name="T80" fmla="*/ 540 w 564"/>
              <a:gd name="T81" fmla="*/ 306 h 943"/>
              <a:gd name="T82" fmla="*/ 529 w 564"/>
              <a:gd name="T83" fmla="*/ 333 h 943"/>
              <a:gd name="T84" fmla="*/ 521 w 564"/>
              <a:gd name="T85" fmla="*/ 360 h 943"/>
              <a:gd name="T86" fmla="*/ 516 w 564"/>
              <a:gd name="T87" fmla="*/ 387 h 943"/>
              <a:gd name="T88" fmla="*/ 512 w 564"/>
              <a:gd name="T89" fmla="*/ 415 h 943"/>
              <a:gd name="T90" fmla="*/ 509 w 564"/>
              <a:gd name="T91" fmla="*/ 444 h 943"/>
              <a:gd name="T92" fmla="*/ 508 w 564"/>
              <a:gd name="T93" fmla="*/ 472 h 943"/>
              <a:gd name="T94" fmla="*/ 509 w 564"/>
              <a:gd name="T95" fmla="*/ 500 h 943"/>
              <a:gd name="T96" fmla="*/ 512 w 564"/>
              <a:gd name="T97" fmla="*/ 529 h 943"/>
              <a:gd name="T98" fmla="*/ 516 w 564"/>
              <a:gd name="T99" fmla="*/ 556 h 943"/>
              <a:gd name="T100" fmla="*/ 521 w 564"/>
              <a:gd name="T101" fmla="*/ 584 h 943"/>
              <a:gd name="T102" fmla="*/ 529 w 564"/>
              <a:gd name="T103" fmla="*/ 611 h 943"/>
              <a:gd name="T104" fmla="*/ 540 w 564"/>
              <a:gd name="T105" fmla="*/ 638 h 943"/>
              <a:gd name="T106" fmla="*/ 551 w 564"/>
              <a:gd name="T107" fmla="*/ 664 h 943"/>
              <a:gd name="T108" fmla="*/ 564 w 564"/>
              <a:gd name="T109" fmla="*/ 689 h 943"/>
              <a:gd name="T110" fmla="*/ 124 w 564"/>
              <a:gd name="T111" fmla="*/ 943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64" h="943">
                <a:moveTo>
                  <a:pt x="124" y="943"/>
                </a:moveTo>
                <a:lnTo>
                  <a:pt x="124" y="943"/>
                </a:lnTo>
                <a:lnTo>
                  <a:pt x="109" y="916"/>
                </a:lnTo>
                <a:lnTo>
                  <a:pt x="96" y="888"/>
                </a:lnTo>
                <a:lnTo>
                  <a:pt x="82" y="859"/>
                </a:lnTo>
                <a:lnTo>
                  <a:pt x="70" y="831"/>
                </a:lnTo>
                <a:lnTo>
                  <a:pt x="59" y="803"/>
                </a:lnTo>
                <a:lnTo>
                  <a:pt x="49" y="773"/>
                </a:lnTo>
                <a:lnTo>
                  <a:pt x="39" y="743"/>
                </a:lnTo>
                <a:lnTo>
                  <a:pt x="31" y="714"/>
                </a:lnTo>
                <a:lnTo>
                  <a:pt x="24" y="684"/>
                </a:lnTo>
                <a:lnTo>
                  <a:pt x="17" y="654"/>
                </a:lnTo>
                <a:lnTo>
                  <a:pt x="12" y="625"/>
                </a:lnTo>
                <a:lnTo>
                  <a:pt x="8" y="594"/>
                </a:lnTo>
                <a:lnTo>
                  <a:pt x="4" y="564"/>
                </a:lnTo>
                <a:lnTo>
                  <a:pt x="3" y="533"/>
                </a:lnTo>
                <a:lnTo>
                  <a:pt x="0" y="503"/>
                </a:lnTo>
                <a:lnTo>
                  <a:pt x="0" y="472"/>
                </a:lnTo>
                <a:lnTo>
                  <a:pt x="0" y="441"/>
                </a:lnTo>
                <a:lnTo>
                  <a:pt x="3" y="411"/>
                </a:lnTo>
                <a:lnTo>
                  <a:pt x="4" y="380"/>
                </a:lnTo>
                <a:lnTo>
                  <a:pt x="8" y="351"/>
                </a:lnTo>
                <a:lnTo>
                  <a:pt x="12" y="319"/>
                </a:lnTo>
                <a:lnTo>
                  <a:pt x="17" y="290"/>
                </a:lnTo>
                <a:lnTo>
                  <a:pt x="24" y="259"/>
                </a:lnTo>
                <a:lnTo>
                  <a:pt x="31" y="229"/>
                </a:lnTo>
                <a:lnTo>
                  <a:pt x="39" y="199"/>
                </a:lnTo>
                <a:lnTo>
                  <a:pt x="49" y="171"/>
                </a:lnTo>
                <a:lnTo>
                  <a:pt x="59" y="141"/>
                </a:lnTo>
                <a:lnTo>
                  <a:pt x="70" y="113"/>
                </a:lnTo>
                <a:lnTo>
                  <a:pt x="82" y="83"/>
                </a:lnTo>
                <a:lnTo>
                  <a:pt x="96" y="55"/>
                </a:lnTo>
                <a:lnTo>
                  <a:pt x="109" y="28"/>
                </a:lnTo>
                <a:lnTo>
                  <a:pt x="124" y="0"/>
                </a:lnTo>
                <a:lnTo>
                  <a:pt x="274" y="86"/>
                </a:lnTo>
                <a:lnTo>
                  <a:pt x="410" y="33"/>
                </a:lnTo>
                <a:lnTo>
                  <a:pt x="431" y="176"/>
                </a:lnTo>
                <a:lnTo>
                  <a:pt x="564" y="253"/>
                </a:lnTo>
                <a:lnTo>
                  <a:pt x="564" y="253"/>
                </a:lnTo>
                <a:lnTo>
                  <a:pt x="551" y="279"/>
                </a:lnTo>
                <a:lnTo>
                  <a:pt x="540" y="306"/>
                </a:lnTo>
                <a:lnTo>
                  <a:pt x="529" y="333"/>
                </a:lnTo>
                <a:lnTo>
                  <a:pt x="521" y="360"/>
                </a:lnTo>
                <a:lnTo>
                  <a:pt x="516" y="387"/>
                </a:lnTo>
                <a:lnTo>
                  <a:pt x="512" y="415"/>
                </a:lnTo>
                <a:lnTo>
                  <a:pt x="509" y="444"/>
                </a:lnTo>
                <a:lnTo>
                  <a:pt x="508" y="472"/>
                </a:lnTo>
                <a:lnTo>
                  <a:pt x="509" y="500"/>
                </a:lnTo>
                <a:lnTo>
                  <a:pt x="512" y="529"/>
                </a:lnTo>
                <a:lnTo>
                  <a:pt x="516" y="556"/>
                </a:lnTo>
                <a:lnTo>
                  <a:pt x="521" y="584"/>
                </a:lnTo>
                <a:lnTo>
                  <a:pt x="529" y="611"/>
                </a:lnTo>
                <a:lnTo>
                  <a:pt x="540" y="638"/>
                </a:lnTo>
                <a:lnTo>
                  <a:pt x="551" y="664"/>
                </a:lnTo>
                <a:lnTo>
                  <a:pt x="564" y="689"/>
                </a:lnTo>
                <a:lnTo>
                  <a:pt x="124" y="9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3" name="Freeform 1419"/>
          <p:cNvSpPr>
            <a:spLocks noEditPoints="1"/>
          </p:cNvSpPr>
          <p:nvPr/>
        </p:nvSpPr>
        <p:spPr bwMode="auto">
          <a:xfrm>
            <a:off x="1399476" y="3574860"/>
            <a:ext cx="725989" cy="1207460"/>
          </a:xfrm>
          <a:custGeom>
            <a:avLst/>
            <a:gdLst>
              <a:gd name="T0" fmla="*/ 274 w 576"/>
              <a:gd name="T1" fmla="*/ 97 h 958"/>
              <a:gd name="T2" fmla="*/ 283 w 576"/>
              <a:gd name="T3" fmla="*/ 97 h 958"/>
              <a:gd name="T4" fmla="*/ 430 w 576"/>
              <a:gd name="T5" fmla="*/ 182 h 958"/>
              <a:gd name="T6" fmla="*/ 436 w 576"/>
              <a:gd name="T7" fmla="*/ 190 h 958"/>
              <a:gd name="T8" fmla="*/ 540 w 576"/>
              <a:gd name="T9" fmla="*/ 250 h 958"/>
              <a:gd name="T10" fmla="*/ 562 w 576"/>
              <a:gd name="T11" fmla="*/ 263 h 958"/>
              <a:gd name="T12" fmla="*/ 538 w 576"/>
              <a:gd name="T13" fmla="*/ 314 h 958"/>
              <a:gd name="T14" fmla="*/ 521 w 576"/>
              <a:gd name="T15" fmla="*/ 368 h 958"/>
              <a:gd name="T16" fmla="*/ 510 w 576"/>
              <a:gd name="T17" fmla="*/ 424 h 958"/>
              <a:gd name="T18" fmla="*/ 507 w 576"/>
              <a:gd name="T19" fmla="*/ 479 h 958"/>
              <a:gd name="T20" fmla="*/ 510 w 576"/>
              <a:gd name="T21" fmla="*/ 534 h 958"/>
              <a:gd name="T22" fmla="*/ 521 w 576"/>
              <a:gd name="T23" fmla="*/ 590 h 958"/>
              <a:gd name="T24" fmla="*/ 538 w 576"/>
              <a:gd name="T25" fmla="*/ 644 h 958"/>
              <a:gd name="T26" fmla="*/ 562 w 576"/>
              <a:gd name="T27" fmla="*/ 695 h 958"/>
              <a:gd name="T28" fmla="*/ 132 w 576"/>
              <a:gd name="T29" fmla="*/ 943 h 958"/>
              <a:gd name="T30" fmla="*/ 117 w 576"/>
              <a:gd name="T31" fmla="*/ 916 h 958"/>
              <a:gd name="T32" fmla="*/ 90 w 576"/>
              <a:gd name="T33" fmla="*/ 861 h 958"/>
              <a:gd name="T34" fmla="*/ 67 w 576"/>
              <a:gd name="T35" fmla="*/ 804 h 958"/>
              <a:gd name="T36" fmla="*/ 48 w 576"/>
              <a:gd name="T37" fmla="*/ 746 h 958"/>
              <a:gd name="T38" fmla="*/ 33 w 576"/>
              <a:gd name="T39" fmla="*/ 688 h 958"/>
              <a:gd name="T40" fmla="*/ 22 w 576"/>
              <a:gd name="T41" fmla="*/ 629 h 958"/>
              <a:gd name="T42" fmla="*/ 14 w 576"/>
              <a:gd name="T43" fmla="*/ 569 h 958"/>
              <a:gd name="T44" fmla="*/ 10 w 576"/>
              <a:gd name="T45" fmla="*/ 509 h 958"/>
              <a:gd name="T46" fmla="*/ 10 w 576"/>
              <a:gd name="T47" fmla="*/ 449 h 958"/>
              <a:gd name="T48" fmla="*/ 14 w 576"/>
              <a:gd name="T49" fmla="*/ 389 h 958"/>
              <a:gd name="T50" fmla="*/ 22 w 576"/>
              <a:gd name="T51" fmla="*/ 329 h 958"/>
              <a:gd name="T52" fmla="*/ 33 w 576"/>
              <a:gd name="T53" fmla="*/ 270 h 958"/>
              <a:gd name="T54" fmla="*/ 49 w 576"/>
              <a:gd name="T55" fmla="*/ 212 h 958"/>
              <a:gd name="T56" fmla="*/ 68 w 576"/>
              <a:gd name="T57" fmla="*/ 154 h 958"/>
              <a:gd name="T58" fmla="*/ 90 w 576"/>
              <a:gd name="T59" fmla="*/ 97 h 958"/>
              <a:gd name="T60" fmla="*/ 117 w 576"/>
              <a:gd name="T61" fmla="*/ 42 h 958"/>
              <a:gd name="T62" fmla="*/ 128 w 576"/>
              <a:gd name="T63" fmla="*/ 0 h 958"/>
              <a:gd name="T64" fmla="*/ 112 w 576"/>
              <a:gd name="T65" fmla="*/ 28 h 958"/>
              <a:gd name="T66" fmla="*/ 85 w 576"/>
              <a:gd name="T67" fmla="*/ 85 h 958"/>
              <a:gd name="T68" fmla="*/ 60 w 576"/>
              <a:gd name="T69" fmla="*/ 143 h 958"/>
              <a:gd name="T70" fmla="*/ 40 w 576"/>
              <a:gd name="T71" fmla="*/ 202 h 958"/>
              <a:gd name="T72" fmla="*/ 24 w 576"/>
              <a:gd name="T73" fmla="*/ 263 h 958"/>
              <a:gd name="T74" fmla="*/ 12 w 576"/>
              <a:gd name="T75" fmla="*/ 324 h 958"/>
              <a:gd name="T76" fmla="*/ 4 w 576"/>
              <a:gd name="T77" fmla="*/ 386 h 958"/>
              <a:gd name="T78" fmla="*/ 0 w 576"/>
              <a:gd name="T79" fmla="*/ 448 h 958"/>
              <a:gd name="T80" fmla="*/ 0 w 576"/>
              <a:gd name="T81" fmla="*/ 510 h 958"/>
              <a:gd name="T82" fmla="*/ 4 w 576"/>
              <a:gd name="T83" fmla="*/ 572 h 958"/>
              <a:gd name="T84" fmla="*/ 12 w 576"/>
              <a:gd name="T85" fmla="*/ 633 h 958"/>
              <a:gd name="T86" fmla="*/ 24 w 576"/>
              <a:gd name="T87" fmla="*/ 695 h 958"/>
              <a:gd name="T88" fmla="*/ 40 w 576"/>
              <a:gd name="T89" fmla="*/ 756 h 958"/>
              <a:gd name="T90" fmla="*/ 60 w 576"/>
              <a:gd name="T91" fmla="*/ 815 h 958"/>
              <a:gd name="T92" fmla="*/ 85 w 576"/>
              <a:gd name="T93" fmla="*/ 873 h 958"/>
              <a:gd name="T94" fmla="*/ 112 w 576"/>
              <a:gd name="T95" fmla="*/ 930 h 958"/>
              <a:gd name="T96" fmla="*/ 540 w 576"/>
              <a:gd name="T97" fmla="*/ 721 h 958"/>
              <a:gd name="T98" fmla="*/ 576 w 576"/>
              <a:gd name="T99" fmla="*/ 699 h 958"/>
              <a:gd name="T100" fmla="*/ 550 w 576"/>
              <a:gd name="T101" fmla="*/ 646 h 958"/>
              <a:gd name="T102" fmla="*/ 533 w 576"/>
              <a:gd name="T103" fmla="*/ 592 h 958"/>
              <a:gd name="T104" fmla="*/ 522 w 576"/>
              <a:gd name="T105" fmla="*/ 536 h 958"/>
              <a:gd name="T106" fmla="*/ 518 w 576"/>
              <a:gd name="T107" fmla="*/ 479 h 958"/>
              <a:gd name="T108" fmla="*/ 522 w 576"/>
              <a:gd name="T109" fmla="*/ 422 h 958"/>
              <a:gd name="T110" fmla="*/ 533 w 576"/>
              <a:gd name="T111" fmla="*/ 366 h 958"/>
              <a:gd name="T112" fmla="*/ 550 w 576"/>
              <a:gd name="T113" fmla="*/ 312 h 958"/>
              <a:gd name="T114" fmla="*/ 576 w 576"/>
              <a:gd name="T115" fmla="*/ 259 h 958"/>
              <a:gd name="T116" fmla="*/ 540 w 576"/>
              <a:gd name="T117" fmla="*/ 237 h 958"/>
              <a:gd name="T118" fmla="*/ 419 w 576"/>
              <a:gd name="T119" fmla="*/ 32 h 958"/>
              <a:gd name="T120" fmla="*/ 128 w 576"/>
              <a:gd name="T121" fmla="*/ 0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76" h="958">
                <a:moveTo>
                  <a:pt x="132" y="15"/>
                </a:moveTo>
                <a:lnTo>
                  <a:pt x="274" y="97"/>
                </a:lnTo>
                <a:lnTo>
                  <a:pt x="279" y="100"/>
                </a:lnTo>
                <a:lnTo>
                  <a:pt x="283" y="97"/>
                </a:lnTo>
                <a:lnTo>
                  <a:pt x="411" y="47"/>
                </a:lnTo>
                <a:lnTo>
                  <a:pt x="430" y="182"/>
                </a:lnTo>
                <a:lnTo>
                  <a:pt x="430" y="187"/>
                </a:lnTo>
                <a:lnTo>
                  <a:pt x="436" y="190"/>
                </a:lnTo>
                <a:lnTo>
                  <a:pt x="534" y="247"/>
                </a:lnTo>
                <a:lnTo>
                  <a:pt x="540" y="250"/>
                </a:lnTo>
                <a:lnTo>
                  <a:pt x="562" y="263"/>
                </a:lnTo>
                <a:lnTo>
                  <a:pt x="562" y="263"/>
                </a:lnTo>
                <a:lnTo>
                  <a:pt x="549" y="289"/>
                </a:lnTo>
                <a:lnTo>
                  <a:pt x="538" y="314"/>
                </a:lnTo>
                <a:lnTo>
                  <a:pt x="529" y="341"/>
                </a:lnTo>
                <a:lnTo>
                  <a:pt x="521" y="368"/>
                </a:lnTo>
                <a:lnTo>
                  <a:pt x="515" y="395"/>
                </a:lnTo>
                <a:lnTo>
                  <a:pt x="510" y="424"/>
                </a:lnTo>
                <a:lnTo>
                  <a:pt x="508" y="451"/>
                </a:lnTo>
                <a:lnTo>
                  <a:pt x="507" y="479"/>
                </a:lnTo>
                <a:lnTo>
                  <a:pt x="508" y="507"/>
                </a:lnTo>
                <a:lnTo>
                  <a:pt x="510" y="534"/>
                </a:lnTo>
                <a:lnTo>
                  <a:pt x="515" y="563"/>
                </a:lnTo>
                <a:lnTo>
                  <a:pt x="521" y="590"/>
                </a:lnTo>
                <a:lnTo>
                  <a:pt x="529" y="617"/>
                </a:lnTo>
                <a:lnTo>
                  <a:pt x="538" y="644"/>
                </a:lnTo>
                <a:lnTo>
                  <a:pt x="549" y="669"/>
                </a:lnTo>
                <a:lnTo>
                  <a:pt x="562" y="695"/>
                </a:lnTo>
                <a:lnTo>
                  <a:pt x="534" y="711"/>
                </a:lnTo>
                <a:lnTo>
                  <a:pt x="132" y="943"/>
                </a:lnTo>
                <a:lnTo>
                  <a:pt x="132" y="943"/>
                </a:lnTo>
                <a:lnTo>
                  <a:pt x="117" y="916"/>
                </a:lnTo>
                <a:lnTo>
                  <a:pt x="103" y="888"/>
                </a:lnTo>
                <a:lnTo>
                  <a:pt x="90" y="861"/>
                </a:lnTo>
                <a:lnTo>
                  <a:pt x="79" y="833"/>
                </a:lnTo>
                <a:lnTo>
                  <a:pt x="67" y="804"/>
                </a:lnTo>
                <a:lnTo>
                  <a:pt x="58" y="775"/>
                </a:lnTo>
                <a:lnTo>
                  <a:pt x="48" y="746"/>
                </a:lnTo>
                <a:lnTo>
                  <a:pt x="41" y="717"/>
                </a:lnTo>
                <a:lnTo>
                  <a:pt x="33" y="688"/>
                </a:lnTo>
                <a:lnTo>
                  <a:pt x="28" y="659"/>
                </a:lnTo>
                <a:lnTo>
                  <a:pt x="22" y="629"/>
                </a:lnTo>
                <a:lnTo>
                  <a:pt x="18" y="599"/>
                </a:lnTo>
                <a:lnTo>
                  <a:pt x="14" y="569"/>
                </a:lnTo>
                <a:lnTo>
                  <a:pt x="13" y="538"/>
                </a:lnTo>
                <a:lnTo>
                  <a:pt x="10" y="509"/>
                </a:lnTo>
                <a:lnTo>
                  <a:pt x="10" y="479"/>
                </a:lnTo>
                <a:lnTo>
                  <a:pt x="10" y="449"/>
                </a:lnTo>
                <a:lnTo>
                  <a:pt x="13" y="418"/>
                </a:lnTo>
                <a:lnTo>
                  <a:pt x="14" y="389"/>
                </a:lnTo>
                <a:lnTo>
                  <a:pt x="18" y="359"/>
                </a:lnTo>
                <a:lnTo>
                  <a:pt x="22" y="329"/>
                </a:lnTo>
                <a:lnTo>
                  <a:pt x="28" y="299"/>
                </a:lnTo>
                <a:lnTo>
                  <a:pt x="33" y="270"/>
                </a:lnTo>
                <a:lnTo>
                  <a:pt x="41" y="240"/>
                </a:lnTo>
                <a:lnTo>
                  <a:pt x="49" y="212"/>
                </a:lnTo>
                <a:lnTo>
                  <a:pt x="58" y="182"/>
                </a:lnTo>
                <a:lnTo>
                  <a:pt x="68" y="154"/>
                </a:lnTo>
                <a:lnTo>
                  <a:pt x="79" y="125"/>
                </a:lnTo>
                <a:lnTo>
                  <a:pt x="90" y="97"/>
                </a:lnTo>
                <a:lnTo>
                  <a:pt x="103" y="69"/>
                </a:lnTo>
                <a:lnTo>
                  <a:pt x="117" y="42"/>
                </a:lnTo>
                <a:lnTo>
                  <a:pt x="132" y="15"/>
                </a:lnTo>
                <a:close/>
                <a:moveTo>
                  <a:pt x="128" y="0"/>
                </a:moveTo>
                <a:lnTo>
                  <a:pt x="128" y="0"/>
                </a:lnTo>
                <a:lnTo>
                  <a:pt x="112" y="28"/>
                </a:lnTo>
                <a:lnTo>
                  <a:pt x="98" y="56"/>
                </a:lnTo>
                <a:lnTo>
                  <a:pt x="85" y="85"/>
                </a:lnTo>
                <a:lnTo>
                  <a:pt x="71" y="113"/>
                </a:lnTo>
                <a:lnTo>
                  <a:pt x="60" y="143"/>
                </a:lnTo>
                <a:lnTo>
                  <a:pt x="49" y="173"/>
                </a:lnTo>
                <a:lnTo>
                  <a:pt x="40" y="202"/>
                </a:lnTo>
                <a:lnTo>
                  <a:pt x="32" y="232"/>
                </a:lnTo>
                <a:lnTo>
                  <a:pt x="24" y="263"/>
                </a:lnTo>
                <a:lnTo>
                  <a:pt x="17" y="293"/>
                </a:lnTo>
                <a:lnTo>
                  <a:pt x="12" y="324"/>
                </a:lnTo>
                <a:lnTo>
                  <a:pt x="8" y="355"/>
                </a:lnTo>
                <a:lnTo>
                  <a:pt x="4" y="386"/>
                </a:lnTo>
                <a:lnTo>
                  <a:pt x="2" y="417"/>
                </a:lnTo>
                <a:lnTo>
                  <a:pt x="0" y="448"/>
                </a:lnTo>
                <a:lnTo>
                  <a:pt x="0" y="479"/>
                </a:lnTo>
                <a:lnTo>
                  <a:pt x="0" y="510"/>
                </a:lnTo>
                <a:lnTo>
                  <a:pt x="2" y="541"/>
                </a:lnTo>
                <a:lnTo>
                  <a:pt x="4" y="572"/>
                </a:lnTo>
                <a:lnTo>
                  <a:pt x="8" y="603"/>
                </a:lnTo>
                <a:lnTo>
                  <a:pt x="12" y="633"/>
                </a:lnTo>
                <a:lnTo>
                  <a:pt x="17" y="664"/>
                </a:lnTo>
                <a:lnTo>
                  <a:pt x="24" y="695"/>
                </a:lnTo>
                <a:lnTo>
                  <a:pt x="32" y="725"/>
                </a:lnTo>
                <a:lnTo>
                  <a:pt x="40" y="756"/>
                </a:lnTo>
                <a:lnTo>
                  <a:pt x="49" y="785"/>
                </a:lnTo>
                <a:lnTo>
                  <a:pt x="60" y="815"/>
                </a:lnTo>
                <a:lnTo>
                  <a:pt x="71" y="844"/>
                </a:lnTo>
                <a:lnTo>
                  <a:pt x="85" y="873"/>
                </a:lnTo>
                <a:lnTo>
                  <a:pt x="98" y="902"/>
                </a:lnTo>
                <a:lnTo>
                  <a:pt x="112" y="930"/>
                </a:lnTo>
                <a:lnTo>
                  <a:pt x="128" y="958"/>
                </a:lnTo>
                <a:lnTo>
                  <a:pt x="540" y="721"/>
                </a:lnTo>
                <a:lnTo>
                  <a:pt x="576" y="699"/>
                </a:lnTo>
                <a:lnTo>
                  <a:pt x="576" y="699"/>
                </a:lnTo>
                <a:lnTo>
                  <a:pt x="562" y="673"/>
                </a:lnTo>
                <a:lnTo>
                  <a:pt x="550" y="646"/>
                </a:lnTo>
                <a:lnTo>
                  <a:pt x="541" y="619"/>
                </a:lnTo>
                <a:lnTo>
                  <a:pt x="533" y="592"/>
                </a:lnTo>
                <a:lnTo>
                  <a:pt x="526" y="564"/>
                </a:lnTo>
                <a:lnTo>
                  <a:pt x="522" y="536"/>
                </a:lnTo>
                <a:lnTo>
                  <a:pt x="519" y="507"/>
                </a:lnTo>
                <a:lnTo>
                  <a:pt x="518" y="479"/>
                </a:lnTo>
                <a:lnTo>
                  <a:pt x="519" y="451"/>
                </a:lnTo>
                <a:lnTo>
                  <a:pt x="522" y="422"/>
                </a:lnTo>
                <a:lnTo>
                  <a:pt x="526" y="394"/>
                </a:lnTo>
                <a:lnTo>
                  <a:pt x="533" y="366"/>
                </a:lnTo>
                <a:lnTo>
                  <a:pt x="541" y="339"/>
                </a:lnTo>
                <a:lnTo>
                  <a:pt x="550" y="312"/>
                </a:lnTo>
                <a:lnTo>
                  <a:pt x="562" y="285"/>
                </a:lnTo>
                <a:lnTo>
                  <a:pt x="576" y="259"/>
                </a:lnTo>
                <a:lnTo>
                  <a:pt x="540" y="237"/>
                </a:lnTo>
                <a:lnTo>
                  <a:pt x="540" y="237"/>
                </a:lnTo>
                <a:lnTo>
                  <a:pt x="441" y="181"/>
                </a:lnTo>
                <a:lnTo>
                  <a:pt x="419" y="32"/>
                </a:lnTo>
                <a:lnTo>
                  <a:pt x="279" y="88"/>
                </a:lnTo>
                <a:lnTo>
                  <a:pt x="128" y="0"/>
                </a:lnTo>
                <a:close/>
              </a:path>
            </a:pathLst>
          </a:custGeom>
          <a:solidFill>
            <a:srgbClr val="D92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4" name="Freeform 1420"/>
          <p:cNvSpPr>
            <a:spLocks/>
          </p:cNvSpPr>
          <p:nvPr/>
        </p:nvSpPr>
        <p:spPr bwMode="auto">
          <a:xfrm>
            <a:off x="1412080" y="3593766"/>
            <a:ext cx="695739" cy="1169649"/>
          </a:xfrm>
          <a:custGeom>
            <a:avLst/>
            <a:gdLst>
              <a:gd name="T0" fmla="*/ 122 w 552"/>
              <a:gd name="T1" fmla="*/ 0 h 928"/>
              <a:gd name="T2" fmla="*/ 264 w 552"/>
              <a:gd name="T3" fmla="*/ 82 h 928"/>
              <a:gd name="T4" fmla="*/ 269 w 552"/>
              <a:gd name="T5" fmla="*/ 85 h 928"/>
              <a:gd name="T6" fmla="*/ 273 w 552"/>
              <a:gd name="T7" fmla="*/ 82 h 928"/>
              <a:gd name="T8" fmla="*/ 401 w 552"/>
              <a:gd name="T9" fmla="*/ 32 h 928"/>
              <a:gd name="T10" fmla="*/ 420 w 552"/>
              <a:gd name="T11" fmla="*/ 167 h 928"/>
              <a:gd name="T12" fmla="*/ 420 w 552"/>
              <a:gd name="T13" fmla="*/ 172 h 928"/>
              <a:gd name="T14" fmla="*/ 426 w 552"/>
              <a:gd name="T15" fmla="*/ 175 h 928"/>
              <a:gd name="T16" fmla="*/ 524 w 552"/>
              <a:gd name="T17" fmla="*/ 232 h 928"/>
              <a:gd name="T18" fmla="*/ 530 w 552"/>
              <a:gd name="T19" fmla="*/ 235 h 928"/>
              <a:gd name="T20" fmla="*/ 552 w 552"/>
              <a:gd name="T21" fmla="*/ 248 h 928"/>
              <a:gd name="T22" fmla="*/ 552 w 552"/>
              <a:gd name="T23" fmla="*/ 248 h 928"/>
              <a:gd name="T24" fmla="*/ 539 w 552"/>
              <a:gd name="T25" fmla="*/ 274 h 928"/>
              <a:gd name="T26" fmla="*/ 528 w 552"/>
              <a:gd name="T27" fmla="*/ 299 h 928"/>
              <a:gd name="T28" fmla="*/ 519 w 552"/>
              <a:gd name="T29" fmla="*/ 326 h 928"/>
              <a:gd name="T30" fmla="*/ 511 w 552"/>
              <a:gd name="T31" fmla="*/ 353 h 928"/>
              <a:gd name="T32" fmla="*/ 505 w 552"/>
              <a:gd name="T33" fmla="*/ 380 h 928"/>
              <a:gd name="T34" fmla="*/ 500 w 552"/>
              <a:gd name="T35" fmla="*/ 409 h 928"/>
              <a:gd name="T36" fmla="*/ 498 w 552"/>
              <a:gd name="T37" fmla="*/ 436 h 928"/>
              <a:gd name="T38" fmla="*/ 497 w 552"/>
              <a:gd name="T39" fmla="*/ 464 h 928"/>
              <a:gd name="T40" fmla="*/ 498 w 552"/>
              <a:gd name="T41" fmla="*/ 492 h 928"/>
              <a:gd name="T42" fmla="*/ 500 w 552"/>
              <a:gd name="T43" fmla="*/ 519 h 928"/>
              <a:gd name="T44" fmla="*/ 505 w 552"/>
              <a:gd name="T45" fmla="*/ 548 h 928"/>
              <a:gd name="T46" fmla="*/ 511 w 552"/>
              <a:gd name="T47" fmla="*/ 575 h 928"/>
              <a:gd name="T48" fmla="*/ 519 w 552"/>
              <a:gd name="T49" fmla="*/ 602 h 928"/>
              <a:gd name="T50" fmla="*/ 528 w 552"/>
              <a:gd name="T51" fmla="*/ 629 h 928"/>
              <a:gd name="T52" fmla="*/ 539 w 552"/>
              <a:gd name="T53" fmla="*/ 654 h 928"/>
              <a:gd name="T54" fmla="*/ 552 w 552"/>
              <a:gd name="T55" fmla="*/ 680 h 928"/>
              <a:gd name="T56" fmla="*/ 524 w 552"/>
              <a:gd name="T57" fmla="*/ 696 h 928"/>
              <a:gd name="T58" fmla="*/ 122 w 552"/>
              <a:gd name="T59" fmla="*/ 928 h 928"/>
              <a:gd name="T60" fmla="*/ 122 w 552"/>
              <a:gd name="T61" fmla="*/ 928 h 928"/>
              <a:gd name="T62" fmla="*/ 107 w 552"/>
              <a:gd name="T63" fmla="*/ 901 h 928"/>
              <a:gd name="T64" fmla="*/ 93 w 552"/>
              <a:gd name="T65" fmla="*/ 873 h 928"/>
              <a:gd name="T66" fmla="*/ 80 w 552"/>
              <a:gd name="T67" fmla="*/ 846 h 928"/>
              <a:gd name="T68" fmla="*/ 69 w 552"/>
              <a:gd name="T69" fmla="*/ 818 h 928"/>
              <a:gd name="T70" fmla="*/ 57 w 552"/>
              <a:gd name="T71" fmla="*/ 789 h 928"/>
              <a:gd name="T72" fmla="*/ 48 w 552"/>
              <a:gd name="T73" fmla="*/ 760 h 928"/>
              <a:gd name="T74" fmla="*/ 38 w 552"/>
              <a:gd name="T75" fmla="*/ 731 h 928"/>
              <a:gd name="T76" fmla="*/ 31 w 552"/>
              <a:gd name="T77" fmla="*/ 702 h 928"/>
              <a:gd name="T78" fmla="*/ 23 w 552"/>
              <a:gd name="T79" fmla="*/ 673 h 928"/>
              <a:gd name="T80" fmla="*/ 18 w 552"/>
              <a:gd name="T81" fmla="*/ 644 h 928"/>
              <a:gd name="T82" fmla="*/ 12 w 552"/>
              <a:gd name="T83" fmla="*/ 614 h 928"/>
              <a:gd name="T84" fmla="*/ 8 w 552"/>
              <a:gd name="T85" fmla="*/ 584 h 928"/>
              <a:gd name="T86" fmla="*/ 4 w 552"/>
              <a:gd name="T87" fmla="*/ 554 h 928"/>
              <a:gd name="T88" fmla="*/ 3 w 552"/>
              <a:gd name="T89" fmla="*/ 523 h 928"/>
              <a:gd name="T90" fmla="*/ 0 w 552"/>
              <a:gd name="T91" fmla="*/ 494 h 928"/>
              <a:gd name="T92" fmla="*/ 0 w 552"/>
              <a:gd name="T93" fmla="*/ 464 h 928"/>
              <a:gd name="T94" fmla="*/ 0 w 552"/>
              <a:gd name="T95" fmla="*/ 434 h 928"/>
              <a:gd name="T96" fmla="*/ 3 w 552"/>
              <a:gd name="T97" fmla="*/ 403 h 928"/>
              <a:gd name="T98" fmla="*/ 4 w 552"/>
              <a:gd name="T99" fmla="*/ 374 h 928"/>
              <a:gd name="T100" fmla="*/ 8 w 552"/>
              <a:gd name="T101" fmla="*/ 344 h 928"/>
              <a:gd name="T102" fmla="*/ 12 w 552"/>
              <a:gd name="T103" fmla="*/ 314 h 928"/>
              <a:gd name="T104" fmla="*/ 18 w 552"/>
              <a:gd name="T105" fmla="*/ 284 h 928"/>
              <a:gd name="T106" fmla="*/ 23 w 552"/>
              <a:gd name="T107" fmla="*/ 255 h 928"/>
              <a:gd name="T108" fmla="*/ 31 w 552"/>
              <a:gd name="T109" fmla="*/ 225 h 928"/>
              <a:gd name="T110" fmla="*/ 39 w 552"/>
              <a:gd name="T111" fmla="*/ 197 h 928"/>
              <a:gd name="T112" fmla="*/ 48 w 552"/>
              <a:gd name="T113" fmla="*/ 167 h 928"/>
              <a:gd name="T114" fmla="*/ 58 w 552"/>
              <a:gd name="T115" fmla="*/ 139 h 928"/>
              <a:gd name="T116" fmla="*/ 69 w 552"/>
              <a:gd name="T117" fmla="*/ 110 h 928"/>
              <a:gd name="T118" fmla="*/ 80 w 552"/>
              <a:gd name="T119" fmla="*/ 82 h 928"/>
              <a:gd name="T120" fmla="*/ 93 w 552"/>
              <a:gd name="T121" fmla="*/ 54 h 928"/>
              <a:gd name="T122" fmla="*/ 107 w 552"/>
              <a:gd name="T123" fmla="*/ 27 h 928"/>
              <a:gd name="T124" fmla="*/ 122 w 552"/>
              <a:gd name="T125" fmla="*/ 0 h 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52" h="928">
                <a:moveTo>
                  <a:pt x="122" y="0"/>
                </a:moveTo>
                <a:lnTo>
                  <a:pt x="264" y="82"/>
                </a:lnTo>
                <a:lnTo>
                  <a:pt x="269" y="85"/>
                </a:lnTo>
                <a:lnTo>
                  <a:pt x="273" y="82"/>
                </a:lnTo>
                <a:lnTo>
                  <a:pt x="401" y="32"/>
                </a:lnTo>
                <a:lnTo>
                  <a:pt x="420" y="167"/>
                </a:lnTo>
                <a:lnTo>
                  <a:pt x="420" y="172"/>
                </a:lnTo>
                <a:lnTo>
                  <a:pt x="426" y="175"/>
                </a:lnTo>
                <a:lnTo>
                  <a:pt x="524" y="232"/>
                </a:lnTo>
                <a:lnTo>
                  <a:pt x="530" y="235"/>
                </a:lnTo>
                <a:lnTo>
                  <a:pt x="552" y="248"/>
                </a:lnTo>
                <a:lnTo>
                  <a:pt x="552" y="248"/>
                </a:lnTo>
                <a:lnTo>
                  <a:pt x="539" y="274"/>
                </a:lnTo>
                <a:lnTo>
                  <a:pt x="528" y="299"/>
                </a:lnTo>
                <a:lnTo>
                  <a:pt x="519" y="326"/>
                </a:lnTo>
                <a:lnTo>
                  <a:pt x="511" y="353"/>
                </a:lnTo>
                <a:lnTo>
                  <a:pt x="505" y="380"/>
                </a:lnTo>
                <a:lnTo>
                  <a:pt x="500" y="409"/>
                </a:lnTo>
                <a:lnTo>
                  <a:pt x="498" y="436"/>
                </a:lnTo>
                <a:lnTo>
                  <a:pt x="497" y="464"/>
                </a:lnTo>
                <a:lnTo>
                  <a:pt x="498" y="492"/>
                </a:lnTo>
                <a:lnTo>
                  <a:pt x="500" y="519"/>
                </a:lnTo>
                <a:lnTo>
                  <a:pt x="505" y="548"/>
                </a:lnTo>
                <a:lnTo>
                  <a:pt x="511" y="575"/>
                </a:lnTo>
                <a:lnTo>
                  <a:pt x="519" y="602"/>
                </a:lnTo>
                <a:lnTo>
                  <a:pt x="528" y="629"/>
                </a:lnTo>
                <a:lnTo>
                  <a:pt x="539" y="654"/>
                </a:lnTo>
                <a:lnTo>
                  <a:pt x="552" y="680"/>
                </a:lnTo>
                <a:lnTo>
                  <a:pt x="524" y="696"/>
                </a:lnTo>
                <a:lnTo>
                  <a:pt x="122" y="928"/>
                </a:lnTo>
                <a:lnTo>
                  <a:pt x="122" y="928"/>
                </a:lnTo>
                <a:lnTo>
                  <a:pt x="107" y="901"/>
                </a:lnTo>
                <a:lnTo>
                  <a:pt x="93" y="873"/>
                </a:lnTo>
                <a:lnTo>
                  <a:pt x="80" y="846"/>
                </a:lnTo>
                <a:lnTo>
                  <a:pt x="69" y="818"/>
                </a:lnTo>
                <a:lnTo>
                  <a:pt x="57" y="789"/>
                </a:lnTo>
                <a:lnTo>
                  <a:pt x="48" y="760"/>
                </a:lnTo>
                <a:lnTo>
                  <a:pt x="38" y="731"/>
                </a:lnTo>
                <a:lnTo>
                  <a:pt x="31" y="702"/>
                </a:lnTo>
                <a:lnTo>
                  <a:pt x="23" y="673"/>
                </a:lnTo>
                <a:lnTo>
                  <a:pt x="18" y="644"/>
                </a:lnTo>
                <a:lnTo>
                  <a:pt x="12" y="614"/>
                </a:lnTo>
                <a:lnTo>
                  <a:pt x="8" y="584"/>
                </a:lnTo>
                <a:lnTo>
                  <a:pt x="4" y="554"/>
                </a:lnTo>
                <a:lnTo>
                  <a:pt x="3" y="523"/>
                </a:lnTo>
                <a:lnTo>
                  <a:pt x="0" y="494"/>
                </a:lnTo>
                <a:lnTo>
                  <a:pt x="0" y="464"/>
                </a:lnTo>
                <a:lnTo>
                  <a:pt x="0" y="434"/>
                </a:lnTo>
                <a:lnTo>
                  <a:pt x="3" y="403"/>
                </a:lnTo>
                <a:lnTo>
                  <a:pt x="4" y="374"/>
                </a:lnTo>
                <a:lnTo>
                  <a:pt x="8" y="344"/>
                </a:lnTo>
                <a:lnTo>
                  <a:pt x="12" y="314"/>
                </a:lnTo>
                <a:lnTo>
                  <a:pt x="18" y="284"/>
                </a:lnTo>
                <a:lnTo>
                  <a:pt x="23" y="255"/>
                </a:lnTo>
                <a:lnTo>
                  <a:pt x="31" y="225"/>
                </a:lnTo>
                <a:lnTo>
                  <a:pt x="39" y="197"/>
                </a:lnTo>
                <a:lnTo>
                  <a:pt x="48" y="167"/>
                </a:lnTo>
                <a:lnTo>
                  <a:pt x="58" y="139"/>
                </a:lnTo>
                <a:lnTo>
                  <a:pt x="69" y="110"/>
                </a:lnTo>
                <a:lnTo>
                  <a:pt x="80" y="82"/>
                </a:lnTo>
                <a:lnTo>
                  <a:pt x="93" y="54"/>
                </a:lnTo>
                <a:lnTo>
                  <a:pt x="107" y="27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5" name="Freeform 1421"/>
          <p:cNvSpPr>
            <a:spLocks/>
          </p:cNvSpPr>
          <p:nvPr/>
        </p:nvSpPr>
        <p:spPr bwMode="auto">
          <a:xfrm>
            <a:off x="1399476" y="3574860"/>
            <a:ext cx="725989" cy="1207460"/>
          </a:xfrm>
          <a:custGeom>
            <a:avLst/>
            <a:gdLst>
              <a:gd name="T0" fmla="*/ 128 w 576"/>
              <a:gd name="T1" fmla="*/ 0 h 958"/>
              <a:gd name="T2" fmla="*/ 128 w 576"/>
              <a:gd name="T3" fmla="*/ 0 h 958"/>
              <a:gd name="T4" fmla="*/ 112 w 576"/>
              <a:gd name="T5" fmla="*/ 28 h 958"/>
              <a:gd name="T6" fmla="*/ 98 w 576"/>
              <a:gd name="T7" fmla="*/ 56 h 958"/>
              <a:gd name="T8" fmla="*/ 85 w 576"/>
              <a:gd name="T9" fmla="*/ 85 h 958"/>
              <a:gd name="T10" fmla="*/ 71 w 576"/>
              <a:gd name="T11" fmla="*/ 113 h 958"/>
              <a:gd name="T12" fmla="*/ 60 w 576"/>
              <a:gd name="T13" fmla="*/ 143 h 958"/>
              <a:gd name="T14" fmla="*/ 49 w 576"/>
              <a:gd name="T15" fmla="*/ 173 h 958"/>
              <a:gd name="T16" fmla="*/ 40 w 576"/>
              <a:gd name="T17" fmla="*/ 202 h 958"/>
              <a:gd name="T18" fmla="*/ 32 w 576"/>
              <a:gd name="T19" fmla="*/ 232 h 958"/>
              <a:gd name="T20" fmla="*/ 24 w 576"/>
              <a:gd name="T21" fmla="*/ 263 h 958"/>
              <a:gd name="T22" fmla="*/ 17 w 576"/>
              <a:gd name="T23" fmla="*/ 293 h 958"/>
              <a:gd name="T24" fmla="*/ 12 w 576"/>
              <a:gd name="T25" fmla="*/ 324 h 958"/>
              <a:gd name="T26" fmla="*/ 8 w 576"/>
              <a:gd name="T27" fmla="*/ 355 h 958"/>
              <a:gd name="T28" fmla="*/ 4 w 576"/>
              <a:gd name="T29" fmla="*/ 386 h 958"/>
              <a:gd name="T30" fmla="*/ 2 w 576"/>
              <a:gd name="T31" fmla="*/ 417 h 958"/>
              <a:gd name="T32" fmla="*/ 0 w 576"/>
              <a:gd name="T33" fmla="*/ 448 h 958"/>
              <a:gd name="T34" fmla="*/ 0 w 576"/>
              <a:gd name="T35" fmla="*/ 479 h 958"/>
              <a:gd name="T36" fmla="*/ 0 w 576"/>
              <a:gd name="T37" fmla="*/ 510 h 958"/>
              <a:gd name="T38" fmla="*/ 2 w 576"/>
              <a:gd name="T39" fmla="*/ 541 h 958"/>
              <a:gd name="T40" fmla="*/ 4 w 576"/>
              <a:gd name="T41" fmla="*/ 572 h 958"/>
              <a:gd name="T42" fmla="*/ 8 w 576"/>
              <a:gd name="T43" fmla="*/ 603 h 958"/>
              <a:gd name="T44" fmla="*/ 12 w 576"/>
              <a:gd name="T45" fmla="*/ 633 h 958"/>
              <a:gd name="T46" fmla="*/ 17 w 576"/>
              <a:gd name="T47" fmla="*/ 664 h 958"/>
              <a:gd name="T48" fmla="*/ 24 w 576"/>
              <a:gd name="T49" fmla="*/ 695 h 958"/>
              <a:gd name="T50" fmla="*/ 32 w 576"/>
              <a:gd name="T51" fmla="*/ 725 h 958"/>
              <a:gd name="T52" fmla="*/ 40 w 576"/>
              <a:gd name="T53" fmla="*/ 756 h 958"/>
              <a:gd name="T54" fmla="*/ 49 w 576"/>
              <a:gd name="T55" fmla="*/ 785 h 958"/>
              <a:gd name="T56" fmla="*/ 60 w 576"/>
              <a:gd name="T57" fmla="*/ 815 h 958"/>
              <a:gd name="T58" fmla="*/ 71 w 576"/>
              <a:gd name="T59" fmla="*/ 844 h 958"/>
              <a:gd name="T60" fmla="*/ 85 w 576"/>
              <a:gd name="T61" fmla="*/ 873 h 958"/>
              <a:gd name="T62" fmla="*/ 98 w 576"/>
              <a:gd name="T63" fmla="*/ 902 h 958"/>
              <a:gd name="T64" fmla="*/ 112 w 576"/>
              <a:gd name="T65" fmla="*/ 930 h 958"/>
              <a:gd name="T66" fmla="*/ 128 w 576"/>
              <a:gd name="T67" fmla="*/ 958 h 958"/>
              <a:gd name="T68" fmla="*/ 540 w 576"/>
              <a:gd name="T69" fmla="*/ 721 h 958"/>
              <a:gd name="T70" fmla="*/ 576 w 576"/>
              <a:gd name="T71" fmla="*/ 699 h 958"/>
              <a:gd name="T72" fmla="*/ 576 w 576"/>
              <a:gd name="T73" fmla="*/ 699 h 958"/>
              <a:gd name="T74" fmla="*/ 562 w 576"/>
              <a:gd name="T75" fmla="*/ 673 h 958"/>
              <a:gd name="T76" fmla="*/ 550 w 576"/>
              <a:gd name="T77" fmla="*/ 646 h 958"/>
              <a:gd name="T78" fmla="*/ 541 w 576"/>
              <a:gd name="T79" fmla="*/ 619 h 958"/>
              <a:gd name="T80" fmla="*/ 533 w 576"/>
              <a:gd name="T81" fmla="*/ 592 h 958"/>
              <a:gd name="T82" fmla="*/ 526 w 576"/>
              <a:gd name="T83" fmla="*/ 564 h 958"/>
              <a:gd name="T84" fmla="*/ 522 w 576"/>
              <a:gd name="T85" fmla="*/ 536 h 958"/>
              <a:gd name="T86" fmla="*/ 519 w 576"/>
              <a:gd name="T87" fmla="*/ 507 h 958"/>
              <a:gd name="T88" fmla="*/ 518 w 576"/>
              <a:gd name="T89" fmla="*/ 479 h 958"/>
              <a:gd name="T90" fmla="*/ 519 w 576"/>
              <a:gd name="T91" fmla="*/ 451 h 958"/>
              <a:gd name="T92" fmla="*/ 522 w 576"/>
              <a:gd name="T93" fmla="*/ 422 h 958"/>
              <a:gd name="T94" fmla="*/ 526 w 576"/>
              <a:gd name="T95" fmla="*/ 394 h 958"/>
              <a:gd name="T96" fmla="*/ 533 w 576"/>
              <a:gd name="T97" fmla="*/ 366 h 958"/>
              <a:gd name="T98" fmla="*/ 541 w 576"/>
              <a:gd name="T99" fmla="*/ 339 h 958"/>
              <a:gd name="T100" fmla="*/ 550 w 576"/>
              <a:gd name="T101" fmla="*/ 312 h 958"/>
              <a:gd name="T102" fmla="*/ 562 w 576"/>
              <a:gd name="T103" fmla="*/ 285 h 958"/>
              <a:gd name="T104" fmla="*/ 576 w 576"/>
              <a:gd name="T105" fmla="*/ 259 h 958"/>
              <a:gd name="T106" fmla="*/ 540 w 576"/>
              <a:gd name="T107" fmla="*/ 237 h 958"/>
              <a:gd name="T108" fmla="*/ 540 w 576"/>
              <a:gd name="T109" fmla="*/ 237 h 958"/>
              <a:gd name="T110" fmla="*/ 441 w 576"/>
              <a:gd name="T111" fmla="*/ 181 h 958"/>
              <a:gd name="T112" fmla="*/ 419 w 576"/>
              <a:gd name="T113" fmla="*/ 32 h 958"/>
              <a:gd name="T114" fmla="*/ 279 w 576"/>
              <a:gd name="T115" fmla="*/ 88 h 958"/>
              <a:gd name="T116" fmla="*/ 128 w 576"/>
              <a:gd name="T117" fmla="*/ 0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76" h="958">
                <a:moveTo>
                  <a:pt x="128" y="0"/>
                </a:moveTo>
                <a:lnTo>
                  <a:pt x="128" y="0"/>
                </a:lnTo>
                <a:lnTo>
                  <a:pt x="112" y="28"/>
                </a:lnTo>
                <a:lnTo>
                  <a:pt x="98" y="56"/>
                </a:lnTo>
                <a:lnTo>
                  <a:pt x="85" y="85"/>
                </a:lnTo>
                <a:lnTo>
                  <a:pt x="71" y="113"/>
                </a:lnTo>
                <a:lnTo>
                  <a:pt x="60" y="143"/>
                </a:lnTo>
                <a:lnTo>
                  <a:pt x="49" y="173"/>
                </a:lnTo>
                <a:lnTo>
                  <a:pt x="40" y="202"/>
                </a:lnTo>
                <a:lnTo>
                  <a:pt x="32" y="232"/>
                </a:lnTo>
                <a:lnTo>
                  <a:pt x="24" y="263"/>
                </a:lnTo>
                <a:lnTo>
                  <a:pt x="17" y="293"/>
                </a:lnTo>
                <a:lnTo>
                  <a:pt x="12" y="324"/>
                </a:lnTo>
                <a:lnTo>
                  <a:pt x="8" y="355"/>
                </a:lnTo>
                <a:lnTo>
                  <a:pt x="4" y="386"/>
                </a:lnTo>
                <a:lnTo>
                  <a:pt x="2" y="417"/>
                </a:lnTo>
                <a:lnTo>
                  <a:pt x="0" y="448"/>
                </a:lnTo>
                <a:lnTo>
                  <a:pt x="0" y="479"/>
                </a:lnTo>
                <a:lnTo>
                  <a:pt x="0" y="510"/>
                </a:lnTo>
                <a:lnTo>
                  <a:pt x="2" y="541"/>
                </a:lnTo>
                <a:lnTo>
                  <a:pt x="4" y="572"/>
                </a:lnTo>
                <a:lnTo>
                  <a:pt x="8" y="603"/>
                </a:lnTo>
                <a:lnTo>
                  <a:pt x="12" y="633"/>
                </a:lnTo>
                <a:lnTo>
                  <a:pt x="17" y="664"/>
                </a:lnTo>
                <a:lnTo>
                  <a:pt x="24" y="695"/>
                </a:lnTo>
                <a:lnTo>
                  <a:pt x="32" y="725"/>
                </a:lnTo>
                <a:lnTo>
                  <a:pt x="40" y="756"/>
                </a:lnTo>
                <a:lnTo>
                  <a:pt x="49" y="785"/>
                </a:lnTo>
                <a:lnTo>
                  <a:pt x="60" y="815"/>
                </a:lnTo>
                <a:lnTo>
                  <a:pt x="71" y="844"/>
                </a:lnTo>
                <a:lnTo>
                  <a:pt x="85" y="873"/>
                </a:lnTo>
                <a:lnTo>
                  <a:pt x="98" y="902"/>
                </a:lnTo>
                <a:lnTo>
                  <a:pt x="112" y="930"/>
                </a:lnTo>
                <a:lnTo>
                  <a:pt x="128" y="958"/>
                </a:lnTo>
                <a:lnTo>
                  <a:pt x="540" y="721"/>
                </a:lnTo>
                <a:lnTo>
                  <a:pt x="576" y="699"/>
                </a:lnTo>
                <a:lnTo>
                  <a:pt x="576" y="699"/>
                </a:lnTo>
                <a:lnTo>
                  <a:pt x="562" y="673"/>
                </a:lnTo>
                <a:lnTo>
                  <a:pt x="550" y="646"/>
                </a:lnTo>
                <a:lnTo>
                  <a:pt x="541" y="619"/>
                </a:lnTo>
                <a:lnTo>
                  <a:pt x="533" y="592"/>
                </a:lnTo>
                <a:lnTo>
                  <a:pt x="526" y="564"/>
                </a:lnTo>
                <a:lnTo>
                  <a:pt x="522" y="536"/>
                </a:lnTo>
                <a:lnTo>
                  <a:pt x="519" y="507"/>
                </a:lnTo>
                <a:lnTo>
                  <a:pt x="518" y="479"/>
                </a:lnTo>
                <a:lnTo>
                  <a:pt x="519" y="451"/>
                </a:lnTo>
                <a:lnTo>
                  <a:pt x="522" y="422"/>
                </a:lnTo>
                <a:lnTo>
                  <a:pt x="526" y="394"/>
                </a:lnTo>
                <a:lnTo>
                  <a:pt x="533" y="366"/>
                </a:lnTo>
                <a:lnTo>
                  <a:pt x="541" y="339"/>
                </a:lnTo>
                <a:lnTo>
                  <a:pt x="550" y="312"/>
                </a:lnTo>
                <a:lnTo>
                  <a:pt x="562" y="285"/>
                </a:lnTo>
                <a:lnTo>
                  <a:pt x="576" y="259"/>
                </a:lnTo>
                <a:lnTo>
                  <a:pt x="540" y="237"/>
                </a:lnTo>
                <a:lnTo>
                  <a:pt x="540" y="237"/>
                </a:lnTo>
                <a:lnTo>
                  <a:pt x="441" y="181"/>
                </a:lnTo>
                <a:lnTo>
                  <a:pt x="419" y="32"/>
                </a:lnTo>
                <a:lnTo>
                  <a:pt x="279" y="88"/>
                </a:lnTo>
                <a:lnTo>
                  <a:pt x="12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6" name="Freeform 1422"/>
          <p:cNvSpPr>
            <a:spLocks/>
          </p:cNvSpPr>
          <p:nvPr/>
        </p:nvSpPr>
        <p:spPr bwMode="auto">
          <a:xfrm>
            <a:off x="2698945" y="2803497"/>
            <a:ext cx="1049911" cy="635240"/>
          </a:xfrm>
          <a:custGeom>
            <a:avLst/>
            <a:gdLst>
              <a:gd name="T0" fmla="*/ 833 w 833"/>
              <a:gd name="T1" fmla="*/ 479 h 504"/>
              <a:gd name="T2" fmla="*/ 815 w 833"/>
              <a:gd name="T3" fmla="*/ 454 h 504"/>
              <a:gd name="T4" fmla="*/ 778 w 833"/>
              <a:gd name="T5" fmla="*/ 404 h 504"/>
              <a:gd name="T6" fmla="*/ 737 w 833"/>
              <a:gd name="T7" fmla="*/ 357 h 504"/>
              <a:gd name="T8" fmla="*/ 694 w 833"/>
              <a:gd name="T9" fmla="*/ 312 h 504"/>
              <a:gd name="T10" fmla="*/ 648 w 833"/>
              <a:gd name="T11" fmla="*/ 270 h 504"/>
              <a:gd name="T12" fmla="*/ 601 w 833"/>
              <a:gd name="T13" fmla="*/ 231 h 504"/>
              <a:gd name="T14" fmla="*/ 551 w 833"/>
              <a:gd name="T15" fmla="*/ 195 h 504"/>
              <a:gd name="T16" fmla="*/ 499 w 833"/>
              <a:gd name="T17" fmla="*/ 161 h 504"/>
              <a:gd name="T18" fmla="*/ 447 w 833"/>
              <a:gd name="T19" fmla="*/ 130 h 504"/>
              <a:gd name="T20" fmla="*/ 391 w 833"/>
              <a:gd name="T21" fmla="*/ 101 h 504"/>
              <a:gd name="T22" fmla="*/ 335 w 833"/>
              <a:gd name="T23" fmla="*/ 77 h 504"/>
              <a:gd name="T24" fmla="*/ 277 w 833"/>
              <a:gd name="T25" fmla="*/ 56 h 504"/>
              <a:gd name="T26" fmla="*/ 219 w 833"/>
              <a:gd name="T27" fmla="*/ 38 h 504"/>
              <a:gd name="T28" fmla="*/ 158 w 833"/>
              <a:gd name="T29" fmla="*/ 23 h 504"/>
              <a:gd name="T30" fmla="*/ 97 w 833"/>
              <a:gd name="T31" fmla="*/ 11 h 504"/>
              <a:gd name="T32" fmla="*/ 35 w 833"/>
              <a:gd name="T33" fmla="*/ 3 h 504"/>
              <a:gd name="T34" fmla="*/ 0 w 833"/>
              <a:gd name="T35" fmla="*/ 43 h 504"/>
              <a:gd name="T36" fmla="*/ 31 w 833"/>
              <a:gd name="T37" fmla="*/ 46 h 504"/>
              <a:gd name="T38" fmla="*/ 90 w 833"/>
              <a:gd name="T39" fmla="*/ 54 h 504"/>
              <a:gd name="T40" fmla="*/ 148 w 833"/>
              <a:gd name="T41" fmla="*/ 65 h 504"/>
              <a:gd name="T42" fmla="*/ 206 w 833"/>
              <a:gd name="T43" fmla="*/ 79 h 504"/>
              <a:gd name="T44" fmla="*/ 263 w 833"/>
              <a:gd name="T45" fmla="*/ 96 h 504"/>
              <a:gd name="T46" fmla="*/ 319 w 833"/>
              <a:gd name="T47" fmla="*/ 118 h 504"/>
              <a:gd name="T48" fmla="*/ 373 w 833"/>
              <a:gd name="T49" fmla="*/ 141 h 504"/>
              <a:gd name="T50" fmla="*/ 427 w 833"/>
              <a:gd name="T51" fmla="*/ 168 h 504"/>
              <a:gd name="T52" fmla="*/ 476 w 833"/>
              <a:gd name="T53" fmla="*/ 197 h 504"/>
              <a:gd name="T54" fmla="*/ 526 w 833"/>
              <a:gd name="T55" fmla="*/ 230 h 504"/>
              <a:gd name="T56" fmla="*/ 574 w 833"/>
              <a:gd name="T57" fmla="*/ 265 h 504"/>
              <a:gd name="T58" fmla="*/ 620 w 833"/>
              <a:gd name="T59" fmla="*/ 303 h 504"/>
              <a:gd name="T60" fmla="*/ 664 w 833"/>
              <a:gd name="T61" fmla="*/ 343 h 504"/>
              <a:gd name="T62" fmla="*/ 705 w 833"/>
              <a:gd name="T63" fmla="*/ 386 h 504"/>
              <a:gd name="T64" fmla="*/ 744 w 833"/>
              <a:gd name="T65" fmla="*/ 431 h 504"/>
              <a:gd name="T66" fmla="*/ 780 w 833"/>
              <a:gd name="T67" fmla="*/ 479 h 504"/>
              <a:gd name="T68" fmla="*/ 798 w 833"/>
              <a:gd name="T69" fmla="*/ 504 h 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33" h="504">
                <a:moveTo>
                  <a:pt x="798" y="504"/>
                </a:moveTo>
                <a:lnTo>
                  <a:pt x="833" y="479"/>
                </a:lnTo>
                <a:lnTo>
                  <a:pt x="833" y="479"/>
                </a:lnTo>
                <a:lnTo>
                  <a:pt x="815" y="454"/>
                </a:lnTo>
                <a:lnTo>
                  <a:pt x="796" y="428"/>
                </a:lnTo>
                <a:lnTo>
                  <a:pt x="778" y="404"/>
                </a:lnTo>
                <a:lnTo>
                  <a:pt x="757" y="380"/>
                </a:lnTo>
                <a:lnTo>
                  <a:pt x="737" y="357"/>
                </a:lnTo>
                <a:lnTo>
                  <a:pt x="715" y="334"/>
                </a:lnTo>
                <a:lnTo>
                  <a:pt x="694" y="312"/>
                </a:lnTo>
                <a:lnTo>
                  <a:pt x="671" y="290"/>
                </a:lnTo>
                <a:lnTo>
                  <a:pt x="648" y="270"/>
                </a:lnTo>
                <a:lnTo>
                  <a:pt x="625" y="250"/>
                </a:lnTo>
                <a:lnTo>
                  <a:pt x="601" y="231"/>
                </a:lnTo>
                <a:lnTo>
                  <a:pt x="576" y="212"/>
                </a:lnTo>
                <a:lnTo>
                  <a:pt x="551" y="195"/>
                </a:lnTo>
                <a:lnTo>
                  <a:pt x="526" y="177"/>
                </a:lnTo>
                <a:lnTo>
                  <a:pt x="499" y="161"/>
                </a:lnTo>
                <a:lnTo>
                  <a:pt x="474" y="145"/>
                </a:lnTo>
                <a:lnTo>
                  <a:pt x="447" y="130"/>
                </a:lnTo>
                <a:lnTo>
                  <a:pt x="420" y="115"/>
                </a:lnTo>
                <a:lnTo>
                  <a:pt x="391" y="101"/>
                </a:lnTo>
                <a:lnTo>
                  <a:pt x="363" y="89"/>
                </a:lnTo>
                <a:lnTo>
                  <a:pt x="335" y="77"/>
                </a:lnTo>
                <a:lnTo>
                  <a:pt x="306" y="66"/>
                </a:lnTo>
                <a:lnTo>
                  <a:pt x="277" y="56"/>
                </a:lnTo>
                <a:lnTo>
                  <a:pt x="248" y="46"/>
                </a:lnTo>
                <a:lnTo>
                  <a:pt x="219" y="38"/>
                </a:lnTo>
                <a:lnTo>
                  <a:pt x="188" y="30"/>
                </a:lnTo>
                <a:lnTo>
                  <a:pt x="158" y="23"/>
                </a:lnTo>
                <a:lnTo>
                  <a:pt x="127" y="16"/>
                </a:lnTo>
                <a:lnTo>
                  <a:pt x="97" y="11"/>
                </a:lnTo>
                <a:lnTo>
                  <a:pt x="66" y="7"/>
                </a:lnTo>
                <a:lnTo>
                  <a:pt x="35" y="3"/>
                </a:lnTo>
                <a:lnTo>
                  <a:pt x="3" y="0"/>
                </a:lnTo>
                <a:lnTo>
                  <a:pt x="0" y="43"/>
                </a:lnTo>
                <a:lnTo>
                  <a:pt x="0" y="43"/>
                </a:lnTo>
                <a:lnTo>
                  <a:pt x="31" y="46"/>
                </a:lnTo>
                <a:lnTo>
                  <a:pt x="61" y="50"/>
                </a:lnTo>
                <a:lnTo>
                  <a:pt x="90" y="54"/>
                </a:lnTo>
                <a:lnTo>
                  <a:pt x="120" y="58"/>
                </a:lnTo>
                <a:lnTo>
                  <a:pt x="148" y="65"/>
                </a:lnTo>
                <a:lnTo>
                  <a:pt x="178" y="72"/>
                </a:lnTo>
                <a:lnTo>
                  <a:pt x="206" y="79"/>
                </a:lnTo>
                <a:lnTo>
                  <a:pt x="235" y="88"/>
                </a:lnTo>
                <a:lnTo>
                  <a:pt x="263" y="96"/>
                </a:lnTo>
                <a:lnTo>
                  <a:pt x="292" y="107"/>
                </a:lnTo>
                <a:lnTo>
                  <a:pt x="319" y="118"/>
                </a:lnTo>
                <a:lnTo>
                  <a:pt x="346" y="128"/>
                </a:lnTo>
                <a:lnTo>
                  <a:pt x="373" y="141"/>
                </a:lnTo>
                <a:lnTo>
                  <a:pt x="400" y="154"/>
                </a:lnTo>
                <a:lnTo>
                  <a:pt x="427" y="168"/>
                </a:lnTo>
                <a:lnTo>
                  <a:pt x="452" y="182"/>
                </a:lnTo>
                <a:lnTo>
                  <a:pt x="476" y="197"/>
                </a:lnTo>
                <a:lnTo>
                  <a:pt x="502" y="214"/>
                </a:lnTo>
                <a:lnTo>
                  <a:pt x="526" y="230"/>
                </a:lnTo>
                <a:lnTo>
                  <a:pt x="551" y="247"/>
                </a:lnTo>
                <a:lnTo>
                  <a:pt x="574" y="265"/>
                </a:lnTo>
                <a:lnTo>
                  <a:pt x="598" y="284"/>
                </a:lnTo>
                <a:lnTo>
                  <a:pt x="620" y="303"/>
                </a:lnTo>
                <a:lnTo>
                  <a:pt x="643" y="323"/>
                </a:lnTo>
                <a:lnTo>
                  <a:pt x="664" y="343"/>
                </a:lnTo>
                <a:lnTo>
                  <a:pt x="684" y="365"/>
                </a:lnTo>
                <a:lnTo>
                  <a:pt x="705" y="386"/>
                </a:lnTo>
                <a:lnTo>
                  <a:pt x="725" y="408"/>
                </a:lnTo>
                <a:lnTo>
                  <a:pt x="744" y="431"/>
                </a:lnTo>
                <a:lnTo>
                  <a:pt x="763" y="455"/>
                </a:lnTo>
                <a:lnTo>
                  <a:pt x="780" y="479"/>
                </a:lnTo>
                <a:lnTo>
                  <a:pt x="798" y="504"/>
                </a:lnTo>
                <a:lnTo>
                  <a:pt x="798" y="5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7" name="Freeform 1423"/>
          <p:cNvSpPr>
            <a:spLocks/>
          </p:cNvSpPr>
          <p:nvPr/>
        </p:nvSpPr>
        <p:spPr bwMode="auto">
          <a:xfrm>
            <a:off x="2698945" y="4918444"/>
            <a:ext cx="1049911" cy="635240"/>
          </a:xfrm>
          <a:custGeom>
            <a:avLst/>
            <a:gdLst>
              <a:gd name="T0" fmla="*/ 3 w 833"/>
              <a:gd name="T1" fmla="*/ 504 h 504"/>
              <a:gd name="T2" fmla="*/ 35 w 833"/>
              <a:gd name="T3" fmla="*/ 501 h 504"/>
              <a:gd name="T4" fmla="*/ 98 w 833"/>
              <a:gd name="T5" fmla="*/ 493 h 504"/>
              <a:gd name="T6" fmla="*/ 162 w 833"/>
              <a:gd name="T7" fmla="*/ 481 h 504"/>
              <a:gd name="T8" fmla="*/ 223 w 833"/>
              <a:gd name="T9" fmla="*/ 466 h 504"/>
              <a:gd name="T10" fmla="*/ 282 w 833"/>
              <a:gd name="T11" fmla="*/ 447 h 504"/>
              <a:gd name="T12" fmla="*/ 340 w 833"/>
              <a:gd name="T13" fmla="*/ 426 h 504"/>
              <a:gd name="T14" fmla="*/ 397 w 833"/>
              <a:gd name="T15" fmla="*/ 400 h 504"/>
              <a:gd name="T16" fmla="*/ 452 w 833"/>
              <a:gd name="T17" fmla="*/ 372 h 504"/>
              <a:gd name="T18" fmla="*/ 505 w 833"/>
              <a:gd name="T19" fmla="*/ 340 h 504"/>
              <a:gd name="T20" fmla="*/ 556 w 833"/>
              <a:gd name="T21" fmla="*/ 307 h 504"/>
              <a:gd name="T22" fmla="*/ 605 w 833"/>
              <a:gd name="T23" fmla="*/ 270 h 504"/>
              <a:gd name="T24" fmla="*/ 652 w 833"/>
              <a:gd name="T25" fmla="*/ 231 h 504"/>
              <a:gd name="T26" fmla="*/ 697 w 833"/>
              <a:gd name="T27" fmla="*/ 189 h 504"/>
              <a:gd name="T28" fmla="*/ 738 w 833"/>
              <a:gd name="T29" fmla="*/ 145 h 504"/>
              <a:gd name="T30" fmla="*/ 779 w 833"/>
              <a:gd name="T31" fmla="*/ 97 h 504"/>
              <a:gd name="T32" fmla="*/ 815 w 833"/>
              <a:gd name="T33" fmla="*/ 49 h 504"/>
              <a:gd name="T34" fmla="*/ 798 w 833"/>
              <a:gd name="T35" fmla="*/ 0 h 504"/>
              <a:gd name="T36" fmla="*/ 780 w 833"/>
              <a:gd name="T37" fmla="*/ 25 h 504"/>
              <a:gd name="T38" fmla="*/ 745 w 833"/>
              <a:gd name="T39" fmla="*/ 70 h 504"/>
              <a:gd name="T40" fmla="*/ 707 w 833"/>
              <a:gd name="T41" fmla="*/ 115 h 504"/>
              <a:gd name="T42" fmla="*/ 667 w 833"/>
              <a:gd name="T43" fmla="*/ 158 h 504"/>
              <a:gd name="T44" fmla="*/ 624 w 833"/>
              <a:gd name="T45" fmla="*/ 199 h 504"/>
              <a:gd name="T46" fmla="*/ 579 w 833"/>
              <a:gd name="T47" fmla="*/ 237 h 504"/>
              <a:gd name="T48" fmla="*/ 532 w 833"/>
              <a:gd name="T49" fmla="*/ 272 h 504"/>
              <a:gd name="T50" fmla="*/ 482 w 833"/>
              <a:gd name="T51" fmla="*/ 304 h 504"/>
              <a:gd name="T52" fmla="*/ 432 w 833"/>
              <a:gd name="T53" fmla="*/ 334 h 504"/>
              <a:gd name="T54" fmla="*/ 379 w 833"/>
              <a:gd name="T55" fmla="*/ 361 h 504"/>
              <a:gd name="T56" fmla="*/ 324 w 833"/>
              <a:gd name="T57" fmla="*/ 385 h 504"/>
              <a:gd name="T58" fmla="*/ 269 w 833"/>
              <a:gd name="T59" fmla="*/ 407 h 504"/>
              <a:gd name="T60" fmla="*/ 211 w 833"/>
              <a:gd name="T61" fmla="*/ 424 h 504"/>
              <a:gd name="T62" fmla="*/ 152 w 833"/>
              <a:gd name="T63" fmla="*/ 439 h 504"/>
              <a:gd name="T64" fmla="*/ 92 w 833"/>
              <a:gd name="T65" fmla="*/ 450 h 504"/>
              <a:gd name="T66" fmla="*/ 31 w 833"/>
              <a:gd name="T67" fmla="*/ 458 h 504"/>
              <a:gd name="T68" fmla="*/ 0 w 833"/>
              <a:gd name="T69" fmla="*/ 461 h 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33" h="504">
                <a:moveTo>
                  <a:pt x="0" y="461"/>
                </a:moveTo>
                <a:lnTo>
                  <a:pt x="3" y="504"/>
                </a:lnTo>
                <a:lnTo>
                  <a:pt x="3" y="504"/>
                </a:lnTo>
                <a:lnTo>
                  <a:pt x="35" y="501"/>
                </a:lnTo>
                <a:lnTo>
                  <a:pt x="67" y="497"/>
                </a:lnTo>
                <a:lnTo>
                  <a:pt x="98" y="493"/>
                </a:lnTo>
                <a:lnTo>
                  <a:pt x="131" y="488"/>
                </a:lnTo>
                <a:lnTo>
                  <a:pt x="162" y="481"/>
                </a:lnTo>
                <a:lnTo>
                  <a:pt x="192" y="474"/>
                </a:lnTo>
                <a:lnTo>
                  <a:pt x="223" y="466"/>
                </a:lnTo>
                <a:lnTo>
                  <a:pt x="252" y="457"/>
                </a:lnTo>
                <a:lnTo>
                  <a:pt x="282" y="447"/>
                </a:lnTo>
                <a:lnTo>
                  <a:pt x="312" y="436"/>
                </a:lnTo>
                <a:lnTo>
                  <a:pt x="340" y="426"/>
                </a:lnTo>
                <a:lnTo>
                  <a:pt x="368" y="413"/>
                </a:lnTo>
                <a:lnTo>
                  <a:pt x="397" y="400"/>
                </a:lnTo>
                <a:lnTo>
                  <a:pt x="425" y="386"/>
                </a:lnTo>
                <a:lnTo>
                  <a:pt x="452" y="372"/>
                </a:lnTo>
                <a:lnTo>
                  <a:pt x="479" y="357"/>
                </a:lnTo>
                <a:lnTo>
                  <a:pt x="505" y="340"/>
                </a:lnTo>
                <a:lnTo>
                  <a:pt x="530" y="324"/>
                </a:lnTo>
                <a:lnTo>
                  <a:pt x="556" y="307"/>
                </a:lnTo>
                <a:lnTo>
                  <a:pt x="580" y="289"/>
                </a:lnTo>
                <a:lnTo>
                  <a:pt x="605" y="270"/>
                </a:lnTo>
                <a:lnTo>
                  <a:pt x="629" y="250"/>
                </a:lnTo>
                <a:lnTo>
                  <a:pt x="652" y="231"/>
                </a:lnTo>
                <a:lnTo>
                  <a:pt x="675" y="210"/>
                </a:lnTo>
                <a:lnTo>
                  <a:pt x="697" y="189"/>
                </a:lnTo>
                <a:lnTo>
                  <a:pt x="718" y="166"/>
                </a:lnTo>
                <a:lnTo>
                  <a:pt x="738" y="145"/>
                </a:lnTo>
                <a:lnTo>
                  <a:pt x="759" y="122"/>
                </a:lnTo>
                <a:lnTo>
                  <a:pt x="779" y="97"/>
                </a:lnTo>
                <a:lnTo>
                  <a:pt x="798" y="75"/>
                </a:lnTo>
                <a:lnTo>
                  <a:pt x="815" y="49"/>
                </a:lnTo>
                <a:lnTo>
                  <a:pt x="833" y="25"/>
                </a:lnTo>
                <a:lnTo>
                  <a:pt x="798" y="0"/>
                </a:lnTo>
                <a:lnTo>
                  <a:pt x="798" y="0"/>
                </a:lnTo>
                <a:lnTo>
                  <a:pt x="780" y="25"/>
                </a:lnTo>
                <a:lnTo>
                  <a:pt x="763" y="48"/>
                </a:lnTo>
                <a:lnTo>
                  <a:pt x="745" y="70"/>
                </a:lnTo>
                <a:lnTo>
                  <a:pt x="726" y="93"/>
                </a:lnTo>
                <a:lnTo>
                  <a:pt x="707" y="115"/>
                </a:lnTo>
                <a:lnTo>
                  <a:pt x="687" y="137"/>
                </a:lnTo>
                <a:lnTo>
                  <a:pt x="667" y="158"/>
                </a:lnTo>
                <a:lnTo>
                  <a:pt x="645" y="178"/>
                </a:lnTo>
                <a:lnTo>
                  <a:pt x="624" y="199"/>
                </a:lnTo>
                <a:lnTo>
                  <a:pt x="601" y="218"/>
                </a:lnTo>
                <a:lnTo>
                  <a:pt x="579" y="237"/>
                </a:lnTo>
                <a:lnTo>
                  <a:pt x="555" y="254"/>
                </a:lnTo>
                <a:lnTo>
                  <a:pt x="532" y="272"/>
                </a:lnTo>
                <a:lnTo>
                  <a:pt x="508" y="288"/>
                </a:lnTo>
                <a:lnTo>
                  <a:pt x="482" y="304"/>
                </a:lnTo>
                <a:lnTo>
                  <a:pt x="458" y="319"/>
                </a:lnTo>
                <a:lnTo>
                  <a:pt x="432" y="334"/>
                </a:lnTo>
                <a:lnTo>
                  <a:pt x="405" y="347"/>
                </a:lnTo>
                <a:lnTo>
                  <a:pt x="379" y="361"/>
                </a:lnTo>
                <a:lnTo>
                  <a:pt x="352" y="373"/>
                </a:lnTo>
                <a:lnTo>
                  <a:pt x="324" y="385"/>
                </a:lnTo>
                <a:lnTo>
                  <a:pt x="297" y="396"/>
                </a:lnTo>
                <a:lnTo>
                  <a:pt x="269" y="407"/>
                </a:lnTo>
                <a:lnTo>
                  <a:pt x="240" y="416"/>
                </a:lnTo>
                <a:lnTo>
                  <a:pt x="211" y="424"/>
                </a:lnTo>
                <a:lnTo>
                  <a:pt x="182" y="432"/>
                </a:lnTo>
                <a:lnTo>
                  <a:pt x="152" y="439"/>
                </a:lnTo>
                <a:lnTo>
                  <a:pt x="123" y="444"/>
                </a:lnTo>
                <a:lnTo>
                  <a:pt x="92" y="450"/>
                </a:lnTo>
                <a:lnTo>
                  <a:pt x="62" y="454"/>
                </a:lnTo>
                <a:lnTo>
                  <a:pt x="31" y="458"/>
                </a:lnTo>
                <a:lnTo>
                  <a:pt x="0" y="461"/>
                </a:lnTo>
                <a:lnTo>
                  <a:pt x="0" y="4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8" name="Freeform 1424"/>
          <p:cNvSpPr>
            <a:spLocks/>
          </p:cNvSpPr>
          <p:nvPr/>
        </p:nvSpPr>
        <p:spPr bwMode="auto">
          <a:xfrm>
            <a:off x="1229322" y="3574860"/>
            <a:ext cx="187799" cy="1207460"/>
          </a:xfrm>
          <a:custGeom>
            <a:avLst/>
            <a:gdLst>
              <a:gd name="T0" fmla="*/ 43 w 149"/>
              <a:gd name="T1" fmla="*/ 479 h 958"/>
              <a:gd name="T2" fmla="*/ 44 w 149"/>
              <a:gd name="T3" fmla="*/ 418 h 958"/>
              <a:gd name="T4" fmla="*/ 49 w 149"/>
              <a:gd name="T5" fmla="*/ 359 h 958"/>
              <a:gd name="T6" fmla="*/ 58 w 149"/>
              <a:gd name="T7" fmla="*/ 299 h 958"/>
              <a:gd name="T8" fmla="*/ 70 w 149"/>
              <a:gd name="T9" fmla="*/ 241 h 958"/>
              <a:gd name="T10" fmla="*/ 85 w 149"/>
              <a:gd name="T11" fmla="*/ 183 h 958"/>
              <a:gd name="T12" fmla="*/ 103 w 149"/>
              <a:gd name="T13" fmla="*/ 128 h 958"/>
              <a:gd name="T14" fmla="*/ 125 w 149"/>
              <a:gd name="T15" fmla="*/ 73 h 958"/>
              <a:gd name="T16" fmla="*/ 149 w 149"/>
              <a:gd name="T17" fmla="*/ 19 h 958"/>
              <a:gd name="T18" fmla="*/ 110 w 149"/>
              <a:gd name="T19" fmla="*/ 0 h 958"/>
              <a:gd name="T20" fmla="*/ 85 w 149"/>
              <a:gd name="T21" fmla="*/ 55 h 958"/>
              <a:gd name="T22" fmla="*/ 63 w 149"/>
              <a:gd name="T23" fmla="*/ 113 h 958"/>
              <a:gd name="T24" fmla="*/ 44 w 149"/>
              <a:gd name="T25" fmla="*/ 171 h 958"/>
              <a:gd name="T26" fmla="*/ 28 w 149"/>
              <a:gd name="T27" fmla="*/ 232 h 958"/>
              <a:gd name="T28" fmla="*/ 16 w 149"/>
              <a:gd name="T29" fmla="*/ 291 h 958"/>
              <a:gd name="T30" fmla="*/ 6 w 149"/>
              <a:gd name="T31" fmla="*/ 353 h 958"/>
              <a:gd name="T32" fmla="*/ 1 w 149"/>
              <a:gd name="T33" fmla="*/ 416 h 958"/>
              <a:gd name="T34" fmla="*/ 0 w 149"/>
              <a:gd name="T35" fmla="*/ 479 h 958"/>
              <a:gd name="T36" fmla="*/ 0 w 149"/>
              <a:gd name="T37" fmla="*/ 510 h 958"/>
              <a:gd name="T38" fmla="*/ 4 w 149"/>
              <a:gd name="T39" fmla="*/ 572 h 958"/>
              <a:gd name="T40" fmla="*/ 10 w 149"/>
              <a:gd name="T41" fmla="*/ 634 h 958"/>
              <a:gd name="T42" fmla="*/ 21 w 149"/>
              <a:gd name="T43" fmla="*/ 695 h 958"/>
              <a:gd name="T44" fmla="*/ 35 w 149"/>
              <a:gd name="T45" fmla="*/ 756 h 958"/>
              <a:gd name="T46" fmla="*/ 52 w 149"/>
              <a:gd name="T47" fmla="*/ 815 h 958"/>
              <a:gd name="T48" fmla="*/ 74 w 149"/>
              <a:gd name="T49" fmla="*/ 873 h 958"/>
              <a:gd name="T50" fmla="*/ 97 w 149"/>
              <a:gd name="T51" fmla="*/ 930 h 958"/>
              <a:gd name="T52" fmla="*/ 149 w 149"/>
              <a:gd name="T53" fmla="*/ 939 h 958"/>
              <a:gd name="T54" fmla="*/ 137 w 149"/>
              <a:gd name="T55" fmla="*/ 912 h 958"/>
              <a:gd name="T56" fmla="*/ 113 w 149"/>
              <a:gd name="T57" fmla="*/ 857 h 958"/>
              <a:gd name="T58" fmla="*/ 94 w 149"/>
              <a:gd name="T59" fmla="*/ 802 h 958"/>
              <a:gd name="T60" fmla="*/ 76 w 149"/>
              <a:gd name="T61" fmla="*/ 744 h 958"/>
              <a:gd name="T62" fmla="*/ 64 w 149"/>
              <a:gd name="T63" fmla="*/ 687 h 958"/>
              <a:gd name="T64" fmla="*/ 54 w 149"/>
              <a:gd name="T65" fmla="*/ 628 h 958"/>
              <a:gd name="T66" fmla="*/ 47 w 149"/>
              <a:gd name="T67" fmla="*/ 568 h 958"/>
              <a:gd name="T68" fmla="*/ 43 w 149"/>
              <a:gd name="T69" fmla="*/ 509 h 958"/>
              <a:gd name="T70" fmla="*/ 43 w 149"/>
              <a:gd name="T71" fmla="*/ 479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9" h="958">
                <a:moveTo>
                  <a:pt x="43" y="479"/>
                </a:moveTo>
                <a:lnTo>
                  <a:pt x="43" y="479"/>
                </a:lnTo>
                <a:lnTo>
                  <a:pt x="43" y="449"/>
                </a:lnTo>
                <a:lnTo>
                  <a:pt x="44" y="418"/>
                </a:lnTo>
                <a:lnTo>
                  <a:pt x="47" y="389"/>
                </a:lnTo>
                <a:lnTo>
                  <a:pt x="49" y="359"/>
                </a:lnTo>
                <a:lnTo>
                  <a:pt x="54" y="329"/>
                </a:lnTo>
                <a:lnTo>
                  <a:pt x="58" y="299"/>
                </a:lnTo>
                <a:lnTo>
                  <a:pt x="63" y="270"/>
                </a:lnTo>
                <a:lnTo>
                  <a:pt x="70" y="241"/>
                </a:lnTo>
                <a:lnTo>
                  <a:pt x="76" y="212"/>
                </a:lnTo>
                <a:lnTo>
                  <a:pt x="85" y="183"/>
                </a:lnTo>
                <a:lnTo>
                  <a:pt x="94" y="155"/>
                </a:lnTo>
                <a:lnTo>
                  <a:pt x="103" y="128"/>
                </a:lnTo>
                <a:lnTo>
                  <a:pt x="113" y="100"/>
                </a:lnTo>
                <a:lnTo>
                  <a:pt x="125" y="73"/>
                </a:lnTo>
                <a:lnTo>
                  <a:pt x="136" y="46"/>
                </a:lnTo>
                <a:lnTo>
                  <a:pt x="149" y="19"/>
                </a:lnTo>
                <a:lnTo>
                  <a:pt x="110" y="0"/>
                </a:lnTo>
                <a:lnTo>
                  <a:pt x="110" y="0"/>
                </a:lnTo>
                <a:lnTo>
                  <a:pt x="97" y="27"/>
                </a:lnTo>
                <a:lnTo>
                  <a:pt x="85" y="55"/>
                </a:lnTo>
                <a:lnTo>
                  <a:pt x="72" y="83"/>
                </a:lnTo>
                <a:lnTo>
                  <a:pt x="63" y="113"/>
                </a:lnTo>
                <a:lnTo>
                  <a:pt x="52" y="142"/>
                </a:lnTo>
                <a:lnTo>
                  <a:pt x="44" y="171"/>
                </a:lnTo>
                <a:lnTo>
                  <a:pt x="35" y="201"/>
                </a:lnTo>
                <a:lnTo>
                  <a:pt x="28" y="232"/>
                </a:lnTo>
                <a:lnTo>
                  <a:pt x="21" y="262"/>
                </a:lnTo>
                <a:lnTo>
                  <a:pt x="16" y="291"/>
                </a:lnTo>
                <a:lnTo>
                  <a:pt x="10" y="322"/>
                </a:lnTo>
                <a:lnTo>
                  <a:pt x="6" y="353"/>
                </a:lnTo>
                <a:lnTo>
                  <a:pt x="4" y="385"/>
                </a:lnTo>
                <a:lnTo>
                  <a:pt x="1" y="416"/>
                </a:lnTo>
                <a:lnTo>
                  <a:pt x="0" y="448"/>
                </a:lnTo>
                <a:lnTo>
                  <a:pt x="0" y="479"/>
                </a:lnTo>
                <a:lnTo>
                  <a:pt x="0" y="479"/>
                </a:lnTo>
                <a:lnTo>
                  <a:pt x="0" y="510"/>
                </a:lnTo>
                <a:lnTo>
                  <a:pt x="1" y="541"/>
                </a:lnTo>
                <a:lnTo>
                  <a:pt x="4" y="572"/>
                </a:lnTo>
                <a:lnTo>
                  <a:pt x="6" y="603"/>
                </a:lnTo>
                <a:lnTo>
                  <a:pt x="10" y="634"/>
                </a:lnTo>
                <a:lnTo>
                  <a:pt x="16" y="664"/>
                </a:lnTo>
                <a:lnTo>
                  <a:pt x="21" y="695"/>
                </a:lnTo>
                <a:lnTo>
                  <a:pt x="28" y="725"/>
                </a:lnTo>
                <a:lnTo>
                  <a:pt x="35" y="756"/>
                </a:lnTo>
                <a:lnTo>
                  <a:pt x="44" y="785"/>
                </a:lnTo>
                <a:lnTo>
                  <a:pt x="52" y="815"/>
                </a:lnTo>
                <a:lnTo>
                  <a:pt x="63" y="844"/>
                </a:lnTo>
                <a:lnTo>
                  <a:pt x="74" y="873"/>
                </a:lnTo>
                <a:lnTo>
                  <a:pt x="85" y="902"/>
                </a:lnTo>
                <a:lnTo>
                  <a:pt x="97" y="930"/>
                </a:lnTo>
                <a:lnTo>
                  <a:pt x="110" y="958"/>
                </a:lnTo>
                <a:lnTo>
                  <a:pt x="149" y="939"/>
                </a:lnTo>
                <a:lnTo>
                  <a:pt x="149" y="939"/>
                </a:lnTo>
                <a:lnTo>
                  <a:pt x="137" y="912"/>
                </a:lnTo>
                <a:lnTo>
                  <a:pt x="125" y="885"/>
                </a:lnTo>
                <a:lnTo>
                  <a:pt x="113" y="857"/>
                </a:lnTo>
                <a:lnTo>
                  <a:pt x="103" y="830"/>
                </a:lnTo>
                <a:lnTo>
                  <a:pt x="94" y="802"/>
                </a:lnTo>
                <a:lnTo>
                  <a:pt x="85" y="773"/>
                </a:lnTo>
                <a:lnTo>
                  <a:pt x="76" y="744"/>
                </a:lnTo>
                <a:lnTo>
                  <a:pt x="70" y="715"/>
                </a:lnTo>
                <a:lnTo>
                  <a:pt x="64" y="687"/>
                </a:lnTo>
                <a:lnTo>
                  <a:pt x="58" y="657"/>
                </a:lnTo>
                <a:lnTo>
                  <a:pt x="54" y="628"/>
                </a:lnTo>
                <a:lnTo>
                  <a:pt x="49" y="598"/>
                </a:lnTo>
                <a:lnTo>
                  <a:pt x="47" y="568"/>
                </a:lnTo>
                <a:lnTo>
                  <a:pt x="44" y="538"/>
                </a:lnTo>
                <a:lnTo>
                  <a:pt x="43" y="509"/>
                </a:lnTo>
                <a:lnTo>
                  <a:pt x="43" y="479"/>
                </a:lnTo>
                <a:lnTo>
                  <a:pt x="43" y="4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59" name="Picture 1425"/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611" y="3654265"/>
            <a:ext cx="975548" cy="1046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" name="Picture 1426"/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390" y="4172289"/>
            <a:ext cx="403327" cy="483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" name="Picture 1427"/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14" y="3963063"/>
            <a:ext cx="485253" cy="428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2" name="Picture 1428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390" y="3698379"/>
            <a:ext cx="403327" cy="485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3" name="Picture 1429"/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193" y="4406722"/>
            <a:ext cx="50416" cy="35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4" name="Picture 1430"/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003" y="4406722"/>
            <a:ext cx="50416" cy="35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5" name="Picture 1431"/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672" y="3906345"/>
            <a:ext cx="71843" cy="4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6" name="Picture 1432"/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649" y="3925251"/>
            <a:ext cx="102092" cy="505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7" name="Picture 1433"/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003" y="3911386"/>
            <a:ext cx="107134" cy="530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8" name="Picture 1434"/>
          <p:cNvPicPr>
            <a:picLocks noChangeAspect="1" noChangeArrowheads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495" y="3654265"/>
            <a:ext cx="438618" cy="276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9" name="Picture 1435"/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672" y="3656786"/>
            <a:ext cx="460045" cy="28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" name="Freeform 1436"/>
          <p:cNvSpPr>
            <a:spLocks/>
          </p:cNvSpPr>
          <p:nvPr/>
        </p:nvSpPr>
        <p:spPr bwMode="auto">
          <a:xfrm>
            <a:off x="2216213" y="3787867"/>
            <a:ext cx="782707" cy="782707"/>
          </a:xfrm>
          <a:custGeom>
            <a:avLst/>
            <a:gdLst>
              <a:gd name="T0" fmla="*/ 305 w 621"/>
              <a:gd name="T1" fmla="*/ 621 h 621"/>
              <a:gd name="T2" fmla="*/ 264 w 621"/>
              <a:gd name="T3" fmla="*/ 616 h 621"/>
              <a:gd name="T4" fmla="*/ 225 w 621"/>
              <a:gd name="T5" fmla="*/ 608 h 621"/>
              <a:gd name="T6" fmla="*/ 187 w 621"/>
              <a:gd name="T7" fmla="*/ 595 h 621"/>
              <a:gd name="T8" fmla="*/ 151 w 621"/>
              <a:gd name="T9" fmla="*/ 576 h 621"/>
              <a:gd name="T10" fmla="*/ 135 w 621"/>
              <a:gd name="T11" fmla="*/ 565 h 621"/>
              <a:gd name="T12" fmla="*/ 103 w 621"/>
              <a:gd name="T13" fmla="*/ 541 h 621"/>
              <a:gd name="T14" fmla="*/ 75 w 621"/>
              <a:gd name="T15" fmla="*/ 513 h 621"/>
              <a:gd name="T16" fmla="*/ 51 w 621"/>
              <a:gd name="T17" fmla="*/ 481 h 621"/>
              <a:gd name="T18" fmla="*/ 41 w 621"/>
              <a:gd name="T19" fmla="*/ 464 h 621"/>
              <a:gd name="T20" fmla="*/ 22 w 621"/>
              <a:gd name="T21" fmla="*/ 427 h 621"/>
              <a:gd name="T22" fmla="*/ 10 w 621"/>
              <a:gd name="T23" fmla="*/ 390 h 621"/>
              <a:gd name="T24" fmla="*/ 2 w 621"/>
              <a:gd name="T25" fmla="*/ 351 h 621"/>
              <a:gd name="T26" fmla="*/ 0 w 621"/>
              <a:gd name="T27" fmla="*/ 310 h 621"/>
              <a:gd name="T28" fmla="*/ 1 w 621"/>
              <a:gd name="T29" fmla="*/ 279 h 621"/>
              <a:gd name="T30" fmla="*/ 13 w 621"/>
              <a:gd name="T31" fmla="*/ 220 h 621"/>
              <a:gd name="T32" fmla="*/ 35 w 621"/>
              <a:gd name="T33" fmla="*/ 166 h 621"/>
              <a:gd name="T34" fmla="*/ 68 w 621"/>
              <a:gd name="T35" fmla="*/ 114 h 621"/>
              <a:gd name="T36" fmla="*/ 90 w 621"/>
              <a:gd name="T37" fmla="*/ 91 h 621"/>
              <a:gd name="T38" fmla="*/ 136 w 621"/>
              <a:gd name="T39" fmla="*/ 54 h 621"/>
              <a:gd name="T40" fmla="*/ 187 w 621"/>
              <a:gd name="T41" fmla="*/ 25 h 621"/>
              <a:gd name="T42" fmla="*/ 244 w 621"/>
              <a:gd name="T43" fmla="*/ 6 h 621"/>
              <a:gd name="T44" fmla="*/ 305 w 621"/>
              <a:gd name="T45" fmla="*/ 0 h 621"/>
              <a:gd name="T46" fmla="*/ 311 w 621"/>
              <a:gd name="T47" fmla="*/ 0 h 621"/>
              <a:gd name="T48" fmla="*/ 352 w 621"/>
              <a:gd name="T49" fmla="*/ 2 h 621"/>
              <a:gd name="T50" fmla="*/ 392 w 621"/>
              <a:gd name="T51" fmla="*/ 10 h 621"/>
              <a:gd name="T52" fmla="*/ 430 w 621"/>
              <a:gd name="T53" fmla="*/ 24 h 621"/>
              <a:gd name="T54" fmla="*/ 467 w 621"/>
              <a:gd name="T55" fmla="*/ 41 h 621"/>
              <a:gd name="T56" fmla="*/ 499 w 621"/>
              <a:gd name="T57" fmla="*/ 64 h 621"/>
              <a:gd name="T58" fmla="*/ 530 w 621"/>
              <a:gd name="T59" fmla="*/ 91 h 621"/>
              <a:gd name="T60" fmla="*/ 557 w 621"/>
              <a:gd name="T61" fmla="*/ 121 h 621"/>
              <a:gd name="T62" fmla="*/ 579 w 621"/>
              <a:gd name="T63" fmla="*/ 156 h 621"/>
              <a:gd name="T64" fmla="*/ 588 w 621"/>
              <a:gd name="T65" fmla="*/ 174 h 621"/>
              <a:gd name="T66" fmla="*/ 604 w 621"/>
              <a:gd name="T67" fmla="*/ 211 h 621"/>
              <a:gd name="T68" fmla="*/ 614 w 621"/>
              <a:gd name="T69" fmla="*/ 249 h 621"/>
              <a:gd name="T70" fmla="*/ 619 w 621"/>
              <a:gd name="T71" fmla="*/ 290 h 621"/>
              <a:gd name="T72" fmla="*/ 621 w 621"/>
              <a:gd name="T73" fmla="*/ 310 h 621"/>
              <a:gd name="T74" fmla="*/ 614 w 621"/>
              <a:gd name="T75" fmla="*/ 372 h 621"/>
              <a:gd name="T76" fmla="*/ 596 w 621"/>
              <a:gd name="T77" fmla="*/ 430 h 621"/>
              <a:gd name="T78" fmla="*/ 568 w 621"/>
              <a:gd name="T79" fmla="*/ 483 h 621"/>
              <a:gd name="T80" fmla="*/ 530 w 621"/>
              <a:gd name="T81" fmla="*/ 529 h 621"/>
              <a:gd name="T82" fmla="*/ 484 w 621"/>
              <a:gd name="T83" fmla="*/ 567 h 621"/>
              <a:gd name="T84" fmla="*/ 432 w 621"/>
              <a:gd name="T85" fmla="*/ 595 h 621"/>
              <a:gd name="T86" fmla="*/ 373 w 621"/>
              <a:gd name="T87" fmla="*/ 614 h 621"/>
              <a:gd name="T88" fmla="*/ 311 w 621"/>
              <a:gd name="T89" fmla="*/ 621 h 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21" h="621">
                <a:moveTo>
                  <a:pt x="305" y="621"/>
                </a:moveTo>
                <a:lnTo>
                  <a:pt x="305" y="621"/>
                </a:lnTo>
                <a:lnTo>
                  <a:pt x="284" y="619"/>
                </a:lnTo>
                <a:lnTo>
                  <a:pt x="264" y="616"/>
                </a:lnTo>
                <a:lnTo>
                  <a:pt x="244" y="614"/>
                </a:lnTo>
                <a:lnTo>
                  <a:pt x="225" y="608"/>
                </a:lnTo>
                <a:lnTo>
                  <a:pt x="206" y="602"/>
                </a:lnTo>
                <a:lnTo>
                  <a:pt x="187" y="595"/>
                </a:lnTo>
                <a:lnTo>
                  <a:pt x="168" y="587"/>
                </a:lnTo>
                <a:lnTo>
                  <a:pt x="151" y="576"/>
                </a:lnTo>
                <a:lnTo>
                  <a:pt x="151" y="576"/>
                </a:lnTo>
                <a:lnTo>
                  <a:pt x="135" y="565"/>
                </a:lnTo>
                <a:lnTo>
                  <a:pt x="118" y="554"/>
                </a:lnTo>
                <a:lnTo>
                  <a:pt x="103" y="541"/>
                </a:lnTo>
                <a:lnTo>
                  <a:pt x="89" y="527"/>
                </a:lnTo>
                <a:lnTo>
                  <a:pt x="75" y="513"/>
                </a:lnTo>
                <a:lnTo>
                  <a:pt x="63" y="498"/>
                </a:lnTo>
                <a:lnTo>
                  <a:pt x="51" y="481"/>
                </a:lnTo>
                <a:lnTo>
                  <a:pt x="41" y="464"/>
                </a:lnTo>
                <a:lnTo>
                  <a:pt x="41" y="464"/>
                </a:lnTo>
                <a:lnTo>
                  <a:pt x="32" y="446"/>
                </a:lnTo>
                <a:lnTo>
                  <a:pt x="22" y="427"/>
                </a:lnTo>
                <a:lnTo>
                  <a:pt x="16" y="409"/>
                </a:lnTo>
                <a:lnTo>
                  <a:pt x="10" y="390"/>
                </a:lnTo>
                <a:lnTo>
                  <a:pt x="6" y="371"/>
                </a:lnTo>
                <a:lnTo>
                  <a:pt x="2" y="351"/>
                </a:lnTo>
                <a:lnTo>
                  <a:pt x="1" y="330"/>
                </a:lnTo>
                <a:lnTo>
                  <a:pt x="0" y="310"/>
                </a:lnTo>
                <a:lnTo>
                  <a:pt x="0" y="310"/>
                </a:lnTo>
                <a:lnTo>
                  <a:pt x="1" y="279"/>
                </a:lnTo>
                <a:lnTo>
                  <a:pt x="5" y="249"/>
                </a:lnTo>
                <a:lnTo>
                  <a:pt x="13" y="220"/>
                </a:lnTo>
                <a:lnTo>
                  <a:pt x="22" y="193"/>
                </a:lnTo>
                <a:lnTo>
                  <a:pt x="35" y="166"/>
                </a:lnTo>
                <a:lnTo>
                  <a:pt x="51" y="140"/>
                </a:lnTo>
                <a:lnTo>
                  <a:pt x="68" y="114"/>
                </a:lnTo>
                <a:lnTo>
                  <a:pt x="90" y="91"/>
                </a:lnTo>
                <a:lnTo>
                  <a:pt x="90" y="91"/>
                </a:lnTo>
                <a:lnTo>
                  <a:pt x="112" y="71"/>
                </a:lnTo>
                <a:lnTo>
                  <a:pt x="136" y="54"/>
                </a:lnTo>
                <a:lnTo>
                  <a:pt x="162" y="37"/>
                </a:lnTo>
                <a:lnTo>
                  <a:pt x="187" y="25"/>
                </a:lnTo>
                <a:lnTo>
                  <a:pt x="216" y="14"/>
                </a:lnTo>
                <a:lnTo>
                  <a:pt x="244" y="6"/>
                </a:lnTo>
                <a:lnTo>
                  <a:pt x="274" y="2"/>
                </a:lnTo>
                <a:lnTo>
                  <a:pt x="305" y="0"/>
                </a:lnTo>
                <a:lnTo>
                  <a:pt x="311" y="0"/>
                </a:lnTo>
                <a:lnTo>
                  <a:pt x="311" y="0"/>
                </a:lnTo>
                <a:lnTo>
                  <a:pt x="332" y="1"/>
                </a:lnTo>
                <a:lnTo>
                  <a:pt x="352" y="2"/>
                </a:lnTo>
                <a:lnTo>
                  <a:pt x="372" y="6"/>
                </a:lnTo>
                <a:lnTo>
                  <a:pt x="392" y="10"/>
                </a:lnTo>
                <a:lnTo>
                  <a:pt x="411" y="17"/>
                </a:lnTo>
                <a:lnTo>
                  <a:pt x="430" y="24"/>
                </a:lnTo>
                <a:lnTo>
                  <a:pt x="448" y="32"/>
                </a:lnTo>
                <a:lnTo>
                  <a:pt x="467" y="41"/>
                </a:lnTo>
                <a:lnTo>
                  <a:pt x="483" y="52"/>
                </a:lnTo>
                <a:lnTo>
                  <a:pt x="499" y="64"/>
                </a:lnTo>
                <a:lnTo>
                  <a:pt x="515" y="78"/>
                </a:lnTo>
                <a:lnTo>
                  <a:pt x="530" y="91"/>
                </a:lnTo>
                <a:lnTo>
                  <a:pt x="544" y="106"/>
                </a:lnTo>
                <a:lnTo>
                  <a:pt x="557" y="121"/>
                </a:lnTo>
                <a:lnTo>
                  <a:pt x="568" y="139"/>
                </a:lnTo>
                <a:lnTo>
                  <a:pt x="579" y="156"/>
                </a:lnTo>
                <a:lnTo>
                  <a:pt x="579" y="156"/>
                </a:lnTo>
                <a:lnTo>
                  <a:pt x="588" y="174"/>
                </a:lnTo>
                <a:lnTo>
                  <a:pt x="598" y="193"/>
                </a:lnTo>
                <a:lnTo>
                  <a:pt x="604" y="211"/>
                </a:lnTo>
                <a:lnTo>
                  <a:pt x="610" y="230"/>
                </a:lnTo>
                <a:lnTo>
                  <a:pt x="614" y="249"/>
                </a:lnTo>
                <a:lnTo>
                  <a:pt x="618" y="270"/>
                </a:lnTo>
                <a:lnTo>
                  <a:pt x="619" y="290"/>
                </a:lnTo>
                <a:lnTo>
                  <a:pt x="621" y="310"/>
                </a:lnTo>
                <a:lnTo>
                  <a:pt x="621" y="310"/>
                </a:lnTo>
                <a:lnTo>
                  <a:pt x="619" y="341"/>
                </a:lnTo>
                <a:lnTo>
                  <a:pt x="614" y="372"/>
                </a:lnTo>
                <a:lnTo>
                  <a:pt x="607" y="402"/>
                </a:lnTo>
                <a:lnTo>
                  <a:pt x="596" y="430"/>
                </a:lnTo>
                <a:lnTo>
                  <a:pt x="583" y="457"/>
                </a:lnTo>
                <a:lnTo>
                  <a:pt x="568" y="483"/>
                </a:lnTo>
                <a:lnTo>
                  <a:pt x="550" y="507"/>
                </a:lnTo>
                <a:lnTo>
                  <a:pt x="530" y="529"/>
                </a:lnTo>
                <a:lnTo>
                  <a:pt x="508" y="549"/>
                </a:lnTo>
                <a:lnTo>
                  <a:pt x="484" y="567"/>
                </a:lnTo>
                <a:lnTo>
                  <a:pt x="459" y="583"/>
                </a:lnTo>
                <a:lnTo>
                  <a:pt x="432" y="595"/>
                </a:lnTo>
                <a:lnTo>
                  <a:pt x="403" y="606"/>
                </a:lnTo>
                <a:lnTo>
                  <a:pt x="373" y="614"/>
                </a:lnTo>
                <a:lnTo>
                  <a:pt x="342" y="619"/>
                </a:lnTo>
                <a:lnTo>
                  <a:pt x="311" y="621"/>
                </a:lnTo>
                <a:lnTo>
                  <a:pt x="305" y="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1" name="Freeform 1437"/>
          <p:cNvSpPr>
            <a:spLocks/>
          </p:cNvSpPr>
          <p:nvPr/>
        </p:nvSpPr>
        <p:spPr bwMode="auto">
          <a:xfrm>
            <a:off x="2204870" y="3776524"/>
            <a:ext cx="804134" cy="804133"/>
          </a:xfrm>
          <a:custGeom>
            <a:avLst/>
            <a:gdLst>
              <a:gd name="T0" fmla="*/ 295 w 638"/>
              <a:gd name="T1" fmla="*/ 620 h 638"/>
              <a:gd name="T2" fmla="*/ 218 w 638"/>
              <a:gd name="T3" fmla="*/ 604 h 638"/>
              <a:gd name="T4" fmla="*/ 164 w 638"/>
              <a:gd name="T5" fmla="*/ 578 h 638"/>
              <a:gd name="T6" fmla="*/ 103 w 638"/>
              <a:gd name="T7" fmla="*/ 531 h 638"/>
              <a:gd name="T8" fmla="*/ 57 w 638"/>
              <a:gd name="T9" fmla="*/ 469 h 638"/>
              <a:gd name="T10" fmla="*/ 33 w 638"/>
              <a:gd name="T11" fmla="*/ 415 h 638"/>
              <a:gd name="T12" fmla="*/ 18 w 638"/>
              <a:gd name="T13" fmla="*/ 339 h 638"/>
              <a:gd name="T14" fmla="*/ 22 w 638"/>
              <a:gd name="T15" fmla="*/ 260 h 638"/>
              <a:gd name="T16" fmla="*/ 67 w 638"/>
              <a:gd name="T17" fmla="*/ 153 h 638"/>
              <a:gd name="T18" fmla="*/ 126 w 638"/>
              <a:gd name="T19" fmla="*/ 87 h 638"/>
              <a:gd name="T20" fmla="*/ 227 w 638"/>
              <a:gd name="T21" fmla="*/ 31 h 638"/>
              <a:gd name="T22" fmla="*/ 314 w 638"/>
              <a:gd name="T23" fmla="*/ 17 h 638"/>
              <a:gd name="T24" fmla="*/ 320 w 638"/>
              <a:gd name="T25" fmla="*/ 17 h 638"/>
              <a:gd name="T26" fmla="*/ 399 w 638"/>
              <a:gd name="T27" fmla="*/ 27 h 638"/>
              <a:gd name="T28" fmla="*/ 472 w 638"/>
              <a:gd name="T29" fmla="*/ 58 h 638"/>
              <a:gd name="T30" fmla="*/ 532 w 638"/>
              <a:gd name="T31" fmla="*/ 106 h 638"/>
              <a:gd name="T32" fmla="*/ 581 w 638"/>
              <a:gd name="T33" fmla="*/ 169 h 638"/>
              <a:gd name="T34" fmla="*/ 605 w 638"/>
              <a:gd name="T35" fmla="*/ 223 h 638"/>
              <a:gd name="T36" fmla="*/ 620 w 638"/>
              <a:gd name="T37" fmla="*/ 299 h 638"/>
              <a:gd name="T38" fmla="*/ 615 w 638"/>
              <a:gd name="T39" fmla="*/ 380 h 638"/>
              <a:gd name="T40" fmla="*/ 570 w 638"/>
              <a:gd name="T41" fmla="*/ 488 h 638"/>
              <a:gd name="T42" fmla="*/ 489 w 638"/>
              <a:gd name="T43" fmla="*/ 569 h 638"/>
              <a:gd name="T44" fmla="*/ 381 w 638"/>
              <a:gd name="T45" fmla="*/ 615 h 638"/>
              <a:gd name="T46" fmla="*/ 320 w 638"/>
              <a:gd name="T47" fmla="*/ 621 h 638"/>
              <a:gd name="T48" fmla="*/ 314 w 638"/>
              <a:gd name="T49" fmla="*/ 638 h 638"/>
              <a:gd name="T50" fmla="*/ 320 w 638"/>
              <a:gd name="T51" fmla="*/ 638 h 638"/>
              <a:gd name="T52" fmla="*/ 415 w 638"/>
              <a:gd name="T53" fmla="*/ 623 h 638"/>
              <a:gd name="T54" fmla="*/ 522 w 638"/>
              <a:gd name="T55" fmla="*/ 565 h 638"/>
              <a:gd name="T56" fmla="*/ 598 w 638"/>
              <a:gd name="T57" fmla="*/ 470 h 638"/>
              <a:gd name="T58" fmla="*/ 636 w 638"/>
              <a:gd name="T59" fmla="*/ 351 h 638"/>
              <a:gd name="T60" fmla="*/ 636 w 638"/>
              <a:gd name="T61" fmla="*/ 299 h 638"/>
              <a:gd name="T62" fmla="*/ 620 w 638"/>
              <a:gd name="T63" fmla="*/ 218 h 638"/>
              <a:gd name="T64" fmla="*/ 596 w 638"/>
              <a:gd name="T65" fmla="*/ 161 h 638"/>
              <a:gd name="T66" fmla="*/ 544 w 638"/>
              <a:gd name="T67" fmla="*/ 95 h 638"/>
              <a:gd name="T68" fmla="*/ 480 w 638"/>
              <a:gd name="T69" fmla="*/ 44 h 638"/>
              <a:gd name="T70" fmla="*/ 403 w 638"/>
              <a:gd name="T71" fmla="*/ 13 h 638"/>
              <a:gd name="T72" fmla="*/ 320 w 638"/>
              <a:gd name="T73" fmla="*/ 0 h 638"/>
              <a:gd name="T74" fmla="*/ 314 w 638"/>
              <a:gd name="T75" fmla="*/ 0 h 638"/>
              <a:gd name="T76" fmla="*/ 193 w 638"/>
              <a:gd name="T77" fmla="*/ 26 h 638"/>
              <a:gd name="T78" fmla="*/ 92 w 638"/>
              <a:gd name="T79" fmla="*/ 95 h 638"/>
              <a:gd name="T80" fmla="*/ 37 w 638"/>
              <a:gd name="T81" fmla="*/ 171 h 638"/>
              <a:gd name="T82" fmla="*/ 2 w 638"/>
              <a:gd name="T83" fmla="*/ 288 h 638"/>
              <a:gd name="T84" fmla="*/ 3 w 638"/>
              <a:gd name="T85" fmla="*/ 361 h 638"/>
              <a:gd name="T86" fmla="*/ 25 w 638"/>
              <a:gd name="T87" fmla="*/ 441 h 638"/>
              <a:gd name="T88" fmla="*/ 53 w 638"/>
              <a:gd name="T89" fmla="*/ 495 h 638"/>
              <a:gd name="T90" fmla="*/ 107 w 638"/>
              <a:gd name="T91" fmla="*/ 557 h 638"/>
              <a:gd name="T92" fmla="*/ 156 w 638"/>
              <a:gd name="T93" fmla="*/ 592 h 638"/>
              <a:gd name="T94" fmla="*/ 231 w 638"/>
              <a:gd name="T95" fmla="*/ 625 h 638"/>
              <a:gd name="T96" fmla="*/ 314 w 638"/>
              <a:gd name="T97" fmla="*/ 638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38" h="638">
                <a:moveTo>
                  <a:pt x="314" y="630"/>
                </a:moveTo>
                <a:lnTo>
                  <a:pt x="314" y="621"/>
                </a:lnTo>
                <a:lnTo>
                  <a:pt x="314" y="621"/>
                </a:lnTo>
                <a:lnTo>
                  <a:pt x="295" y="620"/>
                </a:lnTo>
                <a:lnTo>
                  <a:pt x="274" y="617"/>
                </a:lnTo>
                <a:lnTo>
                  <a:pt x="256" y="615"/>
                </a:lnTo>
                <a:lnTo>
                  <a:pt x="235" y="609"/>
                </a:lnTo>
                <a:lnTo>
                  <a:pt x="218" y="604"/>
                </a:lnTo>
                <a:lnTo>
                  <a:pt x="199" y="596"/>
                </a:lnTo>
                <a:lnTo>
                  <a:pt x="181" y="588"/>
                </a:lnTo>
                <a:lnTo>
                  <a:pt x="164" y="578"/>
                </a:lnTo>
                <a:lnTo>
                  <a:pt x="164" y="578"/>
                </a:lnTo>
                <a:lnTo>
                  <a:pt x="148" y="567"/>
                </a:lnTo>
                <a:lnTo>
                  <a:pt x="133" y="557"/>
                </a:lnTo>
                <a:lnTo>
                  <a:pt x="118" y="544"/>
                </a:lnTo>
                <a:lnTo>
                  <a:pt x="103" y="531"/>
                </a:lnTo>
                <a:lnTo>
                  <a:pt x="91" y="516"/>
                </a:lnTo>
                <a:lnTo>
                  <a:pt x="79" y="501"/>
                </a:lnTo>
                <a:lnTo>
                  <a:pt x="67" y="485"/>
                </a:lnTo>
                <a:lnTo>
                  <a:pt x="57" y="469"/>
                </a:lnTo>
                <a:lnTo>
                  <a:pt x="57" y="469"/>
                </a:lnTo>
                <a:lnTo>
                  <a:pt x="48" y="451"/>
                </a:lnTo>
                <a:lnTo>
                  <a:pt x="40" y="434"/>
                </a:lnTo>
                <a:lnTo>
                  <a:pt x="33" y="415"/>
                </a:lnTo>
                <a:lnTo>
                  <a:pt x="27" y="397"/>
                </a:lnTo>
                <a:lnTo>
                  <a:pt x="22" y="377"/>
                </a:lnTo>
                <a:lnTo>
                  <a:pt x="19" y="358"/>
                </a:lnTo>
                <a:lnTo>
                  <a:pt x="18" y="339"/>
                </a:lnTo>
                <a:lnTo>
                  <a:pt x="17" y="319"/>
                </a:lnTo>
                <a:lnTo>
                  <a:pt x="17" y="319"/>
                </a:lnTo>
                <a:lnTo>
                  <a:pt x="18" y="289"/>
                </a:lnTo>
                <a:lnTo>
                  <a:pt x="22" y="260"/>
                </a:lnTo>
                <a:lnTo>
                  <a:pt x="29" y="231"/>
                </a:lnTo>
                <a:lnTo>
                  <a:pt x="40" y="204"/>
                </a:lnTo>
                <a:lnTo>
                  <a:pt x="52" y="177"/>
                </a:lnTo>
                <a:lnTo>
                  <a:pt x="67" y="153"/>
                </a:lnTo>
                <a:lnTo>
                  <a:pt x="84" y="129"/>
                </a:lnTo>
                <a:lnTo>
                  <a:pt x="104" y="107"/>
                </a:lnTo>
                <a:lnTo>
                  <a:pt x="104" y="107"/>
                </a:lnTo>
                <a:lnTo>
                  <a:pt x="126" y="87"/>
                </a:lnTo>
                <a:lnTo>
                  <a:pt x="149" y="69"/>
                </a:lnTo>
                <a:lnTo>
                  <a:pt x="175" y="54"/>
                </a:lnTo>
                <a:lnTo>
                  <a:pt x="200" y="41"/>
                </a:lnTo>
                <a:lnTo>
                  <a:pt x="227" y="31"/>
                </a:lnTo>
                <a:lnTo>
                  <a:pt x="256" y="23"/>
                </a:lnTo>
                <a:lnTo>
                  <a:pt x="284" y="19"/>
                </a:lnTo>
                <a:lnTo>
                  <a:pt x="314" y="17"/>
                </a:lnTo>
                <a:lnTo>
                  <a:pt x="314" y="17"/>
                </a:lnTo>
                <a:lnTo>
                  <a:pt x="320" y="17"/>
                </a:lnTo>
                <a:lnTo>
                  <a:pt x="320" y="9"/>
                </a:lnTo>
                <a:lnTo>
                  <a:pt x="320" y="17"/>
                </a:lnTo>
                <a:lnTo>
                  <a:pt x="320" y="17"/>
                </a:lnTo>
                <a:lnTo>
                  <a:pt x="341" y="18"/>
                </a:lnTo>
                <a:lnTo>
                  <a:pt x="360" y="19"/>
                </a:lnTo>
                <a:lnTo>
                  <a:pt x="380" y="23"/>
                </a:lnTo>
                <a:lnTo>
                  <a:pt x="399" y="27"/>
                </a:lnTo>
                <a:lnTo>
                  <a:pt x="418" y="33"/>
                </a:lnTo>
                <a:lnTo>
                  <a:pt x="436" y="41"/>
                </a:lnTo>
                <a:lnTo>
                  <a:pt x="454" y="49"/>
                </a:lnTo>
                <a:lnTo>
                  <a:pt x="472" y="58"/>
                </a:lnTo>
                <a:lnTo>
                  <a:pt x="488" y="68"/>
                </a:lnTo>
                <a:lnTo>
                  <a:pt x="504" y="80"/>
                </a:lnTo>
                <a:lnTo>
                  <a:pt x="519" y="92"/>
                </a:lnTo>
                <a:lnTo>
                  <a:pt x="532" y="106"/>
                </a:lnTo>
                <a:lnTo>
                  <a:pt x="546" y="121"/>
                </a:lnTo>
                <a:lnTo>
                  <a:pt x="559" y="135"/>
                </a:lnTo>
                <a:lnTo>
                  <a:pt x="570" y="152"/>
                </a:lnTo>
                <a:lnTo>
                  <a:pt x="581" y="169"/>
                </a:lnTo>
                <a:lnTo>
                  <a:pt x="581" y="169"/>
                </a:lnTo>
                <a:lnTo>
                  <a:pt x="590" y="187"/>
                </a:lnTo>
                <a:lnTo>
                  <a:pt x="598" y="204"/>
                </a:lnTo>
                <a:lnTo>
                  <a:pt x="605" y="223"/>
                </a:lnTo>
                <a:lnTo>
                  <a:pt x="611" y="241"/>
                </a:lnTo>
                <a:lnTo>
                  <a:pt x="616" y="261"/>
                </a:lnTo>
                <a:lnTo>
                  <a:pt x="619" y="280"/>
                </a:lnTo>
                <a:lnTo>
                  <a:pt x="620" y="299"/>
                </a:lnTo>
                <a:lnTo>
                  <a:pt x="621" y="319"/>
                </a:lnTo>
                <a:lnTo>
                  <a:pt x="621" y="319"/>
                </a:lnTo>
                <a:lnTo>
                  <a:pt x="620" y="350"/>
                </a:lnTo>
                <a:lnTo>
                  <a:pt x="615" y="380"/>
                </a:lnTo>
                <a:lnTo>
                  <a:pt x="608" y="408"/>
                </a:lnTo>
                <a:lnTo>
                  <a:pt x="597" y="436"/>
                </a:lnTo>
                <a:lnTo>
                  <a:pt x="585" y="462"/>
                </a:lnTo>
                <a:lnTo>
                  <a:pt x="570" y="488"/>
                </a:lnTo>
                <a:lnTo>
                  <a:pt x="553" y="511"/>
                </a:lnTo>
                <a:lnTo>
                  <a:pt x="534" y="532"/>
                </a:lnTo>
                <a:lnTo>
                  <a:pt x="512" y="551"/>
                </a:lnTo>
                <a:lnTo>
                  <a:pt x="489" y="569"/>
                </a:lnTo>
                <a:lnTo>
                  <a:pt x="463" y="584"/>
                </a:lnTo>
                <a:lnTo>
                  <a:pt x="438" y="597"/>
                </a:lnTo>
                <a:lnTo>
                  <a:pt x="409" y="608"/>
                </a:lnTo>
                <a:lnTo>
                  <a:pt x="381" y="615"/>
                </a:lnTo>
                <a:lnTo>
                  <a:pt x="351" y="620"/>
                </a:lnTo>
                <a:lnTo>
                  <a:pt x="320" y="621"/>
                </a:lnTo>
                <a:lnTo>
                  <a:pt x="320" y="630"/>
                </a:lnTo>
                <a:lnTo>
                  <a:pt x="320" y="621"/>
                </a:lnTo>
                <a:lnTo>
                  <a:pt x="314" y="621"/>
                </a:lnTo>
                <a:lnTo>
                  <a:pt x="314" y="621"/>
                </a:lnTo>
                <a:lnTo>
                  <a:pt x="314" y="630"/>
                </a:lnTo>
                <a:lnTo>
                  <a:pt x="314" y="638"/>
                </a:lnTo>
                <a:lnTo>
                  <a:pt x="320" y="638"/>
                </a:lnTo>
                <a:lnTo>
                  <a:pt x="320" y="638"/>
                </a:lnTo>
                <a:lnTo>
                  <a:pt x="320" y="638"/>
                </a:lnTo>
                <a:lnTo>
                  <a:pt x="320" y="638"/>
                </a:lnTo>
                <a:lnTo>
                  <a:pt x="337" y="636"/>
                </a:lnTo>
                <a:lnTo>
                  <a:pt x="353" y="636"/>
                </a:lnTo>
                <a:lnTo>
                  <a:pt x="384" y="631"/>
                </a:lnTo>
                <a:lnTo>
                  <a:pt x="415" y="623"/>
                </a:lnTo>
                <a:lnTo>
                  <a:pt x="443" y="612"/>
                </a:lnTo>
                <a:lnTo>
                  <a:pt x="472" y="598"/>
                </a:lnTo>
                <a:lnTo>
                  <a:pt x="497" y="582"/>
                </a:lnTo>
                <a:lnTo>
                  <a:pt x="522" y="565"/>
                </a:lnTo>
                <a:lnTo>
                  <a:pt x="544" y="543"/>
                </a:lnTo>
                <a:lnTo>
                  <a:pt x="565" y="522"/>
                </a:lnTo>
                <a:lnTo>
                  <a:pt x="584" y="496"/>
                </a:lnTo>
                <a:lnTo>
                  <a:pt x="598" y="470"/>
                </a:lnTo>
                <a:lnTo>
                  <a:pt x="612" y="442"/>
                </a:lnTo>
                <a:lnTo>
                  <a:pt x="623" y="414"/>
                </a:lnTo>
                <a:lnTo>
                  <a:pt x="631" y="382"/>
                </a:lnTo>
                <a:lnTo>
                  <a:pt x="636" y="351"/>
                </a:lnTo>
                <a:lnTo>
                  <a:pt x="638" y="335"/>
                </a:lnTo>
                <a:lnTo>
                  <a:pt x="638" y="319"/>
                </a:lnTo>
                <a:lnTo>
                  <a:pt x="638" y="319"/>
                </a:lnTo>
                <a:lnTo>
                  <a:pt x="636" y="299"/>
                </a:lnTo>
                <a:lnTo>
                  <a:pt x="635" y="277"/>
                </a:lnTo>
                <a:lnTo>
                  <a:pt x="631" y="257"/>
                </a:lnTo>
                <a:lnTo>
                  <a:pt x="627" y="237"/>
                </a:lnTo>
                <a:lnTo>
                  <a:pt x="620" y="218"/>
                </a:lnTo>
                <a:lnTo>
                  <a:pt x="613" y="198"/>
                </a:lnTo>
                <a:lnTo>
                  <a:pt x="605" y="179"/>
                </a:lnTo>
                <a:lnTo>
                  <a:pt x="596" y="161"/>
                </a:lnTo>
                <a:lnTo>
                  <a:pt x="596" y="161"/>
                </a:lnTo>
                <a:lnTo>
                  <a:pt x="584" y="144"/>
                </a:lnTo>
                <a:lnTo>
                  <a:pt x="571" y="126"/>
                </a:lnTo>
                <a:lnTo>
                  <a:pt x="558" y="110"/>
                </a:lnTo>
                <a:lnTo>
                  <a:pt x="544" y="95"/>
                </a:lnTo>
                <a:lnTo>
                  <a:pt x="530" y="80"/>
                </a:lnTo>
                <a:lnTo>
                  <a:pt x="513" y="67"/>
                </a:lnTo>
                <a:lnTo>
                  <a:pt x="497" y="54"/>
                </a:lnTo>
                <a:lnTo>
                  <a:pt x="480" y="44"/>
                </a:lnTo>
                <a:lnTo>
                  <a:pt x="461" y="34"/>
                </a:lnTo>
                <a:lnTo>
                  <a:pt x="442" y="26"/>
                </a:lnTo>
                <a:lnTo>
                  <a:pt x="423" y="18"/>
                </a:lnTo>
                <a:lnTo>
                  <a:pt x="403" y="13"/>
                </a:lnTo>
                <a:lnTo>
                  <a:pt x="382" y="7"/>
                </a:lnTo>
                <a:lnTo>
                  <a:pt x="362" y="3"/>
                </a:lnTo>
                <a:lnTo>
                  <a:pt x="342" y="2"/>
                </a:lnTo>
                <a:lnTo>
                  <a:pt x="320" y="0"/>
                </a:lnTo>
                <a:lnTo>
                  <a:pt x="320" y="0"/>
                </a:lnTo>
                <a:lnTo>
                  <a:pt x="314" y="0"/>
                </a:lnTo>
                <a:lnTo>
                  <a:pt x="314" y="0"/>
                </a:lnTo>
                <a:lnTo>
                  <a:pt x="314" y="0"/>
                </a:lnTo>
                <a:lnTo>
                  <a:pt x="283" y="3"/>
                </a:lnTo>
                <a:lnTo>
                  <a:pt x="252" y="7"/>
                </a:lnTo>
                <a:lnTo>
                  <a:pt x="222" y="15"/>
                </a:lnTo>
                <a:lnTo>
                  <a:pt x="193" y="26"/>
                </a:lnTo>
                <a:lnTo>
                  <a:pt x="166" y="40"/>
                </a:lnTo>
                <a:lnTo>
                  <a:pt x="139" y="56"/>
                </a:lnTo>
                <a:lnTo>
                  <a:pt x="115" y="75"/>
                </a:lnTo>
                <a:lnTo>
                  <a:pt x="92" y="95"/>
                </a:lnTo>
                <a:lnTo>
                  <a:pt x="92" y="95"/>
                </a:lnTo>
                <a:lnTo>
                  <a:pt x="72" y="119"/>
                </a:lnTo>
                <a:lnTo>
                  <a:pt x="53" y="144"/>
                </a:lnTo>
                <a:lnTo>
                  <a:pt x="37" y="171"/>
                </a:lnTo>
                <a:lnTo>
                  <a:pt x="25" y="198"/>
                </a:lnTo>
                <a:lnTo>
                  <a:pt x="14" y="227"/>
                </a:lnTo>
                <a:lnTo>
                  <a:pt x="7" y="257"/>
                </a:lnTo>
                <a:lnTo>
                  <a:pt x="2" y="288"/>
                </a:lnTo>
                <a:lnTo>
                  <a:pt x="0" y="319"/>
                </a:lnTo>
                <a:lnTo>
                  <a:pt x="0" y="319"/>
                </a:lnTo>
                <a:lnTo>
                  <a:pt x="2" y="339"/>
                </a:lnTo>
                <a:lnTo>
                  <a:pt x="3" y="361"/>
                </a:lnTo>
                <a:lnTo>
                  <a:pt x="7" y="381"/>
                </a:lnTo>
                <a:lnTo>
                  <a:pt x="11" y="401"/>
                </a:lnTo>
                <a:lnTo>
                  <a:pt x="17" y="420"/>
                </a:lnTo>
                <a:lnTo>
                  <a:pt x="25" y="441"/>
                </a:lnTo>
                <a:lnTo>
                  <a:pt x="33" y="459"/>
                </a:lnTo>
                <a:lnTo>
                  <a:pt x="42" y="477"/>
                </a:lnTo>
                <a:lnTo>
                  <a:pt x="42" y="477"/>
                </a:lnTo>
                <a:lnTo>
                  <a:pt x="53" y="495"/>
                </a:lnTo>
                <a:lnTo>
                  <a:pt x="65" y="511"/>
                </a:lnTo>
                <a:lnTo>
                  <a:pt x="79" y="527"/>
                </a:lnTo>
                <a:lnTo>
                  <a:pt x="92" y="542"/>
                </a:lnTo>
                <a:lnTo>
                  <a:pt x="107" y="557"/>
                </a:lnTo>
                <a:lnTo>
                  <a:pt x="122" y="569"/>
                </a:lnTo>
                <a:lnTo>
                  <a:pt x="138" y="581"/>
                </a:lnTo>
                <a:lnTo>
                  <a:pt x="156" y="592"/>
                </a:lnTo>
                <a:lnTo>
                  <a:pt x="156" y="592"/>
                </a:lnTo>
                <a:lnTo>
                  <a:pt x="173" y="603"/>
                </a:lnTo>
                <a:lnTo>
                  <a:pt x="192" y="611"/>
                </a:lnTo>
                <a:lnTo>
                  <a:pt x="212" y="619"/>
                </a:lnTo>
                <a:lnTo>
                  <a:pt x="231" y="625"/>
                </a:lnTo>
                <a:lnTo>
                  <a:pt x="252" y="630"/>
                </a:lnTo>
                <a:lnTo>
                  <a:pt x="272" y="634"/>
                </a:lnTo>
                <a:lnTo>
                  <a:pt x="293" y="636"/>
                </a:lnTo>
                <a:lnTo>
                  <a:pt x="314" y="638"/>
                </a:lnTo>
                <a:lnTo>
                  <a:pt x="314" y="638"/>
                </a:lnTo>
                <a:lnTo>
                  <a:pt x="314" y="630"/>
                </a:lnTo>
                <a:close/>
              </a:path>
            </a:pathLst>
          </a:custGeom>
          <a:solidFill>
            <a:srgbClr val="9395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2" name="Rectangle 1438"/>
          <p:cNvSpPr>
            <a:spLocks noChangeArrowheads="1"/>
          </p:cNvSpPr>
          <p:nvPr/>
        </p:nvSpPr>
        <p:spPr bwMode="auto">
          <a:xfrm>
            <a:off x="2559041" y="4337401"/>
            <a:ext cx="95790" cy="12604"/>
          </a:xfrm>
          <a:prstGeom prst="rect">
            <a:avLst/>
          </a:pr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3" name="Rectangle 1439"/>
          <p:cNvSpPr>
            <a:spLocks noChangeArrowheads="1"/>
          </p:cNvSpPr>
          <p:nvPr/>
        </p:nvSpPr>
        <p:spPr bwMode="auto">
          <a:xfrm>
            <a:off x="2562822" y="4357567"/>
            <a:ext cx="88228" cy="13864"/>
          </a:xfrm>
          <a:prstGeom prst="rect">
            <a:avLst/>
          </a:pr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4" name="Rectangle 1440"/>
          <p:cNvSpPr>
            <a:spLocks noChangeArrowheads="1"/>
          </p:cNvSpPr>
          <p:nvPr/>
        </p:nvSpPr>
        <p:spPr bwMode="auto">
          <a:xfrm>
            <a:off x="2572906" y="4376473"/>
            <a:ext cx="68061" cy="15125"/>
          </a:xfrm>
          <a:prstGeom prst="rect">
            <a:avLst/>
          </a:pr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5" name="Freeform 1441"/>
          <p:cNvSpPr>
            <a:spLocks/>
          </p:cNvSpPr>
          <p:nvPr/>
        </p:nvSpPr>
        <p:spPr bwMode="auto">
          <a:xfrm>
            <a:off x="2601895" y="3965583"/>
            <a:ext cx="10083" cy="42854"/>
          </a:xfrm>
          <a:custGeom>
            <a:avLst/>
            <a:gdLst>
              <a:gd name="T0" fmla="*/ 8 w 8"/>
              <a:gd name="T1" fmla="*/ 30 h 34"/>
              <a:gd name="T2" fmla="*/ 8 w 8"/>
              <a:gd name="T3" fmla="*/ 30 h 34"/>
              <a:gd name="T4" fmla="*/ 7 w 8"/>
              <a:gd name="T5" fmla="*/ 33 h 34"/>
              <a:gd name="T6" fmla="*/ 4 w 8"/>
              <a:gd name="T7" fmla="*/ 34 h 34"/>
              <a:gd name="T8" fmla="*/ 4 w 8"/>
              <a:gd name="T9" fmla="*/ 34 h 34"/>
              <a:gd name="T10" fmla="*/ 1 w 8"/>
              <a:gd name="T11" fmla="*/ 33 h 34"/>
              <a:gd name="T12" fmla="*/ 0 w 8"/>
              <a:gd name="T13" fmla="*/ 30 h 34"/>
              <a:gd name="T14" fmla="*/ 0 w 8"/>
              <a:gd name="T15" fmla="*/ 4 h 34"/>
              <a:gd name="T16" fmla="*/ 0 w 8"/>
              <a:gd name="T17" fmla="*/ 4 h 34"/>
              <a:gd name="T18" fmla="*/ 1 w 8"/>
              <a:gd name="T19" fmla="*/ 2 h 34"/>
              <a:gd name="T20" fmla="*/ 4 w 8"/>
              <a:gd name="T21" fmla="*/ 0 h 34"/>
              <a:gd name="T22" fmla="*/ 4 w 8"/>
              <a:gd name="T23" fmla="*/ 0 h 34"/>
              <a:gd name="T24" fmla="*/ 7 w 8"/>
              <a:gd name="T25" fmla="*/ 2 h 34"/>
              <a:gd name="T26" fmla="*/ 8 w 8"/>
              <a:gd name="T27" fmla="*/ 4 h 34"/>
              <a:gd name="T28" fmla="*/ 8 w 8"/>
              <a:gd name="T29" fmla="*/ 3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" h="34">
                <a:moveTo>
                  <a:pt x="8" y="30"/>
                </a:moveTo>
                <a:lnTo>
                  <a:pt x="8" y="30"/>
                </a:lnTo>
                <a:lnTo>
                  <a:pt x="7" y="33"/>
                </a:lnTo>
                <a:lnTo>
                  <a:pt x="4" y="34"/>
                </a:lnTo>
                <a:lnTo>
                  <a:pt x="4" y="34"/>
                </a:lnTo>
                <a:lnTo>
                  <a:pt x="1" y="33"/>
                </a:lnTo>
                <a:lnTo>
                  <a:pt x="0" y="30"/>
                </a:lnTo>
                <a:lnTo>
                  <a:pt x="0" y="4"/>
                </a:lnTo>
                <a:lnTo>
                  <a:pt x="0" y="4"/>
                </a:lnTo>
                <a:lnTo>
                  <a:pt x="1" y="2"/>
                </a:lnTo>
                <a:lnTo>
                  <a:pt x="4" y="0"/>
                </a:lnTo>
                <a:lnTo>
                  <a:pt x="4" y="0"/>
                </a:lnTo>
                <a:lnTo>
                  <a:pt x="7" y="2"/>
                </a:lnTo>
                <a:lnTo>
                  <a:pt x="8" y="4"/>
                </a:lnTo>
                <a:lnTo>
                  <a:pt x="8" y="30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6" name="Freeform 1442"/>
          <p:cNvSpPr>
            <a:spLocks/>
          </p:cNvSpPr>
          <p:nvPr/>
        </p:nvSpPr>
        <p:spPr bwMode="auto">
          <a:xfrm>
            <a:off x="2519969" y="3988271"/>
            <a:ext cx="27729" cy="39072"/>
          </a:xfrm>
          <a:custGeom>
            <a:avLst/>
            <a:gdLst>
              <a:gd name="T0" fmla="*/ 22 w 22"/>
              <a:gd name="T1" fmla="*/ 24 h 31"/>
              <a:gd name="T2" fmla="*/ 22 w 22"/>
              <a:gd name="T3" fmla="*/ 24 h 31"/>
              <a:gd name="T4" fmla="*/ 22 w 22"/>
              <a:gd name="T5" fmla="*/ 27 h 31"/>
              <a:gd name="T6" fmla="*/ 19 w 22"/>
              <a:gd name="T7" fmla="*/ 30 h 31"/>
              <a:gd name="T8" fmla="*/ 19 w 22"/>
              <a:gd name="T9" fmla="*/ 30 h 31"/>
              <a:gd name="T10" fmla="*/ 16 w 22"/>
              <a:gd name="T11" fmla="*/ 31 h 31"/>
              <a:gd name="T12" fmla="*/ 14 w 22"/>
              <a:gd name="T13" fmla="*/ 28 h 31"/>
              <a:gd name="T14" fmla="*/ 0 w 22"/>
              <a:gd name="T15" fmla="*/ 7 h 31"/>
              <a:gd name="T16" fmla="*/ 0 w 22"/>
              <a:gd name="T17" fmla="*/ 7 h 31"/>
              <a:gd name="T18" fmla="*/ 0 w 22"/>
              <a:gd name="T19" fmla="*/ 3 h 31"/>
              <a:gd name="T20" fmla="*/ 3 w 22"/>
              <a:gd name="T21" fmla="*/ 0 h 31"/>
              <a:gd name="T22" fmla="*/ 3 w 22"/>
              <a:gd name="T23" fmla="*/ 0 h 31"/>
              <a:gd name="T24" fmla="*/ 6 w 22"/>
              <a:gd name="T25" fmla="*/ 0 h 31"/>
              <a:gd name="T26" fmla="*/ 8 w 22"/>
              <a:gd name="T27" fmla="*/ 1 h 31"/>
              <a:gd name="T28" fmla="*/ 22 w 22"/>
              <a:gd name="T29" fmla="*/ 24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2" h="31">
                <a:moveTo>
                  <a:pt x="22" y="24"/>
                </a:moveTo>
                <a:lnTo>
                  <a:pt x="22" y="24"/>
                </a:lnTo>
                <a:lnTo>
                  <a:pt x="22" y="27"/>
                </a:lnTo>
                <a:lnTo>
                  <a:pt x="19" y="30"/>
                </a:lnTo>
                <a:lnTo>
                  <a:pt x="19" y="30"/>
                </a:lnTo>
                <a:lnTo>
                  <a:pt x="16" y="31"/>
                </a:lnTo>
                <a:lnTo>
                  <a:pt x="14" y="28"/>
                </a:lnTo>
                <a:lnTo>
                  <a:pt x="0" y="7"/>
                </a:lnTo>
                <a:lnTo>
                  <a:pt x="0" y="7"/>
                </a:lnTo>
                <a:lnTo>
                  <a:pt x="0" y="3"/>
                </a:lnTo>
                <a:lnTo>
                  <a:pt x="3" y="0"/>
                </a:lnTo>
                <a:lnTo>
                  <a:pt x="3" y="0"/>
                </a:lnTo>
                <a:lnTo>
                  <a:pt x="6" y="0"/>
                </a:lnTo>
                <a:lnTo>
                  <a:pt x="8" y="1"/>
                </a:lnTo>
                <a:lnTo>
                  <a:pt x="22" y="24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7" name="Freeform 1443"/>
          <p:cNvSpPr>
            <a:spLocks/>
          </p:cNvSpPr>
          <p:nvPr/>
        </p:nvSpPr>
        <p:spPr bwMode="auto">
          <a:xfrm>
            <a:off x="2460730" y="4047509"/>
            <a:ext cx="39072" cy="27729"/>
          </a:xfrm>
          <a:custGeom>
            <a:avLst/>
            <a:gdLst>
              <a:gd name="T0" fmla="*/ 28 w 31"/>
              <a:gd name="T1" fmla="*/ 12 h 22"/>
              <a:gd name="T2" fmla="*/ 28 w 31"/>
              <a:gd name="T3" fmla="*/ 12 h 22"/>
              <a:gd name="T4" fmla="*/ 31 w 31"/>
              <a:gd name="T5" fmla="*/ 16 h 22"/>
              <a:gd name="T6" fmla="*/ 31 w 31"/>
              <a:gd name="T7" fmla="*/ 19 h 22"/>
              <a:gd name="T8" fmla="*/ 31 w 31"/>
              <a:gd name="T9" fmla="*/ 19 h 22"/>
              <a:gd name="T10" fmla="*/ 28 w 31"/>
              <a:gd name="T11" fmla="*/ 22 h 22"/>
              <a:gd name="T12" fmla="*/ 24 w 31"/>
              <a:gd name="T13" fmla="*/ 20 h 22"/>
              <a:gd name="T14" fmla="*/ 3 w 31"/>
              <a:gd name="T15" fmla="*/ 8 h 22"/>
              <a:gd name="T16" fmla="*/ 3 w 31"/>
              <a:gd name="T17" fmla="*/ 8 h 22"/>
              <a:gd name="T18" fmla="*/ 0 w 31"/>
              <a:gd name="T19" fmla="*/ 5 h 22"/>
              <a:gd name="T20" fmla="*/ 0 w 31"/>
              <a:gd name="T21" fmla="*/ 1 h 22"/>
              <a:gd name="T22" fmla="*/ 0 w 31"/>
              <a:gd name="T23" fmla="*/ 1 h 22"/>
              <a:gd name="T24" fmla="*/ 3 w 31"/>
              <a:gd name="T25" fmla="*/ 0 h 22"/>
              <a:gd name="T26" fmla="*/ 7 w 31"/>
              <a:gd name="T27" fmla="*/ 0 h 22"/>
              <a:gd name="T28" fmla="*/ 28 w 31"/>
              <a:gd name="T29" fmla="*/ 1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" h="22">
                <a:moveTo>
                  <a:pt x="28" y="12"/>
                </a:moveTo>
                <a:lnTo>
                  <a:pt x="28" y="12"/>
                </a:lnTo>
                <a:lnTo>
                  <a:pt x="31" y="16"/>
                </a:lnTo>
                <a:lnTo>
                  <a:pt x="31" y="19"/>
                </a:lnTo>
                <a:lnTo>
                  <a:pt x="31" y="19"/>
                </a:lnTo>
                <a:lnTo>
                  <a:pt x="28" y="22"/>
                </a:lnTo>
                <a:lnTo>
                  <a:pt x="24" y="20"/>
                </a:lnTo>
                <a:lnTo>
                  <a:pt x="3" y="8"/>
                </a:lnTo>
                <a:lnTo>
                  <a:pt x="3" y="8"/>
                </a:lnTo>
                <a:lnTo>
                  <a:pt x="0" y="5"/>
                </a:lnTo>
                <a:lnTo>
                  <a:pt x="0" y="1"/>
                </a:lnTo>
                <a:lnTo>
                  <a:pt x="0" y="1"/>
                </a:lnTo>
                <a:lnTo>
                  <a:pt x="3" y="0"/>
                </a:lnTo>
                <a:lnTo>
                  <a:pt x="7" y="0"/>
                </a:lnTo>
                <a:lnTo>
                  <a:pt x="28" y="12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8" name="Freeform 1444"/>
          <p:cNvSpPr>
            <a:spLocks/>
          </p:cNvSpPr>
          <p:nvPr/>
        </p:nvSpPr>
        <p:spPr bwMode="auto">
          <a:xfrm>
            <a:off x="2438043" y="4128175"/>
            <a:ext cx="44114" cy="11344"/>
          </a:xfrm>
          <a:custGeom>
            <a:avLst/>
            <a:gdLst>
              <a:gd name="T0" fmla="*/ 30 w 35"/>
              <a:gd name="T1" fmla="*/ 0 h 9"/>
              <a:gd name="T2" fmla="*/ 30 w 35"/>
              <a:gd name="T3" fmla="*/ 0 h 9"/>
              <a:gd name="T4" fmla="*/ 34 w 35"/>
              <a:gd name="T5" fmla="*/ 1 h 9"/>
              <a:gd name="T6" fmla="*/ 35 w 35"/>
              <a:gd name="T7" fmla="*/ 5 h 9"/>
              <a:gd name="T8" fmla="*/ 35 w 35"/>
              <a:gd name="T9" fmla="*/ 5 h 9"/>
              <a:gd name="T10" fmla="*/ 34 w 35"/>
              <a:gd name="T11" fmla="*/ 8 h 9"/>
              <a:gd name="T12" fmla="*/ 30 w 35"/>
              <a:gd name="T13" fmla="*/ 9 h 9"/>
              <a:gd name="T14" fmla="*/ 4 w 35"/>
              <a:gd name="T15" fmla="*/ 9 h 9"/>
              <a:gd name="T16" fmla="*/ 4 w 35"/>
              <a:gd name="T17" fmla="*/ 9 h 9"/>
              <a:gd name="T18" fmla="*/ 2 w 35"/>
              <a:gd name="T19" fmla="*/ 8 h 9"/>
              <a:gd name="T20" fmla="*/ 0 w 35"/>
              <a:gd name="T21" fmla="*/ 5 h 9"/>
              <a:gd name="T22" fmla="*/ 0 w 35"/>
              <a:gd name="T23" fmla="*/ 5 h 9"/>
              <a:gd name="T24" fmla="*/ 2 w 35"/>
              <a:gd name="T25" fmla="*/ 1 h 9"/>
              <a:gd name="T26" fmla="*/ 4 w 35"/>
              <a:gd name="T27" fmla="*/ 0 h 9"/>
              <a:gd name="T28" fmla="*/ 30 w 35"/>
              <a:gd name="T29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5" h="9">
                <a:moveTo>
                  <a:pt x="30" y="0"/>
                </a:moveTo>
                <a:lnTo>
                  <a:pt x="30" y="0"/>
                </a:lnTo>
                <a:lnTo>
                  <a:pt x="34" y="1"/>
                </a:lnTo>
                <a:lnTo>
                  <a:pt x="35" y="5"/>
                </a:lnTo>
                <a:lnTo>
                  <a:pt x="35" y="5"/>
                </a:lnTo>
                <a:lnTo>
                  <a:pt x="34" y="8"/>
                </a:lnTo>
                <a:lnTo>
                  <a:pt x="30" y="9"/>
                </a:lnTo>
                <a:lnTo>
                  <a:pt x="4" y="9"/>
                </a:lnTo>
                <a:lnTo>
                  <a:pt x="4" y="9"/>
                </a:lnTo>
                <a:lnTo>
                  <a:pt x="2" y="8"/>
                </a:lnTo>
                <a:lnTo>
                  <a:pt x="0" y="5"/>
                </a:lnTo>
                <a:lnTo>
                  <a:pt x="0" y="5"/>
                </a:lnTo>
                <a:lnTo>
                  <a:pt x="2" y="1"/>
                </a:lnTo>
                <a:lnTo>
                  <a:pt x="4" y="0"/>
                </a:lnTo>
                <a:lnTo>
                  <a:pt x="30" y="0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9" name="Freeform 1445"/>
          <p:cNvSpPr>
            <a:spLocks/>
          </p:cNvSpPr>
          <p:nvPr/>
        </p:nvSpPr>
        <p:spPr bwMode="auto">
          <a:xfrm>
            <a:off x="2460730" y="4193715"/>
            <a:ext cx="39072" cy="27729"/>
          </a:xfrm>
          <a:custGeom>
            <a:avLst/>
            <a:gdLst>
              <a:gd name="T0" fmla="*/ 24 w 31"/>
              <a:gd name="T1" fmla="*/ 0 h 22"/>
              <a:gd name="T2" fmla="*/ 24 w 31"/>
              <a:gd name="T3" fmla="*/ 0 h 22"/>
              <a:gd name="T4" fmla="*/ 28 w 31"/>
              <a:gd name="T5" fmla="*/ 0 h 22"/>
              <a:gd name="T6" fmla="*/ 31 w 31"/>
              <a:gd name="T7" fmla="*/ 2 h 22"/>
              <a:gd name="T8" fmla="*/ 31 w 31"/>
              <a:gd name="T9" fmla="*/ 2 h 22"/>
              <a:gd name="T10" fmla="*/ 31 w 31"/>
              <a:gd name="T11" fmla="*/ 6 h 22"/>
              <a:gd name="T12" fmla="*/ 28 w 31"/>
              <a:gd name="T13" fmla="*/ 8 h 22"/>
              <a:gd name="T14" fmla="*/ 7 w 31"/>
              <a:gd name="T15" fmla="*/ 20 h 22"/>
              <a:gd name="T16" fmla="*/ 7 w 31"/>
              <a:gd name="T17" fmla="*/ 20 h 22"/>
              <a:gd name="T18" fmla="*/ 3 w 31"/>
              <a:gd name="T19" fmla="*/ 22 h 22"/>
              <a:gd name="T20" fmla="*/ 0 w 31"/>
              <a:gd name="T21" fmla="*/ 19 h 22"/>
              <a:gd name="T22" fmla="*/ 0 w 31"/>
              <a:gd name="T23" fmla="*/ 19 h 22"/>
              <a:gd name="T24" fmla="*/ 0 w 31"/>
              <a:gd name="T25" fmla="*/ 16 h 22"/>
              <a:gd name="T26" fmla="*/ 3 w 31"/>
              <a:gd name="T27" fmla="*/ 14 h 22"/>
              <a:gd name="T28" fmla="*/ 24 w 31"/>
              <a:gd name="T29" fmla="*/ 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" h="22">
                <a:moveTo>
                  <a:pt x="24" y="0"/>
                </a:moveTo>
                <a:lnTo>
                  <a:pt x="24" y="0"/>
                </a:lnTo>
                <a:lnTo>
                  <a:pt x="28" y="0"/>
                </a:lnTo>
                <a:lnTo>
                  <a:pt x="31" y="2"/>
                </a:lnTo>
                <a:lnTo>
                  <a:pt x="31" y="2"/>
                </a:lnTo>
                <a:lnTo>
                  <a:pt x="31" y="6"/>
                </a:lnTo>
                <a:lnTo>
                  <a:pt x="28" y="8"/>
                </a:lnTo>
                <a:lnTo>
                  <a:pt x="7" y="20"/>
                </a:lnTo>
                <a:lnTo>
                  <a:pt x="7" y="20"/>
                </a:lnTo>
                <a:lnTo>
                  <a:pt x="3" y="22"/>
                </a:lnTo>
                <a:lnTo>
                  <a:pt x="0" y="19"/>
                </a:lnTo>
                <a:lnTo>
                  <a:pt x="0" y="19"/>
                </a:lnTo>
                <a:lnTo>
                  <a:pt x="0" y="16"/>
                </a:lnTo>
                <a:lnTo>
                  <a:pt x="3" y="14"/>
                </a:lnTo>
                <a:lnTo>
                  <a:pt x="24" y="0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0" name="Freeform 1446"/>
          <p:cNvSpPr>
            <a:spLocks/>
          </p:cNvSpPr>
          <p:nvPr/>
        </p:nvSpPr>
        <p:spPr bwMode="auto">
          <a:xfrm>
            <a:off x="2714070" y="4193715"/>
            <a:ext cx="39072" cy="27729"/>
          </a:xfrm>
          <a:custGeom>
            <a:avLst/>
            <a:gdLst>
              <a:gd name="T0" fmla="*/ 3 w 31"/>
              <a:gd name="T1" fmla="*/ 8 h 22"/>
              <a:gd name="T2" fmla="*/ 3 w 31"/>
              <a:gd name="T3" fmla="*/ 8 h 22"/>
              <a:gd name="T4" fmla="*/ 0 w 31"/>
              <a:gd name="T5" fmla="*/ 6 h 22"/>
              <a:gd name="T6" fmla="*/ 0 w 31"/>
              <a:gd name="T7" fmla="*/ 2 h 22"/>
              <a:gd name="T8" fmla="*/ 0 w 31"/>
              <a:gd name="T9" fmla="*/ 2 h 22"/>
              <a:gd name="T10" fmla="*/ 3 w 31"/>
              <a:gd name="T11" fmla="*/ 0 h 22"/>
              <a:gd name="T12" fmla="*/ 7 w 31"/>
              <a:gd name="T13" fmla="*/ 0 h 22"/>
              <a:gd name="T14" fmla="*/ 28 w 31"/>
              <a:gd name="T15" fmla="*/ 14 h 22"/>
              <a:gd name="T16" fmla="*/ 28 w 31"/>
              <a:gd name="T17" fmla="*/ 14 h 22"/>
              <a:gd name="T18" fmla="*/ 31 w 31"/>
              <a:gd name="T19" fmla="*/ 16 h 22"/>
              <a:gd name="T20" fmla="*/ 31 w 31"/>
              <a:gd name="T21" fmla="*/ 19 h 22"/>
              <a:gd name="T22" fmla="*/ 31 w 31"/>
              <a:gd name="T23" fmla="*/ 19 h 22"/>
              <a:gd name="T24" fmla="*/ 28 w 31"/>
              <a:gd name="T25" fmla="*/ 22 h 22"/>
              <a:gd name="T26" fmla="*/ 24 w 31"/>
              <a:gd name="T27" fmla="*/ 20 h 22"/>
              <a:gd name="T28" fmla="*/ 3 w 31"/>
              <a:gd name="T29" fmla="*/ 8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" h="22">
                <a:moveTo>
                  <a:pt x="3" y="8"/>
                </a:moveTo>
                <a:lnTo>
                  <a:pt x="3" y="8"/>
                </a:lnTo>
                <a:lnTo>
                  <a:pt x="0" y="6"/>
                </a:lnTo>
                <a:lnTo>
                  <a:pt x="0" y="2"/>
                </a:lnTo>
                <a:lnTo>
                  <a:pt x="0" y="2"/>
                </a:lnTo>
                <a:lnTo>
                  <a:pt x="3" y="0"/>
                </a:lnTo>
                <a:lnTo>
                  <a:pt x="7" y="0"/>
                </a:lnTo>
                <a:lnTo>
                  <a:pt x="28" y="14"/>
                </a:lnTo>
                <a:lnTo>
                  <a:pt x="28" y="14"/>
                </a:lnTo>
                <a:lnTo>
                  <a:pt x="31" y="16"/>
                </a:lnTo>
                <a:lnTo>
                  <a:pt x="31" y="19"/>
                </a:lnTo>
                <a:lnTo>
                  <a:pt x="31" y="19"/>
                </a:lnTo>
                <a:lnTo>
                  <a:pt x="28" y="22"/>
                </a:lnTo>
                <a:lnTo>
                  <a:pt x="24" y="20"/>
                </a:lnTo>
                <a:lnTo>
                  <a:pt x="3" y="8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1" name="Freeform 1447"/>
          <p:cNvSpPr>
            <a:spLocks/>
          </p:cNvSpPr>
          <p:nvPr/>
        </p:nvSpPr>
        <p:spPr bwMode="auto">
          <a:xfrm>
            <a:off x="2731716" y="4128175"/>
            <a:ext cx="44114" cy="11344"/>
          </a:xfrm>
          <a:custGeom>
            <a:avLst/>
            <a:gdLst>
              <a:gd name="T0" fmla="*/ 5 w 35"/>
              <a:gd name="T1" fmla="*/ 9 h 9"/>
              <a:gd name="T2" fmla="*/ 5 w 35"/>
              <a:gd name="T3" fmla="*/ 9 h 9"/>
              <a:gd name="T4" fmla="*/ 1 w 35"/>
              <a:gd name="T5" fmla="*/ 8 h 9"/>
              <a:gd name="T6" fmla="*/ 0 w 35"/>
              <a:gd name="T7" fmla="*/ 5 h 9"/>
              <a:gd name="T8" fmla="*/ 0 w 35"/>
              <a:gd name="T9" fmla="*/ 5 h 9"/>
              <a:gd name="T10" fmla="*/ 1 w 35"/>
              <a:gd name="T11" fmla="*/ 1 h 9"/>
              <a:gd name="T12" fmla="*/ 5 w 35"/>
              <a:gd name="T13" fmla="*/ 0 h 9"/>
              <a:gd name="T14" fmla="*/ 31 w 35"/>
              <a:gd name="T15" fmla="*/ 0 h 9"/>
              <a:gd name="T16" fmla="*/ 31 w 35"/>
              <a:gd name="T17" fmla="*/ 0 h 9"/>
              <a:gd name="T18" fmla="*/ 33 w 35"/>
              <a:gd name="T19" fmla="*/ 1 h 9"/>
              <a:gd name="T20" fmla="*/ 35 w 35"/>
              <a:gd name="T21" fmla="*/ 5 h 9"/>
              <a:gd name="T22" fmla="*/ 35 w 35"/>
              <a:gd name="T23" fmla="*/ 5 h 9"/>
              <a:gd name="T24" fmla="*/ 33 w 35"/>
              <a:gd name="T25" fmla="*/ 8 h 9"/>
              <a:gd name="T26" fmla="*/ 31 w 35"/>
              <a:gd name="T27" fmla="*/ 9 h 9"/>
              <a:gd name="T28" fmla="*/ 5 w 35"/>
              <a:gd name="T29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5" h="9">
                <a:moveTo>
                  <a:pt x="5" y="9"/>
                </a:moveTo>
                <a:lnTo>
                  <a:pt x="5" y="9"/>
                </a:lnTo>
                <a:lnTo>
                  <a:pt x="1" y="8"/>
                </a:lnTo>
                <a:lnTo>
                  <a:pt x="0" y="5"/>
                </a:lnTo>
                <a:lnTo>
                  <a:pt x="0" y="5"/>
                </a:lnTo>
                <a:lnTo>
                  <a:pt x="1" y="1"/>
                </a:lnTo>
                <a:lnTo>
                  <a:pt x="5" y="0"/>
                </a:lnTo>
                <a:lnTo>
                  <a:pt x="31" y="0"/>
                </a:lnTo>
                <a:lnTo>
                  <a:pt x="31" y="0"/>
                </a:lnTo>
                <a:lnTo>
                  <a:pt x="33" y="1"/>
                </a:lnTo>
                <a:lnTo>
                  <a:pt x="35" y="5"/>
                </a:lnTo>
                <a:lnTo>
                  <a:pt x="35" y="5"/>
                </a:lnTo>
                <a:lnTo>
                  <a:pt x="33" y="8"/>
                </a:lnTo>
                <a:lnTo>
                  <a:pt x="31" y="9"/>
                </a:lnTo>
                <a:lnTo>
                  <a:pt x="5" y="9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2" name="Freeform 1448"/>
          <p:cNvSpPr>
            <a:spLocks/>
          </p:cNvSpPr>
          <p:nvPr/>
        </p:nvSpPr>
        <p:spPr bwMode="auto">
          <a:xfrm>
            <a:off x="2714070" y="4047509"/>
            <a:ext cx="39072" cy="27729"/>
          </a:xfrm>
          <a:custGeom>
            <a:avLst/>
            <a:gdLst>
              <a:gd name="T0" fmla="*/ 7 w 31"/>
              <a:gd name="T1" fmla="*/ 20 h 22"/>
              <a:gd name="T2" fmla="*/ 7 w 31"/>
              <a:gd name="T3" fmla="*/ 20 h 22"/>
              <a:gd name="T4" fmla="*/ 3 w 31"/>
              <a:gd name="T5" fmla="*/ 22 h 22"/>
              <a:gd name="T6" fmla="*/ 0 w 31"/>
              <a:gd name="T7" fmla="*/ 19 h 22"/>
              <a:gd name="T8" fmla="*/ 0 w 31"/>
              <a:gd name="T9" fmla="*/ 19 h 22"/>
              <a:gd name="T10" fmla="*/ 0 w 31"/>
              <a:gd name="T11" fmla="*/ 16 h 22"/>
              <a:gd name="T12" fmla="*/ 3 w 31"/>
              <a:gd name="T13" fmla="*/ 12 h 22"/>
              <a:gd name="T14" fmla="*/ 24 w 31"/>
              <a:gd name="T15" fmla="*/ 0 h 22"/>
              <a:gd name="T16" fmla="*/ 24 w 31"/>
              <a:gd name="T17" fmla="*/ 0 h 22"/>
              <a:gd name="T18" fmla="*/ 28 w 31"/>
              <a:gd name="T19" fmla="*/ 0 h 22"/>
              <a:gd name="T20" fmla="*/ 31 w 31"/>
              <a:gd name="T21" fmla="*/ 1 h 22"/>
              <a:gd name="T22" fmla="*/ 31 w 31"/>
              <a:gd name="T23" fmla="*/ 1 h 22"/>
              <a:gd name="T24" fmla="*/ 31 w 31"/>
              <a:gd name="T25" fmla="*/ 5 h 22"/>
              <a:gd name="T26" fmla="*/ 28 w 31"/>
              <a:gd name="T27" fmla="*/ 8 h 22"/>
              <a:gd name="T28" fmla="*/ 7 w 31"/>
              <a:gd name="T29" fmla="*/ 2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" h="22">
                <a:moveTo>
                  <a:pt x="7" y="20"/>
                </a:moveTo>
                <a:lnTo>
                  <a:pt x="7" y="20"/>
                </a:lnTo>
                <a:lnTo>
                  <a:pt x="3" y="22"/>
                </a:lnTo>
                <a:lnTo>
                  <a:pt x="0" y="19"/>
                </a:lnTo>
                <a:lnTo>
                  <a:pt x="0" y="19"/>
                </a:lnTo>
                <a:lnTo>
                  <a:pt x="0" y="16"/>
                </a:lnTo>
                <a:lnTo>
                  <a:pt x="3" y="12"/>
                </a:lnTo>
                <a:lnTo>
                  <a:pt x="24" y="0"/>
                </a:lnTo>
                <a:lnTo>
                  <a:pt x="24" y="0"/>
                </a:lnTo>
                <a:lnTo>
                  <a:pt x="28" y="0"/>
                </a:lnTo>
                <a:lnTo>
                  <a:pt x="31" y="1"/>
                </a:lnTo>
                <a:lnTo>
                  <a:pt x="31" y="1"/>
                </a:lnTo>
                <a:lnTo>
                  <a:pt x="31" y="5"/>
                </a:lnTo>
                <a:lnTo>
                  <a:pt x="28" y="8"/>
                </a:lnTo>
                <a:lnTo>
                  <a:pt x="7" y="20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3" name="Freeform 1449"/>
          <p:cNvSpPr>
            <a:spLocks/>
          </p:cNvSpPr>
          <p:nvPr/>
        </p:nvSpPr>
        <p:spPr bwMode="auto">
          <a:xfrm>
            <a:off x="2666175" y="3988271"/>
            <a:ext cx="27729" cy="39072"/>
          </a:xfrm>
          <a:custGeom>
            <a:avLst/>
            <a:gdLst>
              <a:gd name="T0" fmla="*/ 8 w 22"/>
              <a:gd name="T1" fmla="*/ 28 h 31"/>
              <a:gd name="T2" fmla="*/ 8 w 22"/>
              <a:gd name="T3" fmla="*/ 28 h 31"/>
              <a:gd name="T4" fmla="*/ 6 w 22"/>
              <a:gd name="T5" fmla="*/ 31 h 31"/>
              <a:gd name="T6" fmla="*/ 3 w 22"/>
              <a:gd name="T7" fmla="*/ 30 h 31"/>
              <a:gd name="T8" fmla="*/ 3 w 22"/>
              <a:gd name="T9" fmla="*/ 30 h 31"/>
              <a:gd name="T10" fmla="*/ 0 w 22"/>
              <a:gd name="T11" fmla="*/ 27 h 31"/>
              <a:gd name="T12" fmla="*/ 0 w 22"/>
              <a:gd name="T13" fmla="*/ 24 h 31"/>
              <a:gd name="T14" fmla="*/ 14 w 22"/>
              <a:gd name="T15" fmla="*/ 1 h 31"/>
              <a:gd name="T16" fmla="*/ 14 w 22"/>
              <a:gd name="T17" fmla="*/ 1 h 31"/>
              <a:gd name="T18" fmla="*/ 16 w 22"/>
              <a:gd name="T19" fmla="*/ 0 h 31"/>
              <a:gd name="T20" fmla="*/ 19 w 22"/>
              <a:gd name="T21" fmla="*/ 0 h 31"/>
              <a:gd name="T22" fmla="*/ 19 w 22"/>
              <a:gd name="T23" fmla="*/ 0 h 31"/>
              <a:gd name="T24" fmla="*/ 22 w 22"/>
              <a:gd name="T25" fmla="*/ 3 h 31"/>
              <a:gd name="T26" fmla="*/ 22 w 22"/>
              <a:gd name="T27" fmla="*/ 7 h 31"/>
              <a:gd name="T28" fmla="*/ 8 w 22"/>
              <a:gd name="T29" fmla="*/ 28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2" h="31">
                <a:moveTo>
                  <a:pt x="8" y="28"/>
                </a:moveTo>
                <a:lnTo>
                  <a:pt x="8" y="28"/>
                </a:lnTo>
                <a:lnTo>
                  <a:pt x="6" y="31"/>
                </a:lnTo>
                <a:lnTo>
                  <a:pt x="3" y="30"/>
                </a:lnTo>
                <a:lnTo>
                  <a:pt x="3" y="30"/>
                </a:lnTo>
                <a:lnTo>
                  <a:pt x="0" y="27"/>
                </a:lnTo>
                <a:lnTo>
                  <a:pt x="0" y="24"/>
                </a:lnTo>
                <a:lnTo>
                  <a:pt x="14" y="1"/>
                </a:lnTo>
                <a:lnTo>
                  <a:pt x="14" y="1"/>
                </a:lnTo>
                <a:lnTo>
                  <a:pt x="16" y="0"/>
                </a:lnTo>
                <a:lnTo>
                  <a:pt x="19" y="0"/>
                </a:lnTo>
                <a:lnTo>
                  <a:pt x="19" y="0"/>
                </a:lnTo>
                <a:lnTo>
                  <a:pt x="22" y="3"/>
                </a:lnTo>
                <a:lnTo>
                  <a:pt x="22" y="7"/>
                </a:lnTo>
                <a:lnTo>
                  <a:pt x="8" y="28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4" name="Freeform 1450"/>
          <p:cNvSpPr>
            <a:spLocks/>
          </p:cNvSpPr>
          <p:nvPr/>
        </p:nvSpPr>
        <p:spPr bwMode="auto">
          <a:xfrm>
            <a:off x="2499803" y="4019781"/>
            <a:ext cx="214268" cy="305016"/>
          </a:xfrm>
          <a:custGeom>
            <a:avLst/>
            <a:gdLst>
              <a:gd name="T0" fmla="*/ 86 w 170"/>
              <a:gd name="T1" fmla="*/ 0 h 242"/>
              <a:gd name="T2" fmla="*/ 76 w 170"/>
              <a:gd name="T3" fmla="*/ 0 h 242"/>
              <a:gd name="T4" fmla="*/ 58 w 170"/>
              <a:gd name="T5" fmla="*/ 5 h 242"/>
              <a:gd name="T6" fmla="*/ 42 w 170"/>
              <a:gd name="T7" fmla="*/ 13 h 242"/>
              <a:gd name="T8" fmla="*/ 27 w 170"/>
              <a:gd name="T9" fmla="*/ 23 h 242"/>
              <a:gd name="T10" fmla="*/ 22 w 170"/>
              <a:gd name="T11" fmla="*/ 30 h 242"/>
              <a:gd name="T12" fmla="*/ 5 w 170"/>
              <a:gd name="T13" fmla="*/ 59 h 242"/>
              <a:gd name="T14" fmla="*/ 0 w 170"/>
              <a:gd name="T15" fmla="*/ 91 h 242"/>
              <a:gd name="T16" fmla="*/ 0 w 170"/>
              <a:gd name="T17" fmla="*/ 99 h 242"/>
              <a:gd name="T18" fmla="*/ 7 w 170"/>
              <a:gd name="T19" fmla="*/ 123 h 242"/>
              <a:gd name="T20" fmla="*/ 20 w 170"/>
              <a:gd name="T21" fmla="*/ 156 h 242"/>
              <a:gd name="T22" fmla="*/ 28 w 170"/>
              <a:gd name="T23" fmla="*/ 172 h 242"/>
              <a:gd name="T24" fmla="*/ 39 w 170"/>
              <a:gd name="T25" fmla="*/ 214 h 242"/>
              <a:gd name="T26" fmla="*/ 40 w 170"/>
              <a:gd name="T27" fmla="*/ 239 h 242"/>
              <a:gd name="T28" fmla="*/ 85 w 170"/>
              <a:gd name="T29" fmla="*/ 242 h 242"/>
              <a:gd name="T30" fmla="*/ 85 w 170"/>
              <a:gd name="T31" fmla="*/ 242 h 242"/>
              <a:gd name="T32" fmla="*/ 105 w 170"/>
              <a:gd name="T33" fmla="*/ 242 h 242"/>
              <a:gd name="T34" fmla="*/ 128 w 170"/>
              <a:gd name="T35" fmla="*/ 242 h 242"/>
              <a:gd name="T36" fmla="*/ 128 w 170"/>
              <a:gd name="T37" fmla="*/ 239 h 242"/>
              <a:gd name="T38" fmla="*/ 131 w 170"/>
              <a:gd name="T39" fmla="*/ 214 h 242"/>
              <a:gd name="T40" fmla="*/ 142 w 170"/>
              <a:gd name="T41" fmla="*/ 172 h 242"/>
              <a:gd name="T42" fmla="*/ 150 w 170"/>
              <a:gd name="T43" fmla="*/ 154 h 242"/>
              <a:gd name="T44" fmla="*/ 163 w 170"/>
              <a:gd name="T45" fmla="*/ 122 h 242"/>
              <a:gd name="T46" fmla="*/ 170 w 170"/>
              <a:gd name="T47" fmla="*/ 99 h 242"/>
              <a:gd name="T48" fmla="*/ 170 w 170"/>
              <a:gd name="T49" fmla="*/ 90 h 242"/>
              <a:gd name="T50" fmla="*/ 165 w 170"/>
              <a:gd name="T51" fmla="*/ 60 h 242"/>
              <a:gd name="T52" fmla="*/ 150 w 170"/>
              <a:gd name="T53" fmla="*/ 30 h 242"/>
              <a:gd name="T54" fmla="*/ 144 w 170"/>
              <a:gd name="T55" fmla="*/ 25 h 242"/>
              <a:gd name="T56" fmla="*/ 131 w 170"/>
              <a:gd name="T57" fmla="*/ 13 h 242"/>
              <a:gd name="T58" fmla="*/ 115 w 170"/>
              <a:gd name="T59" fmla="*/ 6 h 242"/>
              <a:gd name="T60" fmla="*/ 97 w 170"/>
              <a:gd name="T61" fmla="*/ 0 h 242"/>
              <a:gd name="T62" fmla="*/ 86 w 170"/>
              <a:gd name="T63" fmla="*/ 3 h 242"/>
              <a:gd name="T64" fmla="*/ 86 w 170"/>
              <a:gd name="T65" fmla="*/ 6 h 242"/>
              <a:gd name="T66" fmla="*/ 105 w 170"/>
              <a:gd name="T67" fmla="*/ 7 h 242"/>
              <a:gd name="T68" fmla="*/ 121 w 170"/>
              <a:gd name="T69" fmla="*/ 14 h 242"/>
              <a:gd name="T70" fmla="*/ 135 w 170"/>
              <a:gd name="T71" fmla="*/ 22 h 242"/>
              <a:gd name="T72" fmla="*/ 146 w 170"/>
              <a:gd name="T73" fmla="*/ 34 h 242"/>
              <a:gd name="T74" fmla="*/ 154 w 170"/>
              <a:gd name="T75" fmla="*/ 46 h 242"/>
              <a:gd name="T76" fmla="*/ 163 w 170"/>
              <a:gd name="T77" fmla="*/ 76 h 242"/>
              <a:gd name="T78" fmla="*/ 165 w 170"/>
              <a:gd name="T79" fmla="*/ 90 h 242"/>
              <a:gd name="T80" fmla="*/ 163 w 170"/>
              <a:gd name="T81" fmla="*/ 106 h 242"/>
              <a:gd name="T82" fmla="*/ 153 w 170"/>
              <a:gd name="T83" fmla="*/ 135 h 242"/>
              <a:gd name="T84" fmla="*/ 144 w 170"/>
              <a:gd name="T85" fmla="*/ 152 h 242"/>
              <a:gd name="T86" fmla="*/ 130 w 170"/>
              <a:gd name="T87" fmla="*/ 189 h 242"/>
              <a:gd name="T88" fmla="*/ 124 w 170"/>
              <a:gd name="T89" fmla="*/ 225 h 242"/>
              <a:gd name="T90" fmla="*/ 126 w 170"/>
              <a:gd name="T91" fmla="*/ 239 h 242"/>
              <a:gd name="T92" fmla="*/ 126 w 170"/>
              <a:gd name="T93" fmla="*/ 237 h 242"/>
              <a:gd name="T94" fmla="*/ 85 w 170"/>
              <a:gd name="T95" fmla="*/ 239 h 242"/>
              <a:gd name="T96" fmla="*/ 43 w 170"/>
              <a:gd name="T97" fmla="*/ 237 h 242"/>
              <a:gd name="T98" fmla="*/ 46 w 170"/>
              <a:gd name="T99" fmla="*/ 239 h 242"/>
              <a:gd name="T100" fmla="*/ 46 w 170"/>
              <a:gd name="T101" fmla="*/ 226 h 242"/>
              <a:gd name="T102" fmla="*/ 40 w 170"/>
              <a:gd name="T103" fmla="*/ 191 h 242"/>
              <a:gd name="T104" fmla="*/ 26 w 170"/>
              <a:gd name="T105" fmla="*/ 153 h 242"/>
              <a:gd name="T106" fmla="*/ 18 w 170"/>
              <a:gd name="T107" fmla="*/ 137 h 242"/>
              <a:gd name="T108" fmla="*/ 7 w 170"/>
              <a:gd name="T109" fmla="*/ 106 h 242"/>
              <a:gd name="T110" fmla="*/ 5 w 170"/>
              <a:gd name="T111" fmla="*/ 91 h 242"/>
              <a:gd name="T112" fmla="*/ 7 w 170"/>
              <a:gd name="T113" fmla="*/ 75 h 242"/>
              <a:gd name="T114" fmla="*/ 18 w 170"/>
              <a:gd name="T115" fmla="*/ 46 h 242"/>
              <a:gd name="T116" fmla="*/ 26 w 170"/>
              <a:gd name="T117" fmla="*/ 33 h 242"/>
              <a:gd name="T118" fmla="*/ 38 w 170"/>
              <a:gd name="T119" fmla="*/ 22 h 242"/>
              <a:gd name="T120" fmla="*/ 51 w 170"/>
              <a:gd name="T121" fmla="*/ 14 h 242"/>
              <a:gd name="T122" fmla="*/ 67 w 170"/>
              <a:gd name="T123" fmla="*/ 7 h 242"/>
              <a:gd name="T124" fmla="*/ 86 w 170"/>
              <a:gd name="T125" fmla="*/ 6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0" h="242">
                <a:moveTo>
                  <a:pt x="86" y="3"/>
                </a:moveTo>
                <a:lnTo>
                  <a:pt x="86" y="0"/>
                </a:lnTo>
                <a:lnTo>
                  <a:pt x="86" y="0"/>
                </a:lnTo>
                <a:lnTo>
                  <a:pt x="76" y="0"/>
                </a:lnTo>
                <a:lnTo>
                  <a:pt x="66" y="2"/>
                </a:lnTo>
                <a:lnTo>
                  <a:pt x="58" y="5"/>
                </a:lnTo>
                <a:lnTo>
                  <a:pt x="49" y="9"/>
                </a:lnTo>
                <a:lnTo>
                  <a:pt x="42" y="13"/>
                </a:lnTo>
                <a:lnTo>
                  <a:pt x="34" y="18"/>
                </a:lnTo>
                <a:lnTo>
                  <a:pt x="27" y="23"/>
                </a:lnTo>
                <a:lnTo>
                  <a:pt x="22" y="30"/>
                </a:lnTo>
                <a:lnTo>
                  <a:pt x="22" y="30"/>
                </a:lnTo>
                <a:lnTo>
                  <a:pt x="12" y="44"/>
                </a:lnTo>
                <a:lnTo>
                  <a:pt x="5" y="59"/>
                </a:lnTo>
                <a:lnTo>
                  <a:pt x="1" y="75"/>
                </a:lnTo>
                <a:lnTo>
                  <a:pt x="0" y="91"/>
                </a:lnTo>
                <a:lnTo>
                  <a:pt x="0" y="91"/>
                </a:lnTo>
                <a:lnTo>
                  <a:pt x="0" y="99"/>
                </a:lnTo>
                <a:lnTo>
                  <a:pt x="1" y="107"/>
                </a:lnTo>
                <a:lnTo>
                  <a:pt x="7" y="123"/>
                </a:lnTo>
                <a:lnTo>
                  <a:pt x="13" y="140"/>
                </a:lnTo>
                <a:lnTo>
                  <a:pt x="20" y="156"/>
                </a:lnTo>
                <a:lnTo>
                  <a:pt x="20" y="156"/>
                </a:lnTo>
                <a:lnTo>
                  <a:pt x="28" y="172"/>
                </a:lnTo>
                <a:lnTo>
                  <a:pt x="35" y="192"/>
                </a:lnTo>
                <a:lnTo>
                  <a:pt x="39" y="214"/>
                </a:lnTo>
                <a:lnTo>
                  <a:pt x="40" y="226"/>
                </a:lnTo>
                <a:lnTo>
                  <a:pt x="40" y="239"/>
                </a:lnTo>
                <a:lnTo>
                  <a:pt x="40" y="242"/>
                </a:lnTo>
                <a:lnTo>
                  <a:pt x="85" y="242"/>
                </a:lnTo>
                <a:lnTo>
                  <a:pt x="85" y="242"/>
                </a:lnTo>
                <a:lnTo>
                  <a:pt x="85" y="242"/>
                </a:lnTo>
                <a:lnTo>
                  <a:pt x="105" y="242"/>
                </a:lnTo>
                <a:lnTo>
                  <a:pt x="105" y="242"/>
                </a:lnTo>
                <a:lnTo>
                  <a:pt x="126" y="242"/>
                </a:lnTo>
                <a:lnTo>
                  <a:pt x="128" y="242"/>
                </a:lnTo>
                <a:lnTo>
                  <a:pt x="128" y="239"/>
                </a:lnTo>
                <a:lnTo>
                  <a:pt x="128" y="239"/>
                </a:lnTo>
                <a:lnTo>
                  <a:pt x="130" y="226"/>
                </a:lnTo>
                <a:lnTo>
                  <a:pt x="131" y="214"/>
                </a:lnTo>
                <a:lnTo>
                  <a:pt x="135" y="191"/>
                </a:lnTo>
                <a:lnTo>
                  <a:pt x="142" y="172"/>
                </a:lnTo>
                <a:lnTo>
                  <a:pt x="150" y="154"/>
                </a:lnTo>
                <a:lnTo>
                  <a:pt x="150" y="154"/>
                </a:lnTo>
                <a:lnTo>
                  <a:pt x="157" y="138"/>
                </a:lnTo>
                <a:lnTo>
                  <a:pt x="163" y="122"/>
                </a:lnTo>
                <a:lnTo>
                  <a:pt x="169" y="107"/>
                </a:lnTo>
                <a:lnTo>
                  <a:pt x="170" y="99"/>
                </a:lnTo>
                <a:lnTo>
                  <a:pt x="170" y="90"/>
                </a:lnTo>
                <a:lnTo>
                  <a:pt x="170" y="90"/>
                </a:lnTo>
                <a:lnTo>
                  <a:pt x="169" y="75"/>
                </a:lnTo>
                <a:lnTo>
                  <a:pt x="165" y="60"/>
                </a:lnTo>
                <a:lnTo>
                  <a:pt x="158" y="45"/>
                </a:lnTo>
                <a:lnTo>
                  <a:pt x="150" y="30"/>
                </a:lnTo>
                <a:lnTo>
                  <a:pt x="150" y="30"/>
                </a:lnTo>
                <a:lnTo>
                  <a:pt x="144" y="25"/>
                </a:lnTo>
                <a:lnTo>
                  <a:pt x="138" y="18"/>
                </a:lnTo>
                <a:lnTo>
                  <a:pt x="131" y="13"/>
                </a:lnTo>
                <a:lnTo>
                  <a:pt x="123" y="9"/>
                </a:lnTo>
                <a:lnTo>
                  <a:pt x="115" y="6"/>
                </a:lnTo>
                <a:lnTo>
                  <a:pt x="107" y="3"/>
                </a:lnTo>
                <a:lnTo>
                  <a:pt x="97" y="0"/>
                </a:lnTo>
                <a:lnTo>
                  <a:pt x="86" y="0"/>
                </a:lnTo>
                <a:lnTo>
                  <a:pt x="86" y="3"/>
                </a:lnTo>
                <a:lnTo>
                  <a:pt x="86" y="6"/>
                </a:lnTo>
                <a:lnTo>
                  <a:pt x="86" y="6"/>
                </a:lnTo>
                <a:lnTo>
                  <a:pt x="96" y="6"/>
                </a:lnTo>
                <a:lnTo>
                  <a:pt x="105" y="7"/>
                </a:lnTo>
                <a:lnTo>
                  <a:pt x="113" y="10"/>
                </a:lnTo>
                <a:lnTo>
                  <a:pt x="121" y="14"/>
                </a:lnTo>
                <a:lnTo>
                  <a:pt x="128" y="18"/>
                </a:lnTo>
                <a:lnTo>
                  <a:pt x="135" y="22"/>
                </a:lnTo>
                <a:lnTo>
                  <a:pt x="140" y="27"/>
                </a:lnTo>
                <a:lnTo>
                  <a:pt x="146" y="34"/>
                </a:lnTo>
                <a:lnTo>
                  <a:pt x="146" y="34"/>
                </a:lnTo>
                <a:lnTo>
                  <a:pt x="154" y="46"/>
                </a:lnTo>
                <a:lnTo>
                  <a:pt x="159" y="61"/>
                </a:lnTo>
                <a:lnTo>
                  <a:pt x="163" y="76"/>
                </a:lnTo>
                <a:lnTo>
                  <a:pt x="165" y="90"/>
                </a:lnTo>
                <a:lnTo>
                  <a:pt x="165" y="90"/>
                </a:lnTo>
                <a:lnTo>
                  <a:pt x="165" y="98"/>
                </a:lnTo>
                <a:lnTo>
                  <a:pt x="163" y="106"/>
                </a:lnTo>
                <a:lnTo>
                  <a:pt x="158" y="121"/>
                </a:lnTo>
                <a:lnTo>
                  <a:pt x="153" y="135"/>
                </a:lnTo>
                <a:lnTo>
                  <a:pt x="144" y="152"/>
                </a:lnTo>
                <a:lnTo>
                  <a:pt x="144" y="152"/>
                </a:lnTo>
                <a:lnTo>
                  <a:pt x="136" y="169"/>
                </a:lnTo>
                <a:lnTo>
                  <a:pt x="130" y="189"/>
                </a:lnTo>
                <a:lnTo>
                  <a:pt x="126" y="212"/>
                </a:lnTo>
                <a:lnTo>
                  <a:pt x="124" y="225"/>
                </a:lnTo>
                <a:lnTo>
                  <a:pt x="123" y="239"/>
                </a:lnTo>
                <a:lnTo>
                  <a:pt x="126" y="239"/>
                </a:lnTo>
                <a:lnTo>
                  <a:pt x="126" y="237"/>
                </a:lnTo>
                <a:lnTo>
                  <a:pt x="126" y="237"/>
                </a:lnTo>
                <a:lnTo>
                  <a:pt x="85" y="237"/>
                </a:lnTo>
                <a:lnTo>
                  <a:pt x="85" y="239"/>
                </a:lnTo>
                <a:lnTo>
                  <a:pt x="85" y="237"/>
                </a:lnTo>
                <a:lnTo>
                  <a:pt x="43" y="237"/>
                </a:lnTo>
                <a:lnTo>
                  <a:pt x="43" y="239"/>
                </a:lnTo>
                <a:lnTo>
                  <a:pt x="46" y="239"/>
                </a:lnTo>
                <a:lnTo>
                  <a:pt x="46" y="239"/>
                </a:lnTo>
                <a:lnTo>
                  <a:pt x="46" y="226"/>
                </a:lnTo>
                <a:lnTo>
                  <a:pt x="45" y="212"/>
                </a:lnTo>
                <a:lnTo>
                  <a:pt x="40" y="191"/>
                </a:lnTo>
                <a:lnTo>
                  <a:pt x="34" y="171"/>
                </a:lnTo>
                <a:lnTo>
                  <a:pt x="26" y="153"/>
                </a:lnTo>
                <a:lnTo>
                  <a:pt x="26" y="153"/>
                </a:lnTo>
                <a:lnTo>
                  <a:pt x="18" y="137"/>
                </a:lnTo>
                <a:lnTo>
                  <a:pt x="12" y="122"/>
                </a:lnTo>
                <a:lnTo>
                  <a:pt x="7" y="106"/>
                </a:lnTo>
                <a:lnTo>
                  <a:pt x="5" y="99"/>
                </a:lnTo>
                <a:lnTo>
                  <a:pt x="5" y="91"/>
                </a:lnTo>
                <a:lnTo>
                  <a:pt x="5" y="91"/>
                </a:lnTo>
                <a:lnTo>
                  <a:pt x="7" y="75"/>
                </a:lnTo>
                <a:lnTo>
                  <a:pt x="11" y="60"/>
                </a:lnTo>
                <a:lnTo>
                  <a:pt x="18" y="46"/>
                </a:lnTo>
                <a:lnTo>
                  <a:pt x="26" y="33"/>
                </a:lnTo>
                <a:lnTo>
                  <a:pt x="26" y="33"/>
                </a:lnTo>
                <a:lnTo>
                  <a:pt x="31" y="27"/>
                </a:lnTo>
                <a:lnTo>
                  <a:pt x="38" y="22"/>
                </a:lnTo>
                <a:lnTo>
                  <a:pt x="45" y="18"/>
                </a:lnTo>
                <a:lnTo>
                  <a:pt x="51" y="14"/>
                </a:lnTo>
                <a:lnTo>
                  <a:pt x="59" y="10"/>
                </a:lnTo>
                <a:lnTo>
                  <a:pt x="67" y="7"/>
                </a:lnTo>
                <a:lnTo>
                  <a:pt x="77" y="6"/>
                </a:lnTo>
                <a:lnTo>
                  <a:pt x="86" y="6"/>
                </a:lnTo>
                <a:lnTo>
                  <a:pt x="86" y="3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5" name="Freeform 1451"/>
          <p:cNvSpPr>
            <a:spLocks/>
          </p:cNvSpPr>
          <p:nvPr/>
        </p:nvSpPr>
        <p:spPr bwMode="auto">
          <a:xfrm>
            <a:off x="2562822" y="4101706"/>
            <a:ext cx="88228" cy="153768"/>
          </a:xfrm>
          <a:custGeom>
            <a:avLst/>
            <a:gdLst>
              <a:gd name="T0" fmla="*/ 50 w 70"/>
              <a:gd name="T1" fmla="*/ 0 h 122"/>
              <a:gd name="T2" fmla="*/ 0 w 70"/>
              <a:gd name="T3" fmla="*/ 49 h 122"/>
              <a:gd name="T4" fmla="*/ 51 w 70"/>
              <a:gd name="T5" fmla="*/ 69 h 122"/>
              <a:gd name="T6" fmla="*/ 11 w 70"/>
              <a:gd name="T7" fmla="*/ 122 h 122"/>
              <a:gd name="T8" fmla="*/ 70 w 70"/>
              <a:gd name="T9" fmla="*/ 61 h 122"/>
              <a:gd name="T10" fmla="*/ 26 w 70"/>
              <a:gd name="T11" fmla="*/ 42 h 122"/>
              <a:gd name="T12" fmla="*/ 50 w 70"/>
              <a:gd name="T13" fmla="*/ 0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" h="122">
                <a:moveTo>
                  <a:pt x="50" y="0"/>
                </a:moveTo>
                <a:lnTo>
                  <a:pt x="0" y="49"/>
                </a:lnTo>
                <a:lnTo>
                  <a:pt x="51" y="69"/>
                </a:lnTo>
                <a:lnTo>
                  <a:pt x="11" y="122"/>
                </a:lnTo>
                <a:lnTo>
                  <a:pt x="70" y="61"/>
                </a:lnTo>
                <a:lnTo>
                  <a:pt x="26" y="42"/>
                </a:lnTo>
                <a:lnTo>
                  <a:pt x="50" y="0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86" name="Picture 1452"/>
          <p:cNvPicPr>
            <a:picLocks noChangeAspect="1" noChangeArrowheads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65" y="4729384"/>
            <a:ext cx="86967" cy="56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7" name="Picture 1453"/>
          <p:cNvPicPr>
            <a:picLocks noChangeAspect="1" noChangeArrowheads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931" y="4513856"/>
            <a:ext cx="204184" cy="244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8" name="Picture 1454"/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984" y="4644937"/>
            <a:ext cx="209226" cy="14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9" name="Picture 1455"/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488" y="4447055"/>
            <a:ext cx="184018" cy="11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" name="Picture 1456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163" y="4445795"/>
            <a:ext cx="15125" cy="1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1" name="Picture 1457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28" y="4450836"/>
            <a:ext cx="274767" cy="10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2" name="Picture 1458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363" y="4447055"/>
            <a:ext cx="199143" cy="11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3" name="Freeform 1459"/>
          <p:cNvSpPr>
            <a:spLocks/>
          </p:cNvSpPr>
          <p:nvPr/>
        </p:nvSpPr>
        <p:spPr bwMode="auto">
          <a:xfrm>
            <a:off x="1422163" y="4423108"/>
            <a:ext cx="1178472" cy="1126795"/>
          </a:xfrm>
          <a:custGeom>
            <a:avLst/>
            <a:gdLst>
              <a:gd name="T0" fmla="*/ 935 w 935"/>
              <a:gd name="T1" fmla="*/ 894 h 894"/>
              <a:gd name="T2" fmla="*/ 935 w 935"/>
              <a:gd name="T3" fmla="*/ 894 h 894"/>
              <a:gd name="T4" fmla="*/ 900 w 935"/>
              <a:gd name="T5" fmla="*/ 893 h 894"/>
              <a:gd name="T6" fmla="*/ 866 w 935"/>
              <a:gd name="T7" fmla="*/ 891 h 894"/>
              <a:gd name="T8" fmla="*/ 832 w 935"/>
              <a:gd name="T9" fmla="*/ 889 h 894"/>
              <a:gd name="T10" fmla="*/ 798 w 935"/>
              <a:gd name="T11" fmla="*/ 885 h 894"/>
              <a:gd name="T12" fmla="*/ 765 w 935"/>
              <a:gd name="T13" fmla="*/ 879 h 894"/>
              <a:gd name="T14" fmla="*/ 731 w 935"/>
              <a:gd name="T15" fmla="*/ 874 h 894"/>
              <a:gd name="T16" fmla="*/ 697 w 935"/>
              <a:gd name="T17" fmla="*/ 866 h 894"/>
              <a:gd name="T18" fmla="*/ 663 w 935"/>
              <a:gd name="T19" fmla="*/ 858 h 894"/>
              <a:gd name="T20" fmla="*/ 663 w 935"/>
              <a:gd name="T21" fmla="*/ 858 h 894"/>
              <a:gd name="T22" fmla="*/ 616 w 935"/>
              <a:gd name="T23" fmla="*/ 844 h 894"/>
              <a:gd name="T24" fmla="*/ 569 w 935"/>
              <a:gd name="T25" fmla="*/ 828 h 894"/>
              <a:gd name="T26" fmla="*/ 522 w 935"/>
              <a:gd name="T27" fmla="*/ 810 h 894"/>
              <a:gd name="T28" fmla="*/ 476 w 935"/>
              <a:gd name="T29" fmla="*/ 790 h 894"/>
              <a:gd name="T30" fmla="*/ 473 w 935"/>
              <a:gd name="T31" fmla="*/ 796 h 894"/>
              <a:gd name="T32" fmla="*/ 473 w 935"/>
              <a:gd name="T33" fmla="*/ 792 h 894"/>
              <a:gd name="T34" fmla="*/ 319 w 935"/>
              <a:gd name="T35" fmla="*/ 881 h 894"/>
              <a:gd name="T36" fmla="*/ 319 w 935"/>
              <a:gd name="T37" fmla="*/ 700 h 894"/>
              <a:gd name="T38" fmla="*/ 318 w 935"/>
              <a:gd name="T39" fmla="*/ 698 h 894"/>
              <a:gd name="T40" fmla="*/ 318 w 935"/>
              <a:gd name="T41" fmla="*/ 698 h 894"/>
              <a:gd name="T42" fmla="*/ 272 w 935"/>
              <a:gd name="T43" fmla="*/ 665 h 894"/>
              <a:gd name="T44" fmla="*/ 227 w 935"/>
              <a:gd name="T45" fmla="*/ 628 h 894"/>
              <a:gd name="T46" fmla="*/ 185 w 935"/>
              <a:gd name="T47" fmla="*/ 590 h 894"/>
              <a:gd name="T48" fmla="*/ 145 w 935"/>
              <a:gd name="T49" fmla="*/ 550 h 894"/>
              <a:gd name="T50" fmla="*/ 107 w 935"/>
              <a:gd name="T51" fmla="*/ 507 h 894"/>
              <a:gd name="T52" fmla="*/ 72 w 935"/>
              <a:gd name="T53" fmla="*/ 462 h 894"/>
              <a:gd name="T54" fmla="*/ 38 w 935"/>
              <a:gd name="T55" fmla="*/ 415 h 894"/>
              <a:gd name="T56" fmla="*/ 7 w 935"/>
              <a:gd name="T57" fmla="*/ 366 h 894"/>
              <a:gd name="T58" fmla="*/ 7 w 935"/>
              <a:gd name="T59" fmla="*/ 366 h 894"/>
              <a:gd name="T60" fmla="*/ 0 w 935"/>
              <a:gd name="T61" fmla="*/ 354 h 894"/>
              <a:gd name="T62" fmla="*/ 171 w 935"/>
              <a:gd name="T63" fmla="*/ 256 h 894"/>
              <a:gd name="T64" fmla="*/ 266 w 935"/>
              <a:gd name="T65" fmla="*/ 200 h 894"/>
              <a:gd name="T66" fmla="*/ 288 w 935"/>
              <a:gd name="T67" fmla="*/ 56 h 894"/>
              <a:gd name="T68" fmla="*/ 423 w 935"/>
              <a:gd name="T69" fmla="*/ 110 h 894"/>
              <a:gd name="T70" fmla="*/ 613 w 935"/>
              <a:gd name="T71" fmla="*/ 0 h 894"/>
              <a:gd name="T72" fmla="*/ 613 w 935"/>
              <a:gd name="T73" fmla="*/ 2 h 894"/>
              <a:gd name="T74" fmla="*/ 613 w 935"/>
              <a:gd name="T75" fmla="*/ 2 h 894"/>
              <a:gd name="T76" fmla="*/ 624 w 935"/>
              <a:gd name="T77" fmla="*/ 18 h 894"/>
              <a:gd name="T78" fmla="*/ 635 w 935"/>
              <a:gd name="T79" fmla="*/ 33 h 894"/>
              <a:gd name="T80" fmla="*/ 646 w 935"/>
              <a:gd name="T81" fmla="*/ 48 h 894"/>
              <a:gd name="T82" fmla="*/ 658 w 935"/>
              <a:gd name="T83" fmla="*/ 61 h 894"/>
              <a:gd name="T84" fmla="*/ 670 w 935"/>
              <a:gd name="T85" fmla="*/ 75 h 894"/>
              <a:gd name="T86" fmla="*/ 684 w 935"/>
              <a:gd name="T87" fmla="*/ 87 h 894"/>
              <a:gd name="T88" fmla="*/ 697 w 935"/>
              <a:gd name="T89" fmla="*/ 99 h 894"/>
              <a:gd name="T90" fmla="*/ 712 w 935"/>
              <a:gd name="T91" fmla="*/ 110 h 894"/>
              <a:gd name="T92" fmla="*/ 727 w 935"/>
              <a:gd name="T93" fmla="*/ 121 h 894"/>
              <a:gd name="T94" fmla="*/ 742 w 935"/>
              <a:gd name="T95" fmla="*/ 131 h 894"/>
              <a:gd name="T96" fmla="*/ 758 w 935"/>
              <a:gd name="T97" fmla="*/ 139 h 894"/>
              <a:gd name="T98" fmla="*/ 774 w 935"/>
              <a:gd name="T99" fmla="*/ 149 h 894"/>
              <a:gd name="T100" fmla="*/ 790 w 935"/>
              <a:gd name="T101" fmla="*/ 156 h 894"/>
              <a:gd name="T102" fmla="*/ 808 w 935"/>
              <a:gd name="T103" fmla="*/ 162 h 894"/>
              <a:gd name="T104" fmla="*/ 825 w 935"/>
              <a:gd name="T105" fmla="*/ 169 h 894"/>
              <a:gd name="T106" fmla="*/ 843 w 935"/>
              <a:gd name="T107" fmla="*/ 173 h 894"/>
              <a:gd name="T108" fmla="*/ 843 w 935"/>
              <a:gd name="T109" fmla="*/ 173 h 894"/>
              <a:gd name="T110" fmla="*/ 866 w 935"/>
              <a:gd name="T111" fmla="*/ 179 h 894"/>
              <a:gd name="T112" fmla="*/ 889 w 935"/>
              <a:gd name="T113" fmla="*/ 183 h 894"/>
              <a:gd name="T114" fmla="*/ 912 w 935"/>
              <a:gd name="T115" fmla="*/ 185 h 894"/>
              <a:gd name="T116" fmla="*/ 935 w 935"/>
              <a:gd name="T117" fmla="*/ 187 h 894"/>
              <a:gd name="T118" fmla="*/ 935 w 935"/>
              <a:gd name="T119" fmla="*/ 894 h 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35" h="894">
                <a:moveTo>
                  <a:pt x="935" y="894"/>
                </a:moveTo>
                <a:lnTo>
                  <a:pt x="935" y="894"/>
                </a:lnTo>
                <a:lnTo>
                  <a:pt x="900" y="893"/>
                </a:lnTo>
                <a:lnTo>
                  <a:pt x="866" y="891"/>
                </a:lnTo>
                <a:lnTo>
                  <a:pt x="832" y="889"/>
                </a:lnTo>
                <a:lnTo>
                  <a:pt x="798" y="885"/>
                </a:lnTo>
                <a:lnTo>
                  <a:pt x="765" y="879"/>
                </a:lnTo>
                <a:lnTo>
                  <a:pt x="731" y="874"/>
                </a:lnTo>
                <a:lnTo>
                  <a:pt x="697" y="866"/>
                </a:lnTo>
                <a:lnTo>
                  <a:pt x="663" y="858"/>
                </a:lnTo>
                <a:lnTo>
                  <a:pt x="663" y="858"/>
                </a:lnTo>
                <a:lnTo>
                  <a:pt x="616" y="844"/>
                </a:lnTo>
                <a:lnTo>
                  <a:pt x="569" y="828"/>
                </a:lnTo>
                <a:lnTo>
                  <a:pt x="522" y="810"/>
                </a:lnTo>
                <a:lnTo>
                  <a:pt x="476" y="790"/>
                </a:lnTo>
                <a:lnTo>
                  <a:pt x="473" y="796"/>
                </a:lnTo>
                <a:lnTo>
                  <a:pt x="473" y="792"/>
                </a:lnTo>
                <a:lnTo>
                  <a:pt x="319" y="881"/>
                </a:lnTo>
                <a:lnTo>
                  <a:pt x="319" y="700"/>
                </a:lnTo>
                <a:lnTo>
                  <a:pt x="318" y="698"/>
                </a:lnTo>
                <a:lnTo>
                  <a:pt x="318" y="698"/>
                </a:lnTo>
                <a:lnTo>
                  <a:pt x="272" y="665"/>
                </a:lnTo>
                <a:lnTo>
                  <a:pt x="227" y="628"/>
                </a:lnTo>
                <a:lnTo>
                  <a:pt x="185" y="590"/>
                </a:lnTo>
                <a:lnTo>
                  <a:pt x="145" y="550"/>
                </a:lnTo>
                <a:lnTo>
                  <a:pt x="107" y="507"/>
                </a:lnTo>
                <a:lnTo>
                  <a:pt x="72" y="462"/>
                </a:lnTo>
                <a:lnTo>
                  <a:pt x="38" y="415"/>
                </a:lnTo>
                <a:lnTo>
                  <a:pt x="7" y="366"/>
                </a:lnTo>
                <a:lnTo>
                  <a:pt x="7" y="366"/>
                </a:lnTo>
                <a:lnTo>
                  <a:pt x="0" y="354"/>
                </a:lnTo>
                <a:lnTo>
                  <a:pt x="171" y="256"/>
                </a:lnTo>
                <a:lnTo>
                  <a:pt x="266" y="200"/>
                </a:lnTo>
                <a:lnTo>
                  <a:pt x="288" y="56"/>
                </a:lnTo>
                <a:lnTo>
                  <a:pt x="423" y="110"/>
                </a:lnTo>
                <a:lnTo>
                  <a:pt x="613" y="0"/>
                </a:lnTo>
                <a:lnTo>
                  <a:pt x="613" y="2"/>
                </a:lnTo>
                <a:lnTo>
                  <a:pt x="613" y="2"/>
                </a:lnTo>
                <a:lnTo>
                  <a:pt x="624" y="18"/>
                </a:lnTo>
                <a:lnTo>
                  <a:pt x="635" y="33"/>
                </a:lnTo>
                <a:lnTo>
                  <a:pt x="646" y="48"/>
                </a:lnTo>
                <a:lnTo>
                  <a:pt x="658" y="61"/>
                </a:lnTo>
                <a:lnTo>
                  <a:pt x="670" y="75"/>
                </a:lnTo>
                <a:lnTo>
                  <a:pt x="684" y="87"/>
                </a:lnTo>
                <a:lnTo>
                  <a:pt x="697" y="99"/>
                </a:lnTo>
                <a:lnTo>
                  <a:pt x="712" y="110"/>
                </a:lnTo>
                <a:lnTo>
                  <a:pt x="727" y="121"/>
                </a:lnTo>
                <a:lnTo>
                  <a:pt x="742" y="131"/>
                </a:lnTo>
                <a:lnTo>
                  <a:pt x="758" y="139"/>
                </a:lnTo>
                <a:lnTo>
                  <a:pt x="774" y="149"/>
                </a:lnTo>
                <a:lnTo>
                  <a:pt x="790" y="156"/>
                </a:lnTo>
                <a:lnTo>
                  <a:pt x="808" y="162"/>
                </a:lnTo>
                <a:lnTo>
                  <a:pt x="825" y="169"/>
                </a:lnTo>
                <a:lnTo>
                  <a:pt x="843" y="173"/>
                </a:lnTo>
                <a:lnTo>
                  <a:pt x="843" y="173"/>
                </a:lnTo>
                <a:lnTo>
                  <a:pt x="866" y="179"/>
                </a:lnTo>
                <a:lnTo>
                  <a:pt x="889" y="183"/>
                </a:lnTo>
                <a:lnTo>
                  <a:pt x="912" y="185"/>
                </a:lnTo>
                <a:lnTo>
                  <a:pt x="935" y="187"/>
                </a:lnTo>
                <a:lnTo>
                  <a:pt x="935" y="8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4" name="Freeform 1460"/>
          <p:cNvSpPr>
            <a:spLocks/>
          </p:cNvSpPr>
          <p:nvPr/>
        </p:nvSpPr>
        <p:spPr bwMode="auto">
          <a:xfrm>
            <a:off x="1422163" y="4423108"/>
            <a:ext cx="1178472" cy="1126795"/>
          </a:xfrm>
          <a:custGeom>
            <a:avLst/>
            <a:gdLst>
              <a:gd name="T0" fmla="*/ 935 w 935"/>
              <a:gd name="T1" fmla="*/ 894 h 894"/>
              <a:gd name="T2" fmla="*/ 935 w 935"/>
              <a:gd name="T3" fmla="*/ 894 h 894"/>
              <a:gd name="T4" fmla="*/ 900 w 935"/>
              <a:gd name="T5" fmla="*/ 893 h 894"/>
              <a:gd name="T6" fmla="*/ 866 w 935"/>
              <a:gd name="T7" fmla="*/ 891 h 894"/>
              <a:gd name="T8" fmla="*/ 832 w 935"/>
              <a:gd name="T9" fmla="*/ 889 h 894"/>
              <a:gd name="T10" fmla="*/ 798 w 935"/>
              <a:gd name="T11" fmla="*/ 885 h 894"/>
              <a:gd name="T12" fmla="*/ 765 w 935"/>
              <a:gd name="T13" fmla="*/ 879 h 894"/>
              <a:gd name="T14" fmla="*/ 731 w 935"/>
              <a:gd name="T15" fmla="*/ 874 h 894"/>
              <a:gd name="T16" fmla="*/ 697 w 935"/>
              <a:gd name="T17" fmla="*/ 866 h 894"/>
              <a:gd name="T18" fmla="*/ 663 w 935"/>
              <a:gd name="T19" fmla="*/ 858 h 894"/>
              <a:gd name="T20" fmla="*/ 663 w 935"/>
              <a:gd name="T21" fmla="*/ 858 h 894"/>
              <a:gd name="T22" fmla="*/ 616 w 935"/>
              <a:gd name="T23" fmla="*/ 844 h 894"/>
              <a:gd name="T24" fmla="*/ 569 w 935"/>
              <a:gd name="T25" fmla="*/ 828 h 894"/>
              <a:gd name="T26" fmla="*/ 522 w 935"/>
              <a:gd name="T27" fmla="*/ 810 h 894"/>
              <a:gd name="T28" fmla="*/ 476 w 935"/>
              <a:gd name="T29" fmla="*/ 790 h 894"/>
              <a:gd name="T30" fmla="*/ 473 w 935"/>
              <a:gd name="T31" fmla="*/ 796 h 894"/>
              <a:gd name="T32" fmla="*/ 473 w 935"/>
              <a:gd name="T33" fmla="*/ 792 h 894"/>
              <a:gd name="T34" fmla="*/ 319 w 935"/>
              <a:gd name="T35" fmla="*/ 881 h 894"/>
              <a:gd name="T36" fmla="*/ 319 w 935"/>
              <a:gd name="T37" fmla="*/ 700 h 894"/>
              <a:gd name="T38" fmla="*/ 318 w 935"/>
              <a:gd name="T39" fmla="*/ 698 h 894"/>
              <a:gd name="T40" fmla="*/ 318 w 935"/>
              <a:gd name="T41" fmla="*/ 698 h 894"/>
              <a:gd name="T42" fmla="*/ 272 w 935"/>
              <a:gd name="T43" fmla="*/ 665 h 894"/>
              <a:gd name="T44" fmla="*/ 227 w 935"/>
              <a:gd name="T45" fmla="*/ 628 h 894"/>
              <a:gd name="T46" fmla="*/ 185 w 935"/>
              <a:gd name="T47" fmla="*/ 590 h 894"/>
              <a:gd name="T48" fmla="*/ 145 w 935"/>
              <a:gd name="T49" fmla="*/ 550 h 894"/>
              <a:gd name="T50" fmla="*/ 107 w 935"/>
              <a:gd name="T51" fmla="*/ 507 h 894"/>
              <a:gd name="T52" fmla="*/ 72 w 935"/>
              <a:gd name="T53" fmla="*/ 462 h 894"/>
              <a:gd name="T54" fmla="*/ 38 w 935"/>
              <a:gd name="T55" fmla="*/ 415 h 894"/>
              <a:gd name="T56" fmla="*/ 7 w 935"/>
              <a:gd name="T57" fmla="*/ 366 h 894"/>
              <a:gd name="T58" fmla="*/ 7 w 935"/>
              <a:gd name="T59" fmla="*/ 366 h 894"/>
              <a:gd name="T60" fmla="*/ 0 w 935"/>
              <a:gd name="T61" fmla="*/ 354 h 894"/>
              <a:gd name="T62" fmla="*/ 171 w 935"/>
              <a:gd name="T63" fmla="*/ 256 h 894"/>
              <a:gd name="T64" fmla="*/ 266 w 935"/>
              <a:gd name="T65" fmla="*/ 200 h 894"/>
              <a:gd name="T66" fmla="*/ 288 w 935"/>
              <a:gd name="T67" fmla="*/ 56 h 894"/>
              <a:gd name="T68" fmla="*/ 423 w 935"/>
              <a:gd name="T69" fmla="*/ 110 h 894"/>
              <a:gd name="T70" fmla="*/ 613 w 935"/>
              <a:gd name="T71" fmla="*/ 0 h 894"/>
              <a:gd name="T72" fmla="*/ 613 w 935"/>
              <a:gd name="T73" fmla="*/ 2 h 894"/>
              <a:gd name="T74" fmla="*/ 613 w 935"/>
              <a:gd name="T75" fmla="*/ 2 h 894"/>
              <a:gd name="T76" fmla="*/ 624 w 935"/>
              <a:gd name="T77" fmla="*/ 18 h 894"/>
              <a:gd name="T78" fmla="*/ 635 w 935"/>
              <a:gd name="T79" fmla="*/ 33 h 894"/>
              <a:gd name="T80" fmla="*/ 646 w 935"/>
              <a:gd name="T81" fmla="*/ 48 h 894"/>
              <a:gd name="T82" fmla="*/ 658 w 935"/>
              <a:gd name="T83" fmla="*/ 61 h 894"/>
              <a:gd name="T84" fmla="*/ 670 w 935"/>
              <a:gd name="T85" fmla="*/ 75 h 894"/>
              <a:gd name="T86" fmla="*/ 684 w 935"/>
              <a:gd name="T87" fmla="*/ 87 h 894"/>
              <a:gd name="T88" fmla="*/ 697 w 935"/>
              <a:gd name="T89" fmla="*/ 99 h 894"/>
              <a:gd name="T90" fmla="*/ 712 w 935"/>
              <a:gd name="T91" fmla="*/ 110 h 894"/>
              <a:gd name="T92" fmla="*/ 727 w 935"/>
              <a:gd name="T93" fmla="*/ 121 h 894"/>
              <a:gd name="T94" fmla="*/ 742 w 935"/>
              <a:gd name="T95" fmla="*/ 131 h 894"/>
              <a:gd name="T96" fmla="*/ 758 w 935"/>
              <a:gd name="T97" fmla="*/ 139 h 894"/>
              <a:gd name="T98" fmla="*/ 774 w 935"/>
              <a:gd name="T99" fmla="*/ 149 h 894"/>
              <a:gd name="T100" fmla="*/ 790 w 935"/>
              <a:gd name="T101" fmla="*/ 156 h 894"/>
              <a:gd name="T102" fmla="*/ 808 w 935"/>
              <a:gd name="T103" fmla="*/ 162 h 894"/>
              <a:gd name="T104" fmla="*/ 825 w 935"/>
              <a:gd name="T105" fmla="*/ 169 h 894"/>
              <a:gd name="T106" fmla="*/ 843 w 935"/>
              <a:gd name="T107" fmla="*/ 173 h 894"/>
              <a:gd name="T108" fmla="*/ 843 w 935"/>
              <a:gd name="T109" fmla="*/ 173 h 894"/>
              <a:gd name="T110" fmla="*/ 866 w 935"/>
              <a:gd name="T111" fmla="*/ 179 h 894"/>
              <a:gd name="T112" fmla="*/ 889 w 935"/>
              <a:gd name="T113" fmla="*/ 183 h 894"/>
              <a:gd name="T114" fmla="*/ 912 w 935"/>
              <a:gd name="T115" fmla="*/ 185 h 894"/>
              <a:gd name="T116" fmla="*/ 935 w 935"/>
              <a:gd name="T117" fmla="*/ 187 h 894"/>
              <a:gd name="T118" fmla="*/ 935 w 935"/>
              <a:gd name="T119" fmla="*/ 894 h 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35" h="894">
                <a:moveTo>
                  <a:pt x="935" y="894"/>
                </a:moveTo>
                <a:lnTo>
                  <a:pt x="935" y="894"/>
                </a:lnTo>
                <a:lnTo>
                  <a:pt x="900" y="893"/>
                </a:lnTo>
                <a:lnTo>
                  <a:pt x="866" y="891"/>
                </a:lnTo>
                <a:lnTo>
                  <a:pt x="832" y="889"/>
                </a:lnTo>
                <a:lnTo>
                  <a:pt x="798" y="885"/>
                </a:lnTo>
                <a:lnTo>
                  <a:pt x="765" y="879"/>
                </a:lnTo>
                <a:lnTo>
                  <a:pt x="731" y="874"/>
                </a:lnTo>
                <a:lnTo>
                  <a:pt x="697" y="866"/>
                </a:lnTo>
                <a:lnTo>
                  <a:pt x="663" y="858"/>
                </a:lnTo>
                <a:lnTo>
                  <a:pt x="663" y="858"/>
                </a:lnTo>
                <a:lnTo>
                  <a:pt x="616" y="844"/>
                </a:lnTo>
                <a:lnTo>
                  <a:pt x="569" y="828"/>
                </a:lnTo>
                <a:lnTo>
                  <a:pt x="522" y="810"/>
                </a:lnTo>
                <a:lnTo>
                  <a:pt x="476" y="790"/>
                </a:lnTo>
                <a:lnTo>
                  <a:pt x="473" y="796"/>
                </a:lnTo>
                <a:lnTo>
                  <a:pt x="473" y="792"/>
                </a:lnTo>
                <a:lnTo>
                  <a:pt x="319" y="881"/>
                </a:lnTo>
                <a:lnTo>
                  <a:pt x="319" y="700"/>
                </a:lnTo>
                <a:lnTo>
                  <a:pt x="318" y="698"/>
                </a:lnTo>
                <a:lnTo>
                  <a:pt x="318" y="698"/>
                </a:lnTo>
                <a:lnTo>
                  <a:pt x="272" y="665"/>
                </a:lnTo>
                <a:lnTo>
                  <a:pt x="227" y="628"/>
                </a:lnTo>
                <a:lnTo>
                  <a:pt x="185" y="590"/>
                </a:lnTo>
                <a:lnTo>
                  <a:pt x="145" y="550"/>
                </a:lnTo>
                <a:lnTo>
                  <a:pt x="107" y="507"/>
                </a:lnTo>
                <a:lnTo>
                  <a:pt x="72" y="462"/>
                </a:lnTo>
                <a:lnTo>
                  <a:pt x="38" y="415"/>
                </a:lnTo>
                <a:lnTo>
                  <a:pt x="7" y="366"/>
                </a:lnTo>
                <a:lnTo>
                  <a:pt x="7" y="366"/>
                </a:lnTo>
                <a:lnTo>
                  <a:pt x="0" y="354"/>
                </a:lnTo>
                <a:lnTo>
                  <a:pt x="171" y="256"/>
                </a:lnTo>
                <a:lnTo>
                  <a:pt x="266" y="200"/>
                </a:lnTo>
                <a:lnTo>
                  <a:pt x="288" y="56"/>
                </a:lnTo>
                <a:lnTo>
                  <a:pt x="423" y="110"/>
                </a:lnTo>
                <a:lnTo>
                  <a:pt x="613" y="0"/>
                </a:lnTo>
                <a:lnTo>
                  <a:pt x="613" y="2"/>
                </a:lnTo>
                <a:lnTo>
                  <a:pt x="613" y="2"/>
                </a:lnTo>
                <a:lnTo>
                  <a:pt x="624" y="18"/>
                </a:lnTo>
                <a:lnTo>
                  <a:pt x="635" y="33"/>
                </a:lnTo>
                <a:lnTo>
                  <a:pt x="646" y="48"/>
                </a:lnTo>
                <a:lnTo>
                  <a:pt x="658" y="61"/>
                </a:lnTo>
                <a:lnTo>
                  <a:pt x="670" y="75"/>
                </a:lnTo>
                <a:lnTo>
                  <a:pt x="684" y="87"/>
                </a:lnTo>
                <a:lnTo>
                  <a:pt x="697" y="99"/>
                </a:lnTo>
                <a:lnTo>
                  <a:pt x="712" y="110"/>
                </a:lnTo>
                <a:lnTo>
                  <a:pt x="727" y="121"/>
                </a:lnTo>
                <a:lnTo>
                  <a:pt x="742" y="131"/>
                </a:lnTo>
                <a:lnTo>
                  <a:pt x="758" y="139"/>
                </a:lnTo>
                <a:lnTo>
                  <a:pt x="774" y="149"/>
                </a:lnTo>
                <a:lnTo>
                  <a:pt x="790" y="156"/>
                </a:lnTo>
                <a:lnTo>
                  <a:pt x="808" y="162"/>
                </a:lnTo>
                <a:lnTo>
                  <a:pt x="825" y="169"/>
                </a:lnTo>
                <a:lnTo>
                  <a:pt x="843" y="173"/>
                </a:lnTo>
                <a:lnTo>
                  <a:pt x="843" y="173"/>
                </a:lnTo>
                <a:lnTo>
                  <a:pt x="866" y="179"/>
                </a:lnTo>
                <a:lnTo>
                  <a:pt x="889" y="183"/>
                </a:lnTo>
                <a:lnTo>
                  <a:pt x="912" y="185"/>
                </a:lnTo>
                <a:lnTo>
                  <a:pt x="935" y="187"/>
                </a:lnTo>
                <a:lnTo>
                  <a:pt x="935" y="89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5" name="Freeform 1461"/>
          <p:cNvSpPr>
            <a:spLocks noEditPoints="1"/>
          </p:cNvSpPr>
          <p:nvPr/>
        </p:nvSpPr>
        <p:spPr bwMode="auto">
          <a:xfrm>
            <a:off x="1412080" y="4415545"/>
            <a:ext cx="1194857" cy="1141920"/>
          </a:xfrm>
          <a:custGeom>
            <a:avLst/>
            <a:gdLst>
              <a:gd name="T0" fmla="*/ 619 w 948"/>
              <a:gd name="T1" fmla="*/ 15 h 906"/>
              <a:gd name="T2" fmla="*/ 640 w 948"/>
              <a:gd name="T3" fmla="*/ 44 h 906"/>
              <a:gd name="T4" fmla="*/ 663 w 948"/>
              <a:gd name="T5" fmla="*/ 73 h 906"/>
              <a:gd name="T6" fmla="*/ 689 w 948"/>
              <a:gd name="T7" fmla="*/ 98 h 906"/>
              <a:gd name="T8" fmla="*/ 717 w 948"/>
              <a:gd name="T9" fmla="*/ 121 h 906"/>
              <a:gd name="T10" fmla="*/ 748 w 948"/>
              <a:gd name="T11" fmla="*/ 143 h 906"/>
              <a:gd name="T12" fmla="*/ 781 w 948"/>
              <a:gd name="T13" fmla="*/ 159 h 906"/>
              <a:gd name="T14" fmla="*/ 814 w 948"/>
              <a:gd name="T15" fmla="*/ 174 h 906"/>
              <a:gd name="T16" fmla="*/ 849 w 948"/>
              <a:gd name="T17" fmla="*/ 185 h 906"/>
              <a:gd name="T18" fmla="*/ 871 w 948"/>
              <a:gd name="T19" fmla="*/ 190 h 906"/>
              <a:gd name="T20" fmla="*/ 914 w 948"/>
              <a:gd name="T21" fmla="*/ 197 h 906"/>
              <a:gd name="T22" fmla="*/ 937 w 948"/>
              <a:gd name="T23" fmla="*/ 895 h 906"/>
              <a:gd name="T24" fmla="*/ 903 w 948"/>
              <a:gd name="T25" fmla="*/ 893 h 906"/>
              <a:gd name="T26" fmla="*/ 837 w 948"/>
              <a:gd name="T27" fmla="*/ 889 h 906"/>
              <a:gd name="T28" fmla="*/ 771 w 948"/>
              <a:gd name="T29" fmla="*/ 880 h 906"/>
              <a:gd name="T30" fmla="*/ 705 w 948"/>
              <a:gd name="T31" fmla="*/ 866 h 906"/>
              <a:gd name="T32" fmla="*/ 673 w 948"/>
              <a:gd name="T33" fmla="*/ 858 h 906"/>
              <a:gd name="T34" fmla="*/ 578 w 948"/>
              <a:gd name="T35" fmla="*/ 830 h 906"/>
              <a:gd name="T36" fmla="*/ 486 w 948"/>
              <a:gd name="T37" fmla="*/ 791 h 906"/>
              <a:gd name="T38" fmla="*/ 478 w 948"/>
              <a:gd name="T39" fmla="*/ 793 h 906"/>
              <a:gd name="T40" fmla="*/ 332 w 948"/>
              <a:gd name="T41" fmla="*/ 708 h 906"/>
              <a:gd name="T42" fmla="*/ 328 w 948"/>
              <a:gd name="T43" fmla="*/ 700 h 906"/>
              <a:gd name="T44" fmla="*/ 282 w 948"/>
              <a:gd name="T45" fmla="*/ 667 h 906"/>
              <a:gd name="T46" fmla="*/ 197 w 948"/>
              <a:gd name="T47" fmla="*/ 592 h 906"/>
              <a:gd name="T48" fmla="*/ 119 w 948"/>
              <a:gd name="T49" fmla="*/ 510 h 906"/>
              <a:gd name="T50" fmla="*/ 52 w 948"/>
              <a:gd name="T51" fmla="*/ 418 h 906"/>
              <a:gd name="T52" fmla="*/ 21 w 948"/>
              <a:gd name="T53" fmla="*/ 370 h 906"/>
              <a:gd name="T54" fmla="*/ 181 w 948"/>
              <a:gd name="T55" fmla="*/ 267 h 906"/>
              <a:gd name="T56" fmla="*/ 280 w 948"/>
              <a:gd name="T57" fmla="*/ 210 h 906"/>
              <a:gd name="T58" fmla="*/ 300 w 948"/>
              <a:gd name="T59" fmla="*/ 70 h 906"/>
              <a:gd name="T60" fmla="*/ 431 w 948"/>
              <a:gd name="T61" fmla="*/ 123 h 906"/>
              <a:gd name="T62" fmla="*/ 619 w 948"/>
              <a:gd name="T63" fmla="*/ 15 h 906"/>
              <a:gd name="T64" fmla="*/ 431 w 948"/>
              <a:gd name="T65" fmla="*/ 110 h 906"/>
              <a:gd name="T66" fmla="*/ 269 w 948"/>
              <a:gd name="T67" fmla="*/ 204 h 906"/>
              <a:gd name="T68" fmla="*/ 0 w 948"/>
              <a:gd name="T69" fmla="*/ 359 h 906"/>
              <a:gd name="T70" fmla="*/ 11 w 948"/>
              <a:gd name="T71" fmla="*/ 375 h 906"/>
              <a:gd name="T72" fmla="*/ 42 w 948"/>
              <a:gd name="T73" fmla="*/ 425 h 906"/>
              <a:gd name="T74" fmla="*/ 112 w 948"/>
              <a:gd name="T75" fmla="*/ 517 h 906"/>
              <a:gd name="T76" fmla="*/ 191 w 948"/>
              <a:gd name="T77" fmla="*/ 600 h 906"/>
              <a:gd name="T78" fmla="*/ 276 w 948"/>
              <a:gd name="T79" fmla="*/ 675 h 906"/>
              <a:gd name="T80" fmla="*/ 322 w 948"/>
              <a:gd name="T81" fmla="*/ 896 h 906"/>
              <a:gd name="T82" fmla="*/ 482 w 948"/>
              <a:gd name="T83" fmla="*/ 802 h 906"/>
              <a:gd name="T84" fmla="*/ 527 w 948"/>
              <a:gd name="T85" fmla="*/ 822 h 906"/>
              <a:gd name="T86" fmla="*/ 621 w 948"/>
              <a:gd name="T87" fmla="*/ 856 h 906"/>
              <a:gd name="T88" fmla="*/ 670 w 948"/>
              <a:gd name="T89" fmla="*/ 869 h 906"/>
              <a:gd name="T90" fmla="*/ 739 w 948"/>
              <a:gd name="T91" fmla="*/ 885 h 906"/>
              <a:gd name="T92" fmla="*/ 809 w 948"/>
              <a:gd name="T93" fmla="*/ 896 h 906"/>
              <a:gd name="T94" fmla="*/ 878 w 948"/>
              <a:gd name="T95" fmla="*/ 903 h 906"/>
              <a:gd name="T96" fmla="*/ 948 w 948"/>
              <a:gd name="T97" fmla="*/ 906 h 906"/>
              <a:gd name="T98" fmla="*/ 948 w 948"/>
              <a:gd name="T99" fmla="*/ 187 h 906"/>
              <a:gd name="T100" fmla="*/ 899 w 948"/>
              <a:gd name="T101" fmla="*/ 183 h 906"/>
              <a:gd name="T102" fmla="*/ 852 w 948"/>
              <a:gd name="T103" fmla="*/ 175 h 906"/>
              <a:gd name="T104" fmla="*/ 835 w 948"/>
              <a:gd name="T105" fmla="*/ 170 h 906"/>
              <a:gd name="T106" fmla="*/ 801 w 948"/>
              <a:gd name="T107" fmla="*/ 156 h 906"/>
              <a:gd name="T108" fmla="*/ 768 w 948"/>
              <a:gd name="T109" fmla="*/ 141 h 906"/>
              <a:gd name="T110" fmla="*/ 737 w 948"/>
              <a:gd name="T111" fmla="*/ 123 h 906"/>
              <a:gd name="T112" fmla="*/ 709 w 948"/>
              <a:gd name="T113" fmla="*/ 101 h 906"/>
              <a:gd name="T114" fmla="*/ 682 w 948"/>
              <a:gd name="T115" fmla="*/ 77 h 906"/>
              <a:gd name="T116" fmla="*/ 658 w 948"/>
              <a:gd name="T117" fmla="*/ 50 h 906"/>
              <a:gd name="T118" fmla="*/ 636 w 948"/>
              <a:gd name="T119" fmla="*/ 21 h 906"/>
              <a:gd name="T120" fmla="*/ 623 w 948"/>
              <a:gd name="T121" fmla="*/ 0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48" h="906">
                <a:moveTo>
                  <a:pt x="619" y="15"/>
                </a:moveTo>
                <a:lnTo>
                  <a:pt x="619" y="15"/>
                </a:lnTo>
                <a:lnTo>
                  <a:pt x="629" y="29"/>
                </a:lnTo>
                <a:lnTo>
                  <a:pt x="640" y="44"/>
                </a:lnTo>
                <a:lnTo>
                  <a:pt x="651" y="59"/>
                </a:lnTo>
                <a:lnTo>
                  <a:pt x="663" y="73"/>
                </a:lnTo>
                <a:lnTo>
                  <a:pt x="677" y="86"/>
                </a:lnTo>
                <a:lnTo>
                  <a:pt x="689" y="98"/>
                </a:lnTo>
                <a:lnTo>
                  <a:pt x="704" y="110"/>
                </a:lnTo>
                <a:lnTo>
                  <a:pt x="717" y="121"/>
                </a:lnTo>
                <a:lnTo>
                  <a:pt x="732" y="132"/>
                </a:lnTo>
                <a:lnTo>
                  <a:pt x="748" y="143"/>
                </a:lnTo>
                <a:lnTo>
                  <a:pt x="764" y="151"/>
                </a:lnTo>
                <a:lnTo>
                  <a:pt x="781" y="159"/>
                </a:lnTo>
                <a:lnTo>
                  <a:pt x="797" y="167"/>
                </a:lnTo>
                <a:lnTo>
                  <a:pt x="814" y="174"/>
                </a:lnTo>
                <a:lnTo>
                  <a:pt x="832" y="179"/>
                </a:lnTo>
                <a:lnTo>
                  <a:pt x="849" y="185"/>
                </a:lnTo>
                <a:lnTo>
                  <a:pt x="849" y="185"/>
                </a:lnTo>
                <a:lnTo>
                  <a:pt x="871" y="190"/>
                </a:lnTo>
                <a:lnTo>
                  <a:pt x="893" y="194"/>
                </a:lnTo>
                <a:lnTo>
                  <a:pt x="914" y="197"/>
                </a:lnTo>
                <a:lnTo>
                  <a:pt x="937" y="198"/>
                </a:lnTo>
                <a:lnTo>
                  <a:pt x="937" y="895"/>
                </a:lnTo>
                <a:lnTo>
                  <a:pt x="937" y="895"/>
                </a:lnTo>
                <a:lnTo>
                  <a:pt x="903" y="893"/>
                </a:lnTo>
                <a:lnTo>
                  <a:pt x="870" y="892"/>
                </a:lnTo>
                <a:lnTo>
                  <a:pt x="837" y="889"/>
                </a:lnTo>
                <a:lnTo>
                  <a:pt x="804" y="885"/>
                </a:lnTo>
                <a:lnTo>
                  <a:pt x="771" y="880"/>
                </a:lnTo>
                <a:lnTo>
                  <a:pt x="739" y="873"/>
                </a:lnTo>
                <a:lnTo>
                  <a:pt x="705" y="866"/>
                </a:lnTo>
                <a:lnTo>
                  <a:pt x="673" y="858"/>
                </a:lnTo>
                <a:lnTo>
                  <a:pt x="673" y="858"/>
                </a:lnTo>
                <a:lnTo>
                  <a:pt x="625" y="845"/>
                </a:lnTo>
                <a:lnTo>
                  <a:pt x="578" y="830"/>
                </a:lnTo>
                <a:lnTo>
                  <a:pt x="532" y="811"/>
                </a:lnTo>
                <a:lnTo>
                  <a:pt x="486" y="791"/>
                </a:lnTo>
                <a:lnTo>
                  <a:pt x="482" y="799"/>
                </a:lnTo>
                <a:lnTo>
                  <a:pt x="478" y="793"/>
                </a:lnTo>
                <a:lnTo>
                  <a:pt x="332" y="877"/>
                </a:lnTo>
                <a:lnTo>
                  <a:pt x="332" y="708"/>
                </a:lnTo>
                <a:lnTo>
                  <a:pt x="332" y="703"/>
                </a:lnTo>
                <a:lnTo>
                  <a:pt x="328" y="700"/>
                </a:lnTo>
                <a:lnTo>
                  <a:pt x="328" y="700"/>
                </a:lnTo>
                <a:lnTo>
                  <a:pt x="282" y="667"/>
                </a:lnTo>
                <a:lnTo>
                  <a:pt x="239" y="630"/>
                </a:lnTo>
                <a:lnTo>
                  <a:pt x="197" y="592"/>
                </a:lnTo>
                <a:lnTo>
                  <a:pt x="157" y="552"/>
                </a:lnTo>
                <a:lnTo>
                  <a:pt x="119" y="510"/>
                </a:lnTo>
                <a:lnTo>
                  <a:pt x="84" y="465"/>
                </a:lnTo>
                <a:lnTo>
                  <a:pt x="52" y="418"/>
                </a:lnTo>
                <a:lnTo>
                  <a:pt x="21" y="370"/>
                </a:lnTo>
                <a:lnTo>
                  <a:pt x="21" y="370"/>
                </a:lnTo>
                <a:lnTo>
                  <a:pt x="15" y="363"/>
                </a:lnTo>
                <a:lnTo>
                  <a:pt x="181" y="267"/>
                </a:lnTo>
                <a:lnTo>
                  <a:pt x="274" y="212"/>
                </a:lnTo>
                <a:lnTo>
                  <a:pt x="280" y="210"/>
                </a:lnTo>
                <a:lnTo>
                  <a:pt x="280" y="205"/>
                </a:lnTo>
                <a:lnTo>
                  <a:pt x="300" y="70"/>
                </a:lnTo>
                <a:lnTo>
                  <a:pt x="427" y="120"/>
                </a:lnTo>
                <a:lnTo>
                  <a:pt x="431" y="123"/>
                </a:lnTo>
                <a:lnTo>
                  <a:pt x="436" y="120"/>
                </a:lnTo>
                <a:lnTo>
                  <a:pt x="619" y="15"/>
                </a:lnTo>
                <a:close/>
                <a:moveTo>
                  <a:pt x="623" y="0"/>
                </a:moveTo>
                <a:lnTo>
                  <a:pt x="431" y="110"/>
                </a:lnTo>
                <a:lnTo>
                  <a:pt x="292" y="55"/>
                </a:lnTo>
                <a:lnTo>
                  <a:pt x="269" y="204"/>
                </a:lnTo>
                <a:lnTo>
                  <a:pt x="176" y="258"/>
                </a:lnTo>
                <a:lnTo>
                  <a:pt x="0" y="359"/>
                </a:lnTo>
                <a:lnTo>
                  <a:pt x="0" y="359"/>
                </a:lnTo>
                <a:lnTo>
                  <a:pt x="11" y="375"/>
                </a:lnTo>
                <a:lnTo>
                  <a:pt x="11" y="375"/>
                </a:lnTo>
                <a:lnTo>
                  <a:pt x="42" y="425"/>
                </a:lnTo>
                <a:lnTo>
                  <a:pt x="76" y="472"/>
                </a:lnTo>
                <a:lnTo>
                  <a:pt x="112" y="517"/>
                </a:lnTo>
                <a:lnTo>
                  <a:pt x="150" y="560"/>
                </a:lnTo>
                <a:lnTo>
                  <a:pt x="191" y="600"/>
                </a:lnTo>
                <a:lnTo>
                  <a:pt x="233" y="640"/>
                </a:lnTo>
                <a:lnTo>
                  <a:pt x="276" y="675"/>
                </a:lnTo>
                <a:lnTo>
                  <a:pt x="322" y="708"/>
                </a:lnTo>
                <a:lnTo>
                  <a:pt x="322" y="896"/>
                </a:lnTo>
                <a:lnTo>
                  <a:pt x="484" y="803"/>
                </a:lnTo>
                <a:lnTo>
                  <a:pt x="482" y="802"/>
                </a:lnTo>
                <a:lnTo>
                  <a:pt x="482" y="802"/>
                </a:lnTo>
                <a:lnTo>
                  <a:pt x="527" y="822"/>
                </a:lnTo>
                <a:lnTo>
                  <a:pt x="574" y="839"/>
                </a:lnTo>
                <a:lnTo>
                  <a:pt x="621" y="856"/>
                </a:lnTo>
                <a:lnTo>
                  <a:pt x="670" y="869"/>
                </a:lnTo>
                <a:lnTo>
                  <a:pt x="670" y="869"/>
                </a:lnTo>
                <a:lnTo>
                  <a:pt x="705" y="877"/>
                </a:lnTo>
                <a:lnTo>
                  <a:pt x="739" y="885"/>
                </a:lnTo>
                <a:lnTo>
                  <a:pt x="774" y="891"/>
                </a:lnTo>
                <a:lnTo>
                  <a:pt x="809" y="896"/>
                </a:lnTo>
                <a:lnTo>
                  <a:pt x="843" y="900"/>
                </a:lnTo>
                <a:lnTo>
                  <a:pt x="878" y="903"/>
                </a:lnTo>
                <a:lnTo>
                  <a:pt x="913" y="904"/>
                </a:lnTo>
                <a:lnTo>
                  <a:pt x="948" y="906"/>
                </a:lnTo>
                <a:lnTo>
                  <a:pt x="948" y="187"/>
                </a:lnTo>
                <a:lnTo>
                  <a:pt x="948" y="187"/>
                </a:lnTo>
                <a:lnTo>
                  <a:pt x="924" y="186"/>
                </a:lnTo>
                <a:lnTo>
                  <a:pt x="899" y="183"/>
                </a:lnTo>
                <a:lnTo>
                  <a:pt x="876" y="181"/>
                </a:lnTo>
                <a:lnTo>
                  <a:pt x="852" y="175"/>
                </a:lnTo>
                <a:lnTo>
                  <a:pt x="852" y="175"/>
                </a:lnTo>
                <a:lnTo>
                  <a:pt x="835" y="170"/>
                </a:lnTo>
                <a:lnTo>
                  <a:pt x="817" y="163"/>
                </a:lnTo>
                <a:lnTo>
                  <a:pt x="801" y="156"/>
                </a:lnTo>
                <a:lnTo>
                  <a:pt x="785" y="150"/>
                </a:lnTo>
                <a:lnTo>
                  <a:pt x="768" y="141"/>
                </a:lnTo>
                <a:lnTo>
                  <a:pt x="752" y="132"/>
                </a:lnTo>
                <a:lnTo>
                  <a:pt x="737" y="123"/>
                </a:lnTo>
                <a:lnTo>
                  <a:pt x="723" y="112"/>
                </a:lnTo>
                <a:lnTo>
                  <a:pt x="709" y="101"/>
                </a:lnTo>
                <a:lnTo>
                  <a:pt x="696" y="89"/>
                </a:lnTo>
                <a:lnTo>
                  <a:pt x="682" y="77"/>
                </a:lnTo>
                <a:lnTo>
                  <a:pt x="670" y="63"/>
                </a:lnTo>
                <a:lnTo>
                  <a:pt x="658" y="50"/>
                </a:lnTo>
                <a:lnTo>
                  <a:pt x="647" y="36"/>
                </a:lnTo>
                <a:lnTo>
                  <a:pt x="636" y="21"/>
                </a:lnTo>
                <a:lnTo>
                  <a:pt x="627" y="5"/>
                </a:lnTo>
                <a:lnTo>
                  <a:pt x="623" y="0"/>
                </a:lnTo>
                <a:close/>
              </a:path>
            </a:pathLst>
          </a:custGeom>
          <a:solidFill>
            <a:srgbClr val="C2B5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6" name="Freeform 1462"/>
          <p:cNvSpPr>
            <a:spLocks/>
          </p:cNvSpPr>
          <p:nvPr/>
        </p:nvSpPr>
        <p:spPr bwMode="auto">
          <a:xfrm>
            <a:off x="1430986" y="4434451"/>
            <a:ext cx="1162086" cy="1109149"/>
          </a:xfrm>
          <a:custGeom>
            <a:avLst/>
            <a:gdLst>
              <a:gd name="T0" fmla="*/ 604 w 922"/>
              <a:gd name="T1" fmla="*/ 0 h 880"/>
              <a:gd name="T2" fmla="*/ 625 w 922"/>
              <a:gd name="T3" fmla="*/ 29 h 880"/>
              <a:gd name="T4" fmla="*/ 648 w 922"/>
              <a:gd name="T5" fmla="*/ 58 h 880"/>
              <a:gd name="T6" fmla="*/ 674 w 922"/>
              <a:gd name="T7" fmla="*/ 83 h 880"/>
              <a:gd name="T8" fmla="*/ 702 w 922"/>
              <a:gd name="T9" fmla="*/ 106 h 880"/>
              <a:gd name="T10" fmla="*/ 733 w 922"/>
              <a:gd name="T11" fmla="*/ 128 h 880"/>
              <a:gd name="T12" fmla="*/ 766 w 922"/>
              <a:gd name="T13" fmla="*/ 144 h 880"/>
              <a:gd name="T14" fmla="*/ 799 w 922"/>
              <a:gd name="T15" fmla="*/ 159 h 880"/>
              <a:gd name="T16" fmla="*/ 834 w 922"/>
              <a:gd name="T17" fmla="*/ 170 h 880"/>
              <a:gd name="T18" fmla="*/ 856 w 922"/>
              <a:gd name="T19" fmla="*/ 175 h 880"/>
              <a:gd name="T20" fmla="*/ 899 w 922"/>
              <a:gd name="T21" fmla="*/ 182 h 880"/>
              <a:gd name="T22" fmla="*/ 922 w 922"/>
              <a:gd name="T23" fmla="*/ 880 h 880"/>
              <a:gd name="T24" fmla="*/ 888 w 922"/>
              <a:gd name="T25" fmla="*/ 878 h 880"/>
              <a:gd name="T26" fmla="*/ 822 w 922"/>
              <a:gd name="T27" fmla="*/ 874 h 880"/>
              <a:gd name="T28" fmla="*/ 756 w 922"/>
              <a:gd name="T29" fmla="*/ 865 h 880"/>
              <a:gd name="T30" fmla="*/ 690 w 922"/>
              <a:gd name="T31" fmla="*/ 851 h 880"/>
              <a:gd name="T32" fmla="*/ 658 w 922"/>
              <a:gd name="T33" fmla="*/ 843 h 880"/>
              <a:gd name="T34" fmla="*/ 563 w 922"/>
              <a:gd name="T35" fmla="*/ 815 h 880"/>
              <a:gd name="T36" fmla="*/ 471 w 922"/>
              <a:gd name="T37" fmla="*/ 776 h 880"/>
              <a:gd name="T38" fmla="*/ 463 w 922"/>
              <a:gd name="T39" fmla="*/ 778 h 880"/>
              <a:gd name="T40" fmla="*/ 317 w 922"/>
              <a:gd name="T41" fmla="*/ 693 h 880"/>
              <a:gd name="T42" fmla="*/ 313 w 922"/>
              <a:gd name="T43" fmla="*/ 685 h 880"/>
              <a:gd name="T44" fmla="*/ 267 w 922"/>
              <a:gd name="T45" fmla="*/ 652 h 880"/>
              <a:gd name="T46" fmla="*/ 182 w 922"/>
              <a:gd name="T47" fmla="*/ 577 h 880"/>
              <a:gd name="T48" fmla="*/ 104 w 922"/>
              <a:gd name="T49" fmla="*/ 495 h 880"/>
              <a:gd name="T50" fmla="*/ 37 w 922"/>
              <a:gd name="T51" fmla="*/ 403 h 880"/>
              <a:gd name="T52" fmla="*/ 6 w 922"/>
              <a:gd name="T53" fmla="*/ 355 h 880"/>
              <a:gd name="T54" fmla="*/ 166 w 922"/>
              <a:gd name="T55" fmla="*/ 252 h 880"/>
              <a:gd name="T56" fmla="*/ 265 w 922"/>
              <a:gd name="T57" fmla="*/ 195 h 880"/>
              <a:gd name="T58" fmla="*/ 285 w 922"/>
              <a:gd name="T59" fmla="*/ 55 h 880"/>
              <a:gd name="T60" fmla="*/ 416 w 922"/>
              <a:gd name="T61" fmla="*/ 108 h 880"/>
              <a:gd name="T62" fmla="*/ 604 w 922"/>
              <a:gd name="T63" fmla="*/ 0 h 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22" h="880">
                <a:moveTo>
                  <a:pt x="604" y="0"/>
                </a:moveTo>
                <a:lnTo>
                  <a:pt x="604" y="0"/>
                </a:lnTo>
                <a:lnTo>
                  <a:pt x="614" y="14"/>
                </a:lnTo>
                <a:lnTo>
                  <a:pt x="625" y="29"/>
                </a:lnTo>
                <a:lnTo>
                  <a:pt x="636" y="44"/>
                </a:lnTo>
                <a:lnTo>
                  <a:pt x="648" y="58"/>
                </a:lnTo>
                <a:lnTo>
                  <a:pt x="662" y="71"/>
                </a:lnTo>
                <a:lnTo>
                  <a:pt x="674" y="83"/>
                </a:lnTo>
                <a:lnTo>
                  <a:pt x="689" y="95"/>
                </a:lnTo>
                <a:lnTo>
                  <a:pt x="702" y="106"/>
                </a:lnTo>
                <a:lnTo>
                  <a:pt x="717" y="117"/>
                </a:lnTo>
                <a:lnTo>
                  <a:pt x="733" y="128"/>
                </a:lnTo>
                <a:lnTo>
                  <a:pt x="749" y="136"/>
                </a:lnTo>
                <a:lnTo>
                  <a:pt x="766" y="144"/>
                </a:lnTo>
                <a:lnTo>
                  <a:pt x="782" y="152"/>
                </a:lnTo>
                <a:lnTo>
                  <a:pt x="799" y="159"/>
                </a:lnTo>
                <a:lnTo>
                  <a:pt x="817" y="164"/>
                </a:lnTo>
                <a:lnTo>
                  <a:pt x="834" y="170"/>
                </a:lnTo>
                <a:lnTo>
                  <a:pt x="834" y="170"/>
                </a:lnTo>
                <a:lnTo>
                  <a:pt x="856" y="175"/>
                </a:lnTo>
                <a:lnTo>
                  <a:pt x="878" y="179"/>
                </a:lnTo>
                <a:lnTo>
                  <a:pt x="899" y="182"/>
                </a:lnTo>
                <a:lnTo>
                  <a:pt x="922" y="183"/>
                </a:lnTo>
                <a:lnTo>
                  <a:pt x="922" y="880"/>
                </a:lnTo>
                <a:lnTo>
                  <a:pt x="922" y="880"/>
                </a:lnTo>
                <a:lnTo>
                  <a:pt x="888" y="878"/>
                </a:lnTo>
                <a:lnTo>
                  <a:pt x="855" y="877"/>
                </a:lnTo>
                <a:lnTo>
                  <a:pt x="822" y="874"/>
                </a:lnTo>
                <a:lnTo>
                  <a:pt x="789" y="870"/>
                </a:lnTo>
                <a:lnTo>
                  <a:pt x="756" y="865"/>
                </a:lnTo>
                <a:lnTo>
                  <a:pt x="724" y="858"/>
                </a:lnTo>
                <a:lnTo>
                  <a:pt x="690" y="851"/>
                </a:lnTo>
                <a:lnTo>
                  <a:pt x="658" y="843"/>
                </a:lnTo>
                <a:lnTo>
                  <a:pt x="658" y="843"/>
                </a:lnTo>
                <a:lnTo>
                  <a:pt x="610" y="830"/>
                </a:lnTo>
                <a:lnTo>
                  <a:pt x="563" y="815"/>
                </a:lnTo>
                <a:lnTo>
                  <a:pt x="517" y="796"/>
                </a:lnTo>
                <a:lnTo>
                  <a:pt x="471" y="776"/>
                </a:lnTo>
                <a:lnTo>
                  <a:pt x="467" y="784"/>
                </a:lnTo>
                <a:lnTo>
                  <a:pt x="463" y="778"/>
                </a:lnTo>
                <a:lnTo>
                  <a:pt x="317" y="862"/>
                </a:lnTo>
                <a:lnTo>
                  <a:pt x="317" y="693"/>
                </a:lnTo>
                <a:lnTo>
                  <a:pt x="317" y="688"/>
                </a:lnTo>
                <a:lnTo>
                  <a:pt x="313" y="685"/>
                </a:lnTo>
                <a:lnTo>
                  <a:pt x="313" y="685"/>
                </a:lnTo>
                <a:lnTo>
                  <a:pt x="267" y="652"/>
                </a:lnTo>
                <a:lnTo>
                  <a:pt x="224" y="615"/>
                </a:lnTo>
                <a:lnTo>
                  <a:pt x="182" y="577"/>
                </a:lnTo>
                <a:lnTo>
                  <a:pt x="142" y="537"/>
                </a:lnTo>
                <a:lnTo>
                  <a:pt x="104" y="495"/>
                </a:lnTo>
                <a:lnTo>
                  <a:pt x="69" y="450"/>
                </a:lnTo>
                <a:lnTo>
                  <a:pt x="37" y="403"/>
                </a:lnTo>
                <a:lnTo>
                  <a:pt x="6" y="355"/>
                </a:lnTo>
                <a:lnTo>
                  <a:pt x="6" y="355"/>
                </a:lnTo>
                <a:lnTo>
                  <a:pt x="0" y="348"/>
                </a:lnTo>
                <a:lnTo>
                  <a:pt x="166" y="252"/>
                </a:lnTo>
                <a:lnTo>
                  <a:pt x="259" y="197"/>
                </a:lnTo>
                <a:lnTo>
                  <a:pt x="265" y="195"/>
                </a:lnTo>
                <a:lnTo>
                  <a:pt x="265" y="190"/>
                </a:lnTo>
                <a:lnTo>
                  <a:pt x="285" y="55"/>
                </a:lnTo>
                <a:lnTo>
                  <a:pt x="412" y="105"/>
                </a:lnTo>
                <a:lnTo>
                  <a:pt x="416" y="108"/>
                </a:lnTo>
                <a:lnTo>
                  <a:pt x="421" y="105"/>
                </a:lnTo>
                <a:lnTo>
                  <a:pt x="60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7" name="Freeform 1463"/>
          <p:cNvSpPr>
            <a:spLocks/>
          </p:cNvSpPr>
          <p:nvPr/>
        </p:nvSpPr>
        <p:spPr bwMode="auto">
          <a:xfrm>
            <a:off x="1412080" y="4415545"/>
            <a:ext cx="1194857" cy="1141920"/>
          </a:xfrm>
          <a:custGeom>
            <a:avLst/>
            <a:gdLst>
              <a:gd name="T0" fmla="*/ 623 w 948"/>
              <a:gd name="T1" fmla="*/ 0 h 906"/>
              <a:gd name="T2" fmla="*/ 431 w 948"/>
              <a:gd name="T3" fmla="*/ 110 h 906"/>
              <a:gd name="T4" fmla="*/ 292 w 948"/>
              <a:gd name="T5" fmla="*/ 55 h 906"/>
              <a:gd name="T6" fmla="*/ 269 w 948"/>
              <a:gd name="T7" fmla="*/ 204 h 906"/>
              <a:gd name="T8" fmla="*/ 176 w 948"/>
              <a:gd name="T9" fmla="*/ 258 h 906"/>
              <a:gd name="T10" fmla="*/ 0 w 948"/>
              <a:gd name="T11" fmla="*/ 359 h 906"/>
              <a:gd name="T12" fmla="*/ 0 w 948"/>
              <a:gd name="T13" fmla="*/ 359 h 906"/>
              <a:gd name="T14" fmla="*/ 11 w 948"/>
              <a:gd name="T15" fmla="*/ 375 h 906"/>
              <a:gd name="T16" fmla="*/ 11 w 948"/>
              <a:gd name="T17" fmla="*/ 375 h 906"/>
              <a:gd name="T18" fmla="*/ 42 w 948"/>
              <a:gd name="T19" fmla="*/ 425 h 906"/>
              <a:gd name="T20" fmla="*/ 76 w 948"/>
              <a:gd name="T21" fmla="*/ 472 h 906"/>
              <a:gd name="T22" fmla="*/ 112 w 948"/>
              <a:gd name="T23" fmla="*/ 517 h 906"/>
              <a:gd name="T24" fmla="*/ 150 w 948"/>
              <a:gd name="T25" fmla="*/ 560 h 906"/>
              <a:gd name="T26" fmla="*/ 191 w 948"/>
              <a:gd name="T27" fmla="*/ 600 h 906"/>
              <a:gd name="T28" fmla="*/ 233 w 948"/>
              <a:gd name="T29" fmla="*/ 640 h 906"/>
              <a:gd name="T30" fmla="*/ 276 w 948"/>
              <a:gd name="T31" fmla="*/ 675 h 906"/>
              <a:gd name="T32" fmla="*/ 322 w 948"/>
              <a:gd name="T33" fmla="*/ 708 h 906"/>
              <a:gd name="T34" fmla="*/ 322 w 948"/>
              <a:gd name="T35" fmla="*/ 896 h 906"/>
              <a:gd name="T36" fmla="*/ 484 w 948"/>
              <a:gd name="T37" fmla="*/ 803 h 906"/>
              <a:gd name="T38" fmla="*/ 482 w 948"/>
              <a:gd name="T39" fmla="*/ 802 h 906"/>
              <a:gd name="T40" fmla="*/ 482 w 948"/>
              <a:gd name="T41" fmla="*/ 802 h 906"/>
              <a:gd name="T42" fmla="*/ 527 w 948"/>
              <a:gd name="T43" fmla="*/ 822 h 906"/>
              <a:gd name="T44" fmla="*/ 574 w 948"/>
              <a:gd name="T45" fmla="*/ 839 h 906"/>
              <a:gd name="T46" fmla="*/ 621 w 948"/>
              <a:gd name="T47" fmla="*/ 856 h 906"/>
              <a:gd name="T48" fmla="*/ 670 w 948"/>
              <a:gd name="T49" fmla="*/ 869 h 906"/>
              <a:gd name="T50" fmla="*/ 670 w 948"/>
              <a:gd name="T51" fmla="*/ 869 h 906"/>
              <a:gd name="T52" fmla="*/ 705 w 948"/>
              <a:gd name="T53" fmla="*/ 877 h 906"/>
              <a:gd name="T54" fmla="*/ 739 w 948"/>
              <a:gd name="T55" fmla="*/ 885 h 906"/>
              <a:gd name="T56" fmla="*/ 774 w 948"/>
              <a:gd name="T57" fmla="*/ 891 h 906"/>
              <a:gd name="T58" fmla="*/ 809 w 948"/>
              <a:gd name="T59" fmla="*/ 896 h 906"/>
              <a:gd name="T60" fmla="*/ 843 w 948"/>
              <a:gd name="T61" fmla="*/ 900 h 906"/>
              <a:gd name="T62" fmla="*/ 878 w 948"/>
              <a:gd name="T63" fmla="*/ 903 h 906"/>
              <a:gd name="T64" fmla="*/ 913 w 948"/>
              <a:gd name="T65" fmla="*/ 904 h 906"/>
              <a:gd name="T66" fmla="*/ 948 w 948"/>
              <a:gd name="T67" fmla="*/ 906 h 906"/>
              <a:gd name="T68" fmla="*/ 948 w 948"/>
              <a:gd name="T69" fmla="*/ 187 h 906"/>
              <a:gd name="T70" fmla="*/ 948 w 948"/>
              <a:gd name="T71" fmla="*/ 187 h 906"/>
              <a:gd name="T72" fmla="*/ 924 w 948"/>
              <a:gd name="T73" fmla="*/ 186 h 906"/>
              <a:gd name="T74" fmla="*/ 899 w 948"/>
              <a:gd name="T75" fmla="*/ 183 h 906"/>
              <a:gd name="T76" fmla="*/ 876 w 948"/>
              <a:gd name="T77" fmla="*/ 181 h 906"/>
              <a:gd name="T78" fmla="*/ 852 w 948"/>
              <a:gd name="T79" fmla="*/ 175 h 906"/>
              <a:gd name="T80" fmla="*/ 852 w 948"/>
              <a:gd name="T81" fmla="*/ 175 h 906"/>
              <a:gd name="T82" fmla="*/ 835 w 948"/>
              <a:gd name="T83" fmla="*/ 170 h 906"/>
              <a:gd name="T84" fmla="*/ 817 w 948"/>
              <a:gd name="T85" fmla="*/ 163 h 906"/>
              <a:gd name="T86" fmla="*/ 801 w 948"/>
              <a:gd name="T87" fmla="*/ 156 h 906"/>
              <a:gd name="T88" fmla="*/ 785 w 948"/>
              <a:gd name="T89" fmla="*/ 150 h 906"/>
              <a:gd name="T90" fmla="*/ 768 w 948"/>
              <a:gd name="T91" fmla="*/ 141 h 906"/>
              <a:gd name="T92" fmla="*/ 752 w 948"/>
              <a:gd name="T93" fmla="*/ 132 h 906"/>
              <a:gd name="T94" fmla="*/ 737 w 948"/>
              <a:gd name="T95" fmla="*/ 123 h 906"/>
              <a:gd name="T96" fmla="*/ 723 w 948"/>
              <a:gd name="T97" fmla="*/ 112 h 906"/>
              <a:gd name="T98" fmla="*/ 709 w 948"/>
              <a:gd name="T99" fmla="*/ 101 h 906"/>
              <a:gd name="T100" fmla="*/ 696 w 948"/>
              <a:gd name="T101" fmla="*/ 89 h 906"/>
              <a:gd name="T102" fmla="*/ 682 w 948"/>
              <a:gd name="T103" fmla="*/ 77 h 906"/>
              <a:gd name="T104" fmla="*/ 670 w 948"/>
              <a:gd name="T105" fmla="*/ 63 h 906"/>
              <a:gd name="T106" fmla="*/ 658 w 948"/>
              <a:gd name="T107" fmla="*/ 50 h 906"/>
              <a:gd name="T108" fmla="*/ 647 w 948"/>
              <a:gd name="T109" fmla="*/ 36 h 906"/>
              <a:gd name="T110" fmla="*/ 636 w 948"/>
              <a:gd name="T111" fmla="*/ 21 h 906"/>
              <a:gd name="T112" fmla="*/ 627 w 948"/>
              <a:gd name="T113" fmla="*/ 5 h 906"/>
              <a:gd name="T114" fmla="*/ 623 w 948"/>
              <a:gd name="T115" fmla="*/ 0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948" h="906">
                <a:moveTo>
                  <a:pt x="623" y="0"/>
                </a:moveTo>
                <a:lnTo>
                  <a:pt x="431" y="110"/>
                </a:lnTo>
                <a:lnTo>
                  <a:pt x="292" y="55"/>
                </a:lnTo>
                <a:lnTo>
                  <a:pt x="269" y="204"/>
                </a:lnTo>
                <a:lnTo>
                  <a:pt x="176" y="258"/>
                </a:lnTo>
                <a:lnTo>
                  <a:pt x="0" y="359"/>
                </a:lnTo>
                <a:lnTo>
                  <a:pt x="0" y="359"/>
                </a:lnTo>
                <a:lnTo>
                  <a:pt x="11" y="375"/>
                </a:lnTo>
                <a:lnTo>
                  <a:pt x="11" y="375"/>
                </a:lnTo>
                <a:lnTo>
                  <a:pt x="42" y="425"/>
                </a:lnTo>
                <a:lnTo>
                  <a:pt x="76" y="472"/>
                </a:lnTo>
                <a:lnTo>
                  <a:pt x="112" y="517"/>
                </a:lnTo>
                <a:lnTo>
                  <a:pt x="150" y="560"/>
                </a:lnTo>
                <a:lnTo>
                  <a:pt x="191" y="600"/>
                </a:lnTo>
                <a:lnTo>
                  <a:pt x="233" y="640"/>
                </a:lnTo>
                <a:lnTo>
                  <a:pt x="276" y="675"/>
                </a:lnTo>
                <a:lnTo>
                  <a:pt x="322" y="708"/>
                </a:lnTo>
                <a:lnTo>
                  <a:pt x="322" y="896"/>
                </a:lnTo>
                <a:lnTo>
                  <a:pt x="484" y="803"/>
                </a:lnTo>
                <a:lnTo>
                  <a:pt x="482" y="802"/>
                </a:lnTo>
                <a:lnTo>
                  <a:pt x="482" y="802"/>
                </a:lnTo>
                <a:lnTo>
                  <a:pt x="527" y="822"/>
                </a:lnTo>
                <a:lnTo>
                  <a:pt x="574" y="839"/>
                </a:lnTo>
                <a:lnTo>
                  <a:pt x="621" y="856"/>
                </a:lnTo>
                <a:lnTo>
                  <a:pt x="670" y="869"/>
                </a:lnTo>
                <a:lnTo>
                  <a:pt x="670" y="869"/>
                </a:lnTo>
                <a:lnTo>
                  <a:pt x="705" y="877"/>
                </a:lnTo>
                <a:lnTo>
                  <a:pt x="739" y="885"/>
                </a:lnTo>
                <a:lnTo>
                  <a:pt x="774" y="891"/>
                </a:lnTo>
                <a:lnTo>
                  <a:pt x="809" y="896"/>
                </a:lnTo>
                <a:lnTo>
                  <a:pt x="843" y="900"/>
                </a:lnTo>
                <a:lnTo>
                  <a:pt x="878" y="903"/>
                </a:lnTo>
                <a:lnTo>
                  <a:pt x="913" y="904"/>
                </a:lnTo>
                <a:lnTo>
                  <a:pt x="948" y="906"/>
                </a:lnTo>
                <a:lnTo>
                  <a:pt x="948" y="187"/>
                </a:lnTo>
                <a:lnTo>
                  <a:pt x="948" y="187"/>
                </a:lnTo>
                <a:lnTo>
                  <a:pt x="924" y="186"/>
                </a:lnTo>
                <a:lnTo>
                  <a:pt x="899" y="183"/>
                </a:lnTo>
                <a:lnTo>
                  <a:pt x="876" y="181"/>
                </a:lnTo>
                <a:lnTo>
                  <a:pt x="852" y="175"/>
                </a:lnTo>
                <a:lnTo>
                  <a:pt x="852" y="175"/>
                </a:lnTo>
                <a:lnTo>
                  <a:pt x="835" y="170"/>
                </a:lnTo>
                <a:lnTo>
                  <a:pt x="817" y="163"/>
                </a:lnTo>
                <a:lnTo>
                  <a:pt x="801" y="156"/>
                </a:lnTo>
                <a:lnTo>
                  <a:pt x="785" y="150"/>
                </a:lnTo>
                <a:lnTo>
                  <a:pt x="768" y="141"/>
                </a:lnTo>
                <a:lnTo>
                  <a:pt x="752" y="132"/>
                </a:lnTo>
                <a:lnTo>
                  <a:pt x="737" y="123"/>
                </a:lnTo>
                <a:lnTo>
                  <a:pt x="723" y="112"/>
                </a:lnTo>
                <a:lnTo>
                  <a:pt x="709" y="101"/>
                </a:lnTo>
                <a:lnTo>
                  <a:pt x="696" y="89"/>
                </a:lnTo>
                <a:lnTo>
                  <a:pt x="682" y="77"/>
                </a:lnTo>
                <a:lnTo>
                  <a:pt x="670" y="63"/>
                </a:lnTo>
                <a:lnTo>
                  <a:pt x="658" y="50"/>
                </a:lnTo>
                <a:lnTo>
                  <a:pt x="647" y="36"/>
                </a:lnTo>
                <a:lnTo>
                  <a:pt x="636" y="21"/>
                </a:lnTo>
                <a:lnTo>
                  <a:pt x="627" y="5"/>
                </a:lnTo>
                <a:lnTo>
                  <a:pt x="62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98" name="Picture 1464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14" y="5064650"/>
            <a:ext cx="15125" cy="32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9" name="Picture 1465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14" y="5064650"/>
            <a:ext cx="15125" cy="32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0" name="Picture 1466"/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14" y="5156659"/>
            <a:ext cx="15125" cy="235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" name="Picture 1467"/>
          <p:cNvPicPr>
            <a:picLocks noChangeAspect="1" noChangeArrowheads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115" y="5064650"/>
            <a:ext cx="123519" cy="291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2" name="Picture 1468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249" y="5064650"/>
            <a:ext cx="26468" cy="32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3" name="Picture 1469"/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14" y="4724343"/>
            <a:ext cx="15125" cy="32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4" name="Picture 1470"/>
          <p:cNvPicPr>
            <a:picLocks noChangeAspect="1" noChangeArrowheads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14" y="4724343"/>
            <a:ext cx="15125" cy="32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5" name="Picture 1471"/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14" y="4723082"/>
            <a:ext cx="15125" cy="21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6" name="Picture 1472"/>
          <p:cNvPicPr>
            <a:picLocks noChangeAspect="1" noChangeArrowheads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115" y="4762154"/>
            <a:ext cx="123519" cy="291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7" name="Picture 1473"/>
          <p:cNvPicPr>
            <a:picLocks noChangeAspect="1" noChangeArrowheads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249" y="4724343"/>
            <a:ext cx="26468" cy="32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8" name="Freeform 1474"/>
          <p:cNvSpPr>
            <a:spLocks/>
          </p:cNvSpPr>
          <p:nvPr/>
        </p:nvSpPr>
        <p:spPr bwMode="auto">
          <a:xfrm>
            <a:off x="2479636" y="4941131"/>
            <a:ext cx="136123" cy="214268"/>
          </a:xfrm>
          <a:custGeom>
            <a:avLst/>
            <a:gdLst>
              <a:gd name="T0" fmla="*/ 108 w 108"/>
              <a:gd name="T1" fmla="*/ 0 h 170"/>
              <a:gd name="T2" fmla="*/ 0 w 108"/>
              <a:gd name="T3" fmla="*/ 85 h 170"/>
              <a:gd name="T4" fmla="*/ 108 w 108"/>
              <a:gd name="T5" fmla="*/ 170 h 170"/>
              <a:gd name="T6" fmla="*/ 108 w 108"/>
              <a:gd name="T7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170">
                <a:moveTo>
                  <a:pt x="108" y="0"/>
                </a:moveTo>
                <a:lnTo>
                  <a:pt x="0" y="85"/>
                </a:lnTo>
                <a:lnTo>
                  <a:pt x="108" y="170"/>
                </a:lnTo>
                <a:lnTo>
                  <a:pt x="1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9" name="Freeform 1475"/>
          <p:cNvSpPr>
            <a:spLocks/>
          </p:cNvSpPr>
          <p:nvPr/>
        </p:nvSpPr>
        <p:spPr bwMode="auto">
          <a:xfrm>
            <a:off x="2459470" y="4931048"/>
            <a:ext cx="156289" cy="234434"/>
          </a:xfrm>
          <a:custGeom>
            <a:avLst/>
            <a:gdLst>
              <a:gd name="T0" fmla="*/ 124 w 124"/>
              <a:gd name="T1" fmla="*/ 178 h 186"/>
              <a:gd name="T2" fmla="*/ 16 w 124"/>
              <a:gd name="T3" fmla="*/ 93 h 186"/>
              <a:gd name="T4" fmla="*/ 124 w 124"/>
              <a:gd name="T5" fmla="*/ 8 h 186"/>
              <a:gd name="T6" fmla="*/ 117 w 124"/>
              <a:gd name="T7" fmla="*/ 0 h 186"/>
              <a:gd name="T8" fmla="*/ 0 w 124"/>
              <a:gd name="T9" fmla="*/ 93 h 186"/>
              <a:gd name="T10" fmla="*/ 117 w 124"/>
              <a:gd name="T11" fmla="*/ 186 h 186"/>
              <a:gd name="T12" fmla="*/ 124 w 124"/>
              <a:gd name="T13" fmla="*/ 178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4" h="186">
                <a:moveTo>
                  <a:pt x="124" y="178"/>
                </a:moveTo>
                <a:lnTo>
                  <a:pt x="16" y="93"/>
                </a:lnTo>
                <a:lnTo>
                  <a:pt x="124" y="8"/>
                </a:lnTo>
                <a:lnTo>
                  <a:pt x="117" y="0"/>
                </a:lnTo>
                <a:lnTo>
                  <a:pt x="0" y="93"/>
                </a:lnTo>
                <a:lnTo>
                  <a:pt x="117" y="186"/>
                </a:lnTo>
                <a:lnTo>
                  <a:pt x="124" y="178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0" name="Freeform 1476"/>
          <p:cNvSpPr>
            <a:spLocks/>
          </p:cNvSpPr>
          <p:nvPr/>
        </p:nvSpPr>
        <p:spPr bwMode="auto">
          <a:xfrm>
            <a:off x="2620801" y="4474784"/>
            <a:ext cx="501638" cy="312578"/>
          </a:xfrm>
          <a:custGeom>
            <a:avLst/>
            <a:gdLst>
              <a:gd name="T0" fmla="*/ 374 w 398"/>
              <a:gd name="T1" fmla="*/ 0 h 248"/>
              <a:gd name="T2" fmla="*/ 374 w 398"/>
              <a:gd name="T3" fmla="*/ 0 h 248"/>
              <a:gd name="T4" fmla="*/ 358 w 398"/>
              <a:gd name="T5" fmla="*/ 24 h 248"/>
              <a:gd name="T6" fmla="*/ 341 w 398"/>
              <a:gd name="T7" fmla="*/ 46 h 248"/>
              <a:gd name="T8" fmla="*/ 322 w 398"/>
              <a:gd name="T9" fmla="*/ 67 h 248"/>
              <a:gd name="T10" fmla="*/ 304 w 398"/>
              <a:gd name="T11" fmla="*/ 88 h 248"/>
              <a:gd name="T12" fmla="*/ 282 w 398"/>
              <a:gd name="T13" fmla="*/ 107 h 248"/>
              <a:gd name="T14" fmla="*/ 260 w 398"/>
              <a:gd name="T15" fmla="*/ 124 h 248"/>
              <a:gd name="T16" fmla="*/ 237 w 398"/>
              <a:gd name="T17" fmla="*/ 140 h 248"/>
              <a:gd name="T18" fmla="*/ 214 w 398"/>
              <a:gd name="T19" fmla="*/ 155 h 248"/>
              <a:gd name="T20" fmla="*/ 189 w 398"/>
              <a:gd name="T21" fmla="*/ 169 h 248"/>
              <a:gd name="T22" fmla="*/ 165 w 398"/>
              <a:gd name="T23" fmla="*/ 179 h 248"/>
              <a:gd name="T24" fmla="*/ 138 w 398"/>
              <a:gd name="T25" fmla="*/ 190 h 248"/>
              <a:gd name="T26" fmla="*/ 112 w 398"/>
              <a:gd name="T27" fmla="*/ 198 h 248"/>
              <a:gd name="T28" fmla="*/ 84 w 398"/>
              <a:gd name="T29" fmla="*/ 205 h 248"/>
              <a:gd name="T30" fmla="*/ 57 w 398"/>
              <a:gd name="T31" fmla="*/ 211 h 248"/>
              <a:gd name="T32" fmla="*/ 28 w 398"/>
              <a:gd name="T33" fmla="*/ 215 h 248"/>
              <a:gd name="T34" fmla="*/ 0 w 398"/>
              <a:gd name="T35" fmla="*/ 216 h 248"/>
              <a:gd name="T36" fmla="*/ 0 w 398"/>
              <a:gd name="T37" fmla="*/ 248 h 248"/>
              <a:gd name="T38" fmla="*/ 0 w 398"/>
              <a:gd name="T39" fmla="*/ 248 h 248"/>
              <a:gd name="T40" fmla="*/ 30 w 398"/>
              <a:gd name="T41" fmla="*/ 247 h 248"/>
              <a:gd name="T42" fmla="*/ 59 w 398"/>
              <a:gd name="T43" fmla="*/ 243 h 248"/>
              <a:gd name="T44" fmla="*/ 89 w 398"/>
              <a:gd name="T45" fmla="*/ 238 h 248"/>
              <a:gd name="T46" fmla="*/ 119 w 398"/>
              <a:gd name="T47" fmla="*/ 231 h 248"/>
              <a:gd name="T48" fmla="*/ 147 w 398"/>
              <a:gd name="T49" fmla="*/ 221 h 248"/>
              <a:gd name="T50" fmla="*/ 174 w 398"/>
              <a:gd name="T51" fmla="*/ 211 h 248"/>
              <a:gd name="T52" fmla="*/ 201 w 398"/>
              <a:gd name="T53" fmla="*/ 198 h 248"/>
              <a:gd name="T54" fmla="*/ 228 w 398"/>
              <a:gd name="T55" fmla="*/ 185 h 248"/>
              <a:gd name="T56" fmla="*/ 254 w 398"/>
              <a:gd name="T57" fmla="*/ 169 h 248"/>
              <a:gd name="T58" fmla="*/ 278 w 398"/>
              <a:gd name="T59" fmla="*/ 152 h 248"/>
              <a:gd name="T60" fmla="*/ 301 w 398"/>
              <a:gd name="T61" fmla="*/ 134 h 248"/>
              <a:gd name="T62" fmla="*/ 322 w 398"/>
              <a:gd name="T63" fmla="*/ 115 h 248"/>
              <a:gd name="T64" fmla="*/ 344 w 398"/>
              <a:gd name="T65" fmla="*/ 93 h 248"/>
              <a:gd name="T66" fmla="*/ 363 w 398"/>
              <a:gd name="T67" fmla="*/ 70 h 248"/>
              <a:gd name="T68" fmla="*/ 382 w 398"/>
              <a:gd name="T69" fmla="*/ 46 h 248"/>
              <a:gd name="T70" fmla="*/ 398 w 398"/>
              <a:gd name="T71" fmla="*/ 22 h 248"/>
              <a:gd name="T72" fmla="*/ 398 w 398"/>
              <a:gd name="T73" fmla="*/ 22 h 248"/>
              <a:gd name="T74" fmla="*/ 389 w 398"/>
              <a:gd name="T75" fmla="*/ 8 h 248"/>
              <a:gd name="T76" fmla="*/ 374 w 398"/>
              <a:gd name="T77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98" h="248">
                <a:moveTo>
                  <a:pt x="374" y="0"/>
                </a:moveTo>
                <a:lnTo>
                  <a:pt x="374" y="0"/>
                </a:lnTo>
                <a:lnTo>
                  <a:pt x="358" y="24"/>
                </a:lnTo>
                <a:lnTo>
                  <a:pt x="341" y="46"/>
                </a:lnTo>
                <a:lnTo>
                  <a:pt x="322" y="67"/>
                </a:lnTo>
                <a:lnTo>
                  <a:pt x="304" y="88"/>
                </a:lnTo>
                <a:lnTo>
                  <a:pt x="282" y="107"/>
                </a:lnTo>
                <a:lnTo>
                  <a:pt x="260" y="124"/>
                </a:lnTo>
                <a:lnTo>
                  <a:pt x="237" y="140"/>
                </a:lnTo>
                <a:lnTo>
                  <a:pt x="214" y="155"/>
                </a:lnTo>
                <a:lnTo>
                  <a:pt x="189" y="169"/>
                </a:lnTo>
                <a:lnTo>
                  <a:pt x="165" y="179"/>
                </a:lnTo>
                <a:lnTo>
                  <a:pt x="138" y="190"/>
                </a:lnTo>
                <a:lnTo>
                  <a:pt x="112" y="198"/>
                </a:lnTo>
                <a:lnTo>
                  <a:pt x="84" y="205"/>
                </a:lnTo>
                <a:lnTo>
                  <a:pt x="57" y="211"/>
                </a:lnTo>
                <a:lnTo>
                  <a:pt x="28" y="215"/>
                </a:lnTo>
                <a:lnTo>
                  <a:pt x="0" y="216"/>
                </a:lnTo>
                <a:lnTo>
                  <a:pt x="0" y="248"/>
                </a:lnTo>
                <a:lnTo>
                  <a:pt x="0" y="248"/>
                </a:lnTo>
                <a:lnTo>
                  <a:pt x="30" y="247"/>
                </a:lnTo>
                <a:lnTo>
                  <a:pt x="59" y="243"/>
                </a:lnTo>
                <a:lnTo>
                  <a:pt x="89" y="238"/>
                </a:lnTo>
                <a:lnTo>
                  <a:pt x="119" y="231"/>
                </a:lnTo>
                <a:lnTo>
                  <a:pt x="147" y="221"/>
                </a:lnTo>
                <a:lnTo>
                  <a:pt x="174" y="211"/>
                </a:lnTo>
                <a:lnTo>
                  <a:pt x="201" y="198"/>
                </a:lnTo>
                <a:lnTo>
                  <a:pt x="228" y="185"/>
                </a:lnTo>
                <a:lnTo>
                  <a:pt x="254" y="169"/>
                </a:lnTo>
                <a:lnTo>
                  <a:pt x="278" y="152"/>
                </a:lnTo>
                <a:lnTo>
                  <a:pt x="301" y="134"/>
                </a:lnTo>
                <a:lnTo>
                  <a:pt x="322" y="115"/>
                </a:lnTo>
                <a:lnTo>
                  <a:pt x="344" y="93"/>
                </a:lnTo>
                <a:lnTo>
                  <a:pt x="363" y="70"/>
                </a:lnTo>
                <a:lnTo>
                  <a:pt x="382" y="46"/>
                </a:lnTo>
                <a:lnTo>
                  <a:pt x="398" y="22"/>
                </a:lnTo>
                <a:lnTo>
                  <a:pt x="398" y="22"/>
                </a:lnTo>
                <a:lnTo>
                  <a:pt x="389" y="8"/>
                </a:lnTo>
                <a:lnTo>
                  <a:pt x="374" y="0"/>
                </a:lnTo>
                <a:close/>
              </a:path>
            </a:pathLst>
          </a:custGeom>
          <a:solidFill>
            <a:srgbClr val="D3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1" name="Freeform 1477"/>
          <p:cNvSpPr>
            <a:spLocks/>
          </p:cNvSpPr>
          <p:nvPr/>
        </p:nvSpPr>
        <p:spPr bwMode="auto">
          <a:xfrm>
            <a:off x="2620801" y="4474784"/>
            <a:ext cx="501638" cy="312578"/>
          </a:xfrm>
          <a:custGeom>
            <a:avLst/>
            <a:gdLst>
              <a:gd name="T0" fmla="*/ 374 w 398"/>
              <a:gd name="T1" fmla="*/ 0 h 248"/>
              <a:gd name="T2" fmla="*/ 374 w 398"/>
              <a:gd name="T3" fmla="*/ 0 h 248"/>
              <a:gd name="T4" fmla="*/ 358 w 398"/>
              <a:gd name="T5" fmla="*/ 24 h 248"/>
              <a:gd name="T6" fmla="*/ 341 w 398"/>
              <a:gd name="T7" fmla="*/ 46 h 248"/>
              <a:gd name="T8" fmla="*/ 322 w 398"/>
              <a:gd name="T9" fmla="*/ 67 h 248"/>
              <a:gd name="T10" fmla="*/ 304 w 398"/>
              <a:gd name="T11" fmla="*/ 88 h 248"/>
              <a:gd name="T12" fmla="*/ 282 w 398"/>
              <a:gd name="T13" fmla="*/ 107 h 248"/>
              <a:gd name="T14" fmla="*/ 260 w 398"/>
              <a:gd name="T15" fmla="*/ 124 h 248"/>
              <a:gd name="T16" fmla="*/ 237 w 398"/>
              <a:gd name="T17" fmla="*/ 140 h 248"/>
              <a:gd name="T18" fmla="*/ 214 w 398"/>
              <a:gd name="T19" fmla="*/ 155 h 248"/>
              <a:gd name="T20" fmla="*/ 189 w 398"/>
              <a:gd name="T21" fmla="*/ 169 h 248"/>
              <a:gd name="T22" fmla="*/ 165 w 398"/>
              <a:gd name="T23" fmla="*/ 179 h 248"/>
              <a:gd name="T24" fmla="*/ 138 w 398"/>
              <a:gd name="T25" fmla="*/ 190 h 248"/>
              <a:gd name="T26" fmla="*/ 112 w 398"/>
              <a:gd name="T27" fmla="*/ 198 h 248"/>
              <a:gd name="T28" fmla="*/ 84 w 398"/>
              <a:gd name="T29" fmla="*/ 205 h 248"/>
              <a:gd name="T30" fmla="*/ 57 w 398"/>
              <a:gd name="T31" fmla="*/ 211 h 248"/>
              <a:gd name="T32" fmla="*/ 28 w 398"/>
              <a:gd name="T33" fmla="*/ 215 h 248"/>
              <a:gd name="T34" fmla="*/ 0 w 398"/>
              <a:gd name="T35" fmla="*/ 216 h 248"/>
              <a:gd name="T36" fmla="*/ 0 w 398"/>
              <a:gd name="T37" fmla="*/ 248 h 248"/>
              <a:gd name="T38" fmla="*/ 0 w 398"/>
              <a:gd name="T39" fmla="*/ 248 h 248"/>
              <a:gd name="T40" fmla="*/ 30 w 398"/>
              <a:gd name="T41" fmla="*/ 247 h 248"/>
              <a:gd name="T42" fmla="*/ 59 w 398"/>
              <a:gd name="T43" fmla="*/ 243 h 248"/>
              <a:gd name="T44" fmla="*/ 89 w 398"/>
              <a:gd name="T45" fmla="*/ 238 h 248"/>
              <a:gd name="T46" fmla="*/ 119 w 398"/>
              <a:gd name="T47" fmla="*/ 231 h 248"/>
              <a:gd name="T48" fmla="*/ 147 w 398"/>
              <a:gd name="T49" fmla="*/ 221 h 248"/>
              <a:gd name="T50" fmla="*/ 174 w 398"/>
              <a:gd name="T51" fmla="*/ 211 h 248"/>
              <a:gd name="T52" fmla="*/ 201 w 398"/>
              <a:gd name="T53" fmla="*/ 198 h 248"/>
              <a:gd name="T54" fmla="*/ 228 w 398"/>
              <a:gd name="T55" fmla="*/ 185 h 248"/>
              <a:gd name="T56" fmla="*/ 254 w 398"/>
              <a:gd name="T57" fmla="*/ 169 h 248"/>
              <a:gd name="T58" fmla="*/ 278 w 398"/>
              <a:gd name="T59" fmla="*/ 152 h 248"/>
              <a:gd name="T60" fmla="*/ 301 w 398"/>
              <a:gd name="T61" fmla="*/ 134 h 248"/>
              <a:gd name="T62" fmla="*/ 322 w 398"/>
              <a:gd name="T63" fmla="*/ 115 h 248"/>
              <a:gd name="T64" fmla="*/ 344 w 398"/>
              <a:gd name="T65" fmla="*/ 93 h 248"/>
              <a:gd name="T66" fmla="*/ 363 w 398"/>
              <a:gd name="T67" fmla="*/ 70 h 248"/>
              <a:gd name="T68" fmla="*/ 382 w 398"/>
              <a:gd name="T69" fmla="*/ 46 h 248"/>
              <a:gd name="T70" fmla="*/ 398 w 398"/>
              <a:gd name="T71" fmla="*/ 22 h 248"/>
              <a:gd name="T72" fmla="*/ 398 w 398"/>
              <a:gd name="T73" fmla="*/ 22 h 248"/>
              <a:gd name="T74" fmla="*/ 389 w 398"/>
              <a:gd name="T75" fmla="*/ 8 h 248"/>
              <a:gd name="T76" fmla="*/ 374 w 398"/>
              <a:gd name="T77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98" h="248">
                <a:moveTo>
                  <a:pt x="374" y="0"/>
                </a:moveTo>
                <a:lnTo>
                  <a:pt x="374" y="0"/>
                </a:lnTo>
                <a:lnTo>
                  <a:pt x="358" y="24"/>
                </a:lnTo>
                <a:lnTo>
                  <a:pt x="341" y="46"/>
                </a:lnTo>
                <a:lnTo>
                  <a:pt x="322" y="67"/>
                </a:lnTo>
                <a:lnTo>
                  <a:pt x="304" y="88"/>
                </a:lnTo>
                <a:lnTo>
                  <a:pt x="282" y="107"/>
                </a:lnTo>
                <a:lnTo>
                  <a:pt x="260" y="124"/>
                </a:lnTo>
                <a:lnTo>
                  <a:pt x="237" y="140"/>
                </a:lnTo>
                <a:lnTo>
                  <a:pt x="214" y="155"/>
                </a:lnTo>
                <a:lnTo>
                  <a:pt x="189" y="169"/>
                </a:lnTo>
                <a:lnTo>
                  <a:pt x="165" y="179"/>
                </a:lnTo>
                <a:lnTo>
                  <a:pt x="138" y="190"/>
                </a:lnTo>
                <a:lnTo>
                  <a:pt x="112" y="198"/>
                </a:lnTo>
                <a:lnTo>
                  <a:pt x="84" y="205"/>
                </a:lnTo>
                <a:lnTo>
                  <a:pt x="57" y="211"/>
                </a:lnTo>
                <a:lnTo>
                  <a:pt x="28" y="215"/>
                </a:lnTo>
                <a:lnTo>
                  <a:pt x="0" y="216"/>
                </a:lnTo>
                <a:lnTo>
                  <a:pt x="0" y="248"/>
                </a:lnTo>
                <a:lnTo>
                  <a:pt x="0" y="248"/>
                </a:lnTo>
                <a:lnTo>
                  <a:pt x="30" y="247"/>
                </a:lnTo>
                <a:lnTo>
                  <a:pt x="59" y="243"/>
                </a:lnTo>
                <a:lnTo>
                  <a:pt x="89" y="238"/>
                </a:lnTo>
                <a:lnTo>
                  <a:pt x="119" y="231"/>
                </a:lnTo>
                <a:lnTo>
                  <a:pt x="147" y="221"/>
                </a:lnTo>
                <a:lnTo>
                  <a:pt x="174" y="211"/>
                </a:lnTo>
                <a:lnTo>
                  <a:pt x="201" y="198"/>
                </a:lnTo>
                <a:lnTo>
                  <a:pt x="228" y="185"/>
                </a:lnTo>
                <a:lnTo>
                  <a:pt x="254" y="169"/>
                </a:lnTo>
                <a:lnTo>
                  <a:pt x="278" y="152"/>
                </a:lnTo>
                <a:lnTo>
                  <a:pt x="301" y="134"/>
                </a:lnTo>
                <a:lnTo>
                  <a:pt x="322" y="115"/>
                </a:lnTo>
                <a:lnTo>
                  <a:pt x="344" y="93"/>
                </a:lnTo>
                <a:lnTo>
                  <a:pt x="363" y="70"/>
                </a:lnTo>
                <a:lnTo>
                  <a:pt x="382" y="46"/>
                </a:lnTo>
                <a:lnTo>
                  <a:pt x="398" y="22"/>
                </a:lnTo>
                <a:lnTo>
                  <a:pt x="398" y="22"/>
                </a:lnTo>
                <a:lnTo>
                  <a:pt x="389" y="8"/>
                </a:lnTo>
                <a:lnTo>
                  <a:pt x="37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2" name="Freeform 1478"/>
          <p:cNvSpPr>
            <a:spLocks/>
          </p:cNvSpPr>
          <p:nvPr/>
        </p:nvSpPr>
        <p:spPr bwMode="auto">
          <a:xfrm>
            <a:off x="2606936" y="4455878"/>
            <a:ext cx="504159" cy="331484"/>
          </a:xfrm>
          <a:custGeom>
            <a:avLst/>
            <a:gdLst>
              <a:gd name="T0" fmla="*/ 381 w 400"/>
              <a:gd name="T1" fmla="*/ 0 h 263"/>
              <a:gd name="T2" fmla="*/ 381 w 400"/>
              <a:gd name="T3" fmla="*/ 0 h 263"/>
              <a:gd name="T4" fmla="*/ 365 w 400"/>
              <a:gd name="T5" fmla="*/ 24 h 263"/>
              <a:gd name="T6" fmla="*/ 348 w 400"/>
              <a:gd name="T7" fmla="*/ 49 h 263"/>
              <a:gd name="T8" fmla="*/ 329 w 400"/>
              <a:gd name="T9" fmla="*/ 70 h 263"/>
              <a:gd name="T10" fmla="*/ 311 w 400"/>
              <a:gd name="T11" fmla="*/ 92 h 263"/>
              <a:gd name="T12" fmla="*/ 289 w 400"/>
              <a:gd name="T13" fmla="*/ 111 h 263"/>
              <a:gd name="T14" fmla="*/ 267 w 400"/>
              <a:gd name="T15" fmla="*/ 130 h 263"/>
              <a:gd name="T16" fmla="*/ 244 w 400"/>
              <a:gd name="T17" fmla="*/ 146 h 263"/>
              <a:gd name="T18" fmla="*/ 220 w 400"/>
              <a:gd name="T19" fmla="*/ 161 h 263"/>
              <a:gd name="T20" fmla="*/ 194 w 400"/>
              <a:gd name="T21" fmla="*/ 174 h 263"/>
              <a:gd name="T22" fmla="*/ 169 w 400"/>
              <a:gd name="T23" fmla="*/ 186 h 263"/>
              <a:gd name="T24" fmla="*/ 142 w 400"/>
              <a:gd name="T25" fmla="*/ 196 h 263"/>
              <a:gd name="T26" fmla="*/ 115 w 400"/>
              <a:gd name="T27" fmla="*/ 205 h 263"/>
              <a:gd name="T28" fmla="*/ 86 w 400"/>
              <a:gd name="T29" fmla="*/ 211 h 263"/>
              <a:gd name="T30" fmla="*/ 58 w 400"/>
              <a:gd name="T31" fmla="*/ 216 h 263"/>
              <a:gd name="T32" fmla="*/ 28 w 400"/>
              <a:gd name="T33" fmla="*/ 219 h 263"/>
              <a:gd name="T34" fmla="*/ 0 w 400"/>
              <a:gd name="T35" fmla="*/ 220 h 263"/>
              <a:gd name="T36" fmla="*/ 0 w 400"/>
              <a:gd name="T37" fmla="*/ 220 h 263"/>
              <a:gd name="T38" fmla="*/ 0 w 400"/>
              <a:gd name="T39" fmla="*/ 220 h 263"/>
              <a:gd name="T40" fmla="*/ 0 w 400"/>
              <a:gd name="T41" fmla="*/ 263 h 263"/>
              <a:gd name="T42" fmla="*/ 0 w 400"/>
              <a:gd name="T43" fmla="*/ 263 h 263"/>
              <a:gd name="T44" fmla="*/ 11 w 400"/>
              <a:gd name="T45" fmla="*/ 263 h 263"/>
              <a:gd name="T46" fmla="*/ 11 w 400"/>
              <a:gd name="T47" fmla="*/ 231 h 263"/>
              <a:gd name="T48" fmla="*/ 11 w 400"/>
              <a:gd name="T49" fmla="*/ 231 h 263"/>
              <a:gd name="T50" fmla="*/ 39 w 400"/>
              <a:gd name="T51" fmla="*/ 230 h 263"/>
              <a:gd name="T52" fmla="*/ 68 w 400"/>
              <a:gd name="T53" fmla="*/ 226 h 263"/>
              <a:gd name="T54" fmla="*/ 95 w 400"/>
              <a:gd name="T55" fmla="*/ 220 h 263"/>
              <a:gd name="T56" fmla="*/ 123 w 400"/>
              <a:gd name="T57" fmla="*/ 213 h 263"/>
              <a:gd name="T58" fmla="*/ 149 w 400"/>
              <a:gd name="T59" fmla="*/ 205 h 263"/>
              <a:gd name="T60" fmla="*/ 176 w 400"/>
              <a:gd name="T61" fmla="*/ 194 h 263"/>
              <a:gd name="T62" fmla="*/ 200 w 400"/>
              <a:gd name="T63" fmla="*/ 184 h 263"/>
              <a:gd name="T64" fmla="*/ 225 w 400"/>
              <a:gd name="T65" fmla="*/ 170 h 263"/>
              <a:gd name="T66" fmla="*/ 248 w 400"/>
              <a:gd name="T67" fmla="*/ 155 h 263"/>
              <a:gd name="T68" fmla="*/ 271 w 400"/>
              <a:gd name="T69" fmla="*/ 139 h 263"/>
              <a:gd name="T70" fmla="*/ 293 w 400"/>
              <a:gd name="T71" fmla="*/ 122 h 263"/>
              <a:gd name="T72" fmla="*/ 315 w 400"/>
              <a:gd name="T73" fmla="*/ 103 h 263"/>
              <a:gd name="T74" fmla="*/ 333 w 400"/>
              <a:gd name="T75" fmla="*/ 82 h 263"/>
              <a:gd name="T76" fmla="*/ 352 w 400"/>
              <a:gd name="T77" fmla="*/ 61 h 263"/>
              <a:gd name="T78" fmla="*/ 369 w 400"/>
              <a:gd name="T79" fmla="*/ 39 h 263"/>
              <a:gd name="T80" fmla="*/ 385 w 400"/>
              <a:gd name="T81" fmla="*/ 15 h 263"/>
              <a:gd name="T82" fmla="*/ 400 w 400"/>
              <a:gd name="T83" fmla="*/ 23 h 263"/>
              <a:gd name="T84" fmla="*/ 400 w 400"/>
              <a:gd name="T85" fmla="*/ 23 h 263"/>
              <a:gd name="T86" fmla="*/ 385 w 400"/>
              <a:gd name="T87" fmla="*/ 5 h 263"/>
              <a:gd name="T88" fmla="*/ 385 w 400"/>
              <a:gd name="T89" fmla="*/ 5 h 263"/>
              <a:gd name="T90" fmla="*/ 382 w 400"/>
              <a:gd name="T91" fmla="*/ 3 h 263"/>
              <a:gd name="T92" fmla="*/ 382 w 400"/>
              <a:gd name="T93" fmla="*/ 3 h 263"/>
              <a:gd name="T94" fmla="*/ 381 w 400"/>
              <a:gd name="T95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00" h="263">
                <a:moveTo>
                  <a:pt x="381" y="0"/>
                </a:moveTo>
                <a:lnTo>
                  <a:pt x="381" y="0"/>
                </a:lnTo>
                <a:lnTo>
                  <a:pt x="365" y="24"/>
                </a:lnTo>
                <a:lnTo>
                  <a:pt x="348" y="49"/>
                </a:lnTo>
                <a:lnTo>
                  <a:pt x="329" y="70"/>
                </a:lnTo>
                <a:lnTo>
                  <a:pt x="311" y="92"/>
                </a:lnTo>
                <a:lnTo>
                  <a:pt x="289" y="111"/>
                </a:lnTo>
                <a:lnTo>
                  <a:pt x="267" y="130"/>
                </a:lnTo>
                <a:lnTo>
                  <a:pt x="244" y="146"/>
                </a:lnTo>
                <a:lnTo>
                  <a:pt x="220" y="161"/>
                </a:lnTo>
                <a:lnTo>
                  <a:pt x="194" y="174"/>
                </a:lnTo>
                <a:lnTo>
                  <a:pt x="169" y="186"/>
                </a:lnTo>
                <a:lnTo>
                  <a:pt x="142" y="196"/>
                </a:lnTo>
                <a:lnTo>
                  <a:pt x="115" y="205"/>
                </a:lnTo>
                <a:lnTo>
                  <a:pt x="86" y="211"/>
                </a:lnTo>
                <a:lnTo>
                  <a:pt x="58" y="216"/>
                </a:lnTo>
                <a:lnTo>
                  <a:pt x="28" y="219"/>
                </a:lnTo>
                <a:lnTo>
                  <a:pt x="0" y="220"/>
                </a:lnTo>
                <a:lnTo>
                  <a:pt x="0" y="220"/>
                </a:lnTo>
                <a:lnTo>
                  <a:pt x="0" y="220"/>
                </a:lnTo>
                <a:lnTo>
                  <a:pt x="0" y="263"/>
                </a:lnTo>
                <a:lnTo>
                  <a:pt x="0" y="263"/>
                </a:lnTo>
                <a:lnTo>
                  <a:pt x="11" y="263"/>
                </a:lnTo>
                <a:lnTo>
                  <a:pt x="11" y="231"/>
                </a:lnTo>
                <a:lnTo>
                  <a:pt x="11" y="231"/>
                </a:lnTo>
                <a:lnTo>
                  <a:pt x="39" y="230"/>
                </a:lnTo>
                <a:lnTo>
                  <a:pt x="68" y="226"/>
                </a:lnTo>
                <a:lnTo>
                  <a:pt x="95" y="220"/>
                </a:lnTo>
                <a:lnTo>
                  <a:pt x="123" y="213"/>
                </a:lnTo>
                <a:lnTo>
                  <a:pt x="149" y="205"/>
                </a:lnTo>
                <a:lnTo>
                  <a:pt x="176" y="194"/>
                </a:lnTo>
                <a:lnTo>
                  <a:pt x="200" y="184"/>
                </a:lnTo>
                <a:lnTo>
                  <a:pt x="225" y="170"/>
                </a:lnTo>
                <a:lnTo>
                  <a:pt x="248" y="155"/>
                </a:lnTo>
                <a:lnTo>
                  <a:pt x="271" y="139"/>
                </a:lnTo>
                <a:lnTo>
                  <a:pt x="293" y="122"/>
                </a:lnTo>
                <a:lnTo>
                  <a:pt x="315" y="103"/>
                </a:lnTo>
                <a:lnTo>
                  <a:pt x="333" y="82"/>
                </a:lnTo>
                <a:lnTo>
                  <a:pt x="352" y="61"/>
                </a:lnTo>
                <a:lnTo>
                  <a:pt x="369" y="39"/>
                </a:lnTo>
                <a:lnTo>
                  <a:pt x="385" y="15"/>
                </a:lnTo>
                <a:lnTo>
                  <a:pt x="400" y="23"/>
                </a:lnTo>
                <a:lnTo>
                  <a:pt x="400" y="23"/>
                </a:lnTo>
                <a:lnTo>
                  <a:pt x="385" y="5"/>
                </a:lnTo>
                <a:lnTo>
                  <a:pt x="385" y="5"/>
                </a:lnTo>
                <a:lnTo>
                  <a:pt x="382" y="3"/>
                </a:lnTo>
                <a:lnTo>
                  <a:pt x="382" y="3"/>
                </a:lnTo>
                <a:lnTo>
                  <a:pt x="381" y="0"/>
                </a:lnTo>
                <a:close/>
              </a:path>
            </a:pathLst>
          </a:custGeom>
          <a:solidFill>
            <a:srgbClr val="B415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3" name="Freeform 1479"/>
          <p:cNvSpPr>
            <a:spLocks/>
          </p:cNvSpPr>
          <p:nvPr/>
        </p:nvSpPr>
        <p:spPr bwMode="auto">
          <a:xfrm>
            <a:off x="2606936" y="4455878"/>
            <a:ext cx="504159" cy="331484"/>
          </a:xfrm>
          <a:custGeom>
            <a:avLst/>
            <a:gdLst>
              <a:gd name="T0" fmla="*/ 381 w 400"/>
              <a:gd name="T1" fmla="*/ 0 h 263"/>
              <a:gd name="T2" fmla="*/ 381 w 400"/>
              <a:gd name="T3" fmla="*/ 0 h 263"/>
              <a:gd name="T4" fmla="*/ 365 w 400"/>
              <a:gd name="T5" fmla="*/ 24 h 263"/>
              <a:gd name="T6" fmla="*/ 348 w 400"/>
              <a:gd name="T7" fmla="*/ 49 h 263"/>
              <a:gd name="T8" fmla="*/ 329 w 400"/>
              <a:gd name="T9" fmla="*/ 70 h 263"/>
              <a:gd name="T10" fmla="*/ 311 w 400"/>
              <a:gd name="T11" fmla="*/ 92 h 263"/>
              <a:gd name="T12" fmla="*/ 289 w 400"/>
              <a:gd name="T13" fmla="*/ 111 h 263"/>
              <a:gd name="T14" fmla="*/ 267 w 400"/>
              <a:gd name="T15" fmla="*/ 130 h 263"/>
              <a:gd name="T16" fmla="*/ 244 w 400"/>
              <a:gd name="T17" fmla="*/ 146 h 263"/>
              <a:gd name="T18" fmla="*/ 220 w 400"/>
              <a:gd name="T19" fmla="*/ 161 h 263"/>
              <a:gd name="T20" fmla="*/ 194 w 400"/>
              <a:gd name="T21" fmla="*/ 174 h 263"/>
              <a:gd name="T22" fmla="*/ 169 w 400"/>
              <a:gd name="T23" fmla="*/ 186 h 263"/>
              <a:gd name="T24" fmla="*/ 142 w 400"/>
              <a:gd name="T25" fmla="*/ 196 h 263"/>
              <a:gd name="T26" fmla="*/ 115 w 400"/>
              <a:gd name="T27" fmla="*/ 205 h 263"/>
              <a:gd name="T28" fmla="*/ 86 w 400"/>
              <a:gd name="T29" fmla="*/ 211 h 263"/>
              <a:gd name="T30" fmla="*/ 58 w 400"/>
              <a:gd name="T31" fmla="*/ 216 h 263"/>
              <a:gd name="T32" fmla="*/ 28 w 400"/>
              <a:gd name="T33" fmla="*/ 219 h 263"/>
              <a:gd name="T34" fmla="*/ 0 w 400"/>
              <a:gd name="T35" fmla="*/ 220 h 263"/>
              <a:gd name="T36" fmla="*/ 0 w 400"/>
              <a:gd name="T37" fmla="*/ 220 h 263"/>
              <a:gd name="T38" fmla="*/ 0 w 400"/>
              <a:gd name="T39" fmla="*/ 220 h 263"/>
              <a:gd name="T40" fmla="*/ 0 w 400"/>
              <a:gd name="T41" fmla="*/ 263 h 263"/>
              <a:gd name="T42" fmla="*/ 0 w 400"/>
              <a:gd name="T43" fmla="*/ 263 h 263"/>
              <a:gd name="T44" fmla="*/ 11 w 400"/>
              <a:gd name="T45" fmla="*/ 263 h 263"/>
              <a:gd name="T46" fmla="*/ 11 w 400"/>
              <a:gd name="T47" fmla="*/ 231 h 263"/>
              <a:gd name="T48" fmla="*/ 11 w 400"/>
              <a:gd name="T49" fmla="*/ 231 h 263"/>
              <a:gd name="T50" fmla="*/ 39 w 400"/>
              <a:gd name="T51" fmla="*/ 230 h 263"/>
              <a:gd name="T52" fmla="*/ 68 w 400"/>
              <a:gd name="T53" fmla="*/ 226 h 263"/>
              <a:gd name="T54" fmla="*/ 95 w 400"/>
              <a:gd name="T55" fmla="*/ 220 h 263"/>
              <a:gd name="T56" fmla="*/ 123 w 400"/>
              <a:gd name="T57" fmla="*/ 213 h 263"/>
              <a:gd name="T58" fmla="*/ 149 w 400"/>
              <a:gd name="T59" fmla="*/ 205 h 263"/>
              <a:gd name="T60" fmla="*/ 176 w 400"/>
              <a:gd name="T61" fmla="*/ 194 h 263"/>
              <a:gd name="T62" fmla="*/ 200 w 400"/>
              <a:gd name="T63" fmla="*/ 184 h 263"/>
              <a:gd name="T64" fmla="*/ 225 w 400"/>
              <a:gd name="T65" fmla="*/ 170 h 263"/>
              <a:gd name="T66" fmla="*/ 248 w 400"/>
              <a:gd name="T67" fmla="*/ 155 h 263"/>
              <a:gd name="T68" fmla="*/ 271 w 400"/>
              <a:gd name="T69" fmla="*/ 139 h 263"/>
              <a:gd name="T70" fmla="*/ 293 w 400"/>
              <a:gd name="T71" fmla="*/ 122 h 263"/>
              <a:gd name="T72" fmla="*/ 315 w 400"/>
              <a:gd name="T73" fmla="*/ 103 h 263"/>
              <a:gd name="T74" fmla="*/ 333 w 400"/>
              <a:gd name="T75" fmla="*/ 82 h 263"/>
              <a:gd name="T76" fmla="*/ 352 w 400"/>
              <a:gd name="T77" fmla="*/ 61 h 263"/>
              <a:gd name="T78" fmla="*/ 369 w 400"/>
              <a:gd name="T79" fmla="*/ 39 h 263"/>
              <a:gd name="T80" fmla="*/ 385 w 400"/>
              <a:gd name="T81" fmla="*/ 15 h 263"/>
              <a:gd name="T82" fmla="*/ 400 w 400"/>
              <a:gd name="T83" fmla="*/ 23 h 263"/>
              <a:gd name="T84" fmla="*/ 400 w 400"/>
              <a:gd name="T85" fmla="*/ 23 h 263"/>
              <a:gd name="T86" fmla="*/ 385 w 400"/>
              <a:gd name="T87" fmla="*/ 5 h 263"/>
              <a:gd name="T88" fmla="*/ 385 w 400"/>
              <a:gd name="T89" fmla="*/ 5 h 263"/>
              <a:gd name="T90" fmla="*/ 382 w 400"/>
              <a:gd name="T91" fmla="*/ 3 h 263"/>
              <a:gd name="T92" fmla="*/ 382 w 400"/>
              <a:gd name="T93" fmla="*/ 3 h 263"/>
              <a:gd name="T94" fmla="*/ 381 w 400"/>
              <a:gd name="T95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00" h="263">
                <a:moveTo>
                  <a:pt x="381" y="0"/>
                </a:moveTo>
                <a:lnTo>
                  <a:pt x="381" y="0"/>
                </a:lnTo>
                <a:lnTo>
                  <a:pt x="365" y="24"/>
                </a:lnTo>
                <a:lnTo>
                  <a:pt x="348" y="49"/>
                </a:lnTo>
                <a:lnTo>
                  <a:pt x="329" y="70"/>
                </a:lnTo>
                <a:lnTo>
                  <a:pt x="311" y="92"/>
                </a:lnTo>
                <a:lnTo>
                  <a:pt x="289" y="111"/>
                </a:lnTo>
                <a:lnTo>
                  <a:pt x="267" y="130"/>
                </a:lnTo>
                <a:lnTo>
                  <a:pt x="244" y="146"/>
                </a:lnTo>
                <a:lnTo>
                  <a:pt x="220" y="161"/>
                </a:lnTo>
                <a:lnTo>
                  <a:pt x="194" y="174"/>
                </a:lnTo>
                <a:lnTo>
                  <a:pt x="169" y="186"/>
                </a:lnTo>
                <a:lnTo>
                  <a:pt x="142" y="196"/>
                </a:lnTo>
                <a:lnTo>
                  <a:pt x="115" y="205"/>
                </a:lnTo>
                <a:lnTo>
                  <a:pt x="86" y="211"/>
                </a:lnTo>
                <a:lnTo>
                  <a:pt x="58" y="216"/>
                </a:lnTo>
                <a:lnTo>
                  <a:pt x="28" y="219"/>
                </a:lnTo>
                <a:lnTo>
                  <a:pt x="0" y="220"/>
                </a:lnTo>
                <a:lnTo>
                  <a:pt x="0" y="220"/>
                </a:lnTo>
                <a:lnTo>
                  <a:pt x="0" y="220"/>
                </a:lnTo>
                <a:lnTo>
                  <a:pt x="0" y="263"/>
                </a:lnTo>
                <a:lnTo>
                  <a:pt x="0" y="263"/>
                </a:lnTo>
                <a:lnTo>
                  <a:pt x="11" y="263"/>
                </a:lnTo>
                <a:lnTo>
                  <a:pt x="11" y="231"/>
                </a:lnTo>
                <a:lnTo>
                  <a:pt x="11" y="231"/>
                </a:lnTo>
                <a:lnTo>
                  <a:pt x="39" y="230"/>
                </a:lnTo>
                <a:lnTo>
                  <a:pt x="68" y="226"/>
                </a:lnTo>
                <a:lnTo>
                  <a:pt x="95" y="220"/>
                </a:lnTo>
                <a:lnTo>
                  <a:pt x="123" y="213"/>
                </a:lnTo>
                <a:lnTo>
                  <a:pt x="149" y="205"/>
                </a:lnTo>
                <a:lnTo>
                  <a:pt x="176" y="194"/>
                </a:lnTo>
                <a:lnTo>
                  <a:pt x="200" y="184"/>
                </a:lnTo>
                <a:lnTo>
                  <a:pt x="225" y="170"/>
                </a:lnTo>
                <a:lnTo>
                  <a:pt x="248" y="155"/>
                </a:lnTo>
                <a:lnTo>
                  <a:pt x="271" y="139"/>
                </a:lnTo>
                <a:lnTo>
                  <a:pt x="293" y="122"/>
                </a:lnTo>
                <a:lnTo>
                  <a:pt x="315" y="103"/>
                </a:lnTo>
                <a:lnTo>
                  <a:pt x="333" y="82"/>
                </a:lnTo>
                <a:lnTo>
                  <a:pt x="352" y="61"/>
                </a:lnTo>
                <a:lnTo>
                  <a:pt x="369" y="39"/>
                </a:lnTo>
                <a:lnTo>
                  <a:pt x="385" y="15"/>
                </a:lnTo>
                <a:lnTo>
                  <a:pt x="400" y="23"/>
                </a:lnTo>
                <a:lnTo>
                  <a:pt x="400" y="23"/>
                </a:lnTo>
                <a:lnTo>
                  <a:pt x="385" y="5"/>
                </a:lnTo>
                <a:lnTo>
                  <a:pt x="385" y="5"/>
                </a:lnTo>
                <a:lnTo>
                  <a:pt x="382" y="3"/>
                </a:lnTo>
                <a:lnTo>
                  <a:pt x="382" y="3"/>
                </a:lnTo>
                <a:lnTo>
                  <a:pt x="38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14" name="Picture 1480"/>
          <p:cNvPicPr>
            <a:picLocks noChangeAspect="1" noChangeArrowheads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273" y="4476044"/>
            <a:ext cx="30250" cy="31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5" name="Picture 1481"/>
          <p:cNvPicPr>
            <a:picLocks noChangeAspect="1" noChangeArrowheads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325" y="4449576"/>
            <a:ext cx="61759" cy="50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6" name="Picture 1482"/>
          <p:cNvPicPr>
            <a:picLocks noChangeAspect="1" noChangeArrowheads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14" y="4726863"/>
            <a:ext cx="15125" cy="65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8" name="Freeform 1604"/>
          <p:cNvSpPr>
            <a:spLocks noEditPoints="1"/>
          </p:cNvSpPr>
          <p:nvPr/>
        </p:nvSpPr>
        <p:spPr bwMode="auto">
          <a:xfrm>
            <a:off x="4375274" y="4067676"/>
            <a:ext cx="41593" cy="42854"/>
          </a:xfrm>
          <a:custGeom>
            <a:avLst/>
            <a:gdLst>
              <a:gd name="T0" fmla="*/ 0 w 33"/>
              <a:gd name="T1" fmla="*/ 18 h 34"/>
              <a:gd name="T2" fmla="*/ 1 w 33"/>
              <a:gd name="T3" fmla="*/ 11 h 34"/>
              <a:gd name="T4" fmla="*/ 4 w 33"/>
              <a:gd name="T5" fmla="*/ 6 h 34"/>
              <a:gd name="T6" fmla="*/ 9 w 33"/>
              <a:gd name="T7" fmla="*/ 2 h 34"/>
              <a:gd name="T8" fmla="*/ 16 w 33"/>
              <a:gd name="T9" fmla="*/ 0 h 34"/>
              <a:gd name="T10" fmla="*/ 24 w 33"/>
              <a:gd name="T11" fmla="*/ 2 h 34"/>
              <a:gd name="T12" fmla="*/ 29 w 33"/>
              <a:gd name="T13" fmla="*/ 6 h 34"/>
              <a:gd name="T14" fmla="*/ 32 w 33"/>
              <a:gd name="T15" fmla="*/ 11 h 34"/>
              <a:gd name="T16" fmla="*/ 33 w 33"/>
              <a:gd name="T17" fmla="*/ 18 h 34"/>
              <a:gd name="T18" fmla="*/ 32 w 33"/>
              <a:gd name="T19" fmla="*/ 25 h 34"/>
              <a:gd name="T20" fmla="*/ 29 w 33"/>
              <a:gd name="T21" fmla="*/ 30 h 34"/>
              <a:gd name="T22" fmla="*/ 24 w 33"/>
              <a:gd name="T23" fmla="*/ 33 h 34"/>
              <a:gd name="T24" fmla="*/ 16 w 33"/>
              <a:gd name="T25" fmla="*/ 34 h 34"/>
              <a:gd name="T26" fmla="*/ 9 w 33"/>
              <a:gd name="T27" fmla="*/ 33 h 34"/>
              <a:gd name="T28" fmla="*/ 4 w 33"/>
              <a:gd name="T29" fmla="*/ 30 h 34"/>
              <a:gd name="T30" fmla="*/ 1 w 33"/>
              <a:gd name="T31" fmla="*/ 25 h 34"/>
              <a:gd name="T32" fmla="*/ 0 w 33"/>
              <a:gd name="T33" fmla="*/ 18 h 34"/>
              <a:gd name="T34" fmla="*/ 6 w 33"/>
              <a:gd name="T35" fmla="*/ 18 h 34"/>
              <a:gd name="T36" fmla="*/ 8 w 33"/>
              <a:gd name="T37" fmla="*/ 22 h 34"/>
              <a:gd name="T38" fmla="*/ 9 w 33"/>
              <a:gd name="T39" fmla="*/ 25 h 34"/>
              <a:gd name="T40" fmla="*/ 12 w 33"/>
              <a:gd name="T41" fmla="*/ 27 h 34"/>
              <a:gd name="T42" fmla="*/ 16 w 33"/>
              <a:gd name="T43" fmla="*/ 29 h 34"/>
              <a:gd name="T44" fmla="*/ 20 w 33"/>
              <a:gd name="T45" fmla="*/ 27 h 34"/>
              <a:gd name="T46" fmla="*/ 24 w 33"/>
              <a:gd name="T47" fmla="*/ 25 h 34"/>
              <a:gd name="T48" fmla="*/ 25 w 33"/>
              <a:gd name="T49" fmla="*/ 22 h 34"/>
              <a:gd name="T50" fmla="*/ 27 w 33"/>
              <a:gd name="T51" fmla="*/ 18 h 34"/>
              <a:gd name="T52" fmla="*/ 25 w 33"/>
              <a:gd name="T53" fmla="*/ 14 h 34"/>
              <a:gd name="T54" fmla="*/ 24 w 33"/>
              <a:gd name="T55" fmla="*/ 10 h 34"/>
              <a:gd name="T56" fmla="*/ 20 w 33"/>
              <a:gd name="T57" fmla="*/ 8 h 34"/>
              <a:gd name="T58" fmla="*/ 16 w 33"/>
              <a:gd name="T59" fmla="*/ 7 h 34"/>
              <a:gd name="T60" fmla="*/ 12 w 33"/>
              <a:gd name="T61" fmla="*/ 8 h 34"/>
              <a:gd name="T62" fmla="*/ 9 w 33"/>
              <a:gd name="T63" fmla="*/ 10 h 34"/>
              <a:gd name="T64" fmla="*/ 8 w 33"/>
              <a:gd name="T65" fmla="*/ 14 h 34"/>
              <a:gd name="T66" fmla="*/ 6 w 33"/>
              <a:gd name="T67" fmla="*/ 18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3" h="34">
                <a:moveTo>
                  <a:pt x="0" y="18"/>
                </a:moveTo>
                <a:lnTo>
                  <a:pt x="0" y="18"/>
                </a:lnTo>
                <a:lnTo>
                  <a:pt x="1" y="11"/>
                </a:lnTo>
                <a:lnTo>
                  <a:pt x="1" y="11"/>
                </a:lnTo>
                <a:lnTo>
                  <a:pt x="4" y="6"/>
                </a:lnTo>
                <a:lnTo>
                  <a:pt x="4" y="6"/>
                </a:lnTo>
                <a:lnTo>
                  <a:pt x="9" y="2"/>
                </a:lnTo>
                <a:lnTo>
                  <a:pt x="9" y="2"/>
                </a:lnTo>
                <a:lnTo>
                  <a:pt x="16" y="0"/>
                </a:lnTo>
                <a:lnTo>
                  <a:pt x="16" y="0"/>
                </a:lnTo>
                <a:lnTo>
                  <a:pt x="24" y="2"/>
                </a:lnTo>
                <a:lnTo>
                  <a:pt x="24" y="2"/>
                </a:lnTo>
                <a:lnTo>
                  <a:pt x="29" y="6"/>
                </a:lnTo>
                <a:lnTo>
                  <a:pt x="29" y="6"/>
                </a:lnTo>
                <a:lnTo>
                  <a:pt x="32" y="11"/>
                </a:lnTo>
                <a:lnTo>
                  <a:pt x="32" y="11"/>
                </a:lnTo>
                <a:lnTo>
                  <a:pt x="33" y="18"/>
                </a:lnTo>
                <a:lnTo>
                  <a:pt x="33" y="18"/>
                </a:lnTo>
                <a:lnTo>
                  <a:pt x="32" y="25"/>
                </a:lnTo>
                <a:lnTo>
                  <a:pt x="32" y="25"/>
                </a:lnTo>
                <a:lnTo>
                  <a:pt x="29" y="30"/>
                </a:lnTo>
                <a:lnTo>
                  <a:pt x="29" y="30"/>
                </a:lnTo>
                <a:lnTo>
                  <a:pt x="24" y="33"/>
                </a:lnTo>
                <a:lnTo>
                  <a:pt x="24" y="33"/>
                </a:lnTo>
                <a:lnTo>
                  <a:pt x="16" y="34"/>
                </a:lnTo>
                <a:lnTo>
                  <a:pt x="16" y="34"/>
                </a:lnTo>
                <a:lnTo>
                  <a:pt x="9" y="33"/>
                </a:lnTo>
                <a:lnTo>
                  <a:pt x="9" y="33"/>
                </a:lnTo>
                <a:lnTo>
                  <a:pt x="4" y="30"/>
                </a:lnTo>
                <a:lnTo>
                  <a:pt x="4" y="30"/>
                </a:lnTo>
                <a:lnTo>
                  <a:pt x="1" y="25"/>
                </a:lnTo>
                <a:lnTo>
                  <a:pt x="1" y="25"/>
                </a:lnTo>
                <a:lnTo>
                  <a:pt x="0" y="18"/>
                </a:lnTo>
                <a:lnTo>
                  <a:pt x="0" y="18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22"/>
                </a:lnTo>
                <a:lnTo>
                  <a:pt x="8" y="22"/>
                </a:lnTo>
                <a:lnTo>
                  <a:pt x="9" y="25"/>
                </a:lnTo>
                <a:lnTo>
                  <a:pt x="9" y="25"/>
                </a:lnTo>
                <a:lnTo>
                  <a:pt x="12" y="27"/>
                </a:lnTo>
                <a:lnTo>
                  <a:pt x="12" y="27"/>
                </a:lnTo>
                <a:lnTo>
                  <a:pt x="16" y="29"/>
                </a:lnTo>
                <a:lnTo>
                  <a:pt x="16" y="29"/>
                </a:lnTo>
                <a:lnTo>
                  <a:pt x="20" y="27"/>
                </a:lnTo>
                <a:lnTo>
                  <a:pt x="20" y="27"/>
                </a:lnTo>
                <a:lnTo>
                  <a:pt x="24" y="25"/>
                </a:lnTo>
                <a:lnTo>
                  <a:pt x="24" y="25"/>
                </a:lnTo>
                <a:lnTo>
                  <a:pt x="25" y="22"/>
                </a:lnTo>
                <a:lnTo>
                  <a:pt x="25" y="22"/>
                </a:lnTo>
                <a:lnTo>
                  <a:pt x="27" y="18"/>
                </a:lnTo>
                <a:lnTo>
                  <a:pt x="27" y="18"/>
                </a:lnTo>
                <a:lnTo>
                  <a:pt x="25" y="14"/>
                </a:lnTo>
                <a:lnTo>
                  <a:pt x="25" y="14"/>
                </a:lnTo>
                <a:lnTo>
                  <a:pt x="24" y="10"/>
                </a:lnTo>
                <a:lnTo>
                  <a:pt x="24" y="10"/>
                </a:lnTo>
                <a:lnTo>
                  <a:pt x="20" y="8"/>
                </a:lnTo>
                <a:lnTo>
                  <a:pt x="20" y="8"/>
                </a:lnTo>
                <a:lnTo>
                  <a:pt x="16" y="7"/>
                </a:lnTo>
                <a:lnTo>
                  <a:pt x="16" y="7"/>
                </a:lnTo>
                <a:lnTo>
                  <a:pt x="12" y="8"/>
                </a:lnTo>
                <a:lnTo>
                  <a:pt x="12" y="8"/>
                </a:lnTo>
                <a:lnTo>
                  <a:pt x="9" y="10"/>
                </a:lnTo>
                <a:lnTo>
                  <a:pt x="9" y="10"/>
                </a:lnTo>
                <a:lnTo>
                  <a:pt x="8" y="14"/>
                </a:lnTo>
                <a:lnTo>
                  <a:pt x="8" y="14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9" name="Freeform 1605"/>
          <p:cNvSpPr>
            <a:spLocks noEditPoints="1"/>
          </p:cNvSpPr>
          <p:nvPr/>
        </p:nvSpPr>
        <p:spPr bwMode="auto">
          <a:xfrm>
            <a:off x="4428211" y="4070196"/>
            <a:ext cx="27729" cy="40333"/>
          </a:xfrm>
          <a:custGeom>
            <a:avLst/>
            <a:gdLst>
              <a:gd name="T0" fmla="*/ 0 w 22"/>
              <a:gd name="T1" fmla="*/ 0 h 32"/>
              <a:gd name="T2" fmla="*/ 10 w 22"/>
              <a:gd name="T3" fmla="*/ 0 h 32"/>
              <a:gd name="T4" fmla="*/ 10 w 22"/>
              <a:gd name="T5" fmla="*/ 0 h 32"/>
              <a:gd name="T6" fmla="*/ 16 w 22"/>
              <a:gd name="T7" fmla="*/ 0 h 32"/>
              <a:gd name="T8" fmla="*/ 16 w 22"/>
              <a:gd name="T9" fmla="*/ 0 h 32"/>
              <a:gd name="T10" fmla="*/ 20 w 22"/>
              <a:gd name="T11" fmla="*/ 1 h 32"/>
              <a:gd name="T12" fmla="*/ 20 w 22"/>
              <a:gd name="T13" fmla="*/ 1 h 32"/>
              <a:gd name="T14" fmla="*/ 22 w 22"/>
              <a:gd name="T15" fmla="*/ 5 h 32"/>
              <a:gd name="T16" fmla="*/ 22 w 22"/>
              <a:gd name="T17" fmla="*/ 5 h 32"/>
              <a:gd name="T18" fmla="*/ 22 w 22"/>
              <a:gd name="T19" fmla="*/ 9 h 32"/>
              <a:gd name="T20" fmla="*/ 22 w 22"/>
              <a:gd name="T21" fmla="*/ 9 h 32"/>
              <a:gd name="T22" fmla="*/ 22 w 22"/>
              <a:gd name="T23" fmla="*/ 14 h 32"/>
              <a:gd name="T24" fmla="*/ 22 w 22"/>
              <a:gd name="T25" fmla="*/ 14 h 32"/>
              <a:gd name="T26" fmla="*/ 20 w 22"/>
              <a:gd name="T27" fmla="*/ 17 h 32"/>
              <a:gd name="T28" fmla="*/ 20 w 22"/>
              <a:gd name="T29" fmla="*/ 17 h 32"/>
              <a:gd name="T30" fmla="*/ 16 w 22"/>
              <a:gd name="T31" fmla="*/ 19 h 32"/>
              <a:gd name="T32" fmla="*/ 16 w 22"/>
              <a:gd name="T33" fmla="*/ 19 h 32"/>
              <a:gd name="T34" fmla="*/ 12 w 22"/>
              <a:gd name="T35" fmla="*/ 19 h 32"/>
              <a:gd name="T36" fmla="*/ 6 w 22"/>
              <a:gd name="T37" fmla="*/ 19 h 32"/>
              <a:gd name="T38" fmla="*/ 6 w 22"/>
              <a:gd name="T39" fmla="*/ 32 h 32"/>
              <a:gd name="T40" fmla="*/ 0 w 22"/>
              <a:gd name="T41" fmla="*/ 32 h 32"/>
              <a:gd name="T42" fmla="*/ 0 w 22"/>
              <a:gd name="T43" fmla="*/ 0 h 32"/>
              <a:gd name="T44" fmla="*/ 6 w 22"/>
              <a:gd name="T45" fmla="*/ 13 h 32"/>
              <a:gd name="T46" fmla="*/ 10 w 22"/>
              <a:gd name="T47" fmla="*/ 13 h 32"/>
              <a:gd name="T48" fmla="*/ 10 w 22"/>
              <a:gd name="T49" fmla="*/ 13 h 32"/>
              <a:gd name="T50" fmla="*/ 13 w 22"/>
              <a:gd name="T51" fmla="*/ 13 h 32"/>
              <a:gd name="T52" fmla="*/ 13 w 22"/>
              <a:gd name="T53" fmla="*/ 13 h 32"/>
              <a:gd name="T54" fmla="*/ 14 w 22"/>
              <a:gd name="T55" fmla="*/ 12 h 32"/>
              <a:gd name="T56" fmla="*/ 14 w 22"/>
              <a:gd name="T57" fmla="*/ 12 h 32"/>
              <a:gd name="T58" fmla="*/ 16 w 22"/>
              <a:gd name="T59" fmla="*/ 12 h 32"/>
              <a:gd name="T60" fmla="*/ 16 w 22"/>
              <a:gd name="T61" fmla="*/ 12 h 32"/>
              <a:gd name="T62" fmla="*/ 16 w 22"/>
              <a:gd name="T63" fmla="*/ 9 h 32"/>
              <a:gd name="T64" fmla="*/ 16 w 22"/>
              <a:gd name="T65" fmla="*/ 9 h 32"/>
              <a:gd name="T66" fmla="*/ 16 w 22"/>
              <a:gd name="T67" fmla="*/ 8 h 32"/>
              <a:gd name="T68" fmla="*/ 16 w 22"/>
              <a:gd name="T69" fmla="*/ 8 h 32"/>
              <a:gd name="T70" fmla="*/ 13 w 22"/>
              <a:gd name="T71" fmla="*/ 6 h 32"/>
              <a:gd name="T72" fmla="*/ 13 w 22"/>
              <a:gd name="T73" fmla="*/ 6 h 32"/>
              <a:gd name="T74" fmla="*/ 12 w 22"/>
              <a:gd name="T75" fmla="*/ 5 h 32"/>
              <a:gd name="T76" fmla="*/ 12 w 22"/>
              <a:gd name="T77" fmla="*/ 5 h 32"/>
              <a:gd name="T78" fmla="*/ 9 w 22"/>
              <a:gd name="T79" fmla="*/ 5 h 32"/>
              <a:gd name="T80" fmla="*/ 6 w 22"/>
              <a:gd name="T81" fmla="*/ 5 h 32"/>
              <a:gd name="T82" fmla="*/ 6 w 22"/>
              <a:gd name="T83" fmla="*/ 13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2" h="32">
                <a:moveTo>
                  <a:pt x="0" y="0"/>
                </a:moveTo>
                <a:lnTo>
                  <a:pt x="10" y="0"/>
                </a:lnTo>
                <a:lnTo>
                  <a:pt x="10" y="0"/>
                </a:lnTo>
                <a:lnTo>
                  <a:pt x="16" y="0"/>
                </a:lnTo>
                <a:lnTo>
                  <a:pt x="16" y="0"/>
                </a:lnTo>
                <a:lnTo>
                  <a:pt x="20" y="1"/>
                </a:lnTo>
                <a:lnTo>
                  <a:pt x="20" y="1"/>
                </a:lnTo>
                <a:lnTo>
                  <a:pt x="22" y="5"/>
                </a:lnTo>
                <a:lnTo>
                  <a:pt x="22" y="5"/>
                </a:lnTo>
                <a:lnTo>
                  <a:pt x="22" y="9"/>
                </a:lnTo>
                <a:lnTo>
                  <a:pt x="22" y="9"/>
                </a:lnTo>
                <a:lnTo>
                  <a:pt x="22" y="14"/>
                </a:lnTo>
                <a:lnTo>
                  <a:pt x="22" y="14"/>
                </a:lnTo>
                <a:lnTo>
                  <a:pt x="20" y="17"/>
                </a:lnTo>
                <a:lnTo>
                  <a:pt x="20" y="17"/>
                </a:lnTo>
                <a:lnTo>
                  <a:pt x="16" y="19"/>
                </a:lnTo>
                <a:lnTo>
                  <a:pt x="16" y="19"/>
                </a:lnTo>
                <a:lnTo>
                  <a:pt x="12" y="19"/>
                </a:lnTo>
                <a:lnTo>
                  <a:pt x="6" y="19"/>
                </a:lnTo>
                <a:lnTo>
                  <a:pt x="6" y="32"/>
                </a:lnTo>
                <a:lnTo>
                  <a:pt x="0" y="32"/>
                </a:lnTo>
                <a:lnTo>
                  <a:pt x="0" y="0"/>
                </a:lnTo>
                <a:close/>
                <a:moveTo>
                  <a:pt x="6" y="13"/>
                </a:moveTo>
                <a:lnTo>
                  <a:pt x="10" y="13"/>
                </a:lnTo>
                <a:lnTo>
                  <a:pt x="10" y="13"/>
                </a:lnTo>
                <a:lnTo>
                  <a:pt x="13" y="13"/>
                </a:lnTo>
                <a:lnTo>
                  <a:pt x="13" y="13"/>
                </a:lnTo>
                <a:lnTo>
                  <a:pt x="14" y="12"/>
                </a:lnTo>
                <a:lnTo>
                  <a:pt x="14" y="12"/>
                </a:lnTo>
                <a:lnTo>
                  <a:pt x="16" y="12"/>
                </a:lnTo>
                <a:lnTo>
                  <a:pt x="16" y="12"/>
                </a:lnTo>
                <a:lnTo>
                  <a:pt x="16" y="9"/>
                </a:lnTo>
                <a:lnTo>
                  <a:pt x="16" y="9"/>
                </a:lnTo>
                <a:lnTo>
                  <a:pt x="16" y="8"/>
                </a:lnTo>
                <a:lnTo>
                  <a:pt x="16" y="8"/>
                </a:lnTo>
                <a:lnTo>
                  <a:pt x="13" y="6"/>
                </a:lnTo>
                <a:lnTo>
                  <a:pt x="13" y="6"/>
                </a:lnTo>
                <a:lnTo>
                  <a:pt x="12" y="5"/>
                </a:lnTo>
                <a:lnTo>
                  <a:pt x="12" y="5"/>
                </a:lnTo>
                <a:lnTo>
                  <a:pt x="9" y="5"/>
                </a:lnTo>
                <a:lnTo>
                  <a:pt x="6" y="5"/>
                </a:lnTo>
                <a:lnTo>
                  <a:pt x="6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0" name="Freeform 1606"/>
          <p:cNvSpPr>
            <a:spLocks/>
          </p:cNvSpPr>
          <p:nvPr/>
        </p:nvSpPr>
        <p:spPr bwMode="auto">
          <a:xfrm>
            <a:off x="4462241" y="4070196"/>
            <a:ext cx="31510" cy="40333"/>
          </a:xfrm>
          <a:custGeom>
            <a:avLst/>
            <a:gdLst>
              <a:gd name="T0" fmla="*/ 9 w 25"/>
              <a:gd name="T1" fmla="*/ 6 h 32"/>
              <a:gd name="T2" fmla="*/ 0 w 25"/>
              <a:gd name="T3" fmla="*/ 6 h 32"/>
              <a:gd name="T4" fmla="*/ 0 w 25"/>
              <a:gd name="T5" fmla="*/ 0 h 32"/>
              <a:gd name="T6" fmla="*/ 25 w 25"/>
              <a:gd name="T7" fmla="*/ 0 h 32"/>
              <a:gd name="T8" fmla="*/ 25 w 25"/>
              <a:gd name="T9" fmla="*/ 6 h 32"/>
              <a:gd name="T10" fmla="*/ 16 w 25"/>
              <a:gd name="T11" fmla="*/ 6 h 32"/>
              <a:gd name="T12" fmla="*/ 16 w 25"/>
              <a:gd name="T13" fmla="*/ 32 h 32"/>
              <a:gd name="T14" fmla="*/ 9 w 25"/>
              <a:gd name="T15" fmla="*/ 32 h 32"/>
              <a:gd name="T16" fmla="*/ 9 w 25"/>
              <a:gd name="T17" fmla="*/ 6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" h="32">
                <a:moveTo>
                  <a:pt x="9" y="6"/>
                </a:moveTo>
                <a:lnTo>
                  <a:pt x="0" y="6"/>
                </a:lnTo>
                <a:lnTo>
                  <a:pt x="0" y="0"/>
                </a:lnTo>
                <a:lnTo>
                  <a:pt x="25" y="0"/>
                </a:lnTo>
                <a:lnTo>
                  <a:pt x="25" y="6"/>
                </a:lnTo>
                <a:lnTo>
                  <a:pt x="16" y="6"/>
                </a:lnTo>
                <a:lnTo>
                  <a:pt x="16" y="32"/>
                </a:lnTo>
                <a:lnTo>
                  <a:pt x="9" y="32"/>
                </a:lnTo>
                <a:lnTo>
                  <a:pt x="9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1" name="Rectangle 1607"/>
          <p:cNvSpPr>
            <a:spLocks noChangeArrowheads="1"/>
          </p:cNvSpPr>
          <p:nvPr/>
        </p:nvSpPr>
        <p:spPr bwMode="auto">
          <a:xfrm>
            <a:off x="4501314" y="4070196"/>
            <a:ext cx="10083" cy="4033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2" name="Freeform 1608"/>
          <p:cNvSpPr>
            <a:spLocks noEditPoints="1"/>
          </p:cNvSpPr>
          <p:nvPr/>
        </p:nvSpPr>
        <p:spPr bwMode="auto">
          <a:xfrm>
            <a:off x="4518959" y="4067676"/>
            <a:ext cx="42854" cy="42854"/>
          </a:xfrm>
          <a:custGeom>
            <a:avLst/>
            <a:gdLst>
              <a:gd name="T0" fmla="*/ 0 w 34"/>
              <a:gd name="T1" fmla="*/ 18 h 34"/>
              <a:gd name="T2" fmla="*/ 2 w 34"/>
              <a:gd name="T3" fmla="*/ 11 h 34"/>
              <a:gd name="T4" fmla="*/ 4 w 34"/>
              <a:gd name="T5" fmla="*/ 6 h 34"/>
              <a:gd name="T6" fmla="*/ 10 w 34"/>
              <a:gd name="T7" fmla="*/ 2 h 34"/>
              <a:gd name="T8" fmla="*/ 18 w 34"/>
              <a:gd name="T9" fmla="*/ 0 h 34"/>
              <a:gd name="T10" fmla="*/ 25 w 34"/>
              <a:gd name="T11" fmla="*/ 2 h 34"/>
              <a:gd name="T12" fmla="*/ 30 w 34"/>
              <a:gd name="T13" fmla="*/ 6 h 34"/>
              <a:gd name="T14" fmla="*/ 33 w 34"/>
              <a:gd name="T15" fmla="*/ 11 h 34"/>
              <a:gd name="T16" fmla="*/ 34 w 34"/>
              <a:gd name="T17" fmla="*/ 18 h 34"/>
              <a:gd name="T18" fmla="*/ 33 w 34"/>
              <a:gd name="T19" fmla="*/ 25 h 34"/>
              <a:gd name="T20" fmla="*/ 30 w 34"/>
              <a:gd name="T21" fmla="*/ 30 h 34"/>
              <a:gd name="T22" fmla="*/ 25 w 34"/>
              <a:gd name="T23" fmla="*/ 33 h 34"/>
              <a:gd name="T24" fmla="*/ 18 w 34"/>
              <a:gd name="T25" fmla="*/ 34 h 34"/>
              <a:gd name="T26" fmla="*/ 10 w 34"/>
              <a:gd name="T27" fmla="*/ 33 h 34"/>
              <a:gd name="T28" fmla="*/ 4 w 34"/>
              <a:gd name="T29" fmla="*/ 30 h 34"/>
              <a:gd name="T30" fmla="*/ 2 w 34"/>
              <a:gd name="T31" fmla="*/ 25 h 34"/>
              <a:gd name="T32" fmla="*/ 0 w 34"/>
              <a:gd name="T33" fmla="*/ 18 h 34"/>
              <a:gd name="T34" fmla="*/ 7 w 34"/>
              <a:gd name="T35" fmla="*/ 18 h 34"/>
              <a:gd name="T36" fmla="*/ 9 w 34"/>
              <a:gd name="T37" fmla="*/ 22 h 34"/>
              <a:gd name="T38" fmla="*/ 10 w 34"/>
              <a:gd name="T39" fmla="*/ 25 h 34"/>
              <a:gd name="T40" fmla="*/ 14 w 34"/>
              <a:gd name="T41" fmla="*/ 27 h 34"/>
              <a:gd name="T42" fmla="*/ 18 w 34"/>
              <a:gd name="T43" fmla="*/ 29 h 34"/>
              <a:gd name="T44" fmla="*/ 22 w 34"/>
              <a:gd name="T45" fmla="*/ 27 h 34"/>
              <a:gd name="T46" fmla="*/ 25 w 34"/>
              <a:gd name="T47" fmla="*/ 25 h 34"/>
              <a:gd name="T48" fmla="*/ 26 w 34"/>
              <a:gd name="T49" fmla="*/ 22 h 34"/>
              <a:gd name="T50" fmla="*/ 27 w 34"/>
              <a:gd name="T51" fmla="*/ 18 h 34"/>
              <a:gd name="T52" fmla="*/ 26 w 34"/>
              <a:gd name="T53" fmla="*/ 14 h 34"/>
              <a:gd name="T54" fmla="*/ 25 w 34"/>
              <a:gd name="T55" fmla="*/ 10 h 34"/>
              <a:gd name="T56" fmla="*/ 22 w 34"/>
              <a:gd name="T57" fmla="*/ 8 h 34"/>
              <a:gd name="T58" fmla="*/ 18 w 34"/>
              <a:gd name="T59" fmla="*/ 7 h 34"/>
              <a:gd name="T60" fmla="*/ 14 w 34"/>
              <a:gd name="T61" fmla="*/ 8 h 34"/>
              <a:gd name="T62" fmla="*/ 10 w 34"/>
              <a:gd name="T63" fmla="*/ 10 h 34"/>
              <a:gd name="T64" fmla="*/ 9 w 34"/>
              <a:gd name="T65" fmla="*/ 14 h 34"/>
              <a:gd name="T66" fmla="*/ 7 w 34"/>
              <a:gd name="T67" fmla="*/ 18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4" h="34">
                <a:moveTo>
                  <a:pt x="0" y="18"/>
                </a:moveTo>
                <a:lnTo>
                  <a:pt x="0" y="18"/>
                </a:lnTo>
                <a:lnTo>
                  <a:pt x="2" y="11"/>
                </a:lnTo>
                <a:lnTo>
                  <a:pt x="2" y="11"/>
                </a:lnTo>
                <a:lnTo>
                  <a:pt x="4" y="6"/>
                </a:lnTo>
                <a:lnTo>
                  <a:pt x="4" y="6"/>
                </a:lnTo>
                <a:lnTo>
                  <a:pt x="10" y="2"/>
                </a:lnTo>
                <a:lnTo>
                  <a:pt x="10" y="2"/>
                </a:lnTo>
                <a:lnTo>
                  <a:pt x="18" y="0"/>
                </a:lnTo>
                <a:lnTo>
                  <a:pt x="18" y="0"/>
                </a:lnTo>
                <a:lnTo>
                  <a:pt x="25" y="2"/>
                </a:lnTo>
                <a:lnTo>
                  <a:pt x="25" y="2"/>
                </a:lnTo>
                <a:lnTo>
                  <a:pt x="30" y="6"/>
                </a:lnTo>
                <a:lnTo>
                  <a:pt x="30" y="6"/>
                </a:lnTo>
                <a:lnTo>
                  <a:pt x="33" y="11"/>
                </a:lnTo>
                <a:lnTo>
                  <a:pt x="33" y="11"/>
                </a:lnTo>
                <a:lnTo>
                  <a:pt x="34" y="18"/>
                </a:lnTo>
                <a:lnTo>
                  <a:pt x="34" y="18"/>
                </a:lnTo>
                <a:lnTo>
                  <a:pt x="33" y="25"/>
                </a:lnTo>
                <a:lnTo>
                  <a:pt x="33" y="25"/>
                </a:lnTo>
                <a:lnTo>
                  <a:pt x="30" y="30"/>
                </a:lnTo>
                <a:lnTo>
                  <a:pt x="30" y="30"/>
                </a:lnTo>
                <a:lnTo>
                  <a:pt x="25" y="33"/>
                </a:lnTo>
                <a:lnTo>
                  <a:pt x="25" y="33"/>
                </a:lnTo>
                <a:lnTo>
                  <a:pt x="18" y="34"/>
                </a:lnTo>
                <a:lnTo>
                  <a:pt x="18" y="34"/>
                </a:lnTo>
                <a:lnTo>
                  <a:pt x="10" y="33"/>
                </a:lnTo>
                <a:lnTo>
                  <a:pt x="10" y="33"/>
                </a:lnTo>
                <a:lnTo>
                  <a:pt x="4" y="30"/>
                </a:lnTo>
                <a:lnTo>
                  <a:pt x="4" y="30"/>
                </a:lnTo>
                <a:lnTo>
                  <a:pt x="2" y="25"/>
                </a:lnTo>
                <a:lnTo>
                  <a:pt x="2" y="25"/>
                </a:lnTo>
                <a:lnTo>
                  <a:pt x="0" y="18"/>
                </a:lnTo>
                <a:lnTo>
                  <a:pt x="0" y="18"/>
                </a:lnTo>
                <a:close/>
                <a:moveTo>
                  <a:pt x="7" y="18"/>
                </a:moveTo>
                <a:lnTo>
                  <a:pt x="7" y="18"/>
                </a:lnTo>
                <a:lnTo>
                  <a:pt x="9" y="22"/>
                </a:lnTo>
                <a:lnTo>
                  <a:pt x="9" y="22"/>
                </a:lnTo>
                <a:lnTo>
                  <a:pt x="10" y="25"/>
                </a:lnTo>
                <a:lnTo>
                  <a:pt x="10" y="25"/>
                </a:lnTo>
                <a:lnTo>
                  <a:pt x="14" y="27"/>
                </a:lnTo>
                <a:lnTo>
                  <a:pt x="14" y="27"/>
                </a:lnTo>
                <a:lnTo>
                  <a:pt x="18" y="29"/>
                </a:lnTo>
                <a:lnTo>
                  <a:pt x="18" y="29"/>
                </a:lnTo>
                <a:lnTo>
                  <a:pt x="22" y="27"/>
                </a:lnTo>
                <a:lnTo>
                  <a:pt x="22" y="27"/>
                </a:lnTo>
                <a:lnTo>
                  <a:pt x="25" y="25"/>
                </a:lnTo>
                <a:lnTo>
                  <a:pt x="25" y="25"/>
                </a:lnTo>
                <a:lnTo>
                  <a:pt x="26" y="22"/>
                </a:lnTo>
                <a:lnTo>
                  <a:pt x="26" y="22"/>
                </a:lnTo>
                <a:lnTo>
                  <a:pt x="27" y="18"/>
                </a:lnTo>
                <a:lnTo>
                  <a:pt x="27" y="18"/>
                </a:lnTo>
                <a:lnTo>
                  <a:pt x="26" y="14"/>
                </a:lnTo>
                <a:lnTo>
                  <a:pt x="26" y="14"/>
                </a:lnTo>
                <a:lnTo>
                  <a:pt x="25" y="10"/>
                </a:lnTo>
                <a:lnTo>
                  <a:pt x="25" y="10"/>
                </a:lnTo>
                <a:lnTo>
                  <a:pt x="22" y="8"/>
                </a:lnTo>
                <a:lnTo>
                  <a:pt x="22" y="8"/>
                </a:lnTo>
                <a:lnTo>
                  <a:pt x="18" y="7"/>
                </a:lnTo>
                <a:lnTo>
                  <a:pt x="18" y="7"/>
                </a:lnTo>
                <a:lnTo>
                  <a:pt x="14" y="8"/>
                </a:lnTo>
                <a:lnTo>
                  <a:pt x="14" y="8"/>
                </a:lnTo>
                <a:lnTo>
                  <a:pt x="10" y="10"/>
                </a:lnTo>
                <a:lnTo>
                  <a:pt x="10" y="10"/>
                </a:lnTo>
                <a:lnTo>
                  <a:pt x="9" y="14"/>
                </a:lnTo>
                <a:lnTo>
                  <a:pt x="9" y="14"/>
                </a:lnTo>
                <a:lnTo>
                  <a:pt x="7" y="18"/>
                </a:lnTo>
                <a:lnTo>
                  <a:pt x="7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3" name="Freeform 1609"/>
          <p:cNvSpPr>
            <a:spLocks/>
          </p:cNvSpPr>
          <p:nvPr/>
        </p:nvSpPr>
        <p:spPr bwMode="auto">
          <a:xfrm>
            <a:off x="4571896" y="4070196"/>
            <a:ext cx="37812" cy="40333"/>
          </a:xfrm>
          <a:custGeom>
            <a:avLst/>
            <a:gdLst>
              <a:gd name="T0" fmla="*/ 0 w 30"/>
              <a:gd name="T1" fmla="*/ 0 h 32"/>
              <a:gd name="T2" fmla="*/ 10 w 30"/>
              <a:gd name="T3" fmla="*/ 0 h 32"/>
              <a:gd name="T4" fmla="*/ 23 w 30"/>
              <a:gd name="T5" fmla="*/ 21 h 32"/>
              <a:gd name="T6" fmla="*/ 23 w 30"/>
              <a:gd name="T7" fmla="*/ 21 h 32"/>
              <a:gd name="T8" fmla="*/ 23 w 30"/>
              <a:gd name="T9" fmla="*/ 0 h 32"/>
              <a:gd name="T10" fmla="*/ 30 w 30"/>
              <a:gd name="T11" fmla="*/ 0 h 32"/>
              <a:gd name="T12" fmla="*/ 30 w 30"/>
              <a:gd name="T13" fmla="*/ 32 h 32"/>
              <a:gd name="T14" fmla="*/ 21 w 30"/>
              <a:gd name="T15" fmla="*/ 32 h 32"/>
              <a:gd name="T16" fmla="*/ 7 w 30"/>
              <a:gd name="T17" fmla="*/ 9 h 32"/>
              <a:gd name="T18" fmla="*/ 7 w 30"/>
              <a:gd name="T19" fmla="*/ 9 h 32"/>
              <a:gd name="T20" fmla="*/ 7 w 30"/>
              <a:gd name="T21" fmla="*/ 32 h 32"/>
              <a:gd name="T22" fmla="*/ 0 w 30"/>
              <a:gd name="T23" fmla="*/ 32 h 32"/>
              <a:gd name="T24" fmla="*/ 0 w 30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0" h="32">
                <a:moveTo>
                  <a:pt x="0" y="0"/>
                </a:moveTo>
                <a:lnTo>
                  <a:pt x="10" y="0"/>
                </a:lnTo>
                <a:lnTo>
                  <a:pt x="23" y="21"/>
                </a:lnTo>
                <a:lnTo>
                  <a:pt x="23" y="21"/>
                </a:lnTo>
                <a:lnTo>
                  <a:pt x="23" y="0"/>
                </a:lnTo>
                <a:lnTo>
                  <a:pt x="30" y="0"/>
                </a:lnTo>
                <a:lnTo>
                  <a:pt x="30" y="32"/>
                </a:lnTo>
                <a:lnTo>
                  <a:pt x="21" y="32"/>
                </a:lnTo>
                <a:lnTo>
                  <a:pt x="7" y="9"/>
                </a:lnTo>
                <a:lnTo>
                  <a:pt x="7" y="9"/>
                </a:lnTo>
                <a:lnTo>
                  <a:pt x="7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4" name="Freeform 1610"/>
          <p:cNvSpPr>
            <a:spLocks noEditPoints="1"/>
          </p:cNvSpPr>
          <p:nvPr/>
        </p:nvSpPr>
        <p:spPr bwMode="auto">
          <a:xfrm>
            <a:off x="4381576" y="3886178"/>
            <a:ext cx="105873" cy="149987"/>
          </a:xfrm>
          <a:custGeom>
            <a:avLst/>
            <a:gdLst>
              <a:gd name="T0" fmla="*/ 0 w 84"/>
              <a:gd name="T1" fmla="*/ 59 h 119"/>
              <a:gd name="T2" fmla="*/ 3 w 84"/>
              <a:gd name="T3" fmla="*/ 36 h 119"/>
              <a:gd name="T4" fmla="*/ 5 w 84"/>
              <a:gd name="T5" fmla="*/ 27 h 119"/>
              <a:gd name="T6" fmla="*/ 8 w 84"/>
              <a:gd name="T7" fmla="*/ 20 h 119"/>
              <a:gd name="T8" fmla="*/ 16 w 84"/>
              <a:gd name="T9" fmla="*/ 9 h 119"/>
              <a:gd name="T10" fmla="*/ 20 w 84"/>
              <a:gd name="T11" fmla="*/ 5 h 119"/>
              <a:gd name="T12" fmla="*/ 26 w 84"/>
              <a:gd name="T13" fmla="*/ 3 h 119"/>
              <a:gd name="T14" fmla="*/ 34 w 84"/>
              <a:gd name="T15" fmla="*/ 0 h 119"/>
              <a:gd name="T16" fmla="*/ 42 w 84"/>
              <a:gd name="T17" fmla="*/ 0 h 119"/>
              <a:gd name="T18" fmla="*/ 49 w 84"/>
              <a:gd name="T19" fmla="*/ 0 h 119"/>
              <a:gd name="T20" fmla="*/ 58 w 84"/>
              <a:gd name="T21" fmla="*/ 3 h 119"/>
              <a:gd name="T22" fmla="*/ 68 w 84"/>
              <a:gd name="T23" fmla="*/ 9 h 119"/>
              <a:gd name="T24" fmla="*/ 72 w 84"/>
              <a:gd name="T25" fmla="*/ 13 h 119"/>
              <a:gd name="T26" fmla="*/ 76 w 84"/>
              <a:gd name="T27" fmla="*/ 20 h 119"/>
              <a:gd name="T28" fmla="*/ 81 w 84"/>
              <a:gd name="T29" fmla="*/ 36 h 119"/>
              <a:gd name="T30" fmla="*/ 82 w 84"/>
              <a:gd name="T31" fmla="*/ 47 h 119"/>
              <a:gd name="T32" fmla="*/ 84 w 84"/>
              <a:gd name="T33" fmla="*/ 59 h 119"/>
              <a:gd name="T34" fmla="*/ 81 w 84"/>
              <a:gd name="T35" fmla="*/ 82 h 119"/>
              <a:gd name="T36" fmla="*/ 78 w 84"/>
              <a:gd name="T37" fmla="*/ 92 h 119"/>
              <a:gd name="T38" fmla="*/ 76 w 84"/>
              <a:gd name="T39" fmla="*/ 98 h 119"/>
              <a:gd name="T40" fmla="*/ 68 w 84"/>
              <a:gd name="T41" fmla="*/ 109 h 119"/>
              <a:gd name="T42" fmla="*/ 64 w 84"/>
              <a:gd name="T43" fmla="*/ 113 h 119"/>
              <a:gd name="T44" fmla="*/ 58 w 84"/>
              <a:gd name="T45" fmla="*/ 116 h 119"/>
              <a:gd name="T46" fmla="*/ 49 w 84"/>
              <a:gd name="T47" fmla="*/ 119 h 119"/>
              <a:gd name="T48" fmla="*/ 42 w 84"/>
              <a:gd name="T49" fmla="*/ 119 h 119"/>
              <a:gd name="T50" fmla="*/ 34 w 84"/>
              <a:gd name="T51" fmla="*/ 119 h 119"/>
              <a:gd name="T52" fmla="*/ 26 w 84"/>
              <a:gd name="T53" fmla="*/ 116 h 119"/>
              <a:gd name="T54" fmla="*/ 16 w 84"/>
              <a:gd name="T55" fmla="*/ 109 h 119"/>
              <a:gd name="T56" fmla="*/ 12 w 84"/>
              <a:gd name="T57" fmla="*/ 105 h 119"/>
              <a:gd name="T58" fmla="*/ 8 w 84"/>
              <a:gd name="T59" fmla="*/ 98 h 119"/>
              <a:gd name="T60" fmla="*/ 3 w 84"/>
              <a:gd name="T61" fmla="*/ 82 h 119"/>
              <a:gd name="T62" fmla="*/ 0 w 84"/>
              <a:gd name="T63" fmla="*/ 71 h 119"/>
              <a:gd name="T64" fmla="*/ 0 w 84"/>
              <a:gd name="T65" fmla="*/ 59 h 119"/>
              <a:gd name="T66" fmla="*/ 19 w 84"/>
              <a:gd name="T67" fmla="*/ 59 h 119"/>
              <a:gd name="T68" fmla="*/ 20 w 84"/>
              <a:gd name="T69" fmla="*/ 71 h 119"/>
              <a:gd name="T70" fmla="*/ 23 w 84"/>
              <a:gd name="T71" fmla="*/ 85 h 119"/>
              <a:gd name="T72" fmla="*/ 26 w 84"/>
              <a:gd name="T73" fmla="*/ 90 h 119"/>
              <a:gd name="T74" fmla="*/ 30 w 84"/>
              <a:gd name="T75" fmla="*/ 96 h 119"/>
              <a:gd name="T76" fmla="*/ 42 w 84"/>
              <a:gd name="T77" fmla="*/ 100 h 119"/>
              <a:gd name="T78" fmla="*/ 49 w 84"/>
              <a:gd name="T79" fmla="*/ 100 h 119"/>
              <a:gd name="T80" fmla="*/ 54 w 84"/>
              <a:gd name="T81" fmla="*/ 96 h 119"/>
              <a:gd name="T82" fmla="*/ 61 w 84"/>
              <a:gd name="T83" fmla="*/ 85 h 119"/>
              <a:gd name="T84" fmla="*/ 62 w 84"/>
              <a:gd name="T85" fmla="*/ 78 h 119"/>
              <a:gd name="T86" fmla="*/ 64 w 84"/>
              <a:gd name="T87" fmla="*/ 71 h 119"/>
              <a:gd name="T88" fmla="*/ 64 w 84"/>
              <a:gd name="T89" fmla="*/ 59 h 119"/>
              <a:gd name="T90" fmla="*/ 64 w 84"/>
              <a:gd name="T91" fmla="*/ 47 h 119"/>
              <a:gd name="T92" fmla="*/ 61 w 84"/>
              <a:gd name="T93" fmla="*/ 34 h 119"/>
              <a:gd name="T94" fmla="*/ 57 w 84"/>
              <a:gd name="T95" fmla="*/ 27 h 119"/>
              <a:gd name="T96" fmla="*/ 54 w 84"/>
              <a:gd name="T97" fmla="*/ 23 h 119"/>
              <a:gd name="T98" fmla="*/ 42 w 84"/>
              <a:gd name="T99" fmla="*/ 19 h 119"/>
              <a:gd name="T100" fmla="*/ 35 w 84"/>
              <a:gd name="T101" fmla="*/ 19 h 119"/>
              <a:gd name="T102" fmla="*/ 30 w 84"/>
              <a:gd name="T103" fmla="*/ 23 h 119"/>
              <a:gd name="T104" fmla="*/ 23 w 84"/>
              <a:gd name="T105" fmla="*/ 34 h 119"/>
              <a:gd name="T106" fmla="*/ 22 w 84"/>
              <a:gd name="T107" fmla="*/ 40 h 119"/>
              <a:gd name="T108" fmla="*/ 20 w 84"/>
              <a:gd name="T109" fmla="*/ 47 h 119"/>
              <a:gd name="T110" fmla="*/ 19 w 84"/>
              <a:gd name="T111" fmla="*/ 59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4" h="119">
                <a:moveTo>
                  <a:pt x="0" y="59"/>
                </a:moveTo>
                <a:lnTo>
                  <a:pt x="0" y="59"/>
                </a:lnTo>
                <a:lnTo>
                  <a:pt x="0" y="47"/>
                </a:lnTo>
                <a:lnTo>
                  <a:pt x="3" y="36"/>
                </a:lnTo>
                <a:lnTo>
                  <a:pt x="3" y="36"/>
                </a:lnTo>
                <a:lnTo>
                  <a:pt x="5" y="27"/>
                </a:lnTo>
                <a:lnTo>
                  <a:pt x="8" y="20"/>
                </a:lnTo>
                <a:lnTo>
                  <a:pt x="8" y="20"/>
                </a:lnTo>
                <a:lnTo>
                  <a:pt x="12" y="13"/>
                </a:lnTo>
                <a:lnTo>
                  <a:pt x="16" y="9"/>
                </a:lnTo>
                <a:lnTo>
                  <a:pt x="16" y="9"/>
                </a:lnTo>
                <a:lnTo>
                  <a:pt x="20" y="5"/>
                </a:lnTo>
                <a:lnTo>
                  <a:pt x="26" y="3"/>
                </a:lnTo>
                <a:lnTo>
                  <a:pt x="26" y="3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2" y="0"/>
                </a:lnTo>
                <a:lnTo>
                  <a:pt x="49" y="0"/>
                </a:lnTo>
                <a:lnTo>
                  <a:pt x="49" y="0"/>
                </a:lnTo>
                <a:lnTo>
                  <a:pt x="58" y="3"/>
                </a:lnTo>
                <a:lnTo>
                  <a:pt x="58" y="3"/>
                </a:lnTo>
                <a:lnTo>
                  <a:pt x="64" y="5"/>
                </a:lnTo>
                <a:lnTo>
                  <a:pt x="68" y="9"/>
                </a:lnTo>
                <a:lnTo>
                  <a:pt x="68" y="9"/>
                </a:lnTo>
                <a:lnTo>
                  <a:pt x="72" y="13"/>
                </a:lnTo>
                <a:lnTo>
                  <a:pt x="76" y="20"/>
                </a:lnTo>
                <a:lnTo>
                  <a:pt x="76" y="20"/>
                </a:lnTo>
                <a:lnTo>
                  <a:pt x="78" y="27"/>
                </a:lnTo>
                <a:lnTo>
                  <a:pt x="81" y="36"/>
                </a:lnTo>
                <a:lnTo>
                  <a:pt x="81" y="36"/>
                </a:lnTo>
                <a:lnTo>
                  <a:pt x="82" y="47"/>
                </a:lnTo>
                <a:lnTo>
                  <a:pt x="84" y="59"/>
                </a:lnTo>
                <a:lnTo>
                  <a:pt x="84" y="59"/>
                </a:lnTo>
                <a:lnTo>
                  <a:pt x="82" y="71"/>
                </a:lnTo>
                <a:lnTo>
                  <a:pt x="81" y="82"/>
                </a:lnTo>
                <a:lnTo>
                  <a:pt x="81" y="82"/>
                </a:lnTo>
                <a:lnTo>
                  <a:pt x="78" y="92"/>
                </a:lnTo>
                <a:lnTo>
                  <a:pt x="76" y="98"/>
                </a:lnTo>
                <a:lnTo>
                  <a:pt x="76" y="98"/>
                </a:lnTo>
                <a:lnTo>
                  <a:pt x="72" y="105"/>
                </a:lnTo>
                <a:lnTo>
                  <a:pt x="68" y="109"/>
                </a:lnTo>
                <a:lnTo>
                  <a:pt x="68" y="109"/>
                </a:lnTo>
                <a:lnTo>
                  <a:pt x="64" y="113"/>
                </a:lnTo>
                <a:lnTo>
                  <a:pt x="58" y="116"/>
                </a:lnTo>
                <a:lnTo>
                  <a:pt x="58" y="116"/>
                </a:lnTo>
                <a:lnTo>
                  <a:pt x="49" y="119"/>
                </a:lnTo>
                <a:lnTo>
                  <a:pt x="49" y="119"/>
                </a:lnTo>
                <a:lnTo>
                  <a:pt x="42" y="119"/>
                </a:lnTo>
                <a:lnTo>
                  <a:pt x="42" y="119"/>
                </a:lnTo>
                <a:lnTo>
                  <a:pt x="34" y="119"/>
                </a:lnTo>
                <a:lnTo>
                  <a:pt x="34" y="119"/>
                </a:lnTo>
                <a:lnTo>
                  <a:pt x="26" y="116"/>
                </a:lnTo>
                <a:lnTo>
                  <a:pt x="26" y="116"/>
                </a:lnTo>
                <a:lnTo>
                  <a:pt x="20" y="113"/>
                </a:lnTo>
                <a:lnTo>
                  <a:pt x="16" y="109"/>
                </a:lnTo>
                <a:lnTo>
                  <a:pt x="16" y="109"/>
                </a:lnTo>
                <a:lnTo>
                  <a:pt x="12" y="105"/>
                </a:lnTo>
                <a:lnTo>
                  <a:pt x="8" y="98"/>
                </a:lnTo>
                <a:lnTo>
                  <a:pt x="8" y="98"/>
                </a:lnTo>
                <a:lnTo>
                  <a:pt x="5" y="92"/>
                </a:lnTo>
                <a:lnTo>
                  <a:pt x="3" y="82"/>
                </a:lnTo>
                <a:lnTo>
                  <a:pt x="3" y="82"/>
                </a:lnTo>
                <a:lnTo>
                  <a:pt x="0" y="71"/>
                </a:lnTo>
                <a:lnTo>
                  <a:pt x="0" y="59"/>
                </a:lnTo>
                <a:lnTo>
                  <a:pt x="0" y="59"/>
                </a:lnTo>
                <a:close/>
                <a:moveTo>
                  <a:pt x="19" y="59"/>
                </a:moveTo>
                <a:lnTo>
                  <a:pt x="19" y="59"/>
                </a:lnTo>
                <a:lnTo>
                  <a:pt x="20" y="71"/>
                </a:lnTo>
                <a:lnTo>
                  <a:pt x="20" y="71"/>
                </a:lnTo>
                <a:lnTo>
                  <a:pt x="22" y="78"/>
                </a:lnTo>
                <a:lnTo>
                  <a:pt x="23" y="85"/>
                </a:lnTo>
                <a:lnTo>
                  <a:pt x="23" y="85"/>
                </a:lnTo>
                <a:lnTo>
                  <a:pt x="26" y="90"/>
                </a:lnTo>
                <a:lnTo>
                  <a:pt x="30" y="96"/>
                </a:lnTo>
                <a:lnTo>
                  <a:pt x="30" y="96"/>
                </a:lnTo>
                <a:lnTo>
                  <a:pt x="35" y="100"/>
                </a:lnTo>
                <a:lnTo>
                  <a:pt x="42" y="100"/>
                </a:lnTo>
                <a:lnTo>
                  <a:pt x="42" y="100"/>
                </a:lnTo>
                <a:lnTo>
                  <a:pt x="49" y="100"/>
                </a:lnTo>
                <a:lnTo>
                  <a:pt x="54" y="96"/>
                </a:lnTo>
                <a:lnTo>
                  <a:pt x="54" y="96"/>
                </a:lnTo>
                <a:lnTo>
                  <a:pt x="57" y="90"/>
                </a:lnTo>
                <a:lnTo>
                  <a:pt x="61" y="85"/>
                </a:lnTo>
                <a:lnTo>
                  <a:pt x="61" y="85"/>
                </a:lnTo>
                <a:lnTo>
                  <a:pt x="62" y="78"/>
                </a:lnTo>
                <a:lnTo>
                  <a:pt x="64" y="71"/>
                </a:lnTo>
                <a:lnTo>
                  <a:pt x="64" y="71"/>
                </a:lnTo>
                <a:lnTo>
                  <a:pt x="64" y="59"/>
                </a:lnTo>
                <a:lnTo>
                  <a:pt x="64" y="59"/>
                </a:lnTo>
                <a:lnTo>
                  <a:pt x="64" y="47"/>
                </a:lnTo>
                <a:lnTo>
                  <a:pt x="64" y="47"/>
                </a:lnTo>
                <a:lnTo>
                  <a:pt x="62" y="40"/>
                </a:lnTo>
                <a:lnTo>
                  <a:pt x="61" y="34"/>
                </a:lnTo>
                <a:lnTo>
                  <a:pt x="61" y="34"/>
                </a:lnTo>
                <a:lnTo>
                  <a:pt x="57" y="27"/>
                </a:lnTo>
                <a:lnTo>
                  <a:pt x="54" y="23"/>
                </a:lnTo>
                <a:lnTo>
                  <a:pt x="54" y="23"/>
                </a:lnTo>
                <a:lnTo>
                  <a:pt x="49" y="19"/>
                </a:lnTo>
                <a:lnTo>
                  <a:pt x="42" y="19"/>
                </a:lnTo>
                <a:lnTo>
                  <a:pt x="42" y="19"/>
                </a:lnTo>
                <a:lnTo>
                  <a:pt x="35" y="19"/>
                </a:lnTo>
                <a:lnTo>
                  <a:pt x="30" y="23"/>
                </a:lnTo>
                <a:lnTo>
                  <a:pt x="30" y="23"/>
                </a:lnTo>
                <a:lnTo>
                  <a:pt x="26" y="27"/>
                </a:lnTo>
                <a:lnTo>
                  <a:pt x="23" y="34"/>
                </a:lnTo>
                <a:lnTo>
                  <a:pt x="23" y="34"/>
                </a:lnTo>
                <a:lnTo>
                  <a:pt x="22" y="40"/>
                </a:lnTo>
                <a:lnTo>
                  <a:pt x="20" y="47"/>
                </a:lnTo>
                <a:lnTo>
                  <a:pt x="20" y="47"/>
                </a:lnTo>
                <a:lnTo>
                  <a:pt x="19" y="59"/>
                </a:lnTo>
                <a:lnTo>
                  <a:pt x="19" y="59"/>
                </a:lnTo>
                <a:close/>
              </a:path>
            </a:pathLst>
          </a:custGeom>
          <a:solidFill>
            <a:srgbClr val="45B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5" name="Freeform 1611"/>
          <p:cNvSpPr>
            <a:spLocks/>
          </p:cNvSpPr>
          <p:nvPr/>
        </p:nvSpPr>
        <p:spPr bwMode="auto">
          <a:xfrm>
            <a:off x="4517699" y="3886178"/>
            <a:ext cx="97051" cy="147466"/>
          </a:xfrm>
          <a:custGeom>
            <a:avLst/>
            <a:gdLst>
              <a:gd name="T0" fmla="*/ 0 w 77"/>
              <a:gd name="T1" fmla="*/ 96 h 117"/>
              <a:gd name="T2" fmla="*/ 45 w 77"/>
              <a:gd name="T3" fmla="*/ 52 h 117"/>
              <a:gd name="T4" fmla="*/ 45 w 77"/>
              <a:gd name="T5" fmla="*/ 52 h 117"/>
              <a:gd name="T6" fmla="*/ 49 w 77"/>
              <a:gd name="T7" fmla="*/ 48 h 117"/>
              <a:gd name="T8" fmla="*/ 49 w 77"/>
              <a:gd name="T9" fmla="*/ 48 h 117"/>
              <a:gd name="T10" fmla="*/ 53 w 77"/>
              <a:gd name="T11" fmla="*/ 44 h 117"/>
              <a:gd name="T12" fmla="*/ 53 w 77"/>
              <a:gd name="T13" fmla="*/ 44 h 117"/>
              <a:gd name="T14" fmla="*/ 55 w 77"/>
              <a:gd name="T15" fmla="*/ 39 h 117"/>
              <a:gd name="T16" fmla="*/ 55 w 77"/>
              <a:gd name="T17" fmla="*/ 39 h 117"/>
              <a:gd name="T18" fmla="*/ 57 w 77"/>
              <a:gd name="T19" fmla="*/ 34 h 117"/>
              <a:gd name="T20" fmla="*/ 57 w 77"/>
              <a:gd name="T21" fmla="*/ 34 h 117"/>
              <a:gd name="T22" fmla="*/ 55 w 77"/>
              <a:gd name="T23" fmla="*/ 27 h 117"/>
              <a:gd name="T24" fmla="*/ 55 w 77"/>
              <a:gd name="T25" fmla="*/ 27 h 117"/>
              <a:gd name="T26" fmla="*/ 51 w 77"/>
              <a:gd name="T27" fmla="*/ 23 h 117"/>
              <a:gd name="T28" fmla="*/ 51 w 77"/>
              <a:gd name="T29" fmla="*/ 23 h 117"/>
              <a:gd name="T30" fmla="*/ 46 w 77"/>
              <a:gd name="T31" fmla="*/ 19 h 117"/>
              <a:gd name="T32" fmla="*/ 46 w 77"/>
              <a:gd name="T33" fmla="*/ 19 h 117"/>
              <a:gd name="T34" fmla="*/ 39 w 77"/>
              <a:gd name="T35" fmla="*/ 19 h 117"/>
              <a:gd name="T36" fmla="*/ 39 w 77"/>
              <a:gd name="T37" fmla="*/ 19 h 117"/>
              <a:gd name="T38" fmla="*/ 32 w 77"/>
              <a:gd name="T39" fmla="*/ 19 h 117"/>
              <a:gd name="T40" fmla="*/ 27 w 77"/>
              <a:gd name="T41" fmla="*/ 23 h 117"/>
              <a:gd name="T42" fmla="*/ 27 w 77"/>
              <a:gd name="T43" fmla="*/ 23 h 117"/>
              <a:gd name="T44" fmla="*/ 24 w 77"/>
              <a:gd name="T45" fmla="*/ 27 h 117"/>
              <a:gd name="T46" fmla="*/ 22 w 77"/>
              <a:gd name="T47" fmla="*/ 34 h 117"/>
              <a:gd name="T48" fmla="*/ 1 w 77"/>
              <a:gd name="T49" fmla="*/ 32 h 117"/>
              <a:gd name="T50" fmla="*/ 1 w 77"/>
              <a:gd name="T51" fmla="*/ 32 h 117"/>
              <a:gd name="T52" fmla="*/ 3 w 77"/>
              <a:gd name="T53" fmla="*/ 24 h 117"/>
              <a:gd name="T54" fmla="*/ 5 w 77"/>
              <a:gd name="T55" fmla="*/ 19 h 117"/>
              <a:gd name="T56" fmla="*/ 5 w 77"/>
              <a:gd name="T57" fmla="*/ 19 h 117"/>
              <a:gd name="T58" fmla="*/ 8 w 77"/>
              <a:gd name="T59" fmla="*/ 12 h 117"/>
              <a:gd name="T60" fmla="*/ 14 w 77"/>
              <a:gd name="T61" fmla="*/ 8 h 117"/>
              <a:gd name="T62" fmla="*/ 14 w 77"/>
              <a:gd name="T63" fmla="*/ 8 h 117"/>
              <a:gd name="T64" fmla="*/ 19 w 77"/>
              <a:gd name="T65" fmla="*/ 4 h 117"/>
              <a:gd name="T66" fmla="*/ 26 w 77"/>
              <a:gd name="T67" fmla="*/ 1 h 117"/>
              <a:gd name="T68" fmla="*/ 26 w 77"/>
              <a:gd name="T69" fmla="*/ 1 h 117"/>
              <a:gd name="T70" fmla="*/ 32 w 77"/>
              <a:gd name="T71" fmla="*/ 0 h 117"/>
              <a:gd name="T72" fmla="*/ 39 w 77"/>
              <a:gd name="T73" fmla="*/ 0 h 117"/>
              <a:gd name="T74" fmla="*/ 39 w 77"/>
              <a:gd name="T75" fmla="*/ 0 h 117"/>
              <a:gd name="T76" fmla="*/ 47 w 77"/>
              <a:gd name="T77" fmla="*/ 0 h 117"/>
              <a:gd name="T78" fmla="*/ 54 w 77"/>
              <a:gd name="T79" fmla="*/ 1 h 117"/>
              <a:gd name="T80" fmla="*/ 54 w 77"/>
              <a:gd name="T81" fmla="*/ 1 h 117"/>
              <a:gd name="T82" fmla="*/ 61 w 77"/>
              <a:gd name="T83" fmla="*/ 4 h 117"/>
              <a:gd name="T84" fmla="*/ 66 w 77"/>
              <a:gd name="T85" fmla="*/ 8 h 117"/>
              <a:gd name="T86" fmla="*/ 66 w 77"/>
              <a:gd name="T87" fmla="*/ 8 h 117"/>
              <a:gd name="T88" fmla="*/ 70 w 77"/>
              <a:gd name="T89" fmla="*/ 12 h 117"/>
              <a:gd name="T90" fmla="*/ 74 w 77"/>
              <a:gd name="T91" fmla="*/ 17 h 117"/>
              <a:gd name="T92" fmla="*/ 74 w 77"/>
              <a:gd name="T93" fmla="*/ 17 h 117"/>
              <a:gd name="T94" fmla="*/ 76 w 77"/>
              <a:gd name="T95" fmla="*/ 24 h 117"/>
              <a:gd name="T96" fmla="*/ 77 w 77"/>
              <a:gd name="T97" fmla="*/ 32 h 117"/>
              <a:gd name="T98" fmla="*/ 77 w 77"/>
              <a:gd name="T99" fmla="*/ 32 h 117"/>
              <a:gd name="T100" fmla="*/ 76 w 77"/>
              <a:gd name="T101" fmla="*/ 43 h 117"/>
              <a:gd name="T102" fmla="*/ 72 w 77"/>
              <a:gd name="T103" fmla="*/ 51 h 117"/>
              <a:gd name="T104" fmla="*/ 72 w 77"/>
              <a:gd name="T105" fmla="*/ 51 h 117"/>
              <a:gd name="T106" fmla="*/ 66 w 77"/>
              <a:gd name="T107" fmla="*/ 59 h 117"/>
              <a:gd name="T108" fmla="*/ 59 w 77"/>
              <a:gd name="T109" fmla="*/ 66 h 117"/>
              <a:gd name="T110" fmla="*/ 23 w 77"/>
              <a:gd name="T111" fmla="*/ 100 h 117"/>
              <a:gd name="T112" fmla="*/ 77 w 77"/>
              <a:gd name="T113" fmla="*/ 100 h 117"/>
              <a:gd name="T114" fmla="*/ 77 w 77"/>
              <a:gd name="T115" fmla="*/ 117 h 117"/>
              <a:gd name="T116" fmla="*/ 0 w 77"/>
              <a:gd name="T117" fmla="*/ 117 h 117"/>
              <a:gd name="T118" fmla="*/ 0 w 77"/>
              <a:gd name="T119" fmla="*/ 96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77" h="117">
                <a:moveTo>
                  <a:pt x="0" y="96"/>
                </a:moveTo>
                <a:lnTo>
                  <a:pt x="45" y="52"/>
                </a:lnTo>
                <a:lnTo>
                  <a:pt x="45" y="52"/>
                </a:lnTo>
                <a:lnTo>
                  <a:pt x="49" y="48"/>
                </a:lnTo>
                <a:lnTo>
                  <a:pt x="49" y="48"/>
                </a:lnTo>
                <a:lnTo>
                  <a:pt x="53" y="44"/>
                </a:lnTo>
                <a:lnTo>
                  <a:pt x="53" y="44"/>
                </a:lnTo>
                <a:lnTo>
                  <a:pt x="55" y="39"/>
                </a:lnTo>
                <a:lnTo>
                  <a:pt x="55" y="39"/>
                </a:lnTo>
                <a:lnTo>
                  <a:pt x="57" y="34"/>
                </a:lnTo>
                <a:lnTo>
                  <a:pt x="57" y="34"/>
                </a:lnTo>
                <a:lnTo>
                  <a:pt x="55" y="27"/>
                </a:lnTo>
                <a:lnTo>
                  <a:pt x="55" y="27"/>
                </a:lnTo>
                <a:lnTo>
                  <a:pt x="51" y="23"/>
                </a:lnTo>
                <a:lnTo>
                  <a:pt x="51" y="23"/>
                </a:lnTo>
                <a:lnTo>
                  <a:pt x="46" y="19"/>
                </a:lnTo>
                <a:lnTo>
                  <a:pt x="46" y="19"/>
                </a:lnTo>
                <a:lnTo>
                  <a:pt x="39" y="19"/>
                </a:lnTo>
                <a:lnTo>
                  <a:pt x="39" y="19"/>
                </a:lnTo>
                <a:lnTo>
                  <a:pt x="32" y="19"/>
                </a:lnTo>
                <a:lnTo>
                  <a:pt x="27" y="23"/>
                </a:lnTo>
                <a:lnTo>
                  <a:pt x="27" y="23"/>
                </a:lnTo>
                <a:lnTo>
                  <a:pt x="24" y="27"/>
                </a:lnTo>
                <a:lnTo>
                  <a:pt x="22" y="34"/>
                </a:lnTo>
                <a:lnTo>
                  <a:pt x="1" y="32"/>
                </a:lnTo>
                <a:lnTo>
                  <a:pt x="1" y="32"/>
                </a:lnTo>
                <a:lnTo>
                  <a:pt x="3" y="24"/>
                </a:lnTo>
                <a:lnTo>
                  <a:pt x="5" y="19"/>
                </a:lnTo>
                <a:lnTo>
                  <a:pt x="5" y="19"/>
                </a:lnTo>
                <a:lnTo>
                  <a:pt x="8" y="12"/>
                </a:lnTo>
                <a:lnTo>
                  <a:pt x="14" y="8"/>
                </a:lnTo>
                <a:lnTo>
                  <a:pt x="14" y="8"/>
                </a:lnTo>
                <a:lnTo>
                  <a:pt x="19" y="4"/>
                </a:lnTo>
                <a:lnTo>
                  <a:pt x="26" y="1"/>
                </a:lnTo>
                <a:lnTo>
                  <a:pt x="26" y="1"/>
                </a:lnTo>
                <a:lnTo>
                  <a:pt x="32" y="0"/>
                </a:lnTo>
                <a:lnTo>
                  <a:pt x="39" y="0"/>
                </a:lnTo>
                <a:lnTo>
                  <a:pt x="39" y="0"/>
                </a:lnTo>
                <a:lnTo>
                  <a:pt x="47" y="0"/>
                </a:lnTo>
                <a:lnTo>
                  <a:pt x="54" y="1"/>
                </a:lnTo>
                <a:lnTo>
                  <a:pt x="54" y="1"/>
                </a:lnTo>
                <a:lnTo>
                  <a:pt x="61" y="4"/>
                </a:lnTo>
                <a:lnTo>
                  <a:pt x="66" y="8"/>
                </a:lnTo>
                <a:lnTo>
                  <a:pt x="66" y="8"/>
                </a:lnTo>
                <a:lnTo>
                  <a:pt x="70" y="12"/>
                </a:lnTo>
                <a:lnTo>
                  <a:pt x="74" y="17"/>
                </a:lnTo>
                <a:lnTo>
                  <a:pt x="74" y="17"/>
                </a:lnTo>
                <a:lnTo>
                  <a:pt x="76" y="24"/>
                </a:lnTo>
                <a:lnTo>
                  <a:pt x="77" y="32"/>
                </a:lnTo>
                <a:lnTo>
                  <a:pt x="77" y="32"/>
                </a:lnTo>
                <a:lnTo>
                  <a:pt x="76" y="43"/>
                </a:lnTo>
                <a:lnTo>
                  <a:pt x="72" y="51"/>
                </a:lnTo>
                <a:lnTo>
                  <a:pt x="72" y="51"/>
                </a:lnTo>
                <a:lnTo>
                  <a:pt x="66" y="59"/>
                </a:lnTo>
                <a:lnTo>
                  <a:pt x="59" y="66"/>
                </a:lnTo>
                <a:lnTo>
                  <a:pt x="23" y="100"/>
                </a:lnTo>
                <a:lnTo>
                  <a:pt x="77" y="100"/>
                </a:lnTo>
                <a:lnTo>
                  <a:pt x="77" y="117"/>
                </a:lnTo>
                <a:lnTo>
                  <a:pt x="0" y="117"/>
                </a:lnTo>
                <a:lnTo>
                  <a:pt x="0" y="96"/>
                </a:lnTo>
                <a:close/>
              </a:path>
            </a:pathLst>
          </a:custGeom>
          <a:solidFill>
            <a:srgbClr val="45B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497358" y="2437465"/>
            <a:ext cx="243258" cy="226872"/>
            <a:chOff x="1081856" y="2006927"/>
            <a:chExt cx="243258" cy="226872"/>
          </a:xfrm>
        </p:grpSpPr>
        <p:sp>
          <p:nvSpPr>
            <p:cNvPr id="767" name="Freeform 1734"/>
            <p:cNvSpPr>
              <a:spLocks noEditPoints="1"/>
            </p:cNvSpPr>
            <p:nvPr/>
          </p:nvSpPr>
          <p:spPr bwMode="auto">
            <a:xfrm>
              <a:off x="1081856" y="2190945"/>
              <a:ext cx="42854" cy="42854"/>
            </a:xfrm>
            <a:custGeom>
              <a:avLst/>
              <a:gdLst>
                <a:gd name="T0" fmla="*/ 0 w 34"/>
                <a:gd name="T1" fmla="*/ 16 h 34"/>
                <a:gd name="T2" fmla="*/ 2 w 34"/>
                <a:gd name="T3" fmla="*/ 10 h 34"/>
                <a:gd name="T4" fmla="*/ 4 w 34"/>
                <a:gd name="T5" fmla="*/ 4 h 34"/>
                <a:gd name="T6" fmla="*/ 10 w 34"/>
                <a:gd name="T7" fmla="*/ 2 h 34"/>
                <a:gd name="T8" fmla="*/ 17 w 34"/>
                <a:gd name="T9" fmla="*/ 0 h 34"/>
                <a:gd name="T10" fmla="*/ 25 w 34"/>
                <a:gd name="T11" fmla="*/ 2 h 34"/>
                <a:gd name="T12" fmla="*/ 30 w 34"/>
                <a:gd name="T13" fmla="*/ 4 h 34"/>
                <a:gd name="T14" fmla="*/ 33 w 34"/>
                <a:gd name="T15" fmla="*/ 10 h 34"/>
                <a:gd name="T16" fmla="*/ 34 w 34"/>
                <a:gd name="T17" fmla="*/ 16 h 34"/>
                <a:gd name="T18" fmla="*/ 33 w 34"/>
                <a:gd name="T19" fmla="*/ 23 h 34"/>
                <a:gd name="T20" fmla="*/ 30 w 34"/>
                <a:gd name="T21" fmla="*/ 29 h 34"/>
                <a:gd name="T22" fmla="*/ 25 w 34"/>
                <a:gd name="T23" fmla="*/ 33 h 34"/>
                <a:gd name="T24" fmla="*/ 17 w 34"/>
                <a:gd name="T25" fmla="*/ 34 h 34"/>
                <a:gd name="T26" fmla="*/ 10 w 34"/>
                <a:gd name="T27" fmla="*/ 33 h 34"/>
                <a:gd name="T28" fmla="*/ 4 w 34"/>
                <a:gd name="T29" fmla="*/ 29 h 34"/>
                <a:gd name="T30" fmla="*/ 2 w 34"/>
                <a:gd name="T31" fmla="*/ 23 h 34"/>
                <a:gd name="T32" fmla="*/ 0 w 34"/>
                <a:gd name="T33" fmla="*/ 16 h 34"/>
                <a:gd name="T34" fmla="*/ 7 w 34"/>
                <a:gd name="T35" fmla="*/ 16 h 34"/>
                <a:gd name="T36" fmla="*/ 9 w 34"/>
                <a:gd name="T37" fmla="*/ 20 h 34"/>
                <a:gd name="T38" fmla="*/ 10 w 34"/>
                <a:gd name="T39" fmla="*/ 25 h 34"/>
                <a:gd name="T40" fmla="*/ 13 w 34"/>
                <a:gd name="T41" fmla="*/ 26 h 34"/>
                <a:gd name="T42" fmla="*/ 17 w 34"/>
                <a:gd name="T43" fmla="*/ 27 h 34"/>
                <a:gd name="T44" fmla="*/ 21 w 34"/>
                <a:gd name="T45" fmla="*/ 26 h 34"/>
                <a:gd name="T46" fmla="*/ 25 w 34"/>
                <a:gd name="T47" fmla="*/ 25 h 34"/>
                <a:gd name="T48" fmla="*/ 26 w 34"/>
                <a:gd name="T49" fmla="*/ 20 h 34"/>
                <a:gd name="T50" fmla="*/ 27 w 34"/>
                <a:gd name="T51" fmla="*/ 16 h 34"/>
                <a:gd name="T52" fmla="*/ 26 w 34"/>
                <a:gd name="T53" fmla="*/ 12 h 34"/>
                <a:gd name="T54" fmla="*/ 25 w 34"/>
                <a:gd name="T55" fmla="*/ 10 h 34"/>
                <a:gd name="T56" fmla="*/ 21 w 34"/>
                <a:gd name="T57" fmla="*/ 7 h 34"/>
                <a:gd name="T58" fmla="*/ 17 w 34"/>
                <a:gd name="T59" fmla="*/ 7 h 34"/>
                <a:gd name="T60" fmla="*/ 13 w 34"/>
                <a:gd name="T61" fmla="*/ 7 h 34"/>
                <a:gd name="T62" fmla="*/ 10 w 34"/>
                <a:gd name="T63" fmla="*/ 10 h 34"/>
                <a:gd name="T64" fmla="*/ 9 w 34"/>
                <a:gd name="T65" fmla="*/ 12 h 34"/>
                <a:gd name="T66" fmla="*/ 7 w 34"/>
                <a:gd name="T67" fmla="*/ 1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34">
                  <a:moveTo>
                    <a:pt x="0" y="16"/>
                  </a:moveTo>
                  <a:lnTo>
                    <a:pt x="0" y="16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4" y="4"/>
                  </a:lnTo>
                  <a:lnTo>
                    <a:pt x="4" y="4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4" y="16"/>
                  </a:lnTo>
                  <a:lnTo>
                    <a:pt x="34" y="16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0" y="29"/>
                  </a:lnTo>
                  <a:lnTo>
                    <a:pt x="30" y="29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0" y="16"/>
                  </a:lnTo>
                  <a:lnTo>
                    <a:pt x="0" y="16"/>
                  </a:lnTo>
                  <a:close/>
                  <a:moveTo>
                    <a:pt x="7" y="16"/>
                  </a:moveTo>
                  <a:lnTo>
                    <a:pt x="7" y="16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0" y="25"/>
                  </a:lnTo>
                  <a:lnTo>
                    <a:pt x="10" y="25"/>
                  </a:lnTo>
                  <a:lnTo>
                    <a:pt x="13" y="26"/>
                  </a:lnTo>
                  <a:lnTo>
                    <a:pt x="13" y="26"/>
                  </a:lnTo>
                  <a:lnTo>
                    <a:pt x="17" y="27"/>
                  </a:lnTo>
                  <a:lnTo>
                    <a:pt x="17" y="27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26" y="20"/>
                  </a:lnTo>
                  <a:lnTo>
                    <a:pt x="26" y="20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8" name="Freeform 1735"/>
            <p:cNvSpPr>
              <a:spLocks noEditPoints="1"/>
            </p:cNvSpPr>
            <p:nvPr/>
          </p:nvSpPr>
          <p:spPr bwMode="auto">
            <a:xfrm>
              <a:off x="1134793" y="2190945"/>
              <a:ext cx="28989" cy="41593"/>
            </a:xfrm>
            <a:custGeom>
              <a:avLst/>
              <a:gdLst>
                <a:gd name="T0" fmla="*/ 0 w 23"/>
                <a:gd name="T1" fmla="*/ 0 h 33"/>
                <a:gd name="T2" fmla="*/ 11 w 23"/>
                <a:gd name="T3" fmla="*/ 0 h 33"/>
                <a:gd name="T4" fmla="*/ 11 w 23"/>
                <a:gd name="T5" fmla="*/ 0 h 33"/>
                <a:gd name="T6" fmla="*/ 16 w 23"/>
                <a:gd name="T7" fmla="*/ 2 h 33"/>
                <a:gd name="T8" fmla="*/ 16 w 23"/>
                <a:gd name="T9" fmla="*/ 2 h 33"/>
                <a:gd name="T10" fmla="*/ 21 w 23"/>
                <a:gd name="T11" fmla="*/ 3 h 33"/>
                <a:gd name="T12" fmla="*/ 21 w 23"/>
                <a:gd name="T13" fmla="*/ 3 h 33"/>
                <a:gd name="T14" fmla="*/ 23 w 23"/>
                <a:gd name="T15" fmla="*/ 6 h 33"/>
                <a:gd name="T16" fmla="*/ 23 w 23"/>
                <a:gd name="T17" fmla="*/ 6 h 33"/>
                <a:gd name="T18" fmla="*/ 23 w 23"/>
                <a:gd name="T19" fmla="*/ 11 h 33"/>
                <a:gd name="T20" fmla="*/ 23 w 23"/>
                <a:gd name="T21" fmla="*/ 11 h 33"/>
                <a:gd name="T22" fmla="*/ 23 w 23"/>
                <a:gd name="T23" fmla="*/ 15 h 33"/>
                <a:gd name="T24" fmla="*/ 23 w 23"/>
                <a:gd name="T25" fmla="*/ 15 h 33"/>
                <a:gd name="T26" fmla="*/ 21 w 23"/>
                <a:gd name="T27" fmla="*/ 18 h 33"/>
                <a:gd name="T28" fmla="*/ 21 w 23"/>
                <a:gd name="T29" fmla="*/ 18 h 33"/>
                <a:gd name="T30" fmla="*/ 16 w 23"/>
                <a:gd name="T31" fmla="*/ 20 h 33"/>
                <a:gd name="T32" fmla="*/ 16 w 23"/>
                <a:gd name="T33" fmla="*/ 20 h 33"/>
                <a:gd name="T34" fmla="*/ 12 w 23"/>
                <a:gd name="T35" fmla="*/ 20 h 33"/>
                <a:gd name="T36" fmla="*/ 7 w 23"/>
                <a:gd name="T37" fmla="*/ 20 h 33"/>
                <a:gd name="T38" fmla="*/ 7 w 23"/>
                <a:gd name="T39" fmla="*/ 33 h 33"/>
                <a:gd name="T40" fmla="*/ 0 w 23"/>
                <a:gd name="T41" fmla="*/ 33 h 33"/>
                <a:gd name="T42" fmla="*/ 0 w 23"/>
                <a:gd name="T43" fmla="*/ 0 h 33"/>
                <a:gd name="T44" fmla="*/ 7 w 23"/>
                <a:gd name="T45" fmla="*/ 14 h 33"/>
                <a:gd name="T46" fmla="*/ 11 w 23"/>
                <a:gd name="T47" fmla="*/ 14 h 33"/>
                <a:gd name="T48" fmla="*/ 11 w 23"/>
                <a:gd name="T49" fmla="*/ 14 h 33"/>
                <a:gd name="T50" fmla="*/ 14 w 23"/>
                <a:gd name="T51" fmla="*/ 14 h 33"/>
                <a:gd name="T52" fmla="*/ 14 w 23"/>
                <a:gd name="T53" fmla="*/ 14 h 33"/>
                <a:gd name="T54" fmla="*/ 15 w 23"/>
                <a:gd name="T55" fmla="*/ 14 h 33"/>
                <a:gd name="T56" fmla="*/ 15 w 23"/>
                <a:gd name="T57" fmla="*/ 14 h 33"/>
                <a:gd name="T58" fmla="*/ 16 w 23"/>
                <a:gd name="T59" fmla="*/ 12 h 33"/>
                <a:gd name="T60" fmla="*/ 16 w 23"/>
                <a:gd name="T61" fmla="*/ 12 h 33"/>
                <a:gd name="T62" fmla="*/ 16 w 23"/>
                <a:gd name="T63" fmla="*/ 11 h 33"/>
                <a:gd name="T64" fmla="*/ 16 w 23"/>
                <a:gd name="T65" fmla="*/ 11 h 33"/>
                <a:gd name="T66" fmla="*/ 16 w 23"/>
                <a:gd name="T67" fmla="*/ 8 h 33"/>
                <a:gd name="T68" fmla="*/ 16 w 23"/>
                <a:gd name="T69" fmla="*/ 8 h 33"/>
                <a:gd name="T70" fmla="*/ 14 w 23"/>
                <a:gd name="T71" fmla="*/ 7 h 33"/>
                <a:gd name="T72" fmla="*/ 14 w 23"/>
                <a:gd name="T73" fmla="*/ 7 h 33"/>
                <a:gd name="T74" fmla="*/ 12 w 23"/>
                <a:gd name="T75" fmla="*/ 7 h 33"/>
                <a:gd name="T76" fmla="*/ 12 w 23"/>
                <a:gd name="T77" fmla="*/ 7 h 33"/>
                <a:gd name="T78" fmla="*/ 10 w 23"/>
                <a:gd name="T79" fmla="*/ 7 h 33"/>
                <a:gd name="T80" fmla="*/ 7 w 23"/>
                <a:gd name="T81" fmla="*/ 7 h 33"/>
                <a:gd name="T82" fmla="*/ 7 w 23"/>
                <a:gd name="T83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" h="33">
                  <a:moveTo>
                    <a:pt x="0" y="0"/>
                  </a:moveTo>
                  <a:lnTo>
                    <a:pt x="11" y="0"/>
                  </a:lnTo>
                  <a:lnTo>
                    <a:pt x="11" y="0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21" y="3"/>
                  </a:lnTo>
                  <a:lnTo>
                    <a:pt x="21" y="3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7" y="20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0" y="0"/>
                  </a:lnTo>
                  <a:close/>
                  <a:moveTo>
                    <a:pt x="7" y="14"/>
                  </a:moveTo>
                  <a:lnTo>
                    <a:pt x="11" y="14"/>
                  </a:lnTo>
                  <a:lnTo>
                    <a:pt x="11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0" y="7"/>
                  </a:lnTo>
                  <a:lnTo>
                    <a:pt x="7" y="7"/>
                  </a:lnTo>
                  <a:lnTo>
                    <a:pt x="7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9" name="Freeform 1736"/>
            <p:cNvSpPr>
              <a:spLocks/>
            </p:cNvSpPr>
            <p:nvPr/>
          </p:nvSpPr>
          <p:spPr bwMode="auto">
            <a:xfrm>
              <a:off x="1168824" y="2190945"/>
              <a:ext cx="32770" cy="41593"/>
            </a:xfrm>
            <a:custGeom>
              <a:avLst/>
              <a:gdLst>
                <a:gd name="T0" fmla="*/ 10 w 26"/>
                <a:gd name="T1" fmla="*/ 7 h 33"/>
                <a:gd name="T2" fmla="*/ 0 w 26"/>
                <a:gd name="T3" fmla="*/ 7 h 33"/>
                <a:gd name="T4" fmla="*/ 0 w 26"/>
                <a:gd name="T5" fmla="*/ 0 h 33"/>
                <a:gd name="T6" fmla="*/ 26 w 26"/>
                <a:gd name="T7" fmla="*/ 0 h 33"/>
                <a:gd name="T8" fmla="*/ 26 w 26"/>
                <a:gd name="T9" fmla="*/ 7 h 33"/>
                <a:gd name="T10" fmla="*/ 16 w 26"/>
                <a:gd name="T11" fmla="*/ 7 h 33"/>
                <a:gd name="T12" fmla="*/ 16 w 26"/>
                <a:gd name="T13" fmla="*/ 33 h 33"/>
                <a:gd name="T14" fmla="*/ 10 w 26"/>
                <a:gd name="T15" fmla="*/ 33 h 33"/>
                <a:gd name="T16" fmla="*/ 10 w 26"/>
                <a:gd name="T17" fmla="*/ 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3">
                  <a:moveTo>
                    <a:pt x="10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26" y="0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16" y="33"/>
                  </a:lnTo>
                  <a:lnTo>
                    <a:pt x="10" y="33"/>
                  </a:lnTo>
                  <a:lnTo>
                    <a:pt x="1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0" name="Rectangle 1737"/>
            <p:cNvSpPr>
              <a:spLocks noChangeArrowheads="1"/>
            </p:cNvSpPr>
            <p:nvPr/>
          </p:nvSpPr>
          <p:spPr bwMode="auto">
            <a:xfrm>
              <a:off x="1207896" y="2190945"/>
              <a:ext cx="10083" cy="4159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1" name="Freeform 1738"/>
            <p:cNvSpPr>
              <a:spLocks noEditPoints="1"/>
            </p:cNvSpPr>
            <p:nvPr/>
          </p:nvSpPr>
          <p:spPr bwMode="auto">
            <a:xfrm>
              <a:off x="1226802" y="2190945"/>
              <a:ext cx="42854" cy="42854"/>
            </a:xfrm>
            <a:custGeom>
              <a:avLst/>
              <a:gdLst>
                <a:gd name="T0" fmla="*/ 0 w 34"/>
                <a:gd name="T1" fmla="*/ 16 h 34"/>
                <a:gd name="T2" fmla="*/ 2 w 34"/>
                <a:gd name="T3" fmla="*/ 10 h 34"/>
                <a:gd name="T4" fmla="*/ 4 w 34"/>
                <a:gd name="T5" fmla="*/ 4 h 34"/>
                <a:gd name="T6" fmla="*/ 10 w 34"/>
                <a:gd name="T7" fmla="*/ 2 h 34"/>
                <a:gd name="T8" fmla="*/ 18 w 34"/>
                <a:gd name="T9" fmla="*/ 0 h 34"/>
                <a:gd name="T10" fmla="*/ 24 w 34"/>
                <a:gd name="T11" fmla="*/ 2 h 34"/>
                <a:gd name="T12" fmla="*/ 30 w 34"/>
                <a:gd name="T13" fmla="*/ 4 h 34"/>
                <a:gd name="T14" fmla="*/ 33 w 34"/>
                <a:gd name="T15" fmla="*/ 10 h 34"/>
                <a:gd name="T16" fmla="*/ 34 w 34"/>
                <a:gd name="T17" fmla="*/ 16 h 34"/>
                <a:gd name="T18" fmla="*/ 33 w 34"/>
                <a:gd name="T19" fmla="*/ 23 h 34"/>
                <a:gd name="T20" fmla="*/ 30 w 34"/>
                <a:gd name="T21" fmla="*/ 29 h 34"/>
                <a:gd name="T22" fmla="*/ 24 w 34"/>
                <a:gd name="T23" fmla="*/ 33 h 34"/>
                <a:gd name="T24" fmla="*/ 18 w 34"/>
                <a:gd name="T25" fmla="*/ 34 h 34"/>
                <a:gd name="T26" fmla="*/ 10 w 34"/>
                <a:gd name="T27" fmla="*/ 33 h 34"/>
                <a:gd name="T28" fmla="*/ 4 w 34"/>
                <a:gd name="T29" fmla="*/ 29 h 34"/>
                <a:gd name="T30" fmla="*/ 2 w 34"/>
                <a:gd name="T31" fmla="*/ 23 h 34"/>
                <a:gd name="T32" fmla="*/ 0 w 34"/>
                <a:gd name="T33" fmla="*/ 16 h 34"/>
                <a:gd name="T34" fmla="*/ 7 w 34"/>
                <a:gd name="T35" fmla="*/ 16 h 34"/>
                <a:gd name="T36" fmla="*/ 8 w 34"/>
                <a:gd name="T37" fmla="*/ 20 h 34"/>
                <a:gd name="T38" fmla="*/ 10 w 34"/>
                <a:gd name="T39" fmla="*/ 25 h 34"/>
                <a:gd name="T40" fmla="*/ 14 w 34"/>
                <a:gd name="T41" fmla="*/ 26 h 34"/>
                <a:gd name="T42" fmla="*/ 18 w 34"/>
                <a:gd name="T43" fmla="*/ 27 h 34"/>
                <a:gd name="T44" fmla="*/ 22 w 34"/>
                <a:gd name="T45" fmla="*/ 26 h 34"/>
                <a:gd name="T46" fmla="*/ 24 w 34"/>
                <a:gd name="T47" fmla="*/ 25 h 34"/>
                <a:gd name="T48" fmla="*/ 26 w 34"/>
                <a:gd name="T49" fmla="*/ 20 h 34"/>
                <a:gd name="T50" fmla="*/ 27 w 34"/>
                <a:gd name="T51" fmla="*/ 16 h 34"/>
                <a:gd name="T52" fmla="*/ 26 w 34"/>
                <a:gd name="T53" fmla="*/ 12 h 34"/>
                <a:gd name="T54" fmla="*/ 24 w 34"/>
                <a:gd name="T55" fmla="*/ 10 h 34"/>
                <a:gd name="T56" fmla="*/ 22 w 34"/>
                <a:gd name="T57" fmla="*/ 7 h 34"/>
                <a:gd name="T58" fmla="*/ 18 w 34"/>
                <a:gd name="T59" fmla="*/ 7 h 34"/>
                <a:gd name="T60" fmla="*/ 14 w 34"/>
                <a:gd name="T61" fmla="*/ 7 h 34"/>
                <a:gd name="T62" fmla="*/ 10 w 34"/>
                <a:gd name="T63" fmla="*/ 10 h 34"/>
                <a:gd name="T64" fmla="*/ 8 w 34"/>
                <a:gd name="T65" fmla="*/ 12 h 34"/>
                <a:gd name="T66" fmla="*/ 7 w 34"/>
                <a:gd name="T67" fmla="*/ 1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34">
                  <a:moveTo>
                    <a:pt x="0" y="16"/>
                  </a:moveTo>
                  <a:lnTo>
                    <a:pt x="0" y="16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4" y="4"/>
                  </a:lnTo>
                  <a:lnTo>
                    <a:pt x="4" y="4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4" y="16"/>
                  </a:lnTo>
                  <a:lnTo>
                    <a:pt x="34" y="16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0" y="29"/>
                  </a:lnTo>
                  <a:lnTo>
                    <a:pt x="30" y="29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0" y="16"/>
                  </a:lnTo>
                  <a:lnTo>
                    <a:pt x="0" y="16"/>
                  </a:lnTo>
                  <a:close/>
                  <a:moveTo>
                    <a:pt x="7" y="16"/>
                  </a:moveTo>
                  <a:lnTo>
                    <a:pt x="7" y="16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10" y="25"/>
                  </a:lnTo>
                  <a:lnTo>
                    <a:pt x="10" y="25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6" y="20"/>
                  </a:lnTo>
                  <a:lnTo>
                    <a:pt x="26" y="20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2" name="Freeform 1739"/>
            <p:cNvSpPr>
              <a:spLocks/>
            </p:cNvSpPr>
            <p:nvPr/>
          </p:nvSpPr>
          <p:spPr bwMode="auto">
            <a:xfrm>
              <a:off x="1279739" y="2190945"/>
              <a:ext cx="37812" cy="41593"/>
            </a:xfrm>
            <a:custGeom>
              <a:avLst/>
              <a:gdLst>
                <a:gd name="T0" fmla="*/ 0 w 30"/>
                <a:gd name="T1" fmla="*/ 0 h 33"/>
                <a:gd name="T2" fmla="*/ 9 w 30"/>
                <a:gd name="T3" fmla="*/ 0 h 33"/>
                <a:gd name="T4" fmla="*/ 23 w 30"/>
                <a:gd name="T5" fmla="*/ 23 h 33"/>
                <a:gd name="T6" fmla="*/ 23 w 30"/>
                <a:gd name="T7" fmla="*/ 23 h 33"/>
                <a:gd name="T8" fmla="*/ 23 w 30"/>
                <a:gd name="T9" fmla="*/ 0 h 33"/>
                <a:gd name="T10" fmla="*/ 30 w 30"/>
                <a:gd name="T11" fmla="*/ 0 h 33"/>
                <a:gd name="T12" fmla="*/ 30 w 30"/>
                <a:gd name="T13" fmla="*/ 33 h 33"/>
                <a:gd name="T14" fmla="*/ 20 w 30"/>
                <a:gd name="T15" fmla="*/ 33 h 33"/>
                <a:gd name="T16" fmla="*/ 7 w 30"/>
                <a:gd name="T17" fmla="*/ 10 h 33"/>
                <a:gd name="T18" fmla="*/ 7 w 30"/>
                <a:gd name="T19" fmla="*/ 10 h 33"/>
                <a:gd name="T20" fmla="*/ 7 w 30"/>
                <a:gd name="T21" fmla="*/ 33 h 33"/>
                <a:gd name="T22" fmla="*/ 0 w 30"/>
                <a:gd name="T23" fmla="*/ 33 h 33"/>
                <a:gd name="T24" fmla="*/ 0 w 30"/>
                <a:gd name="T2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33">
                  <a:moveTo>
                    <a:pt x="0" y="0"/>
                  </a:moveTo>
                  <a:lnTo>
                    <a:pt x="9" y="0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0" y="33"/>
                  </a:lnTo>
                  <a:lnTo>
                    <a:pt x="20" y="33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3" name="Freeform 1740"/>
            <p:cNvSpPr>
              <a:spLocks noEditPoints="1"/>
            </p:cNvSpPr>
            <p:nvPr/>
          </p:nvSpPr>
          <p:spPr bwMode="auto">
            <a:xfrm>
              <a:off x="1089419" y="2006927"/>
              <a:ext cx="105873" cy="152508"/>
            </a:xfrm>
            <a:custGeom>
              <a:avLst/>
              <a:gdLst>
                <a:gd name="T0" fmla="*/ 0 w 84"/>
                <a:gd name="T1" fmla="*/ 60 h 121"/>
                <a:gd name="T2" fmla="*/ 3 w 84"/>
                <a:gd name="T3" fmla="*/ 37 h 121"/>
                <a:gd name="T4" fmla="*/ 5 w 84"/>
                <a:gd name="T5" fmla="*/ 29 h 121"/>
                <a:gd name="T6" fmla="*/ 8 w 84"/>
                <a:gd name="T7" fmla="*/ 21 h 121"/>
                <a:gd name="T8" fmla="*/ 16 w 84"/>
                <a:gd name="T9" fmla="*/ 10 h 121"/>
                <a:gd name="T10" fmla="*/ 20 w 84"/>
                <a:gd name="T11" fmla="*/ 7 h 121"/>
                <a:gd name="T12" fmla="*/ 25 w 84"/>
                <a:gd name="T13" fmla="*/ 4 h 121"/>
                <a:gd name="T14" fmla="*/ 34 w 84"/>
                <a:gd name="T15" fmla="*/ 2 h 121"/>
                <a:gd name="T16" fmla="*/ 42 w 84"/>
                <a:gd name="T17" fmla="*/ 0 h 121"/>
                <a:gd name="T18" fmla="*/ 48 w 84"/>
                <a:gd name="T19" fmla="*/ 2 h 121"/>
                <a:gd name="T20" fmla="*/ 58 w 84"/>
                <a:gd name="T21" fmla="*/ 4 h 121"/>
                <a:gd name="T22" fmla="*/ 67 w 84"/>
                <a:gd name="T23" fmla="*/ 10 h 121"/>
                <a:gd name="T24" fmla="*/ 71 w 84"/>
                <a:gd name="T25" fmla="*/ 15 h 121"/>
                <a:gd name="T26" fmla="*/ 75 w 84"/>
                <a:gd name="T27" fmla="*/ 21 h 121"/>
                <a:gd name="T28" fmla="*/ 81 w 84"/>
                <a:gd name="T29" fmla="*/ 37 h 121"/>
                <a:gd name="T30" fmla="*/ 82 w 84"/>
                <a:gd name="T31" fmla="*/ 48 h 121"/>
                <a:gd name="T32" fmla="*/ 84 w 84"/>
                <a:gd name="T33" fmla="*/ 60 h 121"/>
                <a:gd name="T34" fmla="*/ 81 w 84"/>
                <a:gd name="T35" fmla="*/ 84 h 121"/>
                <a:gd name="T36" fmla="*/ 78 w 84"/>
                <a:gd name="T37" fmla="*/ 92 h 121"/>
                <a:gd name="T38" fmla="*/ 75 w 84"/>
                <a:gd name="T39" fmla="*/ 100 h 121"/>
                <a:gd name="T40" fmla="*/ 67 w 84"/>
                <a:gd name="T41" fmla="*/ 111 h 121"/>
                <a:gd name="T42" fmla="*/ 63 w 84"/>
                <a:gd name="T43" fmla="*/ 114 h 121"/>
                <a:gd name="T44" fmla="*/ 58 w 84"/>
                <a:gd name="T45" fmla="*/ 117 h 121"/>
                <a:gd name="T46" fmla="*/ 48 w 84"/>
                <a:gd name="T47" fmla="*/ 119 h 121"/>
                <a:gd name="T48" fmla="*/ 42 w 84"/>
                <a:gd name="T49" fmla="*/ 121 h 121"/>
                <a:gd name="T50" fmla="*/ 34 w 84"/>
                <a:gd name="T51" fmla="*/ 119 h 121"/>
                <a:gd name="T52" fmla="*/ 25 w 84"/>
                <a:gd name="T53" fmla="*/ 117 h 121"/>
                <a:gd name="T54" fmla="*/ 16 w 84"/>
                <a:gd name="T55" fmla="*/ 111 h 121"/>
                <a:gd name="T56" fmla="*/ 12 w 84"/>
                <a:gd name="T57" fmla="*/ 106 h 121"/>
                <a:gd name="T58" fmla="*/ 8 w 84"/>
                <a:gd name="T59" fmla="*/ 100 h 121"/>
                <a:gd name="T60" fmla="*/ 3 w 84"/>
                <a:gd name="T61" fmla="*/ 84 h 121"/>
                <a:gd name="T62" fmla="*/ 0 w 84"/>
                <a:gd name="T63" fmla="*/ 73 h 121"/>
                <a:gd name="T64" fmla="*/ 0 w 84"/>
                <a:gd name="T65" fmla="*/ 60 h 121"/>
                <a:gd name="T66" fmla="*/ 19 w 84"/>
                <a:gd name="T67" fmla="*/ 60 h 121"/>
                <a:gd name="T68" fmla="*/ 20 w 84"/>
                <a:gd name="T69" fmla="*/ 73 h 121"/>
                <a:gd name="T70" fmla="*/ 23 w 84"/>
                <a:gd name="T71" fmla="*/ 87 h 121"/>
                <a:gd name="T72" fmla="*/ 25 w 84"/>
                <a:gd name="T73" fmla="*/ 92 h 121"/>
                <a:gd name="T74" fmla="*/ 30 w 84"/>
                <a:gd name="T75" fmla="*/ 98 h 121"/>
                <a:gd name="T76" fmla="*/ 42 w 84"/>
                <a:gd name="T77" fmla="*/ 102 h 121"/>
                <a:gd name="T78" fmla="*/ 48 w 84"/>
                <a:gd name="T79" fmla="*/ 100 h 121"/>
                <a:gd name="T80" fmla="*/ 54 w 84"/>
                <a:gd name="T81" fmla="*/ 98 h 121"/>
                <a:gd name="T82" fmla="*/ 59 w 84"/>
                <a:gd name="T83" fmla="*/ 87 h 121"/>
                <a:gd name="T84" fmla="*/ 62 w 84"/>
                <a:gd name="T85" fmla="*/ 80 h 121"/>
                <a:gd name="T86" fmla="*/ 63 w 84"/>
                <a:gd name="T87" fmla="*/ 73 h 121"/>
                <a:gd name="T88" fmla="*/ 63 w 84"/>
                <a:gd name="T89" fmla="*/ 60 h 121"/>
                <a:gd name="T90" fmla="*/ 63 w 84"/>
                <a:gd name="T91" fmla="*/ 48 h 121"/>
                <a:gd name="T92" fmla="*/ 59 w 84"/>
                <a:gd name="T93" fmla="*/ 34 h 121"/>
                <a:gd name="T94" fmla="*/ 57 w 84"/>
                <a:gd name="T95" fmla="*/ 29 h 121"/>
                <a:gd name="T96" fmla="*/ 54 w 84"/>
                <a:gd name="T97" fmla="*/ 23 h 121"/>
                <a:gd name="T98" fmla="*/ 42 w 84"/>
                <a:gd name="T99" fmla="*/ 19 h 121"/>
                <a:gd name="T100" fmla="*/ 35 w 84"/>
                <a:gd name="T101" fmla="*/ 21 h 121"/>
                <a:gd name="T102" fmla="*/ 30 w 84"/>
                <a:gd name="T103" fmla="*/ 23 h 121"/>
                <a:gd name="T104" fmla="*/ 23 w 84"/>
                <a:gd name="T105" fmla="*/ 34 h 121"/>
                <a:gd name="T106" fmla="*/ 21 w 84"/>
                <a:gd name="T107" fmla="*/ 41 h 121"/>
                <a:gd name="T108" fmla="*/ 20 w 84"/>
                <a:gd name="T109" fmla="*/ 48 h 121"/>
                <a:gd name="T110" fmla="*/ 19 w 84"/>
                <a:gd name="T111" fmla="*/ 6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4" h="121">
                  <a:moveTo>
                    <a:pt x="0" y="60"/>
                  </a:moveTo>
                  <a:lnTo>
                    <a:pt x="0" y="60"/>
                  </a:lnTo>
                  <a:lnTo>
                    <a:pt x="0" y="48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5" y="29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12" y="15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20" y="7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58" y="4"/>
                  </a:lnTo>
                  <a:lnTo>
                    <a:pt x="58" y="4"/>
                  </a:lnTo>
                  <a:lnTo>
                    <a:pt x="63" y="7"/>
                  </a:lnTo>
                  <a:lnTo>
                    <a:pt x="67" y="10"/>
                  </a:lnTo>
                  <a:lnTo>
                    <a:pt x="67" y="10"/>
                  </a:lnTo>
                  <a:lnTo>
                    <a:pt x="71" y="15"/>
                  </a:lnTo>
                  <a:lnTo>
                    <a:pt x="75" y="21"/>
                  </a:lnTo>
                  <a:lnTo>
                    <a:pt x="75" y="21"/>
                  </a:lnTo>
                  <a:lnTo>
                    <a:pt x="78" y="29"/>
                  </a:lnTo>
                  <a:lnTo>
                    <a:pt x="81" y="37"/>
                  </a:lnTo>
                  <a:lnTo>
                    <a:pt x="81" y="37"/>
                  </a:lnTo>
                  <a:lnTo>
                    <a:pt x="82" y="4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2" y="73"/>
                  </a:lnTo>
                  <a:lnTo>
                    <a:pt x="81" y="84"/>
                  </a:lnTo>
                  <a:lnTo>
                    <a:pt x="81" y="84"/>
                  </a:lnTo>
                  <a:lnTo>
                    <a:pt x="78" y="92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1" y="106"/>
                  </a:lnTo>
                  <a:lnTo>
                    <a:pt x="67" y="111"/>
                  </a:lnTo>
                  <a:lnTo>
                    <a:pt x="67" y="111"/>
                  </a:lnTo>
                  <a:lnTo>
                    <a:pt x="63" y="114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8" y="119"/>
                  </a:lnTo>
                  <a:lnTo>
                    <a:pt x="48" y="119"/>
                  </a:lnTo>
                  <a:lnTo>
                    <a:pt x="42" y="121"/>
                  </a:lnTo>
                  <a:lnTo>
                    <a:pt x="42" y="121"/>
                  </a:lnTo>
                  <a:lnTo>
                    <a:pt x="34" y="119"/>
                  </a:lnTo>
                  <a:lnTo>
                    <a:pt x="34" y="119"/>
                  </a:lnTo>
                  <a:lnTo>
                    <a:pt x="25" y="117"/>
                  </a:lnTo>
                  <a:lnTo>
                    <a:pt x="25" y="117"/>
                  </a:lnTo>
                  <a:lnTo>
                    <a:pt x="20" y="114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2" y="106"/>
                  </a:lnTo>
                  <a:lnTo>
                    <a:pt x="8" y="100"/>
                  </a:lnTo>
                  <a:lnTo>
                    <a:pt x="8" y="100"/>
                  </a:lnTo>
                  <a:lnTo>
                    <a:pt x="5" y="92"/>
                  </a:lnTo>
                  <a:lnTo>
                    <a:pt x="3" y="84"/>
                  </a:lnTo>
                  <a:lnTo>
                    <a:pt x="3" y="84"/>
                  </a:lnTo>
                  <a:lnTo>
                    <a:pt x="0" y="73"/>
                  </a:lnTo>
                  <a:lnTo>
                    <a:pt x="0" y="60"/>
                  </a:lnTo>
                  <a:lnTo>
                    <a:pt x="0" y="60"/>
                  </a:lnTo>
                  <a:close/>
                  <a:moveTo>
                    <a:pt x="19" y="60"/>
                  </a:moveTo>
                  <a:lnTo>
                    <a:pt x="19" y="60"/>
                  </a:lnTo>
                  <a:lnTo>
                    <a:pt x="20" y="73"/>
                  </a:lnTo>
                  <a:lnTo>
                    <a:pt x="20" y="73"/>
                  </a:lnTo>
                  <a:lnTo>
                    <a:pt x="21" y="80"/>
                  </a:lnTo>
                  <a:lnTo>
                    <a:pt x="23" y="87"/>
                  </a:lnTo>
                  <a:lnTo>
                    <a:pt x="23" y="87"/>
                  </a:lnTo>
                  <a:lnTo>
                    <a:pt x="25" y="92"/>
                  </a:lnTo>
                  <a:lnTo>
                    <a:pt x="30" y="98"/>
                  </a:lnTo>
                  <a:lnTo>
                    <a:pt x="30" y="98"/>
                  </a:lnTo>
                  <a:lnTo>
                    <a:pt x="35" y="100"/>
                  </a:lnTo>
                  <a:lnTo>
                    <a:pt x="42" y="102"/>
                  </a:lnTo>
                  <a:lnTo>
                    <a:pt x="42" y="102"/>
                  </a:lnTo>
                  <a:lnTo>
                    <a:pt x="48" y="100"/>
                  </a:lnTo>
                  <a:lnTo>
                    <a:pt x="54" y="98"/>
                  </a:lnTo>
                  <a:lnTo>
                    <a:pt x="54" y="98"/>
                  </a:lnTo>
                  <a:lnTo>
                    <a:pt x="57" y="92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62" y="80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48"/>
                  </a:lnTo>
                  <a:lnTo>
                    <a:pt x="63" y="48"/>
                  </a:lnTo>
                  <a:lnTo>
                    <a:pt x="62" y="41"/>
                  </a:lnTo>
                  <a:lnTo>
                    <a:pt x="59" y="34"/>
                  </a:lnTo>
                  <a:lnTo>
                    <a:pt x="59" y="34"/>
                  </a:lnTo>
                  <a:lnTo>
                    <a:pt x="57" y="29"/>
                  </a:lnTo>
                  <a:lnTo>
                    <a:pt x="54" y="23"/>
                  </a:lnTo>
                  <a:lnTo>
                    <a:pt x="54" y="23"/>
                  </a:lnTo>
                  <a:lnTo>
                    <a:pt x="48" y="21"/>
                  </a:lnTo>
                  <a:lnTo>
                    <a:pt x="42" y="19"/>
                  </a:lnTo>
                  <a:lnTo>
                    <a:pt x="42" y="19"/>
                  </a:lnTo>
                  <a:lnTo>
                    <a:pt x="35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25" y="29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1" y="41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19" y="60"/>
                  </a:lnTo>
                  <a:lnTo>
                    <a:pt x="19" y="60"/>
                  </a:lnTo>
                  <a:close/>
                </a:path>
              </a:pathLst>
            </a:custGeom>
            <a:solidFill>
              <a:srgbClr val="6EA9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4" name="Freeform 1741"/>
            <p:cNvSpPr>
              <a:spLocks noEditPoints="1"/>
            </p:cNvSpPr>
            <p:nvPr/>
          </p:nvSpPr>
          <p:spPr bwMode="auto">
            <a:xfrm>
              <a:off x="1221761" y="2010708"/>
              <a:ext cx="103353" cy="148727"/>
            </a:xfrm>
            <a:custGeom>
              <a:avLst/>
              <a:gdLst>
                <a:gd name="T0" fmla="*/ 37 w 82"/>
                <a:gd name="T1" fmla="*/ 42 h 118"/>
                <a:gd name="T2" fmla="*/ 37 w 82"/>
                <a:gd name="T3" fmla="*/ 43 h 118"/>
                <a:gd name="T4" fmla="*/ 42 w 82"/>
                <a:gd name="T5" fmla="*/ 42 h 118"/>
                <a:gd name="T6" fmla="*/ 47 w 82"/>
                <a:gd name="T7" fmla="*/ 41 h 118"/>
                <a:gd name="T8" fmla="*/ 61 w 82"/>
                <a:gd name="T9" fmla="*/ 43 h 118"/>
                <a:gd name="T10" fmla="*/ 68 w 82"/>
                <a:gd name="T11" fmla="*/ 47 h 118"/>
                <a:gd name="T12" fmla="*/ 72 w 82"/>
                <a:gd name="T13" fmla="*/ 51 h 118"/>
                <a:gd name="T14" fmla="*/ 80 w 82"/>
                <a:gd name="T15" fmla="*/ 64 h 118"/>
                <a:gd name="T16" fmla="*/ 81 w 82"/>
                <a:gd name="T17" fmla="*/ 70 h 118"/>
                <a:gd name="T18" fmla="*/ 82 w 82"/>
                <a:gd name="T19" fmla="*/ 77 h 118"/>
                <a:gd name="T20" fmla="*/ 78 w 82"/>
                <a:gd name="T21" fmla="*/ 93 h 118"/>
                <a:gd name="T22" fmla="*/ 76 w 82"/>
                <a:gd name="T23" fmla="*/ 100 h 118"/>
                <a:gd name="T24" fmla="*/ 70 w 82"/>
                <a:gd name="T25" fmla="*/ 107 h 118"/>
                <a:gd name="T26" fmla="*/ 57 w 82"/>
                <a:gd name="T27" fmla="*/ 115 h 118"/>
                <a:gd name="T28" fmla="*/ 50 w 82"/>
                <a:gd name="T29" fmla="*/ 116 h 118"/>
                <a:gd name="T30" fmla="*/ 41 w 82"/>
                <a:gd name="T31" fmla="*/ 118 h 118"/>
                <a:gd name="T32" fmla="*/ 24 w 82"/>
                <a:gd name="T33" fmla="*/ 115 h 118"/>
                <a:gd name="T34" fmla="*/ 18 w 82"/>
                <a:gd name="T35" fmla="*/ 111 h 118"/>
                <a:gd name="T36" fmla="*/ 11 w 82"/>
                <a:gd name="T37" fmla="*/ 107 h 118"/>
                <a:gd name="T38" fmla="*/ 3 w 82"/>
                <a:gd name="T39" fmla="*/ 95 h 118"/>
                <a:gd name="T40" fmla="*/ 0 w 82"/>
                <a:gd name="T41" fmla="*/ 87 h 118"/>
                <a:gd name="T42" fmla="*/ 0 w 82"/>
                <a:gd name="T43" fmla="*/ 78 h 118"/>
                <a:gd name="T44" fmla="*/ 3 w 82"/>
                <a:gd name="T45" fmla="*/ 61 h 118"/>
                <a:gd name="T46" fmla="*/ 11 w 82"/>
                <a:gd name="T47" fmla="*/ 46 h 118"/>
                <a:gd name="T48" fmla="*/ 64 w 82"/>
                <a:gd name="T49" fmla="*/ 0 h 118"/>
                <a:gd name="T50" fmla="*/ 20 w 82"/>
                <a:gd name="T51" fmla="*/ 77 h 118"/>
                <a:gd name="T52" fmla="*/ 22 w 82"/>
                <a:gd name="T53" fmla="*/ 85 h 118"/>
                <a:gd name="T54" fmla="*/ 27 w 82"/>
                <a:gd name="T55" fmla="*/ 92 h 118"/>
                <a:gd name="T56" fmla="*/ 34 w 82"/>
                <a:gd name="T57" fmla="*/ 97 h 118"/>
                <a:gd name="T58" fmla="*/ 37 w 82"/>
                <a:gd name="T59" fmla="*/ 99 h 118"/>
                <a:gd name="T60" fmla="*/ 42 w 82"/>
                <a:gd name="T61" fmla="*/ 99 h 118"/>
                <a:gd name="T62" fmla="*/ 50 w 82"/>
                <a:gd name="T63" fmla="*/ 97 h 118"/>
                <a:gd name="T64" fmla="*/ 57 w 82"/>
                <a:gd name="T65" fmla="*/ 92 h 118"/>
                <a:gd name="T66" fmla="*/ 61 w 82"/>
                <a:gd name="T67" fmla="*/ 85 h 118"/>
                <a:gd name="T68" fmla="*/ 62 w 82"/>
                <a:gd name="T69" fmla="*/ 81 h 118"/>
                <a:gd name="T70" fmla="*/ 62 w 82"/>
                <a:gd name="T71" fmla="*/ 77 h 118"/>
                <a:gd name="T72" fmla="*/ 61 w 82"/>
                <a:gd name="T73" fmla="*/ 69 h 118"/>
                <a:gd name="T74" fmla="*/ 57 w 82"/>
                <a:gd name="T75" fmla="*/ 62 h 118"/>
                <a:gd name="T76" fmla="*/ 50 w 82"/>
                <a:gd name="T77" fmla="*/ 58 h 118"/>
                <a:gd name="T78" fmla="*/ 46 w 82"/>
                <a:gd name="T79" fmla="*/ 57 h 118"/>
                <a:gd name="T80" fmla="*/ 42 w 82"/>
                <a:gd name="T81" fmla="*/ 57 h 118"/>
                <a:gd name="T82" fmla="*/ 34 w 82"/>
                <a:gd name="T83" fmla="*/ 58 h 118"/>
                <a:gd name="T84" fmla="*/ 27 w 82"/>
                <a:gd name="T85" fmla="*/ 62 h 118"/>
                <a:gd name="T86" fmla="*/ 22 w 82"/>
                <a:gd name="T87" fmla="*/ 69 h 118"/>
                <a:gd name="T88" fmla="*/ 20 w 82"/>
                <a:gd name="T89" fmla="*/ 73 h 118"/>
                <a:gd name="T90" fmla="*/ 20 w 82"/>
                <a:gd name="T91" fmla="*/ 7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2" h="118">
                  <a:moveTo>
                    <a:pt x="64" y="0"/>
                  </a:moveTo>
                  <a:lnTo>
                    <a:pt x="37" y="42"/>
                  </a:lnTo>
                  <a:lnTo>
                    <a:pt x="37" y="43"/>
                  </a:lnTo>
                  <a:lnTo>
                    <a:pt x="37" y="43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7" y="41"/>
                  </a:lnTo>
                  <a:lnTo>
                    <a:pt x="47" y="41"/>
                  </a:lnTo>
                  <a:lnTo>
                    <a:pt x="54" y="42"/>
                  </a:lnTo>
                  <a:lnTo>
                    <a:pt x="61" y="43"/>
                  </a:lnTo>
                  <a:lnTo>
                    <a:pt x="61" y="43"/>
                  </a:lnTo>
                  <a:lnTo>
                    <a:pt x="68" y="47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7" y="57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1" y="70"/>
                  </a:lnTo>
                  <a:lnTo>
                    <a:pt x="82" y="77"/>
                  </a:lnTo>
                  <a:lnTo>
                    <a:pt x="82" y="77"/>
                  </a:lnTo>
                  <a:lnTo>
                    <a:pt x="81" y="87"/>
                  </a:lnTo>
                  <a:lnTo>
                    <a:pt x="78" y="93"/>
                  </a:lnTo>
                  <a:lnTo>
                    <a:pt x="78" y="93"/>
                  </a:lnTo>
                  <a:lnTo>
                    <a:pt x="76" y="100"/>
                  </a:lnTo>
                  <a:lnTo>
                    <a:pt x="70" y="107"/>
                  </a:lnTo>
                  <a:lnTo>
                    <a:pt x="70" y="107"/>
                  </a:lnTo>
                  <a:lnTo>
                    <a:pt x="65" y="111"/>
                  </a:lnTo>
                  <a:lnTo>
                    <a:pt x="57" y="115"/>
                  </a:lnTo>
                  <a:lnTo>
                    <a:pt x="57" y="115"/>
                  </a:lnTo>
                  <a:lnTo>
                    <a:pt x="50" y="116"/>
                  </a:lnTo>
                  <a:lnTo>
                    <a:pt x="41" y="118"/>
                  </a:lnTo>
                  <a:lnTo>
                    <a:pt x="41" y="118"/>
                  </a:lnTo>
                  <a:lnTo>
                    <a:pt x="33" y="116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8" y="111"/>
                  </a:lnTo>
                  <a:lnTo>
                    <a:pt x="11" y="107"/>
                  </a:lnTo>
                  <a:lnTo>
                    <a:pt x="11" y="107"/>
                  </a:lnTo>
                  <a:lnTo>
                    <a:pt x="7" y="101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0" y="87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9"/>
                  </a:lnTo>
                  <a:lnTo>
                    <a:pt x="3" y="61"/>
                  </a:lnTo>
                  <a:lnTo>
                    <a:pt x="3" y="61"/>
                  </a:lnTo>
                  <a:lnTo>
                    <a:pt x="11" y="46"/>
                  </a:lnTo>
                  <a:lnTo>
                    <a:pt x="41" y="0"/>
                  </a:lnTo>
                  <a:lnTo>
                    <a:pt x="64" y="0"/>
                  </a:lnTo>
                  <a:close/>
                  <a:moveTo>
                    <a:pt x="20" y="77"/>
                  </a:moveTo>
                  <a:lnTo>
                    <a:pt x="20" y="77"/>
                  </a:lnTo>
                  <a:lnTo>
                    <a:pt x="20" y="81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7" y="92"/>
                  </a:lnTo>
                  <a:lnTo>
                    <a:pt x="27" y="92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7" y="99"/>
                  </a:lnTo>
                  <a:lnTo>
                    <a:pt x="42" y="99"/>
                  </a:lnTo>
                  <a:lnTo>
                    <a:pt x="42" y="99"/>
                  </a:lnTo>
                  <a:lnTo>
                    <a:pt x="46" y="99"/>
                  </a:lnTo>
                  <a:lnTo>
                    <a:pt x="50" y="97"/>
                  </a:lnTo>
                  <a:lnTo>
                    <a:pt x="50" y="97"/>
                  </a:lnTo>
                  <a:lnTo>
                    <a:pt x="57" y="92"/>
                  </a:lnTo>
                  <a:lnTo>
                    <a:pt x="57" y="92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62" y="81"/>
                  </a:lnTo>
                  <a:lnTo>
                    <a:pt x="62" y="77"/>
                  </a:lnTo>
                  <a:lnTo>
                    <a:pt x="62" y="77"/>
                  </a:lnTo>
                  <a:lnTo>
                    <a:pt x="62" y="73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46" y="57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37" y="57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27" y="62"/>
                  </a:lnTo>
                  <a:lnTo>
                    <a:pt x="27" y="62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0" y="73"/>
                  </a:lnTo>
                  <a:lnTo>
                    <a:pt x="20" y="77"/>
                  </a:lnTo>
                  <a:lnTo>
                    <a:pt x="20" y="77"/>
                  </a:lnTo>
                  <a:close/>
                </a:path>
              </a:pathLst>
            </a:custGeom>
            <a:solidFill>
              <a:srgbClr val="6EA9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96" name="Freeform 1864"/>
          <p:cNvSpPr>
            <a:spLocks noEditPoints="1"/>
          </p:cNvSpPr>
          <p:nvPr/>
        </p:nvSpPr>
        <p:spPr bwMode="auto">
          <a:xfrm>
            <a:off x="1128490" y="5664598"/>
            <a:ext cx="44114" cy="41593"/>
          </a:xfrm>
          <a:custGeom>
            <a:avLst/>
            <a:gdLst>
              <a:gd name="T0" fmla="*/ 0 w 35"/>
              <a:gd name="T1" fmla="*/ 17 h 33"/>
              <a:gd name="T2" fmla="*/ 1 w 35"/>
              <a:gd name="T3" fmla="*/ 10 h 33"/>
              <a:gd name="T4" fmla="*/ 5 w 35"/>
              <a:gd name="T5" fmla="*/ 5 h 33"/>
              <a:gd name="T6" fmla="*/ 11 w 35"/>
              <a:gd name="T7" fmla="*/ 1 h 33"/>
              <a:gd name="T8" fmla="*/ 17 w 35"/>
              <a:gd name="T9" fmla="*/ 0 h 33"/>
              <a:gd name="T10" fmla="*/ 24 w 35"/>
              <a:gd name="T11" fmla="*/ 1 h 33"/>
              <a:gd name="T12" fmla="*/ 30 w 35"/>
              <a:gd name="T13" fmla="*/ 5 h 33"/>
              <a:gd name="T14" fmla="*/ 34 w 35"/>
              <a:gd name="T15" fmla="*/ 10 h 33"/>
              <a:gd name="T16" fmla="*/ 35 w 35"/>
              <a:gd name="T17" fmla="*/ 17 h 33"/>
              <a:gd name="T18" fmla="*/ 34 w 35"/>
              <a:gd name="T19" fmla="*/ 24 h 33"/>
              <a:gd name="T20" fmla="*/ 30 w 35"/>
              <a:gd name="T21" fmla="*/ 29 h 33"/>
              <a:gd name="T22" fmla="*/ 24 w 35"/>
              <a:gd name="T23" fmla="*/ 32 h 33"/>
              <a:gd name="T24" fmla="*/ 17 w 35"/>
              <a:gd name="T25" fmla="*/ 33 h 33"/>
              <a:gd name="T26" fmla="*/ 11 w 35"/>
              <a:gd name="T27" fmla="*/ 32 h 33"/>
              <a:gd name="T28" fmla="*/ 5 w 35"/>
              <a:gd name="T29" fmla="*/ 29 h 33"/>
              <a:gd name="T30" fmla="*/ 1 w 35"/>
              <a:gd name="T31" fmla="*/ 24 h 33"/>
              <a:gd name="T32" fmla="*/ 0 w 35"/>
              <a:gd name="T33" fmla="*/ 17 h 33"/>
              <a:gd name="T34" fmla="*/ 8 w 35"/>
              <a:gd name="T35" fmla="*/ 17 h 33"/>
              <a:gd name="T36" fmla="*/ 8 w 35"/>
              <a:gd name="T37" fmla="*/ 21 h 33"/>
              <a:gd name="T38" fmla="*/ 11 w 35"/>
              <a:gd name="T39" fmla="*/ 24 h 33"/>
              <a:gd name="T40" fmla="*/ 13 w 35"/>
              <a:gd name="T41" fmla="*/ 27 h 33"/>
              <a:gd name="T42" fmla="*/ 17 w 35"/>
              <a:gd name="T43" fmla="*/ 27 h 33"/>
              <a:gd name="T44" fmla="*/ 21 w 35"/>
              <a:gd name="T45" fmla="*/ 27 h 33"/>
              <a:gd name="T46" fmla="*/ 24 w 35"/>
              <a:gd name="T47" fmla="*/ 24 h 33"/>
              <a:gd name="T48" fmla="*/ 27 w 35"/>
              <a:gd name="T49" fmla="*/ 21 h 33"/>
              <a:gd name="T50" fmla="*/ 27 w 35"/>
              <a:gd name="T51" fmla="*/ 17 h 33"/>
              <a:gd name="T52" fmla="*/ 27 w 35"/>
              <a:gd name="T53" fmla="*/ 13 h 33"/>
              <a:gd name="T54" fmla="*/ 24 w 35"/>
              <a:gd name="T55" fmla="*/ 9 h 33"/>
              <a:gd name="T56" fmla="*/ 21 w 35"/>
              <a:gd name="T57" fmla="*/ 8 h 33"/>
              <a:gd name="T58" fmla="*/ 17 w 35"/>
              <a:gd name="T59" fmla="*/ 6 h 33"/>
              <a:gd name="T60" fmla="*/ 13 w 35"/>
              <a:gd name="T61" fmla="*/ 8 h 33"/>
              <a:gd name="T62" fmla="*/ 11 w 35"/>
              <a:gd name="T63" fmla="*/ 9 h 33"/>
              <a:gd name="T64" fmla="*/ 8 w 35"/>
              <a:gd name="T65" fmla="*/ 13 h 33"/>
              <a:gd name="T66" fmla="*/ 8 w 35"/>
              <a:gd name="T67" fmla="*/ 17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" h="33">
                <a:moveTo>
                  <a:pt x="0" y="17"/>
                </a:moveTo>
                <a:lnTo>
                  <a:pt x="0" y="17"/>
                </a:lnTo>
                <a:lnTo>
                  <a:pt x="1" y="10"/>
                </a:lnTo>
                <a:lnTo>
                  <a:pt x="1" y="10"/>
                </a:lnTo>
                <a:lnTo>
                  <a:pt x="5" y="5"/>
                </a:lnTo>
                <a:lnTo>
                  <a:pt x="5" y="5"/>
                </a:lnTo>
                <a:lnTo>
                  <a:pt x="11" y="1"/>
                </a:lnTo>
                <a:lnTo>
                  <a:pt x="11" y="1"/>
                </a:lnTo>
                <a:lnTo>
                  <a:pt x="17" y="0"/>
                </a:lnTo>
                <a:lnTo>
                  <a:pt x="17" y="0"/>
                </a:lnTo>
                <a:lnTo>
                  <a:pt x="24" y="1"/>
                </a:lnTo>
                <a:lnTo>
                  <a:pt x="24" y="1"/>
                </a:lnTo>
                <a:lnTo>
                  <a:pt x="30" y="5"/>
                </a:lnTo>
                <a:lnTo>
                  <a:pt x="30" y="5"/>
                </a:lnTo>
                <a:lnTo>
                  <a:pt x="34" y="10"/>
                </a:lnTo>
                <a:lnTo>
                  <a:pt x="34" y="10"/>
                </a:lnTo>
                <a:lnTo>
                  <a:pt x="35" y="17"/>
                </a:lnTo>
                <a:lnTo>
                  <a:pt x="35" y="17"/>
                </a:lnTo>
                <a:lnTo>
                  <a:pt x="34" y="24"/>
                </a:lnTo>
                <a:lnTo>
                  <a:pt x="34" y="24"/>
                </a:lnTo>
                <a:lnTo>
                  <a:pt x="30" y="29"/>
                </a:lnTo>
                <a:lnTo>
                  <a:pt x="30" y="29"/>
                </a:lnTo>
                <a:lnTo>
                  <a:pt x="24" y="32"/>
                </a:lnTo>
                <a:lnTo>
                  <a:pt x="24" y="32"/>
                </a:lnTo>
                <a:lnTo>
                  <a:pt x="17" y="33"/>
                </a:lnTo>
                <a:lnTo>
                  <a:pt x="17" y="33"/>
                </a:lnTo>
                <a:lnTo>
                  <a:pt x="11" y="32"/>
                </a:lnTo>
                <a:lnTo>
                  <a:pt x="11" y="32"/>
                </a:lnTo>
                <a:lnTo>
                  <a:pt x="5" y="29"/>
                </a:lnTo>
                <a:lnTo>
                  <a:pt x="5" y="29"/>
                </a:lnTo>
                <a:lnTo>
                  <a:pt x="1" y="24"/>
                </a:lnTo>
                <a:lnTo>
                  <a:pt x="1" y="24"/>
                </a:lnTo>
                <a:lnTo>
                  <a:pt x="0" y="17"/>
                </a:lnTo>
                <a:lnTo>
                  <a:pt x="0" y="17"/>
                </a:lnTo>
                <a:close/>
                <a:moveTo>
                  <a:pt x="8" y="17"/>
                </a:moveTo>
                <a:lnTo>
                  <a:pt x="8" y="17"/>
                </a:lnTo>
                <a:lnTo>
                  <a:pt x="8" y="21"/>
                </a:lnTo>
                <a:lnTo>
                  <a:pt x="8" y="21"/>
                </a:lnTo>
                <a:lnTo>
                  <a:pt x="11" y="24"/>
                </a:lnTo>
                <a:lnTo>
                  <a:pt x="11" y="24"/>
                </a:lnTo>
                <a:lnTo>
                  <a:pt x="13" y="27"/>
                </a:lnTo>
                <a:lnTo>
                  <a:pt x="13" y="27"/>
                </a:lnTo>
                <a:lnTo>
                  <a:pt x="17" y="27"/>
                </a:lnTo>
                <a:lnTo>
                  <a:pt x="17" y="27"/>
                </a:lnTo>
                <a:lnTo>
                  <a:pt x="21" y="27"/>
                </a:lnTo>
                <a:lnTo>
                  <a:pt x="21" y="27"/>
                </a:lnTo>
                <a:lnTo>
                  <a:pt x="24" y="24"/>
                </a:lnTo>
                <a:lnTo>
                  <a:pt x="24" y="24"/>
                </a:lnTo>
                <a:lnTo>
                  <a:pt x="27" y="21"/>
                </a:lnTo>
                <a:lnTo>
                  <a:pt x="27" y="21"/>
                </a:lnTo>
                <a:lnTo>
                  <a:pt x="27" y="17"/>
                </a:lnTo>
                <a:lnTo>
                  <a:pt x="27" y="17"/>
                </a:lnTo>
                <a:lnTo>
                  <a:pt x="27" y="13"/>
                </a:lnTo>
                <a:lnTo>
                  <a:pt x="27" y="13"/>
                </a:lnTo>
                <a:lnTo>
                  <a:pt x="24" y="9"/>
                </a:lnTo>
                <a:lnTo>
                  <a:pt x="24" y="9"/>
                </a:lnTo>
                <a:lnTo>
                  <a:pt x="21" y="8"/>
                </a:lnTo>
                <a:lnTo>
                  <a:pt x="21" y="8"/>
                </a:lnTo>
                <a:lnTo>
                  <a:pt x="17" y="6"/>
                </a:lnTo>
                <a:lnTo>
                  <a:pt x="17" y="6"/>
                </a:lnTo>
                <a:lnTo>
                  <a:pt x="13" y="8"/>
                </a:lnTo>
                <a:lnTo>
                  <a:pt x="13" y="8"/>
                </a:lnTo>
                <a:lnTo>
                  <a:pt x="11" y="9"/>
                </a:lnTo>
                <a:lnTo>
                  <a:pt x="11" y="9"/>
                </a:lnTo>
                <a:lnTo>
                  <a:pt x="8" y="13"/>
                </a:lnTo>
                <a:lnTo>
                  <a:pt x="8" y="13"/>
                </a:lnTo>
                <a:lnTo>
                  <a:pt x="8" y="17"/>
                </a:lnTo>
                <a:lnTo>
                  <a:pt x="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7" name="Freeform 1865"/>
          <p:cNvSpPr>
            <a:spLocks noEditPoints="1"/>
          </p:cNvSpPr>
          <p:nvPr/>
        </p:nvSpPr>
        <p:spPr bwMode="auto">
          <a:xfrm>
            <a:off x="1181427" y="5665859"/>
            <a:ext cx="30250" cy="40333"/>
          </a:xfrm>
          <a:custGeom>
            <a:avLst/>
            <a:gdLst>
              <a:gd name="T0" fmla="*/ 0 w 24"/>
              <a:gd name="T1" fmla="*/ 0 h 32"/>
              <a:gd name="T2" fmla="*/ 12 w 24"/>
              <a:gd name="T3" fmla="*/ 0 h 32"/>
              <a:gd name="T4" fmla="*/ 12 w 24"/>
              <a:gd name="T5" fmla="*/ 0 h 32"/>
              <a:gd name="T6" fmla="*/ 16 w 24"/>
              <a:gd name="T7" fmla="*/ 0 h 32"/>
              <a:gd name="T8" fmla="*/ 16 w 24"/>
              <a:gd name="T9" fmla="*/ 0 h 32"/>
              <a:gd name="T10" fmla="*/ 20 w 24"/>
              <a:gd name="T11" fmla="*/ 1 h 32"/>
              <a:gd name="T12" fmla="*/ 20 w 24"/>
              <a:gd name="T13" fmla="*/ 1 h 32"/>
              <a:gd name="T14" fmla="*/ 23 w 24"/>
              <a:gd name="T15" fmla="*/ 5 h 32"/>
              <a:gd name="T16" fmla="*/ 23 w 24"/>
              <a:gd name="T17" fmla="*/ 5 h 32"/>
              <a:gd name="T18" fmla="*/ 24 w 24"/>
              <a:gd name="T19" fmla="*/ 9 h 32"/>
              <a:gd name="T20" fmla="*/ 24 w 24"/>
              <a:gd name="T21" fmla="*/ 9 h 32"/>
              <a:gd name="T22" fmla="*/ 23 w 24"/>
              <a:gd name="T23" fmla="*/ 15 h 32"/>
              <a:gd name="T24" fmla="*/ 23 w 24"/>
              <a:gd name="T25" fmla="*/ 15 h 32"/>
              <a:gd name="T26" fmla="*/ 20 w 24"/>
              <a:gd name="T27" fmla="*/ 17 h 32"/>
              <a:gd name="T28" fmla="*/ 20 w 24"/>
              <a:gd name="T29" fmla="*/ 17 h 32"/>
              <a:gd name="T30" fmla="*/ 17 w 24"/>
              <a:gd name="T31" fmla="*/ 19 h 32"/>
              <a:gd name="T32" fmla="*/ 17 w 24"/>
              <a:gd name="T33" fmla="*/ 19 h 32"/>
              <a:gd name="T34" fmla="*/ 12 w 24"/>
              <a:gd name="T35" fmla="*/ 19 h 32"/>
              <a:gd name="T36" fmla="*/ 6 w 24"/>
              <a:gd name="T37" fmla="*/ 19 h 32"/>
              <a:gd name="T38" fmla="*/ 6 w 24"/>
              <a:gd name="T39" fmla="*/ 32 h 32"/>
              <a:gd name="T40" fmla="*/ 0 w 24"/>
              <a:gd name="T41" fmla="*/ 32 h 32"/>
              <a:gd name="T42" fmla="*/ 0 w 24"/>
              <a:gd name="T43" fmla="*/ 0 h 32"/>
              <a:gd name="T44" fmla="*/ 6 w 24"/>
              <a:gd name="T45" fmla="*/ 13 h 32"/>
              <a:gd name="T46" fmla="*/ 12 w 24"/>
              <a:gd name="T47" fmla="*/ 13 h 32"/>
              <a:gd name="T48" fmla="*/ 12 w 24"/>
              <a:gd name="T49" fmla="*/ 13 h 32"/>
              <a:gd name="T50" fmla="*/ 13 w 24"/>
              <a:gd name="T51" fmla="*/ 13 h 32"/>
              <a:gd name="T52" fmla="*/ 13 w 24"/>
              <a:gd name="T53" fmla="*/ 13 h 32"/>
              <a:gd name="T54" fmla="*/ 15 w 24"/>
              <a:gd name="T55" fmla="*/ 12 h 32"/>
              <a:gd name="T56" fmla="*/ 15 w 24"/>
              <a:gd name="T57" fmla="*/ 12 h 32"/>
              <a:gd name="T58" fmla="*/ 16 w 24"/>
              <a:gd name="T59" fmla="*/ 11 h 32"/>
              <a:gd name="T60" fmla="*/ 16 w 24"/>
              <a:gd name="T61" fmla="*/ 11 h 32"/>
              <a:gd name="T62" fmla="*/ 17 w 24"/>
              <a:gd name="T63" fmla="*/ 9 h 32"/>
              <a:gd name="T64" fmla="*/ 17 w 24"/>
              <a:gd name="T65" fmla="*/ 9 h 32"/>
              <a:gd name="T66" fmla="*/ 16 w 24"/>
              <a:gd name="T67" fmla="*/ 8 h 32"/>
              <a:gd name="T68" fmla="*/ 16 w 24"/>
              <a:gd name="T69" fmla="*/ 8 h 32"/>
              <a:gd name="T70" fmla="*/ 15 w 24"/>
              <a:gd name="T71" fmla="*/ 7 h 32"/>
              <a:gd name="T72" fmla="*/ 15 w 24"/>
              <a:gd name="T73" fmla="*/ 7 h 32"/>
              <a:gd name="T74" fmla="*/ 13 w 24"/>
              <a:gd name="T75" fmla="*/ 5 h 32"/>
              <a:gd name="T76" fmla="*/ 13 w 24"/>
              <a:gd name="T77" fmla="*/ 5 h 32"/>
              <a:gd name="T78" fmla="*/ 11 w 24"/>
              <a:gd name="T79" fmla="*/ 5 h 32"/>
              <a:gd name="T80" fmla="*/ 6 w 24"/>
              <a:gd name="T81" fmla="*/ 5 h 32"/>
              <a:gd name="T82" fmla="*/ 6 w 24"/>
              <a:gd name="T83" fmla="*/ 13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4" h="32">
                <a:moveTo>
                  <a:pt x="0" y="0"/>
                </a:moveTo>
                <a:lnTo>
                  <a:pt x="12" y="0"/>
                </a:lnTo>
                <a:lnTo>
                  <a:pt x="12" y="0"/>
                </a:lnTo>
                <a:lnTo>
                  <a:pt x="16" y="0"/>
                </a:lnTo>
                <a:lnTo>
                  <a:pt x="16" y="0"/>
                </a:lnTo>
                <a:lnTo>
                  <a:pt x="20" y="1"/>
                </a:lnTo>
                <a:lnTo>
                  <a:pt x="20" y="1"/>
                </a:lnTo>
                <a:lnTo>
                  <a:pt x="23" y="5"/>
                </a:lnTo>
                <a:lnTo>
                  <a:pt x="23" y="5"/>
                </a:lnTo>
                <a:lnTo>
                  <a:pt x="24" y="9"/>
                </a:lnTo>
                <a:lnTo>
                  <a:pt x="24" y="9"/>
                </a:lnTo>
                <a:lnTo>
                  <a:pt x="23" y="15"/>
                </a:lnTo>
                <a:lnTo>
                  <a:pt x="23" y="15"/>
                </a:lnTo>
                <a:lnTo>
                  <a:pt x="20" y="17"/>
                </a:lnTo>
                <a:lnTo>
                  <a:pt x="20" y="17"/>
                </a:lnTo>
                <a:lnTo>
                  <a:pt x="17" y="19"/>
                </a:lnTo>
                <a:lnTo>
                  <a:pt x="17" y="19"/>
                </a:lnTo>
                <a:lnTo>
                  <a:pt x="12" y="19"/>
                </a:lnTo>
                <a:lnTo>
                  <a:pt x="6" y="19"/>
                </a:lnTo>
                <a:lnTo>
                  <a:pt x="6" y="32"/>
                </a:lnTo>
                <a:lnTo>
                  <a:pt x="0" y="32"/>
                </a:lnTo>
                <a:lnTo>
                  <a:pt x="0" y="0"/>
                </a:lnTo>
                <a:close/>
                <a:moveTo>
                  <a:pt x="6" y="13"/>
                </a:moveTo>
                <a:lnTo>
                  <a:pt x="12" y="13"/>
                </a:lnTo>
                <a:lnTo>
                  <a:pt x="12" y="13"/>
                </a:lnTo>
                <a:lnTo>
                  <a:pt x="13" y="13"/>
                </a:lnTo>
                <a:lnTo>
                  <a:pt x="13" y="13"/>
                </a:lnTo>
                <a:lnTo>
                  <a:pt x="15" y="12"/>
                </a:lnTo>
                <a:lnTo>
                  <a:pt x="15" y="12"/>
                </a:lnTo>
                <a:lnTo>
                  <a:pt x="16" y="11"/>
                </a:lnTo>
                <a:lnTo>
                  <a:pt x="16" y="11"/>
                </a:lnTo>
                <a:lnTo>
                  <a:pt x="17" y="9"/>
                </a:lnTo>
                <a:lnTo>
                  <a:pt x="17" y="9"/>
                </a:lnTo>
                <a:lnTo>
                  <a:pt x="16" y="8"/>
                </a:lnTo>
                <a:lnTo>
                  <a:pt x="16" y="8"/>
                </a:lnTo>
                <a:lnTo>
                  <a:pt x="15" y="7"/>
                </a:lnTo>
                <a:lnTo>
                  <a:pt x="15" y="7"/>
                </a:lnTo>
                <a:lnTo>
                  <a:pt x="13" y="5"/>
                </a:lnTo>
                <a:lnTo>
                  <a:pt x="13" y="5"/>
                </a:lnTo>
                <a:lnTo>
                  <a:pt x="11" y="5"/>
                </a:lnTo>
                <a:lnTo>
                  <a:pt x="6" y="5"/>
                </a:lnTo>
                <a:lnTo>
                  <a:pt x="6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8" name="Freeform 1866"/>
          <p:cNvSpPr>
            <a:spLocks/>
          </p:cNvSpPr>
          <p:nvPr/>
        </p:nvSpPr>
        <p:spPr bwMode="auto">
          <a:xfrm>
            <a:off x="1216718" y="5665859"/>
            <a:ext cx="32770" cy="40333"/>
          </a:xfrm>
          <a:custGeom>
            <a:avLst/>
            <a:gdLst>
              <a:gd name="T0" fmla="*/ 10 w 26"/>
              <a:gd name="T1" fmla="*/ 7 h 32"/>
              <a:gd name="T2" fmla="*/ 0 w 26"/>
              <a:gd name="T3" fmla="*/ 7 h 32"/>
              <a:gd name="T4" fmla="*/ 0 w 26"/>
              <a:gd name="T5" fmla="*/ 0 h 32"/>
              <a:gd name="T6" fmla="*/ 26 w 26"/>
              <a:gd name="T7" fmla="*/ 0 h 32"/>
              <a:gd name="T8" fmla="*/ 26 w 26"/>
              <a:gd name="T9" fmla="*/ 7 h 32"/>
              <a:gd name="T10" fmla="*/ 16 w 26"/>
              <a:gd name="T11" fmla="*/ 7 h 32"/>
              <a:gd name="T12" fmla="*/ 16 w 26"/>
              <a:gd name="T13" fmla="*/ 32 h 32"/>
              <a:gd name="T14" fmla="*/ 10 w 26"/>
              <a:gd name="T15" fmla="*/ 32 h 32"/>
              <a:gd name="T16" fmla="*/ 10 w 26"/>
              <a:gd name="T17" fmla="*/ 7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6" h="32">
                <a:moveTo>
                  <a:pt x="10" y="7"/>
                </a:moveTo>
                <a:lnTo>
                  <a:pt x="0" y="7"/>
                </a:lnTo>
                <a:lnTo>
                  <a:pt x="0" y="0"/>
                </a:lnTo>
                <a:lnTo>
                  <a:pt x="26" y="0"/>
                </a:lnTo>
                <a:lnTo>
                  <a:pt x="26" y="7"/>
                </a:lnTo>
                <a:lnTo>
                  <a:pt x="16" y="7"/>
                </a:lnTo>
                <a:lnTo>
                  <a:pt x="16" y="32"/>
                </a:lnTo>
                <a:lnTo>
                  <a:pt x="10" y="32"/>
                </a:lnTo>
                <a:lnTo>
                  <a:pt x="10" y="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9" name="Rectangle 1867"/>
          <p:cNvSpPr>
            <a:spLocks noChangeArrowheads="1"/>
          </p:cNvSpPr>
          <p:nvPr/>
        </p:nvSpPr>
        <p:spPr bwMode="auto">
          <a:xfrm>
            <a:off x="1255791" y="5665859"/>
            <a:ext cx="8823" cy="4033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0" name="Freeform 1868"/>
          <p:cNvSpPr>
            <a:spLocks noEditPoints="1"/>
          </p:cNvSpPr>
          <p:nvPr/>
        </p:nvSpPr>
        <p:spPr bwMode="auto">
          <a:xfrm>
            <a:off x="1273436" y="5664598"/>
            <a:ext cx="44114" cy="41593"/>
          </a:xfrm>
          <a:custGeom>
            <a:avLst/>
            <a:gdLst>
              <a:gd name="T0" fmla="*/ 0 w 35"/>
              <a:gd name="T1" fmla="*/ 17 h 33"/>
              <a:gd name="T2" fmla="*/ 1 w 35"/>
              <a:gd name="T3" fmla="*/ 10 h 33"/>
              <a:gd name="T4" fmla="*/ 5 w 35"/>
              <a:gd name="T5" fmla="*/ 5 h 33"/>
              <a:gd name="T6" fmla="*/ 10 w 35"/>
              <a:gd name="T7" fmla="*/ 1 h 33"/>
              <a:gd name="T8" fmla="*/ 17 w 35"/>
              <a:gd name="T9" fmla="*/ 0 h 33"/>
              <a:gd name="T10" fmla="*/ 24 w 35"/>
              <a:gd name="T11" fmla="*/ 1 h 33"/>
              <a:gd name="T12" fmla="*/ 29 w 35"/>
              <a:gd name="T13" fmla="*/ 5 h 33"/>
              <a:gd name="T14" fmla="*/ 33 w 35"/>
              <a:gd name="T15" fmla="*/ 10 h 33"/>
              <a:gd name="T16" fmla="*/ 35 w 35"/>
              <a:gd name="T17" fmla="*/ 17 h 33"/>
              <a:gd name="T18" fmla="*/ 33 w 35"/>
              <a:gd name="T19" fmla="*/ 24 h 33"/>
              <a:gd name="T20" fmla="*/ 29 w 35"/>
              <a:gd name="T21" fmla="*/ 29 h 33"/>
              <a:gd name="T22" fmla="*/ 24 w 35"/>
              <a:gd name="T23" fmla="*/ 32 h 33"/>
              <a:gd name="T24" fmla="*/ 17 w 35"/>
              <a:gd name="T25" fmla="*/ 33 h 33"/>
              <a:gd name="T26" fmla="*/ 10 w 35"/>
              <a:gd name="T27" fmla="*/ 32 h 33"/>
              <a:gd name="T28" fmla="*/ 5 w 35"/>
              <a:gd name="T29" fmla="*/ 29 h 33"/>
              <a:gd name="T30" fmla="*/ 1 w 35"/>
              <a:gd name="T31" fmla="*/ 24 h 33"/>
              <a:gd name="T32" fmla="*/ 0 w 35"/>
              <a:gd name="T33" fmla="*/ 17 h 33"/>
              <a:gd name="T34" fmla="*/ 8 w 35"/>
              <a:gd name="T35" fmla="*/ 17 h 33"/>
              <a:gd name="T36" fmla="*/ 8 w 35"/>
              <a:gd name="T37" fmla="*/ 21 h 33"/>
              <a:gd name="T38" fmla="*/ 10 w 35"/>
              <a:gd name="T39" fmla="*/ 24 h 33"/>
              <a:gd name="T40" fmla="*/ 13 w 35"/>
              <a:gd name="T41" fmla="*/ 27 h 33"/>
              <a:gd name="T42" fmla="*/ 17 w 35"/>
              <a:gd name="T43" fmla="*/ 27 h 33"/>
              <a:gd name="T44" fmla="*/ 21 w 35"/>
              <a:gd name="T45" fmla="*/ 27 h 33"/>
              <a:gd name="T46" fmla="*/ 25 w 35"/>
              <a:gd name="T47" fmla="*/ 24 h 33"/>
              <a:gd name="T48" fmla="*/ 27 w 35"/>
              <a:gd name="T49" fmla="*/ 21 h 33"/>
              <a:gd name="T50" fmla="*/ 28 w 35"/>
              <a:gd name="T51" fmla="*/ 17 h 33"/>
              <a:gd name="T52" fmla="*/ 27 w 35"/>
              <a:gd name="T53" fmla="*/ 13 h 33"/>
              <a:gd name="T54" fmla="*/ 25 w 35"/>
              <a:gd name="T55" fmla="*/ 9 h 33"/>
              <a:gd name="T56" fmla="*/ 21 w 35"/>
              <a:gd name="T57" fmla="*/ 8 h 33"/>
              <a:gd name="T58" fmla="*/ 17 w 35"/>
              <a:gd name="T59" fmla="*/ 6 h 33"/>
              <a:gd name="T60" fmla="*/ 13 w 35"/>
              <a:gd name="T61" fmla="*/ 8 h 33"/>
              <a:gd name="T62" fmla="*/ 10 w 35"/>
              <a:gd name="T63" fmla="*/ 9 h 33"/>
              <a:gd name="T64" fmla="*/ 8 w 35"/>
              <a:gd name="T65" fmla="*/ 13 h 33"/>
              <a:gd name="T66" fmla="*/ 8 w 35"/>
              <a:gd name="T67" fmla="*/ 17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" h="33">
                <a:moveTo>
                  <a:pt x="0" y="17"/>
                </a:moveTo>
                <a:lnTo>
                  <a:pt x="0" y="17"/>
                </a:lnTo>
                <a:lnTo>
                  <a:pt x="1" y="10"/>
                </a:lnTo>
                <a:lnTo>
                  <a:pt x="1" y="10"/>
                </a:lnTo>
                <a:lnTo>
                  <a:pt x="5" y="5"/>
                </a:lnTo>
                <a:lnTo>
                  <a:pt x="5" y="5"/>
                </a:lnTo>
                <a:lnTo>
                  <a:pt x="10" y="1"/>
                </a:lnTo>
                <a:lnTo>
                  <a:pt x="10" y="1"/>
                </a:lnTo>
                <a:lnTo>
                  <a:pt x="17" y="0"/>
                </a:lnTo>
                <a:lnTo>
                  <a:pt x="17" y="0"/>
                </a:lnTo>
                <a:lnTo>
                  <a:pt x="24" y="1"/>
                </a:lnTo>
                <a:lnTo>
                  <a:pt x="24" y="1"/>
                </a:lnTo>
                <a:lnTo>
                  <a:pt x="29" y="5"/>
                </a:lnTo>
                <a:lnTo>
                  <a:pt x="29" y="5"/>
                </a:lnTo>
                <a:lnTo>
                  <a:pt x="33" y="10"/>
                </a:lnTo>
                <a:lnTo>
                  <a:pt x="33" y="10"/>
                </a:lnTo>
                <a:lnTo>
                  <a:pt x="35" y="17"/>
                </a:lnTo>
                <a:lnTo>
                  <a:pt x="35" y="17"/>
                </a:lnTo>
                <a:lnTo>
                  <a:pt x="33" y="24"/>
                </a:lnTo>
                <a:lnTo>
                  <a:pt x="33" y="24"/>
                </a:lnTo>
                <a:lnTo>
                  <a:pt x="29" y="29"/>
                </a:lnTo>
                <a:lnTo>
                  <a:pt x="29" y="29"/>
                </a:lnTo>
                <a:lnTo>
                  <a:pt x="24" y="32"/>
                </a:lnTo>
                <a:lnTo>
                  <a:pt x="24" y="32"/>
                </a:lnTo>
                <a:lnTo>
                  <a:pt x="17" y="33"/>
                </a:lnTo>
                <a:lnTo>
                  <a:pt x="17" y="33"/>
                </a:lnTo>
                <a:lnTo>
                  <a:pt x="10" y="32"/>
                </a:lnTo>
                <a:lnTo>
                  <a:pt x="10" y="32"/>
                </a:lnTo>
                <a:lnTo>
                  <a:pt x="5" y="29"/>
                </a:lnTo>
                <a:lnTo>
                  <a:pt x="5" y="29"/>
                </a:lnTo>
                <a:lnTo>
                  <a:pt x="1" y="24"/>
                </a:lnTo>
                <a:lnTo>
                  <a:pt x="1" y="24"/>
                </a:lnTo>
                <a:lnTo>
                  <a:pt x="0" y="17"/>
                </a:lnTo>
                <a:lnTo>
                  <a:pt x="0" y="17"/>
                </a:lnTo>
                <a:close/>
                <a:moveTo>
                  <a:pt x="8" y="17"/>
                </a:moveTo>
                <a:lnTo>
                  <a:pt x="8" y="17"/>
                </a:lnTo>
                <a:lnTo>
                  <a:pt x="8" y="21"/>
                </a:lnTo>
                <a:lnTo>
                  <a:pt x="8" y="21"/>
                </a:lnTo>
                <a:lnTo>
                  <a:pt x="10" y="24"/>
                </a:lnTo>
                <a:lnTo>
                  <a:pt x="10" y="24"/>
                </a:lnTo>
                <a:lnTo>
                  <a:pt x="13" y="27"/>
                </a:lnTo>
                <a:lnTo>
                  <a:pt x="13" y="27"/>
                </a:lnTo>
                <a:lnTo>
                  <a:pt x="17" y="27"/>
                </a:lnTo>
                <a:lnTo>
                  <a:pt x="17" y="27"/>
                </a:lnTo>
                <a:lnTo>
                  <a:pt x="21" y="27"/>
                </a:lnTo>
                <a:lnTo>
                  <a:pt x="21" y="27"/>
                </a:lnTo>
                <a:lnTo>
                  <a:pt x="25" y="24"/>
                </a:lnTo>
                <a:lnTo>
                  <a:pt x="25" y="24"/>
                </a:lnTo>
                <a:lnTo>
                  <a:pt x="27" y="21"/>
                </a:lnTo>
                <a:lnTo>
                  <a:pt x="27" y="21"/>
                </a:lnTo>
                <a:lnTo>
                  <a:pt x="28" y="17"/>
                </a:lnTo>
                <a:lnTo>
                  <a:pt x="28" y="17"/>
                </a:lnTo>
                <a:lnTo>
                  <a:pt x="27" y="13"/>
                </a:lnTo>
                <a:lnTo>
                  <a:pt x="27" y="13"/>
                </a:lnTo>
                <a:lnTo>
                  <a:pt x="25" y="9"/>
                </a:lnTo>
                <a:lnTo>
                  <a:pt x="25" y="9"/>
                </a:lnTo>
                <a:lnTo>
                  <a:pt x="21" y="8"/>
                </a:lnTo>
                <a:lnTo>
                  <a:pt x="21" y="8"/>
                </a:lnTo>
                <a:lnTo>
                  <a:pt x="17" y="6"/>
                </a:lnTo>
                <a:lnTo>
                  <a:pt x="17" y="6"/>
                </a:lnTo>
                <a:lnTo>
                  <a:pt x="13" y="8"/>
                </a:lnTo>
                <a:lnTo>
                  <a:pt x="13" y="8"/>
                </a:lnTo>
                <a:lnTo>
                  <a:pt x="10" y="9"/>
                </a:lnTo>
                <a:lnTo>
                  <a:pt x="10" y="9"/>
                </a:lnTo>
                <a:lnTo>
                  <a:pt x="8" y="13"/>
                </a:lnTo>
                <a:lnTo>
                  <a:pt x="8" y="13"/>
                </a:lnTo>
                <a:lnTo>
                  <a:pt x="8" y="17"/>
                </a:lnTo>
                <a:lnTo>
                  <a:pt x="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1" name="Freeform 1869"/>
          <p:cNvSpPr>
            <a:spLocks/>
          </p:cNvSpPr>
          <p:nvPr/>
        </p:nvSpPr>
        <p:spPr bwMode="auto">
          <a:xfrm>
            <a:off x="1325112" y="5665859"/>
            <a:ext cx="40333" cy="40333"/>
          </a:xfrm>
          <a:custGeom>
            <a:avLst/>
            <a:gdLst>
              <a:gd name="T0" fmla="*/ 0 w 32"/>
              <a:gd name="T1" fmla="*/ 0 h 32"/>
              <a:gd name="T2" fmla="*/ 10 w 32"/>
              <a:gd name="T3" fmla="*/ 0 h 32"/>
              <a:gd name="T4" fmla="*/ 25 w 32"/>
              <a:gd name="T5" fmla="*/ 22 h 32"/>
              <a:gd name="T6" fmla="*/ 25 w 32"/>
              <a:gd name="T7" fmla="*/ 22 h 32"/>
              <a:gd name="T8" fmla="*/ 25 w 32"/>
              <a:gd name="T9" fmla="*/ 0 h 32"/>
              <a:gd name="T10" fmla="*/ 32 w 32"/>
              <a:gd name="T11" fmla="*/ 0 h 32"/>
              <a:gd name="T12" fmla="*/ 32 w 32"/>
              <a:gd name="T13" fmla="*/ 32 h 32"/>
              <a:gd name="T14" fmla="*/ 22 w 32"/>
              <a:gd name="T15" fmla="*/ 32 h 32"/>
              <a:gd name="T16" fmla="*/ 9 w 32"/>
              <a:gd name="T17" fmla="*/ 9 h 32"/>
              <a:gd name="T18" fmla="*/ 9 w 32"/>
              <a:gd name="T19" fmla="*/ 9 h 32"/>
              <a:gd name="T20" fmla="*/ 9 w 32"/>
              <a:gd name="T21" fmla="*/ 32 h 32"/>
              <a:gd name="T22" fmla="*/ 0 w 32"/>
              <a:gd name="T23" fmla="*/ 32 h 32"/>
              <a:gd name="T24" fmla="*/ 0 w 32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2" h="32">
                <a:moveTo>
                  <a:pt x="0" y="0"/>
                </a:moveTo>
                <a:lnTo>
                  <a:pt x="10" y="0"/>
                </a:lnTo>
                <a:lnTo>
                  <a:pt x="25" y="22"/>
                </a:lnTo>
                <a:lnTo>
                  <a:pt x="25" y="22"/>
                </a:lnTo>
                <a:lnTo>
                  <a:pt x="25" y="0"/>
                </a:lnTo>
                <a:lnTo>
                  <a:pt x="32" y="0"/>
                </a:lnTo>
                <a:lnTo>
                  <a:pt x="32" y="32"/>
                </a:lnTo>
                <a:lnTo>
                  <a:pt x="22" y="32"/>
                </a:lnTo>
                <a:lnTo>
                  <a:pt x="9" y="9"/>
                </a:lnTo>
                <a:lnTo>
                  <a:pt x="9" y="9"/>
                </a:lnTo>
                <a:lnTo>
                  <a:pt x="9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2" name="Freeform 1870"/>
          <p:cNvSpPr>
            <a:spLocks noEditPoints="1"/>
          </p:cNvSpPr>
          <p:nvPr/>
        </p:nvSpPr>
        <p:spPr bwMode="auto">
          <a:xfrm>
            <a:off x="1137313" y="5481841"/>
            <a:ext cx="103353" cy="149987"/>
          </a:xfrm>
          <a:custGeom>
            <a:avLst/>
            <a:gdLst>
              <a:gd name="T0" fmla="*/ 0 w 82"/>
              <a:gd name="T1" fmla="*/ 60 h 119"/>
              <a:gd name="T2" fmla="*/ 1 w 82"/>
              <a:gd name="T3" fmla="*/ 37 h 119"/>
              <a:gd name="T4" fmla="*/ 4 w 82"/>
              <a:gd name="T5" fmla="*/ 27 h 119"/>
              <a:gd name="T6" fmla="*/ 6 w 82"/>
              <a:gd name="T7" fmla="*/ 20 h 119"/>
              <a:gd name="T8" fmla="*/ 14 w 82"/>
              <a:gd name="T9" fmla="*/ 10 h 119"/>
              <a:gd name="T10" fmla="*/ 20 w 82"/>
              <a:gd name="T11" fmla="*/ 6 h 119"/>
              <a:gd name="T12" fmla="*/ 24 w 82"/>
              <a:gd name="T13" fmla="*/ 3 h 119"/>
              <a:gd name="T14" fmla="*/ 33 w 82"/>
              <a:gd name="T15" fmla="*/ 0 h 119"/>
              <a:gd name="T16" fmla="*/ 40 w 82"/>
              <a:gd name="T17" fmla="*/ 0 h 119"/>
              <a:gd name="T18" fmla="*/ 48 w 82"/>
              <a:gd name="T19" fmla="*/ 0 h 119"/>
              <a:gd name="T20" fmla="*/ 58 w 82"/>
              <a:gd name="T21" fmla="*/ 3 h 119"/>
              <a:gd name="T22" fmla="*/ 66 w 82"/>
              <a:gd name="T23" fmla="*/ 10 h 119"/>
              <a:gd name="T24" fmla="*/ 71 w 82"/>
              <a:gd name="T25" fmla="*/ 14 h 119"/>
              <a:gd name="T26" fmla="*/ 74 w 82"/>
              <a:gd name="T27" fmla="*/ 20 h 119"/>
              <a:gd name="T28" fmla="*/ 81 w 82"/>
              <a:gd name="T29" fmla="*/ 37 h 119"/>
              <a:gd name="T30" fmla="*/ 82 w 82"/>
              <a:gd name="T31" fmla="*/ 47 h 119"/>
              <a:gd name="T32" fmla="*/ 82 w 82"/>
              <a:gd name="T33" fmla="*/ 60 h 119"/>
              <a:gd name="T34" fmla="*/ 81 w 82"/>
              <a:gd name="T35" fmla="*/ 82 h 119"/>
              <a:gd name="T36" fmla="*/ 78 w 82"/>
              <a:gd name="T37" fmla="*/ 92 h 119"/>
              <a:gd name="T38" fmla="*/ 74 w 82"/>
              <a:gd name="T39" fmla="*/ 99 h 119"/>
              <a:gd name="T40" fmla="*/ 66 w 82"/>
              <a:gd name="T41" fmla="*/ 109 h 119"/>
              <a:gd name="T42" fmla="*/ 62 w 82"/>
              <a:gd name="T43" fmla="*/ 114 h 119"/>
              <a:gd name="T44" fmla="*/ 58 w 82"/>
              <a:gd name="T45" fmla="*/ 116 h 119"/>
              <a:gd name="T46" fmla="*/ 48 w 82"/>
              <a:gd name="T47" fmla="*/ 119 h 119"/>
              <a:gd name="T48" fmla="*/ 40 w 82"/>
              <a:gd name="T49" fmla="*/ 119 h 119"/>
              <a:gd name="T50" fmla="*/ 33 w 82"/>
              <a:gd name="T51" fmla="*/ 119 h 119"/>
              <a:gd name="T52" fmla="*/ 24 w 82"/>
              <a:gd name="T53" fmla="*/ 116 h 119"/>
              <a:gd name="T54" fmla="*/ 14 w 82"/>
              <a:gd name="T55" fmla="*/ 109 h 119"/>
              <a:gd name="T56" fmla="*/ 10 w 82"/>
              <a:gd name="T57" fmla="*/ 105 h 119"/>
              <a:gd name="T58" fmla="*/ 6 w 82"/>
              <a:gd name="T59" fmla="*/ 99 h 119"/>
              <a:gd name="T60" fmla="*/ 1 w 82"/>
              <a:gd name="T61" fmla="*/ 82 h 119"/>
              <a:gd name="T62" fmla="*/ 0 w 82"/>
              <a:gd name="T63" fmla="*/ 72 h 119"/>
              <a:gd name="T64" fmla="*/ 0 w 82"/>
              <a:gd name="T65" fmla="*/ 60 h 119"/>
              <a:gd name="T66" fmla="*/ 19 w 82"/>
              <a:gd name="T67" fmla="*/ 60 h 119"/>
              <a:gd name="T68" fmla="*/ 20 w 82"/>
              <a:gd name="T69" fmla="*/ 72 h 119"/>
              <a:gd name="T70" fmla="*/ 23 w 82"/>
              <a:gd name="T71" fmla="*/ 85 h 119"/>
              <a:gd name="T72" fmla="*/ 25 w 82"/>
              <a:gd name="T73" fmla="*/ 91 h 119"/>
              <a:gd name="T74" fmla="*/ 29 w 82"/>
              <a:gd name="T75" fmla="*/ 96 h 119"/>
              <a:gd name="T76" fmla="*/ 40 w 82"/>
              <a:gd name="T77" fmla="*/ 100 h 119"/>
              <a:gd name="T78" fmla="*/ 47 w 82"/>
              <a:gd name="T79" fmla="*/ 99 h 119"/>
              <a:gd name="T80" fmla="*/ 52 w 82"/>
              <a:gd name="T81" fmla="*/ 96 h 119"/>
              <a:gd name="T82" fmla="*/ 59 w 82"/>
              <a:gd name="T83" fmla="*/ 85 h 119"/>
              <a:gd name="T84" fmla="*/ 60 w 82"/>
              <a:gd name="T85" fmla="*/ 78 h 119"/>
              <a:gd name="T86" fmla="*/ 62 w 82"/>
              <a:gd name="T87" fmla="*/ 72 h 119"/>
              <a:gd name="T88" fmla="*/ 63 w 82"/>
              <a:gd name="T89" fmla="*/ 60 h 119"/>
              <a:gd name="T90" fmla="*/ 62 w 82"/>
              <a:gd name="T91" fmla="*/ 47 h 119"/>
              <a:gd name="T92" fmla="*/ 59 w 82"/>
              <a:gd name="T93" fmla="*/ 34 h 119"/>
              <a:gd name="T94" fmla="*/ 56 w 82"/>
              <a:gd name="T95" fmla="*/ 27 h 119"/>
              <a:gd name="T96" fmla="*/ 52 w 82"/>
              <a:gd name="T97" fmla="*/ 23 h 119"/>
              <a:gd name="T98" fmla="*/ 40 w 82"/>
              <a:gd name="T99" fmla="*/ 19 h 119"/>
              <a:gd name="T100" fmla="*/ 35 w 82"/>
              <a:gd name="T101" fmla="*/ 19 h 119"/>
              <a:gd name="T102" fmla="*/ 29 w 82"/>
              <a:gd name="T103" fmla="*/ 23 h 119"/>
              <a:gd name="T104" fmla="*/ 23 w 82"/>
              <a:gd name="T105" fmla="*/ 34 h 119"/>
              <a:gd name="T106" fmla="*/ 20 w 82"/>
              <a:gd name="T107" fmla="*/ 41 h 119"/>
              <a:gd name="T108" fmla="*/ 20 w 82"/>
              <a:gd name="T109" fmla="*/ 47 h 119"/>
              <a:gd name="T110" fmla="*/ 19 w 82"/>
              <a:gd name="T111" fmla="*/ 6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2" h="119">
                <a:moveTo>
                  <a:pt x="0" y="60"/>
                </a:moveTo>
                <a:lnTo>
                  <a:pt x="0" y="60"/>
                </a:lnTo>
                <a:lnTo>
                  <a:pt x="0" y="47"/>
                </a:lnTo>
                <a:lnTo>
                  <a:pt x="1" y="37"/>
                </a:lnTo>
                <a:lnTo>
                  <a:pt x="1" y="37"/>
                </a:lnTo>
                <a:lnTo>
                  <a:pt x="4" y="27"/>
                </a:lnTo>
                <a:lnTo>
                  <a:pt x="6" y="20"/>
                </a:lnTo>
                <a:lnTo>
                  <a:pt x="6" y="20"/>
                </a:lnTo>
                <a:lnTo>
                  <a:pt x="10" y="14"/>
                </a:lnTo>
                <a:lnTo>
                  <a:pt x="14" y="10"/>
                </a:lnTo>
                <a:lnTo>
                  <a:pt x="14" y="10"/>
                </a:lnTo>
                <a:lnTo>
                  <a:pt x="20" y="6"/>
                </a:lnTo>
                <a:lnTo>
                  <a:pt x="24" y="3"/>
                </a:lnTo>
                <a:lnTo>
                  <a:pt x="24" y="3"/>
                </a:lnTo>
                <a:lnTo>
                  <a:pt x="33" y="0"/>
                </a:lnTo>
                <a:lnTo>
                  <a:pt x="33" y="0"/>
                </a:lnTo>
                <a:lnTo>
                  <a:pt x="40" y="0"/>
                </a:lnTo>
                <a:lnTo>
                  <a:pt x="40" y="0"/>
                </a:lnTo>
                <a:lnTo>
                  <a:pt x="48" y="0"/>
                </a:lnTo>
                <a:lnTo>
                  <a:pt x="48" y="0"/>
                </a:lnTo>
                <a:lnTo>
                  <a:pt x="58" y="3"/>
                </a:lnTo>
                <a:lnTo>
                  <a:pt x="58" y="3"/>
                </a:lnTo>
                <a:lnTo>
                  <a:pt x="62" y="6"/>
                </a:lnTo>
                <a:lnTo>
                  <a:pt x="66" y="10"/>
                </a:lnTo>
                <a:lnTo>
                  <a:pt x="66" y="10"/>
                </a:lnTo>
                <a:lnTo>
                  <a:pt x="71" y="14"/>
                </a:lnTo>
                <a:lnTo>
                  <a:pt x="74" y="20"/>
                </a:lnTo>
                <a:lnTo>
                  <a:pt x="74" y="20"/>
                </a:lnTo>
                <a:lnTo>
                  <a:pt x="78" y="27"/>
                </a:lnTo>
                <a:lnTo>
                  <a:pt x="81" y="37"/>
                </a:lnTo>
                <a:lnTo>
                  <a:pt x="81" y="37"/>
                </a:lnTo>
                <a:lnTo>
                  <a:pt x="82" y="47"/>
                </a:lnTo>
                <a:lnTo>
                  <a:pt x="82" y="60"/>
                </a:lnTo>
                <a:lnTo>
                  <a:pt x="82" y="60"/>
                </a:lnTo>
                <a:lnTo>
                  <a:pt x="82" y="72"/>
                </a:lnTo>
                <a:lnTo>
                  <a:pt x="81" y="82"/>
                </a:lnTo>
                <a:lnTo>
                  <a:pt x="81" y="82"/>
                </a:lnTo>
                <a:lnTo>
                  <a:pt x="78" y="92"/>
                </a:lnTo>
                <a:lnTo>
                  <a:pt x="74" y="99"/>
                </a:lnTo>
                <a:lnTo>
                  <a:pt x="74" y="99"/>
                </a:lnTo>
                <a:lnTo>
                  <a:pt x="71" y="105"/>
                </a:lnTo>
                <a:lnTo>
                  <a:pt x="66" y="109"/>
                </a:lnTo>
                <a:lnTo>
                  <a:pt x="66" y="109"/>
                </a:lnTo>
                <a:lnTo>
                  <a:pt x="62" y="114"/>
                </a:lnTo>
                <a:lnTo>
                  <a:pt x="58" y="116"/>
                </a:lnTo>
                <a:lnTo>
                  <a:pt x="58" y="116"/>
                </a:lnTo>
                <a:lnTo>
                  <a:pt x="48" y="119"/>
                </a:lnTo>
                <a:lnTo>
                  <a:pt x="48" y="119"/>
                </a:lnTo>
                <a:lnTo>
                  <a:pt x="40" y="119"/>
                </a:lnTo>
                <a:lnTo>
                  <a:pt x="40" y="119"/>
                </a:lnTo>
                <a:lnTo>
                  <a:pt x="33" y="119"/>
                </a:lnTo>
                <a:lnTo>
                  <a:pt x="33" y="119"/>
                </a:lnTo>
                <a:lnTo>
                  <a:pt x="24" y="116"/>
                </a:lnTo>
                <a:lnTo>
                  <a:pt x="24" y="116"/>
                </a:lnTo>
                <a:lnTo>
                  <a:pt x="20" y="114"/>
                </a:lnTo>
                <a:lnTo>
                  <a:pt x="14" y="109"/>
                </a:lnTo>
                <a:lnTo>
                  <a:pt x="14" y="109"/>
                </a:lnTo>
                <a:lnTo>
                  <a:pt x="10" y="105"/>
                </a:lnTo>
                <a:lnTo>
                  <a:pt x="6" y="99"/>
                </a:lnTo>
                <a:lnTo>
                  <a:pt x="6" y="99"/>
                </a:lnTo>
                <a:lnTo>
                  <a:pt x="4" y="92"/>
                </a:lnTo>
                <a:lnTo>
                  <a:pt x="1" y="82"/>
                </a:lnTo>
                <a:lnTo>
                  <a:pt x="1" y="82"/>
                </a:lnTo>
                <a:lnTo>
                  <a:pt x="0" y="72"/>
                </a:lnTo>
                <a:lnTo>
                  <a:pt x="0" y="60"/>
                </a:lnTo>
                <a:lnTo>
                  <a:pt x="0" y="60"/>
                </a:lnTo>
                <a:close/>
                <a:moveTo>
                  <a:pt x="19" y="60"/>
                </a:moveTo>
                <a:lnTo>
                  <a:pt x="19" y="60"/>
                </a:lnTo>
                <a:lnTo>
                  <a:pt x="20" y="72"/>
                </a:lnTo>
                <a:lnTo>
                  <a:pt x="20" y="72"/>
                </a:lnTo>
                <a:lnTo>
                  <a:pt x="20" y="78"/>
                </a:lnTo>
                <a:lnTo>
                  <a:pt x="23" y="85"/>
                </a:lnTo>
                <a:lnTo>
                  <a:pt x="23" y="85"/>
                </a:lnTo>
                <a:lnTo>
                  <a:pt x="25" y="91"/>
                </a:lnTo>
                <a:lnTo>
                  <a:pt x="29" y="96"/>
                </a:lnTo>
                <a:lnTo>
                  <a:pt x="29" y="96"/>
                </a:lnTo>
                <a:lnTo>
                  <a:pt x="35" y="99"/>
                </a:lnTo>
                <a:lnTo>
                  <a:pt x="40" y="100"/>
                </a:lnTo>
                <a:lnTo>
                  <a:pt x="40" y="100"/>
                </a:lnTo>
                <a:lnTo>
                  <a:pt x="47" y="99"/>
                </a:lnTo>
                <a:lnTo>
                  <a:pt x="52" y="96"/>
                </a:lnTo>
                <a:lnTo>
                  <a:pt x="52" y="96"/>
                </a:lnTo>
                <a:lnTo>
                  <a:pt x="56" y="91"/>
                </a:lnTo>
                <a:lnTo>
                  <a:pt x="59" y="85"/>
                </a:lnTo>
                <a:lnTo>
                  <a:pt x="59" y="85"/>
                </a:lnTo>
                <a:lnTo>
                  <a:pt x="60" y="78"/>
                </a:lnTo>
                <a:lnTo>
                  <a:pt x="62" y="72"/>
                </a:lnTo>
                <a:lnTo>
                  <a:pt x="62" y="72"/>
                </a:lnTo>
                <a:lnTo>
                  <a:pt x="63" y="60"/>
                </a:lnTo>
                <a:lnTo>
                  <a:pt x="63" y="60"/>
                </a:lnTo>
                <a:lnTo>
                  <a:pt x="62" y="47"/>
                </a:lnTo>
                <a:lnTo>
                  <a:pt x="62" y="47"/>
                </a:lnTo>
                <a:lnTo>
                  <a:pt x="60" y="41"/>
                </a:lnTo>
                <a:lnTo>
                  <a:pt x="59" y="34"/>
                </a:lnTo>
                <a:lnTo>
                  <a:pt x="59" y="34"/>
                </a:lnTo>
                <a:lnTo>
                  <a:pt x="56" y="27"/>
                </a:lnTo>
                <a:lnTo>
                  <a:pt x="52" y="23"/>
                </a:lnTo>
                <a:lnTo>
                  <a:pt x="52" y="23"/>
                </a:lnTo>
                <a:lnTo>
                  <a:pt x="47" y="19"/>
                </a:lnTo>
                <a:lnTo>
                  <a:pt x="40" y="19"/>
                </a:lnTo>
                <a:lnTo>
                  <a:pt x="40" y="19"/>
                </a:lnTo>
                <a:lnTo>
                  <a:pt x="35" y="19"/>
                </a:lnTo>
                <a:lnTo>
                  <a:pt x="29" y="23"/>
                </a:lnTo>
                <a:lnTo>
                  <a:pt x="29" y="23"/>
                </a:lnTo>
                <a:lnTo>
                  <a:pt x="25" y="27"/>
                </a:lnTo>
                <a:lnTo>
                  <a:pt x="23" y="34"/>
                </a:lnTo>
                <a:lnTo>
                  <a:pt x="23" y="34"/>
                </a:lnTo>
                <a:lnTo>
                  <a:pt x="20" y="41"/>
                </a:lnTo>
                <a:lnTo>
                  <a:pt x="20" y="47"/>
                </a:lnTo>
                <a:lnTo>
                  <a:pt x="20" y="47"/>
                </a:lnTo>
                <a:lnTo>
                  <a:pt x="19" y="60"/>
                </a:lnTo>
                <a:lnTo>
                  <a:pt x="19" y="60"/>
                </a:lnTo>
                <a:close/>
              </a:path>
            </a:pathLst>
          </a:custGeom>
          <a:solidFill>
            <a:srgbClr val="72665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3" name="Freeform 1871"/>
          <p:cNvSpPr>
            <a:spLocks noEditPoints="1"/>
          </p:cNvSpPr>
          <p:nvPr/>
        </p:nvSpPr>
        <p:spPr bwMode="auto">
          <a:xfrm>
            <a:off x="1265874" y="5483101"/>
            <a:ext cx="107134" cy="147466"/>
          </a:xfrm>
          <a:custGeom>
            <a:avLst/>
            <a:gdLst>
              <a:gd name="T0" fmla="*/ 50 w 85"/>
              <a:gd name="T1" fmla="*/ 92 h 117"/>
              <a:gd name="T2" fmla="*/ 0 w 85"/>
              <a:gd name="T3" fmla="*/ 92 h 117"/>
              <a:gd name="T4" fmla="*/ 0 w 85"/>
              <a:gd name="T5" fmla="*/ 73 h 117"/>
              <a:gd name="T6" fmla="*/ 47 w 85"/>
              <a:gd name="T7" fmla="*/ 0 h 117"/>
              <a:gd name="T8" fmla="*/ 69 w 85"/>
              <a:gd name="T9" fmla="*/ 0 h 117"/>
              <a:gd name="T10" fmla="*/ 69 w 85"/>
              <a:gd name="T11" fmla="*/ 75 h 117"/>
              <a:gd name="T12" fmla="*/ 85 w 85"/>
              <a:gd name="T13" fmla="*/ 75 h 117"/>
              <a:gd name="T14" fmla="*/ 85 w 85"/>
              <a:gd name="T15" fmla="*/ 92 h 117"/>
              <a:gd name="T16" fmla="*/ 69 w 85"/>
              <a:gd name="T17" fmla="*/ 92 h 117"/>
              <a:gd name="T18" fmla="*/ 69 w 85"/>
              <a:gd name="T19" fmla="*/ 117 h 117"/>
              <a:gd name="T20" fmla="*/ 50 w 85"/>
              <a:gd name="T21" fmla="*/ 117 h 117"/>
              <a:gd name="T22" fmla="*/ 50 w 85"/>
              <a:gd name="T23" fmla="*/ 92 h 117"/>
              <a:gd name="T24" fmla="*/ 50 w 85"/>
              <a:gd name="T25" fmla="*/ 29 h 117"/>
              <a:gd name="T26" fmla="*/ 49 w 85"/>
              <a:gd name="T27" fmla="*/ 29 h 117"/>
              <a:gd name="T28" fmla="*/ 20 w 85"/>
              <a:gd name="T29" fmla="*/ 75 h 117"/>
              <a:gd name="T30" fmla="*/ 50 w 85"/>
              <a:gd name="T31" fmla="*/ 75 h 117"/>
              <a:gd name="T32" fmla="*/ 50 w 85"/>
              <a:gd name="T33" fmla="*/ 29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5" h="117">
                <a:moveTo>
                  <a:pt x="50" y="92"/>
                </a:moveTo>
                <a:lnTo>
                  <a:pt x="0" y="92"/>
                </a:lnTo>
                <a:lnTo>
                  <a:pt x="0" y="73"/>
                </a:lnTo>
                <a:lnTo>
                  <a:pt x="47" y="0"/>
                </a:lnTo>
                <a:lnTo>
                  <a:pt x="69" y="0"/>
                </a:lnTo>
                <a:lnTo>
                  <a:pt x="69" y="75"/>
                </a:lnTo>
                <a:lnTo>
                  <a:pt x="85" y="75"/>
                </a:lnTo>
                <a:lnTo>
                  <a:pt x="85" y="92"/>
                </a:lnTo>
                <a:lnTo>
                  <a:pt x="69" y="92"/>
                </a:lnTo>
                <a:lnTo>
                  <a:pt x="69" y="117"/>
                </a:lnTo>
                <a:lnTo>
                  <a:pt x="50" y="117"/>
                </a:lnTo>
                <a:lnTo>
                  <a:pt x="50" y="92"/>
                </a:lnTo>
                <a:close/>
                <a:moveTo>
                  <a:pt x="50" y="29"/>
                </a:moveTo>
                <a:lnTo>
                  <a:pt x="49" y="29"/>
                </a:lnTo>
                <a:lnTo>
                  <a:pt x="20" y="75"/>
                </a:lnTo>
                <a:lnTo>
                  <a:pt x="50" y="75"/>
                </a:lnTo>
                <a:lnTo>
                  <a:pt x="50" y="29"/>
                </a:lnTo>
                <a:close/>
              </a:path>
            </a:pathLst>
          </a:custGeom>
          <a:solidFill>
            <a:srgbClr val="72665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4" name="Freeform 1872"/>
          <p:cNvSpPr>
            <a:spLocks noEditPoints="1"/>
          </p:cNvSpPr>
          <p:nvPr/>
        </p:nvSpPr>
        <p:spPr bwMode="auto">
          <a:xfrm>
            <a:off x="2836329" y="3496716"/>
            <a:ext cx="13864" cy="21427"/>
          </a:xfrm>
          <a:custGeom>
            <a:avLst/>
            <a:gdLst>
              <a:gd name="T0" fmla="*/ 0 w 11"/>
              <a:gd name="T1" fmla="*/ 0 h 17"/>
              <a:gd name="T2" fmla="*/ 0 w 11"/>
              <a:gd name="T3" fmla="*/ 0 h 17"/>
              <a:gd name="T4" fmla="*/ 4 w 11"/>
              <a:gd name="T5" fmla="*/ 0 h 17"/>
              <a:gd name="T6" fmla="*/ 4 w 11"/>
              <a:gd name="T7" fmla="*/ 0 h 17"/>
              <a:gd name="T8" fmla="*/ 7 w 11"/>
              <a:gd name="T9" fmla="*/ 0 h 17"/>
              <a:gd name="T10" fmla="*/ 10 w 11"/>
              <a:gd name="T11" fmla="*/ 1 h 17"/>
              <a:gd name="T12" fmla="*/ 10 w 11"/>
              <a:gd name="T13" fmla="*/ 1 h 17"/>
              <a:gd name="T14" fmla="*/ 11 w 11"/>
              <a:gd name="T15" fmla="*/ 2 h 17"/>
              <a:gd name="T16" fmla="*/ 11 w 11"/>
              <a:gd name="T17" fmla="*/ 5 h 17"/>
              <a:gd name="T18" fmla="*/ 11 w 11"/>
              <a:gd name="T19" fmla="*/ 5 h 17"/>
              <a:gd name="T20" fmla="*/ 11 w 11"/>
              <a:gd name="T21" fmla="*/ 8 h 17"/>
              <a:gd name="T22" fmla="*/ 10 w 11"/>
              <a:gd name="T23" fmla="*/ 9 h 17"/>
              <a:gd name="T24" fmla="*/ 10 w 11"/>
              <a:gd name="T25" fmla="*/ 9 h 17"/>
              <a:gd name="T26" fmla="*/ 7 w 11"/>
              <a:gd name="T27" fmla="*/ 10 h 17"/>
              <a:gd name="T28" fmla="*/ 4 w 11"/>
              <a:gd name="T29" fmla="*/ 10 h 17"/>
              <a:gd name="T30" fmla="*/ 4 w 11"/>
              <a:gd name="T31" fmla="*/ 10 h 17"/>
              <a:gd name="T32" fmla="*/ 3 w 11"/>
              <a:gd name="T33" fmla="*/ 10 h 17"/>
              <a:gd name="T34" fmla="*/ 3 w 11"/>
              <a:gd name="T35" fmla="*/ 17 h 17"/>
              <a:gd name="T36" fmla="*/ 0 w 11"/>
              <a:gd name="T37" fmla="*/ 17 h 17"/>
              <a:gd name="T38" fmla="*/ 0 w 11"/>
              <a:gd name="T39" fmla="*/ 0 h 17"/>
              <a:gd name="T40" fmla="*/ 3 w 11"/>
              <a:gd name="T41" fmla="*/ 9 h 17"/>
              <a:gd name="T42" fmla="*/ 3 w 11"/>
              <a:gd name="T43" fmla="*/ 9 h 17"/>
              <a:gd name="T44" fmla="*/ 4 w 11"/>
              <a:gd name="T45" fmla="*/ 9 h 17"/>
              <a:gd name="T46" fmla="*/ 4 w 11"/>
              <a:gd name="T47" fmla="*/ 9 h 17"/>
              <a:gd name="T48" fmla="*/ 7 w 11"/>
              <a:gd name="T49" fmla="*/ 8 h 17"/>
              <a:gd name="T50" fmla="*/ 8 w 11"/>
              <a:gd name="T51" fmla="*/ 5 h 17"/>
              <a:gd name="T52" fmla="*/ 8 w 11"/>
              <a:gd name="T53" fmla="*/ 5 h 17"/>
              <a:gd name="T54" fmla="*/ 7 w 11"/>
              <a:gd name="T55" fmla="*/ 2 h 17"/>
              <a:gd name="T56" fmla="*/ 4 w 11"/>
              <a:gd name="T57" fmla="*/ 1 h 17"/>
              <a:gd name="T58" fmla="*/ 4 w 11"/>
              <a:gd name="T59" fmla="*/ 1 h 17"/>
              <a:gd name="T60" fmla="*/ 3 w 11"/>
              <a:gd name="T61" fmla="*/ 2 h 17"/>
              <a:gd name="T62" fmla="*/ 3 w 11"/>
              <a:gd name="T63" fmla="*/ 9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" h="17">
                <a:moveTo>
                  <a:pt x="0" y="0"/>
                </a:moveTo>
                <a:lnTo>
                  <a:pt x="0" y="0"/>
                </a:lnTo>
                <a:lnTo>
                  <a:pt x="4" y="0"/>
                </a:lnTo>
                <a:lnTo>
                  <a:pt x="4" y="0"/>
                </a:lnTo>
                <a:lnTo>
                  <a:pt x="7" y="0"/>
                </a:lnTo>
                <a:lnTo>
                  <a:pt x="10" y="1"/>
                </a:lnTo>
                <a:lnTo>
                  <a:pt x="10" y="1"/>
                </a:lnTo>
                <a:lnTo>
                  <a:pt x="11" y="2"/>
                </a:lnTo>
                <a:lnTo>
                  <a:pt x="11" y="5"/>
                </a:lnTo>
                <a:lnTo>
                  <a:pt x="11" y="5"/>
                </a:lnTo>
                <a:lnTo>
                  <a:pt x="11" y="8"/>
                </a:lnTo>
                <a:lnTo>
                  <a:pt x="10" y="9"/>
                </a:lnTo>
                <a:lnTo>
                  <a:pt x="10" y="9"/>
                </a:lnTo>
                <a:lnTo>
                  <a:pt x="7" y="10"/>
                </a:lnTo>
                <a:lnTo>
                  <a:pt x="4" y="10"/>
                </a:lnTo>
                <a:lnTo>
                  <a:pt x="4" y="10"/>
                </a:lnTo>
                <a:lnTo>
                  <a:pt x="3" y="10"/>
                </a:lnTo>
                <a:lnTo>
                  <a:pt x="3" y="17"/>
                </a:lnTo>
                <a:lnTo>
                  <a:pt x="0" y="17"/>
                </a:lnTo>
                <a:lnTo>
                  <a:pt x="0" y="0"/>
                </a:lnTo>
                <a:close/>
                <a:moveTo>
                  <a:pt x="3" y="9"/>
                </a:moveTo>
                <a:lnTo>
                  <a:pt x="3" y="9"/>
                </a:lnTo>
                <a:lnTo>
                  <a:pt x="4" y="9"/>
                </a:lnTo>
                <a:lnTo>
                  <a:pt x="4" y="9"/>
                </a:lnTo>
                <a:lnTo>
                  <a:pt x="7" y="8"/>
                </a:lnTo>
                <a:lnTo>
                  <a:pt x="8" y="5"/>
                </a:lnTo>
                <a:lnTo>
                  <a:pt x="8" y="5"/>
                </a:lnTo>
                <a:lnTo>
                  <a:pt x="7" y="2"/>
                </a:lnTo>
                <a:lnTo>
                  <a:pt x="4" y="1"/>
                </a:lnTo>
                <a:lnTo>
                  <a:pt x="4" y="1"/>
                </a:lnTo>
                <a:lnTo>
                  <a:pt x="3" y="2"/>
                </a:lnTo>
                <a:lnTo>
                  <a:pt x="3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5" name="Freeform 1873"/>
          <p:cNvSpPr>
            <a:spLocks noEditPoints="1"/>
          </p:cNvSpPr>
          <p:nvPr/>
        </p:nvSpPr>
        <p:spPr bwMode="auto">
          <a:xfrm>
            <a:off x="2851454" y="3503018"/>
            <a:ext cx="16385" cy="17646"/>
          </a:xfrm>
          <a:custGeom>
            <a:avLst/>
            <a:gdLst>
              <a:gd name="T0" fmla="*/ 3 w 13"/>
              <a:gd name="T1" fmla="*/ 7 h 14"/>
              <a:gd name="T2" fmla="*/ 3 w 13"/>
              <a:gd name="T3" fmla="*/ 7 h 14"/>
              <a:gd name="T4" fmla="*/ 3 w 13"/>
              <a:gd name="T5" fmla="*/ 10 h 14"/>
              <a:gd name="T6" fmla="*/ 4 w 13"/>
              <a:gd name="T7" fmla="*/ 11 h 14"/>
              <a:gd name="T8" fmla="*/ 7 w 13"/>
              <a:gd name="T9" fmla="*/ 11 h 14"/>
              <a:gd name="T10" fmla="*/ 7 w 13"/>
              <a:gd name="T11" fmla="*/ 11 h 14"/>
              <a:gd name="T12" fmla="*/ 11 w 13"/>
              <a:gd name="T13" fmla="*/ 11 h 14"/>
              <a:gd name="T14" fmla="*/ 11 w 13"/>
              <a:gd name="T15" fmla="*/ 12 h 14"/>
              <a:gd name="T16" fmla="*/ 11 w 13"/>
              <a:gd name="T17" fmla="*/ 12 h 14"/>
              <a:gd name="T18" fmla="*/ 7 w 13"/>
              <a:gd name="T19" fmla="*/ 14 h 14"/>
              <a:gd name="T20" fmla="*/ 7 w 13"/>
              <a:gd name="T21" fmla="*/ 14 h 14"/>
              <a:gd name="T22" fmla="*/ 4 w 13"/>
              <a:gd name="T23" fmla="*/ 12 h 14"/>
              <a:gd name="T24" fmla="*/ 2 w 13"/>
              <a:gd name="T25" fmla="*/ 11 h 14"/>
              <a:gd name="T26" fmla="*/ 0 w 13"/>
              <a:gd name="T27" fmla="*/ 10 h 14"/>
              <a:gd name="T28" fmla="*/ 0 w 13"/>
              <a:gd name="T29" fmla="*/ 7 h 14"/>
              <a:gd name="T30" fmla="*/ 0 w 13"/>
              <a:gd name="T31" fmla="*/ 7 h 14"/>
              <a:gd name="T32" fmla="*/ 0 w 13"/>
              <a:gd name="T33" fmla="*/ 4 h 14"/>
              <a:gd name="T34" fmla="*/ 2 w 13"/>
              <a:gd name="T35" fmla="*/ 1 h 14"/>
              <a:gd name="T36" fmla="*/ 4 w 13"/>
              <a:gd name="T37" fmla="*/ 0 h 14"/>
              <a:gd name="T38" fmla="*/ 7 w 13"/>
              <a:gd name="T39" fmla="*/ 0 h 14"/>
              <a:gd name="T40" fmla="*/ 7 w 13"/>
              <a:gd name="T41" fmla="*/ 0 h 14"/>
              <a:gd name="T42" fmla="*/ 10 w 13"/>
              <a:gd name="T43" fmla="*/ 0 h 14"/>
              <a:gd name="T44" fmla="*/ 11 w 13"/>
              <a:gd name="T45" fmla="*/ 1 h 14"/>
              <a:gd name="T46" fmla="*/ 13 w 13"/>
              <a:gd name="T47" fmla="*/ 5 h 14"/>
              <a:gd name="T48" fmla="*/ 11 w 13"/>
              <a:gd name="T49" fmla="*/ 7 h 14"/>
              <a:gd name="T50" fmla="*/ 3 w 13"/>
              <a:gd name="T51" fmla="*/ 7 h 14"/>
              <a:gd name="T52" fmla="*/ 10 w 13"/>
              <a:gd name="T53" fmla="*/ 5 h 14"/>
              <a:gd name="T54" fmla="*/ 10 w 13"/>
              <a:gd name="T55" fmla="*/ 5 h 14"/>
              <a:gd name="T56" fmla="*/ 9 w 13"/>
              <a:gd name="T57" fmla="*/ 3 h 14"/>
              <a:gd name="T58" fmla="*/ 9 w 13"/>
              <a:gd name="T59" fmla="*/ 1 h 14"/>
              <a:gd name="T60" fmla="*/ 6 w 13"/>
              <a:gd name="T61" fmla="*/ 1 h 14"/>
              <a:gd name="T62" fmla="*/ 6 w 13"/>
              <a:gd name="T63" fmla="*/ 1 h 14"/>
              <a:gd name="T64" fmla="*/ 4 w 13"/>
              <a:gd name="T65" fmla="*/ 3 h 14"/>
              <a:gd name="T66" fmla="*/ 3 w 13"/>
              <a:gd name="T67" fmla="*/ 5 h 14"/>
              <a:gd name="T68" fmla="*/ 10 w 13"/>
              <a:gd name="T69" fmla="*/ 5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" h="14">
                <a:moveTo>
                  <a:pt x="3" y="7"/>
                </a:moveTo>
                <a:lnTo>
                  <a:pt x="3" y="7"/>
                </a:lnTo>
                <a:lnTo>
                  <a:pt x="3" y="10"/>
                </a:lnTo>
                <a:lnTo>
                  <a:pt x="4" y="11"/>
                </a:lnTo>
                <a:lnTo>
                  <a:pt x="7" y="11"/>
                </a:lnTo>
                <a:lnTo>
                  <a:pt x="7" y="11"/>
                </a:lnTo>
                <a:lnTo>
                  <a:pt x="11" y="11"/>
                </a:lnTo>
                <a:lnTo>
                  <a:pt x="11" y="12"/>
                </a:lnTo>
                <a:lnTo>
                  <a:pt x="11" y="12"/>
                </a:lnTo>
                <a:lnTo>
                  <a:pt x="7" y="14"/>
                </a:lnTo>
                <a:lnTo>
                  <a:pt x="7" y="14"/>
                </a:lnTo>
                <a:lnTo>
                  <a:pt x="4" y="12"/>
                </a:lnTo>
                <a:lnTo>
                  <a:pt x="2" y="11"/>
                </a:lnTo>
                <a:lnTo>
                  <a:pt x="0" y="10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2" y="1"/>
                </a:lnTo>
                <a:lnTo>
                  <a:pt x="4" y="0"/>
                </a:lnTo>
                <a:lnTo>
                  <a:pt x="7" y="0"/>
                </a:lnTo>
                <a:lnTo>
                  <a:pt x="7" y="0"/>
                </a:lnTo>
                <a:lnTo>
                  <a:pt x="10" y="0"/>
                </a:lnTo>
                <a:lnTo>
                  <a:pt x="11" y="1"/>
                </a:lnTo>
                <a:lnTo>
                  <a:pt x="13" y="5"/>
                </a:lnTo>
                <a:lnTo>
                  <a:pt x="11" y="7"/>
                </a:lnTo>
                <a:lnTo>
                  <a:pt x="3" y="7"/>
                </a:lnTo>
                <a:close/>
                <a:moveTo>
                  <a:pt x="10" y="5"/>
                </a:moveTo>
                <a:lnTo>
                  <a:pt x="10" y="5"/>
                </a:lnTo>
                <a:lnTo>
                  <a:pt x="9" y="3"/>
                </a:lnTo>
                <a:lnTo>
                  <a:pt x="9" y="1"/>
                </a:lnTo>
                <a:lnTo>
                  <a:pt x="6" y="1"/>
                </a:lnTo>
                <a:lnTo>
                  <a:pt x="6" y="1"/>
                </a:lnTo>
                <a:lnTo>
                  <a:pt x="4" y="3"/>
                </a:lnTo>
                <a:lnTo>
                  <a:pt x="3" y="5"/>
                </a:lnTo>
                <a:lnTo>
                  <a:pt x="10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6" name="Rectangle 1874"/>
          <p:cNvSpPr>
            <a:spLocks noChangeArrowheads="1"/>
          </p:cNvSpPr>
          <p:nvPr/>
        </p:nvSpPr>
        <p:spPr bwMode="auto">
          <a:xfrm>
            <a:off x="2870360" y="3494195"/>
            <a:ext cx="2521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7" name="Rectangle 1875"/>
          <p:cNvSpPr>
            <a:spLocks noChangeArrowheads="1"/>
          </p:cNvSpPr>
          <p:nvPr/>
        </p:nvSpPr>
        <p:spPr bwMode="auto">
          <a:xfrm>
            <a:off x="2877922" y="3494195"/>
            <a:ext cx="2521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8" name="Freeform 1876"/>
          <p:cNvSpPr>
            <a:spLocks noEditPoints="1"/>
          </p:cNvSpPr>
          <p:nvPr/>
        </p:nvSpPr>
        <p:spPr bwMode="auto">
          <a:xfrm>
            <a:off x="2884224" y="3503018"/>
            <a:ext cx="15125" cy="17646"/>
          </a:xfrm>
          <a:custGeom>
            <a:avLst/>
            <a:gdLst>
              <a:gd name="T0" fmla="*/ 3 w 12"/>
              <a:gd name="T1" fmla="*/ 7 h 14"/>
              <a:gd name="T2" fmla="*/ 3 w 12"/>
              <a:gd name="T3" fmla="*/ 7 h 14"/>
              <a:gd name="T4" fmla="*/ 3 w 12"/>
              <a:gd name="T5" fmla="*/ 10 h 14"/>
              <a:gd name="T6" fmla="*/ 4 w 12"/>
              <a:gd name="T7" fmla="*/ 11 h 14"/>
              <a:gd name="T8" fmla="*/ 7 w 12"/>
              <a:gd name="T9" fmla="*/ 11 h 14"/>
              <a:gd name="T10" fmla="*/ 7 w 12"/>
              <a:gd name="T11" fmla="*/ 11 h 14"/>
              <a:gd name="T12" fmla="*/ 11 w 12"/>
              <a:gd name="T13" fmla="*/ 11 h 14"/>
              <a:gd name="T14" fmla="*/ 11 w 12"/>
              <a:gd name="T15" fmla="*/ 12 h 14"/>
              <a:gd name="T16" fmla="*/ 11 w 12"/>
              <a:gd name="T17" fmla="*/ 12 h 14"/>
              <a:gd name="T18" fmla="*/ 7 w 12"/>
              <a:gd name="T19" fmla="*/ 14 h 14"/>
              <a:gd name="T20" fmla="*/ 7 w 12"/>
              <a:gd name="T21" fmla="*/ 14 h 14"/>
              <a:gd name="T22" fmla="*/ 4 w 12"/>
              <a:gd name="T23" fmla="*/ 12 h 14"/>
              <a:gd name="T24" fmla="*/ 3 w 12"/>
              <a:gd name="T25" fmla="*/ 11 h 14"/>
              <a:gd name="T26" fmla="*/ 1 w 12"/>
              <a:gd name="T27" fmla="*/ 10 h 14"/>
              <a:gd name="T28" fmla="*/ 0 w 12"/>
              <a:gd name="T29" fmla="*/ 7 h 14"/>
              <a:gd name="T30" fmla="*/ 0 w 12"/>
              <a:gd name="T31" fmla="*/ 7 h 14"/>
              <a:gd name="T32" fmla="*/ 1 w 12"/>
              <a:gd name="T33" fmla="*/ 4 h 14"/>
              <a:gd name="T34" fmla="*/ 3 w 12"/>
              <a:gd name="T35" fmla="*/ 1 h 14"/>
              <a:gd name="T36" fmla="*/ 4 w 12"/>
              <a:gd name="T37" fmla="*/ 0 h 14"/>
              <a:gd name="T38" fmla="*/ 7 w 12"/>
              <a:gd name="T39" fmla="*/ 0 h 14"/>
              <a:gd name="T40" fmla="*/ 7 w 12"/>
              <a:gd name="T41" fmla="*/ 0 h 14"/>
              <a:gd name="T42" fmla="*/ 10 w 12"/>
              <a:gd name="T43" fmla="*/ 0 h 14"/>
              <a:gd name="T44" fmla="*/ 11 w 12"/>
              <a:gd name="T45" fmla="*/ 1 h 14"/>
              <a:gd name="T46" fmla="*/ 12 w 12"/>
              <a:gd name="T47" fmla="*/ 5 h 14"/>
              <a:gd name="T48" fmla="*/ 12 w 12"/>
              <a:gd name="T49" fmla="*/ 7 h 14"/>
              <a:gd name="T50" fmla="*/ 3 w 12"/>
              <a:gd name="T51" fmla="*/ 7 h 14"/>
              <a:gd name="T52" fmla="*/ 10 w 12"/>
              <a:gd name="T53" fmla="*/ 5 h 14"/>
              <a:gd name="T54" fmla="*/ 10 w 12"/>
              <a:gd name="T55" fmla="*/ 5 h 14"/>
              <a:gd name="T56" fmla="*/ 10 w 12"/>
              <a:gd name="T57" fmla="*/ 3 h 14"/>
              <a:gd name="T58" fmla="*/ 8 w 12"/>
              <a:gd name="T59" fmla="*/ 1 h 14"/>
              <a:gd name="T60" fmla="*/ 7 w 12"/>
              <a:gd name="T61" fmla="*/ 1 h 14"/>
              <a:gd name="T62" fmla="*/ 7 w 12"/>
              <a:gd name="T63" fmla="*/ 1 h 14"/>
              <a:gd name="T64" fmla="*/ 4 w 12"/>
              <a:gd name="T65" fmla="*/ 3 h 14"/>
              <a:gd name="T66" fmla="*/ 3 w 12"/>
              <a:gd name="T67" fmla="*/ 5 h 14"/>
              <a:gd name="T68" fmla="*/ 10 w 12"/>
              <a:gd name="T69" fmla="*/ 5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" h="14">
                <a:moveTo>
                  <a:pt x="3" y="7"/>
                </a:moveTo>
                <a:lnTo>
                  <a:pt x="3" y="7"/>
                </a:lnTo>
                <a:lnTo>
                  <a:pt x="3" y="10"/>
                </a:lnTo>
                <a:lnTo>
                  <a:pt x="4" y="11"/>
                </a:lnTo>
                <a:lnTo>
                  <a:pt x="7" y="11"/>
                </a:lnTo>
                <a:lnTo>
                  <a:pt x="7" y="11"/>
                </a:lnTo>
                <a:lnTo>
                  <a:pt x="11" y="11"/>
                </a:lnTo>
                <a:lnTo>
                  <a:pt x="11" y="12"/>
                </a:lnTo>
                <a:lnTo>
                  <a:pt x="11" y="12"/>
                </a:lnTo>
                <a:lnTo>
                  <a:pt x="7" y="14"/>
                </a:lnTo>
                <a:lnTo>
                  <a:pt x="7" y="14"/>
                </a:lnTo>
                <a:lnTo>
                  <a:pt x="4" y="12"/>
                </a:lnTo>
                <a:lnTo>
                  <a:pt x="3" y="11"/>
                </a:lnTo>
                <a:lnTo>
                  <a:pt x="1" y="10"/>
                </a:lnTo>
                <a:lnTo>
                  <a:pt x="0" y="7"/>
                </a:lnTo>
                <a:lnTo>
                  <a:pt x="0" y="7"/>
                </a:lnTo>
                <a:lnTo>
                  <a:pt x="1" y="4"/>
                </a:lnTo>
                <a:lnTo>
                  <a:pt x="3" y="1"/>
                </a:lnTo>
                <a:lnTo>
                  <a:pt x="4" y="0"/>
                </a:lnTo>
                <a:lnTo>
                  <a:pt x="7" y="0"/>
                </a:lnTo>
                <a:lnTo>
                  <a:pt x="7" y="0"/>
                </a:lnTo>
                <a:lnTo>
                  <a:pt x="10" y="0"/>
                </a:lnTo>
                <a:lnTo>
                  <a:pt x="11" y="1"/>
                </a:lnTo>
                <a:lnTo>
                  <a:pt x="12" y="5"/>
                </a:lnTo>
                <a:lnTo>
                  <a:pt x="12" y="7"/>
                </a:lnTo>
                <a:lnTo>
                  <a:pt x="3" y="7"/>
                </a:lnTo>
                <a:close/>
                <a:moveTo>
                  <a:pt x="10" y="5"/>
                </a:moveTo>
                <a:lnTo>
                  <a:pt x="10" y="5"/>
                </a:lnTo>
                <a:lnTo>
                  <a:pt x="10" y="3"/>
                </a:lnTo>
                <a:lnTo>
                  <a:pt x="8" y="1"/>
                </a:lnTo>
                <a:lnTo>
                  <a:pt x="7" y="1"/>
                </a:lnTo>
                <a:lnTo>
                  <a:pt x="7" y="1"/>
                </a:lnTo>
                <a:lnTo>
                  <a:pt x="4" y="3"/>
                </a:lnTo>
                <a:lnTo>
                  <a:pt x="3" y="5"/>
                </a:lnTo>
                <a:lnTo>
                  <a:pt x="10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9" name="Freeform 1877"/>
          <p:cNvSpPr>
            <a:spLocks/>
          </p:cNvSpPr>
          <p:nvPr/>
        </p:nvSpPr>
        <p:spPr bwMode="auto">
          <a:xfrm>
            <a:off x="2903130" y="3503018"/>
            <a:ext cx="13864" cy="15125"/>
          </a:xfrm>
          <a:custGeom>
            <a:avLst/>
            <a:gdLst>
              <a:gd name="T0" fmla="*/ 0 w 11"/>
              <a:gd name="T1" fmla="*/ 4 h 12"/>
              <a:gd name="T2" fmla="*/ 0 w 11"/>
              <a:gd name="T3" fmla="*/ 4 h 12"/>
              <a:gd name="T4" fmla="*/ 0 w 11"/>
              <a:gd name="T5" fmla="*/ 0 h 12"/>
              <a:gd name="T6" fmla="*/ 1 w 11"/>
              <a:gd name="T7" fmla="*/ 0 h 12"/>
              <a:gd name="T8" fmla="*/ 3 w 11"/>
              <a:gd name="T9" fmla="*/ 3 h 12"/>
              <a:gd name="T10" fmla="*/ 3 w 11"/>
              <a:gd name="T11" fmla="*/ 3 h 12"/>
              <a:gd name="T12" fmla="*/ 3 w 11"/>
              <a:gd name="T13" fmla="*/ 3 h 12"/>
              <a:gd name="T14" fmla="*/ 4 w 11"/>
              <a:gd name="T15" fmla="*/ 0 h 12"/>
              <a:gd name="T16" fmla="*/ 7 w 11"/>
              <a:gd name="T17" fmla="*/ 0 h 12"/>
              <a:gd name="T18" fmla="*/ 7 w 11"/>
              <a:gd name="T19" fmla="*/ 0 h 12"/>
              <a:gd name="T20" fmla="*/ 9 w 11"/>
              <a:gd name="T21" fmla="*/ 1 h 12"/>
              <a:gd name="T22" fmla="*/ 11 w 11"/>
              <a:gd name="T23" fmla="*/ 3 h 12"/>
              <a:gd name="T24" fmla="*/ 11 w 11"/>
              <a:gd name="T25" fmla="*/ 5 h 12"/>
              <a:gd name="T26" fmla="*/ 11 w 11"/>
              <a:gd name="T27" fmla="*/ 12 h 12"/>
              <a:gd name="T28" fmla="*/ 8 w 11"/>
              <a:gd name="T29" fmla="*/ 12 h 12"/>
              <a:gd name="T30" fmla="*/ 8 w 11"/>
              <a:gd name="T31" fmla="*/ 5 h 12"/>
              <a:gd name="T32" fmla="*/ 8 w 11"/>
              <a:gd name="T33" fmla="*/ 5 h 12"/>
              <a:gd name="T34" fmla="*/ 8 w 11"/>
              <a:gd name="T35" fmla="*/ 3 h 12"/>
              <a:gd name="T36" fmla="*/ 5 w 11"/>
              <a:gd name="T37" fmla="*/ 1 h 12"/>
              <a:gd name="T38" fmla="*/ 5 w 11"/>
              <a:gd name="T39" fmla="*/ 1 h 12"/>
              <a:gd name="T40" fmla="*/ 4 w 11"/>
              <a:gd name="T41" fmla="*/ 3 h 12"/>
              <a:gd name="T42" fmla="*/ 3 w 11"/>
              <a:gd name="T43" fmla="*/ 4 h 12"/>
              <a:gd name="T44" fmla="*/ 3 w 11"/>
              <a:gd name="T45" fmla="*/ 5 h 12"/>
              <a:gd name="T46" fmla="*/ 3 w 11"/>
              <a:gd name="T47" fmla="*/ 12 h 12"/>
              <a:gd name="T48" fmla="*/ 0 w 11"/>
              <a:gd name="T49" fmla="*/ 12 h 12"/>
              <a:gd name="T50" fmla="*/ 0 w 11"/>
              <a:gd name="T51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2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1" y="0"/>
                </a:lnTo>
                <a:lnTo>
                  <a:pt x="3" y="3"/>
                </a:lnTo>
                <a:lnTo>
                  <a:pt x="3" y="3"/>
                </a:lnTo>
                <a:lnTo>
                  <a:pt x="3" y="3"/>
                </a:lnTo>
                <a:lnTo>
                  <a:pt x="4" y="0"/>
                </a:lnTo>
                <a:lnTo>
                  <a:pt x="7" y="0"/>
                </a:lnTo>
                <a:lnTo>
                  <a:pt x="7" y="0"/>
                </a:lnTo>
                <a:lnTo>
                  <a:pt x="9" y="1"/>
                </a:lnTo>
                <a:lnTo>
                  <a:pt x="11" y="3"/>
                </a:lnTo>
                <a:lnTo>
                  <a:pt x="11" y="5"/>
                </a:lnTo>
                <a:lnTo>
                  <a:pt x="11" y="12"/>
                </a:lnTo>
                <a:lnTo>
                  <a:pt x="8" y="12"/>
                </a:lnTo>
                <a:lnTo>
                  <a:pt x="8" y="5"/>
                </a:lnTo>
                <a:lnTo>
                  <a:pt x="8" y="5"/>
                </a:lnTo>
                <a:lnTo>
                  <a:pt x="8" y="3"/>
                </a:lnTo>
                <a:lnTo>
                  <a:pt x="5" y="1"/>
                </a:lnTo>
                <a:lnTo>
                  <a:pt x="5" y="1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3" y="12"/>
                </a:lnTo>
                <a:lnTo>
                  <a:pt x="0" y="12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0" name="Freeform 1878"/>
          <p:cNvSpPr>
            <a:spLocks/>
          </p:cNvSpPr>
          <p:nvPr/>
        </p:nvSpPr>
        <p:spPr bwMode="auto">
          <a:xfrm>
            <a:off x="2919515" y="3497976"/>
            <a:ext cx="8823" cy="22687"/>
          </a:xfrm>
          <a:custGeom>
            <a:avLst/>
            <a:gdLst>
              <a:gd name="T0" fmla="*/ 4 w 7"/>
              <a:gd name="T1" fmla="*/ 0 h 18"/>
              <a:gd name="T2" fmla="*/ 4 w 7"/>
              <a:gd name="T3" fmla="*/ 4 h 18"/>
              <a:gd name="T4" fmla="*/ 7 w 7"/>
              <a:gd name="T5" fmla="*/ 4 h 18"/>
              <a:gd name="T6" fmla="*/ 7 w 7"/>
              <a:gd name="T7" fmla="*/ 5 h 18"/>
              <a:gd name="T8" fmla="*/ 4 w 7"/>
              <a:gd name="T9" fmla="*/ 5 h 18"/>
              <a:gd name="T10" fmla="*/ 4 w 7"/>
              <a:gd name="T11" fmla="*/ 12 h 18"/>
              <a:gd name="T12" fmla="*/ 4 w 7"/>
              <a:gd name="T13" fmla="*/ 12 h 18"/>
              <a:gd name="T14" fmla="*/ 4 w 7"/>
              <a:gd name="T15" fmla="*/ 15 h 18"/>
              <a:gd name="T16" fmla="*/ 6 w 7"/>
              <a:gd name="T17" fmla="*/ 15 h 18"/>
              <a:gd name="T18" fmla="*/ 6 w 7"/>
              <a:gd name="T19" fmla="*/ 15 h 18"/>
              <a:gd name="T20" fmla="*/ 7 w 7"/>
              <a:gd name="T21" fmla="*/ 15 h 18"/>
              <a:gd name="T22" fmla="*/ 7 w 7"/>
              <a:gd name="T23" fmla="*/ 16 h 18"/>
              <a:gd name="T24" fmla="*/ 7 w 7"/>
              <a:gd name="T25" fmla="*/ 16 h 18"/>
              <a:gd name="T26" fmla="*/ 6 w 7"/>
              <a:gd name="T27" fmla="*/ 18 h 18"/>
              <a:gd name="T28" fmla="*/ 6 w 7"/>
              <a:gd name="T29" fmla="*/ 18 h 18"/>
              <a:gd name="T30" fmla="*/ 3 w 7"/>
              <a:gd name="T31" fmla="*/ 16 h 18"/>
              <a:gd name="T32" fmla="*/ 3 w 7"/>
              <a:gd name="T33" fmla="*/ 16 h 18"/>
              <a:gd name="T34" fmla="*/ 2 w 7"/>
              <a:gd name="T35" fmla="*/ 12 h 18"/>
              <a:gd name="T36" fmla="*/ 2 w 7"/>
              <a:gd name="T37" fmla="*/ 5 h 18"/>
              <a:gd name="T38" fmla="*/ 0 w 7"/>
              <a:gd name="T39" fmla="*/ 5 h 18"/>
              <a:gd name="T40" fmla="*/ 0 w 7"/>
              <a:gd name="T41" fmla="*/ 4 h 18"/>
              <a:gd name="T42" fmla="*/ 2 w 7"/>
              <a:gd name="T43" fmla="*/ 4 h 18"/>
              <a:gd name="T44" fmla="*/ 2 w 7"/>
              <a:gd name="T45" fmla="*/ 1 h 18"/>
              <a:gd name="T46" fmla="*/ 4 w 7"/>
              <a:gd name="T47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" h="18">
                <a:moveTo>
                  <a:pt x="4" y="0"/>
                </a:moveTo>
                <a:lnTo>
                  <a:pt x="4" y="4"/>
                </a:lnTo>
                <a:lnTo>
                  <a:pt x="7" y="4"/>
                </a:lnTo>
                <a:lnTo>
                  <a:pt x="7" y="5"/>
                </a:lnTo>
                <a:lnTo>
                  <a:pt x="4" y="5"/>
                </a:lnTo>
                <a:lnTo>
                  <a:pt x="4" y="12"/>
                </a:lnTo>
                <a:lnTo>
                  <a:pt x="4" y="12"/>
                </a:lnTo>
                <a:lnTo>
                  <a:pt x="4" y="15"/>
                </a:lnTo>
                <a:lnTo>
                  <a:pt x="6" y="15"/>
                </a:lnTo>
                <a:lnTo>
                  <a:pt x="6" y="15"/>
                </a:lnTo>
                <a:lnTo>
                  <a:pt x="7" y="15"/>
                </a:lnTo>
                <a:lnTo>
                  <a:pt x="7" y="16"/>
                </a:lnTo>
                <a:lnTo>
                  <a:pt x="7" y="16"/>
                </a:lnTo>
                <a:lnTo>
                  <a:pt x="6" y="18"/>
                </a:lnTo>
                <a:lnTo>
                  <a:pt x="6" y="18"/>
                </a:lnTo>
                <a:lnTo>
                  <a:pt x="3" y="16"/>
                </a:lnTo>
                <a:lnTo>
                  <a:pt x="3" y="16"/>
                </a:lnTo>
                <a:lnTo>
                  <a:pt x="2" y="12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1"/>
                </a:lnTo>
                <a:lnTo>
                  <a:pt x="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1" name="Freeform 1879"/>
          <p:cNvSpPr>
            <a:spLocks noEditPoints="1"/>
          </p:cNvSpPr>
          <p:nvPr/>
        </p:nvSpPr>
        <p:spPr bwMode="auto">
          <a:xfrm>
            <a:off x="2932119" y="3503018"/>
            <a:ext cx="13864" cy="17646"/>
          </a:xfrm>
          <a:custGeom>
            <a:avLst/>
            <a:gdLst>
              <a:gd name="T0" fmla="*/ 1 w 11"/>
              <a:gd name="T1" fmla="*/ 7 h 14"/>
              <a:gd name="T2" fmla="*/ 1 w 11"/>
              <a:gd name="T3" fmla="*/ 7 h 14"/>
              <a:gd name="T4" fmla="*/ 3 w 11"/>
              <a:gd name="T5" fmla="*/ 10 h 14"/>
              <a:gd name="T6" fmla="*/ 3 w 11"/>
              <a:gd name="T7" fmla="*/ 11 h 14"/>
              <a:gd name="T8" fmla="*/ 7 w 11"/>
              <a:gd name="T9" fmla="*/ 11 h 14"/>
              <a:gd name="T10" fmla="*/ 7 w 11"/>
              <a:gd name="T11" fmla="*/ 11 h 14"/>
              <a:gd name="T12" fmla="*/ 9 w 11"/>
              <a:gd name="T13" fmla="*/ 11 h 14"/>
              <a:gd name="T14" fmla="*/ 11 w 11"/>
              <a:gd name="T15" fmla="*/ 12 h 14"/>
              <a:gd name="T16" fmla="*/ 11 w 11"/>
              <a:gd name="T17" fmla="*/ 12 h 14"/>
              <a:gd name="T18" fmla="*/ 5 w 11"/>
              <a:gd name="T19" fmla="*/ 14 h 14"/>
              <a:gd name="T20" fmla="*/ 5 w 11"/>
              <a:gd name="T21" fmla="*/ 14 h 14"/>
              <a:gd name="T22" fmla="*/ 3 w 11"/>
              <a:gd name="T23" fmla="*/ 12 h 14"/>
              <a:gd name="T24" fmla="*/ 1 w 11"/>
              <a:gd name="T25" fmla="*/ 11 h 14"/>
              <a:gd name="T26" fmla="*/ 0 w 11"/>
              <a:gd name="T27" fmla="*/ 10 h 14"/>
              <a:gd name="T28" fmla="*/ 0 w 11"/>
              <a:gd name="T29" fmla="*/ 7 h 14"/>
              <a:gd name="T30" fmla="*/ 0 w 11"/>
              <a:gd name="T31" fmla="*/ 7 h 14"/>
              <a:gd name="T32" fmla="*/ 0 w 11"/>
              <a:gd name="T33" fmla="*/ 4 h 14"/>
              <a:gd name="T34" fmla="*/ 1 w 11"/>
              <a:gd name="T35" fmla="*/ 1 h 14"/>
              <a:gd name="T36" fmla="*/ 3 w 11"/>
              <a:gd name="T37" fmla="*/ 0 h 14"/>
              <a:gd name="T38" fmla="*/ 5 w 11"/>
              <a:gd name="T39" fmla="*/ 0 h 14"/>
              <a:gd name="T40" fmla="*/ 5 w 11"/>
              <a:gd name="T41" fmla="*/ 0 h 14"/>
              <a:gd name="T42" fmla="*/ 8 w 11"/>
              <a:gd name="T43" fmla="*/ 0 h 14"/>
              <a:gd name="T44" fmla="*/ 9 w 11"/>
              <a:gd name="T45" fmla="*/ 1 h 14"/>
              <a:gd name="T46" fmla="*/ 11 w 11"/>
              <a:gd name="T47" fmla="*/ 5 h 14"/>
              <a:gd name="T48" fmla="*/ 11 w 11"/>
              <a:gd name="T49" fmla="*/ 7 h 14"/>
              <a:gd name="T50" fmla="*/ 1 w 11"/>
              <a:gd name="T51" fmla="*/ 7 h 14"/>
              <a:gd name="T52" fmla="*/ 8 w 11"/>
              <a:gd name="T53" fmla="*/ 5 h 14"/>
              <a:gd name="T54" fmla="*/ 8 w 11"/>
              <a:gd name="T55" fmla="*/ 5 h 14"/>
              <a:gd name="T56" fmla="*/ 8 w 11"/>
              <a:gd name="T57" fmla="*/ 3 h 14"/>
              <a:gd name="T58" fmla="*/ 7 w 11"/>
              <a:gd name="T59" fmla="*/ 1 h 14"/>
              <a:gd name="T60" fmla="*/ 5 w 11"/>
              <a:gd name="T61" fmla="*/ 1 h 14"/>
              <a:gd name="T62" fmla="*/ 5 w 11"/>
              <a:gd name="T63" fmla="*/ 1 h 14"/>
              <a:gd name="T64" fmla="*/ 3 w 11"/>
              <a:gd name="T65" fmla="*/ 3 h 14"/>
              <a:gd name="T66" fmla="*/ 1 w 11"/>
              <a:gd name="T67" fmla="*/ 5 h 14"/>
              <a:gd name="T68" fmla="*/ 8 w 11"/>
              <a:gd name="T69" fmla="*/ 5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" h="14">
                <a:moveTo>
                  <a:pt x="1" y="7"/>
                </a:moveTo>
                <a:lnTo>
                  <a:pt x="1" y="7"/>
                </a:lnTo>
                <a:lnTo>
                  <a:pt x="3" y="10"/>
                </a:lnTo>
                <a:lnTo>
                  <a:pt x="3" y="11"/>
                </a:lnTo>
                <a:lnTo>
                  <a:pt x="7" y="11"/>
                </a:lnTo>
                <a:lnTo>
                  <a:pt x="7" y="11"/>
                </a:lnTo>
                <a:lnTo>
                  <a:pt x="9" y="11"/>
                </a:lnTo>
                <a:lnTo>
                  <a:pt x="11" y="12"/>
                </a:lnTo>
                <a:lnTo>
                  <a:pt x="11" y="12"/>
                </a:lnTo>
                <a:lnTo>
                  <a:pt x="5" y="14"/>
                </a:lnTo>
                <a:lnTo>
                  <a:pt x="5" y="14"/>
                </a:lnTo>
                <a:lnTo>
                  <a:pt x="3" y="12"/>
                </a:lnTo>
                <a:lnTo>
                  <a:pt x="1" y="11"/>
                </a:lnTo>
                <a:lnTo>
                  <a:pt x="0" y="10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  <a:lnTo>
                  <a:pt x="5" y="0"/>
                </a:lnTo>
                <a:lnTo>
                  <a:pt x="5" y="0"/>
                </a:lnTo>
                <a:lnTo>
                  <a:pt x="8" y="0"/>
                </a:lnTo>
                <a:lnTo>
                  <a:pt x="9" y="1"/>
                </a:lnTo>
                <a:lnTo>
                  <a:pt x="11" y="5"/>
                </a:lnTo>
                <a:lnTo>
                  <a:pt x="11" y="7"/>
                </a:lnTo>
                <a:lnTo>
                  <a:pt x="1" y="7"/>
                </a:lnTo>
                <a:close/>
                <a:moveTo>
                  <a:pt x="8" y="5"/>
                </a:moveTo>
                <a:lnTo>
                  <a:pt x="8" y="5"/>
                </a:lnTo>
                <a:lnTo>
                  <a:pt x="8" y="3"/>
                </a:lnTo>
                <a:lnTo>
                  <a:pt x="7" y="1"/>
                </a:lnTo>
                <a:lnTo>
                  <a:pt x="5" y="1"/>
                </a:lnTo>
                <a:lnTo>
                  <a:pt x="5" y="1"/>
                </a:lnTo>
                <a:lnTo>
                  <a:pt x="3" y="3"/>
                </a:lnTo>
                <a:lnTo>
                  <a:pt x="1" y="5"/>
                </a:lnTo>
                <a:lnTo>
                  <a:pt x="8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" name="Freeform 1880"/>
          <p:cNvSpPr>
            <a:spLocks/>
          </p:cNvSpPr>
          <p:nvPr/>
        </p:nvSpPr>
        <p:spPr bwMode="auto">
          <a:xfrm>
            <a:off x="2948504" y="3503018"/>
            <a:ext cx="10083" cy="17646"/>
          </a:xfrm>
          <a:custGeom>
            <a:avLst/>
            <a:gdLst>
              <a:gd name="T0" fmla="*/ 0 w 8"/>
              <a:gd name="T1" fmla="*/ 11 h 14"/>
              <a:gd name="T2" fmla="*/ 0 w 8"/>
              <a:gd name="T3" fmla="*/ 11 h 14"/>
              <a:gd name="T4" fmla="*/ 3 w 8"/>
              <a:gd name="T5" fmla="*/ 11 h 14"/>
              <a:gd name="T6" fmla="*/ 3 w 8"/>
              <a:gd name="T7" fmla="*/ 11 h 14"/>
              <a:gd name="T8" fmla="*/ 6 w 8"/>
              <a:gd name="T9" fmla="*/ 11 h 14"/>
              <a:gd name="T10" fmla="*/ 6 w 8"/>
              <a:gd name="T11" fmla="*/ 10 h 14"/>
              <a:gd name="T12" fmla="*/ 6 w 8"/>
              <a:gd name="T13" fmla="*/ 10 h 14"/>
              <a:gd name="T14" fmla="*/ 6 w 8"/>
              <a:gd name="T15" fmla="*/ 8 h 14"/>
              <a:gd name="T16" fmla="*/ 3 w 8"/>
              <a:gd name="T17" fmla="*/ 7 h 14"/>
              <a:gd name="T18" fmla="*/ 3 w 8"/>
              <a:gd name="T19" fmla="*/ 7 h 14"/>
              <a:gd name="T20" fmla="*/ 0 w 8"/>
              <a:gd name="T21" fmla="*/ 5 h 14"/>
              <a:gd name="T22" fmla="*/ 0 w 8"/>
              <a:gd name="T23" fmla="*/ 4 h 14"/>
              <a:gd name="T24" fmla="*/ 0 w 8"/>
              <a:gd name="T25" fmla="*/ 4 h 14"/>
              <a:gd name="T26" fmla="*/ 2 w 8"/>
              <a:gd name="T27" fmla="*/ 1 h 14"/>
              <a:gd name="T28" fmla="*/ 4 w 8"/>
              <a:gd name="T29" fmla="*/ 0 h 14"/>
              <a:gd name="T30" fmla="*/ 4 w 8"/>
              <a:gd name="T31" fmla="*/ 0 h 14"/>
              <a:gd name="T32" fmla="*/ 7 w 8"/>
              <a:gd name="T33" fmla="*/ 0 h 14"/>
              <a:gd name="T34" fmla="*/ 7 w 8"/>
              <a:gd name="T35" fmla="*/ 3 h 14"/>
              <a:gd name="T36" fmla="*/ 7 w 8"/>
              <a:gd name="T37" fmla="*/ 3 h 14"/>
              <a:gd name="T38" fmla="*/ 4 w 8"/>
              <a:gd name="T39" fmla="*/ 1 h 14"/>
              <a:gd name="T40" fmla="*/ 4 w 8"/>
              <a:gd name="T41" fmla="*/ 1 h 14"/>
              <a:gd name="T42" fmla="*/ 3 w 8"/>
              <a:gd name="T43" fmla="*/ 1 h 14"/>
              <a:gd name="T44" fmla="*/ 2 w 8"/>
              <a:gd name="T45" fmla="*/ 3 h 14"/>
              <a:gd name="T46" fmla="*/ 2 w 8"/>
              <a:gd name="T47" fmla="*/ 3 h 14"/>
              <a:gd name="T48" fmla="*/ 3 w 8"/>
              <a:gd name="T49" fmla="*/ 4 h 14"/>
              <a:gd name="T50" fmla="*/ 4 w 8"/>
              <a:gd name="T51" fmla="*/ 5 h 14"/>
              <a:gd name="T52" fmla="*/ 4 w 8"/>
              <a:gd name="T53" fmla="*/ 5 h 14"/>
              <a:gd name="T54" fmla="*/ 7 w 8"/>
              <a:gd name="T55" fmla="*/ 7 h 14"/>
              <a:gd name="T56" fmla="*/ 8 w 8"/>
              <a:gd name="T57" fmla="*/ 10 h 14"/>
              <a:gd name="T58" fmla="*/ 8 w 8"/>
              <a:gd name="T59" fmla="*/ 10 h 14"/>
              <a:gd name="T60" fmla="*/ 7 w 8"/>
              <a:gd name="T61" fmla="*/ 12 h 14"/>
              <a:gd name="T62" fmla="*/ 3 w 8"/>
              <a:gd name="T63" fmla="*/ 14 h 14"/>
              <a:gd name="T64" fmla="*/ 3 w 8"/>
              <a:gd name="T65" fmla="*/ 14 h 14"/>
              <a:gd name="T66" fmla="*/ 0 w 8"/>
              <a:gd name="T67" fmla="*/ 12 h 14"/>
              <a:gd name="T68" fmla="*/ 0 w 8"/>
              <a:gd name="T69" fmla="*/ 11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" h="14">
                <a:moveTo>
                  <a:pt x="0" y="11"/>
                </a:moveTo>
                <a:lnTo>
                  <a:pt x="0" y="11"/>
                </a:lnTo>
                <a:lnTo>
                  <a:pt x="3" y="11"/>
                </a:lnTo>
                <a:lnTo>
                  <a:pt x="3" y="11"/>
                </a:lnTo>
                <a:lnTo>
                  <a:pt x="6" y="11"/>
                </a:lnTo>
                <a:lnTo>
                  <a:pt x="6" y="10"/>
                </a:lnTo>
                <a:lnTo>
                  <a:pt x="6" y="10"/>
                </a:lnTo>
                <a:lnTo>
                  <a:pt x="6" y="8"/>
                </a:lnTo>
                <a:lnTo>
                  <a:pt x="3" y="7"/>
                </a:lnTo>
                <a:lnTo>
                  <a:pt x="3" y="7"/>
                </a:lnTo>
                <a:lnTo>
                  <a:pt x="0" y="5"/>
                </a:lnTo>
                <a:lnTo>
                  <a:pt x="0" y="4"/>
                </a:lnTo>
                <a:lnTo>
                  <a:pt x="0" y="4"/>
                </a:lnTo>
                <a:lnTo>
                  <a:pt x="2" y="1"/>
                </a:lnTo>
                <a:lnTo>
                  <a:pt x="4" y="0"/>
                </a:lnTo>
                <a:lnTo>
                  <a:pt x="4" y="0"/>
                </a:lnTo>
                <a:lnTo>
                  <a:pt x="7" y="0"/>
                </a:lnTo>
                <a:lnTo>
                  <a:pt x="7" y="3"/>
                </a:lnTo>
                <a:lnTo>
                  <a:pt x="7" y="3"/>
                </a:lnTo>
                <a:lnTo>
                  <a:pt x="4" y="1"/>
                </a:lnTo>
                <a:lnTo>
                  <a:pt x="4" y="1"/>
                </a:lnTo>
                <a:lnTo>
                  <a:pt x="3" y="1"/>
                </a:lnTo>
                <a:lnTo>
                  <a:pt x="2" y="3"/>
                </a:lnTo>
                <a:lnTo>
                  <a:pt x="2" y="3"/>
                </a:lnTo>
                <a:lnTo>
                  <a:pt x="3" y="4"/>
                </a:lnTo>
                <a:lnTo>
                  <a:pt x="4" y="5"/>
                </a:lnTo>
                <a:lnTo>
                  <a:pt x="4" y="5"/>
                </a:lnTo>
                <a:lnTo>
                  <a:pt x="7" y="7"/>
                </a:lnTo>
                <a:lnTo>
                  <a:pt x="8" y="10"/>
                </a:lnTo>
                <a:lnTo>
                  <a:pt x="8" y="10"/>
                </a:lnTo>
                <a:lnTo>
                  <a:pt x="7" y="12"/>
                </a:lnTo>
                <a:lnTo>
                  <a:pt x="3" y="14"/>
                </a:lnTo>
                <a:lnTo>
                  <a:pt x="3" y="14"/>
                </a:lnTo>
                <a:lnTo>
                  <a:pt x="0" y="12"/>
                </a:lnTo>
                <a:lnTo>
                  <a:pt x="0" y="1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" name="Freeform 1881"/>
          <p:cNvSpPr>
            <a:spLocks noEditPoints="1"/>
          </p:cNvSpPr>
          <p:nvPr/>
        </p:nvSpPr>
        <p:spPr bwMode="auto">
          <a:xfrm>
            <a:off x="2961108" y="3503018"/>
            <a:ext cx="15125" cy="22687"/>
          </a:xfrm>
          <a:custGeom>
            <a:avLst/>
            <a:gdLst>
              <a:gd name="T0" fmla="*/ 11 w 12"/>
              <a:gd name="T1" fmla="*/ 11 h 18"/>
              <a:gd name="T2" fmla="*/ 11 w 12"/>
              <a:gd name="T3" fmla="*/ 11 h 18"/>
              <a:gd name="T4" fmla="*/ 11 w 12"/>
              <a:gd name="T5" fmla="*/ 11 h 18"/>
              <a:gd name="T6" fmla="*/ 8 w 12"/>
              <a:gd name="T7" fmla="*/ 12 h 18"/>
              <a:gd name="T8" fmla="*/ 5 w 12"/>
              <a:gd name="T9" fmla="*/ 14 h 18"/>
              <a:gd name="T10" fmla="*/ 5 w 12"/>
              <a:gd name="T11" fmla="*/ 14 h 18"/>
              <a:gd name="T12" fmla="*/ 4 w 12"/>
              <a:gd name="T13" fmla="*/ 12 h 18"/>
              <a:gd name="T14" fmla="*/ 3 w 12"/>
              <a:gd name="T15" fmla="*/ 11 h 18"/>
              <a:gd name="T16" fmla="*/ 1 w 12"/>
              <a:gd name="T17" fmla="*/ 10 h 18"/>
              <a:gd name="T18" fmla="*/ 0 w 12"/>
              <a:gd name="T19" fmla="*/ 7 h 18"/>
              <a:gd name="T20" fmla="*/ 0 w 12"/>
              <a:gd name="T21" fmla="*/ 7 h 18"/>
              <a:gd name="T22" fmla="*/ 1 w 12"/>
              <a:gd name="T23" fmla="*/ 4 h 18"/>
              <a:gd name="T24" fmla="*/ 3 w 12"/>
              <a:gd name="T25" fmla="*/ 1 h 18"/>
              <a:gd name="T26" fmla="*/ 4 w 12"/>
              <a:gd name="T27" fmla="*/ 0 h 18"/>
              <a:gd name="T28" fmla="*/ 7 w 12"/>
              <a:gd name="T29" fmla="*/ 0 h 18"/>
              <a:gd name="T30" fmla="*/ 7 w 12"/>
              <a:gd name="T31" fmla="*/ 0 h 18"/>
              <a:gd name="T32" fmla="*/ 9 w 12"/>
              <a:gd name="T33" fmla="*/ 0 h 18"/>
              <a:gd name="T34" fmla="*/ 11 w 12"/>
              <a:gd name="T35" fmla="*/ 1 h 18"/>
              <a:gd name="T36" fmla="*/ 11 w 12"/>
              <a:gd name="T37" fmla="*/ 1 h 18"/>
              <a:gd name="T38" fmla="*/ 11 w 12"/>
              <a:gd name="T39" fmla="*/ 0 h 18"/>
              <a:gd name="T40" fmla="*/ 12 w 12"/>
              <a:gd name="T41" fmla="*/ 0 h 18"/>
              <a:gd name="T42" fmla="*/ 12 w 12"/>
              <a:gd name="T43" fmla="*/ 0 h 18"/>
              <a:gd name="T44" fmla="*/ 12 w 12"/>
              <a:gd name="T45" fmla="*/ 4 h 18"/>
              <a:gd name="T46" fmla="*/ 12 w 12"/>
              <a:gd name="T47" fmla="*/ 18 h 18"/>
              <a:gd name="T48" fmla="*/ 11 w 12"/>
              <a:gd name="T49" fmla="*/ 18 h 18"/>
              <a:gd name="T50" fmla="*/ 11 w 12"/>
              <a:gd name="T51" fmla="*/ 11 h 18"/>
              <a:gd name="T52" fmla="*/ 11 w 12"/>
              <a:gd name="T53" fmla="*/ 5 h 18"/>
              <a:gd name="T54" fmla="*/ 11 w 12"/>
              <a:gd name="T55" fmla="*/ 4 h 18"/>
              <a:gd name="T56" fmla="*/ 11 w 12"/>
              <a:gd name="T57" fmla="*/ 4 h 18"/>
              <a:gd name="T58" fmla="*/ 9 w 12"/>
              <a:gd name="T59" fmla="*/ 3 h 18"/>
              <a:gd name="T60" fmla="*/ 7 w 12"/>
              <a:gd name="T61" fmla="*/ 1 h 18"/>
              <a:gd name="T62" fmla="*/ 7 w 12"/>
              <a:gd name="T63" fmla="*/ 1 h 18"/>
              <a:gd name="T64" fmla="*/ 4 w 12"/>
              <a:gd name="T65" fmla="*/ 3 h 18"/>
              <a:gd name="T66" fmla="*/ 3 w 12"/>
              <a:gd name="T67" fmla="*/ 7 h 18"/>
              <a:gd name="T68" fmla="*/ 3 w 12"/>
              <a:gd name="T69" fmla="*/ 7 h 18"/>
              <a:gd name="T70" fmla="*/ 4 w 12"/>
              <a:gd name="T71" fmla="*/ 10 h 18"/>
              <a:gd name="T72" fmla="*/ 5 w 12"/>
              <a:gd name="T73" fmla="*/ 11 h 18"/>
              <a:gd name="T74" fmla="*/ 7 w 12"/>
              <a:gd name="T75" fmla="*/ 11 h 18"/>
              <a:gd name="T76" fmla="*/ 7 w 12"/>
              <a:gd name="T77" fmla="*/ 11 h 18"/>
              <a:gd name="T78" fmla="*/ 8 w 12"/>
              <a:gd name="T79" fmla="*/ 11 h 18"/>
              <a:gd name="T80" fmla="*/ 9 w 12"/>
              <a:gd name="T81" fmla="*/ 8 h 18"/>
              <a:gd name="T82" fmla="*/ 11 w 12"/>
              <a:gd name="T83" fmla="*/ 8 h 18"/>
              <a:gd name="T84" fmla="*/ 11 w 12"/>
              <a:gd name="T85" fmla="*/ 5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" h="18">
                <a:moveTo>
                  <a:pt x="11" y="11"/>
                </a:moveTo>
                <a:lnTo>
                  <a:pt x="11" y="11"/>
                </a:lnTo>
                <a:lnTo>
                  <a:pt x="11" y="11"/>
                </a:lnTo>
                <a:lnTo>
                  <a:pt x="8" y="12"/>
                </a:lnTo>
                <a:lnTo>
                  <a:pt x="5" y="14"/>
                </a:lnTo>
                <a:lnTo>
                  <a:pt x="5" y="14"/>
                </a:lnTo>
                <a:lnTo>
                  <a:pt x="4" y="12"/>
                </a:lnTo>
                <a:lnTo>
                  <a:pt x="3" y="11"/>
                </a:lnTo>
                <a:lnTo>
                  <a:pt x="1" y="10"/>
                </a:lnTo>
                <a:lnTo>
                  <a:pt x="0" y="7"/>
                </a:lnTo>
                <a:lnTo>
                  <a:pt x="0" y="7"/>
                </a:lnTo>
                <a:lnTo>
                  <a:pt x="1" y="4"/>
                </a:lnTo>
                <a:lnTo>
                  <a:pt x="3" y="1"/>
                </a:lnTo>
                <a:lnTo>
                  <a:pt x="4" y="0"/>
                </a:lnTo>
                <a:lnTo>
                  <a:pt x="7" y="0"/>
                </a:lnTo>
                <a:lnTo>
                  <a:pt x="7" y="0"/>
                </a:lnTo>
                <a:lnTo>
                  <a:pt x="9" y="0"/>
                </a:lnTo>
                <a:lnTo>
                  <a:pt x="11" y="1"/>
                </a:lnTo>
                <a:lnTo>
                  <a:pt x="11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2" y="4"/>
                </a:lnTo>
                <a:lnTo>
                  <a:pt x="12" y="18"/>
                </a:lnTo>
                <a:lnTo>
                  <a:pt x="11" y="18"/>
                </a:lnTo>
                <a:lnTo>
                  <a:pt x="11" y="11"/>
                </a:lnTo>
                <a:close/>
                <a:moveTo>
                  <a:pt x="11" y="5"/>
                </a:moveTo>
                <a:lnTo>
                  <a:pt x="11" y="4"/>
                </a:lnTo>
                <a:lnTo>
                  <a:pt x="11" y="4"/>
                </a:lnTo>
                <a:lnTo>
                  <a:pt x="9" y="3"/>
                </a:lnTo>
                <a:lnTo>
                  <a:pt x="7" y="1"/>
                </a:lnTo>
                <a:lnTo>
                  <a:pt x="7" y="1"/>
                </a:lnTo>
                <a:lnTo>
                  <a:pt x="4" y="3"/>
                </a:lnTo>
                <a:lnTo>
                  <a:pt x="3" y="7"/>
                </a:lnTo>
                <a:lnTo>
                  <a:pt x="3" y="7"/>
                </a:lnTo>
                <a:lnTo>
                  <a:pt x="4" y="10"/>
                </a:lnTo>
                <a:lnTo>
                  <a:pt x="5" y="11"/>
                </a:lnTo>
                <a:lnTo>
                  <a:pt x="7" y="11"/>
                </a:lnTo>
                <a:lnTo>
                  <a:pt x="7" y="11"/>
                </a:lnTo>
                <a:lnTo>
                  <a:pt x="8" y="11"/>
                </a:lnTo>
                <a:lnTo>
                  <a:pt x="9" y="8"/>
                </a:lnTo>
                <a:lnTo>
                  <a:pt x="11" y="8"/>
                </a:lnTo>
                <a:lnTo>
                  <a:pt x="11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4" name="Freeform 1882"/>
          <p:cNvSpPr>
            <a:spLocks/>
          </p:cNvSpPr>
          <p:nvPr/>
        </p:nvSpPr>
        <p:spPr bwMode="auto">
          <a:xfrm>
            <a:off x="2981275" y="3503018"/>
            <a:ext cx="13864" cy="17646"/>
          </a:xfrm>
          <a:custGeom>
            <a:avLst/>
            <a:gdLst>
              <a:gd name="T0" fmla="*/ 11 w 11"/>
              <a:gd name="T1" fmla="*/ 10 h 14"/>
              <a:gd name="T2" fmla="*/ 11 w 11"/>
              <a:gd name="T3" fmla="*/ 10 h 14"/>
              <a:gd name="T4" fmla="*/ 11 w 11"/>
              <a:gd name="T5" fmla="*/ 12 h 14"/>
              <a:gd name="T6" fmla="*/ 9 w 11"/>
              <a:gd name="T7" fmla="*/ 12 h 14"/>
              <a:gd name="T8" fmla="*/ 9 w 11"/>
              <a:gd name="T9" fmla="*/ 11 h 14"/>
              <a:gd name="T10" fmla="*/ 9 w 11"/>
              <a:gd name="T11" fmla="*/ 11 h 14"/>
              <a:gd name="T12" fmla="*/ 9 w 11"/>
              <a:gd name="T13" fmla="*/ 11 h 14"/>
              <a:gd name="T14" fmla="*/ 7 w 11"/>
              <a:gd name="T15" fmla="*/ 12 h 14"/>
              <a:gd name="T16" fmla="*/ 4 w 11"/>
              <a:gd name="T17" fmla="*/ 14 h 14"/>
              <a:gd name="T18" fmla="*/ 4 w 11"/>
              <a:gd name="T19" fmla="*/ 14 h 14"/>
              <a:gd name="T20" fmla="*/ 1 w 11"/>
              <a:gd name="T21" fmla="*/ 12 h 14"/>
              <a:gd name="T22" fmla="*/ 0 w 11"/>
              <a:gd name="T23" fmla="*/ 11 h 14"/>
              <a:gd name="T24" fmla="*/ 0 w 11"/>
              <a:gd name="T25" fmla="*/ 8 h 14"/>
              <a:gd name="T26" fmla="*/ 0 w 11"/>
              <a:gd name="T27" fmla="*/ 0 h 14"/>
              <a:gd name="T28" fmla="*/ 3 w 11"/>
              <a:gd name="T29" fmla="*/ 0 h 14"/>
              <a:gd name="T30" fmla="*/ 3 w 11"/>
              <a:gd name="T31" fmla="*/ 7 h 14"/>
              <a:gd name="T32" fmla="*/ 3 w 11"/>
              <a:gd name="T33" fmla="*/ 7 h 14"/>
              <a:gd name="T34" fmla="*/ 3 w 11"/>
              <a:gd name="T35" fmla="*/ 10 h 14"/>
              <a:gd name="T36" fmla="*/ 5 w 11"/>
              <a:gd name="T37" fmla="*/ 11 h 14"/>
              <a:gd name="T38" fmla="*/ 5 w 11"/>
              <a:gd name="T39" fmla="*/ 11 h 14"/>
              <a:gd name="T40" fmla="*/ 7 w 11"/>
              <a:gd name="T41" fmla="*/ 11 h 14"/>
              <a:gd name="T42" fmla="*/ 8 w 11"/>
              <a:gd name="T43" fmla="*/ 10 h 14"/>
              <a:gd name="T44" fmla="*/ 8 w 11"/>
              <a:gd name="T45" fmla="*/ 8 h 14"/>
              <a:gd name="T46" fmla="*/ 8 w 11"/>
              <a:gd name="T47" fmla="*/ 0 h 14"/>
              <a:gd name="T48" fmla="*/ 11 w 11"/>
              <a:gd name="T49" fmla="*/ 0 h 14"/>
              <a:gd name="T50" fmla="*/ 11 w 11"/>
              <a:gd name="T51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4">
                <a:moveTo>
                  <a:pt x="11" y="10"/>
                </a:moveTo>
                <a:lnTo>
                  <a:pt x="11" y="10"/>
                </a:lnTo>
                <a:lnTo>
                  <a:pt x="11" y="12"/>
                </a:lnTo>
                <a:lnTo>
                  <a:pt x="9" y="12"/>
                </a:lnTo>
                <a:lnTo>
                  <a:pt x="9" y="11"/>
                </a:lnTo>
                <a:lnTo>
                  <a:pt x="9" y="11"/>
                </a:lnTo>
                <a:lnTo>
                  <a:pt x="9" y="11"/>
                </a:lnTo>
                <a:lnTo>
                  <a:pt x="7" y="12"/>
                </a:lnTo>
                <a:lnTo>
                  <a:pt x="4" y="14"/>
                </a:lnTo>
                <a:lnTo>
                  <a:pt x="4" y="14"/>
                </a:lnTo>
                <a:lnTo>
                  <a:pt x="1" y="12"/>
                </a:lnTo>
                <a:lnTo>
                  <a:pt x="0" y="11"/>
                </a:lnTo>
                <a:lnTo>
                  <a:pt x="0" y="8"/>
                </a:lnTo>
                <a:lnTo>
                  <a:pt x="0" y="0"/>
                </a:lnTo>
                <a:lnTo>
                  <a:pt x="3" y="0"/>
                </a:lnTo>
                <a:lnTo>
                  <a:pt x="3" y="7"/>
                </a:lnTo>
                <a:lnTo>
                  <a:pt x="3" y="7"/>
                </a:lnTo>
                <a:lnTo>
                  <a:pt x="3" y="10"/>
                </a:lnTo>
                <a:lnTo>
                  <a:pt x="5" y="11"/>
                </a:lnTo>
                <a:lnTo>
                  <a:pt x="5" y="11"/>
                </a:lnTo>
                <a:lnTo>
                  <a:pt x="7" y="11"/>
                </a:lnTo>
                <a:lnTo>
                  <a:pt x="8" y="10"/>
                </a:lnTo>
                <a:lnTo>
                  <a:pt x="8" y="8"/>
                </a:lnTo>
                <a:lnTo>
                  <a:pt x="8" y="0"/>
                </a:lnTo>
                <a:lnTo>
                  <a:pt x="11" y="0"/>
                </a:lnTo>
                <a:lnTo>
                  <a:pt x="11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5" name="Freeform 1883"/>
          <p:cNvSpPr>
            <a:spLocks noEditPoints="1"/>
          </p:cNvSpPr>
          <p:nvPr/>
        </p:nvSpPr>
        <p:spPr bwMode="auto">
          <a:xfrm>
            <a:off x="2998920" y="3503018"/>
            <a:ext cx="15125" cy="17646"/>
          </a:xfrm>
          <a:custGeom>
            <a:avLst/>
            <a:gdLst>
              <a:gd name="T0" fmla="*/ 2 w 12"/>
              <a:gd name="T1" fmla="*/ 7 h 14"/>
              <a:gd name="T2" fmla="*/ 2 w 12"/>
              <a:gd name="T3" fmla="*/ 7 h 14"/>
              <a:gd name="T4" fmla="*/ 2 w 12"/>
              <a:gd name="T5" fmla="*/ 10 h 14"/>
              <a:gd name="T6" fmla="*/ 4 w 12"/>
              <a:gd name="T7" fmla="*/ 11 h 14"/>
              <a:gd name="T8" fmla="*/ 6 w 12"/>
              <a:gd name="T9" fmla="*/ 11 h 14"/>
              <a:gd name="T10" fmla="*/ 6 w 12"/>
              <a:gd name="T11" fmla="*/ 11 h 14"/>
              <a:gd name="T12" fmla="*/ 10 w 12"/>
              <a:gd name="T13" fmla="*/ 11 h 14"/>
              <a:gd name="T14" fmla="*/ 10 w 12"/>
              <a:gd name="T15" fmla="*/ 12 h 14"/>
              <a:gd name="T16" fmla="*/ 10 w 12"/>
              <a:gd name="T17" fmla="*/ 12 h 14"/>
              <a:gd name="T18" fmla="*/ 6 w 12"/>
              <a:gd name="T19" fmla="*/ 14 h 14"/>
              <a:gd name="T20" fmla="*/ 6 w 12"/>
              <a:gd name="T21" fmla="*/ 14 h 14"/>
              <a:gd name="T22" fmla="*/ 4 w 12"/>
              <a:gd name="T23" fmla="*/ 12 h 14"/>
              <a:gd name="T24" fmla="*/ 2 w 12"/>
              <a:gd name="T25" fmla="*/ 11 h 14"/>
              <a:gd name="T26" fmla="*/ 1 w 12"/>
              <a:gd name="T27" fmla="*/ 10 h 14"/>
              <a:gd name="T28" fmla="*/ 0 w 12"/>
              <a:gd name="T29" fmla="*/ 7 h 14"/>
              <a:gd name="T30" fmla="*/ 0 w 12"/>
              <a:gd name="T31" fmla="*/ 7 h 14"/>
              <a:gd name="T32" fmla="*/ 1 w 12"/>
              <a:gd name="T33" fmla="*/ 4 h 14"/>
              <a:gd name="T34" fmla="*/ 2 w 12"/>
              <a:gd name="T35" fmla="*/ 1 h 14"/>
              <a:gd name="T36" fmla="*/ 4 w 12"/>
              <a:gd name="T37" fmla="*/ 0 h 14"/>
              <a:gd name="T38" fmla="*/ 6 w 12"/>
              <a:gd name="T39" fmla="*/ 0 h 14"/>
              <a:gd name="T40" fmla="*/ 6 w 12"/>
              <a:gd name="T41" fmla="*/ 0 h 14"/>
              <a:gd name="T42" fmla="*/ 9 w 12"/>
              <a:gd name="T43" fmla="*/ 0 h 14"/>
              <a:gd name="T44" fmla="*/ 10 w 12"/>
              <a:gd name="T45" fmla="*/ 1 h 14"/>
              <a:gd name="T46" fmla="*/ 12 w 12"/>
              <a:gd name="T47" fmla="*/ 5 h 14"/>
              <a:gd name="T48" fmla="*/ 12 w 12"/>
              <a:gd name="T49" fmla="*/ 7 h 14"/>
              <a:gd name="T50" fmla="*/ 2 w 12"/>
              <a:gd name="T51" fmla="*/ 7 h 14"/>
              <a:gd name="T52" fmla="*/ 9 w 12"/>
              <a:gd name="T53" fmla="*/ 5 h 14"/>
              <a:gd name="T54" fmla="*/ 9 w 12"/>
              <a:gd name="T55" fmla="*/ 5 h 14"/>
              <a:gd name="T56" fmla="*/ 9 w 12"/>
              <a:gd name="T57" fmla="*/ 3 h 14"/>
              <a:gd name="T58" fmla="*/ 8 w 12"/>
              <a:gd name="T59" fmla="*/ 1 h 14"/>
              <a:gd name="T60" fmla="*/ 6 w 12"/>
              <a:gd name="T61" fmla="*/ 1 h 14"/>
              <a:gd name="T62" fmla="*/ 6 w 12"/>
              <a:gd name="T63" fmla="*/ 1 h 14"/>
              <a:gd name="T64" fmla="*/ 4 w 12"/>
              <a:gd name="T65" fmla="*/ 3 h 14"/>
              <a:gd name="T66" fmla="*/ 2 w 12"/>
              <a:gd name="T67" fmla="*/ 5 h 14"/>
              <a:gd name="T68" fmla="*/ 9 w 12"/>
              <a:gd name="T69" fmla="*/ 5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" h="14">
                <a:moveTo>
                  <a:pt x="2" y="7"/>
                </a:moveTo>
                <a:lnTo>
                  <a:pt x="2" y="7"/>
                </a:lnTo>
                <a:lnTo>
                  <a:pt x="2" y="10"/>
                </a:lnTo>
                <a:lnTo>
                  <a:pt x="4" y="11"/>
                </a:lnTo>
                <a:lnTo>
                  <a:pt x="6" y="11"/>
                </a:lnTo>
                <a:lnTo>
                  <a:pt x="6" y="11"/>
                </a:lnTo>
                <a:lnTo>
                  <a:pt x="10" y="11"/>
                </a:lnTo>
                <a:lnTo>
                  <a:pt x="10" y="12"/>
                </a:lnTo>
                <a:lnTo>
                  <a:pt x="10" y="12"/>
                </a:lnTo>
                <a:lnTo>
                  <a:pt x="6" y="14"/>
                </a:lnTo>
                <a:lnTo>
                  <a:pt x="6" y="14"/>
                </a:lnTo>
                <a:lnTo>
                  <a:pt x="4" y="12"/>
                </a:lnTo>
                <a:lnTo>
                  <a:pt x="2" y="11"/>
                </a:lnTo>
                <a:lnTo>
                  <a:pt x="1" y="10"/>
                </a:lnTo>
                <a:lnTo>
                  <a:pt x="0" y="7"/>
                </a:lnTo>
                <a:lnTo>
                  <a:pt x="0" y="7"/>
                </a:lnTo>
                <a:lnTo>
                  <a:pt x="1" y="4"/>
                </a:lnTo>
                <a:lnTo>
                  <a:pt x="2" y="1"/>
                </a:lnTo>
                <a:lnTo>
                  <a:pt x="4" y="0"/>
                </a:lnTo>
                <a:lnTo>
                  <a:pt x="6" y="0"/>
                </a:lnTo>
                <a:lnTo>
                  <a:pt x="6" y="0"/>
                </a:lnTo>
                <a:lnTo>
                  <a:pt x="9" y="0"/>
                </a:lnTo>
                <a:lnTo>
                  <a:pt x="10" y="1"/>
                </a:lnTo>
                <a:lnTo>
                  <a:pt x="12" y="5"/>
                </a:lnTo>
                <a:lnTo>
                  <a:pt x="12" y="7"/>
                </a:lnTo>
                <a:lnTo>
                  <a:pt x="2" y="7"/>
                </a:lnTo>
                <a:close/>
                <a:moveTo>
                  <a:pt x="9" y="5"/>
                </a:moveTo>
                <a:lnTo>
                  <a:pt x="9" y="5"/>
                </a:lnTo>
                <a:lnTo>
                  <a:pt x="9" y="3"/>
                </a:lnTo>
                <a:lnTo>
                  <a:pt x="8" y="1"/>
                </a:lnTo>
                <a:lnTo>
                  <a:pt x="6" y="1"/>
                </a:lnTo>
                <a:lnTo>
                  <a:pt x="6" y="1"/>
                </a:lnTo>
                <a:lnTo>
                  <a:pt x="4" y="3"/>
                </a:lnTo>
                <a:lnTo>
                  <a:pt x="2" y="5"/>
                </a:lnTo>
                <a:lnTo>
                  <a:pt x="9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6" name="Freeform 1884"/>
          <p:cNvSpPr>
            <a:spLocks/>
          </p:cNvSpPr>
          <p:nvPr/>
        </p:nvSpPr>
        <p:spPr bwMode="auto">
          <a:xfrm>
            <a:off x="3021608" y="3494195"/>
            <a:ext cx="11344" cy="23948"/>
          </a:xfrm>
          <a:custGeom>
            <a:avLst/>
            <a:gdLst>
              <a:gd name="T0" fmla="*/ 2 w 9"/>
              <a:gd name="T1" fmla="*/ 19 h 19"/>
              <a:gd name="T2" fmla="*/ 2 w 9"/>
              <a:gd name="T3" fmla="*/ 8 h 19"/>
              <a:gd name="T4" fmla="*/ 0 w 9"/>
              <a:gd name="T5" fmla="*/ 8 h 19"/>
              <a:gd name="T6" fmla="*/ 0 w 9"/>
              <a:gd name="T7" fmla="*/ 7 h 19"/>
              <a:gd name="T8" fmla="*/ 2 w 9"/>
              <a:gd name="T9" fmla="*/ 7 h 19"/>
              <a:gd name="T10" fmla="*/ 2 w 9"/>
              <a:gd name="T11" fmla="*/ 6 h 19"/>
              <a:gd name="T12" fmla="*/ 2 w 9"/>
              <a:gd name="T13" fmla="*/ 6 h 19"/>
              <a:gd name="T14" fmla="*/ 3 w 9"/>
              <a:gd name="T15" fmla="*/ 4 h 19"/>
              <a:gd name="T16" fmla="*/ 3 w 9"/>
              <a:gd name="T17" fmla="*/ 2 h 19"/>
              <a:gd name="T18" fmla="*/ 3 w 9"/>
              <a:gd name="T19" fmla="*/ 2 h 19"/>
              <a:gd name="T20" fmla="*/ 7 w 9"/>
              <a:gd name="T21" fmla="*/ 0 h 19"/>
              <a:gd name="T22" fmla="*/ 7 w 9"/>
              <a:gd name="T23" fmla="*/ 0 h 19"/>
              <a:gd name="T24" fmla="*/ 9 w 9"/>
              <a:gd name="T25" fmla="*/ 2 h 19"/>
              <a:gd name="T26" fmla="*/ 9 w 9"/>
              <a:gd name="T27" fmla="*/ 3 h 19"/>
              <a:gd name="T28" fmla="*/ 9 w 9"/>
              <a:gd name="T29" fmla="*/ 3 h 19"/>
              <a:gd name="T30" fmla="*/ 7 w 9"/>
              <a:gd name="T31" fmla="*/ 3 h 19"/>
              <a:gd name="T32" fmla="*/ 7 w 9"/>
              <a:gd name="T33" fmla="*/ 3 h 19"/>
              <a:gd name="T34" fmla="*/ 4 w 9"/>
              <a:gd name="T35" fmla="*/ 3 h 19"/>
              <a:gd name="T36" fmla="*/ 4 w 9"/>
              <a:gd name="T37" fmla="*/ 6 h 19"/>
              <a:gd name="T38" fmla="*/ 4 w 9"/>
              <a:gd name="T39" fmla="*/ 7 h 19"/>
              <a:gd name="T40" fmla="*/ 7 w 9"/>
              <a:gd name="T41" fmla="*/ 7 h 19"/>
              <a:gd name="T42" fmla="*/ 7 w 9"/>
              <a:gd name="T43" fmla="*/ 8 h 19"/>
              <a:gd name="T44" fmla="*/ 4 w 9"/>
              <a:gd name="T45" fmla="*/ 8 h 19"/>
              <a:gd name="T46" fmla="*/ 4 w 9"/>
              <a:gd name="T47" fmla="*/ 19 h 19"/>
              <a:gd name="T48" fmla="*/ 2 w 9"/>
              <a:gd name="T49" fmla="*/ 1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" h="19">
                <a:moveTo>
                  <a:pt x="2" y="19"/>
                </a:moveTo>
                <a:lnTo>
                  <a:pt x="2" y="8"/>
                </a:lnTo>
                <a:lnTo>
                  <a:pt x="0" y="8"/>
                </a:lnTo>
                <a:lnTo>
                  <a:pt x="0" y="7"/>
                </a:lnTo>
                <a:lnTo>
                  <a:pt x="2" y="7"/>
                </a:lnTo>
                <a:lnTo>
                  <a:pt x="2" y="6"/>
                </a:lnTo>
                <a:lnTo>
                  <a:pt x="2" y="6"/>
                </a:lnTo>
                <a:lnTo>
                  <a:pt x="3" y="4"/>
                </a:lnTo>
                <a:lnTo>
                  <a:pt x="3" y="2"/>
                </a:lnTo>
                <a:lnTo>
                  <a:pt x="3" y="2"/>
                </a:lnTo>
                <a:lnTo>
                  <a:pt x="7" y="0"/>
                </a:lnTo>
                <a:lnTo>
                  <a:pt x="7" y="0"/>
                </a:lnTo>
                <a:lnTo>
                  <a:pt x="9" y="2"/>
                </a:lnTo>
                <a:lnTo>
                  <a:pt x="9" y="3"/>
                </a:lnTo>
                <a:lnTo>
                  <a:pt x="9" y="3"/>
                </a:lnTo>
                <a:lnTo>
                  <a:pt x="7" y="3"/>
                </a:lnTo>
                <a:lnTo>
                  <a:pt x="7" y="3"/>
                </a:lnTo>
                <a:lnTo>
                  <a:pt x="4" y="3"/>
                </a:lnTo>
                <a:lnTo>
                  <a:pt x="4" y="6"/>
                </a:lnTo>
                <a:lnTo>
                  <a:pt x="4" y="7"/>
                </a:lnTo>
                <a:lnTo>
                  <a:pt x="7" y="7"/>
                </a:lnTo>
                <a:lnTo>
                  <a:pt x="7" y="8"/>
                </a:lnTo>
                <a:lnTo>
                  <a:pt x="4" y="8"/>
                </a:lnTo>
                <a:lnTo>
                  <a:pt x="4" y="19"/>
                </a:lnTo>
                <a:lnTo>
                  <a:pt x="2" y="1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7" name="Freeform 1885"/>
          <p:cNvSpPr>
            <a:spLocks noEditPoints="1"/>
          </p:cNvSpPr>
          <p:nvPr/>
        </p:nvSpPr>
        <p:spPr bwMode="auto">
          <a:xfrm>
            <a:off x="3032951" y="3503018"/>
            <a:ext cx="12604" cy="17646"/>
          </a:xfrm>
          <a:custGeom>
            <a:avLst/>
            <a:gdLst>
              <a:gd name="T0" fmla="*/ 2 w 10"/>
              <a:gd name="T1" fmla="*/ 7 h 14"/>
              <a:gd name="T2" fmla="*/ 2 w 10"/>
              <a:gd name="T3" fmla="*/ 7 h 14"/>
              <a:gd name="T4" fmla="*/ 2 w 10"/>
              <a:gd name="T5" fmla="*/ 10 h 14"/>
              <a:gd name="T6" fmla="*/ 4 w 10"/>
              <a:gd name="T7" fmla="*/ 11 h 14"/>
              <a:gd name="T8" fmla="*/ 6 w 10"/>
              <a:gd name="T9" fmla="*/ 11 h 14"/>
              <a:gd name="T10" fmla="*/ 6 w 10"/>
              <a:gd name="T11" fmla="*/ 11 h 14"/>
              <a:gd name="T12" fmla="*/ 10 w 10"/>
              <a:gd name="T13" fmla="*/ 11 h 14"/>
              <a:gd name="T14" fmla="*/ 10 w 10"/>
              <a:gd name="T15" fmla="*/ 12 h 14"/>
              <a:gd name="T16" fmla="*/ 10 w 10"/>
              <a:gd name="T17" fmla="*/ 12 h 14"/>
              <a:gd name="T18" fmla="*/ 6 w 10"/>
              <a:gd name="T19" fmla="*/ 14 h 14"/>
              <a:gd name="T20" fmla="*/ 6 w 10"/>
              <a:gd name="T21" fmla="*/ 14 h 14"/>
              <a:gd name="T22" fmla="*/ 4 w 10"/>
              <a:gd name="T23" fmla="*/ 12 h 14"/>
              <a:gd name="T24" fmla="*/ 1 w 10"/>
              <a:gd name="T25" fmla="*/ 11 h 14"/>
              <a:gd name="T26" fmla="*/ 0 w 10"/>
              <a:gd name="T27" fmla="*/ 10 h 14"/>
              <a:gd name="T28" fmla="*/ 0 w 10"/>
              <a:gd name="T29" fmla="*/ 7 h 14"/>
              <a:gd name="T30" fmla="*/ 0 w 10"/>
              <a:gd name="T31" fmla="*/ 7 h 14"/>
              <a:gd name="T32" fmla="*/ 0 w 10"/>
              <a:gd name="T33" fmla="*/ 4 h 14"/>
              <a:gd name="T34" fmla="*/ 1 w 10"/>
              <a:gd name="T35" fmla="*/ 1 h 14"/>
              <a:gd name="T36" fmla="*/ 4 w 10"/>
              <a:gd name="T37" fmla="*/ 0 h 14"/>
              <a:gd name="T38" fmla="*/ 6 w 10"/>
              <a:gd name="T39" fmla="*/ 0 h 14"/>
              <a:gd name="T40" fmla="*/ 6 w 10"/>
              <a:gd name="T41" fmla="*/ 0 h 14"/>
              <a:gd name="T42" fmla="*/ 8 w 10"/>
              <a:gd name="T43" fmla="*/ 0 h 14"/>
              <a:gd name="T44" fmla="*/ 10 w 10"/>
              <a:gd name="T45" fmla="*/ 1 h 14"/>
              <a:gd name="T46" fmla="*/ 10 w 10"/>
              <a:gd name="T47" fmla="*/ 5 h 14"/>
              <a:gd name="T48" fmla="*/ 10 w 10"/>
              <a:gd name="T49" fmla="*/ 7 h 14"/>
              <a:gd name="T50" fmla="*/ 2 w 10"/>
              <a:gd name="T51" fmla="*/ 7 h 14"/>
              <a:gd name="T52" fmla="*/ 9 w 10"/>
              <a:gd name="T53" fmla="*/ 5 h 14"/>
              <a:gd name="T54" fmla="*/ 9 w 10"/>
              <a:gd name="T55" fmla="*/ 5 h 14"/>
              <a:gd name="T56" fmla="*/ 8 w 10"/>
              <a:gd name="T57" fmla="*/ 3 h 14"/>
              <a:gd name="T58" fmla="*/ 8 w 10"/>
              <a:gd name="T59" fmla="*/ 1 h 14"/>
              <a:gd name="T60" fmla="*/ 5 w 10"/>
              <a:gd name="T61" fmla="*/ 1 h 14"/>
              <a:gd name="T62" fmla="*/ 5 w 10"/>
              <a:gd name="T63" fmla="*/ 1 h 14"/>
              <a:gd name="T64" fmla="*/ 2 w 10"/>
              <a:gd name="T65" fmla="*/ 3 h 14"/>
              <a:gd name="T66" fmla="*/ 2 w 10"/>
              <a:gd name="T67" fmla="*/ 5 h 14"/>
              <a:gd name="T68" fmla="*/ 9 w 10"/>
              <a:gd name="T69" fmla="*/ 5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" h="14">
                <a:moveTo>
                  <a:pt x="2" y="7"/>
                </a:moveTo>
                <a:lnTo>
                  <a:pt x="2" y="7"/>
                </a:lnTo>
                <a:lnTo>
                  <a:pt x="2" y="10"/>
                </a:lnTo>
                <a:lnTo>
                  <a:pt x="4" y="11"/>
                </a:lnTo>
                <a:lnTo>
                  <a:pt x="6" y="11"/>
                </a:lnTo>
                <a:lnTo>
                  <a:pt x="6" y="11"/>
                </a:lnTo>
                <a:lnTo>
                  <a:pt x="10" y="11"/>
                </a:lnTo>
                <a:lnTo>
                  <a:pt x="10" y="12"/>
                </a:lnTo>
                <a:lnTo>
                  <a:pt x="10" y="12"/>
                </a:lnTo>
                <a:lnTo>
                  <a:pt x="6" y="14"/>
                </a:lnTo>
                <a:lnTo>
                  <a:pt x="6" y="14"/>
                </a:lnTo>
                <a:lnTo>
                  <a:pt x="4" y="12"/>
                </a:lnTo>
                <a:lnTo>
                  <a:pt x="1" y="11"/>
                </a:lnTo>
                <a:lnTo>
                  <a:pt x="0" y="10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1" y="1"/>
                </a:lnTo>
                <a:lnTo>
                  <a:pt x="4" y="0"/>
                </a:lnTo>
                <a:lnTo>
                  <a:pt x="6" y="0"/>
                </a:lnTo>
                <a:lnTo>
                  <a:pt x="6" y="0"/>
                </a:lnTo>
                <a:lnTo>
                  <a:pt x="8" y="0"/>
                </a:lnTo>
                <a:lnTo>
                  <a:pt x="10" y="1"/>
                </a:lnTo>
                <a:lnTo>
                  <a:pt x="10" y="5"/>
                </a:lnTo>
                <a:lnTo>
                  <a:pt x="10" y="7"/>
                </a:lnTo>
                <a:lnTo>
                  <a:pt x="2" y="7"/>
                </a:lnTo>
                <a:close/>
                <a:moveTo>
                  <a:pt x="9" y="5"/>
                </a:moveTo>
                <a:lnTo>
                  <a:pt x="9" y="5"/>
                </a:lnTo>
                <a:lnTo>
                  <a:pt x="8" y="3"/>
                </a:lnTo>
                <a:lnTo>
                  <a:pt x="8" y="1"/>
                </a:lnTo>
                <a:lnTo>
                  <a:pt x="5" y="1"/>
                </a:lnTo>
                <a:lnTo>
                  <a:pt x="5" y="1"/>
                </a:lnTo>
                <a:lnTo>
                  <a:pt x="2" y="3"/>
                </a:lnTo>
                <a:lnTo>
                  <a:pt x="2" y="5"/>
                </a:lnTo>
                <a:lnTo>
                  <a:pt x="9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8" name="Freeform 1886"/>
          <p:cNvSpPr>
            <a:spLocks/>
          </p:cNvSpPr>
          <p:nvPr/>
        </p:nvSpPr>
        <p:spPr bwMode="auto">
          <a:xfrm>
            <a:off x="3050597" y="3503018"/>
            <a:ext cx="7562" cy="15125"/>
          </a:xfrm>
          <a:custGeom>
            <a:avLst/>
            <a:gdLst>
              <a:gd name="T0" fmla="*/ 0 w 6"/>
              <a:gd name="T1" fmla="*/ 4 h 12"/>
              <a:gd name="T2" fmla="*/ 0 w 6"/>
              <a:gd name="T3" fmla="*/ 4 h 12"/>
              <a:gd name="T4" fmla="*/ 0 w 6"/>
              <a:gd name="T5" fmla="*/ 0 h 12"/>
              <a:gd name="T6" fmla="*/ 2 w 6"/>
              <a:gd name="T7" fmla="*/ 0 h 12"/>
              <a:gd name="T8" fmla="*/ 2 w 6"/>
              <a:gd name="T9" fmla="*/ 3 h 12"/>
              <a:gd name="T10" fmla="*/ 2 w 6"/>
              <a:gd name="T11" fmla="*/ 3 h 12"/>
              <a:gd name="T12" fmla="*/ 2 w 6"/>
              <a:gd name="T13" fmla="*/ 3 h 12"/>
              <a:gd name="T14" fmla="*/ 3 w 6"/>
              <a:gd name="T15" fmla="*/ 0 h 12"/>
              <a:gd name="T16" fmla="*/ 6 w 6"/>
              <a:gd name="T17" fmla="*/ 0 h 12"/>
              <a:gd name="T18" fmla="*/ 6 w 6"/>
              <a:gd name="T19" fmla="*/ 0 h 12"/>
              <a:gd name="T20" fmla="*/ 6 w 6"/>
              <a:gd name="T21" fmla="*/ 1 h 12"/>
              <a:gd name="T22" fmla="*/ 6 w 6"/>
              <a:gd name="T23" fmla="*/ 1 h 12"/>
              <a:gd name="T24" fmla="*/ 6 w 6"/>
              <a:gd name="T25" fmla="*/ 1 h 12"/>
              <a:gd name="T26" fmla="*/ 3 w 6"/>
              <a:gd name="T27" fmla="*/ 3 h 12"/>
              <a:gd name="T28" fmla="*/ 2 w 6"/>
              <a:gd name="T29" fmla="*/ 5 h 12"/>
              <a:gd name="T30" fmla="*/ 2 w 6"/>
              <a:gd name="T31" fmla="*/ 5 h 12"/>
              <a:gd name="T32" fmla="*/ 2 w 6"/>
              <a:gd name="T33" fmla="*/ 12 h 12"/>
              <a:gd name="T34" fmla="*/ 0 w 6"/>
              <a:gd name="T35" fmla="*/ 12 h 12"/>
              <a:gd name="T36" fmla="*/ 0 w 6"/>
              <a:gd name="T37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" h="12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3"/>
                </a:lnTo>
                <a:lnTo>
                  <a:pt x="2" y="3"/>
                </a:lnTo>
                <a:lnTo>
                  <a:pt x="2" y="3"/>
                </a:lnTo>
                <a:lnTo>
                  <a:pt x="3" y="0"/>
                </a:lnTo>
                <a:lnTo>
                  <a:pt x="6" y="0"/>
                </a:lnTo>
                <a:lnTo>
                  <a:pt x="6" y="0"/>
                </a:lnTo>
                <a:lnTo>
                  <a:pt x="6" y="1"/>
                </a:lnTo>
                <a:lnTo>
                  <a:pt x="6" y="1"/>
                </a:lnTo>
                <a:lnTo>
                  <a:pt x="6" y="1"/>
                </a:lnTo>
                <a:lnTo>
                  <a:pt x="3" y="3"/>
                </a:lnTo>
                <a:lnTo>
                  <a:pt x="2" y="5"/>
                </a:lnTo>
                <a:lnTo>
                  <a:pt x="2" y="5"/>
                </a:lnTo>
                <a:lnTo>
                  <a:pt x="2" y="12"/>
                </a:lnTo>
                <a:lnTo>
                  <a:pt x="0" y="12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9" name="Freeform 1887"/>
          <p:cNvSpPr>
            <a:spLocks/>
          </p:cNvSpPr>
          <p:nvPr/>
        </p:nvSpPr>
        <p:spPr bwMode="auto">
          <a:xfrm>
            <a:off x="3060680" y="3503018"/>
            <a:ext cx="23948" cy="15125"/>
          </a:xfrm>
          <a:custGeom>
            <a:avLst/>
            <a:gdLst>
              <a:gd name="T0" fmla="*/ 0 w 19"/>
              <a:gd name="T1" fmla="*/ 4 h 12"/>
              <a:gd name="T2" fmla="*/ 0 w 19"/>
              <a:gd name="T3" fmla="*/ 4 h 12"/>
              <a:gd name="T4" fmla="*/ 0 w 19"/>
              <a:gd name="T5" fmla="*/ 0 h 12"/>
              <a:gd name="T6" fmla="*/ 3 w 19"/>
              <a:gd name="T7" fmla="*/ 0 h 12"/>
              <a:gd name="T8" fmla="*/ 3 w 19"/>
              <a:gd name="T9" fmla="*/ 1 h 12"/>
              <a:gd name="T10" fmla="*/ 3 w 19"/>
              <a:gd name="T11" fmla="*/ 1 h 12"/>
              <a:gd name="T12" fmla="*/ 3 w 19"/>
              <a:gd name="T13" fmla="*/ 1 h 12"/>
              <a:gd name="T14" fmla="*/ 5 w 19"/>
              <a:gd name="T15" fmla="*/ 0 h 12"/>
              <a:gd name="T16" fmla="*/ 7 w 19"/>
              <a:gd name="T17" fmla="*/ 0 h 12"/>
              <a:gd name="T18" fmla="*/ 7 w 19"/>
              <a:gd name="T19" fmla="*/ 0 h 12"/>
              <a:gd name="T20" fmla="*/ 9 w 19"/>
              <a:gd name="T21" fmla="*/ 0 h 12"/>
              <a:gd name="T22" fmla="*/ 10 w 19"/>
              <a:gd name="T23" fmla="*/ 3 h 12"/>
              <a:gd name="T24" fmla="*/ 11 w 19"/>
              <a:gd name="T25" fmla="*/ 3 h 12"/>
              <a:gd name="T26" fmla="*/ 11 w 19"/>
              <a:gd name="T27" fmla="*/ 3 h 12"/>
              <a:gd name="T28" fmla="*/ 13 w 19"/>
              <a:gd name="T29" fmla="*/ 0 h 12"/>
              <a:gd name="T30" fmla="*/ 13 w 19"/>
              <a:gd name="T31" fmla="*/ 0 h 12"/>
              <a:gd name="T32" fmla="*/ 15 w 19"/>
              <a:gd name="T33" fmla="*/ 0 h 12"/>
              <a:gd name="T34" fmla="*/ 15 w 19"/>
              <a:gd name="T35" fmla="*/ 0 h 12"/>
              <a:gd name="T36" fmla="*/ 18 w 19"/>
              <a:gd name="T37" fmla="*/ 1 h 12"/>
              <a:gd name="T38" fmla="*/ 19 w 19"/>
              <a:gd name="T39" fmla="*/ 3 h 12"/>
              <a:gd name="T40" fmla="*/ 19 w 19"/>
              <a:gd name="T41" fmla="*/ 5 h 12"/>
              <a:gd name="T42" fmla="*/ 19 w 19"/>
              <a:gd name="T43" fmla="*/ 12 h 12"/>
              <a:gd name="T44" fmla="*/ 17 w 19"/>
              <a:gd name="T45" fmla="*/ 12 h 12"/>
              <a:gd name="T46" fmla="*/ 17 w 19"/>
              <a:gd name="T47" fmla="*/ 5 h 12"/>
              <a:gd name="T48" fmla="*/ 17 w 19"/>
              <a:gd name="T49" fmla="*/ 5 h 12"/>
              <a:gd name="T50" fmla="*/ 17 w 19"/>
              <a:gd name="T51" fmla="*/ 3 h 12"/>
              <a:gd name="T52" fmla="*/ 14 w 19"/>
              <a:gd name="T53" fmla="*/ 1 h 12"/>
              <a:gd name="T54" fmla="*/ 14 w 19"/>
              <a:gd name="T55" fmla="*/ 1 h 12"/>
              <a:gd name="T56" fmla="*/ 13 w 19"/>
              <a:gd name="T57" fmla="*/ 3 h 12"/>
              <a:gd name="T58" fmla="*/ 11 w 19"/>
              <a:gd name="T59" fmla="*/ 4 h 12"/>
              <a:gd name="T60" fmla="*/ 11 w 19"/>
              <a:gd name="T61" fmla="*/ 5 h 12"/>
              <a:gd name="T62" fmla="*/ 11 w 19"/>
              <a:gd name="T63" fmla="*/ 12 h 12"/>
              <a:gd name="T64" fmla="*/ 9 w 19"/>
              <a:gd name="T65" fmla="*/ 12 h 12"/>
              <a:gd name="T66" fmla="*/ 9 w 19"/>
              <a:gd name="T67" fmla="*/ 5 h 12"/>
              <a:gd name="T68" fmla="*/ 9 w 19"/>
              <a:gd name="T69" fmla="*/ 5 h 12"/>
              <a:gd name="T70" fmla="*/ 9 w 19"/>
              <a:gd name="T71" fmla="*/ 3 h 12"/>
              <a:gd name="T72" fmla="*/ 6 w 19"/>
              <a:gd name="T73" fmla="*/ 1 h 12"/>
              <a:gd name="T74" fmla="*/ 6 w 19"/>
              <a:gd name="T75" fmla="*/ 1 h 12"/>
              <a:gd name="T76" fmla="*/ 5 w 19"/>
              <a:gd name="T77" fmla="*/ 3 h 12"/>
              <a:gd name="T78" fmla="*/ 3 w 19"/>
              <a:gd name="T79" fmla="*/ 4 h 12"/>
              <a:gd name="T80" fmla="*/ 3 w 19"/>
              <a:gd name="T81" fmla="*/ 5 h 12"/>
              <a:gd name="T82" fmla="*/ 3 w 19"/>
              <a:gd name="T83" fmla="*/ 12 h 12"/>
              <a:gd name="T84" fmla="*/ 0 w 19"/>
              <a:gd name="T85" fmla="*/ 12 h 12"/>
              <a:gd name="T86" fmla="*/ 0 w 19"/>
              <a:gd name="T87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" h="12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3" y="0"/>
                </a:lnTo>
                <a:lnTo>
                  <a:pt x="3" y="1"/>
                </a:lnTo>
                <a:lnTo>
                  <a:pt x="3" y="1"/>
                </a:lnTo>
                <a:lnTo>
                  <a:pt x="3" y="1"/>
                </a:lnTo>
                <a:lnTo>
                  <a:pt x="5" y="0"/>
                </a:lnTo>
                <a:lnTo>
                  <a:pt x="7" y="0"/>
                </a:lnTo>
                <a:lnTo>
                  <a:pt x="7" y="0"/>
                </a:lnTo>
                <a:lnTo>
                  <a:pt x="9" y="0"/>
                </a:lnTo>
                <a:lnTo>
                  <a:pt x="10" y="3"/>
                </a:lnTo>
                <a:lnTo>
                  <a:pt x="11" y="3"/>
                </a:lnTo>
                <a:lnTo>
                  <a:pt x="11" y="3"/>
                </a:lnTo>
                <a:lnTo>
                  <a:pt x="13" y="0"/>
                </a:lnTo>
                <a:lnTo>
                  <a:pt x="13" y="0"/>
                </a:lnTo>
                <a:lnTo>
                  <a:pt x="15" y="0"/>
                </a:lnTo>
                <a:lnTo>
                  <a:pt x="15" y="0"/>
                </a:lnTo>
                <a:lnTo>
                  <a:pt x="18" y="1"/>
                </a:lnTo>
                <a:lnTo>
                  <a:pt x="19" y="3"/>
                </a:lnTo>
                <a:lnTo>
                  <a:pt x="19" y="5"/>
                </a:lnTo>
                <a:lnTo>
                  <a:pt x="19" y="12"/>
                </a:lnTo>
                <a:lnTo>
                  <a:pt x="17" y="12"/>
                </a:lnTo>
                <a:lnTo>
                  <a:pt x="17" y="5"/>
                </a:lnTo>
                <a:lnTo>
                  <a:pt x="17" y="5"/>
                </a:lnTo>
                <a:lnTo>
                  <a:pt x="17" y="3"/>
                </a:lnTo>
                <a:lnTo>
                  <a:pt x="14" y="1"/>
                </a:lnTo>
                <a:lnTo>
                  <a:pt x="14" y="1"/>
                </a:lnTo>
                <a:lnTo>
                  <a:pt x="13" y="3"/>
                </a:lnTo>
                <a:lnTo>
                  <a:pt x="11" y="4"/>
                </a:lnTo>
                <a:lnTo>
                  <a:pt x="11" y="5"/>
                </a:lnTo>
                <a:lnTo>
                  <a:pt x="11" y="12"/>
                </a:lnTo>
                <a:lnTo>
                  <a:pt x="9" y="12"/>
                </a:lnTo>
                <a:lnTo>
                  <a:pt x="9" y="5"/>
                </a:lnTo>
                <a:lnTo>
                  <a:pt x="9" y="5"/>
                </a:lnTo>
                <a:lnTo>
                  <a:pt x="9" y="3"/>
                </a:lnTo>
                <a:lnTo>
                  <a:pt x="6" y="1"/>
                </a:lnTo>
                <a:lnTo>
                  <a:pt x="6" y="1"/>
                </a:lnTo>
                <a:lnTo>
                  <a:pt x="5" y="3"/>
                </a:lnTo>
                <a:lnTo>
                  <a:pt x="3" y="4"/>
                </a:lnTo>
                <a:lnTo>
                  <a:pt x="3" y="5"/>
                </a:lnTo>
                <a:lnTo>
                  <a:pt x="3" y="12"/>
                </a:lnTo>
                <a:lnTo>
                  <a:pt x="0" y="12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0" name="Freeform 1888"/>
          <p:cNvSpPr>
            <a:spLocks noEditPoints="1"/>
          </p:cNvSpPr>
          <p:nvPr/>
        </p:nvSpPr>
        <p:spPr bwMode="auto">
          <a:xfrm>
            <a:off x="3088409" y="3503018"/>
            <a:ext cx="13864" cy="17646"/>
          </a:xfrm>
          <a:custGeom>
            <a:avLst/>
            <a:gdLst>
              <a:gd name="T0" fmla="*/ 3 w 11"/>
              <a:gd name="T1" fmla="*/ 7 h 14"/>
              <a:gd name="T2" fmla="*/ 3 w 11"/>
              <a:gd name="T3" fmla="*/ 7 h 14"/>
              <a:gd name="T4" fmla="*/ 3 w 11"/>
              <a:gd name="T5" fmla="*/ 10 h 14"/>
              <a:gd name="T6" fmla="*/ 4 w 11"/>
              <a:gd name="T7" fmla="*/ 11 h 14"/>
              <a:gd name="T8" fmla="*/ 7 w 11"/>
              <a:gd name="T9" fmla="*/ 11 h 14"/>
              <a:gd name="T10" fmla="*/ 7 w 11"/>
              <a:gd name="T11" fmla="*/ 11 h 14"/>
              <a:gd name="T12" fmla="*/ 11 w 11"/>
              <a:gd name="T13" fmla="*/ 11 h 14"/>
              <a:gd name="T14" fmla="*/ 11 w 11"/>
              <a:gd name="T15" fmla="*/ 12 h 14"/>
              <a:gd name="T16" fmla="*/ 11 w 11"/>
              <a:gd name="T17" fmla="*/ 12 h 14"/>
              <a:gd name="T18" fmla="*/ 7 w 11"/>
              <a:gd name="T19" fmla="*/ 14 h 14"/>
              <a:gd name="T20" fmla="*/ 7 w 11"/>
              <a:gd name="T21" fmla="*/ 14 h 14"/>
              <a:gd name="T22" fmla="*/ 4 w 11"/>
              <a:gd name="T23" fmla="*/ 12 h 14"/>
              <a:gd name="T24" fmla="*/ 1 w 11"/>
              <a:gd name="T25" fmla="*/ 11 h 14"/>
              <a:gd name="T26" fmla="*/ 0 w 11"/>
              <a:gd name="T27" fmla="*/ 10 h 14"/>
              <a:gd name="T28" fmla="*/ 0 w 11"/>
              <a:gd name="T29" fmla="*/ 7 h 14"/>
              <a:gd name="T30" fmla="*/ 0 w 11"/>
              <a:gd name="T31" fmla="*/ 7 h 14"/>
              <a:gd name="T32" fmla="*/ 0 w 11"/>
              <a:gd name="T33" fmla="*/ 4 h 14"/>
              <a:gd name="T34" fmla="*/ 1 w 11"/>
              <a:gd name="T35" fmla="*/ 1 h 14"/>
              <a:gd name="T36" fmla="*/ 4 w 11"/>
              <a:gd name="T37" fmla="*/ 0 h 14"/>
              <a:gd name="T38" fmla="*/ 5 w 11"/>
              <a:gd name="T39" fmla="*/ 0 h 14"/>
              <a:gd name="T40" fmla="*/ 5 w 11"/>
              <a:gd name="T41" fmla="*/ 0 h 14"/>
              <a:gd name="T42" fmla="*/ 8 w 11"/>
              <a:gd name="T43" fmla="*/ 0 h 14"/>
              <a:gd name="T44" fmla="*/ 11 w 11"/>
              <a:gd name="T45" fmla="*/ 1 h 14"/>
              <a:gd name="T46" fmla="*/ 11 w 11"/>
              <a:gd name="T47" fmla="*/ 5 h 14"/>
              <a:gd name="T48" fmla="*/ 11 w 11"/>
              <a:gd name="T49" fmla="*/ 7 h 14"/>
              <a:gd name="T50" fmla="*/ 3 w 11"/>
              <a:gd name="T51" fmla="*/ 7 h 14"/>
              <a:gd name="T52" fmla="*/ 10 w 11"/>
              <a:gd name="T53" fmla="*/ 5 h 14"/>
              <a:gd name="T54" fmla="*/ 10 w 11"/>
              <a:gd name="T55" fmla="*/ 5 h 14"/>
              <a:gd name="T56" fmla="*/ 8 w 11"/>
              <a:gd name="T57" fmla="*/ 3 h 14"/>
              <a:gd name="T58" fmla="*/ 8 w 11"/>
              <a:gd name="T59" fmla="*/ 1 h 14"/>
              <a:gd name="T60" fmla="*/ 5 w 11"/>
              <a:gd name="T61" fmla="*/ 1 h 14"/>
              <a:gd name="T62" fmla="*/ 5 w 11"/>
              <a:gd name="T63" fmla="*/ 1 h 14"/>
              <a:gd name="T64" fmla="*/ 3 w 11"/>
              <a:gd name="T65" fmla="*/ 3 h 14"/>
              <a:gd name="T66" fmla="*/ 3 w 11"/>
              <a:gd name="T67" fmla="*/ 5 h 14"/>
              <a:gd name="T68" fmla="*/ 10 w 11"/>
              <a:gd name="T69" fmla="*/ 5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" h="14">
                <a:moveTo>
                  <a:pt x="3" y="7"/>
                </a:moveTo>
                <a:lnTo>
                  <a:pt x="3" y="7"/>
                </a:lnTo>
                <a:lnTo>
                  <a:pt x="3" y="10"/>
                </a:lnTo>
                <a:lnTo>
                  <a:pt x="4" y="11"/>
                </a:lnTo>
                <a:lnTo>
                  <a:pt x="7" y="11"/>
                </a:lnTo>
                <a:lnTo>
                  <a:pt x="7" y="11"/>
                </a:lnTo>
                <a:lnTo>
                  <a:pt x="11" y="11"/>
                </a:lnTo>
                <a:lnTo>
                  <a:pt x="11" y="12"/>
                </a:lnTo>
                <a:lnTo>
                  <a:pt x="11" y="12"/>
                </a:lnTo>
                <a:lnTo>
                  <a:pt x="7" y="14"/>
                </a:lnTo>
                <a:lnTo>
                  <a:pt x="7" y="14"/>
                </a:lnTo>
                <a:lnTo>
                  <a:pt x="4" y="12"/>
                </a:lnTo>
                <a:lnTo>
                  <a:pt x="1" y="11"/>
                </a:lnTo>
                <a:lnTo>
                  <a:pt x="0" y="10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1" y="1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  <a:lnTo>
                  <a:pt x="8" y="0"/>
                </a:lnTo>
                <a:lnTo>
                  <a:pt x="11" y="1"/>
                </a:lnTo>
                <a:lnTo>
                  <a:pt x="11" y="5"/>
                </a:lnTo>
                <a:lnTo>
                  <a:pt x="11" y="7"/>
                </a:lnTo>
                <a:lnTo>
                  <a:pt x="3" y="7"/>
                </a:lnTo>
                <a:close/>
                <a:moveTo>
                  <a:pt x="10" y="5"/>
                </a:moveTo>
                <a:lnTo>
                  <a:pt x="10" y="5"/>
                </a:lnTo>
                <a:lnTo>
                  <a:pt x="8" y="3"/>
                </a:lnTo>
                <a:lnTo>
                  <a:pt x="8" y="1"/>
                </a:lnTo>
                <a:lnTo>
                  <a:pt x="5" y="1"/>
                </a:lnTo>
                <a:lnTo>
                  <a:pt x="5" y="1"/>
                </a:lnTo>
                <a:lnTo>
                  <a:pt x="3" y="3"/>
                </a:lnTo>
                <a:lnTo>
                  <a:pt x="3" y="5"/>
                </a:lnTo>
                <a:lnTo>
                  <a:pt x="10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1" name="Freeform 1889"/>
          <p:cNvSpPr>
            <a:spLocks/>
          </p:cNvSpPr>
          <p:nvPr/>
        </p:nvSpPr>
        <p:spPr bwMode="auto">
          <a:xfrm>
            <a:off x="3107315" y="3503018"/>
            <a:ext cx="13864" cy="15125"/>
          </a:xfrm>
          <a:custGeom>
            <a:avLst/>
            <a:gdLst>
              <a:gd name="T0" fmla="*/ 0 w 11"/>
              <a:gd name="T1" fmla="*/ 4 h 12"/>
              <a:gd name="T2" fmla="*/ 0 w 11"/>
              <a:gd name="T3" fmla="*/ 4 h 12"/>
              <a:gd name="T4" fmla="*/ 0 w 11"/>
              <a:gd name="T5" fmla="*/ 0 h 12"/>
              <a:gd name="T6" fmla="*/ 1 w 11"/>
              <a:gd name="T7" fmla="*/ 0 h 12"/>
              <a:gd name="T8" fmla="*/ 1 w 11"/>
              <a:gd name="T9" fmla="*/ 3 h 12"/>
              <a:gd name="T10" fmla="*/ 1 w 11"/>
              <a:gd name="T11" fmla="*/ 3 h 12"/>
              <a:gd name="T12" fmla="*/ 1 w 11"/>
              <a:gd name="T13" fmla="*/ 3 h 12"/>
              <a:gd name="T14" fmla="*/ 3 w 11"/>
              <a:gd name="T15" fmla="*/ 0 h 12"/>
              <a:gd name="T16" fmla="*/ 5 w 11"/>
              <a:gd name="T17" fmla="*/ 0 h 12"/>
              <a:gd name="T18" fmla="*/ 5 w 11"/>
              <a:gd name="T19" fmla="*/ 0 h 12"/>
              <a:gd name="T20" fmla="*/ 9 w 11"/>
              <a:gd name="T21" fmla="*/ 1 h 12"/>
              <a:gd name="T22" fmla="*/ 9 w 11"/>
              <a:gd name="T23" fmla="*/ 3 h 12"/>
              <a:gd name="T24" fmla="*/ 11 w 11"/>
              <a:gd name="T25" fmla="*/ 5 h 12"/>
              <a:gd name="T26" fmla="*/ 11 w 11"/>
              <a:gd name="T27" fmla="*/ 12 h 12"/>
              <a:gd name="T28" fmla="*/ 8 w 11"/>
              <a:gd name="T29" fmla="*/ 12 h 12"/>
              <a:gd name="T30" fmla="*/ 8 w 11"/>
              <a:gd name="T31" fmla="*/ 5 h 12"/>
              <a:gd name="T32" fmla="*/ 8 w 11"/>
              <a:gd name="T33" fmla="*/ 5 h 12"/>
              <a:gd name="T34" fmla="*/ 8 w 11"/>
              <a:gd name="T35" fmla="*/ 3 h 12"/>
              <a:gd name="T36" fmla="*/ 5 w 11"/>
              <a:gd name="T37" fmla="*/ 1 h 12"/>
              <a:gd name="T38" fmla="*/ 5 w 11"/>
              <a:gd name="T39" fmla="*/ 1 h 12"/>
              <a:gd name="T40" fmla="*/ 3 w 11"/>
              <a:gd name="T41" fmla="*/ 3 h 12"/>
              <a:gd name="T42" fmla="*/ 1 w 11"/>
              <a:gd name="T43" fmla="*/ 4 h 12"/>
              <a:gd name="T44" fmla="*/ 1 w 11"/>
              <a:gd name="T45" fmla="*/ 5 h 12"/>
              <a:gd name="T46" fmla="*/ 1 w 11"/>
              <a:gd name="T47" fmla="*/ 12 h 12"/>
              <a:gd name="T48" fmla="*/ 0 w 11"/>
              <a:gd name="T49" fmla="*/ 12 h 12"/>
              <a:gd name="T50" fmla="*/ 0 w 11"/>
              <a:gd name="T51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2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1" y="0"/>
                </a:lnTo>
                <a:lnTo>
                  <a:pt x="1" y="3"/>
                </a:lnTo>
                <a:lnTo>
                  <a:pt x="1" y="3"/>
                </a:lnTo>
                <a:lnTo>
                  <a:pt x="1" y="3"/>
                </a:lnTo>
                <a:lnTo>
                  <a:pt x="3" y="0"/>
                </a:lnTo>
                <a:lnTo>
                  <a:pt x="5" y="0"/>
                </a:lnTo>
                <a:lnTo>
                  <a:pt x="5" y="0"/>
                </a:lnTo>
                <a:lnTo>
                  <a:pt x="9" y="1"/>
                </a:lnTo>
                <a:lnTo>
                  <a:pt x="9" y="3"/>
                </a:lnTo>
                <a:lnTo>
                  <a:pt x="11" y="5"/>
                </a:lnTo>
                <a:lnTo>
                  <a:pt x="11" y="12"/>
                </a:lnTo>
                <a:lnTo>
                  <a:pt x="8" y="12"/>
                </a:lnTo>
                <a:lnTo>
                  <a:pt x="8" y="5"/>
                </a:lnTo>
                <a:lnTo>
                  <a:pt x="8" y="5"/>
                </a:lnTo>
                <a:lnTo>
                  <a:pt x="8" y="3"/>
                </a:lnTo>
                <a:lnTo>
                  <a:pt x="5" y="1"/>
                </a:lnTo>
                <a:lnTo>
                  <a:pt x="5" y="1"/>
                </a:lnTo>
                <a:lnTo>
                  <a:pt x="3" y="3"/>
                </a:lnTo>
                <a:lnTo>
                  <a:pt x="1" y="4"/>
                </a:lnTo>
                <a:lnTo>
                  <a:pt x="1" y="5"/>
                </a:lnTo>
                <a:lnTo>
                  <a:pt x="1" y="12"/>
                </a:lnTo>
                <a:lnTo>
                  <a:pt x="0" y="12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2" name="Freeform 1890"/>
          <p:cNvSpPr>
            <a:spLocks/>
          </p:cNvSpPr>
          <p:nvPr/>
        </p:nvSpPr>
        <p:spPr bwMode="auto">
          <a:xfrm>
            <a:off x="3122439" y="3497976"/>
            <a:ext cx="10083" cy="22687"/>
          </a:xfrm>
          <a:custGeom>
            <a:avLst/>
            <a:gdLst>
              <a:gd name="T0" fmla="*/ 5 w 8"/>
              <a:gd name="T1" fmla="*/ 0 h 18"/>
              <a:gd name="T2" fmla="*/ 5 w 8"/>
              <a:gd name="T3" fmla="*/ 4 h 18"/>
              <a:gd name="T4" fmla="*/ 8 w 8"/>
              <a:gd name="T5" fmla="*/ 4 h 18"/>
              <a:gd name="T6" fmla="*/ 8 w 8"/>
              <a:gd name="T7" fmla="*/ 5 h 18"/>
              <a:gd name="T8" fmla="*/ 5 w 8"/>
              <a:gd name="T9" fmla="*/ 5 h 18"/>
              <a:gd name="T10" fmla="*/ 5 w 8"/>
              <a:gd name="T11" fmla="*/ 12 h 18"/>
              <a:gd name="T12" fmla="*/ 5 w 8"/>
              <a:gd name="T13" fmla="*/ 12 h 18"/>
              <a:gd name="T14" fmla="*/ 5 w 8"/>
              <a:gd name="T15" fmla="*/ 15 h 18"/>
              <a:gd name="T16" fmla="*/ 7 w 8"/>
              <a:gd name="T17" fmla="*/ 15 h 18"/>
              <a:gd name="T18" fmla="*/ 7 w 8"/>
              <a:gd name="T19" fmla="*/ 15 h 18"/>
              <a:gd name="T20" fmla="*/ 8 w 8"/>
              <a:gd name="T21" fmla="*/ 15 h 18"/>
              <a:gd name="T22" fmla="*/ 8 w 8"/>
              <a:gd name="T23" fmla="*/ 16 h 18"/>
              <a:gd name="T24" fmla="*/ 8 w 8"/>
              <a:gd name="T25" fmla="*/ 16 h 18"/>
              <a:gd name="T26" fmla="*/ 5 w 8"/>
              <a:gd name="T27" fmla="*/ 18 h 18"/>
              <a:gd name="T28" fmla="*/ 5 w 8"/>
              <a:gd name="T29" fmla="*/ 18 h 18"/>
              <a:gd name="T30" fmla="*/ 4 w 8"/>
              <a:gd name="T31" fmla="*/ 16 h 18"/>
              <a:gd name="T32" fmla="*/ 4 w 8"/>
              <a:gd name="T33" fmla="*/ 16 h 18"/>
              <a:gd name="T34" fmla="*/ 3 w 8"/>
              <a:gd name="T35" fmla="*/ 12 h 18"/>
              <a:gd name="T36" fmla="*/ 3 w 8"/>
              <a:gd name="T37" fmla="*/ 5 h 18"/>
              <a:gd name="T38" fmla="*/ 0 w 8"/>
              <a:gd name="T39" fmla="*/ 5 h 18"/>
              <a:gd name="T40" fmla="*/ 0 w 8"/>
              <a:gd name="T41" fmla="*/ 4 h 18"/>
              <a:gd name="T42" fmla="*/ 3 w 8"/>
              <a:gd name="T43" fmla="*/ 4 h 18"/>
              <a:gd name="T44" fmla="*/ 3 w 8"/>
              <a:gd name="T45" fmla="*/ 1 h 18"/>
              <a:gd name="T46" fmla="*/ 5 w 8"/>
              <a:gd name="T47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" h="18">
                <a:moveTo>
                  <a:pt x="5" y="0"/>
                </a:moveTo>
                <a:lnTo>
                  <a:pt x="5" y="4"/>
                </a:lnTo>
                <a:lnTo>
                  <a:pt x="8" y="4"/>
                </a:lnTo>
                <a:lnTo>
                  <a:pt x="8" y="5"/>
                </a:lnTo>
                <a:lnTo>
                  <a:pt x="5" y="5"/>
                </a:lnTo>
                <a:lnTo>
                  <a:pt x="5" y="12"/>
                </a:lnTo>
                <a:lnTo>
                  <a:pt x="5" y="12"/>
                </a:lnTo>
                <a:lnTo>
                  <a:pt x="5" y="15"/>
                </a:lnTo>
                <a:lnTo>
                  <a:pt x="7" y="15"/>
                </a:lnTo>
                <a:lnTo>
                  <a:pt x="7" y="15"/>
                </a:lnTo>
                <a:lnTo>
                  <a:pt x="8" y="15"/>
                </a:lnTo>
                <a:lnTo>
                  <a:pt x="8" y="16"/>
                </a:lnTo>
                <a:lnTo>
                  <a:pt x="8" y="16"/>
                </a:lnTo>
                <a:lnTo>
                  <a:pt x="5" y="18"/>
                </a:lnTo>
                <a:lnTo>
                  <a:pt x="5" y="18"/>
                </a:lnTo>
                <a:lnTo>
                  <a:pt x="4" y="16"/>
                </a:lnTo>
                <a:lnTo>
                  <a:pt x="4" y="16"/>
                </a:lnTo>
                <a:lnTo>
                  <a:pt x="3" y="12"/>
                </a:lnTo>
                <a:lnTo>
                  <a:pt x="3" y="5"/>
                </a:lnTo>
                <a:lnTo>
                  <a:pt x="0" y="5"/>
                </a:lnTo>
                <a:lnTo>
                  <a:pt x="0" y="4"/>
                </a:lnTo>
                <a:lnTo>
                  <a:pt x="3" y="4"/>
                </a:lnTo>
                <a:lnTo>
                  <a:pt x="3" y="1"/>
                </a:lnTo>
                <a:lnTo>
                  <a:pt x="5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3" name="Freeform 1891"/>
          <p:cNvSpPr>
            <a:spLocks/>
          </p:cNvSpPr>
          <p:nvPr/>
        </p:nvSpPr>
        <p:spPr bwMode="auto">
          <a:xfrm>
            <a:off x="3136304" y="3503018"/>
            <a:ext cx="13864" cy="17646"/>
          </a:xfrm>
          <a:custGeom>
            <a:avLst/>
            <a:gdLst>
              <a:gd name="T0" fmla="*/ 11 w 11"/>
              <a:gd name="T1" fmla="*/ 10 h 14"/>
              <a:gd name="T2" fmla="*/ 11 w 11"/>
              <a:gd name="T3" fmla="*/ 10 h 14"/>
              <a:gd name="T4" fmla="*/ 11 w 11"/>
              <a:gd name="T5" fmla="*/ 12 h 14"/>
              <a:gd name="T6" fmla="*/ 9 w 11"/>
              <a:gd name="T7" fmla="*/ 12 h 14"/>
              <a:gd name="T8" fmla="*/ 9 w 11"/>
              <a:gd name="T9" fmla="*/ 11 h 14"/>
              <a:gd name="T10" fmla="*/ 8 w 11"/>
              <a:gd name="T11" fmla="*/ 11 h 14"/>
              <a:gd name="T12" fmla="*/ 8 w 11"/>
              <a:gd name="T13" fmla="*/ 11 h 14"/>
              <a:gd name="T14" fmla="*/ 7 w 11"/>
              <a:gd name="T15" fmla="*/ 12 h 14"/>
              <a:gd name="T16" fmla="*/ 4 w 11"/>
              <a:gd name="T17" fmla="*/ 14 h 14"/>
              <a:gd name="T18" fmla="*/ 4 w 11"/>
              <a:gd name="T19" fmla="*/ 14 h 14"/>
              <a:gd name="T20" fmla="*/ 1 w 11"/>
              <a:gd name="T21" fmla="*/ 12 h 14"/>
              <a:gd name="T22" fmla="*/ 0 w 11"/>
              <a:gd name="T23" fmla="*/ 11 h 14"/>
              <a:gd name="T24" fmla="*/ 0 w 11"/>
              <a:gd name="T25" fmla="*/ 8 h 14"/>
              <a:gd name="T26" fmla="*/ 0 w 11"/>
              <a:gd name="T27" fmla="*/ 0 h 14"/>
              <a:gd name="T28" fmla="*/ 3 w 11"/>
              <a:gd name="T29" fmla="*/ 0 h 14"/>
              <a:gd name="T30" fmla="*/ 3 w 11"/>
              <a:gd name="T31" fmla="*/ 7 h 14"/>
              <a:gd name="T32" fmla="*/ 3 w 11"/>
              <a:gd name="T33" fmla="*/ 7 h 14"/>
              <a:gd name="T34" fmla="*/ 3 w 11"/>
              <a:gd name="T35" fmla="*/ 10 h 14"/>
              <a:gd name="T36" fmla="*/ 5 w 11"/>
              <a:gd name="T37" fmla="*/ 11 h 14"/>
              <a:gd name="T38" fmla="*/ 5 w 11"/>
              <a:gd name="T39" fmla="*/ 11 h 14"/>
              <a:gd name="T40" fmla="*/ 7 w 11"/>
              <a:gd name="T41" fmla="*/ 11 h 14"/>
              <a:gd name="T42" fmla="*/ 8 w 11"/>
              <a:gd name="T43" fmla="*/ 10 h 14"/>
              <a:gd name="T44" fmla="*/ 8 w 11"/>
              <a:gd name="T45" fmla="*/ 8 h 14"/>
              <a:gd name="T46" fmla="*/ 8 w 11"/>
              <a:gd name="T47" fmla="*/ 0 h 14"/>
              <a:gd name="T48" fmla="*/ 11 w 11"/>
              <a:gd name="T49" fmla="*/ 0 h 14"/>
              <a:gd name="T50" fmla="*/ 11 w 11"/>
              <a:gd name="T51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4">
                <a:moveTo>
                  <a:pt x="11" y="10"/>
                </a:moveTo>
                <a:lnTo>
                  <a:pt x="11" y="10"/>
                </a:lnTo>
                <a:lnTo>
                  <a:pt x="11" y="12"/>
                </a:lnTo>
                <a:lnTo>
                  <a:pt x="9" y="12"/>
                </a:lnTo>
                <a:lnTo>
                  <a:pt x="9" y="11"/>
                </a:lnTo>
                <a:lnTo>
                  <a:pt x="8" y="11"/>
                </a:lnTo>
                <a:lnTo>
                  <a:pt x="8" y="11"/>
                </a:lnTo>
                <a:lnTo>
                  <a:pt x="7" y="12"/>
                </a:lnTo>
                <a:lnTo>
                  <a:pt x="4" y="14"/>
                </a:lnTo>
                <a:lnTo>
                  <a:pt x="4" y="14"/>
                </a:lnTo>
                <a:lnTo>
                  <a:pt x="1" y="12"/>
                </a:lnTo>
                <a:lnTo>
                  <a:pt x="0" y="11"/>
                </a:lnTo>
                <a:lnTo>
                  <a:pt x="0" y="8"/>
                </a:lnTo>
                <a:lnTo>
                  <a:pt x="0" y="0"/>
                </a:lnTo>
                <a:lnTo>
                  <a:pt x="3" y="0"/>
                </a:lnTo>
                <a:lnTo>
                  <a:pt x="3" y="7"/>
                </a:lnTo>
                <a:lnTo>
                  <a:pt x="3" y="7"/>
                </a:lnTo>
                <a:lnTo>
                  <a:pt x="3" y="10"/>
                </a:lnTo>
                <a:lnTo>
                  <a:pt x="5" y="11"/>
                </a:lnTo>
                <a:lnTo>
                  <a:pt x="5" y="11"/>
                </a:lnTo>
                <a:lnTo>
                  <a:pt x="7" y="11"/>
                </a:lnTo>
                <a:lnTo>
                  <a:pt x="8" y="10"/>
                </a:lnTo>
                <a:lnTo>
                  <a:pt x="8" y="8"/>
                </a:lnTo>
                <a:lnTo>
                  <a:pt x="8" y="0"/>
                </a:lnTo>
                <a:lnTo>
                  <a:pt x="11" y="0"/>
                </a:lnTo>
                <a:lnTo>
                  <a:pt x="11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4" name="Freeform 1892"/>
          <p:cNvSpPr>
            <a:spLocks/>
          </p:cNvSpPr>
          <p:nvPr/>
        </p:nvSpPr>
        <p:spPr bwMode="auto">
          <a:xfrm>
            <a:off x="3155210" y="3503018"/>
            <a:ext cx="23948" cy="15125"/>
          </a:xfrm>
          <a:custGeom>
            <a:avLst/>
            <a:gdLst>
              <a:gd name="T0" fmla="*/ 0 w 19"/>
              <a:gd name="T1" fmla="*/ 4 h 12"/>
              <a:gd name="T2" fmla="*/ 0 w 19"/>
              <a:gd name="T3" fmla="*/ 4 h 12"/>
              <a:gd name="T4" fmla="*/ 0 w 19"/>
              <a:gd name="T5" fmla="*/ 0 h 12"/>
              <a:gd name="T6" fmla="*/ 1 w 19"/>
              <a:gd name="T7" fmla="*/ 0 h 12"/>
              <a:gd name="T8" fmla="*/ 1 w 19"/>
              <a:gd name="T9" fmla="*/ 1 h 12"/>
              <a:gd name="T10" fmla="*/ 2 w 19"/>
              <a:gd name="T11" fmla="*/ 1 h 12"/>
              <a:gd name="T12" fmla="*/ 2 w 19"/>
              <a:gd name="T13" fmla="*/ 1 h 12"/>
              <a:gd name="T14" fmla="*/ 4 w 19"/>
              <a:gd name="T15" fmla="*/ 0 h 12"/>
              <a:gd name="T16" fmla="*/ 6 w 19"/>
              <a:gd name="T17" fmla="*/ 0 h 12"/>
              <a:gd name="T18" fmla="*/ 6 w 19"/>
              <a:gd name="T19" fmla="*/ 0 h 12"/>
              <a:gd name="T20" fmla="*/ 8 w 19"/>
              <a:gd name="T21" fmla="*/ 0 h 12"/>
              <a:gd name="T22" fmla="*/ 9 w 19"/>
              <a:gd name="T23" fmla="*/ 3 h 12"/>
              <a:gd name="T24" fmla="*/ 9 w 19"/>
              <a:gd name="T25" fmla="*/ 3 h 12"/>
              <a:gd name="T26" fmla="*/ 9 w 19"/>
              <a:gd name="T27" fmla="*/ 3 h 12"/>
              <a:gd name="T28" fmla="*/ 11 w 19"/>
              <a:gd name="T29" fmla="*/ 0 h 12"/>
              <a:gd name="T30" fmla="*/ 11 w 19"/>
              <a:gd name="T31" fmla="*/ 0 h 12"/>
              <a:gd name="T32" fmla="*/ 13 w 19"/>
              <a:gd name="T33" fmla="*/ 0 h 12"/>
              <a:gd name="T34" fmla="*/ 13 w 19"/>
              <a:gd name="T35" fmla="*/ 0 h 12"/>
              <a:gd name="T36" fmla="*/ 17 w 19"/>
              <a:gd name="T37" fmla="*/ 1 h 12"/>
              <a:gd name="T38" fmla="*/ 17 w 19"/>
              <a:gd name="T39" fmla="*/ 3 h 12"/>
              <a:gd name="T40" fmla="*/ 19 w 19"/>
              <a:gd name="T41" fmla="*/ 5 h 12"/>
              <a:gd name="T42" fmla="*/ 19 w 19"/>
              <a:gd name="T43" fmla="*/ 12 h 12"/>
              <a:gd name="T44" fmla="*/ 16 w 19"/>
              <a:gd name="T45" fmla="*/ 12 h 12"/>
              <a:gd name="T46" fmla="*/ 16 w 19"/>
              <a:gd name="T47" fmla="*/ 5 h 12"/>
              <a:gd name="T48" fmla="*/ 16 w 19"/>
              <a:gd name="T49" fmla="*/ 5 h 12"/>
              <a:gd name="T50" fmla="*/ 15 w 19"/>
              <a:gd name="T51" fmla="*/ 3 h 12"/>
              <a:gd name="T52" fmla="*/ 13 w 19"/>
              <a:gd name="T53" fmla="*/ 1 h 12"/>
              <a:gd name="T54" fmla="*/ 13 w 19"/>
              <a:gd name="T55" fmla="*/ 1 h 12"/>
              <a:gd name="T56" fmla="*/ 12 w 19"/>
              <a:gd name="T57" fmla="*/ 3 h 12"/>
              <a:gd name="T58" fmla="*/ 11 w 19"/>
              <a:gd name="T59" fmla="*/ 4 h 12"/>
              <a:gd name="T60" fmla="*/ 11 w 19"/>
              <a:gd name="T61" fmla="*/ 5 h 12"/>
              <a:gd name="T62" fmla="*/ 11 w 19"/>
              <a:gd name="T63" fmla="*/ 12 h 12"/>
              <a:gd name="T64" fmla="*/ 8 w 19"/>
              <a:gd name="T65" fmla="*/ 12 h 12"/>
              <a:gd name="T66" fmla="*/ 8 w 19"/>
              <a:gd name="T67" fmla="*/ 5 h 12"/>
              <a:gd name="T68" fmla="*/ 8 w 19"/>
              <a:gd name="T69" fmla="*/ 5 h 12"/>
              <a:gd name="T70" fmla="*/ 6 w 19"/>
              <a:gd name="T71" fmla="*/ 3 h 12"/>
              <a:gd name="T72" fmla="*/ 5 w 19"/>
              <a:gd name="T73" fmla="*/ 1 h 12"/>
              <a:gd name="T74" fmla="*/ 5 w 19"/>
              <a:gd name="T75" fmla="*/ 1 h 12"/>
              <a:gd name="T76" fmla="*/ 4 w 19"/>
              <a:gd name="T77" fmla="*/ 3 h 12"/>
              <a:gd name="T78" fmla="*/ 2 w 19"/>
              <a:gd name="T79" fmla="*/ 4 h 12"/>
              <a:gd name="T80" fmla="*/ 2 w 19"/>
              <a:gd name="T81" fmla="*/ 5 h 12"/>
              <a:gd name="T82" fmla="*/ 2 w 19"/>
              <a:gd name="T83" fmla="*/ 12 h 12"/>
              <a:gd name="T84" fmla="*/ 0 w 19"/>
              <a:gd name="T85" fmla="*/ 12 h 12"/>
              <a:gd name="T86" fmla="*/ 0 w 19"/>
              <a:gd name="T87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" h="12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2" y="1"/>
                </a:lnTo>
                <a:lnTo>
                  <a:pt x="2" y="1"/>
                </a:lnTo>
                <a:lnTo>
                  <a:pt x="4" y="0"/>
                </a:lnTo>
                <a:lnTo>
                  <a:pt x="6" y="0"/>
                </a:lnTo>
                <a:lnTo>
                  <a:pt x="6" y="0"/>
                </a:lnTo>
                <a:lnTo>
                  <a:pt x="8" y="0"/>
                </a:lnTo>
                <a:lnTo>
                  <a:pt x="9" y="3"/>
                </a:lnTo>
                <a:lnTo>
                  <a:pt x="9" y="3"/>
                </a:lnTo>
                <a:lnTo>
                  <a:pt x="9" y="3"/>
                </a:lnTo>
                <a:lnTo>
                  <a:pt x="11" y="0"/>
                </a:lnTo>
                <a:lnTo>
                  <a:pt x="11" y="0"/>
                </a:lnTo>
                <a:lnTo>
                  <a:pt x="13" y="0"/>
                </a:lnTo>
                <a:lnTo>
                  <a:pt x="13" y="0"/>
                </a:lnTo>
                <a:lnTo>
                  <a:pt x="17" y="1"/>
                </a:lnTo>
                <a:lnTo>
                  <a:pt x="17" y="3"/>
                </a:lnTo>
                <a:lnTo>
                  <a:pt x="19" y="5"/>
                </a:lnTo>
                <a:lnTo>
                  <a:pt x="19" y="12"/>
                </a:lnTo>
                <a:lnTo>
                  <a:pt x="16" y="12"/>
                </a:lnTo>
                <a:lnTo>
                  <a:pt x="16" y="5"/>
                </a:lnTo>
                <a:lnTo>
                  <a:pt x="16" y="5"/>
                </a:lnTo>
                <a:lnTo>
                  <a:pt x="15" y="3"/>
                </a:lnTo>
                <a:lnTo>
                  <a:pt x="13" y="1"/>
                </a:lnTo>
                <a:lnTo>
                  <a:pt x="13" y="1"/>
                </a:lnTo>
                <a:lnTo>
                  <a:pt x="12" y="3"/>
                </a:lnTo>
                <a:lnTo>
                  <a:pt x="11" y="4"/>
                </a:lnTo>
                <a:lnTo>
                  <a:pt x="11" y="5"/>
                </a:lnTo>
                <a:lnTo>
                  <a:pt x="11" y="12"/>
                </a:lnTo>
                <a:lnTo>
                  <a:pt x="8" y="12"/>
                </a:lnTo>
                <a:lnTo>
                  <a:pt x="8" y="5"/>
                </a:lnTo>
                <a:lnTo>
                  <a:pt x="8" y="5"/>
                </a:lnTo>
                <a:lnTo>
                  <a:pt x="6" y="3"/>
                </a:lnTo>
                <a:lnTo>
                  <a:pt x="5" y="1"/>
                </a:lnTo>
                <a:lnTo>
                  <a:pt x="5" y="1"/>
                </a:lnTo>
                <a:lnTo>
                  <a:pt x="4" y="3"/>
                </a:lnTo>
                <a:lnTo>
                  <a:pt x="2" y="4"/>
                </a:lnTo>
                <a:lnTo>
                  <a:pt x="2" y="5"/>
                </a:lnTo>
                <a:lnTo>
                  <a:pt x="2" y="12"/>
                </a:lnTo>
                <a:lnTo>
                  <a:pt x="0" y="12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5" name="Freeform 1893"/>
          <p:cNvSpPr>
            <a:spLocks noEditPoints="1"/>
          </p:cNvSpPr>
          <p:nvPr/>
        </p:nvSpPr>
        <p:spPr bwMode="auto">
          <a:xfrm>
            <a:off x="3189240" y="3494195"/>
            <a:ext cx="15125" cy="26468"/>
          </a:xfrm>
          <a:custGeom>
            <a:avLst/>
            <a:gdLst>
              <a:gd name="T0" fmla="*/ 12 w 12"/>
              <a:gd name="T1" fmla="*/ 0 h 21"/>
              <a:gd name="T2" fmla="*/ 12 w 12"/>
              <a:gd name="T3" fmla="*/ 17 h 21"/>
              <a:gd name="T4" fmla="*/ 12 w 12"/>
              <a:gd name="T5" fmla="*/ 17 h 21"/>
              <a:gd name="T6" fmla="*/ 12 w 12"/>
              <a:gd name="T7" fmla="*/ 19 h 21"/>
              <a:gd name="T8" fmla="*/ 9 w 12"/>
              <a:gd name="T9" fmla="*/ 19 h 21"/>
              <a:gd name="T10" fmla="*/ 9 w 12"/>
              <a:gd name="T11" fmla="*/ 18 h 21"/>
              <a:gd name="T12" fmla="*/ 9 w 12"/>
              <a:gd name="T13" fmla="*/ 18 h 21"/>
              <a:gd name="T14" fmla="*/ 9 w 12"/>
              <a:gd name="T15" fmla="*/ 18 h 21"/>
              <a:gd name="T16" fmla="*/ 8 w 12"/>
              <a:gd name="T17" fmla="*/ 19 h 21"/>
              <a:gd name="T18" fmla="*/ 5 w 12"/>
              <a:gd name="T19" fmla="*/ 21 h 21"/>
              <a:gd name="T20" fmla="*/ 5 w 12"/>
              <a:gd name="T21" fmla="*/ 21 h 21"/>
              <a:gd name="T22" fmla="*/ 2 w 12"/>
              <a:gd name="T23" fmla="*/ 19 h 21"/>
              <a:gd name="T24" fmla="*/ 1 w 12"/>
              <a:gd name="T25" fmla="*/ 18 h 21"/>
              <a:gd name="T26" fmla="*/ 0 w 12"/>
              <a:gd name="T27" fmla="*/ 17 h 21"/>
              <a:gd name="T28" fmla="*/ 0 w 12"/>
              <a:gd name="T29" fmla="*/ 14 h 21"/>
              <a:gd name="T30" fmla="*/ 0 w 12"/>
              <a:gd name="T31" fmla="*/ 14 h 21"/>
              <a:gd name="T32" fmla="*/ 0 w 12"/>
              <a:gd name="T33" fmla="*/ 11 h 21"/>
              <a:gd name="T34" fmla="*/ 1 w 12"/>
              <a:gd name="T35" fmla="*/ 8 h 21"/>
              <a:gd name="T36" fmla="*/ 4 w 12"/>
              <a:gd name="T37" fmla="*/ 7 h 21"/>
              <a:gd name="T38" fmla="*/ 5 w 12"/>
              <a:gd name="T39" fmla="*/ 7 h 21"/>
              <a:gd name="T40" fmla="*/ 5 w 12"/>
              <a:gd name="T41" fmla="*/ 7 h 21"/>
              <a:gd name="T42" fmla="*/ 8 w 12"/>
              <a:gd name="T43" fmla="*/ 7 h 21"/>
              <a:gd name="T44" fmla="*/ 9 w 12"/>
              <a:gd name="T45" fmla="*/ 8 h 21"/>
              <a:gd name="T46" fmla="*/ 9 w 12"/>
              <a:gd name="T47" fmla="*/ 8 h 21"/>
              <a:gd name="T48" fmla="*/ 9 w 12"/>
              <a:gd name="T49" fmla="*/ 0 h 21"/>
              <a:gd name="T50" fmla="*/ 12 w 12"/>
              <a:gd name="T51" fmla="*/ 0 h 21"/>
              <a:gd name="T52" fmla="*/ 9 w 12"/>
              <a:gd name="T53" fmla="*/ 12 h 21"/>
              <a:gd name="T54" fmla="*/ 9 w 12"/>
              <a:gd name="T55" fmla="*/ 11 h 21"/>
              <a:gd name="T56" fmla="*/ 9 w 12"/>
              <a:gd name="T57" fmla="*/ 11 h 21"/>
              <a:gd name="T58" fmla="*/ 8 w 12"/>
              <a:gd name="T59" fmla="*/ 10 h 21"/>
              <a:gd name="T60" fmla="*/ 6 w 12"/>
              <a:gd name="T61" fmla="*/ 8 h 21"/>
              <a:gd name="T62" fmla="*/ 6 w 12"/>
              <a:gd name="T63" fmla="*/ 8 h 21"/>
              <a:gd name="T64" fmla="*/ 4 w 12"/>
              <a:gd name="T65" fmla="*/ 8 h 21"/>
              <a:gd name="T66" fmla="*/ 2 w 12"/>
              <a:gd name="T67" fmla="*/ 10 h 21"/>
              <a:gd name="T68" fmla="*/ 2 w 12"/>
              <a:gd name="T69" fmla="*/ 14 h 21"/>
              <a:gd name="T70" fmla="*/ 2 w 12"/>
              <a:gd name="T71" fmla="*/ 14 h 21"/>
              <a:gd name="T72" fmla="*/ 2 w 12"/>
              <a:gd name="T73" fmla="*/ 17 h 21"/>
              <a:gd name="T74" fmla="*/ 4 w 12"/>
              <a:gd name="T75" fmla="*/ 18 h 21"/>
              <a:gd name="T76" fmla="*/ 6 w 12"/>
              <a:gd name="T77" fmla="*/ 18 h 21"/>
              <a:gd name="T78" fmla="*/ 6 w 12"/>
              <a:gd name="T79" fmla="*/ 18 h 21"/>
              <a:gd name="T80" fmla="*/ 8 w 12"/>
              <a:gd name="T81" fmla="*/ 18 h 21"/>
              <a:gd name="T82" fmla="*/ 9 w 12"/>
              <a:gd name="T83" fmla="*/ 15 h 21"/>
              <a:gd name="T84" fmla="*/ 9 w 12"/>
              <a:gd name="T85" fmla="*/ 14 h 21"/>
              <a:gd name="T86" fmla="*/ 9 w 12"/>
              <a:gd name="T87" fmla="*/ 12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2" h="21">
                <a:moveTo>
                  <a:pt x="12" y="0"/>
                </a:moveTo>
                <a:lnTo>
                  <a:pt x="12" y="17"/>
                </a:lnTo>
                <a:lnTo>
                  <a:pt x="12" y="17"/>
                </a:lnTo>
                <a:lnTo>
                  <a:pt x="12" y="19"/>
                </a:lnTo>
                <a:lnTo>
                  <a:pt x="9" y="19"/>
                </a:lnTo>
                <a:lnTo>
                  <a:pt x="9" y="18"/>
                </a:lnTo>
                <a:lnTo>
                  <a:pt x="9" y="18"/>
                </a:lnTo>
                <a:lnTo>
                  <a:pt x="9" y="18"/>
                </a:lnTo>
                <a:lnTo>
                  <a:pt x="8" y="19"/>
                </a:lnTo>
                <a:lnTo>
                  <a:pt x="5" y="21"/>
                </a:lnTo>
                <a:lnTo>
                  <a:pt x="5" y="21"/>
                </a:lnTo>
                <a:lnTo>
                  <a:pt x="2" y="19"/>
                </a:lnTo>
                <a:lnTo>
                  <a:pt x="1" y="18"/>
                </a:lnTo>
                <a:lnTo>
                  <a:pt x="0" y="17"/>
                </a:lnTo>
                <a:lnTo>
                  <a:pt x="0" y="14"/>
                </a:lnTo>
                <a:lnTo>
                  <a:pt x="0" y="14"/>
                </a:lnTo>
                <a:lnTo>
                  <a:pt x="0" y="11"/>
                </a:lnTo>
                <a:lnTo>
                  <a:pt x="1" y="8"/>
                </a:lnTo>
                <a:lnTo>
                  <a:pt x="4" y="7"/>
                </a:lnTo>
                <a:lnTo>
                  <a:pt x="5" y="7"/>
                </a:lnTo>
                <a:lnTo>
                  <a:pt x="5" y="7"/>
                </a:lnTo>
                <a:lnTo>
                  <a:pt x="8" y="7"/>
                </a:lnTo>
                <a:lnTo>
                  <a:pt x="9" y="8"/>
                </a:lnTo>
                <a:lnTo>
                  <a:pt x="9" y="8"/>
                </a:lnTo>
                <a:lnTo>
                  <a:pt x="9" y="0"/>
                </a:lnTo>
                <a:lnTo>
                  <a:pt x="12" y="0"/>
                </a:lnTo>
                <a:close/>
                <a:moveTo>
                  <a:pt x="9" y="12"/>
                </a:moveTo>
                <a:lnTo>
                  <a:pt x="9" y="11"/>
                </a:lnTo>
                <a:lnTo>
                  <a:pt x="9" y="11"/>
                </a:lnTo>
                <a:lnTo>
                  <a:pt x="8" y="10"/>
                </a:lnTo>
                <a:lnTo>
                  <a:pt x="6" y="8"/>
                </a:lnTo>
                <a:lnTo>
                  <a:pt x="6" y="8"/>
                </a:lnTo>
                <a:lnTo>
                  <a:pt x="4" y="8"/>
                </a:lnTo>
                <a:lnTo>
                  <a:pt x="2" y="10"/>
                </a:lnTo>
                <a:lnTo>
                  <a:pt x="2" y="14"/>
                </a:lnTo>
                <a:lnTo>
                  <a:pt x="2" y="14"/>
                </a:lnTo>
                <a:lnTo>
                  <a:pt x="2" y="17"/>
                </a:lnTo>
                <a:lnTo>
                  <a:pt x="4" y="18"/>
                </a:lnTo>
                <a:lnTo>
                  <a:pt x="6" y="18"/>
                </a:lnTo>
                <a:lnTo>
                  <a:pt x="6" y="18"/>
                </a:lnTo>
                <a:lnTo>
                  <a:pt x="8" y="18"/>
                </a:lnTo>
                <a:lnTo>
                  <a:pt x="9" y="15"/>
                </a:lnTo>
                <a:lnTo>
                  <a:pt x="9" y="14"/>
                </a:lnTo>
                <a:lnTo>
                  <a:pt x="9" y="12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6" name="Freeform 1894"/>
          <p:cNvSpPr>
            <a:spLocks noEditPoints="1"/>
          </p:cNvSpPr>
          <p:nvPr/>
        </p:nvSpPr>
        <p:spPr bwMode="auto">
          <a:xfrm>
            <a:off x="3208146" y="3503018"/>
            <a:ext cx="15125" cy="17646"/>
          </a:xfrm>
          <a:custGeom>
            <a:avLst/>
            <a:gdLst>
              <a:gd name="T0" fmla="*/ 12 w 12"/>
              <a:gd name="T1" fmla="*/ 7 h 14"/>
              <a:gd name="T2" fmla="*/ 12 w 12"/>
              <a:gd name="T3" fmla="*/ 7 h 14"/>
              <a:gd name="T4" fmla="*/ 12 w 12"/>
              <a:gd name="T5" fmla="*/ 10 h 14"/>
              <a:gd name="T6" fmla="*/ 10 w 12"/>
              <a:gd name="T7" fmla="*/ 11 h 14"/>
              <a:gd name="T8" fmla="*/ 8 w 12"/>
              <a:gd name="T9" fmla="*/ 12 h 14"/>
              <a:gd name="T10" fmla="*/ 6 w 12"/>
              <a:gd name="T11" fmla="*/ 14 h 14"/>
              <a:gd name="T12" fmla="*/ 6 w 12"/>
              <a:gd name="T13" fmla="*/ 14 h 14"/>
              <a:gd name="T14" fmla="*/ 4 w 12"/>
              <a:gd name="T15" fmla="*/ 12 h 14"/>
              <a:gd name="T16" fmla="*/ 1 w 12"/>
              <a:gd name="T17" fmla="*/ 11 h 14"/>
              <a:gd name="T18" fmla="*/ 0 w 12"/>
              <a:gd name="T19" fmla="*/ 10 h 14"/>
              <a:gd name="T20" fmla="*/ 0 w 12"/>
              <a:gd name="T21" fmla="*/ 7 h 14"/>
              <a:gd name="T22" fmla="*/ 0 w 12"/>
              <a:gd name="T23" fmla="*/ 7 h 14"/>
              <a:gd name="T24" fmla="*/ 1 w 12"/>
              <a:gd name="T25" fmla="*/ 4 h 14"/>
              <a:gd name="T26" fmla="*/ 2 w 12"/>
              <a:gd name="T27" fmla="*/ 1 h 14"/>
              <a:gd name="T28" fmla="*/ 4 w 12"/>
              <a:gd name="T29" fmla="*/ 0 h 14"/>
              <a:gd name="T30" fmla="*/ 6 w 12"/>
              <a:gd name="T31" fmla="*/ 0 h 14"/>
              <a:gd name="T32" fmla="*/ 6 w 12"/>
              <a:gd name="T33" fmla="*/ 0 h 14"/>
              <a:gd name="T34" fmla="*/ 9 w 12"/>
              <a:gd name="T35" fmla="*/ 0 h 14"/>
              <a:gd name="T36" fmla="*/ 10 w 12"/>
              <a:gd name="T37" fmla="*/ 1 h 14"/>
              <a:gd name="T38" fmla="*/ 12 w 12"/>
              <a:gd name="T39" fmla="*/ 4 h 14"/>
              <a:gd name="T40" fmla="*/ 12 w 12"/>
              <a:gd name="T41" fmla="*/ 7 h 14"/>
              <a:gd name="T42" fmla="*/ 12 w 12"/>
              <a:gd name="T43" fmla="*/ 7 h 14"/>
              <a:gd name="T44" fmla="*/ 2 w 12"/>
              <a:gd name="T45" fmla="*/ 7 h 14"/>
              <a:gd name="T46" fmla="*/ 2 w 12"/>
              <a:gd name="T47" fmla="*/ 7 h 14"/>
              <a:gd name="T48" fmla="*/ 4 w 12"/>
              <a:gd name="T49" fmla="*/ 10 h 14"/>
              <a:gd name="T50" fmla="*/ 6 w 12"/>
              <a:gd name="T51" fmla="*/ 11 h 14"/>
              <a:gd name="T52" fmla="*/ 6 w 12"/>
              <a:gd name="T53" fmla="*/ 11 h 14"/>
              <a:gd name="T54" fmla="*/ 9 w 12"/>
              <a:gd name="T55" fmla="*/ 10 h 14"/>
              <a:gd name="T56" fmla="*/ 10 w 12"/>
              <a:gd name="T57" fmla="*/ 7 h 14"/>
              <a:gd name="T58" fmla="*/ 10 w 12"/>
              <a:gd name="T59" fmla="*/ 7 h 14"/>
              <a:gd name="T60" fmla="*/ 9 w 12"/>
              <a:gd name="T61" fmla="*/ 3 h 14"/>
              <a:gd name="T62" fmla="*/ 8 w 12"/>
              <a:gd name="T63" fmla="*/ 1 h 14"/>
              <a:gd name="T64" fmla="*/ 6 w 12"/>
              <a:gd name="T65" fmla="*/ 1 h 14"/>
              <a:gd name="T66" fmla="*/ 6 w 12"/>
              <a:gd name="T67" fmla="*/ 1 h 14"/>
              <a:gd name="T68" fmla="*/ 5 w 12"/>
              <a:gd name="T69" fmla="*/ 1 h 14"/>
              <a:gd name="T70" fmla="*/ 4 w 12"/>
              <a:gd name="T71" fmla="*/ 3 h 14"/>
              <a:gd name="T72" fmla="*/ 2 w 12"/>
              <a:gd name="T73" fmla="*/ 7 h 14"/>
              <a:gd name="T74" fmla="*/ 2 w 12"/>
              <a:gd name="T7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" h="14">
                <a:moveTo>
                  <a:pt x="12" y="7"/>
                </a:moveTo>
                <a:lnTo>
                  <a:pt x="12" y="7"/>
                </a:lnTo>
                <a:lnTo>
                  <a:pt x="12" y="10"/>
                </a:lnTo>
                <a:lnTo>
                  <a:pt x="10" y="11"/>
                </a:lnTo>
                <a:lnTo>
                  <a:pt x="8" y="12"/>
                </a:lnTo>
                <a:lnTo>
                  <a:pt x="6" y="14"/>
                </a:lnTo>
                <a:lnTo>
                  <a:pt x="6" y="14"/>
                </a:lnTo>
                <a:lnTo>
                  <a:pt x="4" y="12"/>
                </a:lnTo>
                <a:lnTo>
                  <a:pt x="1" y="11"/>
                </a:lnTo>
                <a:lnTo>
                  <a:pt x="0" y="10"/>
                </a:lnTo>
                <a:lnTo>
                  <a:pt x="0" y="7"/>
                </a:lnTo>
                <a:lnTo>
                  <a:pt x="0" y="7"/>
                </a:lnTo>
                <a:lnTo>
                  <a:pt x="1" y="4"/>
                </a:lnTo>
                <a:lnTo>
                  <a:pt x="2" y="1"/>
                </a:lnTo>
                <a:lnTo>
                  <a:pt x="4" y="0"/>
                </a:lnTo>
                <a:lnTo>
                  <a:pt x="6" y="0"/>
                </a:lnTo>
                <a:lnTo>
                  <a:pt x="6" y="0"/>
                </a:lnTo>
                <a:lnTo>
                  <a:pt x="9" y="0"/>
                </a:lnTo>
                <a:lnTo>
                  <a:pt x="10" y="1"/>
                </a:lnTo>
                <a:lnTo>
                  <a:pt x="12" y="4"/>
                </a:lnTo>
                <a:lnTo>
                  <a:pt x="12" y="7"/>
                </a:lnTo>
                <a:lnTo>
                  <a:pt x="12" y="7"/>
                </a:lnTo>
                <a:close/>
                <a:moveTo>
                  <a:pt x="2" y="7"/>
                </a:moveTo>
                <a:lnTo>
                  <a:pt x="2" y="7"/>
                </a:lnTo>
                <a:lnTo>
                  <a:pt x="4" y="10"/>
                </a:lnTo>
                <a:lnTo>
                  <a:pt x="6" y="11"/>
                </a:lnTo>
                <a:lnTo>
                  <a:pt x="6" y="11"/>
                </a:lnTo>
                <a:lnTo>
                  <a:pt x="9" y="10"/>
                </a:lnTo>
                <a:lnTo>
                  <a:pt x="10" y="7"/>
                </a:lnTo>
                <a:lnTo>
                  <a:pt x="10" y="7"/>
                </a:lnTo>
                <a:lnTo>
                  <a:pt x="9" y="3"/>
                </a:lnTo>
                <a:lnTo>
                  <a:pt x="8" y="1"/>
                </a:lnTo>
                <a:lnTo>
                  <a:pt x="6" y="1"/>
                </a:lnTo>
                <a:lnTo>
                  <a:pt x="6" y="1"/>
                </a:lnTo>
                <a:lnTo>
                  <a:pt x="5" y="1"/>
                </a:lnTo>
                <a:lnTo>
                  <a:pt x="4" y="3"/>
                </a:lnTo>
                <a:lnTo>
                  <a:pt x="2" y="7"/>
                </a:lnTo>
                <a:lnTo>
                  <a:pt x="2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7" name="Rectangle 1895"/>
          <p:cNvSpPr>
            <a:spLocks noChangeArrowheads="1"/>
          </p:cNvSpPr>
          <p:nvPr/>
        </p:nvSpPr>
        <p:spPr bwMode="auto">
          <a:xfrm>
            <a:off x="3228313" y="3494195"/>
            <a:ext cx="1260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8" name="Freeform 1896"/>
          <p:cNvSpPr>
            <a:spLocks noEditPoints="1"/>
          </p:cNvSpPr>
          <p:nvPr/>
        </p:nvSpPr>
        <p:spPr bwMode="auto">
          <a:xfrm>
            <a:off x="3234615" y="3503018"/>
            <a:ext cx="15125" cy="17646"/>
          </a:xfrm>
          <a:custGeom>
            <a:avLst/>
            <a:gdLst>
              <a:gd name="T0" fmla="*/ 12 w 12"/>
              <a:gd name="T1" fmla="*/ 7 h 14"/>
              <a:gd name="T2" fmla="*/ 12 w 12"/>
              <a:gd name="T3" fmla="*/ 7 h 14"/>
              <a:gd name="T4" fmla="*/ 12 w 12"/>
              <a:gd name="T5" fmla="*/ 10 h 14"/>
              <a:gd name="T6" fmla="*/ 11 w 12"/>
              <a:gd name="T7" fmla="*/ 11 h 14"/>
              <a:gd name="T8" fmla="*/ 8 w 12"/>
              <a:gd name="T9" fmla="*/ 12 h 14"/>
              <a:gd name="T10" fmla="*/ 6 w 12"/>
              <a:gd name="T11" fmla="*/ 14 h 14"/>
              <a:gd name="T12" fmla="*/ 6 w 12"/>
              <a:gd name="T13" fmla="*/ 14 h 14"/>
              <a:gd name="T14" fmla="*/ 3 w 12"/>
              <a:gd name="T15" fmla="*/ 12 h 14"/>
              <a:gd name="T16" fmla="*/ 2 w 12"/>
              <a:gd name="T17" fmla="*/ 11 h 14"/>
              <a:gd name="T18" fmla="*/ 0 w 12"/>
              <a:gd name="T19" fmla="*/ 10 h 14"/>
              <a:gd name="T20" fmla="*/ 0 w 12"/>
              <a:gd name="T21" fmla="*/ 7 h 14"/>
              <a:gd name="T22" fmla="*/ 0 w 12"/>
              <a:gd name="T23" fmla="*/ 7 h 14"/>
              <a:gd name="T24" fmla="*/ 0 w 12"/>
              <a:gd name="T25" fmla="*/ 4 h 14"/>
              <a:gd name="T26" fmla="*/ 2 w 12"/>
              <a:gd name="T27" fmla="*/ 1 h 14"/>
              <a:gd name="T28" fmla="*/ 4 w 12"/>
              <a:gd name="T29" fmla="*/ 0 h 14"/>
              <a:gd name="T30" fmla="*/ 6 w 12"/>
              <a:gd name="T31" fmla="*/ 0 h 14"/>
              <a:gd name="T32" fmla="*/ 6 w 12"/>
              <a:gd name="T33" fmla="*/ 0 h 14"/>
              <a:gd name="T34" fmla="*/ 8 w 12"/>
              <a:gd name="T35" fmla="*/ 0 h 14"/>
              <a:gd name="T36" fmla="*/ 11 w 12"/>
              <a:gd name="T37" fmla="*/ 1 h 14"/>
              <a:gd name="T38" fmla="*/ 12 w 12"/>
              <a:gd name="T39" fmla="*/ 4 h 14"/>
              <a:gd name="T40" fmla="*/ 12 w 12"/>
              <a:gd name="T41" fmla="*/ 7 h 14"/>
              <a:gd name="T42" fmla="*/ 12 w 12"/>
              <a:gd name="T43" fmla="*/ 7 h 14"/>
              <a:gd name="T44" fmla="*/ 2 w 12"/>
              <a:gd name="T45" fmla="*/ 7 h 14"/>
              <a:gd name="T46" fmla="*/ 2 w 12"/>
              <a:gd name="T47" fmla="*/ 7 h 14"/>
              <a:gd name="T48" fmla="*/ 3 w 12"/>
              <a:gd name="T49" fmla="*/ 10 h 14"/>
              <a:gd name="T50" fmla="*/ 6 w 12"/>
              <a:gd name="T51" fmla="*/ 11 h 14"/>
              <a:gd name="T52" fmla="*/ 6 w 12"/>
              <a:gd name="T53" fmla="*/ 11 h 14"/>
              <a:gd name="T54" fmla="*/ 8 w 12"/>
              <a:gd name="T55" fmla="*/ 10 h 14"/>
              <a:gd name="T56" fmla="*/ 10 w 12"/>
              <a:gd name="T57" fmla="*/ 7 h 14"/>
              <a:gd name="T58" fmla="*/ 10 w 12"/>
              <a:gd name="T59" fmla="*/ 7 h 14"/>
              <a:gd name="T60" fmla="*/ 10 w 12"/>
              <a:gd name="T61" fmla="*/ 3 h 14"/>
              <a:gd name="T62" fmla="*/ 8 w 12"/>
              <a:gd name="T63" fmla="*/ 1 h 14"/>
              <a:gd name="T64" fmla="*/ 6 w 12"/>
              <a:gd name="T65" fmla="*/ 1 h 14"/>
              <a:gd name="T66" fmla="*/ 6 w 12"/>
              <a:gd name="T67" fmla="*/ 1 h 14"/>
              <a:gd name="T68" fmla="*/ 4 w 12"/>
              <a:gd name="T69" fmla="*/ 1 h 14"/>
              <a:gd name="T70" fmla="*/ 3 w 12"/>
              <a:gd name="T71" fmla="*/ 3 h 14"/>
              <a:gd name="T72" fmla="*/ 2 w 12"/>
              <a:gd name="T73" fmla="*/ 7 h 14"/>
              <a:gd name="T74" fmla="*/ 2 w 12"/>
              <a:gd name="T7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" h="14">
                <a:moveTo>
                  <a:pt x="12" y="7"/>
                </a:moveTo>
                <a:lnTo>
                  <a:pt x="12" y="7"/>
                </a:lnTo>
                <a:lnTo>
                  <a:pt x="12" y="10"/>
                </a:lnTo>
                <a:lnTo>
                  <a:pt x="11" y="11"/>
                </a:lnTo>
                <a:lnTo>
                  <a:pt x="8" y="12"/>
                </a:lnTo>
                <a:lnTo>
                  <a:pt x="6" y="14"/>
                </a:lnTo>
                <a:lnTo>
                  <a:pt x="6" y="14"/>
                </a:lnTo>
                <a:lnTo>
                  <a:pt x="3" y="12"/>
                </a:lnTo>
                <a:lnTo>
                  <a:pt x="2" y="11"/>
                </a:lnTo>
                <a:lnTo>
                  <a:pt x="0" y="10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2" y="1"/>
                </a:lnTo>
                <a:lnTo>
                  <a:pt x="4" y="0"/>
                </a:lnTo>
                <a:lnTo>
                  <a:pt x="6" y="0"/>
                </a:lnTo>
                <a:lnTo>
                  <a:pt x="6" y="0"/>
                </a:lnTo>
                <a:lnTo>
                  <a:pt x="8" y="0"/>
                </a:lnTo>
                <a:lnTo>
                  <a:pt x="11" y="1"/>
                </a:lnTo>
                <a:lnTo>
                  <a:pt x="12" y="4"/>
                </a:lnTo>
                <a:lnTo>
                  <a:pt x="12" y="7"/>
                </a:lnTo>
                <a:lnTo>
                  <a:pt x="12" y="7"/>
                </a:lnTo>
                <a:close/>
                <a:moveTo>
                  <a:pt x="2" y="7"/>
                </a:moveTo>
                <a:lnTo>
                  <a:pt x="2" y="7"/>
                </a:lnTo>
                <a:lnTo>
                  <a:pt x="3" y="10"/>
                </a:lnTo>
                <a:lnTo>
                  <a:pt x="6" y="11"/>
                </a:lnTo>
                <a:lnTo>
                  <a:pt x="6" y="11"/>
                </a:lnTo>
                <a:lnTo>
                  <a:pt x="8" y="10"/>
                </a:lnTo>
                <a:lnTo>
                  <a:pt x="10" y="7"/>
                </a:lnTo>
                <a:lnTo>
                  <a:pt x="10" y="7"/>
                </a:lnTo>
                <a:lnTo>
                  <a:pt x="10" y="3"/>
                </a:lnTo>
                <a:lnTo>
                  <a:pt x="8" y="1"/>
                </a:lnTo>
                <a:lnTo>
                  <a:pt x="6" y="1"/>
                </a:lnTo>
                <a:lnTo>
                  <a:pt x="6" y="1"/>
                </a:lnTo>
                <a:lnTo>
                  <a:pt x="4" y="1"/>
                </a:lnTo>
                <a:lnTo>
                  <a:pt x="3" y="3"/>
                </a:lnTo>
                <a:lnTo>
                  <a:pt x="2" y="7"/>
                </a:lnTo>
                <a:lnTo>
                  <a:pt x="2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9" name="Freeform 1897"/>
          <p:cNvSpPr>
            <a:spLocks/>
          </p:cNvSpPr>
          <p:nvPr/>
        </p:nvSpPr>
        <p:spPr bwMode="auto">
          <a:xfrm>
            <a:off x="3253521" y="3503018"/>
            <a:ext cx="8823" cy="15125"/>
          </a:xfrm>
          <a:custGeom>
            <a:avLst/>
            <a:gdLst>
              <a:gd name="T0" fmla="*/ 0 w 7"/>
              <a:gd name="T1" fmla="*/ 4 h 12"/>
              <a:gd name="T2" fmla="*/ 0 w 7"/>
              <a:gd name="T3" fmla="*/ 4 h 12"/>
              <a:gd name="T4" fmla="*/ 0 w 7"/>
              <a:gd name="T5" fmla="*/ 0 h 12"/>
              <a:gd name="T6" fmla="*/ 3 w 7"/>
              <a:gd name="T7" fmla="*/ 0 h 12"/>
              <a:gd name="T8" fmla="*/ 3 w 7"/>
              <a:gd name="T9" fmla="*/ 3 h 12"/>
              <a:gd name="T10" fmla="*/ 3 w 7"/>
              <a:gd name="T11" fmla="*/ 3 h 12"/>
              <a:gd name="T12" fmla="*/ 3 w 7"/>
              <a:gd name="T13" fmla="*/ 3 h 12"/>
              <a:gd name="T14" fmla="*/ 4 w 7"/>
              <a:gd name="T15" fmla="*/ 0 h 12"/>
              <a:gd name="T16" fmla="*/ 5 w 7"/>
              <a:gd name="T17" fmla="*/ 0 h 12"/>
              <a:gd name="T18" fmla="*/ 7 w 7"/>
              <a:gd name="T19" fmla="*/ 0 h 12"/>
              <a:gd name="T20" fmla="*/ 7 w 7"/>
              <a:gd name="T21" fmla="*/ 1 h 12"/>
              <a:gd name="T22" fmla="*/ 5 w 7"/>
              <a:gd name="T23" fmla="*/ 1 h 12"/>
              <a:gd name="T24" fmla="*/ 5 w 7"/>
              <a:gd name="T25" fmla="*/ 1 h 12"/>
              <a:gd name="T26" fmla="*/ 4 w 7"/>
              <a:gd name="T27" fmla="*/ 3 h 12"/>
              <a:gd name="T28" fmla="*/ 3 w 7"/>
              <a:gd name="T29" fmla="*/ 5 h 12"/>
              <a:gd name="T30" fmla="*/ 3 w 7"/>
              <a:gd name="T31" fmla="*/ 5 h 12"/>
              <a:gd name="T32" fmla="*/ 3 w 7"/>
              <a:gd name="T33" fmla="*/ 12 h 12"/>
              <a:gd name="T34" fmla="*/ 0 w 7"/>
              <a:gd name="T35" fmla="*/ 12 h 12"/>
              <a:gd name="T36" fmla="*/ 0 w 7"/>
              <a:gd name="T37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" h="12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3" y="0"/>
                </a:lnTo>
                <a:lnTo>
                  <a:pt x="3" y="3"/>
                </a:lnTo>
                <a:lnTo>
                  <a:pt x="3" y="3"/>
                </a:lnTo>
                <a:lnTo>
                  <a:pt x="3" y="3"/>
                </a:lnTo>
                <a:lnTo>
                  <a:pt x="4" y="0"/>
                </a:lnTo>
                <a:lnTo>
                  <a:pt x="5" y="0"/>
                </a:lnTo>
                <a:lnTo>
                  <a:pt x="7" y="0"/>
                </a:lnTo>
                <a:lnTo>
                  <a:pt x="7" y="1"/>
                </a:lnTo>
                <a:lnTo>
                  <a:pt x="5" y="1"/>
                </a:lnTo>
                <a:lnTo>
                  <a:pt x="5" y="1"/>
                </a:lnTo>
                <a:lnTo>
                  <a:pt x="4" y="3"/>
                </a:lnTo>
                <a:lnTo>
                  <a:pt x="3" y="5"/>
                </a:lnTo>
                <a:lnTo>
                  <a:pt x="3" y="5"/>
                </a:lnTo>
                <a:lnTo>
                  <a:pt x="3" y="12"/>
                </a:lnTo>
                <a:lnTo>
                  <a:pt x="0" y="12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0" name="Freeform 1898"/>
          <p:cNvSpPr>
            <a:spLocks/>
          </p:cNvSpPr>
          <p:nvPr/>
        </p:nvSpPr>
        <p:spPr bwMode="auto">
          <a:xfrm>
            <a:off x="3262343" y="3515621"/>
            <a:ext cx="5042" cy="5042"/>
          </a:xfrm>
          <a:custGeom>
            <a:avLst/>
            <a:gdLst>
              <a:gd name="T0" fmla="*/ 0 w 4"/>
              <a:gd name="T1" fmla="*/ 1 h 4"/>
              <a:gd name="T2" fmla="*/ 0 w 4"/>
              <a:gd name="T3" fmla="*/ 1 h 4"/>
              <a:gd name="T4" fmla="*/ 1 w 4"/>
              <a:gd name="T5" fmla="*/ 1 h 4"/>
              <a:gd name="T6" fmla="*/ 1 w 4"/>
              <a:gd name="T7" fmla="*/ 0 h 4"/>
              <a:gd name="T8" fmla="*/ 1 w 4"/>
              <a:gd name="T9" fmla="*/ 0 h 4"/>
              <a:gd name="T10" fmla="*/ 2 w 4"/>
              <a:gd name="T11" fmla="*/ 1 h 4"/>
              <a:gd name="T12" fmla="*/ 4 w 4"/>
              <a:gd name="T13" fmla="*/ 1 h 4"/>
              <a:gd name="T14" fmla="*/ 4 w 4"/>
              <a:gd name="T15" fmla="*/ 1 h 4"/>
              <a:gd name="T16" fmla="*/ 2 w 4"/>
              <a:gd name="T17" fmla="*/ 2 h 4"/>
              <a:gd name="T18" fmla="*/ 1 w 4"/>
              <a:gd name="T19" fmla="*/ 4 h 4"/>
              <a:gd name="T20" fmla="*/ 1 w 4"/>
              <a:gd name="T21" fmla="*/ 4 h 4"/>
              <a:gd name="T22" fmla="*/ 1 w 4"/>
              <a:gd name="T23" fmla="*/ 2 h 4"/>
              <a:gd name="T24" fmla="*/ 0 w 4"/>
              <a:gd name="T25" fmla="*/ 1 h 4"/>
              <a:gd name="T26" fmla="*/ 0 w 4"/>
              <a:gd name="T27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" h="4">
                <a:moveTo>
                  <a:pt x="0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0"/>
                </a:lnTo>
                <a:lnTo>
                  <a:pt x="2" y="1"/>
                </a:lnTo>
                <a:lnTo>
                  <a:pt x="4" y="1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1" y="4"/>
                </a:lnTo>
                <a:lnTo>
                  <a:pt x="1" y="2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1" name="Freeform 1899"/>
          <p:cNvSpPr>
            <a:spLocks noEditPoints="1"/>
          </p:cNvSpPr>
          <p:nvPr/>
        </p:nvSpPr>
        <p:spPr bwMode="auto">
          <a:xfrm>
            <a:off x="3276208" y="3496716"/>
            <a:ext cx="17646" cy="21427"/>
          </a:xfrm>
          <a:custGeom>
            <a:avLst/>
            <a:gdLst>
              <a:gd name="T0" fmla="*/ 4 w 14"/>
              <a:gd name="T1" fmla="*/ 12 h 17"/>
              <a:gd name="T2" fmla="*/ 2 w 14"/>
              <a:gd name="T3" fmla="*/ 17 h 17"/>
              <a:gd name="T4" fmla="*/ 0 w 14"/>
              <a:gd name="T5" fmla="*/ 17 h 17"/>
              <a:gd name="T6" fmla="*/ 6 w 14"/>
              <a:gd name="T7" fmla="*/ 0 h 17"/>
              <a:gd name="T8" fmla="*/ 9 w 14"/>
              <a:gd name="T9" fmla="*/ 0 h 17"/>
              <a:gd name="T10" fmla="*/ 14 w 14"/>
              <a:gd name="T11" fmla="*/ 17 h 17"/>
              <a:gd name="T12" fmla="*/ 12 w 14"/>
              <a:gd name="T13" fmla="*/ 17 h 17"/>
              <a:gd name="T14" fmla="*/ 10 w 14"/>
              <a:gd name="T15" fmla="*/ 12 h 17"/>
              <a:gd name="T16" fmla="*/ 4 w 14"/>
              <a:gd name="T17" fmla="*/ 12 h 17"/>
              <a:gd name="T18" fmla="*/ 10 w 14"/>
              <a:gd name="T19" fmla="*/ 10 h 17"/>
              <a:gd name="T20" fmla="*/ 8 w 14"/>
              <a:gd name="T21" fmla="*/ 5 h 17"/>
              <a:gd name="T22" fmla="*/ 8 w 14"/>
              <a:gd name="T23" fmla="*/ 5 h 17"/>
              <a:gd name="T24" fmla="*/ 8 w 14"/>
              <a:gd name="T25" fmla="*/ 2 h 17"/>
              <a:gd name="T26" fmla="*/ 6 w 14"/>
              <a:gd name="T27" fmla="*/ 2 h 17"/>
              <a:gd name="T28" fmla="*/ 6 w 14"/>
              <a:gd name="T29" fmla="*/ 2 h 17"/>
              <a:gd name="T30" fmla="*/ 6 w 14"/>
              <a:gd name="T31" fmla="*/ 5 h 17"/>
              <a:gd name="T32" fmla="*/ 5 w 14"/>
              <a:gd name="T33" fmla="*/ 10 h 17"/>
              <a:gd name="T34" fmla="*/ 10 w 14"/>
              <a:gd name="T35" fmla="*/ 1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" h="17">
                <a:moveTo>
                  <a:pt x="4" y="12"/>
                </a:moveTo>
                <a:lnTo>
                  <a:pt x="2" y="17"/>
                </a:lnTo>
                <a:lnTo>
                  <a:pt x="0" y="17"/>
                </a:lnTo>
                <a:lnTo>
                  <a:pt x="6" y="0"/>
                </a:lnTo>
                <a:lnTo>
                  <a:pt x="9" y="0"/>
                </a:lnTo>
                <a:lnTo>
                  <a:pt x="14" y="17"/>
                </a:lnTo>
                <a:lnTo>
                  <a:pt x="12" y="17"/>
                </a:lnTo>
                <a:lnTo>
                  <a:pt x="10" y="12"/>
                </a:lnTo>
                <a:lnTo>
                  <a:pt x="4" y="12"/>
                </a:lnTo>
                <a:close/>
                <a:moveTo>
                  <a:pt x="10" y="10"/>
                </a:moveTo>
                <a:lnTo>
                  <a:pt x="8" y="5"/>
                </a:lnTo>
                <a:lnTo>
                  <a:pt x="8" y="5"/>
                </a:lnTo>
                <a:lnTo>
                  <a:pt x="8" y="2"/>
                </a:lnTo>
                <a:lnTo>
                  <a:pt x="6" y="2"/>
                </a:lnTo>
                <a:lnTo>
                  <a:pt x="6" y="2"/>
                </a:lnTo>
                <a:lnTo>
                  <a:pt x="6" y="5"/>
                </a:lnTo>
                <a:lnTo>
                  <a:pt x="5" y="10"/>
                </a:lnTo>
                <a:lnTo>
                  <a:pt x="10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2" name="Rectangle 1900"/>
          <p:cNvSpPr>
            <a:spLocks noChangeArrowheads="1"/>
          </p:cNvSpPr>
          <p:nvPr/>
        </p:nvSpPr>
        <p:spPr bwMode="auto">
          <a:xfrm>
            <a:off x="3297635" y="3494195"/>
            <a:ext cx="3781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3" name="Freeform 1901"/>
          <p:cNvSpPr>
            <a:spLocks noEditPoints="1"/>
          </p:cNvSpPr>
          <p:nvPr/>
        </p:nvSpPr>
        <p:spPr bwMode="auto">
          <a:xfrm>
            <a:off x="3305197" y="3496716"/>
            <a:ext cx="5042" cy="21427"/>
          </a:xfrm>
          <a:custGeom>
            <a:avLst/>
            <a:gdLst>
              <a:gd name="T0" fmla="*/ 4 w 4"/>
              <a:gd name="T1" fmla="*/ 1 h 17"/>
              <a:gd name="T2" fmla="*/ 4 w 4"/>
              <a:gd name="T3" fmla="*/ 1 h 17"/>
              <a:gd name="T4" fmla="*/ 2 w 4"/>
              <a:gd name="T5" fmla="*/ 2 h 17"/>
              <a:gd name="T6" fmla="*/ 1 w 4"/>
              <a:gd name="T7" fmla="*/ 2 h 17"/>
              <a:gd name="T8" fmla="*/ 1 w 4"/>
              <a:gd name="T9" fmla="*/ 2 h 17"/>
              <a:gd name="T10" fmla="*/ 1 w 4"/>
              <a:gd name="T11" fmla="*/ 2 h 17"/>
              <a:gd name="T12" fmla="*/ 0 w 4"/>
              <a:gd name="T13" fmla="*/ 1 h 17"/>
              <a:gd name="T14" fmla="*/ 0 w 4"/>
              <a:gd name="T15" fmla="*/ 1 h 17"/>
              <a:gd name="T16" fmla="*/ 1 w 4"/>
              <a:gd name="T17" fmla="*/ 0 h 17"/>
              <a:gd name="T18" fmla="*/ 2 w 4"/>
              <a:gd name="T19" fmla="*/ 0 h 17"/>
              <a:gd name="T20" fmla="*/ 2 w 4"/>
              <a:gd name="T21" fmla="*/ 0 h 17"/>
              <a:gd name="T22" fmla="*/ 2 w 4"/>
              <a:gd name="T23" fmla="*/ 0 h 17"/>
              <a:gd name="T24" fmla="*/ 4 w 4"/>
              <a:gd name="T25" fmla="*/ 1 h 17"/>
              <a:gd name="T26" fmla="*/ 4 w 4"/>
              <a:gd name="T27" fmla="*/ 1 h 17"/>
              <a:gd name="T28" fmla="*/ 1 w 4"/>
              <a:gd name="T29" fmla="*/ 17 h 17"/>
              <a:gd name="T30" fmla="*/ 1 w 4"/>
              <a:gd name="T31" fmla="*/ 5 h 17"/>
              <a:gd name="T32" fmla="*/ 2 w 4"/>
              <a:gd name="T33" fmla="*/ 5 h 17"/>
              <a:gd name="T34" fmla="*/ 2 w 4"/>
              <a:gd name="T35" fmla="*/ 17 h 17"/>
              <a:gd name="T36" fmla="*/ 1 w 4"/>
              <a:gd name="T37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" h="17">
                <a:moveTo>
                  <a:pt x="4" y="1"/>
                </a:moveTo>
                <a:lnTo>
                  <a:pt x="4" y="1"/>
                </a:lnTo>
                <a:lnTo>
                  <a:pt x="2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0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4" y="1"/>
                </a:lnTo>
                <a:lnTo>
                  <a:pt x="4" y="1"/>
                </a:lnTo>
                <a:close/>
                <a:moveTo>
                  <a:pt x="1" y="17"/>
                </a:moveTo>
                <a:lnTo>
                  <a:pt x="1" y="5"/>
                </a:lnTo>
                <a:lnTo>
                  <a:pt x="2" y="5"/>
                </a:lnTo>
                <a:lnTo>
                  <a:pt x="2" y="17"/>
                </a:lnTo>
                <a:lnTo>
                  <a:pt x="1" y="1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4" name="Freeform 1902"/>
          <p:cNvSpPr>
            <a:spLocks noEditPoints="1"/>
          </p:cNvSpPr>
          <p:nvPr/>
        </p:nvSpPr>
        <p:spPr bwMode="auto">
          <a:xfrm>
            <a:off x="3312759" y="3503018"/>
            <a:ext cx="15125" cy="22687"/>
          </a:xfrm>
          <a:custGeom>
            <a:avLst/>
            <a:gdLst>
              <a:gd name="T0" fmla="*/ 10 w 12"/>
              <a:gd name="T1" fmla="*/ 11 h 18"/>
              <a:gd name="T2" fmla="*/ 10 w 12"/>
              <a:gd name="T3" fmla="*/ 11 h 18"/>
              <a:gd name="T4" fmla="*/ 10 w 12"/>
              <a:gd name="T5" fmla="*/ 11 h 18"/>
              <a:gd name="T6" fmla="*/ 8 w 12"/>
              <a:gd name="T7" fmla="*/ 12 h 18"/>
              <a:gd name="T8" fmla="*/ 6 w 12"/>
              <a:gd name="T9" fmla="*/ 14 h 18"/>
              <a:gd name="T10" fmla="*/ 6 w 12"/>
              <a:gd name="T11" fmla="*/ 14 h 18"/>
              <a:gd name="T12" fmla="*/ 3 w 12"/>
              <a:gd name="T13" fmla="*/ 12 h 18"/>
              <a:gd name="T14" fmla="*/ 2 w 12"/>
              <a:gd name="T15" fmla="*/ 11 h 18"/>
              <a:gd name="T16" fmla="*/ 0 w 12"/>
              <a:gd name="T17" fmla="*/ 10 h 18"/>
              <a:gd name="T18" fmla="*/ 0 w 12"/>
              <a:gd name="T19" fmla="*/ 7 h 18"/>
              <a:gd name="T20" fmla="*/ 0 w 12"/>
              <a:gd name="T21" fmla="*/ 7 h 18"/>
              <a:gd name="T22" fmla="*/ 0 w 12"/>
              <a:gd name="T23" fmla="*/ 4 h 18"/>
              <a:gd name="T24" fmla="*/ 2 w 12"/>
              <a:gd name="T25" fmla="*/ 1 h 18"/>
              <a:gd name="T26" fmla="*/ 3 w 12"/>
              <a:gd name="T27" fmla="*/ 0 h 18"/>
              <a:gd name="T28" fmla="*/ 6 w 12"/>
              <a:gd name="T29" fmla="*/ 0 h 18"/>
              <a:gd name="T30" fmla="*/ 6 w 12"/>
              <a:gd name="T31" fmla="*/ 0 h 18"/>
              <a:gd name="T32" fmla="*/ 8 w 12"/>
              <a:gd name="T33" fmla="*/ 0 h 18"/>
              <a:gd name="T34" fmla="*/ 10 w 12"/>
              <a:gd name="T35" fmla="*/ 1 h 18"/>
              <a:gd name="T36" fmla="*/ 10 w 12"/>
              <a:gd name="T37" fmla="*/ 1 h 18"/>
              <a:gd name="T38" fmla="*/ 10 w 12"/>
              <a:gd name="T39" fmla="*/ 0 h 18"/>
              <a:gd name="T40" fmla="*/ 12 w 12"/>
              <a:gd name="T41" fmla="*/ 0 h 18"/>
              <a:gd name="T42" fmla="*/ 12 w 12"/>
              <a:gd name="T43" fmla="*/ 0 h 18"/>
              <a:gd name="T44" fmla="*/ 12 w 12"/>
              <a:gd name="T45" fmla="*/ 4 h 18"/>
              <a:gd name="T46" fmla="*/ 12 w 12"/>
              <a:gd name="T47" fmla="*/ 18 h 18"/>
              <a:gd name="T48" fmla="*/ 10 w 12"/>
              <a:gd name="T49" fmla="*/ 18 h 18"/>
              <a:gd name="T50" fmla="*/ 10 w 12"/>
              <a:gd name="T51" fmla="*/ 11 h 18"/>
              <a:gd name="T52" fmla="*/ 10 w 12"/>
              <a:gd name="T53" fmla="*/ 5 h 18"/>
              <a:gd name="T54" fmla="*/ 10 w 12"/>
              <a:gd name="T55" fmla="*/ 4 h 18"/>
              <a:gd name="T56" fmla="*/ 10 w 12"/>
              <a:gd name="T57" fmla="*/ 4 h 18"/>
              <a:gd name="T58" fmla="*/ 8 w 12"/>
              <a:gd name="T59" fmla="*/ 3 h 18"/>
              <a:gd name="T60" fmla="*/ 6 w 12"/>
              <a:gd name="T61" fmla="*/ 1 h 18"/>
              <a:gd name="T62" fmla="*/ 6 w 12"/>
              <a:gd name="T63" fmla="*/ 1 h 18"/>
              <a:gd name="T64" fmla="*/ 3 w 12"/>
              <a:gd name="T65" fmla="*/ 3 h 18"/>
              <a:gd name="T66" fmla="*/ 2 w 12"/>
              <a:gd name="T67" fmla="*/ 7 h 18"/>
              <a:gd name="T68" fmla="*/ 2 w 12"/>
              <a:gd name="T69" fmla="*/ 7 h 18"/>
              <a:gd name="T70" fmla="*/ 3 w 12"/>
              <a:gd name="T71" fmla="*/ 10 h 18"/>
              <a:gd name="T72" fmla="*/ 4 w 12"/>
              <a:gd name="T73" fmla="*/ 11 h 18"/>
              <a:gd name="T74" fmla="*/ 6 w 12"/>
              <a:gd name="T75" fmla="*/ 11 h 18"/>
              <a:gd name="T76" fmla="*/ 6 w 12"/>
              <a:gd name="T77" fmla="*/ 11 h 18"/>
              <a:gd name="T78" fmla="*/ 8 w 12"/>
              <a:gd name="T79" fmla="*/ 11 h 18"/>
              <a:gd name="T80" fmla="*/ 10 w 12"/>
              <a:gd name="T81" fmla="*/ 8 h 18"/>
              <a:gd name="T82" fmla="*/ 10 w 12"/>
              <a:gd name="T83" fmla="*/ 8 h 18"/>
              <a:gd name="T84" fmla="*/ 10 w 12"/>
              <a:gd name="T85" fmla="*/ 5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" h="18">
                <a:moveTo>
                  <a:pt x="10" y="11"/>
                </a:moveTo>
                <a:lnTo>
                  <a:pt x="10" y="11"/>
                </a:lnTo>
                <a:lnTo>
                  <a:pt x="10" y="11"/>
                </a:lnTo>
                <a:lnTo>
                  <a:pt x="8" y="12"/>
                </a:lnTo>
                <a:lnTo>
                  <a:pt x="6" y="14"/>
                </a:lnTo>
                <a:lnTo>
                  <a:pt x="6" y="14"/>
                </a:lnTo>
                <a:lnTo>
                  <a:pt x="3" y="12"/>
                </a:lnTo>
                <a:lnTo>
                  <a:pt x="2" y="11"/>
                </a:lnTo>
                <a:lnTo>
                  <a:pt x="0" y="10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2" y="1"/>
                </a:lnTo>
                <a:lnTo>
                  <a:pt x="3" y="0"/>
                </a:lnTo>
                <a:lnTo>
                  <a:pt x="6" y="0"/>
                </a:lnTo>
                <a:lnTo>
                  <a:pt x="6" y="0"/>
                </a:lnTo>
                <a:lnTo>
                  <a:pt x="8" y="0"/>
                </a:lnTo>
                <a:lnTo>
                  <a:pt x="10" y="1"/>
                </a:lnTo>
                <a:lnTo>
                  <a:pt x="10" y="1"/>
                </a:lnTo>
                <a:lnTo>
                  <a:pt x="10" y="0"/>
                </a:lnTo>
                <a:lnTo>
                  <a:pt x="12" y="0"/>
                </a:lnTo>
                <a:lnTo>
                  <a:pt x="12" y="0"/>
                </a:lnTo>
                <a:lnTo>
                  <a:pt x="12" y="4"/>
                </a:lnTo>
                <a:lnTo>
                  <a:pt x="12" y="18"/>
                </a:lnTo>
                <a:lnTo>
                  <a:pt x="10" y="18"/>
                </a:lnTo>
                <a:lnTo>
                  <a:pt x="10" y="11"/>
                </a:lnTo>
                <a:close/>
                <a:moveTo>
                  <a:pt x="10" y="5"/>
                </a:moveTo>
                <a:lnTo>
                  <a:pt x="10" y="4"/>
                </a:lnTo>
                <a:lnTo>
                  <a:pt x="10" y="4"/>
                </a:lnTo>
                <a:lnTo>
                  <a:pt x="8" y="3"/>
                </a:lnTo>
                <a:lnTo>
                  <a:pt x="6" y="1"/>
                </a:lnTo>
                <a:lnTo>
                  <a:pt x="6" y="1"/>
                </a:lnTo>
                <a:lnTo>
                  <a:pt x="3" y="3"/>
                </a:lnTo>
                <a:lnTo>
                  <a:pt x="2" y="7"/>
                </a:lnTo>
                <a:lnTo>
                  <a:pt x="2" y="7"/>
                </a:lnTo>
                <a:lnTo>
                  <a:pt x="3" y="10"/>
                </a:lnTo>
                <a:lnTo>
                  <a:pt x="4" y="11"/>
                </a:lnTo>
                <a:lnTo>
                  <a:pt x="6" y="11"/>
                </a:lnTo>
                <a:lnTo>
                  <a:pt x="6" y="11"/>
                </a:lnTo>
                <a:lnTo>
                  <a:pt x="8" y="11"/>
                </a:lnTo>
                <a:lnTo>
                  <a:pt x="10" y="8"/>
                </a:lnTo>
                <a:lnTo>
                  <a:pt x="10" y="8"/>
                </a:lnTo>
                <a:lnTo>
                  <a:pt x="10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5" name="Freeform 1903"/>
          <p:cNvSpPr>
            <a:spLocks/>
          </p:cNvSpPr>
          <p:nvPr/>
        </p:nvSpPr>
        <p:spPr bwMode="auto">
          <a:xfrm>
            <a:off x="3331665" y="3503018"/>
            <a:ext cx="15125" cy="17646"/>
          </a:xfrm>
          <a:custGeom>
            <a:avLst/>
            <a:gdLst>
              <a:gd name="T0" fmla="*/ 11 w 12"/>
              <a:gd name="T1" fmla="*/ 10 h 14"/>
              <a:gd name="T2" fmla="*/ 11 w 12"/>
              <a:gd name="T3" fmla="*/ 10 h 14"/>
              <a:gd name="T4" fmla="*/ 12 w 12"/>
              <a:gd name="T5" fmla="*/ 12 h 14"/>
              <a:gd name="T6" fmla="*/ 10 w 12"/>
              <a:gd name="T7" fmla="*/ 12 h 14"/>
              <a:gd name="T8" fmla="*/ 10 w 12"/>
              <a:gd name="T9" fmla="*/ 11 h 14"/>
              <a:gd name="T10" fmla="*/ 10 w 12"/>
              <a:gd name="T11" fmla="*/ 11 h 14"/>
              <a:gd name="T12" fmla="*/ 10 w 12"/>
              <a:gd name="T13" fmla="*/ 11 h 14"/>
              <a:gd name="T14" fmla="*/ 8 w 12"/>
              <a:gd name="T15" fmla="*/ 12 h 14"/>
              <a:gd name="T16" fmla="*/ 6 w 12"/>
              <a:gd name="T17" fmla="*/ 14 h 14"/>
              <a:gd name="T18" fmla="*/ 6 w 12"/>
              <a:gd name="T19" fmla="*/ 14 h 14"/>
              <a:gd name="T20" fmla="*/ 1 w 12"/>
              <a:gd name="T21" fmla="*/ 12 h 14"/>
              <a:gd name="T22" fmla="*/ 1 w 12"/>
              <a:gd name="T23" fmla="*/ 11 h 14"/>
              <a:gd name="T24" fmla="*/ 0 w 12"/>
              <a:gd name="T25" fmla="*/ 8 h 14"/>
              <a:gd name="T26" fmla="*/ 0 w 12"/>
              <a:gd name="T27" fmla="*/ 0 h 14"/>
              <a:gd name="T28" fmla="*/ 3 w 12"/>
              <a:gd name="T29" fmla="*/ 0 h 14"/>
              <a:gd name="T30" fmla="*/ 3 w 12"/>
              <a:gd name="T31" fmla="*/ 7 h 14"/>
              <a:gd name="T32" fmla="*/ 3 w 12"/>
              <a:gd name="T33" fmla="*/ 7 h 14"/>
              <a:gd name="T34" fmla="*/ 4 w 12"/>
              <a:gd name="T35" fmla="*/ 10 h 14"/>
              <a:gd name="T36" fmla="*/ 6 w 12"/>
              <a:gd name="T37" fmla="*/ 11 h 14"/>
              <a:gd name="T38" fmla="*/ 6 w 12"/>
              <a:gd name="T39" fmla="*/ 11 h 14"/>
              <a:gd name="T40" fmla="*/ 8 w 12"/>
              <a:gd name="T41" fmla="*/ 11 h 14"/>
              <a:gd name="T42" fmla="*/ 10 w 12"/>
              <a:gd name="T43" fmla="*/ 10 h 14"/>
              <a:gd name="T44" fmla="*/ 10 w 12"/>
              <a:gd name="T45" fmla="*/ 8 h 14"/>
              <a:gd name="T46" fmla="*/ 10 w 12"/>
              <a:gd name="T47" fmla="*/ 0 h 14"/>
              <a:gd name="T48" fmla="*/ 11 w 12"/>
              <a:gd name="T49" fmla="*/ 0 h 14"/>
              <a:gd name="T50" fmla="*/ 11 w 12"/>
              <a:gd name="T51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" h="14">
                <a:moveTo>
                  <a:pt x="11" y="10"/>
                </a:moveTo>
                <a:lnTo>
                  <a:pt x="11" y="10"/>
                </a:lnTo>
                <a:lnTo>
                  <a:pt x="12" y="12"/>
                </a:lnTo>
                <a:lnTo>
                  <a:pt x="10" y="12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8" y="12"/>
                </a:lnTo>
                <a:lnTo>
                  <a:pt x="6" y="14"/>
                </a:lnTo>
                <a:lnTo>
                  <a:pt x="6" y="14"/>
                </a:lnTo>
                <a:lnTo>
                  <a:pt x="1" y="12"/>
                </a:lnTo>
                <a:lnTo>
                  <a:pt x="1" y="11"/>
                </a:lnTo>
                <a:lnTo>
                  <a:pt x="0" y="8"/>
                </a:lnTo>
                <a:lnTo>
                  <a:pt x="0" y="0"/>
                </a:lnTo>
                <a:lnTo>
                  <a:pt x="3" y="0"/>
                </a:lnTo>
                <a:lnTo>
                  <a:pt x="3" y="7"/>
                </a:lnTo>
                <a:lnTo>
                  <a:pt x="3" y="7"/>
                </a:lnTo>
                <a:lnTo>
                  <a:pt x="4" y="10"/>
                </a:lnTo>
                <a:lnTo>
                  <a:pt x="6" y="11"/>
                </a:lnTo>
                <a:lnTo>
                  <a:pt x="6" y="11"/>
                </a:lnTo>
                <a:lnTo>
                  <a:pt x="8" y="11"/>
                </a:lnTo>
                <a:lnTo>
                  <a:pt x="10" y="10"/>
                </a:lnTo>
                <a:lnTo>
                  <a:pt x="10" y="8"/>
                </a:lnTo>
                <a:lnTo>
                  <a:pt x="10" y="0"/>
                </a:lnTo>
                <a:lnTo>
                  <a:pt x="11" y="0"/>
                </a:lnTo>
                <a:lnTo>
                  <a:pt x="11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6" name="Freeform 1904"/>
          <p:cNvSpPr>
            <a:spLocks noEditPoints="1"/>
          </p:cNvSpPr>
          <p:nvPr/>
        </p:nvSpPr>
        <p:spPr bwMode="auto">
          <a:xfrm>
            <a:off x="3350571" y="3503018"/>
            <a:ext cx="11344" cy="17646"/>
          </a:xfrm>
          <a:custGeom>
            <a:avLst/>
            <a:gdLst>
              <a:gd name="T0" fmla="*/ 8 w 9"/>
              <a:gd name="T1" fmla="*/ 12 h 14"/>
              <a:gd name="T2" fmla="*/ 8 w 9"/>
              <a:gd name="T3" fmla="*/ 11 h 14"/>
              <a:gd name="T4" fmla="*/ 7 w 9"/>
              <a:gd name="T5" fmla="*/ 11 h 14"/>
              <a:gd name="T6" fmla="*/ 7 w 9"/>
              <a:gd name="T7" fmla="*/ 11 h 14"/>
              <a:gd name="T8" fmla="*/ 5 w 9"/>
              <a:gd name="T9" fmla="*/ 12 h 14"/>
              <a:gd name="T10" fmla="*/ 4 w 9"/>
              <a:gd name="T11" fmla="*/ 14 h 14"/>
              <a:gd name="T12" fmla="*/ 4 w 9"/>
              <a:gd name="T13" fmla="*/ 14 h 14"/>
              <a:gd name="T14" fmla="*/ 0 w 9"/>
              <a:gd name="T15" fmla="*/ 12 h 14"/>
              <a:gd name="T16" fmla="*/ 0 w 9"/>
              <a:gd name="T17" fmla="*/ 10 h 14"/>
              <a:gd name="T18" fmla="*/ 0 w 9"/>
              <a:gd name="T19" fmla="*/ 10 h 14"/>
              <a:gd name="T20" fmla="*/ 0 w 9"/>
              <a:gd name="T21" fmla="*/ 7 h 14"/>
              <a:gd name="T22" fmla="*/ 1 w 9"/>
              <a:gd name="T23" fmla="*/ 5 h 14"/>
              <a:gd name="T24" fmla="*/ 7 w 9"/>
              <a:gd name="T25" fmla="*/ 4 h 14"/>
              <a:gd name="T26" fmla="*/ 7 w 9"/>
              <a:gd name="T27" fmla="*/ 4 h 14"/>
              <a:gd name="T28" fmla="*/ 7 w 9"/>
              <a:gd name="T29" fmla="*/ 4 h 14"/>
              <a:gd name="T30" fmla="*/ 7 w 9"/>
              <a:gd name="T31" fmla="*/ 3 h 14"/>
              <a:gd name="T32" fmla="*/ 4 w 9"/>
              <a:gd name="T33" fmla="*/ 1 h 14"/>
              <a:gd name="T34" fmla="*/ 4 w 9"/>
              <a:gd name="T35" fmla="*/ 1 h 14"/>
              <a:gd name="T36" fmla="*/ 1 w 9"/>
              <a:gd name="T37" fmla="*/ 3 h 14"/>
              <a:gd name="T38" fmla="*/ 0 w 9"/>
              <a:gd name="T39" fmla="*/ 1 h 14"/>
              <a:gd name="T40" fmla="*/ 0 w 9"/>
              <a:gd name="T41" fmla="*/ 1 h 14"/>
              <a:gd name="T42" fmla="*/ 4 w 9"/>
              <a:gd name="T43" fmla="*/ 0 h 14"/>
              <a:gd name="T44" fmla="*/ 4 w 9"/>
              <a:gd name="T45" fmla="*/ 0 h 14"/>
              <a:gd name="T46" fmla="*/ 7 w 9"/>
              <a:gd name="T47" fmla="*/ 0 h 14"/>
              <a:gd name="T48" fmla="*/ 8 w 9"/>
              <a:gd name="T49" fmla="*/ 1 h 14"/>
              <a:gd name="T50" fmla="*/ 9 w 9"/>
              <a:gd name="T51" fmla="*/ 5 h 14"/>
              <a:gd name="T52" fmla="*/ 9 w 9"/>
              <a:gd name="T53" fmla="*/ 10 h 14"/>
              <a:gd name="T54" fmla="*/ 9 w 9"/>
              <a:gd name="T55" fmla="*/ 10 h 14"/>
              <a:gd name="T56" fmla="*/ 9 w 9"/>
              <a:gd name="T57" fmla="*/ 12 h 14"/>
              <a:gd name="T58" fmla="*/ 8 w 9"/>
              <a:gd name="T59" fmla="*/ 12 h 14"/>
              <a:gd name="T60" fmla="*/ 7 w 9"/>
              <a:gd name="T61" fmla="*/ 7 h 14"/>
              <a:gd name="T62" fmla="*/ 7 w 9"/>
              <a:gd name="T63" fmla="*/ 7 h 14"/>
              <a:gd name="T64" fmla="*/ 4 w 9"/>
              <a:gd name="T65" fmla="*/ 7 h 14"/>
              <a:gd name="T66" fmla="*/ 3 w 9"/>
              <a:gd name="T67" fmla="*/ 8 h 14"/>
              <a:gd name="T68" fmla="*/ 1 w 9"/>
              <a:gd name="T69" fmla="*/ 10 h 14"/>
              <a:gd name="T70" fmla="*/ 1 w 9"/>
              <a:gd name="T71" fmla="*/ 10 h 14"/>
              <a:gd name="T72" fmla="*/ 3 w 9"/>
              <a:gd name="T73" fmla="*/ 11 h 14"/>
              <a:gd name="T74" fmla="*/ 4 w 9"/>
              <a:gd name="T75" fmla="*/ 11 h 14"/>
              <a:gd name="T76" fmla="*/ 4 w 9"/>
              <a:gd name="T77" fmla="*/ 11 h 14"/>
              <a:gd name="T78" fmla="*/ 5 w 9"/>
              <a:gd name="T79" fmla="*/ 11 h 14"/>
              <a:gd name="T80" fmla="*/ 7 w 9"/>
              <a:gd name="T81" fmla="*/ 10 h 14"/>
              <a:gd name="T82" fmla="*/ 7 w 9"/>
              <a:gd name="T83" fmla="*/ 8 h 14"/>
              <a:gd name="T84" fmla="*/ 7 w 9"/>
              <a:gd name="T8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" h="14">
                <a:moveTo>
                  <a:pt x="8" y="12"/>
                </a:moveTo>
                <a:lnTo>
                  <a:pt x="8" y="11"/>
                </a:lnTo>
                <a:lnTo>
                  <a:pt x="7" y="11"/>
                </a:lnTo>
                <a:lnTo>
                  <a:pt x="7" y="11"/>
                </a:lnTo>
                <a:lnTo>
                  <a:pt x="5" y="12"/>
                </a:lnTo>
                <a:lnTo>
                  <a:pt x="4" y="14"/>
                </a:lnTo>
                <a:lnTo>
                  <a:pt x="4" y="14"/>
                </a:lnTo>
                <a:lnTo>
                  <a:pt x="0" y="12"/>
                </a:lnTo>
                <a:lnTo>
                  <a:pt x="0" y="10"/>
                </a:lnTo>
                <a:lnTo>
                  <a:pt x="0" y="10"/>
                </a:lnTo>
                <a:lnTo>
                  <a:pt x="0" y="7"/>
                </a:lnTo>
                <a:lnTo>
                  <a:pt x="1" y="5"/>
                </a:lnTo>
                <a:lnTo>
                  <a:pt x="7" y="4"/>
                </a:lnTo>
                <a:lnTo>
                  <a:pt x="7" y="4"/>
                </a:lnTo>
                <a:lnTo>
                  <a:pt x="7" y="4"/>
                </a:lnTo>
                <a:lnTo>
                  <a:pt x="7" y="3"/>
                </a:lnTo>
                <a:lnTo>
                  <a:pt x="4" y="1"/>
                </a:lnTo>
                <a:lnTo>
                  <a:pt x="4" y="1"/>
                </a:lnTo>
                <a:lnTo>
                  <a:pt x="1" y="3"/>
                </a:lnTo>
                <a:lnTo>
                  <a:pt x="0" y="1"/>
                </a:lnTo>
                <a:lnTo>
                  <a:pt x="0" y="1"/>
                </a:lnTo>
                <a:lnTo>
                  <a:pt x="4" y="0"/>
                </a:lnTo>
                <a:lnTo>
                  <a:pt x="4" y="0"/>
                </a:lnTo>
                <a:lnTo>
                  <a:pt x="7" y="0"/>
                </a:lnTo>
                <a:lnTo>
                  <a:pt x="8" y="1"/>
                </a:lnTo>
                <a:lnTo>
                  <a:pt x="9" y="5"/>
                </a:lnTo>
                <a:lnTo>
                  <a:pt x="9" y="10"/>
                </a:lnTo>
                <a:lnTo>
                  <a:pt x="9" y="10"/>
                </a:lnTo>
                <a:lnTo>
                  <a:pt x="9" y="12"/>
                </a:lnTo>
                <a:lnTo>
                  <a:pt x="8" y="12"/>
                </a:lnTo>
                <a:close/>
                <a:moveTo>
                  <a:pt x="7" y="7"/>
                </a:moveTo>
                <a:lnTo>
                  <a:pt x="7" y="7"/>
                </a:lnTo>
                <a:lnTo>
                  <a:pt x="4" y="7"/>
                </a:lnTo>
                <a:lnTo>
                  <a:pt x="3" y="8"/>
                </a:lnTo>
                <a:lnTo>
                  <a:pt x="1" y="10"/>
                </a:lnTo>
                <a:lnTo>
                  <a:pt x="1" y="10"/>
                </a:lnTo>
                <a:lnTo>
                  <a:pt x="3" y="11"/>
                </a:lnTo>
                <a:lnTo>
                  <a:pt x="4" y="11"/>
                </a:lnTo>
                <a:lnTo>
                  <a:pt x="4" y="11"/>
                </a:lnTo>
                <a:lnTo>
                  <a:pt x="5" y="11"/>
                </a:lnTo>
                <a:lnTo>
                  <a:pt x="7" y="10"/>
                </a:lnTo>
                <a:lnTo>
                  <a:pt x="7" y="8"/>
                </a:lnTo>
                <a:lnTo>
                  <a:pt x="7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7" name="Freeform 1905"/>
          <p:cNvSpPr>
            <a:spLocks/>
          </p:cNvSpPr>
          <p:nvPr/>
        </p:nvSpPr>
        <p:spPr bwMode="auto">
          <a:xfrm>
            <a:off x="3366956" y="3503018"/>
            <a:ext cx="23948" cy="15125"/>
          </a:xfrm>
          <a:custGeom>
            <a:avLst/>
            <a:gdLst>
              <a:gd name="T0" fmla="*/ 0 w 19"/>
              <a:gd name="T1" fmla="*/ 4 h 12"/>
              <a:gd name="T2" fmla="*/ 0 w 19"/>
              <a:gd name="T3" fmla="*/ 4 h 12"/>
              <a:gd name="T4" fmla="*/ 0 w 19"/>
              <a:gd name="T5" fmla="*/ 0 h 12"/>
              <a:gd name="T6" fmla="*/ 2 w 19"/>
              <a:gd name="T7" fmla="*/ 0 h 12"/>
              <a:gd name="T8" fmla="*/ 2 w 19"/>
              <a:gd name="T9" fmla="*/ 1 h 12"/>
              <a:gd name="T10" fmla="*/ 2 w 19"/>
              <a:gd name="T11" fmla="*/ 1 h 12"/>
              <a:gd name="T12" fmla="*/ 2 w 19"/>
              <a:gd name="T13" fmla="*/ 1 h 12"/>
              <a:gd name="T14" fmla="*/ 5 w 19"/>
              <a:gd name="T15" fmla="*/ 0 h 12"/>
              <a:gd name="T16" fmla="*/ 6 w 19"/>
              <a:gd name="T17" fmla="*/ 0 h 12"/>
              <a:gd name="T18" fmla="*/ 6 w 19"/>
              <a:gd name="T19" fmla="*/ 0 h 12"/>
              <a:gd name="T20" fmla="*/ 9 w 19"/>
              <a:gd name="T21" fmla="*/ 0 h 12"/>
              <a:gd name="T22" fmla="*/ 10 w 19"/>
              <a:gd name="T23" fmla="*/ 3 h 12"/>
              <a:gd name="T24" fmla="*/ 10 w 19"/>
              <a:gd name="T25" fmla="*/ 3 h 12"/>
              <a:gd name="T26" fmla="*/ 10 w 19"/>
              <a:gd name="T27" fmla="*/ 3 h 12"/>
              <a:gd name="T28" fmla="*/ 11 w 19"/>
              <a:gd name="T29" fmla="*/ 0 h 12"/>
              <a:gd name="T30" fmla="*/ 11 w 19"/>
              <a:gd name="T31" fmla="*/ 0 h 12"/>
              <a:gd name="T32" fmla="*/ 14 w 19"/>
              <a:gd name="T33" fmla="*/ 0 h 12"/>
              <a:gd name="T34" fmla="*/ 14 w 19"/>
              <a:gd name="T35" fmla="*/ 0 h 12"/>
              <a:gd name="T36" fmla="*/ 17 w 19"/>
              <a:gd name="T37" fmla="*/ 1 h 12"/>
              <a:gd name="T38" fmla="*/ 18 w 19"/>
              <a:gd name="T39" fmla="*/ 3 h 12"/>
              <a:gd name="T40" fmla="*/ 19 w 19"/>
              <a:gd name="T41" fmla="*/ 5 h 12"/>
              <a:gd name="T42" fmla="*/ 19 w 19"/>
              <a:gd name="T43" fmla="*/ 12 h 12"/>
              <a:gd name="T44" fmla="*/ 17 w 19"/>
              <a:gd name="T45" fmla="*/ 12 h 12"/>
              <a:gd name="T46" fmla="*/ 17 w 19"/>
              <a:gd name="T47" fmla="*/ 5 h 12"/>
              <a:gd name="T48" fmla="*/ 17 w 19"/>
              <a:gd name="T49" fmla="*/ 5 h 12"/>
              <a:gd name="T50" fmla="*/ 15 w 19"/>
              <a:gd name="T51" fmla="*/ 3 h 12"/>
              <a:gd name="T52" fmla="*/ 14 w 19"/>
              <a:gd name="T53" fmla="*/ 1 h 12"/>
              <a:gd name="T54" fmla="*/ 14 w 19"/>
              <a:gd name="T55" fmla="*/ 1 h 12"/>
              <a:gd name="T56" fmla="*/ 11 w 19"/>
              <a:gd name="T57" fmla="*/ 3 h 12"/>
              <a:gd name="T58" fmla="*/ 11 w 19"/>
              <a:gd name="T59" fmla="*/ 4 h 12"/>
              <a:gd name="T60" fmla="*/ 11 w 19"/>
              <a:gd name="T61" fmla="*/ 5 h 12"/>
              <a:gd name="T62" fmla="*/ 11 w 19"/>
              <a:gd name="T63" fmla="*/ 12 h 12"/>
              <a:gd name="T64" fmla="*/ 9 w 19"/>
              <a:gd name="T65" fmla="*/ 12 h 12"/>
              <a:gd name="T66" fmla="*/ 9 w 19"/>
              <a:gd name="T67" fmla="*/ 5 h 12"/>
              <a:gd name="T68" fmla="*/ 9 w 19"/>
              <a:gd name="T69" fmla="*/ 5 h 12"/>
              <a:gd name="T70" fmla="*/ 7 w 19"/>
              <a:gd name="T71" fmla="*/ 3 h 12"/>
              <a:gd name="T72" fmla="*/ 6 w 19"/>
              <a:gd name="T73" fmla="*/ 1 h 12"/>
              <a:gd name="T74" fmla="*/ 6 w 19"/>
              <a:gd name="T75" fmla="*/ 1 h 12"/>
              <a:gd name="T76" fmla="*/ 3 w 19"/>
              <a:gd name="T77" fmla="*/ 3 h 12"/>
              <a:gd name="T78" fmla="*/ 3 w 19"/>
              <a:gd name="T79" fmla="*/ 4 h 12"/>
              <a:gd name="T80" fmla="*/ 3 w 19"/>
              <a:gd name="T81" fmla="*/ 5 h 12"/>
              <a:gd name="T82" fmla="*/ 3 w 19"/>
              <a:gd name="T83" fmla="*/ 12 h 12"/>
              <a:gd name="T84" fmla="*/ 0 w 19"/>
              <a:gd name="T85" fmla="*/ 12 h 12"/>
              <a:gd name="T86" fmla="*/ 0 w 19"/>
              <a:gd name="T87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" h="12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5" y="0"/>
                </a:lnTo>
                <a:lnTo>
                  <a:pt x="6" y="0"/>
                </a:lnTo>
                <a:lnTo>
                  <a:pt x="6" y="0"/>
                </a:lnTo>
                <a:lnTo>
                  <a:pt x="9" y="0"/>
                </a:lnTo>
                <a:lnTo>
                  <a:pt x="10" y="3"/>
                </a:lnTo>
                <a:lnTo>
                  <a:pt x="10" y="3"/>
                </a:lnTo>
                <a:lnTo>
                  <a:pt x="10" y="3"/>
                </a:lnTo>
                <a:lnTo>
                  <a:pt x="11" y="0"/>
                </a:lnTo>
                <a:lnTo>
                  <a:pt x="11" y="0"/>
                </a:lnTo>
                <a:lnTo>
                  <a:pt x="14" y="0"/>
                </a:lnTo>
                <a:lnTo>
                  <a:pt x="14" y="0"/>
                </a:lnTo>
                <a:lnTo>
                  <a:pt x="17" y="1"/>
                </a:lnTo>
                <a:lnTo>
                  <a:pt x="18" y="3"/>
                </a:lnTo>
                <a:lnTo>
                  <a:pt x="19" y="5"/>
                </a:lnTo>
                <a:lnTo>
                  <a:pt x="19" y="12"/>
                </a:lnTo>
                <a:lnTo>
                  <a:pt x="17" y="12"/>
                </a:lnTo>
                <a:lnTo>
                  <a:pt x="17" y="5"/>
                </a:lnTo>
                <a:lnTo>
                  <a:pt x="17" y="5"/>
                </a:lnTo>
                <a:lnTo>
                  <a:pt x="15" y="3"/>
                </a:lnTo>
                <a:lnTo>
                  <a:pt x="14" y="1"/>
                </a:lnTo>
                <a:lnTo>
                  <a:pt x="14" y="1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11" y="12"/>
                </a:lnTo>
                <a:lnTo>
                  <a:pt x="9" y="12"/>
                </a:lnTo>
                <a:lnTo>
                  <a:pt x="9" y="5"/>
                </a:lnTo>
                <a:lnTo>
                  <a:pt x="9" y="5"/>
                </a:lnTo>
                <a:lnTo>
                  <a:pt x="7" y="3"/>
                </a:lnTo>
                <a:lnTo>
                  <a:pt x="6" y="1"/>
                </a:lnTo>
                <a:lnTo>
                  <a:pt x="6" y="1"/>
                </a:lnTo>
                <a:lnTo>
                  <a:pt x="3" y="3"/>
                </a:lnTo>
                <a:lnTo>
                  <a:pt x="3" y="4"/>
                </a:lnTo>
                <a:lnTo>
                  <a:pt x="3" y="5"/>
                </a:lnTo>
                <a:lnTo>
                  <a:pt x="3" y="12"/>
                </a:lnTo>
                <a:lnTo>
                  <a:pt x="0" y="12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8" name="Freeform 1906"/>
          <p:cNvSpPr>
            <a:spLocks noEditPoints="1"/>
          </p:cNvSpPr>
          <p:nvPr/>
        </p:nvSpPr>
        <p:spPr bwMode="auto">
          <a:xfrm>
            <a:off x="2835069" y="3542090"/>
            <a:ext cx="15125" cy="23948"/>
          </a:xfrm>
          <a:custGeom>
            <a:avLst/>
            <a:gdLst>
              <a:gd name="T0" fmla="*/ 9 w 12"/>
              <a:gd name="T1" fmla="*/ 12 h 19"/>
              <a:gd name="T2" fmla="*/ 9 w 12"/>
              <a:gd name="T3" fmla="*/ 12 h 19"/>
              <a:gd name="T4" fmla="*/ 9 w 12"/>
              <a:gd name="T5" fmla="*/ 12 h 19"/>
              <a:gd name="T6" fmla="*/ 8 w 12"/>
              <a:gd name="T7" fmla="*/ 14 h 19"/>
              <a:gd name="T8" fmla="*/ 5 w 12"/>
              <a:gd name="T9" fmla="*/ 14 h 19"/>
              <a:gd name="T10" fmla="*/ 5 w 12"/>
              <a:gd name="T11" fmla="*/ 14 h 19"/>
              <a:gd name="T12" fmla="*/ 4 w 12"/>
              <a:gd name="T13" fmla="*/ 14 h 19"/>
              <a:gd name="T14" fmla="*/ 1 w 12"/>
              <a:gd name="T15" fmla="*/ 12 h 19"/>
              <a:gd name="T16" fmla="*/ 0 w 12"/>
              <a:gd name="T17" fmla="*/ 11 h 19"/>
              <a:gd name="T18" fmla="*/ 0 w 12"/>
              <a:gd name="T19" fmla="*/ 8 h 19"/>
              <a:gd name="T20" fmla="*/ 0 w 12"/>
              <a:gd name="T21" fmla="*/ 8 h 19"/>
              <a:gd name="T22" fmla="*/ 0 w 12"/>
              <a:gd name="T23" fmla="*/ 4 h 19"/>
              <a:gd name="T24" fmla="*/ 1 w 12"/>
              <a:gd name="T25" fmla="*/ 3 h 19"/>
              <a:gd name="T26" fmla="*/ 4 w 12"/>
              <a:gd name="T27" fmla="*/ 1 h 19"/>
              <a:gd name="T28" fmla="*/ 5 w 12"/>
              <a:gd name="T29" fmla="*/ 0 h 19"/>
              <a:gd name="T30" fmla="*/ 5 w 12"/>
              <a:gd name="T31" fmla="*/ 0 h 19"/>
              <a:gd name="T32" fmla="*/ 8 w 12"/>
              <a:gd name="T33" fmla="*/ 1 h 19"/>
              <a:gd name="T34" fmla="*/ 9 w 12"/>
              <a:gd name="T35" fmla="*/ 3 h 19"/>
              <a:gd name="T36" fmla="*/ 9 w 12"/>
              <a:gd name="T37" fmla="*/ 3 h 19"/>
              <a:gd name="T38" fmla="*/ 9 w 12"/>
              <a:gd name="T39" fmla="*/ 1 h 19"/>
              <a:gd name="T40" fmla="*/ 12 w 12"/>
              <a:gd name="T41" fmla="*/ 1 h 19"/>
              <a:gd name="T42" fmla="*/ 12 w 12"/>
              <a:gd name="T43" fmla="*/ 1 h 19"/>
              <a:gd name="T44" fmla="*/ 12 w 12"/>
              <a:gd name="T45" fmla="*/ 4 h 19"/>
              <a:gd name="T46" fmla="*/ 12 w 12"/>
              <a:gd name="T47" fmla="*/ 19 h 19"/>
              <a:gd name="T48" fmla="*/ 9 w 12"/>
              <a:gd name="T49" fmla="*/ 19 h 19"/>
              <a:gd name="T50" fmla="*/ 9 w 12"/>
              <a:gd name="T51" fmla="*/ 12 h 19"/>
              <a:gd name="T52" fmla="*/ 9 w 12"/>
              <a:gd name="T53" fmla="*/ 7 h 19"/>
              <a:gd name="T54" fmla="*/ 9 w 12"/>
              <a:gd name="T55" fmla="*/ 6 h 19"/>
              <a:gd name="T56" fmla="*/ 9 w 12"/>
              <a:gd name="T57" fmla="*/ 6 h 19"/>
              <a:gd name="T58" fmla="*/ 8 w 12"/>
              <a:gd name="T59" fmla="*/ 3 h 19"/>
              <a:gd name="T60" fmla="*/ 7 w 12"/>
              <a:gd name="T61" fmla="*/ 3 h 19"/>
              <a:gd name="T62" fmla="*/ 7 w 12"/>
              <a:gd name="T63" fmla="*/ 3 h 19"/>
              <a:gd name="T64" fmla="*/ 4 w 12"/>
              <a:gd name="T65" fmla="*/ 4 h 19"/>
              <a:gd name="T66" fmla="*/ 3 w 12"/>
              <a:gd name="T67" fmla="*/ 8 h 19"/>
              <a:gd name="T68" fmla="*/ 3 w 12"/>
              <a:gd name="T69" fmla="*/ 8 h 19"/>
              <a:gd name="T70" fmla="*/ 4 w 12"/>
              <a:gd name="T71" fmla="*/ 11 h 19"/>
              <a:gd name="T72" fmla="*/ 4 w 12"/>
              <a:gd name="T73" fmla="*/ 12 h 19"/>
              <a:gd name="T74" fmla="*/ 7 w 12"/>
              <a:gd name="T75" fmla="*/ 12 h 19"/>
              <a:gd name="T76" fmla="*/ 7 w 12"/>
              <a:gd name="T77" fmla="*/ 12 h 19"/>
              <a:gd name="T78" fmla="*/ 8 w 12"/>
              <a:gd name="T79" fmla="*/ 12 h 19"/>
              <a:gd name="T80" fmla="*/ 9 w 12"/>
              <a:gd name="T81" fmla="*/ 10 h 19"/>
              <a:gd name="T82" fmla="*/ 9 w 12"/>
              <a:gd name="T83" fmla="*/ 8 h 19"/>
              <a:gd name="T84" fmla="*/ 9 w 12"/>
              <a:gd name="T85" fmla="*/ 7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" h="19">
                <a:moveTo>
                  <a:pt x="9" y="12"/>
                </a:moveTo>
                <a:lnTo>
                  <a:pt x="9" y="12"/>
                </a:lnTo>
                <a:lnTo>
                  <a:pt x="9" y="12"/>
                </a:lnTo>
                <a:lnTo>
                  <a:pt x="8" y="14"/>
                </a:lnTo>
                <a:lnTo>
                  <a:pt x="5" y="14"/>
                </a:lnTo>
                <a:lnTo>
                  <a:pt x="5" y="14"/>
                </a:lnTo>
                <a:lnTo>
                  <a:pt x="4" y="14"/>
                </a:lnTo>
                <a:lnTo>
                  <a:pt x="1" y="12"/>
                </a:lnTo>
                <a:lnTo>
                  <a:pt x="0" y="11"/>
                </a:lnTo>
                <a:lnTo>
                  <a:pt x="0" y="8"/>
                </a:lnTo>
                <a:lnTo>
                  <a:pt x="0" y="8"/>
                </a:lnTo>
                <a:lnTo>
                  <a:pt x="0" y="4"/>
                </a:lnTo>
                <a:lnTo>
                  <a:pt x="1" y="3"/>
                </a:lnTo>
                <a:lnTo>
                  <a:pt x="4" y="1"/>
                </a:lnTo>
                <a:lnTo>
                  <a:pt x="5" y="0"/>
                </a:lnTo>
                <a:lnTo>
                  <a:pt x="5" y="0"/>
                </a:lnTo>
                <a:lnTo>
                  <a:pt x="8" y="1"/>
                </a:lnTo>
                <a:lnTo>
                  <a:pt x="9" y="3"/>
                </a:lnTo>
                <a:lnTo>
                  <a:pt x="9" y="3"/>
                </a:lnTo>
                <a:lnTo>
                  <a:pt x="9" y="1"/>
                </a:lnTo>
                <a:lnTo>
                  <a:pt x="12" y="1"/>
                </a:lnTo>
                <a:lnTo>
                  <a:pt x="12" y="1"/>
                </a:lnTo>
                <a:lnTo>
                  <a:pt x="12" y="4"/>
                </a:lnTo>
                <a:lnTo>
                  <a:pt x="12" y="19"/>
                </a:lnTo>
                <a:lnTo>
                  <a:pt x="9" y="19"/>
                </a:lnTo>
                <a:lnTo>
                  <a:pt x="9" y="12"/>
                </a:lnTo>
                <a:close/>
                <a:moveTo>
                  <a:pt x="9" y="7"/>
                </a:moveTo>
                <a:lnTo>
                  <a:pt x="9" y="6"/>
                </a:lnTo>
                <a:lnTo>
                  <a:pt x="9" y="6"/>
                </a:lnTo>
                <a:lnTo>
                  <a:pt x="8" y="3"/>
                </a:lnTo>
                <a:lnTo>
                  <a:pt x="7" y="3"/>
                </a:lnTo>
                <a:lnTo>
                  <a:pt x="7" y="3"/>
                </a:lnTo>
                <a:lnTo>
                  <a:pt x="4" y="4"/>
                </a:lnTo>
                <a:lnTo>
                  <a:pt x="3" y="8"/>
                </a:lnTo>
                <a:lnTo>
                  <a:pt x="3" y="8"/>
                </a:lnTo>
                <a:lnTo>
                  <a:pt x="4" y="11"/>
                </a:lnTo>
                <a:lnTo>
                  <a:pt x="4" y="12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9" y="10"/>
                </a:lnTo>
                <a:lnTo>
                  <a:pt x="9" y="8"/>
                </a:lnTo>
                <a:lnTo>
                  <a:pt x="9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9" name="Freeform 1907"/>
          <p:cNvSpPr>
            <a:spLocks/>
          </p:cNvSpPr>
          <p:nvPr/>
        </p:nvSpPr>
        <p:spPr bwMode="auto">
          <a:xfrm>
            <a:off x="2855235" y="3543350"/>
            <a:ext cx="13864" cy="16385"/>
          </a:xfrm>
          <a:custGeom>
            <a:avLst/>
            <a:gdLst>
              <a:gd name="T0" fmla="*/ 11 w 11"/>
              <a:gd name="T1" fmla="*/ 10 h 13"/>
              <a:gd name="T2" fmla="*/ 11 w 11"/>
              <a:gd name="T3" fmla="*/ 10 h 13"/>
              <a:gd name="T4" fmla="*/ 11 w 11"/>
              <a:gd name="T5" fmla="*/ 13 h 13"/>
              <a:gd name="T6" fmla="*/ 8 w 11"/>
              <a:gd name="T7" fmla="*/ 13 h 13"/>
              <a:gd name="T8" fmla="*/ 8 w 11"/>
              <a:gd name="T9" fmla="*/ 11 h 13"/>
              <a:gd name="T10" fmla="*/ 8 w 11"/>
              <a:gd name="T11" fmla="*/ 11 h 13"/>
              <a:gd name="T12" fmla="*/ 8 w 11"/>
              <a:gd name="T13" fmla="*/ 11 h 13"/>
              <a:gd name="T14" fmla="*/ 7 w 11"/>
              <a:gd name="T15" fmla="*/ 13 h 13"/>
              <a:gd name="T16" fmla="*/ 4 w 11"/>
              <a:gd name="T17" fmla="*/ 13 h 13"/>
              <a:gd name="T18" fmla="*/ 4 w 11"/>
              <a:gd name="T19" fmla="*/ 13 h 13"/>
              <a:gd name="T20" fmla="*/ 1 w 11"/>
              <a:gd name="T21" fmla="*/ 13 h 13"/>
              <a:gd name="T22" fmla="*/ 0 w 11"/>
              <a:gd name="T23" fmla="*/ 10 h 13"/>
              <a:gd name="T24" fmla="*/ 0 w 11"/>
              <a:gd name="T25" fmla="*/ 7 h 13"/>
              <a:gd name="T26" fmla="*/ 0 w 11"/>
              <a:gd name="T27" fmla="*/ 0 h 13"/>
              <a:gd name="T28" fmla="*/ 3 w 11"/>
              <a:gd name="T29" fmla="*/ 0 h 13"/>
              <a:gd name="T30" fmla="*/ 3 w 11"/>
              <a:gd name="T31" fmla="*/ 7 h 13"/>
              <a:gd name="T32" fmla="*/ 3 w 11"/>
              <a:gd name="T33" fmla="*/ 7 h 13"/>
              <a:gd name="T34" fmla="*/ 3 w 11"/>
              <a:gd name="T35" fmla="*/ 10 h 13"/>
              <a:gd name="T36" fmla="*/ 6 w 11"/>
              <a:gd name="T37" fmla="*/ 11 h 13"/>
              <a:gd name="T38" fmla="*/ 6 w 11"/>
              <a:gd name="T39" fmla="*/ 11 h 13"/>
              <a:gd name="T40" fmla="*/ 7 w 11"/>
              <a:gd name="T41" fmla="*/ 11 h 13"/>
              <a:gd name="T42" fmla="*/ 8 w 11"/>
              <a:gd name="T43" fmla="*/ 9 h 13"/>
              <a:gd name="T44" fmla="*/ 8 w 11"/>
              <a:gd name="T45" fmla="*/ 9 h 13"/>
              <a:gd name="T46" fmla="*/ 8 w 11"/>
              <a:gd name="T47" fmla="*/ 0 h 13"/>
              <a:gd name="T48" fmla="*/ 11 w 11"/>
              <a:gd name="T49" fmla="*/ 0 h 13"/>
              <a:gd name="T50" fmla="*/ 11 w 11"/>
              <a:gd name="T51" fmla="*/ 1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11" y="10"/>
                </a:moveTo>
                <a:lnTo>
                  <a:pt x="11" y="10"/>
                </a:lnTo>
                <a:lnTo>
                  <a:pt x="11" y="13"/>
                </a:lnTo>
                <a:lnTo>
                  <a:pt x="8" y="13"/>
                </a:lnTo>
                <a:lnTo>
                  <a:pt x="8" y="11"/>
                </a:lnTo>
                <a:lnTo>
                  <a:pt x="8" y="11"/>
                </a:lnTo>
                <a:lnTo>
                  <a:pt x="8" y="11"/>
                </a:lnTo>
                <a:lnTo>
                  <a:pt x="7" y="13"/>
                </a:lnTo>
                <a:lnTo>
                  <a:pt x="4" y="13"/>
                </a:lnTo>
                <a:lnTo>
                  <a:pt x="4" y="13"/>
                </a:lnTo>
                <a:lnTo>
                  <a:pt x="1" y="13"/>
                </a:lnTo>
                <a:lnTo>
                  <a:pt x="0" y="10"/>
                </a:lnTo>
                <a:lnTo>
                  <a:pt x="0" y="7"/>
                </a:lnTo>
                <a:lnTo>
                  <a:pt x="0" y="0"/>
                </a:lnTo>
                <a:lnTo>
                  <a:pt x="3" y="0"/>
                </a:lnTo>
                <a:lnTo>
                  <a:pt x="3" y="7"/>
                </a:lnTo>
                <a:lnTo>
                  <a:pt x="3" y="7"/>
                </a:lnTo>
                <a:lnTo>
                  <a:pt x="3" y="10"/>
                </a:lnTo>
                <a:lnTo>
                  <a:pt x="6" y="11"/>
                </a:lnTo>
                <a:lnTo>
                  <a:pt x="6" y="11"/>
                </a:lnTo>
                <a:lnTo>
                  <a:pt x="7" y="11"/>
                </a:lnTo>
                <a:lnTo>
                  <a:pt x="8" y="9"/>
                </a:lnTo>
                <a:lnTo>
                  <a:pt x="8" y="9"/>
                </a:lnTo>
                <a:lnTo>
                  <a:pt x="8" y="0"/>
                </a:lnTo>
                <a:lnTo>
                  <a:pt x="11" y="0"/>
                </a:lnTo>
                <a:lnTo>
                  <a:pt x="11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0" name="Freeform 1908"/>
          <p:cNvSpPr>
            <a:spLocks noEditPoints="1"/>
          </p:cNvSpPr>
          <p:nvPr/>
        </p:nvSpPr>
        <p:spPr bwMode="auto">
          <a:xfrm>
            <a:off x="2872881" y="3542090"/>
            <a:ext cx="12604" cy="17646"/>
          </a:xfrm>
          <a:custGeom>
            <a:avLst/>
            <a:gdLst>
              <a:gd name="T0" fmla="*/ 8 w 10"/>
              <a:gd name="T1" fmla="*/ 14 h 14"/>
              <a:gd name="T2" fmla="*/ 8 w 10"/>
              <a:gd name="T3" fmla="*/ 12 h 14"/>
              <a:gd name="T4" fmla="*/ 8 w 10"/>
              <a:gd name="T5" fmla="*/ 12 h 14"/>
              <a:gd name="T6" fmla="*/ 8 w 10"/>
              <a:gd name="T7" fmla="*/ 12 h 14"/>
              <a:gd name="T8" fmla="*/ 6 w 10"/>
              <a:gd name="T9" fmla="*/ 14 h 14"/>
              <a:gd name="T10" fmla="*/ 4 w 10"/>
              <a:gd name="T11" fmla="*/ 14 h 14"/>
              <a:gd name="T12" fmla="*/ 4 w 10"/>
              <a:gd name="T13" fmla="*/ 14 h 14"/>
              <a:gd name="T14" fmla="*/ 1 w 10"/>
              <a:gd name="T15" fmla="*/ 14 h 14"/>
              <a:gd name="T16" fmla="*/ 0 w 10"/>
              <a:gd name="T17" fmla="*/ 11 h 14"/>
              <a:gd name="T18" fmla="*/ 0 w 10"/>
              <a:gd name="T19" fmla="*/ 11 h 14"/>
              <a:gd name="T20" fmla="*/ 0 w 10"/>
              <a:gd name="T21" fmla="*/ 8 h 14"/>
              <a:gd name="T22" fmla="*/ 2 w 10"/>
              <a:gd name="T23" fmla="*/ 7 h 14"/>
              <a:gd name="T24" fmla="*/ 8 w 10"/>
              <a:gd name="T25" fmla="*/ 6 h 14"/>
              <a:gd name="T26" fmla="*/ 8 w 10"/>
              <a:gd name="T27" fmla="*/ 6 h 14"/>
              <a:gd name="T28" fmla="*/ 8 w 10"/>
              <a:gd name="T29" fmla="*/ 6 h 14"/>
              <a:gd name="T30" fmla="*/ 6 w 10"/>
              <a:gd name="T31" fmla="*/ 4 h 14"/>
              <a:gd name="T32" fmla="*/ 5 w 10"/>
              <a:gd name="T33" fmla="*/ 3 h 14"/>
              <a:gd name="T34" fmla="*/ 5 w 10"/>
              <a:gd name="T35" fmla="*/ 3 h 14"/>
              <a:gd name="T36" fmla="*/ 1 w 10"/>
              <a:gd name="T37" fmla="*/ 3 h 14"/>
              <a:gd name="T38" fmla="*/ 1 w 10"/>
              <a:gd name="T39" fmla="*/ 1 h 14"/>
              <a:gd name="T40" fmla="*/ 1 w 10"/>
              <a:gd name="T41" fmla="*/ 1 h 14"/>
              <a:gd name="T42" fmla="*/ 5 w 10"/>
              <a:gd name="T43" fmla="*/ 0 h 14"/>
              <a:gd name="T44" fmla="*/ 5 w 10"/>
              <a:gd name="T45" fmla="*/ 0 h 14"/>
              <a:gd name="T46" fmla="*/ 8 w 10"/>
              <a:gd name="T47" fmla="*/ 1 h 14"/>
              <a:gd name="T48" fmla="*/ 9 w 10"/>
              <a:gd name="T49" fmla="*/ 3 h 14"/>
              <a:gd name="T50" fmla="*/ 10 w 10"/>
              <a:gd name="T51" fmla="*/ 6 h 14"/>
              <a:gd name="T52" fmla="*/ 10 w 10"/>
              <a:gd name="T53" fmla="*/ 11 h 14"/>
              <a:gd name="T54" fmla="*/ 10 w 10"/>
              <a:gd name="T55" fmla="*/ 11 h 14"/>
              <a:gd name="T56" fmla="*/ 10 w 10"/>
              <a:gd name="T57" fmla="*/ 14 h 14"/>
              <a:gd name="T58" fmla="*/ 8 w 10"/>
              <a:gd name="T59" fmla="*/ 14 h 14"/>
              <a:gd name="T60" fmla="*/ 8 w 10"/>
              <a:gd name="T61" fmla="*/ 7 h 14"/>
              <a:gd name="T62" fmla="*/ 8 w 10"/>
              <a:gd name="T63" fmla="*/ 7 h 14"/>
              <a:gd name="T64" fmla="*/ 4 w 10"/>
              <a:gd name="T65" fmla="*/ 8 h 14"/>
              <a:gd name="T66" fmla="*/ 2 w 10"/>
              <a:gd name="T67" fmla="*/ 8 h 14"/>
              <a:gd name="T68" fmla="*/ 2 w 10"/>
              <a:gd name="T69" fmla="*/ 11 h 14"/>
              <a:gd name="T70" fmla="*/ 2 w 10"/>
              <a:gd name="T71" fmla="*/ 11 h 14"/>
              <a:gd name="T72" fmla="*/ 2 w 10"/>
              <a:gd name="T73" fmla="*/ 12 h 14"/>
              <a:gd name="T74" fmla="*/ 4 w 10"/>
              <a:gd name="T75" fmla="*/ 12 h 14"/>
              <a:gd name="T76" fmla="*/ 4 w 10"/>
              <a:gd name="T77" fmla="*/ 12 h 14"/>
              <a:gd name="T78" fmla="*/ 6 w 10"/>
              <a:gd name="T79" fmla="*/ 12 h 14"/>
              <a:gd name="T80" fmla="*/ 8 w 10"/>
              <a:gd name="T81" fmla="*/ 11 h 14"/>
              <a:gd name="T82" fmla="*/ 8 w 10"/>
              <a:gd name="T83" fmla="*/ 10 h 14"/>
              <a:gd name="T84" fmla="*/ 8 w 10"/>
              <a:gd name="T8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" h="14">
                <a:moveTo>
                  <a:pt x="8" y="14"/>
                </a:moveTo>
                <a:lnTo>
                  <a:pt x="8" y="12"/>
                </a:lnTo>
                <a:lnTo>
                  <a:pt x="8" y="12"/>
                </a:lnTo>
                <a:lnTo>
                  <a:pt x="8" y="12"/>
                </a:lnTo>
                <a:lnTo>
                  <a:pt x="6" y="14"/>
                </a:lnTo>
                <a:lnTo>
                  <a:pt x="4" y="14"/>
                </a:lnTo>
                <a:lnTo>
                  <a:pt x="4" y="14"/>
                </a:lnTo>
                <a:lnTo>
                  <a:pt x="1" y="14"/>
                </a:lnTo>
                <a:lnTo>
                  <a:pt x="0" y="11"/>
                </a:lnTo>
                <a:lnTo>
                  <a:pt x="0" y="11"/>
                </a:lnTo>
                <a:lnTo>
                  <a:pt x="0" y="8"/>
                </a:lnTo>
                <a:lnTo>
                  <a:pt x="2" y="7"/>
                </a:lnTo>
                <a:lnTo>
                  <a:pt x="8" y="6"/>
                </a:lnTo>
                <a:lnTo>
                  <a:pt x="8" y="6"/>
                </a:lnTo>
                <a:lnTo>
                  <a:pt x="8" y="6"/>
                </a:lnTo>
                <a:lnTo>
                  <a:pt x="6" y="4"/>
                </a:lnTo>
                <a:lnTo>
                  <a:pt x="5" y="3"/>
                </a:lnTo>
                <a:lnTo>
                  <a:pt x="5" y="3"/>
                </a:lnTo>
                <a:lnTo>
                  <a:pt x="1" y="3"/>
                </a:lnTo>
                <a:lnTo>
                  <a:pt x="1" y="1"/>
                </a:lnTo>
                <a:lnTo>
                  <a:pt x="1" y="1"/>
                </a:lnTo>
                <a:lnTo>
                  <a:pt x="5" y="0"/>
                </a:lnTo>
                <a:lnTo>
                  <a:pt x="5" y="0"/>
                </a:lnTo>
                <a:lnTo>
                  <a:pt x="8" y="1"/>
                </a:lnTo>
                <a:lnTo>
                  <a:pt x="9" y="3"/>
                </a:lnTo>
                <a:lnTo>
                  <a:pt x="10" y="6"/>
                </a:lnTo>
                <a:lnTo>
                  <a:pt x="10" y="11"/>
                </a:lnTo>
                <a:lnTo>
                  <a:pt x="10" y="11"/>
                </a:lnTo>
                <a:lnTo>
                  <a:pt x="10" y="14"/>
                </a:lnTo>
                <a:lnTo>
                  <a:pt x="8" y="14"/>
                </a:lnTo>
                <a:close/>
                <a:moveTo>
                  <a:pt x="8" y="7"/>
                </a:moveTo>
                <a:lnTo>
                  <a:pt x="8" y="7"/>
                </a:lnTo>
                <a:lnTo>
                  <a:pt x="4" y="8"/>
                </a:lnTo>
                <a:lnTo>
                  <a:pt x="2" y="8"/>
                </a:lnTo>
                <a:lnTo>
                  <a:pt x="2" y="11"/>
                </a:lnTo>
                <a:lnTo>
                  <a:pt x="2" y="11"/>
                </a:lnTo>
                <a:lnTo>
                  <a:pt x="2" y="12"/>
                </a:lnTo>
                <a:lnTo>
                  <a:pt x="4" y="12"/>
                </a:lnTo>
                <a:lnTo>
                  <a:pt x="4" y="12"/>
                </a:lnTo>
                <a:lnTo>
                  <a:pt x="6" y="12"/>
                </a:lnTo>
                <a:lnTo>
                  <a:pt x="8" y="11"/>
                </a:lnTo>
                <a:lnTo>
                  <a:pt x="8" y="10"/>
                </a:lnTo>
                <a:lnTo>
                  <a:pt x="8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1" name="Freeform 1909"/>
          <p:cNvSpPr>
            <a:spLocks/>
          </p:cNvSpPr>
          <p:nvPr/>
        </p:nvSpPr>
        <p:spPr bwMode="auto">
          <a:xfrm>
            <a:off x="2889266" y="3542090"/>
            <a:ext cx="23948" cy="17646"/>
          </a:xfrm>
          <a:custGeom>
            <a:avLst/>
            <a:gdLst>
              <a:gd name="T0" fmla="*/ 0 w 19"/>
              <a:gd name="T1" fmla="*/ 4 h 14"/>
              <a:gd name="T2" fmla="*/ 0 w 19"/>
              <a:gd name="T3" fmla="*/ 4 h 14"/>
              <a:gd name="T4" fmla="*/ 0 w 19"/>
              <a:gd name="T5" fmla="*/ 1 h 14"/>
              <a:gd name="T6" fmla="*/ 3 w 19"/>
              <a:gd name="T7" fmla="*/ 1 h 14"/>
              <a:gd name="T8" fmla="*/ 3 w 19"/>
              <a:gd name="T9" fmla="*/ 3 h 14"/>
              <a:gd name="T10" fmla="*/ 3 w 19"/>
              <a:gd name="T11" fmla="*/ 3 h 14"/>
              <a:gd name="T12" fmla="*/ 3 w 19"/>
              <a:gd name="T13" fmla="*/ 3 h 14"/>
              <a:gd name="T14" fmla="*/ 4 w 19"/>
              <a:gd name="T15" fmla="*/ 1 h 14"/>
              <a:gd name="T16" fmla="*/ 7 w 19"/>
              <a:gd name="T17" fmla="*/ 0 h 14"/>
              <a:gd name="T18" fmla="*/ 7 w 19"/>
              <a:gd name="T19" fmla="*/ 0 h 14"/>
              <a:gd name="T20" fmla="*/ 10 w 19"/>
              <a:gd name="T21" fmla="*/ 1 h 14"/>
              <a:gd name="T22" fmla="*/ 11 w 19"/>
              <a:gd name="T23" fmla="*/ 3 h 14"/>
              <a:gd name="T24" fmla="*/ 11 w 19"/>
              <a:gd name="T25" fmla="*/ 3 h 14"/>
              <a:gd name="T26" fmla="*/ 11 w 19"/>
              <a:gd name="T27" fmla="*/ 3 h 14"/>
              <a:gd name="T28" fmla="*/ 12 w 19"/>
              <a:gd name="T29" fmla="*/ 1 h 14"/>
              <a:gd name="T30" fmla="*/ 12 w 19"/>
              <a:gd name="T31" fmla="*/ 1 h 14"/>
              <a:gd name="T32" fmla="*/ 15 w 19"/>
              <a:gd name="T33" fmla="*/ 0 h 14"/>
              <a:gd name="T34" fmla="*/ 15 w 19"/>
              <a:gd name="T35" fmla="*/ 0 h 14"/>
              <a:gd name="T36" fmla="*/ 18 w 19"/>
              <a:gd name="T37" fmla="*/ 1 h 14"/>
              <a:gd name="T38" fmla="*/ 19 w 19"/>
              <a:gd name="T39" fmla="*/ 4 h 14"/>
              <a:gd name="T40" fmla="*/ 19 w 19"/>
              <a:gd name="T41" fmla="*/ 7 h 14"/>
              <a:gd name="T42" fmla="*/ 19 w 19"/>
              <a:gd name="T43" fmla="*/ 14 h 14"/>
              <a:gd name="T44" fmla="*/ 16 w 19"/>
              <a:gd name="T45" fmla="*/ 14 h 14"/>
              <a:gd name="T46" fmla="*/ 16 w 19"/>
              <a:gd name="T47" fmla="*/ 7 h 14"/>
              <a:gd name="T48" fmla="*/ 16 w 19"/>
              <a:gd name="T49" fmla="*/ 7 h 14"/>
              <a:gd name="T50" fmla="*/ 16 w 19"/>
              <a:gd name="T51" fmla="*/ 4 h 14"/>
              <a:gd name="T52" fmla="*/ 14 w 19"/>
              <a:gd name="T53" fmla="*/ 3 h 14"/>
              <a:gd name="T54" fmla="*/ 14 w 19"/>
              <a:gd name="T55" fmla="*/ 3 h 14"/>
              <a:gd name="T56" fmla="*/ 12 w 19"/>
              <a:gd name="T57" fmla="*/ 3 h 14"/>
              <a:gd name="T58" fmla="*/ 11 w 19"/>
              <a:gd name="T59" fmla="*/ 4 h 14"/>
              <a:gd name="T60" fmla="*/ 11 w 19"/>
              <a:gd name="T61" fmla="*/ 6 h 14"/>
              <a:gd name="T62" fmla="*/ 11 w 19"/>
              <a:gd name="T63" fmla="*/ 14 h 14"/>
              <a:gd name="T64" fmla="*/ 8 w 19"/>
              <a:gd name="T65" fmla="*/ 14 h 14"/>
              <a:gd name="T66" fmla="*/ 8 w 19"/>
              <a:gd name="T67" fmla="*/ 7 h 14"/>
              <a:gd name="T68" fmla="*/ 8 w 19"/>
              <a:gd name="T69" fmla="*/ 7 h 14"/>
              <a:gd name="T70" fmla="*/ 8 w 19"/>
              <a:gd name="T71" fmla="*/ 4 h 14"/>
              <a:gd name="T72" fmla="*/ 6 w 19"/>
              <a:gd name="T73" fmla="*/ 3 h 14"/>
              <a:gd name="T74" fmla="*/ 6 w 19"/>
              <a:gd name="T75" fmla="*/ 3 h 14"/>
              <a:gd name="T76" fmla="*/ 4 w 19"/>
              <a:gd name="T77" fmla="*/ 3 h 14"/>
              <a:gd name="T78" fmla="*/ 3 w 19"/>
              <a:gd name="T79" fmla="*/ 6 h 14"/>
              <a:gd name="T80" fmla="*/ 3 w 19"/>
              <a:gd name="T81" fmla="*/ 6 h 14"/>
              <a:gd name="T82" fmla="*/ 3 w 19"/>
              <a:gd name="T83" fmla="*/ 14 h 14"/>
              <a:gd name="T84" fmla="*/ 0 w 19"/>
              <a:gd name="T85" fmla="*/ 14 h 14"/>
              <a:gd name="T86" fmla="*/ 0 w 19"/>
              <a:gd name="T87" fmla="*/ 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" h="14">
                <a:moveTo>
                  <a:pt x="0" y="4"/>
                </a:moveTo>
                <a:lnTo>
                  <a:pt x="0" y="4"/>
                </a:lnTo>
                <a:lnTo>
                  <a:pt x="0" y="1"/>
                </a:lnTo>
                <a:lnTo>
                  <a:pt x="3" y="1"/>
                </a:lnTo>
                <a:lnTo>
                  <a:pt x="3" y="3"/>
                </a:lnTo>
                <a:lnTo>
                  <a:pt x="3" y="3"/>
                </a:lnTo>
                <a:lnTo>
                  <a:pt x="3" y="3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10" y="1"/>
                </a:lnTo>
                <a:lnTo>
                  <a:pt x="11" y="3"/>
                </a:lnTo>
                <a:lnTo>
                  <a:pt x="11" y="3"/>
                </a:lnTo>
                <a:lnTo>
                  <a:pt x="11" y="3"/>
                </a:lnTo>
                <a:lnTo>
                  <a:pt x="12" y="1"/>
                </a:lnTo>
                <a:lnTo>
                  <a:pt x="12" y="1"/>
                </a:lnTo>
                <a:lnTo>
                  <a:pt x="15" y="0"/>
                </a:lnTo>
                <a:lnTo>
                  <a:pt x="15" y="0"/>
                </a:lnTo>
                <a:lnTo>
                  <a:pt x="18" y="1"/>
                </a:lnTo>
                <a:lnTo>
                  <a:pt x="19" y="4"/>
                </a:lnTo>
                <a:lnTo>
                  <a:pt x="19" y="7"/>
                </a:lnTo>
                <a:lnTo>
                  <a:pt x="19" y="14"/>
                </a:lnTo>
                <a:lnTo>
                  <a:pt x="16" y="14"/>
                </a:lnTo>
                <a:lnTo>
                  <a:pt x="16" y="7"/>
                </a:lnTo>
                <a:lnTo>
                  <a:pt x="16" y="7"/>
                </a:lnTo>
                <a:lnTo>
                  <a:pt x="16" y="4"/>
                </a:lnTo>
                <a:lnTo>
                  <a:pt x="14" y="3"/>
                </a:lnTo>
                <a:lnTo>
                  <a:pt x="14" y="3"/>
                </a:lnTo>
                <a:lnTo>
                  <a:pt x="12" y="3"/>
                </a:lnTo>
                <a:lnTo>
                  <a:pt x="11" y="4"/>
                </a:lnTo>
                <a:lnTo>
                  <a:pt x="11" y="6"/>
                </a:lnTo>
                <a:lnTo>
                  <a:pt x="11" y="14"/>
                </a:lnTo>
                <a:lnTo>
                  <a:pt x="8" y="14"/>
                </a:lnTo>
                <a:lnTo>
                  <a:pt x="8" y="7"/>
                </a:lnTo>
                <a:lnTo>
                  <a:pt x="8" y="7"/>
                </a:lnTo>
                <a:lnTo>
                  <a:pt x="8" y="4"/>
                </a:lnTo>
                <a:lnTo>
                  <a:pt x="6" y="3"/>
                </a:lnTo>
                <a:lnTo>
                  <a:pt x="6" y="3"/>
                </a:lnTo>
                <a:lnTo>
                  <a:pt x="4" y="3"/>
                </a:lnTo>
                <a:lnTo>
                  <a:pt x="3" y="6"/>
                </a:lnTo>
                <a:lnTo>
                  <a:pt x="3" y="6"/>
                </a:lnTo>
                <a:lnTo>
                  <a:pt x="3" y="14"/>
                </a:lnTo>
                <a:lnTo>
                  <a:pt x="0" y="14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2" name="Rectangle 1910"/>
          <p:cNvSpPr>
            <a:spLocks noChangeArrowheads="1"/>
          </p:cNvSpPr>
          <p:nvPr/>
        </p:nvSpPr>
        <p:spPr bwMode="auto">
          <a:xfrm>
            <a:off x="2918255" y="3535788"/>
            <a:ext cx="3781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3" name="Freeform 1911"/>
          <p:cNvSpPr>
            <a:spLocks noEditPoints="1"/>
          </p:cNvSpPr>
          <p:nvPr/>
        </p:nvSpPr>
        <p:spPr bwMode="auto">
          <a:xfrm>
            <a:off x="2924557" y="3542090"/>
            <a:ext cx="13864" cy="17646"/>
          </a:xfrm>
          <a:custGeom>
            <a:avLst/>
            <a:gdLst>
              <a:gd name="T0" fmla="*/ 2 w 11"/>
              <a:gd name="T1" fmla="*/ 8 h 14"/>
              <a:gd name="T2" fmla="*/ 2 w 11"/>
              <a:gd name="T3" fmla="*/ 8 h 14"/>
              <a:gd name="T4" fmla="*/ 3 w 11"/>
              <a:gd name="T5" fmla="*/ 10 h 14"/>
              <a:gd name="T6" fmla="*/ 3 w 11"/>
              <a:gd name="T7" fmla="*/ 11 h 14"/>
              <a:gd name="T8" fmla="*/ 7 w 11"/>
              <a:gd name="T9" fmla="*/ 12 h 14"/>
              <a:gd name="T10" fmla="*/ 7 w 11"/>
              <a:gd name="T11" fmla="*/ 12 h 14"/>
              <a:gd name="T12" fmla="*/ 10 w 11"/>
              <a:gd name="T13" fmla="*/ 12 h 14"/>
              <a:gd name="T14" fmla="*/ 11 w 11"/>
              <a:gd name="T15" fmla="*/ 14 h 14"/>
              <a:gd name="T16" fmla="*/ 11 w 11"/>
              <a:gd name="T17" fmla="*/ 14 h 14"/>
              <a:gd name="T18" fmla="*/ 7 w 11"/>
              <a:gd name="T19" fmla="*/ 14 h 14"/>
              <a:gd name="T20" fmla="*/ 7 w 11"/>
              <a:gd name="T21" fmla="*/ 14 h 14"/>
              <a:gd name="T22" fmla="*/ 5 w 11"/>
              <a:gd name="T23" fmla="*/ 14 h 14"/>
              <a:gd name="T24" fmla="*/ 2 w 11"/>
              <a:gd name="T25" fmla="*/ 12 h 14"/>
              <a:gd name="T26" fmla="*/ 0 w 11"/>
              <a:gd name="T27" fmla="*/ 11 h 14"/>
              <a:gd name="T28" fmla="*/ 0 w 11"/>
              <a:gd name="T29" fmla="*/ 8 h 14"/>
              <a:gd name="T30" fmla="*/ 0 w 11"/>
              <a:gd name="T31" fmla="*/ 8 h 14"/>
              <a:gd name="T32" fmla="*/ 0 w 11"/>
              <a:gd name="T33" fmla="*/ 6 h 14"/>
              <a:gd name="T34" fmla="*/ 2 w 11"/>
              <a:gd name="T35" fmla="*/ 3 h 14"/>
              <a:gd name="T36" fmla="*/ 3 w 11"/>
              <a:gd name="T37" fmla="*/ 1 h 14"/>
              <a:gd name="T38" fmla="*/ 6 w 11"/>
              <a:gd name="T39" fmla="*/ 0 h 14"/>
              <a:gd name="T40" fmla="*/ 6 w 11"/>
              <a:gd name="T41" fmla="*/ 0 h 14"/>
              <a:gd name="T42" fmla="*/ 9 w 11"/>
              <a:gd name="T43" fmla="*/ 1 h 14"/>
              <a:gd name="T44" fmla="*/ 10 w 11"/>
              <a:gd name="T45" fmla="*/ 3 h 14"/>
              <a:gd name="T46" fmla="*/ 11 w 11"/>
              <a:gd name="T47" fmla="*/ 7 h 14"/>
              <a:gd name="T48" fmla="*/ 11 w 11"/>
              <a:gd name="T49" fmla="*/ 8 h 14"/>
              <a:gd name="T50" fmla="*/ 2 w 11"/>
              <a:gd name="T51" fmla="*/ 8 h 14"/>
              <a:gd name="T52" fmla="*/ 10 w 11"/>
              <a:gd name="T53" fmla="*/ 7 h 14"/>
              <a:gd name="T54" fmla="*/ 10 w 11"/>
              <a:gd name="T55" fmla="*/ 7 h 14"/>
              <a:gd name="T56" fmla="*/ 9 w 11"/>
              <a:gd name="T57" fmla="*/ 4 h 14"/>
              <a:gd name="T58" fmla="*/ 7 w 11"/>
              <a:gd name="T59" fmla="*/ 3 h 14"/>
              <a:gd name="T60" fmla="*/ 6 w 11"/>
              <a:gd name="T61" fmla="*/ 3 h 14"/>
              <a:gd name="T62" fmla="*/ 6 w 11"/>
              <a:gd name="T63" fmla="*/ 3 h 14"/>
              <a:gd name="T64" fmla="*/ 3 w 11"/>
              <a:gd name="T65" fmla="*/ 4 h 14"/>
              <a:gd name="T66" fmla="*/ 3 w 11"/>
              <a:gd name="T67" fmla="*/ 7 h 14"/>
              <a:gd name="T68" fmla="*/ 10 w 11"/>
              <a:gd name="T69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" h="14">
                <a:moveTo>
                  <a:pt x="2" y="8"/>
                </a:moveTo>
                <a:lnTo>
                  <a:pt x="2" y="8"/>
                </a:lnTo>
                <a:lnTo>
                  <a:pt x="3" y="10"/>
                </a:lnTo>
                <a:lnTo>
                  <a:pt x="3" y="11"/>
                </a:lnTo>
                <a:lnTo>
                  <a:pt x="7" y="12"/>
                </a:lnTo>
                <a:lnTo>
                  <a:pt x="7" y="12"/>
                </a:lnTo>
                <a:lnTo>
                  <a:pt x="10" y="12"/>
                </a:lnTo>
                <a:lnTo>
                  <a:pt x="11" y="14"/>
                </a:lnTo>
                <a:lnTo>
                  <a:pt x="11" y="14"/>
                </a:lnTo>
                <a:lnTo>
                  <a:pt x="7" y="14"/>
                </a:lnTo>
                <a:lnTo>
                  <a:pt x="7" y="14"/>
                </a:lnTo>
                <a:lnTo>
                  <a:pt x="5" y="14"/>
                </a:lnTo>
                <a:lnTo>
                  <a:pt x="2" y="12"/>
                </a:lnTo>
                <a:lnTo>
                  <a:pt x="0" y="11"/>
                </a:lnTo>
                <a:lnTo>
                  <a:pt x="0" y="8"/>
                </a:lnTo>
                <a:lnTo>
                  <a:pt x="0" y="8"/>
                </a:lnTo>
                <a:lnTo>
                  <a:pt x="0" y="6"/>
                </a:lnTo>
                <a:lnTo>
                  <a:pt x="2" y="3"/>
                </a:lnTo>
                <a:lnTo>
                  <a:pt x="3" y="1"/>
                </a:lnTo>
                <a:lnTo>
                  <a:pt x="6" y="0"/>
                </a:lnTo>
                <a:lnTo>
                  <a:pt x="6" y="0"/>
                </a:lnTo>
                <a:lnTo>
                  <a:pt x="9" y="1"/>
                </a:lnTo>
                <a:lnTo>
                  <a:pt x="10" y="3"/>
                </a:lnTo>
                <a:lnTo>
                  <a:pt x="11" y="7"/>
                </a:lnTo>
                <a:lnTo>
                  <a:pt x="11" y="8"/>
                </a:lnTo>
                <a:lnTo>
                  <a:pt x="2" y="8"/>
                </a:lnTo>
                <a:close/>
                <a:moveTo>
                  <a:pt x="10" y="7"/>
                </a:moveTo>
                <a:lnTo>
                  <a:pt x="10" y="7"/>
                </a:lnTo>
                <a:lnTo>
                  <a:pt x="9" y="4"/>
                </a:lnTo>
                <a:lnTo>
                  <a:pt x="7" y="3"/>
                </a:lnTo>
                <a:lnTo>
                  <a:pt x="6" y="3"/>
                </a:lnTo>
                <a:lnTo>
                  <a:pt x="6" y="3"/>
                </a:lnTo>
                <a:lnTo>
                  <a:pt x="3" y="4"/>
                </a:lnTo>
                <a:lnTo>
                  <a:pt x="3" y="7"/>
                </a:lnTo>
                <a:lnTo>
                  <a:pt x="10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4" name="Freeform 1912"/>
          <p:cNvSpPr>
            <a:spLocks/>
          </p:cNvSpPr>
          <p:nvPr/>
        </p:nvSpPr>
        <p:spPr bwMode="auto">
          <a:xfrm>
            <a:off x="2942202" y="3542090"/>
            <a:ext cx="11344" cy="17646"/>
          </a:xfrm>
          <a:custGeom>
            <a:avLst/>
            <a:gdLst>
              <a:gd name="T0" fmla="*/ 9 w 9"/>
              <a:gd name="T1" fmla="*/ 14 h 14"/>
              <a:gd name="T2" fmla="*/ 9 w 9"/>
              <a:gd name="T3" fmla="*/ 14 h 14"/>
              <a:gd name="T4" fmla="*/ 7 w 9"/>
              <a:gd name="T5" fmla="*/ 14 h 14"/>
              <a:gd name="T6" fmla="*/ 7 w 9"/>
              <a:gd name="T7" fmla="*/ 14 h 14"/>
              <a:gd name="T8" fmla="*/ 4 w 9"/>
              <a:gd name="T9" fmla="*/ 14 h 14"/>
              <a:gd name="T10" fmla="*/ 1 w 9"/>
              <a:gd name="T11" fmla="*/ 12 h 14"/>
              <a:gd name="T12" fmla="*/ 0 w 9"/>
              <a:gd name="T13" fmla="*/ 11 h 14"/>
              <a:gd name="T14" fmla="*/ 0 w 9"/>
              <a:gd name="T15" fmla="*/ 8 h 14"/>
              <a:gd name="T16" fmla="*/ 0 w 9"/>
              <a:gd name="T17" fmla="*/ 8 h 14"/>
              <a:gd name="T18" fmla="*/ 0 w 9"/>
              <a:gd name="T19" fmla="*/ 6 h 14"/>
              <a:gd name="T20" fmla="*/ 1 w 9"/>
              <a:gd name="T21" fmla="*/ 3 h 14"/>
              <a:gd name="T22" fmla="*/ 4 w 9"/>
              <a:gd name="T23" fmla="*/ 1 h 14"/>
              <a:gd name="T24" fmla="*/ 7 w 9"/>
              <a:gd name="T25" fmla="*/ 0 h 14"/>
              <a:gd name="T26" fmla="*/ 7 w 9"/>
              <a:gd name="T27" fmla="*/ 0 h 14"/>
              <a:gd name="T28" fmla="*/ 9 w 9"/>
              <a:gd name="T29" fmla="*/ 1 h 14"/>
              <a:gd name="T30" fmla="*/ 9 w 9"/>
              <a:gd name="T31" fmla="*/ 3 h 14"/>
              <a:gd name="T32" fmla="*/ 9 w 9"/>
              <a:gd name="T33" fmla="*/ 3 h 14"/>
              <a:gd name="T34" fmla="*/ 7 w 9"/>
              <a:gd name="T35" fmla="*/ 3 h 14"/>
              <a:gd name="T36" fmla="*/ 7 w 9"/>
              <a:gd name="T37" fmla="*/ 3 h 14"/>
              <a:gd name="T38" fmla="*/ 4 w 9"/>
              <a:gd name="T39" fmla="*/ 3 h 14"/>
              <a:gd name="T40" fmla="*/ 3 w 9"/>
              <a:gd name="T41" fmla="*/ 4 h 14"/>
              <a:gd name="T42" fmla="*/ 3 w 9"/>
              <a:gd name="T43" fmla="*/ 7 h 14"/>
              <a:gd name="T44" fmla="*/ 3 w 9"/>
              <a:gd name="T45" fmla="*/ 7 h 14"/>
              <a:gd name="T46" fmla="*/ 3 w 9"/>
              <a:gd name="T47" fmla="*/ 11 h 14"/>
              <a:gd name="T48" fmla="*/ 7 w 9"/>
              <a:gd name="T49" fmla="*/ 12 h 14"/>
              <a:gd name="T50" fmla="*/ 7 w 9"/>
              <a:gd name="T51" fmla="*/ 12 h 14"/>
              <a:gd name="T52" fmla="*/ 9 w 9"/>
              <a:gd name="T53" fmla="*/ 12 h 14"/>
              <a:gd name="T54" fmla="*/ 9 w 9"/>
              <a:gd name="T55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" h="14">
                <a:moveTo>
                  <a:pt x="9" y="14"/>
                </a:moveTo>
                <a:lnTo>
                  <a:pt x="9" y="14"/>
                </a:lnTo>
                <a:lnTo>
                  <a:pt x="7" y="14"/>
                </a:lnTo>
                <a:lnTo>
                  <a:pt x="7" y="14"/>
                </a:lnTo>
                <a:lnTo>
                  <a:pt x="4" y="14"/>
                </a:lnTo>
                <a:lnTo>
                  <a:pt x="1" y="12"/>
                </a:lnTo>
                <a:lnTo>
                  <a:pt x="0" y="11"/>
                </a:lnTo>
                <a:lnTo>
                  <a:pt x="0" y="8"/>
                </a:lnTo>
                <a:lnTo>
                  <a:pt x="0" y="8"/>
                </a:lnTo>
                <a:lnTo>
                  <a:pt x="0" y="6"/>
                </a:lnTo>
                <a:lnTo>
                  <a:pt x="1" y="3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9" y="1"/>
                </a:lnTo>
                <a:lnTo>
                  <a:pt x="9" y="3"/>
                </a:lnTo>
                <a:lnTo>
                  <a:pt x="9" y="3"/>
                </a:lnTo>
                <a:lnTo>
                  <a:pt x="7" y="3"/>
                </a:lnTo>
                <a:lnTo>
                  <a:pt x="7" y="3"/>
                </a:lnTo>
                <a:lnTo>
                  <a:pt x="4" y="3"/>
                </a:lnTo>
                <a:lnTo>
                  <a:pt x="3" y="4"/>
                </a:lnTo>
                <a:lnTo>
                  <a:pt x="3" y="7"/>
                </a:lnTo>
                <a:lnTo>
                  <a:pt x="3" y="7"/>
                </a:lnTo>
                <a:lnTo>
                  <a:pt x="3" y="11"/>
                </a:lnTo>
                <a:lnTo>
                  <a:pt x="7" y="12"/>
                </a:lnTo>
                <a:lnTo>
                  <a:pt x="7" y="12"/>
                </a:lnTo>
                <a:lnTo>
                  <a:pt x="9" y="12"/>
                </a:lnTo>
                <a:lnTo>
                  <a:pt x="9" y="1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5" name="Freeform 1913"/>
          <p:cNvSpPr>
            <a:spLocks/>
          </p:cNvSpPr>
          <p:nvPr/>
        </p:nvSpPr>
        <p:spPr bwMode="auto">
          <a:xfrm>
            <a:off x="2956067" y="3538309"/>
            <a:ext cx="10083" cy="21427"/>
          </a:xfrm>
          <a:custGeom>
            <a:avLst/>
            <a:gdLst>
              <a:gd name="T0" fmla="*/ 5 w 8"/>
              <a:gd name="T1" fmla="*/ 0 h 17"/>
              <a:gd name="T2" fmla="*/ 5 w 8"/>
              <a:gd name="T3" fmla="*/ 4 h 17"/>
              <a:gd name="T4" fmla="*/ 8 w 8"/>
              <a:gd name="T5" fmla="*/ 4 h 17"/>
              <a:gd name="T6" fmla="*/ 8 w 8"/>
              <a:gd name="T7" fmla="*/ 6 h 17"/>
              <a:gd name="T8" fmla="*/ 5 w 8"/>
              <a:gd name="T9" fmla="*/ 6 h 17"/>
              <a:gd name="T10" fmla="*/ 5 w 8"/>
              <a:gd name="T11" fmla="*/ 13 h 17"/>
              <a:gd name="T12" fmla="*/ 5 w 8"/>
              <a:gd name="T13" fmla="*/ 13 h 17"/>
              <a:gd name="T14" fmla="*/ 5 w 8"/>
              <a:gd name="T15" fmla="*/ 15 h 17"/>
              <a:gd name="T16" fmla="*/ 7 w 8"/>
              <a:gd name="T17" fmla="*/ 15 h 17"/>
              <a:gd name="T18" fmla="*/ 7 w 8"/>
              <a:gd name="T19" fmla="*/ 15 h 17"/>
              <a:gd name="T20" fmla="*/ 8 w 8"/>
              <a:gd name="T21" fmla="*/ 15 h 17"/>
              <a:gd name="T22" fmla="*/ 8 w 8"/>
              <a:gd name="T23" fmla="*/ 17 h 17"/>
              <a:gd name="T24" fmla="*/ 8 w 8"/>
              <a:gd name="T25" fmla="*/ 17 h 17"/>
              <a:gd name="T26" fmla="*/ 7 w 8"/>
              <a:gd name="T27" fmla="*/ 17 h 17"/>
              <a:gd name="T28" fmla="*/ 7 w 8"/>
              <a:gd name="T29" fmla="*/ 17 h 17"/>
              <a:gd name="T30" fmla="*/ 4 w 8"/>
              <a:gd name="T31" fmla="*/ 17 h 17"/>
              <a:gd name="T32" fmla="*/ 4 w 8"/>
              <a:gd name="T33" fmla="*/ 17 h 17"/>
              <a:gd name="T34" fmla="*/ 2 w 8"/>
              <a:gd name="T35" fmla="*/ 13 h 17"/>
              <a:gd name="T36" fmla="*/ 2 w 8"/>
              <a:gd name="T37" fmla="*/ 6 h 17"/>
              <a:gd name="T38" fmla="*/ 0 w 8"/>
              <a:gd name="T39" fmla="*/ 6 h 17"/>
              <a:gd name="T40" fmla="*/ 0 w 8"/>
              <a:gd name="T41" fmla="*/ 4 h 17"/>
              <a:gd name="T42" fmla="*/ 2 w 8"/>
              <a:gd name="T43" fmla="*/ 4 h 17"/>
              <a:gd name="T44" fmla="*/ 2 w 8"/>
              <a:gd name="T45" fmla="*/ 0 h 17"/>
              <a:gd name="T46" fmla="*/ 5 w 8"/>
              <a:gd name="T47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" h="17">
                <a:moveTo>
                  <a:pt x="5" y="0"/>
                </a:moveTo>
                <a:lnTo>
                  <a:pt x="5" y="4"/>
                </a:lnTo>
                <a:lnTo>
                  <a:pt x="8" y="4"/>
                </a:lnTo>
                <a:lnTo>
                  <a:pt x="8" y="6"/>
                </a:lnTo>
                <a:lnTo>
                  <a:pt x="5" y="6"/>
                </a:lnTo>
                <a:lnTo>
                  <a:pt x="5" y="13"/>
                </a:lnTo>
                <a:lnTo>
                  <a:pt x="5" y="13"/>
                </a:lnTo>
                <a:lnTo>
                  <a:pt x="5" y="15"/>
                </a:lnTo>
                <a:lnTo>
                  <a:pt x="7" y="15"/>
                </a:lnTo>
                <a:lnTo>
                  <a:pt x="7" y="15"/>
                </a:lnTo>
                <a:lnTo>
                  <a:pt x="8" y="15"/>
                </a:lnTo>
                <a:lnTo>
                  <a:pt x="8" y="17"/>
                </a:lnTo>
                <a:lnTo>
                  <a:pt x="8" y="17"/>
                </a:lnTo>
                <a:lnTo>
                  <a:pt x="7" y="17"/>
                </a:lnTo>
                <a:lnTo>
                  <a:pt x="7" y="17"/>
                </a:lnTo>
                <a:lnTo>
                  <a:pt x="4" y="17"/>
                </a:lnTo>
                <a:lnTo>
                  <a:pt x="4" y="17"/>
                </a:lnTo>
                <a:lnTo>
                  <a:pt x="2" y="13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2" y="4"/>
                </a:lnTo>
                <a:lnTo>
                  <a:pt x="2" y="0"/>
                </a:lnTo>
                <a:lnTo>
                  <a:pt x="5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6" name="Freeform 1914"/>
          <p:cNvSpPr>
            <a:spLocks/>
          </p:cNvSpPr>
          <p:nvPr/>
        </p:nvSpPr>
        <p:spPr bwMode="auto">
          <a:xfrm>
            <a:off x="2969931" y="3543350"/>
            <a:ext cx="12604" cy="16385"/>
          </a:xfrm>
          <a:custGeom>
            <a:avLst/>
            <a:gdLst>
              <a:gd name="T0" fmla="*/ 10 w 10"/>
              <a:gd name="T1" fmla="*/ 10 h 13"/>
              <a:gd name="T2" fmla="*/ 10 w 10"/>
              <a:gd name="T3" fmla="*/ 10 h 13"/>
              <a:gd name="T4" fmla="*/ 10 w 10"/>
              <a:gd name="T5" fmla="*/ 13 h 13"/>
              <a:gd name="T6" fmla="*/ 9 w 10"/>
              <a:gd name="T7" fmla="*/ 13 h 13"/>
              <a:gd name="T8" fmla="*/ 9 w 10"/>
              <a:gd name="T9" fmla="*/ 11 h 13"/>
              <a:gd name="T10" fmla="*/ 9 w 10"/>
              <a:gd name="T11" fmla="*/ 11 h 13"/>
              <a:gd name="T12" fmla="*/ 9 w 10"/>
              <a:gd name="T13" fmla="*/ 11 h 13"/>
              <a:gd name="T14" fmla="*/ 6 w 10"/>
              <a:gd name="T15" fmla="*/ 13 h 13"/>
              <a:gd name="T16" fmla="*/ 4 w 10"/>
              <a:gd name="T17" fmla="*/ 13 h 13"/>
              <a:gd name="T18" fmla="*/ 4 w 10"/>
              <a:gd name="T19" fmla="*/ 13 h 13"/>
              <a:gd name="T20" fmla="*/ 1 w 10"/>
              <a:gd name="T21" fmla="*/ 13 h 13"/>
              <a:gd name="T22" fmla="*/ 0 w 10"/>
              <a:gd name="T23" fmla="*/ 10 h 13"/>
              <a:gd name="T24" fmla="*/ 0 w 10"/>
              <a:gd name="T25" fmla="*/ 7 h 13"/>
              <a:gd name="T26" fmla="*/ 0 w 10"/>
              <a:gd name="T27" fmla="*/ 0 h 13"/>
              <a:gd name="T28" fmla="*/ 2 w 10"/>
              <a:gd name="T29" fmla="*/ 0 h 13"/>
              <a:gd name="T30" fmla="*/ 2 w 10"/>
              <a:gd name="T31" fmla="*/ 7 h 13"/>
              <a:gd name="T32" fmla="*/ 2 w 10"/>
              <a:gd name="T33" fmla="*/ 7 h 13"/>
              <a:gd name="T34" fmla="*/ 2 w 10"/>
              <a:gd name="T35" fmla="*/ 10 h 13"/>
              <a:gd name="T36" fmla="*/ 5 w 10"/>
              <a:gd name="T37" fmla="*/ 11 h 13"/>
              <a:gd name="T38" fmla="*/ 5 w 10"/>
              <a:gd name="T39" fmla="*/ 11 h 13"/>
              <a:gd name="T40" fmla="*/ 6 w 10"/>
              <a:gd name="T41" fmla="*/ 11 h 13"/>
              <a:gd name="T42" fmla="*/ 8 w 10"/>
              <a:gd name="T43" fmla="*/ 9 h 13"/>
              <a:gd name="T44" fmla="*/ 8 w 10"/>
              <a:gd name="T45" fmla="*/ 9 h 13"/>
              <a:gd name="T46" fmla="*/ 8 w 10"/>
              <a:gd name="T47" fmla="*/ 0 h 13"/>
              <a:gd name="T48" fmla="*/ 10 w 10"/>
              <a:gd name="T49" fmla="*/ 0 h 13"/>
              <a:gd name="T50" fmla="*/ 10 w 10"/>
              <a:gd name="T51" fmla="*/ 1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" h="13">
                <a:moveTo>
                  <a:pt x="10" y="10"/>
                </a:moveTo>
                <a:lnTo>
                  <a:pt x="10" y="10"/>
                </a:lnTo>
                <a:lnTo>
                  <a:pt x="10" y="13"/>
                </a:lnTo>
                <a:lnTo>
                  <a:pt x="9" y="13"/>
                </a:lnTo>
                <a:lnTo>
                  <a:pt x="9" y="11"/>
                </a:lnTo>
                <a:lnTo>
                  <a:pt x="9" y="11"/>
                </a:lnTo>
                <a:lnTo>
                  <a:pt x="9" y="11"/>
                </a:lnTo>
                <a:lnTo>
                  <a:pt x="6" y="13"/>
                </a:lnTo>
                <a:lnTo>
                  <a:pt x="4" y="13"/>
                </a:lnTo>
                <a:lnTo>
                  <a:pt x="4" y="13"/>
                </a:lnTo>
                <a:lnTo>
                  <a:pt x="1" y="13"/>
                </a:lnTo>
                <a:lnTo>
                  <a:pt x="0" y="10"/>
                </a:lnTo>
                <a:lnTo>
                  <a:pt x="0" y="7"/>
                </a:lnTo>
                <a:lnTo>
                  <a:pt x="0" y="0"/>
                </a:lnTo>
                <a:lnTo>
                  <a:pt x="2" y="0"/>
                </a:lnTo>
                <a:lnTo>
                  <a:pt x="2" y="7"/>
                </a:lnTo>
                <a:lnTo>
                  <a:pt x="2" y="7"/>
                </a:lnTo>
                <a:lnTo>
                  <a:pt x="2" y="10"/>
                </a:lnTo>
                <a:lnTo>
                  <a:pt x="5" y="11"/>
                </a:lnTo>
                <a:lnTo>
                  <a:pt x="5" y="11"/>
                </a:lnTo>
                <a:lnTo>
                  <a:pt x="6" y="11"/>
                </a:lnTo>
                <a:lnTo>
                  <a:pt x="8" y="9"/>
                </a:lnTo>
                <a:lnTo>
                  <a:pt x="8" y="9"/>
                </a:lnTo>
                <a:lnTo>
                  <a:pt x="8" y="0"/>
                </a:ln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7" name="Freeform 1915"/>
          <p:cNvSpPr>
            <a:spLocks/>
          </p:cNvSpPr>
          <p:nvPr/>
        </p:nvSpPr>
        <p:spPr bwMode="auto">
          <a:xfrm>
            <a:off x="2986316" y="3542090"/>
            <a:ext cx="12604" cy="17646"/>
          </a:xfrm>
          <a:custGeom>
            <a:avLst/>
            <a:gdLst>
              <a:gd name="T0" fmla="*/ 1 w 10"/>
              <a:gd name="T1" fmla="*/ 11 h 14"/>
              <a:gd name="T2" fmla="*/ 1 w 10"/>
              <a:gd name="T3" fmla="*/ 11 h 14"/>
              <a:gd name="T4" fmla="*/ 4 w 10"/>
              <a:gd name="T5" fmla="*/ 12 h 14"/>
              <a:gd name="T6" fmla="*/ 4 w 10"/>
              <a:gd name="T7" fmla="*/ 12 h 14"/>
              <a:gd name="T8" fmla="*/ 5 w 10"/>
              <a:gd name="T9" fmla="*/ 12 h 14"/>
              <a:gd name="T10" fmla="*/ 7 w 10"/>
              <a:gd name="T11" fmla="*/ 11 h 14"/>
              <a:gd name="T12" fmla="*/ 7 w 10"/>
              <a:gd name="T13" fmla="*/ 11 h 14"/>
              <a:gd name="T14" fmla="*/ 7 w 10"/>
              <a:gd name="T15" fmla="*/ 10 h 14"/>
              <a:gd name="T16" fmla="*/ 4 w 10"/>
              <a:gd name="T17" fmla="*/ 8 h 14"/>
              <a:gd name="T18" fmla="*/ 4 w 10"/>
              <a:gd name="T19" fmla="*/ 8 h 14"/>
              <a:gd name="T20" fmla="*/ 1 w 10"/>
              <a:gd name="T21" fmla="*/ 7 h 14"/>
              <a:gd name="T22" fmla="*/ 1 w 10"/>
              <a:gd name="T23" fmla="*/ 4 h 14"/>
              <a:gd name="T24" fmla="*/ 1 w 10"/>
              <a:gd name="T25" fmla="*/ 4 h 14"/>
              <a:gd name="T26" fmla="*/ 1 w 10"/>
              <a:gd name="T27" fmla="*/ 1 h 14"/>
              <a:gd name="T28" fmla="*/ 5 w 10"/>
              <a:gd name="T29" fmla="*/ 0 h 14"/>
              <a:gd name="T30" fmla="*/ 5 w 10"/>
              <a:gd name="T31" fmla="*/ 0 h 14"/>
              <a:gd name="T32" fmla="*/ 8 w 10"/>
              <a:gd name="T33" fmla="*/ 1 h 14"/>
              <a:gd name="T34" fmla="*/ 8 w 10"/>
              <a:gd name="T35" fmla="*/ 3 h 14"/>
              <a:gd name="T36" fmla="*/ 8 w 10"/>
              <a:gd name="T37" fmla="*/ 3 h 14"/>
              <a:gd name="T38" fmla="*/ 5 w 10"/>
              <a:gd name="T39" fmla="*/ 3 h 14"/>
              <a:gd name="T40" fmla="*/ 5 w 10"/>
              <a:gd name="T41" fmla="*/ 3 h 14"/>
              <a:gd name="T42" fmla="*/ 4 w 10"/>
              <a:gd name="T43" fmla="*/ 3 h 14"/>
              <a:gd name="T44" fmla="*/ 3 w 10"/>
              <a:gd name="T45" fmla="*/ 4 h 14"/>
              <a:gd name="T46" fmla="*/ 3 w 10"/>
              <a:gd name="T47" fmla="*/ 4 h 14"/>
              <a:gd name="T48" fmla="*/ 4 w 10"/>
              <a:gd name="T49" fmla="*/ 6 h 14"/>
              <a:gd name="T50" fmla="*/ 5 w 10"/>
              <a:gd name="T51" fmla="*/ 7 h 14"/>
              <a:gd name="T52" fmla="*/ 5 w 10"/>
              <a:gd name="T53" fmla="*/ 7 h 14"/>
              <a:gd name="T54" fmla="*/ 8 w 10"/>
              <a:gd name="T55" fmla="*/ 8 h 14"/>
              <a:gd name="T56" fmla="*/ 10 w 10"/>
              <a:gd name="T57" fmla="*/ 11 h 14"/>
              <a:gd name="T58" fmla="*/ 10 w 10"/>
              <a:gd name="T59" fmla="*/ 11 h 14"/>
              <a:gd name="T60" fmla="*/ 8 w 10"/>
              <a:gd name="T61" fmla="*/ 14 h 14"/>
              <a:gd name="T62" fmla="*/ 4 w 10"/>
              <a:gd name="T63" fmla="*/ 14 h 14"/>
              <a:gd name="T64" fmla="*/ 4 w 10"/>
              <a:gd name="T65" fmla="*/ 14 h 14"/>
              <a:gd name="T66" fmla="*/ 0 w 10"/>
              <a:gd name="T67" fmla="*/ 14 h 14"/>
              <a:gd name="T68" fmla="*/ 1 w 10"/>
              <a:gd name="T69" fmla="*/ 11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" h="14">
                <a:moveTo>
                  <a:pt x="1" y="11"/>
                </a:moveTo>
                <a:lnTo>
                  <a:pt x="1" y="11"/>
                </a:lnTo>
                <a:lnTo>
                  <a:pt x="4" y="12"/>
                </a:lnTo>
                <a:lnTo>
                  <a:pt x="4" y="12"/>
                </a:lnTo>
                <a:lnTo>
                  <a:pt x="5" y="12"/>
                </a:lnTo>
                <a:lnTo>
                  <a:pt x="7" y="11"/>
                </a:lnTo>
                <a:lnTo>
                  <a:pt x="7" y="11"/>
                </a:lnTo>
                <a:lnTo>
                  <a:pt x="7" y="10"/>
                </a:lnTo>
                <a:lnTo>
                  <a:pt x="4" y="8"/>
                </a:lnTo>
                <a:lnTo>
                  <a:pt x="4" y="8"/>
                </a:lnTo>
                <a:lnTo>
                  <a:pt x="1" y="7"/>
                </a:lnTo>
                <a:lnTo>
                  <a:pt x="1" y="4"/>
                </a:lnTo>
                <a:lnTo>
                  <a:pt x="1" y="4"/>
                </a:lnTo>
                <a:lnTo>
                  <a:pt x="1" y="1"/>
                </a:lnTo>
                <a:lnTo>
                  <a:pt x="5" y="0"/>
                </a:lnTo>
                <a:lnTo>
                  <a:pt x="5" y="0"/>
                </a:lnTo>
                <a:lnTo>
                  <a:pt x="8" y="1"/>
                </a:lnTo>
                <a:lnTo>
                  <a:pt x="8" y="3"/>
                </a:lnTo>
                <a:lnTo>
                  <a:pt x="8" y="3"/>
                </a:lnTo>
                <a:lnTo>
                  <a:pt x="5" y="3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3" y="4"/>
                </a:lnTo>
                <a:lnTo>
                  <a:pt x="4" y="6"/>
                </a:lnTo>
                <a:lnTo>
                  <a:pt x="5" y="7"/>
                </a:lnTo>
                <a:lnTo>
                  <a:pt x="5" y="7"/>
                </a:lnTo>
                <a:lnTo>
                  <a:pt x="8" y="8"/>
                </a:lnTo>
                <a:lnTo>
                  <a:pt x="10" y="11"/>
                </a:lnTo>
                <a:lnTo>
                  <a:pt x="10" y="11"/>
                </a:lnTo>
                <a:lnTo>
                  <a:pt x="8" y="14"/>
                </a:lnTo>
                <a:lnTo>
                  <a:pt x="4" y="14"/>
                </a:lnTo>
                <a:lnTo>
                  <a:pt x="4" y="14"/>
                </a:lnTo>
                <a:lnTo>
                  <a:pt x="0" y="14"/>
                </a:lnTo>
                <a:lnTo>
                  <a:pt x="1" y="1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8" name="Freeform 1916"/>
          <p:cNvSpPr>
            <a:spLocks/>
          </p:cNvSpPr>
          <p:nvPr/>
        </p:nvSpPr>
        <p:spPr bwMode="auto">
          <a:xfrm>
            <a:off x="3000181" y="3555954"/>
            <a:ext cx="5042" cy="8823"/>
          </a:xfrm>
          <a:custGeom>
            <a:avLst/>
            <a:gdLst>
              <a:gd name="T0" fmla="*/ 0 w 4"/>
              <a:gd name="T1" fmla="*/ 7 h 7"/>
              <a:gd name="T2" fmla="*/ 0 w 4"/>
              <a:gd name="T3" fmla="*/ 7 h 7"/>
              <a:gd name="T4" fmla="*/ 1 w 4"/>
              <a:gd name="T5" fmla="*/ 0 h 7"/>
              <a:gd name="T6" fmla="*/ 4 w 4"/>
              <a:gd name="T7" fmla="*/ 0 h 7"/>
              <a:gd name="T8" fmla="*/ 4 w 4"/>
              <a:gd name="T9" fmla="*/ 0 h 7"/>
              <a:gd name="T10" fmla="*/ 1 w 4"/>
              <a:gd name="T11" fmla="*/ 7 h 7"/>
              <a:gd name="T12" fmla="*/ 0 w 4"/>
              <a:gd name="T1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7">
                <a:moveTo>
                  <a:pt x="0" y="7"/>
                </a:moveTo>
                <a:lnTo>
                  <a:pt x="0" y="7"/>
                </a:lnTo>
                <a:lnTo>
                  <a:pt x="1" y="0"/>
                </a:lnTo>
                <a:lnTo>
                  <a:pt x="4" y="0"/>
                </a:lnTo>
                <a:lnTo>
                  <a:pt x="4" y="0"/>
                </a:lnTo>
                <a:lnTo>
                  <a:pt x="1" y="7"/>
                </a:lnTo>
                <a:lnTo>
                  <a:pt x="0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9" name="Freeform 1917"/>
          <p:cNvSpPr>
            <a:spLocks/>
          </p:cNvSpPr>
          <p:nvPr/>
        </p:nvSpPr>
        <p:spPr bwMode="auto">
          <a:xfrm>
            <a:off x="3014045" y="3535788"/>
            <a:ext cx="10083" cy="23948"/>
          </a:xfrm>
          <a:custGeom>
            <a:avLst/>
            <a:gdLst>
              <a:gd name="T0" fmla="*/ 1 w 8"/>
              <a:gd name="T1" fmla="*/ 19 h 19"/>
              <a:gd name="T2" fmla="*/ 1 w 8"/>
              <a:gd name="T3" fmla="*/ 8 h 19"/>
              <a:gd name="T4" fmla="*/ 0 w 8"/>
              <a:gd name="T5" fmla="*/ 8 h 19"/>
              <a:gd name="T6" fmla="*/ 0 w 8"/>
              <a:gd name="T7" fmla="*/ 6 h 19"/>
              <a:gd name="T8" fmla="*/ 1 w 8"/>
              <a:gd name="T9" fmla="*/ 6 h 19"/>
              <a:gd name="T10" fmla="*/ 1 w 8"/>
              <a:gd name="T11" fmla="*/ 5 h 19"/>
              <a:gd name="T12" fmla="*/ 1 w 8"/>
              <a:gd name="T13" fmla="*/ 5 h 19"/>
              <a:gd name="T14" fmla="*/ 1 w 8"/>
              <a:gd name="T15" fmla="*/ 2 h 19"/>
              <a:gd name="T16" fmla="*/ 2 w 8"/>
              <a:gd name="T17" fmla="*/ 1 h 19"/>
              <a:gd name="T18" fmla="*/ 2 w 8"/>
              <a:gd name="T19" fmla="*/ 1 h 19"/>
              <a:gd name="T20" fmla="*/ 6 w 8"/>
              <a:gd name="T21" fmla="*/ 0 h 19"/>
              <a:gd name="T22" fmla="*/ 6 w 8"/>
              <a:gd name="T23" fmla="*/ 0 h 19"/>
              <a:gd name="T24" fmla="*/ 8 w 8"/>
              <a:gd name="T25" fmla="*/ 0 h 19"/>
              <a:gd name="T26" fmla="*/ 8 w 8"/>
              <a:gd name="T27" fmla="*/ 2 h 19"/>
              <a:gd name="T28" fmla="*/ 8 w 8"/>
              <a:gd name="T29" fmla="*/ 2 h 19"/>
              <a:gd name="T30" fmla="*/ 6 w 8"/>
              <a:gd name="T31" fmla="*/ 1 h 19"/>
              <a:gd name="T32" fmla="*/ 6 w 8"/>
              <a:gd name="T33" fmla="*/ 1 h 19"/>
              <a:gd name="T34" fmla="*/ 4 w 8"/>
              <a:gd name="T35" fmla="*/ 2 h 19"/>
              <a:gd name="T36" fmla="*/ 4 w 8"/>
              <a:gd name="T37" fmla="*/ 5 h 19"/>
              <a:gd name="T38" fmla="*/ 4 w 8"/>
              <a:gd name="T39" fmla="*/ 6 h 19"/>
              <a:gd name="T40" fmla="*/ 6 w 8"/>
              <a:gd name="T41" fmla="*/ 6 h 19"/>
              <a:gd name="T42" fmla="*/ 6 w 8"/>
              <a:gd name="T43" fmla="*/ 8 h 19"/>
              <a:gd name="T44" fmla="*/ 4 w 8"/>
              <a:gd name="T45" fmla="*/ 8 h 19"/>
              <a:gd name="T46" fmla="*/ 4 w 8"/>
              <a:gd name="T47" fmla="*/ 19 h 19"/>
              <a:gd name="T48" fmla="*/ 1 w 8"/>
              <a:gd name="T49" fmla="*/ 1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" h="19">
                <a:moveTo>
                  <a:pt x="1" y="19"/>
                </a:moveTo>
                <a:lnTo>
                  <a:pt x="1" y="8"/>
                </a:lnTo>
                <a:lnTo>
                  <a:pt x="0" y="8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5"/>
                </a:lnTo>
                <a:lnTo>
                  <a:pt x="1" y="2"/>
                </a:lnTo>
                <a:lnTo>
                  <a:pt x="2" y="1"/>
                </a:lnTo>
                <a:lnTo>
                  <a:pt x="2" y="1"/>
                </a:lnTo>
                <a:lnTo>
                  <a:pt x="6" y="0"/>
                </a:lnTo>
                <a:lnTo>
                  <a:pt x="6" y="0"/>
                </a:lnTo>
                <a:lnTo>
                  <a:pt x="8" y="0"/>
                </a:lnTo>
                <a:lnTo>
                  <a:pt x="8" y="2"/>
                </a:lnTo>
                <a:lnTo>
                  <a:pt x="8" y="2"/>
                </a:lnTo>
                <a:lnTo>
                  <a:pt x="6" y="1"/>
                </a:lnTo>
                <a:lnTo>
                  <a:pt x="6" y="1"/>
                </a:lnTo>
                <a:lnTo>
                  <a:pt x="4" y="2"/>
                </a:lnTo>
                <a:lnTo>
                  <a:pt x="4" y="5"/>
                </a:lnTo>
                <a:lnTo>
                  <a:pt x="4" y="6"/>
                </a:lnTo>
                <a:lnTo>
                  <a:pt x="6" y="6"/>
                </a:lnTo>
                <a:lnTo>
                  <a:pt x="6" y="8"/>
                </a:lnTo>
                <a:lnTo>
                  <a:pt x="4" y="8"/>
                </a:lnTo>
                <a:lnTo>
                  <a:pt x="4" y="19"/>
                </a:lnTo>
                <a:lnTo>
                  <a:pt x="1" y="1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0" name="Freeform 1918"/>
          <p:cNvSpPr>
            <a:spLocks noEditPoints="1"/>
          </p:cNvSpPr>
          <p:nvPr/>
        </p:nvSpPr>
        <p:spPr bwMode="auto">
          <a:xfrm>
            <a:off x="3024128" y="3542090"/>
            <a:ext cx="13864" cy="17646"/>
          </a:xfrm>
          <a:custGeom>
            <a:avLst/>
            <a:gdLst>
              <a:gd name="T0" fmla="*/ 8 w 11"/>
              <a:gd name="T1" fmla="*/ 14 h 14"/>
              <a:gd name="T2" fmla="*/ 8 w 11"/>
              <a:gd name="T3" fmla="*/ 12 h 14"/>
              <a:gd name="T4" fmla="*/ 8 w 11"/>
              <a:gd name="T5" fmla="*/ 12 h 14"/>
              <a:gd name="T6" fmla="*/ 8 w 11"/>
              <a:gd name="T7" fmla="*/ 12 h 14"/>
              <a:gd name="T8" fmla="*/ 7 w 11"/>
              <a:gd name="T9" fmla="*/ 14 h 14"/>
              <a:gd name="T10" fmla="*/ 4 w 11"/>
              <a:gd name="T11" fmla="*/ 14 h 14"/>
              <a:gd name="T12" fmla="*/ 4 w 11"/>
              <a:gd name="T13" fmla="*/ 14 h 14"/>
              <a:gd name="T14" fmla="*/ 1 w 11"/>
              <a:gd name="T15" fmla="*/ 14 h 14"/>
              <a:gd name="T16" fmla="*/ 0 w 11"/>
              <a:gd name="T17" fmla="*/ 11 h 14"/>
              <a:gd name="T18" fmla="*/ 0 w 11"/>
              <a:gd name="T19" fmla="*/ 11 h 14"/>
              <a:gd name="T20" fmla="*/ 0 w 11"/>
              <a:gd name="T21" fmla="*/ 8 h 14"/>
              <a:gd name="T22" fmla="*/ 1 w 11"/>
              <a:gd name="T23" fmla="*/ 7 h 14"/>
              <a:gd name="T24" fmla="*/ 8 w 11"/>
              <a:gd name="T25" fmla="*/ 6 h 14"/>
              <a:gd name="T26" fmla="*/ 8 w 11"/>
              <a:gd name="T27" fmla="*/ 6 h 14"/>
              <a:gd name="T28" fmla="*/ 8 w 11"/>
              <a:gd name="T29" fmla="*/ 6 h 14"/>
              <a:gd name="T30" fmla="*/ 7 w 11"/>
              <a:gd name="T31" fmla="*/ 4 h 14"/>
              <a:gd name="T32" fmla="*/ 5 w 11"/>
              <a:gd name="T33" fmla="*/ 3 h 14"/>
              <a:gd name="T34" fmla="*/ 5 w 11"/>
              <a:gd name="T35" fmla="*/ 3 h 14"/>
              <a:gd name="T36" fmla="*/ 1 w 11"/>
              <a:gd name="T37" fmla="*/ 3 h 14"/>
              <a:gd name="T38" fmla="*/ 1 w 11"/>
              <a:gd name="T39" fmla="*/ 1 h 14"/>
              <a:gd name="T40" fmla="*/ 1 w 11"/>
              <a:gd name="T41" fmla="*/ 1 h 14"/>
              <a:gd name="T42" fmla="*/ 5 w 11"/>
              <a:gd name="T43" fmla="*/ 0 h 14"/>
              <a:gd name="T44" fmla="*/ 5 w 11"/>
              <a:gd name="T45" fmla="*/ 0 h 14"/>
              <a:gd name="T46" fmla="*/ 8 w 11"/>
              <a:gd name="T47" fmla="*/ 1 h 14"/>
              <a:gd name="T48" fmla="*/ 9 w 11"/>
              <a:gd name="T49" fmla="*/ 3 h 14"/>
              <a:gd name="T50" fmla="*/ 9 w 11"/>
              <a:gd name="T51" fmla="*/ 6 h 14"/>
              <a:gd name="T52" fmla="*/ 9 w 11"/>
              <a:gd name="T53" fmla="*/ 11 h 14"/>
              <a:gd name="T54" fmla="*/ 9 w 11"/>
              <a:gd name="T55" fmla="*/ 11 h 14"/>
              <a:gd name="T56" fmla="*/ 11 w 11"/>
              <a:gd name="T57" fmla="*/ 14 h 14"/>
              <a:gd name="T58" fmla="*/ 8 w 11"/>
              <a:gd name="T59" fmla="*/ 14 h 14"/>
              <a:gd name="T60" fmla="*/ 8 w 11"/>
              <a:gd name="T61" fmla="*/ 7 h 14"/>
              <a:gd name="T62" fmla="*/ 8 w 11"/>
              <a:gd name="T63" fmla="*/ 7 h 14"/>
              <a:gd name="T64" fmla="*/ 4 w 11"/>
              <a:gd name="T65" fmla="*/ 8 h 14"/>
              <a:gd name="T66" fmla="*/ 2 w 11"/>
              <a:gd name="T67" fmla="*/ 8 h 14"/>
              <a:gd name="T68" fmla="*/ 2 w 11"/>
              <a:gd name="T69" fmla="*/ 11 h 14"/>
              <a:gd name="T70" fmla="*/ 2 w 11"/>
              <a:gd name="T71" fmla="*/ 11 h 14"/>
              <a:gd name="T72" fmla="*/ 2 w 11"/>
              <a:gd name="T73" fmla="*/ 12 h 14"/>
              <a:gd name="T74" fmla="*/ 4 w 11"/>
              <a:gd name="T75" fmla="*/ 12 h 14"/>
              <a:gd name="T76" fmla="*/ 4 w 11"/>
              <a:gd name="T77" fmla="*/ 12 h 14"/>
              <a:gd name="T78" fmla="*/ 7 w 11"/>
              <a:gd name="T79" fmla="*/ 12 h 14"/>
              <a:gd name="T80" fmla="*/ 8 w 11"/>
              <a:gd name="T81" fmla="*/ 11 h 14"/>
              <a:gd name="T82" fmla="*/ 8 w 11"/>
              <a:gd name="T83" fmla="*/ 10 h 14"/>
              <a:gd name="T84" fmla="*/ 8 w 11"/>
              <a:gd name="T8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1" h="14">
                <a:moveTo>
                  <a:pt x="8" y="14"/>
                </a:moveTo>
                <a:lnTo>
                  <a:pt x="8" y="12"/>
                </a:lnTo>
                <a:lnTo>
                  <a:pt x="8" y="12"/>
                </a:lnTo>
                <a:lnTo>
                  <a:pt x="8" y="12"/>
                </a:lnTo>
                <a:lnTo>
                  <a:pt x="7" y="14"/>
                </a:lnTo>
                <a:lnTo>
                  <a:pt x="4" y="14"/>
                </a:lnTo>
                <a:lnTo>
                  <a:pt x="4" y="14"/>
                </a:lnTo>
                <a:lnTo>
                  <a:pt x="1" y="14"/>
                </a:lnTo>
                <a:lnTo>
                  <a:pt x="0" y="11"/>
                </a:lnTo>
                <a:lnTo>
                  <a:pt x="0" y="11"/>
                </a:lnTo>
                <a:lnTo>
                  <a:pt x="0" y="8"/>
                </a:lnTo>
                <a:lnTo>
                  <a:pt x="1" y="7"/>
                </a:lnTo>
                <a:lnTo>
                  <a:pt x="8" y="6"/>
                </a:lnTo>
                <a:lnTo>
                  <a:pt x="8" y="6"/>
                </a:lnTo>
                <a:lnTo>
                  <a:pt x="8" y="6"/>
                </a:lnTo>
                <a:lnTo>
                  <a:pt x="7" y="4"/>
                </a:lnTo>
                <a:lnTo>
                  <a:pt x="5" y="3"/>
                </a:lnTo>
                <a:lnTo>
                  <a:pt x="5" y="3"/>
                </a:lnTo>
                <a:lnTo>
                  <a:pt x="1" y="3"/>
                </a:lnTo>
                <a:lnTo>
                  <a:pt x="1" y="1"/>
                </a:lnTo>
                <a:lnTo>
                  <a:pt x="1" y="1"/>
                </a:lnTo>
                <a:lnTo>
                  <a:pt x="5" y="0"/>
                </a:lnTo>
                <a:lnTo>
                  <a:pt x="5" y="0"/>
                </a:lnTo>
                <a:lnTo>
                  <a:pt x="8" y="1"/>
                </a:lnTo>
                <a:lnTo>
                  <a:pt x="9" y="3"/>
                </a:lnTo>
                <a:lnTo>
                  <a:pt x="9" y="6"/>
                </a:lnTo>
                <a:lnTo>
                  <a:pt x="9" y="11"/>
                </a:lnTo>
                <a:lnTo>
                  <a:pt x="9" y="11"/>
                </a:lnTo>
                <a:lnTo>
                  <a:pt x="11" y="14"/>
                </a:lnTo>
                <a:lnTo>
                  <a:pt x="8" y="14"/>
                </a:lnTo>
                <a:close/>
                <a:moveTo>
                  <a:pt x="8" y="7"/>
                </a:moveTo>
                <a:lnTo>
                  <a:pt x="8" y="7"/>
                </a:lnTo>
                <a:lnTo>
                  <a:pt x="4" y="8"/>
                </a:lnTo>
                <a:lnTo>
                  <a:pt x="2" y="8"/>
                </a:lnTo>
                <a:lnTo>
                  <a:pt x="2" y="11"/>
                </a:lnTo>
                <a:lnTo>
                  <a:pt x="2" y="11"/>
                </a:lnTo>
                <a:lnTo>
                  <a:pt x="2" y="12"/>
                </a:lnTo>
                <a:lnTo>
                  <a:pt x="4" y="12"/>
                </a:lnTo>
                <a:lnTo>
                  <a:pt x="4" y="12"/>
                </a:lnTo>
                <a:lnTo>
                  <a:pt x="7" y="12"/>
                </a:lnTo>
                <a:lnTo>
                  <a:pt x="8" y="11"/>
                </a:lnTo>
                <a:lnTo>
                  <a:pt x="8" y="10"/>
                </a:lnTo>
                <a:lnTo>
                  <a:pt x="8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1" name="Freeform 1919"/>
          <p:cNvSpPr>
            <a:spLocks/>
          </p:cNvSpPr>
          <p:nvPr/>
        </p:nvSpPr>
        <p:spPr bwMode="auto">
          <a:xfrm>
            <a:off x="3040513" y="3542090"/>
            <a:ext cx="12604" cy="17646"/>
          </a:xfrm>
          <a:custGeom>
            <a:avLst/>
            <a:gdLst>
              <a:gd name="T0" fmla="*/ 10 w 10"/>
              <a:gd name="T1" fmla="*/ 14 h 14"/>
              <a:gd name="T2" fmla="*/ 10 w 10"/>
              <a:gd name="T3" fmla="*/ 14 h 14"/>
              <a:gd name="T4" fmla="*/ 6 w 10"/>
              <a:gd name="T5" fmla="*/ 14 h 14"/>
              <a:gd name="T6" fmla="*/ 6 w 10"/>
              <a:gd name="T7" fmla="*/ 14 h 14"/>
              <a:gd name="T8" fmla="*/ 3 w 10"/>
              <a:gd name="T9" fmla="*/ 14 h 14"/>
              <a:gd name="T10" fmla="*/ 2 w 10"/>
              <a:gd name="T11" fmla="*/ 12 h 14"/>
              <a:gd name="T12" fmla="*/ 0 w 10"/>
              <a:gd name="T13" fmla="*/ 11 h 14"/>
              <a:gd name="T14" fmla="*/ 0 w 10"/>
              <a:gd name="T15" fmla="*/ 8 h 14"/>
              <a:gd name="T16" fmla="*/ 0 w 10"/>
              <a:gd name="T17" fmla="*/ 8 h 14"/>
              <a:gd name="T18" fmla="*/ 0 w 10"/>
              <a:gd name="T19" fmla="*/ 6 h 14"/>
              <a:gd name="T20" fmla="*/ 2 w 10"/>
              <a:gd name="T21" fmla="*/ 3 h 14"/>
              <a:gd name="T22" fmla="*/ 4 w 10"/>
              <a:gd name="T23" fmla="*/ 1 h 14"/>
              <a:gd name="T24" fmla="*/ 7 w 10"/>
              <a:gd name="T25" fmla="*/ 0 h 14"/>
              <a:gd name="T26" fmla="*/ 7 w 10"/>
              <a:gd name="T27" fmla="*/ 0 h 14"/>
              <a:gd name="T28" fmla="*/ 10 w 10"/>
              <a:gd name="T29" fmla="*/ 1 h 14"/>
              <a:gd name="T30" fmla="*/ 10 w 10"/>
              <a:gd name="T31" fmla="*/ 3 h 14"/>
              <a:gd name="T32" fmla="*/ 10 w 10"/>
              <a:gd name="T33" fmla="*/ 3 h 14"/>
              <a:gd name="T34" fmla="*/ 7 w 10"/>
              <a:gd name="T35" fmla="*/ 3 h 14"/>
              <a:gd name="T36" fmla="*/ 7 w 10"/>
              <a:gd name="T37" fmla="*/ 3 h 14"/>
              <a:gd name="T38" fmla="*/ 4 w 10"/>
              <a:gd name="T39" fmla="*/ 3 h 14"/>
              <a:gd name="T40" fmla="*/ 3 w 10"/>
              <a:gd name="T41" fmla="*/ 4 h 14"/>
              <a:gd name="T42" fmla="*/ 2 w 10"/>
              <a:gd name="T43" fmla="*/ 7 h 14"/>
              <a:gd name="T44" fmla="*/ 2 w 10"/>
              <a:gd name="T45" fmla="*/ 7 h 14"/>
              <a:gd name="T46" fmla="*/ 3 w 10"/>
              <a:gd name="T47" fmla="*/ 11 h 14"/>
              <a:gd name="T48" fmla="*/ 7 w 10"/>
              <a:gd name="T49" fmla="*/ 12 h 14"/>
              <a:gd name="T50" fmla="*/ 7 w 10"/>
              <a:gd name="T51" fmla="*/ 12 h 14"/>
              <a:gd name="T52" fmla="*/ 10 w 10"/>
              <a:gd name="T53" fmla="*/ 12 h 14"/>
              <a:gd name="T54" fmla="*/ 10 w 10"/>
              <a:gd name="T55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" h="14">
                <a:moveTo>
                  <a:pt x="10" y="14"/>
                </a:moveTo>
                <a:lnTo>
                  <a:pt x="10" y="14"/>
                </a:lnTo>
                <a:lnTo>
                  <a:pt x="6" y="14"/>
                </a:lnTo>
                <a:lnTo>
                  <a:pt x="6" y="14"/>
                </a:lnTo>
                <a:lnTo>
                  <a:pt x="3" y="14"/>
                </a:lnTo>
                <a:lnTo>
                  <a:pt x="2" y="12"/>
                </a:lnTo>
                <a:lnTo>
                  <a:pt x="0" y="11"/>
                </a:lnTo>
                <a:lnTo>
                  <a:pt x="0" y="8"/>
                </a:lnTo>
                <a:lnTo>
                  <a:pt x="0" y="8"/>
                </a:lnTo>
                <a:lnTo>
                  <a:pt x="0" y="6"/>
                </a:lnTo>
                <a:lnTo>
                  <a:pt x="2" y="3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10" y="1"/>
                </a:lnTo>
                <a:lnTo>
                  <a:pt x="10" y="3"/>
                </a:lnTo>
                <a:lnTo>
                  <a:pt x="10" y="3"/>
                </a:lnTo>
                <a:lnTo>
                  <a:pt x="7" y="3"/>
                </a:lnTo>
                <a:lnTo>
                  <a:pt x="7" y="3"/>
                </a:lnTo>
                <a:lnTo>
                  <a:pt x="4" y="3"/>
                </a:lnTo>
                <a:lnTo>
                  <a:pt x="3" y="4"/>
                </a:lnTo>
                <a:lnTo>
                  <a:pt x="2" y="7"/>
                </a:lnTo>
                <a:lnTo>
                  <a:pt x="2" y="7"/>
                </a:lnTo>
                <a:lnTo>
                  <a:pt x="3" y="11"/>
                </a:lnTo>
                <a:lnTo>
                  <a:pt x="7" y="12"/>
                </a:lnTo>
                <a:lnTo>
                  <a:pt x="7" y="12"/>
                </a:lnTo>
                <a:lnTo>
                  <a:pt x="10" y="12"/>
                </a:lnTo>
                <a:lnTo>
                  <a:pt x="10" y="1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2" name="Freeform 1920"/>
          <p:cNvSpPr>
            <a:spLocks noEditPoints="1"/>
          </p:cNvSpPr>
          <p:nvPr/>
        </p:nvSpPr>
        <p:spPr bwMode="auto">
          <a:xfrm>
            <a:off x="3055638" y="3537048"/>
            <a:ext cx="3781" cy="22687"/>
          </a:xfrm>
          <a:custGeom>
            <a:avLst/>
            <a:gdLst>
              <a:gd name="T0" fmla="*/ 3 w 3"/>
              <a:gd name="T1" fmla="*/ 1 h 18"/>
              <a:gd name="T2" fmla="*/ 3 w 3"/>
              <a:gd name="T3" fmla="*/ 1 h 18"/>
              <a:gd name="T4" fmla="*/ 3 w 3"/>
              <a:gd name="T5" fmla="*/ 3 h 18"/>
              <a:gd name="T6" fmla="*/ 2 w 3"/>
              <a:gd name="T7" fmla="*/ 3 h 18"/>
              <a:gd name="T8" fmla="*/ 2 w 3"/>
              <a:gd name="T9" fmla="*/ 3 h 18"/>
              <a:gd name="T10" fmla="*/ 0 w 3"/>
              <a:gd name="T11" fmla="*/ 3 h 18"/>
              <a:gd name="T12" fmla="*/ 0 w 3"/>
              <a:gd name="T13" fmla="*/ 1 h 18"/>
              <a:gd name="T14" fmla="*/ 0 w 3"/>
              <a:gd name="T15" fmla="*/ 1 h 18"/>
              <a:gd name="T16" fmla="*/ 0 w 3"/>
              <a:gd name="T17" fmla="*/ 0 h 18"/>
              <a:gd name="T18" fmla="*/ 2 w 3"/>
              <a:gd name="T19" fmla="*/ 0 h 18"/>
              <a:gd name="T20" fmla="*/ 2 w 3"/>
              <a:gd name="T21" fmla="*/ 0 h 18"/>
              <a:gd name="T22" fmla="*/ 3 w 3"/>
              <a:gd name="T23" fmla="*/ 0 h 18"/>
              <a:gd name="T24" fmla="*/ 3 w 3"/>
              <a:gd name="T25" fmla="*/ 1 h 18"/>
              <a:gd name="T26" fmla="*/ 3 w 3"/>
              <a:gd name="T27" fmla="*/ 1 h 18"/>
              <a:gd name="T28" fmla="*/ 0 w 3"/>
              <a:gd name="T29" fmla="*/ 18 h 18"/>
              <a:gd name="T30" fmla="*/ 0 w 3"/>
              <a:gd name="T31" fmla="*/ 5 h 18"/>
              <a:gd name="T32" fmla="*/ 3 w 3"/>
              <a:gd name="T33" fmla="*/ 5 h 18"/>
              <a:gd name="T34" fmla="*/ 3 w 3"/>
              <a:gd name="T35" fmla="*/ 18 h 18"/>
              <a:gd name="T36" fmla="*/ 0 w 3"/>
              <a:gd name="T37" fmla="*/ 1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" h="18">
                <a:moveTo>
                  <a:pt x="3" y="1"/>
                </a:move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1"/>
                </a:lnTo>
                <a:close/>
                <a:moveTo>
                  <a:pt x="0" y="18"/>
                </a:moveTo>
                <a:lnTo>
                  <a:pt x="0" y="5"/>
                </a:lnTo>
                <a:lnTo>
                  <a:pt x="3" y="5"/>
                </a:lnTo>
                <a:lnTo>
                  <a:pt x="3" y="18"/>
                </a:lnTo>
                <a:lnTo>
                  <a:pt x="0" y="1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3" name="Rectangle 1921"/>
          <p:cNvSpPr>
            <a:spLocks noChangeArrowheads="1"/>
          </p:cNvSpPr>
          <p:nvPr/>
        </p:nvSpPr>
        <p:spPr bwMode="auto">
          <a:xfrm>
            <a:off x="3064461" y="3535788"/>
            <a:ext cx="2521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4" name="Freeform 1922"/>
          <p:cNvSpPr>
            <a:spLocks noEditPoints="1"/>
          </p:cNvSpPr>
          <p:nvPr/>
        </p:nvSpPr>
        <p:spPr bwMode="auto">
          <a:xfrm>
            <a:off x="3072023" y="3537048"/>
            <a:ext cx="2521" cy="22687"/>
          </a:xfrm>
          <a:custGeom>
            <a:avLst/>
            <a:gdLst>
              <a:gd name="T0" fmla="*/ 2 w 2"/>
              <a:gd name="T1" fmla="*/ 1 h 18"/>
              <a:gd name="T2" fmla="*/ 2 w 2"/>
              <a:gd name="T3" fmla="*/ 1 h 18"/>
              <a:gd name="T4" fmla="*/ 2 w 2"/>
              <a:gd name="T5" fmla="*/ 3 h 18"/>
              <a:gd name="T6" fmla="*/ 1 w 2"/>
              <a:gd name="T7" fmla="*/ 3 h 18"/>
              <a:gd name="T8" fmla="*/ 1 w 2"/>
              <a:gd name="T9" fmla="*/ 3 h 18"/>
              <a:gd name="T10" fmla="*/ 0 w 2"/>
              <a:gd name="T11" fmla="*/ 3 h 18"/>
              <a:gd name="T12" fmla="*/ 0 w 2"/>
              <a:gd name="T13" fmla="*/ 1 h 18"/>
              <a:gd name="T14" fmla="*/ 0 w 2"/>
              <a:gd name="T15" fmla="*/ 1 h 18"/>
              <a:gd name="T16" fmla="*/ 0 w 2"/>
              <a:gd name="T17" fmla="*/ 0 h 18"/>
              <a:gd name="T18" fmla="*/ 1 w 2"/>
              <a:gd name="T19" fmla="*/ 0 h 18"/>
              <a:gd name="T20" fmla="*/ 1 w 2"/>
              <a:gd name="T21" fmla="*/ 0 h 18"/>
              <a:gd name="T22" fmla="*/ 2 w 2"/>
              <a:gd name="T23" fmla="*/ 0 h 18"/>
              <a:gd name="T24" fmla="*/ 2 w 2"/>
              <a:gd name="T25" fmla="*/ 1 h 18"/>
              <a:gd name="T26" fmla="*/ 2 w 2"/>
              <a:gd name="T27" fmla="*/ 1 h 18"/>
              <a:gd name="T28" fmla="*/ 0 w 2"/>
              <a:gd name="T29" fmla="*/ 18 h 18"/>
              <a:gd name="T30" fmla="*/ 0 w 2"/>
              <a:gd name="T31" fmla="*/ 5 h 18"/>
              <a:gd name="T32" fmla="*/ 2 w 2"/>
              <a:gd name="T33" fmla="*/ 5 h 18"/>
              <a:gd name="T34" fmla="*/ 2 w 2"/>
              <a:gd name="T35" fmla="*/ 18 h 18"/>
              <a:gd name="T36" fmla="*/ 0 w 2"/>
              <a:gd name="T37" fmla="*/ 1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" h="18">
                <a:moveTo>
                  <a:pt x="2" y="1"/>
                </a:moveTo>
                <a:lnTo>
                  <a:pt x="2" y="1"/>
                </a:lnTo>
                <a:lnTo>
                  <a:pt x="2" y="3"/>
                </a:lnTo>
                <a:lnTo>
                  <a:pt x="1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2" y="1"/>
                </a:lnTo>
                <a:close/>
                <a:moveTo>
                  <a:pt x="0" y="18"/>
                </a:moveTo>
                <a:lnTo>
                  <a:pt x="0" y="5"/>
                </a:lnTo>
                <a:lnTo>
                  <a:pt x="2" y="5"/>
                </a:lnTo>
                <a:lnTo>
                  <a:pt x="2" y="18"/>
                </a:lnTo>
                <a:lnTo>
                  <a:pt x="0" y="1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5" name="Freeform 1923"/>
          <p:cNvSpPr>
            <a:spLocks/>
          </p:cNvSpPr>
          <p:nvPr/>
        </p:nvSpPr>
        <p:spPr bwMode="auto">
          <a:xfrm>
            <a:off x="3078325" y="3542090"/>
            <a:ext cx="11344" cy="17646"/>
          </a:xfrm>
          <a:custGeom>
            <a:avLst/>
            <a:gdLst>
              <a:gd name="T0" fmla="*/ 1 w 9"/>
              <a:gd name="T1" fmla="*/ 11 h 14"/>
              <a:gd name="T2" fmla="*/ 1 w 9"/>
              <a:gd name="T3" fmla="*/ 11 h 14"/>
              <a:gd name="T4" fmla="*/ 4 w 9"/>
              <a:gd name="T5" fmla="*/ 12 h 14"/>
              <a:gd name="T6" fmla="*/ 4 w 9"/>
              <a:gd name="T7" fmla="*/ 12 h 14"/>
              <a:gd name="T8" fmla="*/ 5 w 9"/>
              <a:gd name="T9" fmla="*/ 12 h 14"/>
              <a:gd name="T10" fmla="*/ 7 w 9"/>
              <a:gd name="T11" fmla="*/ 11 h 14"/>
              <a:gd name="T12" fmla="*/ 7 w 9"/>
              <a:gd name="T13" fmla="*/ 11 h 14"/>
              <a:gd name="T14" fmla="*/ 7 w 9"/>
              <a:gd name="T15" fmla="*/ 10 h 14"/>
              <a:gd name="T16" fmla="*/ 4 w 9"/>
              <a:gd name="T17" fmla="*/ 8 h 14"/>
              <a:gd name="T18" fmla="*/ 4 w 9"/>
              <a:gd name="T19" fmla="*/ 8 h 14"/>
              <a:gd name="T20" fmla="*/ 1 w 9"/>
              <a:gd name="T21" fmla="*/ 7 h 14"/>
              <a:gd name="T22" fmla="*/ 1 w 9"/>
              <a:gd name="T23" fmla="*/ 4 h 14"/>
              <a:gd name="T24" fmla="*/ 1 w 9"/>
              <a:gd name="T25" fmla="*/ 4 h 14"/>
              <a:gd name="T26" fmla="*/ 3 w 9"/>
              <a:gd name="T27" fmla="*/ 1 h 14"/>
              <a:gd name="T28" fmla="*/ 5 w 9"/>
              <a:gd name="T29" fmla="*/ 0 h 14"/>
              <a:gd name="T30" fmla="*/ 5 w 9"/>
              <a:gd name="T31" fmla="*/ 0 h 14"/>
              <a:gd name="T32" fmla="*/ 8 w 9"/>
              <a:gd name="T33" fmla="*/ 1 h 14"/>
              <a:gd name="T34" fmla="*/ 8 w 9"/>
              <a:gd name="T35" fmla="*/ 3 h 14"/>
              <a:gd name="T36" fmla="*/ 8 w 9"/>
              <a:gd name="T37" fmla="*/ 3 h 14"/>
              <a:gd name="T38" fmla="*/ 5 w 9"/>
              <a:gd name="T39" fmla="*/ 3 h 14"/>
              <a:gd name="T40" fmla="*/ 5 w 9"/>
              <a:gd name="T41" fmla="*/ 3 h 14"/>
              <a:gd name="T42" fmla="*/ 4 w 9"/>
              <a:gd name="T43" fmla="*/ 3 h 14"/>
              <a:gd name="T44" fmla="*/ 3 w 9"/>
              <a:gd name="T45" fmla="*/ 4 h 14"/>
              <a:gd name="T46" fmla="*/ 3 w 9"/>
              <a:gd name="T47" fmla="*/ 4 h 14"/>
              <a:gd name="T48" fmla="*/ 4 w 9"/>
              <a:gd name="T49" fmla="*/ 6 h 14"/>
              <a:gd name="T50" fmla="*/ 5 w 9"/>
              <a:gd name="T51" fmla="*/ 7 h 14"/>
              <a:gd name="T52" fmla="*/ 5 w 9"/>
              <a:gd name="T53" fmla="*/ 7 h 14"/>
              <a:gd name="T54" fmla="*/ 8 w 9"/>
              <a:gd name="T55" fmla="*/ 8 h 14"/>
              <a:gd name="T56" fmla="*/ 9 w 9"/>
              <a:gd name="T57" fmla="*/ 11 h 14"/>
              <a:gd name="T58" fmla="*/ 9 w 9"/>
              <a:gd name="T59" fmla="*/ 11 h 14"/>
              <a:gd name="T60" fmla="*/ 8 w 9"/>
              <a:gd name="T61" fmla="*/ 14 h 14"/>
              <a:gd name="T62" fmla="*/ 4 w 9"/>
              <a:gd name="T63" fmla="*/ 14 h 14"/>
              <a:gd name="T64" fmla="*/ 4 w 9"/>
              <a:gd name="T65" fmla="*/ 14 h 14"/>
              <a:gd name="T66" fmla="*/ 0 w 9"/>
              <a:gd name="T67" fmla="*/ 14 h 14"/>
              <a:gd name="T68" fmla="*/ 1 w 9"/>
              <a:gd name="T69" fmla="*/ 11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" h="14">
                <a:moveTo>
                  <a:pt x="1" y="11"/>
                </a:moveTo>
                <a:lnTo>
                  <a:pt x="1" y="11"/>
                </a:lnTo>
                <a:lnTo>
                  <a:pt x="4" y="12"/>
                </a:lnTo>
                <a:lnTo>
                  <a:pt x="4" y="12"/>
                </a:lnTo>
                <a:lnTo>
                  <a:pt x="5" y="12"/>
                </a:lnTo>
                <a:lnTo>
                  <a:pt x="7" y="11"/>
                </a:lnTo>
                <a:lnTo>
                  <a:pt x="7" y="11"/>
                </a:lnTo>
                <a:lnTo>
                  <a:pt x="7" y="10"/>
                </a:lnTo>
                <a:lnTo>
                  <a:pt x="4" y="8"/>
                </a:lnTo>
                <a:lnTo>
                  <a:pt x="4" y="8"/>
                </a:lnTo>
                <a:lnTo>
                  <a:pt x="1" y="7"/>
                </a:lnTo>
                <a:lnTo>
                  <a:pt x="1" y="4"/>
                </a:lnTo>
                <a:lnTo>
                  <a:pt x="1" y="4"/>
                </a:lnTo>
                <a:lnTo>
                  <a:pt x="3" y="1"/>
                </a:lnTo>
                <a:lnTo>
                  <a:pt x="5" y="0"/>
                </a:lnTo>
                <a:lnTo>
                  <a:pt x="5" y="0"/>
                </a:lnTo>
                <a:lnTo>
                  <a:pt x="8" y="1"/>
                </a:lnTo>
                <a:lnTo>
                  <a:pt x="8" y="3"/>
                </a:lnTo>
                <a:lnTo>
                  <a:pt x="8" y="3"/>
                </a:lnTo>
                <a:lnTo>
                  <a:pt x="5" y="3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3" y="4"/>
                </a:lnTo>
                <a:lnTo>
                  <a:pt x="4" y="6"/>
                </a:lnTo>
                <a:lnTo>
                  <a:pt x="5" y="7"/>
                </a:lnTo>
                <a:lnTo>
                  <a:pt x="5" y="7"/>
                </a:lnTo>
                <a:lnTo>
                  <a:pt x="8" y="8"/>
                </a:lnTo>
                <a:lnTo>
                  <a:pt x="9" y="11"/>
                </a:lnTo>
                <a:lnTo>
                  <a:pt x="9" y="11"/>
                </a:lnTo>
                <a:lnTo>
                  <a:pt x="8" y="14"/>
                </a:lnTo>
                <a:lnTo>
                  <a:pt x="4" y="14"/>
                </a:lnTo>
                <a:lnTo>
                  <a:pt x="4" y="14"/>
                </a:lnTo>
                <a:lnTo>
                  <a:pt x="0" y="14"/>
                </a:lnTo>
                <a:lnTo>
                  <a:pt x="1" y="1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6" name="Freeform 1924"/>
          <p:cNvSpPr>
            <a:spLocks noEditPoints="1"/>
          </p:cNvSpPr>
          <p:nvPr/>
        </p:nvSpPr>
        <p:spPr bwMode="auto">
          <a:xfrm>
            <a:off x="3093450" y="3537048"/>
            <a:ext cx="3781" cy="22687"/>
          </a:xfrm>
          <a:custGeom>
            <a:avLst/>
            <a:gdLst>
              <a:gd name="T0" fmla="*/ 3 w 3"/>
              <a:gd name="T1" fmla="*/ 1 h 18"/>
              <a:gd name="T2" fmla="*/ 3 w 3"/>
              <a:gd name="T3" fmla="*/ 1 h 18"/>
              <a:gd name="T4" fmla="*/ 3 w 3"/>
              <a:gd name="T5" fmla="*/ 3 h 18"/>
              <a:gd name="T6" fmla="*/ 1 w 3"/>
              <a:gd name="T7" fmla="*/ 3 h 18"/>
              <a:gd name="T8" fmla="*/ 1 w 3"/>
              <a:gd name="T9" fmla="*/ 3 h 18"/>
              <a:gd name="T10" fmla="*/ 0 w 3"/>
              <a:gd name="T11" fmla="*/ 3 h 18"/>
              <a:gd name="T12" fmla="*/ 0 w 3"/>
              <a:gd name="T13" fmla="*/ 1 h 18"/>
              <a:gd name="T14" fmla="*/ 0 w 3"/>
              <a:gd name="T15" fmla="*/ 1 h 18"/>
              <a:gd name="T16" fmla="*/ 0 w 3"/>
              <a:gd name="T17" fmla="*/ 0 h 18"/>
              <a:gd name="T18" fmla="*/ 1 w 3"/>
              <a:gd name="T19" fmla="*/ 0 h 18"/>
              <a:gd name="T20" fmla="*/ 1 w 3"/>
              <a:gd name="T21" fmla="*/ 0 h 18"/>
              <a:gd name="T22" fmla="*/ 3 w 3"/>
              <a:gd name="T23" fmla="*/ 0 h 18"/>
              <a:gd name="T24" fmla="*/ 3 w 3"/>
              <a:gd name="T25" fmla="*/ 1 h 18"/>
              <a:gd name="T26" fmla="*/ 3 w 3"/>
              <a:gd name="T27" fmla="*/ 1 h 18"/>
              <a:gd name="T28" fmla="*/ 0 w 3"/>
              <a:gd name="T29" fmla="*/ 18 h 18"/>
              <a:gd name="T30" fmla="*/ 0 w 3"/>
              <a:gd name="T31" fmla="*/ 5 h 18"/>
              <a:gd name="T32" fmla="*/ 3 w 3"/>
              <a:gd name="T33" fmla="*/ 5 h 18"/>
              <a:gd name="T34" fmla="*/ 3 w 3"/>
              <a:gd name="T35" fmla="*/ 18 h 18"/>
              <a:gd name="T36" fmla="*/ 0 w 3"/>
              <a:gd name="T37" fmla="*/ 1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" h="18">
                <a:moveTo>
                  <a:pt x="3" y="1"/>
                </a:move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1"/>
                </a:lnTo>
                <a:close/>
                <a:moveTo>
                  <a:pt x="0" y="18"/>
                </a:moveTo>
                <a:lnTo>
                  <a:pt x="0" y="5"/>
                </a:lnTo>
                <a:lnTo>
                  <a:pt x="3" y="5"/>
                </a:lnTo>
                <a:lnTo>
                  <a:pt x="3" y="18"/>
                </a:lnTo>
                <a:lnTo>
                  <a:pt x="0" y="1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7" name="Freeform 1925"/>
          <p:cNvSpPr>
            <a:spLocks/>
          </p:cNvSpPr>
          <p:nvPr/>
        </p:nvSpPr>
        <p:spPr bwMode="auto">
          <a:xfrm>
            <a:off x="3101013" y="3542090"/>
            <a:ext cx="10083" cy="17646"/>
          </a:xfrm>
          <a:custGeom>
            <a:avLst/>
            <a:gdLst>
              <a:gd name="T0" fmla="*/ 0 w 8"/>
              <a:gd name="T1" fmla="*/ 11 h 14"/>
              <a:gd name="T2" fmla="*/ 0 w 8"/>
              <a:gd name="T3" fmla="*/ 11 h 14"/>
              <a:gd name="T4" fmla="*/ 4 w 8"/>
              <a:gd name="T5" fmla="*/ 12 h 14"/>
              <a:gd name="T6" fmla="*/ 4 w 8"/>
              <a:gd name="T7" fmla="*/ 12 h 14"/>
              <a:gd name="T8" fmla="*/ 5 w 8"/>
              <a:gd name="T9" fmla="*/ 12 h 14"/>
              <a:gd name="T10" fmla="*/ 5 w 8"/>
              <a:gd name="T11" fmla="*/ 11 h 14"/>
              <a:gd name="T12" fmla="*/ 5 w 8"/>
              <a:gd name="T13" fmla="*/ 11 h 14"/>
              <a:gd name="T14" fmla="*/ 5 w 8"/>
              <a:gd name="T15" fmla="*/ 10 h 14"/>
              <a:gd name="T16" fmla="*/ 4 w 8"/>
              <a:gd name="T17" fmla="*/ 8 h 14"/>
              <a:gd name="T18" fmla="*/ 4 w 8"/>
              <a:gd name="T19" fmla="*/ 8 h 14"/>
              <a:gd name="T20" fmla="*/ 1 w 8"/>
              <a:gd name="T21" fmla="*/ 7 h 14"/>
              <a:gd name="T22" fmla="*/ 0 w 8"/>
              <a:gd name="T23" fmla="*/ 4 h 14"/>
              <a:gd name="T24" fmla="*/ 0 w 8"/>
              <a:gd name="T25" fmla="*/ 4 h 14"/>
              <a:gd name="T26" fmla="*/ 1 w 8"/>
              <a:gd name="T27" fmla="*/ 1 h 14"/>
              <a:gd name="T28" fmla="*/ 4 w 8"/>
              <a:gd name="T29" fmla="*/ 0 h 14"/>
              <a:gd name="T30" fmla="*/ 4 w 8"/>
              <a:gd name="T31" fmla="*/ 0 h 14"/>
              <a:gd name="T32" fmla="*/ 8 w 8"/>
              <a:gd name="T33" fmla="*/ 1 h 14"/>
              <a:gd name="T34" fmla="*/ 6 w 8"/>
              <a:gd name="T35" fmla="*/ 3 h 14"/>
              <a:gd name="T36" fmla="*/ 6 w 8"/>
              <a:gd name="T37" fmla="*/ 3 h 14"/>
              <a:gd name="T38" fmla="*/ 4 w 8"/>
              <a:gd name="T39" fmla="*/ 3 h 14"/>
              <a:gd name="T40" fmla="*/ 4 w 8"/>
              <a:gd name="T41" fmla="*/ 3 h 14"/>
              <a:gd name="T42" fmla="*/ 2 w 8"/>
              <a:gd name="T43" fmla="*/ 3 h 14"/>
              <a:gd name="T44" fmla="*/ 2 w 8"/>
              <a:gd name="T45" fmla="*/ 4 h 14"/>
              <a:gd name="T46" fmla="*/ 2 w 8"/>
              <a:gd name="T47" fmla="*/ 4 h 14"/>
              <a:gd name="T48" fmla="*/ 2 w 8"/>
              <a:gd name="T49" fmla="*/ 6 h 14"/>
              <a:gd name="T50" fmla="*/ 5 w 8"/>
              <a:gd name="T51" fmla="*/ 7 h 14"/>
              <a:gd name="T52" fmla="*/ 5 w 8"/>
              <a:gd name="T53" fmla="*/ 7 h 14"/>
              <a:gd name="T54" fmla="*/ 6 w 8"/>
              <a:gd name="T55" fmla="*/ 8 h 14"/>
              <a:gd name="T56" fmla="*/ 8 w 8"/>
              <a:gd name="T57" fmla="*/ 11 h 14"/>
              <a:gd name="T58" fmla="*/ 8 w 8"/>
              <a:gd name="T59" fmla="*/ 11 h 14"/>
              <a:gd name="T60" fmla="*/ 6 w 8"/>
              <a:gd name="T61" fmla="*/ 14 h 14"/>
              <a:gd name="T62" fmla="*/ 4 w 8"/>
              <a:gd name="T63" fmla="*/ 14 h 14"/>
              <a:gd name="T64" fmla="*/ 4 w 8"/>
              <a:gd name="T65" fmla="*/ 14 h 14"/>
              <a:gd name="T66" fmla="*/ 0 w 8"/>
              <a:gd name="T67" fmla="*/ 14 h 14"/>
              <a:gd name="T68" fmla="*/ 0 w 8"/>
              <a:gd name="T69" fmla="*/ 11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" h="14">
                <a:moveTo>
                  <a:pt x="0" y="11"/>
                </a:moveTo>
                <a:lnTo>
                  <a:pt x="0" y="11"/>
                </a:lnTo>
                <a:lnTo>
                  <a:pt x="4" y="12"/>
                </a:lnTo>
                <a:lnTo>
                  <a:pt x="4" y="12"/>
                </a:lnTo>
                <a:lnTo>
                  <a:pt x="5" y="12"/>
                </a:lnTo>
                <a:lnTo>
                  <a:pt x="5" y="11"/>
                </a:lnTo>
                <a:lnTo>
                  <a:pt x="5" y="11"/>
                </a:lnTo>
                <a:lnTo>
                  <a:pt x="5" y="10"/>
                </a:lnTo>
                <a:lnTo>
                  <a:pt x="4" y="8"/>
                </a:lnTo>
                <a:lnTo>
                  <a:pt x="4" y="8"/>
                </a:lnTo>
                <a:lnTo>
                  <a:pt x="1" y="7"/>
                </a:lnTo>
                <a:lnTo>
                  <a:pt x="0" y="4"/>
                </a:lnTo>
                <a:lnTo>
                  <a:pt x="0" y="4"/>
                </a:lnTo>
                <a:lnTo>
                  <a:pt x="1" y="1"/>
                </a:lnTo>
                <a:lnTo>
                  <a:pt x="4" y="0"/>
                </a:lnTo>
                <a:lnTo>
                  <a:pt x="4" y="0"/>
                </a:lnTo>
                <a:lnTo>
                  <a:pt x="8" y="1"/>
                </a:lnTo>
                <a:lnTo>
                  <a:pt x="6" y="3"/>
                </a:lnTo>
                <a:lnTo>
                  <a:pt x="6" y="3"/>
                </a:lnTo>
                <a:lnTo>
                  <a:pt x="4" y="3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2" y="4"/>
                </a:lnTo>
                <a:lnTo>
                  <a:pt x="2" y="6"/>
                </a:lnTo>
                <a:lnTo>
                  <a:pt x="5" y="7"/>
                </a:lnTo>
                <a:lnTo>
                  <a:pt x="5" y="7"/>
                </a:lnTo>
                <a:lnTo>
                  <a:pt x="6" y="8"/>
                </a:lnTo>
                <a:lnTo>
                  <a:pt x="8" y="11"/>
                </a:lnTo>
                <a:lnTo>
                  <a:pt x="8" y="11"/>
                </a:lnTo>
                <a:lnTo>
                  <a:pt x="6" y="14"/>
                </a:lnTo>
                <a:lnTo>
                  <a:pt x="4" y="14"/>
                </a:lnTo>
                <a:lnTo>
                  <a:pt x="4" y="14"/>
                </a:lnTo>
                <a:lnTo>
                  <a:pt x="0" y="14"/>
                </a:lnTo>
                <a:lnTo>
                  <a:pt x="0" y="1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8" name="Freeform 1926"/>
          <p:cNvSpPr>
            <a:spLocks noEditPoints="1"/>
          </p:cNvSpPr>
          <p:nvPr/>
        </p:nvSpPr>
        <p:spPr bwMode="auto">
          <a:xfrm>
            <a:off x="3121179" y="3542090"/>
            <a:ext cx="11344" cy="17646"/>
          </a:xfrm>
          <a:custGeom>
            <a:avLst/>
            <a:gdLst>
              <a:gd name="T0" fmla="*/ 8 w 9"/>
              <a:gd name="T1" fmla="*/ 14 h 14"/>
              <a:gd name="T2" fmla="*/ 8 w 9"/>
              <a:gd name="T3" fmla="*/ 12 h 14"/>
              <a:gd name="T4" fmla="*/ 8 w 9"/>
              <a:gd name="T5" fmla="*/ 12 h 14"/>
              <a:gd name="T6" fmla="*/ 8 w 9"/>
              <a:gd name="T7" fmla="*/ 12 h 14"/>
              <a:gd name="T8" fmla="*/ 5 w 9"/>
              <a:gd name="T9" fmla="*/ 14 h 14"/>
              <a:gd name="T10" fmla="*/ 4 w 9"/>
              <a:gd name="T11" fmla="*/ 14 h 14"/>
              <a:gd name="T12" fmla="*/ 4 w 9"/>
              <a:gd name="T13" fmla="*/ 14 h 14"/>
              <a:gd name="T14" fmla="*/ 1 w 9"/>
              <a:gd name="T15" fmla="*/ 14 h 14"/>
              <a:gd name="T16" fmla="*/ 0 w 9"/>
              <a:gd name="T17" fmla="*/ 11 h 14"/>
              <a:gd name="T18" fmla="*/ 0 w 9"/>
              <a:gd name="T19" fmla="*/ 11 h 14"/>
              <a:gd name="T20" fmla="*/ 0 w 9"/>
              <a:gd name="T21" fmla="*/ 8 h 14"/>
              <a:gd name="T22" fmla="*/ 1 w 9"/>
              <a:gd name="T23" fmla="*/ 7 h 14"/>
              <a:gd name="T24" fmla="*/ 8 w 9"/>
              <a:gd name="T25" fmla="*/ 6 h 14"/>
              <a:gd name="T26" fmla="*/ 8 w 9"/>
              <a:gd name="T27" fmla="*/ 6 h 14"/>
              <a:gd name="T28" fmla="*/ 8 w 9"/>
              <a:gd name="T29" fmla="*/ 6 h 14"/>
              <a:gd name="T30" fmla="*/ 6 w 9"/>
              <a:gd name="T31" fmla="*/ 4 h 14"/>
              <a:gd name="T32" fmla="*/ 4 w 9"/>
              <a:gd name="T33" fmla="*/ 3 h 14"/>
              <a:gd name="T34" fmla="*/ 4 w 9"/>
              <a:gd name="T35" fmla="*/ 3 h 14"/>
              <a:gd name="T36" fmla="*/ 1 w 9"/>
              <a:gd name="T37" fmla="*/ 3 h 14"/>
              <a:gd name="T38" fmla="*/ 0 w 9"/>
              <a:gd name="T39" fmla="*/ 1 h 14"/>
              <a:gd name="T40" fmla="*/ 0 w 9"/>
              <a:gd name="T41" fmla="*/ 1 h 14"/>
              <a:gd name="T42" fmla="*/ 5 w 9"/>
              <a:gd name="T43" fmla="*/ 0 h 14"/>
              <a:gd name="T44" fmla="*/ 5 w 9"/>
              <a:gd name="T45" fmla="*/ 0 h 14"/>
              <a:gd name="T46" fmla="*/ 6 w 9"/>
              <a:gd name="T47" fmla="*/ 1 h 14"/>
              <a:gd name="T48" fmla="*/ 9 w 9"/>
              <a:gd name="T49" fmla="*/ 3 h 14"/>
              <a:gd name="T50" fmla="*/ 9 w 9"/>
              <a:gd name="T51" fmla="*/ 6 h 14"/>
              <a:gd name="T52" fmla="*/ 9 w 9"/>
              <a:gd name="T53" fmla="*/ 11 h 14"/>
              <a:gd name="T54" fmla="*/ 9 w 9"/>
              <a:gd name="T55" fmla="*/ 11 h 14"/>
              <a:gd name="T56" fmla="*/ 9 w 9"/>
              <a:gd name="T57" fmla="*/ 14 h 14"/>
              <a:gd name="T58" fmla="*/ 8 w 9"/>
              <a:gd name="T59" fmla="*/ 14 h 14"/>
              <a:gd name="T60" fmla="*/ 8 w 9"/>
              <a:gd name="T61" fmla="*/ 7 h 14"/>
              <a:gd name="T62" fmla="*/ 8 w 9"/>
              <a:gd name="T63" fmla="*/ 7 h 14"/>
              <a:gd name="T64" fmla="*/ 4 w 9"/>
              <a:gd name="T65" fmla="*/ 8 h 14"/>
              <a:gd name="T66" fmla="*/ 2 w 9"/>
              <a:gd name="T67" fmla="*/ 8 h 14"/>
              <a:gd name="T68" fmla="*/ 2 w 9"/>
              <a:gd name="T69" fmla="*/ 11 h 14"/>
              <a:gd name="T70" fmla="*/ 2 w 9"/>
              <a:gd name="T71" fmla="*/ 11 h 14"/>
              <a:gd name="T72" fmla="*/ 2 w 9"/>
              <a:gd name="T73" fmla="*/ 12 h 14"/>
              <a:gd name="T74" fmla="*/ 4 w 9"/>
              <a:gd name="T75" fmla="*/ 12 h 14"/>
              <a:gd name="T76" fmla="*/ 4 w 9"/>
              <a:gd name="T77" fmla="*/ 12 h 14"/>
              <a:gd name="T78" fmla="*/ 6 w 9"/>
              <a:gd name="T79" fmla="*/ 12 h 14"/>
              <a:gd name="T80" fmla="*/ 6 w 9"/>
              <a:gd name="T81" fmla="*/ 11 h 14"/>
              <a:gd name="T82" fmla="*/ 8 w 9"/>
              <a:gd name="T83" fmla="*/ 10 h 14"/>
              <a:gd name="T84" fmla="*/ 8 w 9"/>
              <a:gd name="T8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" h="14">
                <a:moveTo>
                  <a:pt x="8" y="14"/>
                </a:moveTo>
                <a:lnTo>
                  <a:pt x="8" y="12"/>
                </a:lnTo>
                <a:lnTo>
                  <a:pt x="8" y="12"/>
                </a:lnTo>
                <a:lnTo>
                  <a:pt x="8" y="12"/>
                </a:lnTo>
                <a:lnTo>
                  <a:pt x="5" y="14"/>
                </a:lnTo>
                <a:lnTo>
                  <a:pt x="4" y="14"/>
                </a:lnTo>
                <a:lnTo>
                  <a:pt x="4" y="14"/>
                </a:lnTo>
                <a:lnTo>
                  <a:pt x="1" y="14"/>
                </a:lnTo>
                <a:lnTo>
                  <a:pt x="0" y="11"/>
                </a:lnTo>
                <a:lnTo>
                  <a:pt x="0" y="11"/>
                </a:lnTo>
                <a:lnTo>
                  <a:pt x="0" y="8"/>
                </a:lnTo>
                <a:lnTo>
                  <a:pt x="1" y="7"/>
                </a:lnTo>
                <a:lnTo>
                  <a:pt x="8" y="6"/>
                </a:lnTo>
                <a:lnTo>
                  <a:pt x="8" y="6"/>
                </a:lnTo>
                <a:lnTo>
                  <a:pt x="8" y="6"/>
                </a:lnTo>
                <a:lnTo>
                  <a:pt x="6" y="4"/>
                </a:lnTo>
                <a:lnTo>
                  <a:pt x="4" y="3"/>
                </a:lnTo>
                <a:lnTo>
                  <a:pt x="4" y="3"/>
                </a:lnTo>
                <a:lnTo>
                  <a:pt x="1" y="3"/>
                </a:lnTo>
                <a:lnTo>
                  <a:pt x="0" y="1"/>
                </a:lnTo>
                <a:lnTo>
                  <a:pt x="0" y="1"/>
                </a:lnTo>
                <a:lnTo>
                  <a:pt x="5" y="0"/>
                </a:lnTo>
                <a:lnTo>
                  <a:pt x="5" y="0"/>
                </a:lnTo>
                <a:lnTo>
                  <a:pt x="6" y="1"/>
                </a:lnTo>
                <a:lnTo>
                  <a:pt x="9" y="3"/>
                </a:lnTo>
                <a:lnTo>
                  <a:pt x="9" y="6"/>
                </a:lnTo>
                <a:lnTo>
                  <a:pt x="9" y="11"/>
                </a:lnTo>
                <a:lnTo>
                  <a:pt x="9" y="11"/>
                </a:lnTo>
                <a:lnTo>
                  <a:pt x="9" y="14"/>
                </a:lnTo>
                <a:lnTo>
                  <a:pt x="8" y="14"/>
                </a:lnTo>
                <a:close/>
                <a:moveTo>
                  <a:pt x="8" y="7"/>
                </a:moveTo>
                <a:lnTo>
                  <a:pt x="8" y="7"/>
                </a:lnTo>
                <a:lnTo>
                  <a:pt x="4" y="8"/>
                </a:lnTo>
                <a:lnTo>
                  <a:pt x="2" y="8"/>
                </a:lnTo>
                <a:lnTo>
                  <a:pt x="2" y="11"/>
                </a:lnTo>
                <a:lnTo>
                  <a:pt x="2" y="11"/>
                </a:lnTo>
                <a:lnTo>
                  <a:pt x="2" y="12"/>
                </a:lnTo>
                <a:lnTo>
                  <a:pt x="4" y="12"/>
                </a:lnTo>
                <a:lnTo>
                  <a:pt x="4" y="12"/>
                </a:lnTo>
                <a:lnTo>
                  <a:pt x="6" y="12"/>
                </a:lnTo>
                <a:lnTo>
                  <a:pt x="6" y="11"/>
                </a:lnTo>
                <a:lnTo>
                  <a:pt x="8" y="10"/>
                </a:lnTo>
                <a:lnTo>
                  <a:pt x="8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9" name="Freeform 1927"/>
          <p:cNvSpPr>
            <a:spLocks/>
          </p:cNvSpPr>
          <p:nvPr/>
        </p:nvSpPr>
        <p:spPr bwMode="auto">
          <a:xfrm>
            <a:off x="3137564" y="3543350"/>
            <a:ext cx="13864" cy="16385"/>
          </a:xfrm>
          <a:custGeom>
            <a:avLst/>
            <a:gdLst>
              <a:gd name="T0" fmla="*/ 11 w 11"/>
              <a:gd name="T1" fmla="*/ 10 h 13"/>
              <a:gd name="T2" fmla="*/ 11 w 11"/>
              <a:gd name="T3" fmla="*/ 10 h 13"/>
              <a:gd name="T4" fmla="*/ 11 w 11"/>
              <a:gd name="T5" fmla="*/ 13 h 13"/>
              <a:gd name="T6" fmla="*/ 10 w 11"/>
              <a:gd name="T7" fmla="*/ 13 h 13"/>
              <a:gd name="T8" fmla="*/ 10 w 11"/>
              <a:gd name="T9" fmla="*/ 11 h 13"/>
              <a:gd name="T10" fmla="*/ 8 w 11"/>
              <a:gd name="T11" fmla="*/ 11 h 13"/>
              <a:gd name="T12" fmla="*/ 8 w 11"/>
              <a:gd name="T13" fmla="*/ 11 h 13"/>
              <a:gd name="T14" fmla="*/ 7 w 11"/>
              <a:gd name="T15" fmla="*/ 13 h 13"/>
              <a:gd name="T16" fmla="*/ 4 w 11"/>
              <a:gd name="T17" fmla="*/ 13 h 13"/>
              <a:gd name="T18" fmla="*/ 4 w 11"/>
              <a:gd name="T19" fmla="*/ 13 h 13"/>
              <a:gd name="T20" fmla="*/ 2 w 11"/>
              <a:gd name="T21" fmla="*/ 13 h 13"/>
              <a:gd name="T22" fmla="*/ 0 w 11"/>
              <a:gd name="T23" fmla="*/ 10 h 13"/>
              <a:gd name="T24" fmla="*/ 0 w 11"/>
              <a:gd name="T25" fmla="*/ 7 h 13"/>
              <a:gd name="T26" fmla="*/ 0 w 11"/>
              <a:gd name="T27" fmla="*/ 0 h 13"/>
              <a:gd name="T28" fmla="*/ 3 w 11"/>
              <a:gd name="T29" fmla="*/ 0 h 13"/>
              <a:gd name="T30" fmla="*/ 3 w 11"/>
              <a:gd name="T31" fmla="*/ 7 h 13"/>
              <a:gd name="T32" fmla="*/ 3 w 11"/>
              <a:gd name="T33" fmla="*/ 7 h 13"/>
              <a:gd name="T34" fmla="*/ 3 w 11"/>
              <a:gd name="T35" fmla="*/ 10 h 13"/>
              <a:gd name="T36" fmla="*/ 6 w 11"/>
              <a:gd name="T37" fmla="*/ 11 h 13"/>
              <a:gd name="T38" fmla="*/ 6 w 11"/>
              <a:gd name="T39" fmla="*/ 11 h 13"/>
              <a:gd name="T40" fmla="*/ 7 w 11"/>
              <a:gd name="T41" fmla="*/ 11 h 13"/>
              <a:gd name="T42" fmla="*/ 8 w 11"/>
              <a:gd name="T43" fmla="*/ 9 h 13"/>
              <a:gd name="T44" fmla="*/ 8 w 11"/>
              <a:gd name="T45" fmla="*/ 9 h 13"/>
              <a:gd name="T46" fmla="*/ 8 w 11"/>
              <a:gd name="T47" fmla="*/ 0 h 13"/>
              <a:gd name="T48" fmla="*/ 11 w 11"/>
              <a:gd name="T49" fmla="*/ 0 h 13"/>
              <a:gd name="T50" fmla="*/ 11 w 11"/>
              <a:gd name="T51" fmla="*/ 1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11" y="10"/>
                </a:moveTo>
                <a:lnTo>
                  <a:pt x="11" y="10"/>
                </a:lnTo>
                <a:lnTo>
                  <a:pt x="11" y="13"/>
                </a:lnTo>
                <a:lnTo>
                  <a:pt x="10" y="13"/>
                </a:lnTo>
                <a:lnTo>
                  <a:pt x="10" y="11"/>
                </a:lnTo>
                <a:lnTo>
                  <a:pt x="8" y="11"/>
                </a:lnTo>
                <a:lnTo>
                  <a:pt x="8" y="11"/>
                </a:lnTo>
                <a:lnTo>
                  <a:pt x="7" y="13"/>
                </a:lnTo>
                <a:lnTo>
                  <a:pt x="4" y="13"/>
                </a:lnTo>
                <a:lnTo>
                  <a:pt x="4" y="13"/>
                </a:lnTo>
                <a:lnTo>
                  <a:pt x="2" y="13"/>
                </a:lnTo>
                <a:lnTo>
                  <a:pt x="0" y="10"/>
                </a:lnTo>
                <a:lnTo>
                  <a:pt x="0" y="7"/>
                </a:lnTo>
                <a:lnTo>
                  <a:pt x="0" y="0"/>
                </a:lnTo>
                <a:lnTo>
                  <a:pt x="3" y="0"/>
                </a:lnTo>
                <a:lnTo>
                  <a:pt x="3" y="7"/>
                </a:lnTo>
                <a:lnTo>
                  <a:pt x="3" y="7"/>
                </a:lnTo>
                <a:lnTo>
                  <a:pt x="3" y="10"/>
                </a:lnTo>
                <a:lnTo>
                  <a:pt x="6" y="11"/>
                </a:lnTo>
                <a:lnTo>
                  <a:pt x="6" y="11"/>
                </a:lnTo>
                <a:lnTo>
                  <a:pt x="7" y="11"/>
                </a:lnTo>
                <a:lnTo>
                  <a:pt x="8" y="9"/>
                </a:lnTo>
                <a:lnTo>
                  <a:pt x="8" y="9"/>
                </a:lnTo>
                <a:lnTo>
                  <a:pt x="8" y="0"/>
                </a:lnTo>
                <a:lnTo>
                  <a:pt x="11" y="0"/>
                </a:lnTo>
                <a:lnTo>
                  <a:pt x="11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0" name="Freeform 1928"/>
          <p:cNvSpPr>
            <a:spLocks/>
          </p:cNvSpPr>
          <p:nvPr/>
        </p:nvSpPr>
        <p:spPr bwMode="auto">
          <a:xfrm>
            <a:off x="3155210" y="3542090"/>
            <a:ext cx="13864" cy="17646"/>
          </a:xfrm>
          <a:custGeom>
            <a:avLst/>
            <a:gdLst>
              <a:gd name="T0" fmla="*/ 11 w 11"/>
              <a:gd name="T1" fmla="*/ 14 h 14"/>
              <a:gd name="T2" fmla="*/ 11 w 11"/>
              <a:gd name="T3" fmla="*/ 14 h 14"/>
              <a:gd name="T4" fmla="*/ 6 w 11"/>
              <a:gd name="T5" fmla="*/ 14 h 14"/>
              <a:gd name="T6" fmla="*/ 6 w 11"/>
              <a:gd name="T7" fmla="*/ 14 h 14"/>
              <a:gd name="T8" fmla="*/ 4 w 11"/>
              <a:gd name="T9" fmla="*/ 14 h 14"/>
              <a:gd name="T10" fmla="*/ 2 w 11"/>
              <a:gd name="T11" fmla="*/ 12 h 14"/>
              <a:gd name="T12" fmla="*/ 1 w 11"/>
              <a:gd name="T13" fmla="*/ 11 h 14"/>
              <a:gd name="T14" fmla="*/ 0 w 11"/>
              <a:gd name="T15" fmla="*/ 8 h 14"/>
              <a:gd name="T16" fmla="*/ 0 w 11"/>
              <a:gd name="T17" fmla="*/ 8 h 14"/>
              <a:gd name="T18" fmla="*/ 1 w 11"/>
              <a:gd name="T19" fmla="*/ 6 h 14"/>
              <a:gd name="T20" fmla="*/ 2 w 11"/>
              <a:gd name="T21" fmla="*/ 3 h 14"/>
              <a:gd name="T22" fmla="*/ 4 w 11"/>
              <a:gd name="T23" fmla="*/ 1 h 14"/>
              <a:gd name="T24" fmla="*/ 6 w 11"/>
              <a:gd name="T25" fmla="*/ 0 h 14"/>
              <a:gd name="T26" fmla="*/ 6 w 11"/>
              <a:gd name="T27" fmla="*/ 0 h 14"/>
              <a:gd name="T28" fmla="*/ 11 w 11"/>
              <a:gd name="T29" fmla="*/ 1 h 14"/>
              <a:gd name="T30" fmla="*/ 9 w 11"/>
              <a:gd name="T31" fmla="*/ 3 h 14"/>
              <a:gd name="T32" fmla="*/ 9 w 11"/>
              <a:gd name="T33" fmla="*/ 3 h 14"/>
              <a:gd name="T34" fmla="*/ 6 w 11"/>
              <a:gd name="T35" fmla="*/ 3 h 14"/>
              <a:gd name="T36" fmla="*/ 6 w 11"/>
              <a:gd name="T37" fmla="*/ 3 h 14"/>
              <a:gd name="T38" fmla="*/ 5 w 11"/>
              <a:gd name="T39" fmla="*/ 3 h 14"/>
              <a:gd name="T40" fmla="*/ 4 w 11"/>
              <a:gd name="T41" fmla="*/ 4 h 14"/>
              <a:gd name="T42" fmla="*/ 2 w 11"/>
              <a:gd name="T43" fmla="*/ 7 h 14"/>
              <a:gd name="T44" fmla="*/ 2 w 11"/>
              <a:gd name="T45" fmla="*/ 7 h 14"/>
              <a:gd name="T46" fmla="*/ 4 w 11"/>
              <a:gd name="T47" fmla="*/ 11 h 14"/>
              <a:gd name="T48" fmla="*/ 6 w 11"/>
              <a:gd name="T49" fmla="*/ 12 h 14"/>
              <a:gd name="T50" fmla="*/ 6 w 11"/>
              <a:gd name="T51" fmla="*/ 12 h 14"/>
              <a:gd name="T52" fmla="*/ 11 w 11"/>
              <a:gd name="T53" fmla="*/ 12 h 14"/>
              <a:gd name="T54" fmla="*/ 11 w 11"/>
              <a:gd name="T55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1" h="14">
                <a:moveTo>
                  <a:pt x="11" y="14"/>
                </a:moveTo>
                <a:lnTo>
                  <a:pt x="11" y="14"/>
                </a:lnTo>
                <a:lnTo>
                  <a:pt x="6" y="14"/>
                </a:lnTo>
                <a:lnTo>
                  <a:pt x="6" y="14"/>
                </a:lnTo>
                <a:lnTo>
                  <a:pt x="4" y="14"/>
                </a:lnTo>
                <a:lnTo>
                  <a:pt x="2" y="12"/>
                </a:lnTo>
                <a:lnTo>
                  <a:pt x="1" y="11"/>
                </a:lnTo>
                <a:lnTo>
                  <a:pt x="0" y="8"/>
                </a:lnTo>
                <a:lnTo>
                  <a:pt x="0" y="8"/>
                </a:lnTo>
                <a:lnTo>
                  <a:pt x="1" y="6"/>
                </a:lnTo>
                <a:lnTo>
                  <a:pt x="2" y="3"/>
                </a:lnTo>
                <a:lnTo>
                  <a:pt x="4" y="1"/>
                </a:lnTo>
                <a:lnTo>
                  <a:pt x="6" y="0"/>
                </a:lnTo>
                <a:lnTo>
                  <a:pt x="6" y="0"/>
                </a:lnTo>
                <a:lnTo>
                  <a:pt x="11" y="1"/>
                </a:lnTo>
                <a:lnTo>
                  <a:pt x="9" y="3"/>
                </a:lnTo>
                <a:lnTo>
                  <a:pt x="9" y="3"/>
                </a:lnTo>
                <a:lnTo>
                  <a:pt x="6" y="3"/>
                </a:lnTo>
                <a:lnTo>
                  <a:pt x="6" y="3"/>
                </a:lnTo>
                <a:lnTo>
                  <a:pt x="5" y="3"/>
                </a:lnTo>
                <a:lnTo>
                  <a:pt x="4" y="4"/>
                </a:lnTo>
                <a:lnTo>
                  <a:pt x="2" y="7"/>
                </a:lnTo>
                <a:lnTo>
                  <a:pt x="2" y="7"/>
                </a:lnTo>
                <a:lnTo>
                  <a:pt x="4" y="11"/>
                </a:lnTo>
                <a:lnTo>
                  <a:pt x="6" y="12"/>
                </a:lnTo>
                <a:lnTo>
                  <a:pt x="6" y="12"/>
                </a:lnTo>
                <a:lnTo>
                  <a:pt x="11" y="12"/>
                </a:lnTo>
                <a:lnTo>
                  <a:pt x="11" y="1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1" name="Freeform 1929"/>
          <p:cNvSpPr>
            <a:spLocks/>
          </p:cNvSpPr>
          <p:nvPr/>
        </p:nvSpPr>
        <p:spPr bwMode="auto">
          <a:xfrm>
            <a:off x="3170334" y="3538309"/>
            <a:ext cx="10083" cy="21427"/>
          </a:xfrm>
          <a:custGeom>
            <a:avLst/>
            <a:gdLst>
              <a:gd name="T0" fmla="*/ 4 w 8"/>
              <a:gd name="T1" fmla="*/ 0 h 17"/>
              <a:gd name="T2" fmla="*/ 4 w 8"/>
              <a:gd name="T3" fmla="*/ 4 h 17"/>
              <a:gd name="T4" fmla="*/ 8 w 8"/>
              <a:gd name="T5" fmla="*/ 4 h 17"/>
              <a:gd name="T6" fmla="*/ 8 w 8"/>
              <a:gd name="T7" fmla="*/ 6 h 17"/>
              <a:gd name="T8" fmla="*/ 4 w 8"/>
              <a:gd name="T9" fmla="*/ 6 h 17"/>
              <a:gd name="T10" fmla="*/ 4 w 8"/>
              <a:gd name="T11" fmla="*/ 13 h 17"/>
              <a:gd name="T12" fmla="*/ 4 w 8"/>
              <a:gd name="T13" fmla="*/ 13 h 17"/>
              <a:gd name="T14" fmla="*/ 4 w 8"/>
              <a:gd name="T15" fmla="*/ 15 h 17"/>
              <a:gd name="T16" fmla="*/ 7 w 8"/>
              <a:gd name="T17" fmla="*/ 15 h 17"/>
              <a:gd name="T18" fmla="*/ 7 w 8"/>
              <a:gd name="T19" fmla="*/ 15 h 17"/>
              <a:gd name="T20" fmla="*/ 8 w 8"/>
              <a:gd name="T21" fmla="*/ 15 h 17"/>
              <a:gd name="T22" fmla="*/ 8 w 8"/>
              <a:gd name="T23" fmla="*/ 17 h 17"/>
              <a:gd name="T24" fmla="*/ 8 w 8"/>
              <a:gd name="T25" fmla="*/ 17 h 17"/>
              <a:gd name="T26" fmla="*/ 5 w 8"/>
              <a:gd name="T27" fmla="*/ 17 h 17"/>
              <a:gd name="T28" fmla="*/ 5 w 8"/>
              <a:gd name="T29" fmla="*/ 17 h 17"/>
              <a:gd name="T30" fmla="*/ 3 w 8"/>
              <a:gd name="T31" fmla="*/ 17 h 17"/>
              <a:gd name="T32" fmla="*/ 3 w 8"/>
              <a:gd name="T33" fmla="*/ 17 h 17"/>
              <a:gd name="T34" fmla="*/ 1 w 8"/>
              <a:gd name="T35" fmla="*/ 13 h 17"/>
              <a:gd name="T36" fmla="*/ 1 w 8"/>
              <a:gd name="T37" fmla="*/ 6 h 17"/>
              <a:gd name="T38" fmla="*/ 0 w 8"/>
              <a:gd name="T39" fmla="*/ 6 h 17"/>
              <a:gd name="T40" fmla="*/ 0 w 8"/>
              <a:gd name="T41" fmla="*/ 4 h 17"/>
              <a:gd name="T42" fmla="*/ 1 w 8"/>
              <a:gd name="T43" fmla="*/ 4 h 17"/>
              <a:gd name="T44" fmla="*/ 1 w 8"/>
              <a:gd name="T45" fmla="*/ 0 h 17"/>
              <a:gd name="T46" fmla="*/ 4 w 8"/>
              <a:gd name="T47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" h="17">
                <a:moveTo>
                  <a:pt x="4" y="0"/>
                </a:moveTo>
                <a:lnTo>
                  <a:pt x="4" y="4"/>
                </a:lnTo>
                <a:lnTo>
                  <a:pt x="8" y="4"/>
                </a:lnTo>
                <a:lnTo>
                  <a:pt x="8" y="6"/>
                </a:lnTo>
                <a:lnTo>
                  <a:pt x="4" y="6"/>
                </a:lnTo>
                <a:lnTo>
                  <a:pt x="4" y="13"/>
                </a:lnTo>
                <a:lnTo>
                  <a:pt x="4" y="13"/>
                </a:lnTo>
                <a:lnTo>
                  <a:pt x="4" y="15"/>
                </a:lnTo>
                <a:lnTo>
                  <a:pt x="7" y="15"/>
                </a:lnTo>
                <a:lnTo>
                  <a:pt x="7" y="15"/>
                </a:lnTo>
                <a:lnTo>
                  <a:pt x="8" y="15"/>
                </a:lnTo>
                <a:lnTo>
                  <a:pt x="8" y="17"/>
                </a:lnTo>
                <a:lnTo>
                  <a:pt x="8" y="17"/>
                </a:lnTo>
                <a:lnTo>
                  <a:pt x="5" y="17"/>
                </a:lnTo>
                <a:lnTo>
                  <a:pt x="5" y="17"/>
                </a:lnTo>
                <a:lnTo>
                  <a:pt x="3" y="17"/>
                </a:lnTo>
                <a:lnTo>
                  <a:pt x="3" y="17"/>
                </a:lnTo>
                <a:lnTo>
                  <a:pt x="1" y="13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1" y="0"/>
                </a:lnTo>
                <a:lnTo>
                  <a:pt x="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2" name="Freeform 1930"/>
          <p:cNvSpPr>
            <a:spLocks noEditPoints="1"/>
          </p:cNvSpPr>
          <p:nvPr/>
        </p:nvSpPr>
        <p:spPr bwMode="auto">
          <a:xfrm>
            <a:off x="3181678" y="3542090"/>
            <a:ext cx="15125" cy="17646"/>
          </a:xfrm>
          <a:custGeom>
            <a:avLst/>
            <a:gdLst>
              <a:gd name="T0" fmla="*/ 12 w 12"/>
              <a:gd name="T1" fmla="*/ 7 h 14"/>
              <a:gd name="T2" fmla="*/ 12 w 12"/>
              <a:gd name="T3" fmla="*/ 7 h 14"/>
              <a:gd name="T4" fmla="*/ 12 w 12"/>
              <a:gd name="T5" fmla="*/ 11 h 14"/>
              <a:gd name="T6" fmla="*/ 11 w 12"/>
              <a:gd name="T7" fmla="*/ 12 h 14"/>
              <a:gd name="T8" fmla="*/ 8 w 12"/>
              <a:gd name="T9" fmla="*/ 14 h 14"/>
              <a:gd name="T10" fmla="*/ 6 w 12"/>
              <a:gd name="T11" fmla="*/ 14 h 14"/>
              <a:gd name="T12" fmla="*/ 6 w 12"/>
              <a:gd name="T13" fmla="*/ 14 h 14"/>
              <a:gd name="T14" fmla="*/ 4 w 12"/>
              <a:gd name="T15" fmla="*/ 14 h 14"/>
              <a:gd name="T16" fmla="*/ 2 w 12"/>
              <a:gd name="T17" fmla="*/ 12 h 14"/>
              <a:gd name="T18" fmla="*/ 0 w 12"/>
              <a:gd name="T19" fmla="*/ 11 h 14"/>
              <a:gd name="T20" fmla="*/ 0 w 12"/>
              <a:gd name="T21" fmla="*/ 8 h 14"/>
              <a:gd name="T22" fmla="*/ 0 w 12"/>
              <a:gd name="T23" fmla="*/ 8 h 14"/>
              <a:gd name="T24" fmla="*/ 0 w 12"/>
              <a:gd name="T25" fmla="*/ 4 h 14"/>
              <a:gd name="T26" fmla="*/ 2 w 12"/>
              <a:gd name="T27" fmla="*/ 3 h 14"/>
              <a:gd name="T28" fmla="*/ 4 w 12"/>
              <a:gd name="T29" fmla="*/ 1 h 14"/>
              <a:gd name="T30" fmla="*/ 7 w 12"/>
              <a:gd name="T31" fmla="*/ 0 h 14"/>
              <a:gd name="T32" fmla="*/ 7 w 12"/>
              <a:gd name="T33" fmla="*/ 0 h 14"/>
              <a:gd name="T34" fmla="*/ 8 w 12"/>
              <a:gd name="T35" fmla="*/ 1 h 14"/>
              <a:gd name="T36" fmla="*/ 11 w 12"/>
              <a:gd name="T37" fmla="*/ 3 h 14"/>
              <a:gd name="T38" fmla="*/ 12 w 12"/>
              <a:gd name="T39" fmla="*/ 4 h 14"/>
              <a:gd name="T40" fmla="*/ 12 w 12"/>
              <a:gd name="T41" fmla="*/ 7 h 14"/>
              <a:gd name="T42" fmla="*/ 12 w 12"/>
              <a:gd name="T43" fmla="*/ 7 h 14"/>
              <a:gd name="T44" fmla="*/ 3 w 12"/>
              <a:gd name="T45" fmla="*/ 7 h 14"/>
              <a:gd name="T46" fmla="*/ 3 w 12"/>
              <a:gd name="T47" fmla="*/ 7 h 14"/>
              <a:gd name="T48" fmla="*/ 3 w 12"/>
              <a:gd name="T49" fmla="*/ 11 h 14"/>
              <a:gd name="T50" fmla="*/ 7 w 12"/>
              <a:gd name="T51" fmla="*/ 12 h 14"/>
              <a:gd name="T52" fmla="*/ 7 w 12"/>
              <a:gd name="T53" fmla="*/ 12 h 14"/>
              <a:gd name="T54" fmla="*/ 10 w 12"/>
              <a:gd name="T55" fmla="*/ 11 h 14"/>
              <a:gd name="T56" fmla="*/ 10 w 12"/>
              <a:gd name="T57" fmla="*/ 7 h 14"/>
              <a:gd name="T58" fmla="*/ 10 w 12"/>
              <a:gd name="T59" fmla="*/ 7 h 14"/>
              <a:gd name="T60" fmla="*/ 10 w 12"/>
              <a:gd name="T61" fmla="*/ 4 h 14"/>
              <a:gd name="T62" fmla="*/ 8 w 12"/>
              <a:gd name="T63" fmla="*/ 3 h 14"/>
              <a:gd name="T64" fmla="*/ 7 w 12"/>
              <a:gd name="T65" fmla="*/ 3 h 14"/>
              <a:gd name="T66" fmla="*/ 7 w 12"/>
              <a:gd name="T67" fmla="*/ 3 h 14"/>
              <a:gd name="T68" fmla="*/ 4 w 12"/>
              <a:gd name="T69" fmla="*/ 3 h 14"/>
              <a:gd name="T70" fmla="*/ 3 w 12"/>
              <a:gd name="T71" fmla="*/ 4 h 14"/>
              <a:gd name="T72" fmla="*/ 3 w 12"/>
              <a:gd name="T73" fmla="*/ 7 h 14"/>
              <a:gd name="T74" fmla="*/ 3 w 12"/>
              <a:gd name="T7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" h="14">
                <a:moveTo>
                  <a:pt x="12" y="7"/>
                </a:moveTo>
                <a:lnTo>
                  <a:pt x="12" y="7"/>
                </a:lnTo>
                <a:lnTo>
                  <a:pt x="12" y="11"/>
                </a:lnTo>
                <a:lnTo>
                  <a:pt x="11" y="12"/>
                </a:lnTo>
                <a:lnTo>
                  <a:pt x="8" y="14"/>
                </a:lnTo>
                <a:lnTo>
                  <a:pt x="6" y="14"/>
                </a:lnTo>
                <a:lnTo>
                  <a:pt x="6" y="14"/>
                </a:lnTo>
                <a:lnTo>
                  <a:pt x="4" y="14"/>
                </a:lnTo>
                <a:lnTo>
                  <a:pt x="2" y="12"/>
                </a:lnTo>
                <a:lnTo>
                  <a:pt x="0" y="11"/>
                </a:lnTo>
                <a:lnTo>
                  <a:pt x="0" y="8"/>
                </a:lnTo>
                <a:lnTo>
                  <a:pt x="0" y="8"/>
                </a:lnTo>
                <a:lnTo>
                  <a:pt x="0" y="4"/>
                </a:lnTo>
                <a:lnTo>
                  <a:pt x="2" y="3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8" y="1"/>
                </a:lnTo>
                <a:lnTo>
                  <a:pt x="11" y="3"/>
                </a:lnTo>
                <a:lnTo>
                  <a:pt x="12" y="4"/>
                </a:lnTo>
                <a:lnTo>
                  <a:pt x="12" y="7"/>
                </a:lnTo>
                <a:lnTo>
                  <a:pt x="12" y="7"/>
                </a:lnTo>
                <a:close/>
                <a:moveTo>
                  <a:pt x="3" y="7"/>
                </a:moveTo>
                <a:lnTo>
                  <a:pt x="3" y="7"/>
                </a:lnTo>
                <a:lnTo>
                  <a:pt x="3" y="11"/>
                </a:lnTo>
                <a:lnTo>
                  <a:pt x="7" y="12"/>
                </a:lnTo>
                <a:lnTo>
                  <a:pt x="7" y="12"/>
                </a:lnTo>
                <a:lnTo>
                  <a:pt x="10" y="11"/>
                </a:lnTo>
                <a:lnTo>
                  <a:pt x="10" y="7"/>
                </a:lnTo>
                <a:lnTo>
                  <a:pt x="10" y="7"/>
                </a:lnTo>
                <a:lnTo>
                  <a:pt x="10" y="4"/>
                </a:lnTo>
                <a:lnTo>
                  <a:pt x="8" y="3"/>
                </a:lnTo>
                <a:lnTo>
                  <a:pt x="7" y="3"/>
                </a:lnTo>
                <a:lnTo>
                  <a:pt x="7" y="3"/>
                </a:lnTo>
                <a:lnTo>
                  <a:pt x="4" y="3"/>
                </a:lnTo>
                <a:lnTo>
                  <a:pt x="3" y="4"/>
                </a:lnTo>
                <a:lnTo>
                  <a:pt x="3" y="7"/>
                </a:lnTo>
                <a:lnTo>
                  <a:pt x="3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3" name="Freeform 1931"/>
          <p:cNvSpPr>
            <a:spLocks/>
          </p:cNvSpPr>
          <p:nvPr/>
        </p:nvSpPr>
        <p:spPr bwMode="auto">
          <a:xfrm>
            <a:off x="3200584" y="3542090"/>
            <a:ext cx="8823" cy="17646"/>
          </a:xfrm>
          <a:custGeom>
            <a:avLst/>
            <a:gdLst>
              <a:gd name="T0" fmla="*/ 0 w 7"/>
              <a:gd name="T1" fmla="*/ 6 h 14"/>
              <a:gd name="T2" fmla="*/ 0 w 7"/>
              <a:gd name="T3" fmla="*/ 6 h 14"/>
              <a:gd name="T4" fmla="*/ 0 w 7"/>
              <a:gd name="T5" fmla="*/ 1 h 14"/>
              <a:gd name="T6" fmla="*/ 3 w 7"/>
              <a:gd name="T7" fmla="*/ 1 h 14"/>
              <a:gd name="T8" fmla="*/ 3 w 7"/>
              <a:gd name="T9" fmla="*/ 4 h 14"/>
              <a:gd name="T10" fmla="*/ 3 w 7"/>
              <a:gd name="T11" fmla="*/ 4 h 14"/>
              <a:gd name="T12" fmla="*/ 3 w 7"/>
              <a:gd name="T13" fmla="*/ 4 h 14"/>
              <a:gd name="T14" fmla="*/ 4 w 7"/>
              <a:gd name="T15" fmla="*/ 1 h 14"/>
              <a:gd name="T16" fmla="*/ 7 w 7"/>
              <a:gd name="T17" fmla="*/ 0 h 14"/>
              <a:gd name="T18" fmla="*/ 7 w 7"/>
              <a:gd name="T19" fmla="*/ 1 h 14"/>
              <a:gd name="T20" fmla="*/ 7 w 7"/>
              <a:gd name="T21" fmla="*/ 3 h 14"/>
              <a:gd name="T22" fmla="*/ 7 w 7"/>
              <a:gd name="T23" fmla="*/ 3 h 14"/>
              <a:gd name="T24" fmla="*/ 7 w 7"/>
              <a:gd name="T25" fmla="*/ 3 h 14"/>
              <a:gd name="T26" fmla="*/ 4 w 7"/>
              <a:gd name="T27" fmla="*/ 4 h 14"/>
              <a:gd name="T28" fmla="*/ 3 w 7"/>
              <a:gd name="T29" fmla="*/ 6 h 14"/>
              <a:gd name="T30" fmla="*/ 3 w 7"/>
              <a:gd name="T31" fmla="*/ 7 h 14"/>
              <a:gd name="T32" fmla="*/ 3 w 7"/>
              <a:gd name="T33" fmla="*/ 14 h 14"/>
              <a:gd name="T34" fmla="*/ 0 w 7"/>
              <a:gd name="T35" fmla="*/ 14 h 14"/>
              <a:gd name="T36" fmla="*/ 0 w 7"/>
              <a:gd name="T37" fmla="*/ 6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" h="14">
                <a:moveTo>
                  <a:pt x="0" y="6"/>
                </a:moveTo>
                <a:lnTo>
                  <a:pt x="0" y="6"/>
                </a:lnTo>
                <a:lnTo>
                  <a:pt x="0" y="1"/>
                </a:lnTo>
                <a:lnTo>
                  <a:pt x="3" y="1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1"/>
                </a:lnTo>
                <a:lnTo>
                  <a:pt x="7" y="0"/>
                </a:lnTo>
                <a:lnTo>
                  <a:pt x="7" y="1"/>
                </a:lnTo>
                <a:lnTo>
                  <a:pt x="7" y="3"/>
                </a:lnTo>
                <a:lnTo>
                  <a:pt x="7" y="3"/>
                </a:lnTo>
                <a:lnTo>
                  <a:pt x="7" y="3"/>
                </a:lnTo>
                <a:lnTo>
                  <a:pt x="4" y="4"/>
                </a:lnTo>
                <a:lnTo>
                  <a:pt x="3" y="6"/>
                </a:lnTo>
                <a:lnTo>
                  <a:pt x="3" y="7"/>
                </a:lnTo>
                <a:lnTo>
                  <a:pt x="3" y="14"/>
                </a:lnTo>
                <a:lnTo>
                  <a:pt x="0" y="14"/>
                </a:lnTo>
                <a:lnTo>
                  <a:pt x="0" y="6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4" name="Freeform 1932"/>
          <p:cNvSpPr>
            <a:spLocks/>
          </p:cNvSpPr>
          <p:nvPr/>
        </p:nvSpPr>
        <p:spPr bwMode="auto">
          <a:xfrm>
            <a:off x="3209407" y="3555954"/>
            <a:ext cx="5042" cy="8823"/>
          </a:xfrm>
          <a:custGeom>
            <a:avLst/>
            <a:gdLst>
              <a:gd name="T0" fmla="*/ 0 w 4"/>
              <a:gd name="T1" fmla="*/ 7 h 7"/>
              <a:gd name="T2" fmla="*/ 0 w 4"/>
              <a:gd name="T3" fmla="*/ 7 h 7"/>
              <a:gd name="T4" fmla="*/ 1 w 4"/>
              <a:gd name="T5" fmla="*/ 0 h 7"/>
              <a:gd name="T6" fmla="*/ 4 w 4"/>
              <a:gd name="T7" fmla="*/ 0 h 7"/>
              <a:gd name="T8" fmla="*/ 4 w 4"/>
              <a:gd name="T9" fmla="*/ 0 h 7"/>
              <a:gd name="T10" fmla="*/ 1 w 4"/>
              <a:gd name="T11" fmla="*/ 7 h 7"/>
              <a:gd name="T12" fmla="*/ 0 w 4"/>
              <a:gd name="T1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7">
                <a:moveTo>
                  <a:pt x="0" y="7"/>
                </a:moveTo>
                <a:lnTo>
                  <a:pt x="0" y="7"/>
                </a:lnTo>
                <a:lnTo>
                  <a:pt x="1" y="0"/>
                </a:lnTo>
                <a:lnTo>
                  <a:pt x="4" y="0"/>
                </a:lnTo>
                <a:lnTo>
                  <a:pt x="4" y="0"/>
                </a:lnTo>
                <a:lnTo>
                  <a:pt x="1" y="7"/>
                </a:lnTo>
                <a:lnTo>
                  <a:pt x="0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5" name="Freeform 1933"/>
          <p:cNvSpPr>
            <a:spLocks/>
          </p:cNvSpPr>
          <p:nvPr/>
        </p:nvSpPr>
        <p:spPr bwMode="auto">
          <a:xfrm>
            <a:off x="3224532" y="3543350"/>
            <a:ext cx="13864" cy="16385"/>
          </a:xfrm>
          <a:custGeom>
            <a:avLst/>
            <a:gdLst>
              <a:gd name="T0" fmla="*/ 11 w 11"/>
              <a:gd name="T1" fmla="*/ 10 h 13"/>
              <a:gd name="T2" fmla="*/ 11 w 11"/>
              <a:gd name="T3" fmla="*/ 10 h 13"/>
              <a:gd name="T4" fmla="*/ 11 w 11"/>
              <a:gd name="T5" fmla="*/ 13 h 13"/>
              <a:gd name="T6" fmla="*/ 10 w 11"/>
              <a:gd name="T7" fmla="*/ 13 h 13"/>
              <a:gd name="T8" fmla="*/ 10 w 11"/>
              <a:gd name="T9" fmla="*/ 11 h 13"/>
              <a:gd name="T10" fmla="*/ 10 w 11"/>
              <a:gd name="T11" fmla="*/ 11 h 13"/>
              <a:gd name="T12" fmla="*/ 10 w 11"/>
              <a:gd name="T13" fmla="*/ 11 h 13"/>
              <a:gd name="T14" fmla="*/ 7 w 11"/>
              <a:gd name="T15" fmla="*/ 13 h 13"/>
              <a:gd name="T16" fmla="*/ 4 w 11"/>
              <a:gd name="T17" fmla="*/ 13 h 13"/>
              <a:gd name="T18" fmla="*/ 4 w 11"/>
              <a:gd name="T19" fmla="*/ 13 h 13"/>
              <a:gd name="T20" fmla="*/ 1 w 11"/>
              <a:gd name="T21" fmla="*/ 13 h 13"/>
              <a:gd name="T22" fmla="*/ 0 w 11"/>
              <a:gd name="T23" fmla="*/ 10 h 13"/>
              <a:gd name="T24" fmla="*/ 0 w 11"/>
              <a:gd name="T25" fmla="*/ 7 h 13"/>
              <a:gd name="T26" fmla="*/ 0 w 11"/>
              <a:gd name="T27" fmla="*/ 0 h 13"/>
              <a:gd name="T28" fmla="*/ 3 w 11"/>
              <a:gd name="T29" fmla="*/ 0 h 13"/>
              <a:gd name="T30" fmla="*/ 3 w 11"/>
              <a:gd name="T31" fmla="*/ 7 h 13"/>
              <a:gd name="T32" fmla="*/ 3 w 11"/>
              <a:gd name="T33" fmla="*/ 7 h 13"/>
              <a:gd name="T34" fmla="*/ 3 w 11"/>
              <a:gd name="T35" fmla="*/ 10 h 13"/>
              <a:gd name="T36" fmla="*/ 5 w 11"/>
              <a:gd name="T37" fmla="*/ 11 h 13"/>
              <a:gd name="T38" fmla="*/ 5 w 11"/>
              <a:gd name="T39" fmla="*/ 11 h 13"/>
              <a:gd name="T40" fmla="*/ 7 w 11"/>
              <a:gd name="T41" fmla="*/ 11 h 13"/>
              <a:gd name="T42" fmla="*/ 8 w 11"/>
              <a:gd name="T43" fmla="*/ 9 h 13"/>
              <a:gd name="T44" fmla="*/ 8 w 11"/>
              <a:gd name="T45" fmla="*/ 9 h 13"/>
              <a:gd name="T46" fmla="*/ 8 w 11"/>
              <a:gd name="T47" fmla="*/ 0 h 13"/>
              <a:gd name="T48" fmla="*/ 11 w 11"/>
              <a:gd name="T49" fmla="*/ 0 h 13"/>
              <a:gd name="T50" fmla="*/ 11 w 11"/>
              <a:gd name="T51" fmla="*/ 1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11" y="10"/>
                </a:moveTo>
                <a:lnTo>
                  <a:pt x="11" y="10"/>
                </a:lnTo>
                <a:lnTo>
                  <a:pt x="11" y="13"/>
                </a:lnTo>
                <a:lnTo>
                  <a:pt x="10" y="13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7" y="13"/>
                </a:lnTo>
                <a:lnTo>
                  <a:pt x="4" y="13"/>
                </a:lnTo>
                <a:lnTo>
                  <a:pt x="4" y="13"/>
                </a:lnTo>
                <a:lnTo>
                  <a:pt x="1" y="13"/>
                </a:lnTo>
                <a:lnTo>
                  <a:pt x="0" y="10"/>
                </a:lnTo>
                <a:lnTo>
                  <a:pt x="0" y="7"/>
                </a:lnTo>
                <a:lnTo>
                  <a:pt x="0" y="0"/>
                </a:lnTo>
                <a:lnTo>
                  <a:pt x="3" y="0"/>
                </a:lnTo>
                <a:lnTo>
                  <a:pt x="3" y="7"/>
                </a:lnTo>
                <a:lnTo>
                  <a:pt x="3" y="7"/>
                </a:lnTo>
                <a:lnTo>
                  <a:pt x="3" y="10"/>
                </a:lnTo>
                <a:lnTo>
                  <a:pt x="5" y="11"/>
                </a:lnTo>
                <a:lnTo>
                  <a:pt x="5" y="11"/>
                </a:lnTo>
                <a:lnTo>
                  <a:pt x="7" y="11"/>
                </a:lnTo>
                <a:lnTo>
                  <a:pt x="8" y="9"/>
                </a:lnTo>
                <a:lnTo>
                  <a:pt x="8" y="9"/>
                </a:lnTo>
                <a:lnTo>
                  <a:pt x="8" y="0"/>
                </a:lnTo>
                <a:lnTo>
                  <a:pt x="11" y="0"/>
                </a:lnTo>
                <a:lnTo>
                  <a:pt x="11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6" name="Rectangle 1934"/>
          <p:cNvSpPr>
            <a:spLocks noChangeArrowheads="1"/>
          </p:cNvSpPr>
          <p:nvPr/>
        </p:nvSpPr>
        <p:spPr bwMode="auto">
          <a:xfrm>
            <a:off x="3243437" y="3535788"/>
            <a:ext cx="3781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7" name="Freeform 1935"/>
          <p:cNvSpPr>
            <a:spLocks/>
          </p:cNvSpPr>
          <p:nvPr/>
        </p:nvSpPr>
        <p:spPr bwMode="auto">
          <a:xfrm>
            <a:off x="3249739" y="3538309"/>
            <a:ext cx="8823" cy="21427"/>
          </a:xfrm>
          <a:custGeom>
            <a:avLst/>
            <a:gdLst>
              <a:gd name="T0" fmla="*/ 4 w 7"/>
              <a:gd name="T1" fmla="*/ 0 h 17"/>
              <a:gd name="T2" fmla="*/ 4 w 7"/>
              <a:gd name="T3" fmla="*/ 4 h 17"/>
              <a:gd name="T4" fmla="*/ 7 w 7"/>
              <a:gd name="T5" fmla="*/ 4 h 17"/>
              <a:gd name="T6" fmla="*/ 7 w 7"/>
              <a:gd name="T7" fmla="*/ 6 h 17"/>
              <a:gd name="T8" fmla="*/ 4 w 7"/>
              <a:gd name="T9" fmla="*/ 6 h 17"/>
              <a:gd name="T10" fmla="*/ 4 w 7"/>
              <a:gd name="T11" fmla="*/ 13 h 17"/>
              <a:gd name="T12" fmla="*/ 4 w 7"/>
              <a:gd name="T13" fmla="*/ 13 h 17"/>
              <a:gd name="T14" fmla="*/ 4 w 7"/>
              <a:gd name="T15" fmla="*/ 15 h 17"/>
              <a:gd name="T16" fmla="*/ 6 w 7"/>
              <a:gd name="T17" fmla="*/ 15 h 17"/>
              <a:gd name="T18" fmla="*/ 6 w 7"/>
              <a:gd name="T19" fmla="*/ 15 h 17"/>
              <a:gd name="T20" fmla="*/ 7 w 7"/>
              <a:gd name="T21" fmla="*/ 15 h 17"/>
              <a:gd name="T22" fmla="*/ 7 w 7"/>
              <a:gd name="T23" fmla="*/ 17 h 17"/>
              <a:gd name="T24" fmla="*/ 7 w 7"/>
              <a:gd name="T25" fmla="*/ 17 h 17"/>
              <a:gd name="T26" fmla="*/ 6 w 7"/>
              <a:gd name="T27" fmla="*/ 17 h 17"/>
              <a:gd name="T28" fmla="*/ 6 w 7"/>
              <a:gd name="T29" fmla="*/ 17 h 17"/>
              <a:gd name="T30" fmla="*/ 3 w 7"/>
              <a:gd name="T31" fmla="*/ 17 h 17"/>
              <a:gd name="T32" fmla="*/ 3 w 7"/>
              <a:gd name="T33" fmla="*/ 17 h 17"/>
              <a:gd name="T34" fmla="*/ 2 w 7"/>
              <a:gd name="T35" fmla="*/ 13 h 17"/>
              <a:gd name="T36" fmla="*/ 2 w 7"/>
              <a:gd name="T37" fmla="*/ 6 h 17"/>
              <a:gd name="T38" fmla="*/ 0 w 7"/>
              <a:gd name="T39" fmla="*/ 6 h 17"/>
              <a:gd name="T40" fmla="*/ 0 w 7"/>
              <a:gd name="T41" fmla="*/ 4 h 17"/>
              <a:gd name="T42" fmla="*/ 2 w 7"/>
              <a:gd name="T43" fmla="*/ 4 h 17"/>
              <a:gd name="T44" fmla="*/ 2 w 7"/>
              <a:gd name="T45" fmla="*/ 0 h 17"/>
              <a:gd name="T46" fmla="*/ 4 w 7"/>
              <a:gd name="T47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" h="17">
                <a:moveTo>
                  <a:pt x="4" y="0"/>
                </a:moveTo>
                <a:lnTo>
                  <a:pt x="4" y="4"/>
                </a:lnTo>
                <a:lnTo>
                  <a:pt x="7" y="4"/>
                </a:lnTo>
                <a:lnTo>
                  <a:pt x="7" y="6"/>
                </a:lnTo>
                <a:lnTo>
                  <a:pt x="4" y="6"/>
                </a:lnTo>
                <a:lnTo>
                  <a:pt x="4" y="13"/>
                </a:lnTo>
                <a:lnTo>
                  <a:pt x="4" y="13"/>
                </a:lnTo>
                <a:lnTo>
                  <a:pt x="4" y="15"/>
                </a:lnTo>
                <a:lnTo>
                  <a:pt x="6" y="15"/>
                </a:lnTo>
                <a:lnTo>
                  <a:pt x="6" y="15"/>
                </a:lnTo>
                <a:lnTo>
                  <a:pt x="7" y="15"/>
                </a:lnTo>
                <a:lnTo>
                  <a:pt x="7" y="17"/>
                </a:lnTo>
                <a:lnTo>
                  <a:pt x="7" y="17"/>
                </a:lnTo>
                <a:lnTo>
                  <a:pt x="6" y="17"/>
                </a:lnTo>
                <a:lnTo>
                  <a:pt x="6" y="17"/>
                </a:lnTo>
                <a:lnTo>
                  <a:pt x="3" y="17"/>
                </a:lnTo>
                <a:lnTo>
                  <a:pt x="3" y="17"/>
                </a:lnTo>
                <a:lnTo>
                  <a:pt x="2" y="13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2" y="4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8" name="Freeform 1936"/>
          <p:cNvSpPr>
            <a:spLocks/>
          </p:cNvSpPr>
          <p:nvPr/>
        </p:nvSpPr>
        <p:spPr bwMode="auto">
          <a:xfrm>
            <a:off x="3262343" y="3542090"/>
            <a:ext cx="8823" cy="17646"/>
          </a:xfrm>
          <a:custGeom>
            <a:avLst/>
            <a:gdLst>
              <a:gd name="T0" fmla="*/ 0 w 7"/>
              <a:gd name="T1" fmla="*/ 6 h 14"/>
              <a:gd name="T2" fmla="*/ 0 w 7"/>
              <a:gd name="T3" fmla="*/ 6 h 14"/>
              <a:gd name="T4" fmla="*/ 0 w 7"/>
              <a:gd name="T5" fmla="*/ 1 h 14"/>
              <a:gd name="T6" fmla="*/ 2 w 7"/>
              <a:gd name="T7" fmla="*/ 1 h 14"/>
              <a:gd name="T8" fmla="*/ 2 w 7"/>
              <a:gd name="T9" fmla="*/ 4 h 14"/>
              <a:gd name="T10" fmla="*/ 2 w 7"/>
              <a:gd name="T11" fmla="*/ 4 h 14"/>
              <a:gd name="T12" fmla="*/ 2 w 7"/>
              <a:gd name="T13" fmla="*/ 4 h 14"/>
              <a:gd name="T14" fmla="*/ 4 w 7"/>
              <a:gd name="T15" fmla="*/ 1 h 14"/>
              <a:gd name="T16" fmla="*/ 5 w 7"/>
              <a:gd name="T17" fmla="*/ 0 h 14"/>
              <a:gd name="T18" fmla="*/ 7 w 7"/>
              <a:gd name="T19" fmla="*/ 1 h 14"/>
              <a:gd name="T20" fmla="*/ 7 w 7"/>
              <a:gd name="T21" fmla="*/ 3 h 14"/>
              <a:gd name="T22" fmla="*/ 5 w 7"/>
              <a:gd name="T23" fmla="*/ 3 h 14"/>
              <a:gd name="T24" fmla="*/ 5 w 7"/>
              <a:gd name="T25" fmla="*/ 3 h 14"/>
              <a:gd name="T26" fmla="*/ 4 w 7"/>
              <a:gd name="T27" fmla="*/ 4 h 14"/>
              <a:gd name="T28" fmla="*/ 2 w 7"/>
              <a:gd name="T29" fmla="*/ 6 h 14"/>
              <a:gd name="T30" fmla="*/ 2 w 7"/>
              <a:gd name="T31" fmla="*/ 7 h 14"/>
              <a:gd name="T32" fmla="*/ 2 w 7"/>
              <a:gd name="T33" fmla="*/ 14 h 14"/>
              <a:gd name="T34" fmla="*/ 0 w 7"/>
              <a:gd name="T35" fmla="*/ 14 h 14"/>
              <a:gd name="T36" fmla="*/ 0 w 7"/>
              <a:gd name="T37" fmla="*/ 6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" h="14">
                <a:moveTo>
                  <a:pt x="0" y="6"/>
                </a:moveTo>
                <a:lnTo>
                  <a:pt x="0" y="6"/>
                </a:lnTo>
                <a:lnTo>
                  <a:pt x="0" y="1"/>
                </a:lnTo>
                <a:lnTo>
                  <a:pt x="2" y="1"/>
                </a:lnTo>
                <a:lnTo>
                  <a:pt x="2" y="4"/>
                </a:lnTo>
                <a:lnTo>
                  <a:pt x="2" y="4"/>
                </a:lnTo>
                <a:lnTo>
                  <a:pt x="2" y="4"/>
                </a:lnTo>
                <a:lnTo>
                  <a:pt x="4" y="1"/>
                </a:lnTo>
                <a:lnTo>
                  <a:pt x="5" y="0"/>
                </a:lnTo>
                <a:lnTo>
                  <a:pt x="7" y="1"/>
                </a:lnTo>
                <a:lnTo>
                  <a:pt x="7" y="3"/>
                </a:lnTo>
                <a:lnTo>
                  <a:pt x="5" y="3"/>
                </a:lnTo>
                <a:lnTo>
                  <a:pt x="5" y="3"/>
                </a:lnTo>
                <a:lnTo>
                  <a:pt x="4" y="4"/>
                </a:lnTo>
                <a:lnTo>
                  <a:pt x="2" y="6"/>
                </a:lnTo>
                <a:lnTo>
                  <a:pt x="2" y="7"/>
                </a:lnTo>
                <a:lnTo>
                  <a:pt x="2" y="14"/>
                </a:lnTo>
                <a:lnTo>
                  <a:pt x="0" y="14"/>
                </a:lnTo>
                <a:lnTo>
                  <a:pt x="0" y="6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9" name="Freeform 1937"/>
          <p:cNvSpPr>
            <a:spLocks noEditPoints="1"/>
          </p:cNvSpPr>
          <p:nvPr/>
        </p:nvSpPr>
        <p:spPr bwMode="auto">
          <a:xfrm>
            <a:off x="3273687" y="3537048"/>
            <a:ext cx="3781" cy="22687"/>
          </a:xfrm>
          <a:custGeom>
            <a:avLst/>
            <a:gdLst>
              <a:gd name="T0" fmla="*/ 3 w 3"/>
              <a:gd name="T1" fmla="*/ 1 h 18"/>
              <a:gd name="T2" fmla="*/ 3 w 3"/>
              <a:gd name="T3" fmla="*/ 1 h 18"/>
              <a:gd name="T4" fmla="*/ 2 w 3"/>
              <a:gd name="T5" fmla="*/ 3 h 18"/>
              <a:gd name="T6" fmla="*/ 2 w 3"/>
              <a:gd name="T7" fmla="*/ 3 h 18"/>
              <a:gd name="T8" fmla="*/ 2 w 3"/>
              <a:gd name="T9" fmla="*/ 3 h 18"/>
              <a:gd name="T10" fmla="*/ 0 w 3"/>
              <a:gd name="T11" fmla="*/ 3 h 18"/>
              <a:gd name="T12" fmla="*/ 0 w 3"/>
              <a:gd name="T13" fmla="*/ 1 h 18"/>
              <a:gd name="T14" fmla="*/ 0 w 3"/>
              <a:gd name="T15" fmla="*/ 1 h 18"/>
              <a:gd name="T16" fmla="*/ 0 w 3"/>
              <a:gd name="T17" fmla="*/ 0 h 18"/>
              <a:gd name="T18" fmla="*/ 2 w 3"/>
              <a:gd name="T19" fmla="*/ 0 h 18"/>
              <a:gd name="T20" fmla="*/ 2 w 3"/>
              <a:gd name="T21" fmla="*/ 0 h 18"/>
              <a:gd name="T22" fmla="*/ 2 w 3"/>
              <a:gd name="T23" fmla="*/ 0 h 18"/>
              <a:gd name="T24" fmla="*/ 3 w 3"/>
              <a:gd name="T25" fmla="*/ 1 h 18"/>
              <a:gd name="T26" fmla="*/ 3 w 3"/>
              <a:gd name="T27" fmla="*/ 1 h 18"/>
              <a:gd name="T28" fmla="*/ 0 w 3"/>
              <a:gd name="T29" fmla="*/ 18 h 18"/>
              <a:gd name="T30" fmla="*/ 0 w 3"/>
              <a:gd name="T31" fmla="*/ 5 h 18"/>
              <a:gd name="T32" fmla="*/ 3 w 3"/>
              <a:gd name="T33" fmla="*/ 5 h 18"/>
              <a:gd name="T34" fmla="*/ 3 w 3"/>
              <a:gd name="T35" fmla="*/ 18 h 18"/>
              <a:gd name="T36" fmla="*/ 0 w 3"/>
              <a:gd name="T37" fmla="*/ 1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" h="18">
                <a:moveTo>
                  <a:pt x="3" y="1"/>
                </a:moveTo>
                <a:lnTo>
                  <a:pt x="3" y="1"/>
                </a:lnTo>
                <a:lnTo>
                  <a:pt x="2" y="3"/>
                </a:lnTo>
                <a:lnTo>
                  <a:pt x="2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3" y="1"/>
                </a:lnTo>
                <a:lnTo>
                  <a:pt x="3" y="1"/>
                </a:lnTo>
                <a:close/>
                <a:moveTo>
                  <a:pt x="0" y="18"/>
                </a:moveTo>
                <a:lnTo>
                  <a:pt x="0" y="5"/>
                </a:lnTo>
                <a:lnTo>
                  <a:pt x="3" y="5"/>
                </a:lnTo>
                <a:lnTo>
                  <a:pt x="3" y="18"/>
                </a:lnTo>
                <a:lnTo>
                  <a:pt x="0" y="1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0" name="Freeform 1938"/>
          <p:cNvSpPr>
            <a:spLocks/>
          </p:cNvSpPr>
          <p:nvPr/>
        </p:nvSpPr>
        <p:spPr bwMode="auto">
          <a:xfrm>
            <a:off x="3281249" y="3542090"/>
            <a:ext cx="11344" cy="17646"/>
          </a:xfrm>
          <a:custGeom>
            <a:avLst/>
            <a:gdLst>
              <a:gd name="T0" fmla="*/ 9 w 9"/>
              <a:gd name="T1" fmla="*/ 14 h 14"/>
              <a:gd name="T2" fmla="*/ 9 w 9"/>
              <a:gd name="T3" fmla="*/ 14 h 14"/>
              <a:gd name="T4" fmla="*/ 5 w 9"/>
              <a:gd name="T5" fmla="*/ 14 h 14"/>
              <a:gd name="T6" fmla="*/ 5 w 9"/>
              <a:gd name="T7" fmla="*/ 14 h 14"/>
              <a:gd name="T8" fmla="*/ 4 w 9"/>
              <a:gd name="T9" fmla="*/ 14 h 14"/>
              <a:gd name="T10" fmla="*/ 1 w 9"/>
              <a:gd name="T11" fmla="*/ 12 h 14"/>
              <a:gd name="T12" fmla="*/ 0 w 9"/>
              <a:gd name="T13" fmla="*/ 11 h 14"/>
              <a:gd name="T14" fmla="*/ 0 w 9"/>
              <a:gd name="T15" fmla="*/ 8 h 14"/>
              <a:gd name="T16" fmla="*/ 0 w 9"/>
              <a:gd name="T17" fmla="*/ 8 h 14"/>
              <a:gd name="T18" fmla="*/ 0 w 9"/>
              <a:gd name="T19" fmla="*/ 6 h 14"/>
              <a:gd name="T20" fmla="*/ 1 w 9"/>
              <a:gd name="T21" fmla="*/ 3 h 14"/>
              <a:gd name="T22" fmla="*/ 4 w 9"/>
              <a:gd name="T23" fmla="*/ 1 h 14"/>
              <a:gd name="T24" fmla="*/ 6 w 9"/>
              <a:gd name="T25" fmla="*/ 0 h 14"/>
              <a:gd name="T26" fmla="*/ 6 w 9"/>
              <a:gd name="T27" fmla="*/ 0 h 14"/>
              <a:gd name="T28" fmla="*/ 9 w 9"/>
              <a:gd name="T29" fmla="*/ 1 h 14"/>
              <a:gd name="T30" fmla="*/ 9 w 9"/>
              <a:gd name="T31" fmla="*/ 3 h 14"/>
              <a:gd name="T32" fmla="*/ 9 w 9"/>
              <a:gd name="T33" fmla="*/ 3 h 14"/>
              <a:gd name="T34" fmla="*/ 6 w 9"/>
              <a:gd name="T35" fmla="*/ 3 h 14"/>
              <a:gd name="T36" fmla="*/ 6 w 9"/>
              <a:gd name="T37" fmla="*/ 3 h 14"/>
              <a:gd name="T38" fmla="*/ 4 w 9"/>
              <a:gd name="T39" fmla="*/ 3 h 14"/>
              <a:gd name="T40" fmla="*/ 2 w 9"/>
              <a:gd name="T41" fmla="*/ 4 h 14"/>
              <a:gd name="T42" fmla="*/ 1 w 9"/>
              <a:gd name="T43" fmla="*/ 7 h 14"/>
              <a:gd name="T44" fmla="*/ 1 w 9"/>
              <a:gd name="T45" fmla="*/ 7 h 14"/>
              <a:gd name="T46" fmla="*/ 2 w 9"/>
              <a:gd name="T47" fmla="*/ 11 h 14"/>
              <a:gd name="T48" fmla="*/ 6 w 9"/>
              <a:gd name="T49" fmla="*/ 12 h 14"/>
              <a:gd name="T50" fmla="*/ 6 w 9"/>
              <a:gd name="T51" fmla="*/ 12 h 14"/>
              <a:gd name="T52" fmla="*/ 9 w 9"/>
              <a:gd name="T53" fmla="*/ 12 h 14"/>
              <a:gd name="T54" fmla="*/ 9 w 9"/>
              <a:gd name="T55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" h="14">
                <a:moveTo>
                  <a:pt x="9" y="14"/>
                </a:moveTo>
                <a:lnTo>
                  <a:pt x="9" y="14"/>
                </a:lnTo>
                <a:lnTo>
                  <a:pt x="5" y="14"/>
                </a:lnTo>
                <a:lnTo>
                  <a:pt x="5" y="14"/>
                </a:lnTo>
                <a:lnTo>
                  <a:pt x="4" y="14"/>
                </a:lnTo>
                <a:lnTo>
                  <a:pt x="1" y="12"/>
                </a:lnTo>
                <a:lnTo>
                  <a:pt x="0" y="11"/>
                </a:lnTo>
                <a:lnTo>
                  <a:pt x="0" y="8"/>
                </a:lnTo>
                <a:lnTo>
                  <a:pt x="0" y="8"/>
                </a:lnTo>
                <a:lnTo>
                  <a:pt x="0" y="6"/>
                </a:lnTo>
                <a:lnTo>
                  <a:pt x="1" y="3"/>
                </a:lnTo>
                <a:lnTo>
                  <a:pt x="4" y="1"/>
                </a:lnTo>
                <a:lnTo>
                  <a:pt x="6" y="0"/>
                </a:lnTo>
                <a:lnTo>
                  <a:pt x="6" y="0"/>
                </a:lnTo>
                <a:lnTo>
                  <a:pt x="9" y="1"/>
                </a:lnTo>
                <a:lnTo>
                  <a:pt x="9" y="3"/>
                </a:lnTo>
                <a:lnTo>
                  <a:pt x="9" y="3"/>
                </a:lnTo>
                <a:lnTo>
                  <a:pt x="6" y="3"/>
                </a:lnTo>
                <a:lnTo>
                  <a:pt x="6" y="3"/>
                </a:lnTo>
                <a:lnTo>
                  <a:pt x="4" y="3"/>
                </a:lnTo>
                <a:lnTo>
                  <a:pt x="2" y="4"/>
                </a:lnTo>
                <a:lnTo>
                  <a:pt x="1" y="7"/>
                </a:lnTo>
                <a:lnTo>
                  <a:pt x="1" y="7"/>
                </a:lnTo>
                <a:lnTo>
                  <a:pt x="2" y="11"/>
                </a:lnTo>
                <a:lnTo>
                  <a:pt x="6" y="12"/>
                </a:lnTo>
                <a:lnTo>
                  <a:pt x="6" y="12"/>
                </a:lnTo>
                <a:lnTo>
                  <a:pt x="9" y="12"/>
                </a:lnTo>
                <a:lnTo>
                  <a:pt x="9" y="1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1" name="Freeform 1939"/>
          <p:cNvSpPr>
            <a:spLocks noEditPoints="1"/>
          </p:cNvSpPr>
          <p:nvPr/>
        </p:nvSpPr>
        <p:spPr bwMode="auto">
          <a:xfrm>
            <a:off x="3293853" y="3542090"/>
            <a:ext cx="16385" cy="17646"/>
          </a:xfrm>
          <a:custGeom>
            <a:avLst/>
            <a:gdLst>
              <a:gd name="T0" fmla="*/ 3 w 13"/>
              <a:gd name="T1" fmla="*/ 8 h 14"/>
              <a:gd name="T2" fmla="*/ 3 w 13"/>
              <a:gd name="T3" fmla="*/ 8 h 14"/>
              <a:gd name="T4" fmla="*/ 3 w 13"/>
              <a:gd name="T5" fmla="*/ 10 h 14"/>
              <a:gd name="T6" fmla="*/ 4 w 13"/>
              <a:gd name="T7" fmla="*/ 11 h 14"/>
              <a:gd name="T8" fmla="*/ 7 w 13"/>
              <a:gd name="T9" fmla="*/ 12 h 14"/>
              <a:gd name="T10" fmla="*/ 7 w 13"/>
              <a:gd name="T11" fmla="*/ 12 h 14"/>
              <a:gd name="T12" fmla="*/ 11 w 13"/>
              <a:gd name="T13" fmla="*/ 12 h 14"/>
              <a:gd name="T14" fmla="*/ 11 w 13"/>
              <a:gd name="T15" fmla="*/ 14 h 14"/>
              <a:gd name="T16" fmla="*/ 11 w 13"/>
              <a:gd name="T17" fmla="*/ 14 h 14"/>
              <a:gd name="T18" fmla="*/ 7 w 13"/>
              <a:gd name="T19" fmla="*/ 14 h 14"/>
              <a:gd name="T20" fmla="*/ 7 w 13"/>
              <a:gd name="T21" fmla="*/ 14 h 14"/>
              <a:gd name="T22" fmla="*/ 4 w 13"/>
              <a:gd name="T23" fmla="*/ 14 h 14"/>
              <a:gd name="T24" fmla="*/ 3 w 13"/>
              <a:gd name="T25" fmla="*/ 12 h 14"/>
              <a:gd name="T26" fmla="*/ 2 w 13"/>
              <a:gd name="T27" fmla="*/ 11 h 14"/>
              <a:gd name="T28" fmla="*/ 0 w 13"/>
              <a:gd name="T29" fmla="*/ 8 h 14"/>
              <a:gd name="T30" fmla="*/ 0 w 13"/>
              <a:gd name="T31" fmla="*/ 8 h 14"/>
              <a:gd name="T32" fmla="*/ 2 w 13"/>
              <a:gd name="T33" fmla="*/ 6 h 14"/>
              <a:gd name="T34" fmla="*/ 3 w 13"/>
              <a:gd name="T35" fmla="*/ 3 h 14"/>
              <a:gd name="T36" fmla="*/ 4 w 13"/>
              <a:gd name="T37" fmla="*/ 1 h 14"/>
              <a:gd name="T38" fmla="*/ 7 w 13"/>
              <a:gd name="T39" fmla="*/ 0 h 14"/>
              <a:gd name="T40" fmla="*/ 7 w 13"/>
              <a:gd name="T41" fmla="*/ 0 h 14"/>
              <a:gd name="T42" fmla="*/ 10 w 13"/>
              <a:gd name="T43" fmla="*/ 1 h 14"/>
              <a:gd name="T44" fmla="*/ 11 w 13"/>
              <a:gd name="T45" fmla="*/ 3 h 14"/>
              <a:gd name="T46" fmla="*/ 13 w 13"/>
              <a:gd name="T47" fmla="*/ 7 h 14"/>
              <a:gd name="T48" fmla="*/ 13 w 13"/>
              <a:gd name="T49" fmla="*/ 8 h 14"/>
              <a:gd name="T50" fmla="*/ 3 w 13"/>
              <a:gd name="T51" fmla="*/ 8 h 14"/>
              <a:gd name="T52" fmla="*/ 10 w 13"/>
              <a:gd name="T53" fmla="*/ 7 h 14"/>
              <a:gd name="T54" fmla="*/ 10 w 13"/>
              <a:gd name="T55" fmla="*/ 7 h 14"/>
              <a:gd name="T56" fmla="*/ 10 w 13"/>
              <a:gd name="T57" fmla="*/ 4 h 14"/>
              <a:gd name="T58" fmla="*/ 9 w 13"/>
              <a:gd name="T59" fmla="*/ 3 h 14"/>
              <a:gd name="T60" fmla="*/ 7 w 13"/>
              <a:gd name="T61" fmla="*/ 3 h 14"/>
              <a:gd name="T62" fmla="*/ 7 w 13"/>
              <a:gd name="T63" fmla="*/ 3 h 14"/>
              <a:gd name="T64" fmla="*/ 4 w 13"/>
              <a:gd name="T65" fmla="*/ 4 h 14"/>
              <a:gd name="T66" fmla="*/ 3 w 13"/>
              <a:gd name="T67" fmla="*/ 7 h 14"/>
              <a:gd name="T68" fmla="*/ 10 w 13"/>
              <a:gd name="T69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" h="14">
                <a:moveTo>
                  <a:pt x="3" y="8"/>
                </a:moveTo>
                <a:lnTo>
                  <a:pt x="3" y="8"/>
                </a:lnTo>
                <a:lnTo>
                  <a:pt x="3" y="10"/>
                </a:lnTo>
                <a:lnTo>
                  <a:pt x="4" y="11"/>
                </a:lnTo>
                <a:lnTo>
                  <a:pt x="7" y="12"/>
                </a:lnTo>
                <a:lnTo>
                  <a:pt x="7" y="12"/>
                </a:lnTo>
                <a:lnTo>
                  <a:pt x="11" y="12"/>
                </a:lnTo>
                <a:lnTo>
                  <a:pt x="11" y="14"/>
                </a:lnTo>
                <a:lnTo>
                  <a:pt x="11" y="14"/>
                </a:lnTo>
                <a:lnTo>
                  <a:pt x="7" y="14"/>
                </a:lnTo>
                <a:lnTo>
                  <a:pt x="7" y="14"/>
                </a:lnTo>
                <a:lnTo>
                  <a:pt x="4" y="14"/>
                </a:lnTo>
                <a:lnTo>
                  <a:pt x="3" y="12"/>
                </a:lnTo>
                <a:lnTo>
                  <a:pt x="2" y="11"/>
                </a:lnTo>
                <a:lnTo>
                  <a:pt x="0" y="8"/>
                </a:lnTo>
                <a:lnTo>
                  <a:pt x="0" y="8"/>
                </a:lnTo>
                <a:lnTo>
                  <a:pt x="2" y="6"/>
                </a:lnTo>
                <a:lnTo>
                  <a:pt x="3" y="3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10" y="1"/>
                </a:lnTo>
                <a:lnTo>
                  <a:pt x="11" y="3"/>
                </a:lnTo>
                <a:lnTo>
                  <a:pt x="13" y="7"/>
                </a:lnTo>
                <a:lnTo>
                  <a:pt x="13" y="8"/>
                </a:lnTo>
                <a:lnTo>
                  <a:pt x="3" y="8"/>
                </a:lnTo>
                <a:close/>
                <a:moveTo>
                  <a:pt x="10" y="7"/>
                </a:moveTo>
                <a:lnTo>
                  <a:pt x="10" y="7"/>
                </a:lnTo>
                <a:lnTo>
                  <a:pt x="10" y="4"/>
                </a:lnTo>
                <a:lnTo>
                  <a:pt x="9" y="3"/>
                </a:lnTo>
                <a:lnTo>
                  <a:pt x="7" y="3"/>
                </a:lnTo>
                <a:lnTo>
                  <a:pt x="7" y="3"/>
                </a:lnTo>
                <a:lnTo>
                  <a:pt x="4" y="4"/>
                </a:lnTo>
                <a:lnTo>
                  <a:pt x="3" y="7"/>
                </a:lnTo>
                <a:lnTo>
                  <a:pt x="10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2" name="Freeform 1940"/>
          <p:cNvSpPr>
            <a:spLocks/>
          </p:cNvSpPr>
          <p:nvPr/>
        </p:nvSpPr>
        <p:spPr bwMode="auto">
          <a:xfrm>
            <a:off x="3311499" y="3542090"/>
            <a:ext cx="11344" cy="17646"/>
          </a:xfrm>
          <a:custGeom>
            <a:avLst/>
            <a:gdLst>
              <a:gd name="T0" fmla="*/ 1 w 9"/>
              <a:gd name="T1" fmla="*/ 11 h 14"/>
              <a:gd name="T2" fmla="*/ 1 w 9"/>
              <a:gd name="T3" fmla="*/ 11 h 14"/>
              <a:gd name="T4" fmla="*/ 4 w 9"/>
              <a:gd name="T5" fmla="*/ 12 h 14"/>
              <a:gd name="T6" fmla="*/ 4 w 9"/>
              <a:gd name="T7" fmla="*/ 12 h 14"/>
              <a:gd name="T8" fmla="*/ 7 w 9"/>
              <a:gd name="T9" fmla="*/ 12 h 14"/>
              <a:gd name="T10" fmla="*/ 7 w 9"/>
              <a:gd name="T11" fmla="*/ 11 h 14"/>
              <a:gd name="T12" fmla="*/ 7 w 9"/>
              <a:gd name="T13" fmla="*/ 11 h 14"/>
              <a:gd name="T14" fmla="*/ 7 w 9"/>
              <a:gd name="T15" fmla="*/ 10 h 14"/>
              <a:gd name="T16" fmla="*/ 4 w 9"/>
              <a:gd name="T17" fmla="*/ 8 h 14"/>
              <a:gd name="T18" fmla="*/ 4 w 9"/>
              <a:gd name="T19" fmla="*/ 8 h 14"/>
              <a:gd name="T20" fmla="*/ 1 w 9"/>
              <a:gd name="T21" fmla="*/ 7 h 14"/>
              <a:gd name="T22" fmla="*/ 1 w 9"/>
              <a:gd name="T23" fmla="*/ 4 h 14"/>
              <a:gd name="T24" fmla="*/ 1 w 9"/>
              <a:gd name="T25" fmla="*/ 4 h 14"/>
              <a:gd name="T26" fmla="*/ 3 w 9"/>
              <a:gd name="T27" fmla="*/ 1 h 14"/>
              <a:gd name="T28" fmla="*/ 5 w 9"/>
              <a:gd name="T29" fmla="*/ 0 h 14"/>
              <a:gd name="T30" fmla="*/ 5 w 9"/>
              <a:gd name="T31" fmla="*/ 0 h 14"/>
              <a:gd name="T32" fmla="*/ 8 w 9"/>
              <a:gd name="T33" fmla="*/ 1 h 14"/>
              <a:gd name="T34" fmla="*/ 8 w 9"/>
              <a:gd name="T35" fmla="*/ 3 h 14"/>
              <a:gd name="T36" fmla="*/ 8 w 9"/>
              <a:gd name="T37" fmla="*/ 3 h 14"/>
              <a:gd name="T38" fmla="*/ 5 w 9"/>
              <a:gd name="T39" fmla="*/ 3 h 14"/>
              <a:gd name="T40" fmla="*/ 5 w 9"/>
              <a:gd name="T41" fmla="*/ 3 h 14"/>
              <a:gd name="T42" fmla="*/ 4 w 9"/>
              <a:gd name="T43" fmla="*/ 3 h 14"/>
              <a:gd name="T44" fmla="*/ 3 w 9"/>
              <a:gd name="T45" fmla="*/ 4 h 14"/>
              <a:gd name="T46" fmla="*/ 3 w 9"/>
              <a:gd name="T47" fmla="*/ 4 h 14"/>
              <a:gd name="T48" fmla="*/ 4 w 9"/>
              <a:gd name="T49" fmla="*/ 6 h 14"/>
              <a:gd name="T50" fmla="*/ 5 w 9"/>
              <a:gd name="T51" fmla="*/ 7 h 14"/>
              <a:gd name="T52" fmla="*/ 5 w 9"/>
              <a:gd name="T53" fmla="*/ 7 h 14"/>
              <a:gd name="T54" fmla="*/ 8 w 9"/>
              <a:gd name="T55" fmla="*/ 8 h 14"/>
              <a:gd name="T56" fmla="*/ 9 w 9"/>
              <a:gd name="T57" fmla="*/ 11 h 14"/>
              <a:gd name="T58" fmla="*/ 9 w 9"/>
              <a:gd name="T59" fmla="*/ 11 h 14"/>
              <a:gd name="T60" fmla="*/ 8 w 9"/>
              <a:gd name="T61" fmla="*/ 14 h 14"/>
              <a:gd name="T62" fmla="*/ 4 w 9"/>
              <a:gd name="T63" fmla="*/ 14 h 14"/>
              <a:gd name="T64" fmla="*/ 4 w 9"/>
              <a:gd name="T65" fmla="*/ 14 h 14"/>
              <a:gd name="T66" fmla="*/ 0 w 9"/>
              <a:gd name="T67" fmla="*/ 14 h 14"/>
              <a:gd name="T68" fmla="*/ 1 w 9"/>
              <a:gd name="T69" fmla="*/ 11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" h="14">
                <a:moveTo>
                  <a:pt x="1" y="11"/>
                </a:moveTo>
                <a:lnTo>
                  <a:pt x="1" y="11"/>
                </a:lnTo>
                <a:lnTo>
                  <a:pt x="4" y="12"/>
                </a:lnTo>
                <a:lnTo>
                  <a:pt x="4" y="12"/>
                </a:lnTo>
                <a:lnTo>
                  <a:pt x="7" y="12"/>
                </a:lnTo>
                <a:lnTo>
                  <a:pt x="7" y="11"/>
                </a:lnTo>
                <a:lnTo>
                  <a:pt x="7" y="11"/>
                </a:lnTo>
                <a:lnTo>
                  <a:pt x="7" y="10"/>
                </a:lnTo>
                <a:lnTo>
                  <a:pt x="4" y="8"/>
                </a:lnTo>
                <a:lnTo>
                  <a:pt x="4" y="8"/>
                </a:lnTo>
                <a:lnTo>
                  <a:pt x="1" y="7"/>
                </a:lnTo>
                <a:lnTo>
                  <a:pt x="1" y="4"/>
                </a:lnTo>
                <a:lnTo>
                  <a:pt x="1" y="4"/>
                </a:lnTo>
                <a:lnTo>
                  <a:pt x="3" y="1"/>
                </a:lnTo>
                <a:lnTo>
                  <a:pt x="5" y="0"/>
                </a:lnTo>
                <a:lnTo>
                  <a:pt x="5" y="0"/>
                </a:lnTo>
                <a:lnTo>
                  <a:pt x="8" y="1"/>
                </a:lnTo>
                <a:lnTo>
                  <a:pt x="8" y="3"/>
                </a:lnTo>
                <a:lnTo>
                  <a:pt x="8" y="3"/>
                </a:lnTo>
                <a:lnTo>
                  <a:pt x="5" y="3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3" y="4"/>
                </a:lnTo>
                <a:lnTo>
                  <a:pt x="4" y="6"/>
                </a:lnTo>
                <a:lnTo>
                  <a:pt x="5" y="7"/>
                </a:lnTo>
                <a:lnTo>
                  <a:pt x="5" y="7"/>
                </a:lnTo>
                <a:lnTo>
                  <a:pt x="8" y="8"/>
                </a:lnTo>
                <a:lnTo>
                  <a:pt x="9" y="11"/>
                </a:lnTo>
                <a:lnTo>
                  <a:pt x="9" y="11"/>
                </a:lnTo>
                <a:lnTo>
                  <a:pt x="8" y="14"/>
                </a:lnTo>
                <a:lnTo>
                  <a:pt x="4" y="14"/>
                </a:lnTo>
                <a:lnTo>
                  <a:pt x="4" y="14"/>
                </a:lnTo>
                <a:lnTo>
                  <a:pt x="0" y="14"/>
                </a:lnTo>
                <a:lnTo>
                  <a:pt x="1" y="1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3" name="Freeform 1941"/>
          <p:cNvSpPr>
            <a:spLocks/>
          </p:cNvSpPr>
          <p:nvPr/>
        </p:nvSpPr>
        <p:spPr bwMode="auto">
          <a:xfrm>
            <a:off x="3332926" y="3543350"/>
            <a:ext cx="13864" cy="16385"/>
          </a:xfrm>
          <a:custGeom>
            <a:avLst/>
            <a:gdLst>
              <a:gd name="T0" fmla="*/ 11 w 11"/>
              <a:gd name="T1" fmla="*/ 10 h 13"/>
              <a:gd name="T2" fmla="*/ 11 w 11"/>
              <a:gd name="T3" fmla="*/ 10 h 13"/>
              <a:gd name="T4" fmla="*/ 11 w 11"/>
              <a:gd name="T5" fmla="*/ 13 h 13"/>
              <a:gd name="T6" fmla="*/ 10 w 11"/>
              <a:gd name="T7" fmla="*/ 13 h 13"/>
              <a:gd name="T8" fmla="*/ 10 w 11"/>
              <a:gd name="T9" fmla="*/ 11 h 13"/>
              <a:gd name="T10" fmla="*/ 10 w 11"/>
              <a:gd name="T11" fmla="*/ 11 h 13"/>
              <a:gd name="T12" fmla="*/ 10 w 11"/>
              <a:gd name="T13" fmla="*/ 11 h 13"/>
              <a:gd name="T14" fmla="*/ 7 w 11"/>
              <a:gd name="T15" fmla="*/ 13 h 13"/>
              <a:gd name="T16" fmla="*/ 5 w 11"/>
              <a:gd name="T17" fmla="*/ 13 h 13"/>
              <a:gd name="T18" fmla="*/ 5 w 11"/>
              <a:gd name="T19" fmla="*/ 13 h 13"/>
              <a:gd name="T20" fmla="*/ 2 w 11"/>
              <a:gd name="T21" fmla="*/ 13 h 13"/>
              <a:gd name="T22" fmla="*/ 0 w 11"/>
              <a:gd name="T23" fmla="*/ 10 h 13"/>
              <a:gd name="T24" fmla="*/ 0 w 11"/>
              <a:gd name="T25" fmla="*/ 7 h 13"/>
              <a:gd name="T26" fmla="*/ 0 w 11"/>
              <a:gd name="T27" fmla="*/ 0 h 13"/>
              <a:gd name="T28" fmla="*/ 3 w 11"/>
              <a:gd name="T29" fmla="*/ 0 h 13"/>
              <a:gd name="T30" fmla="*/ 3 w 11"/>
              <a:gd name="T31" fmla="*/ 7 h 13"/>
              <a:gd name="T32" fmla="*/ 3 w 11"/>
              <a:gd name="T33" fmla="*/ 7 h 13"/>
              <a:gd name="T34" fmla="*/ 3 w 11"/>
              <a:gd name="T35" fmla="*/ 10 h 13"/>
              <a:gd name="T36" fmla="*/ 6 w 11"/>
              <a:gd name="T37" fmla="*/ 11 h 13"/>
              <a:gd name="T38" fmla="*/ 6 w 11"/>
              <a:gd name="T39" fmla="*/ 11 h 13"/>
              <a:gd name="T40" fmla="*/ 7 w 11"/>
              <a:gd name="T41" fmla="*/ 11 h 13"/>
              <a:gd name="T42" fmla="*/ 9 w 11"/>
              <a:gd name="T43" fmla="*/ 9 h 13"/>
              <a:gd name="T44" fmla="*/ 9 w 11"/>
              <a:gd name="T45" fmla="*/ 9 h 13"/>
              <a:gd name="T46" fmla="*/ 9 w 11"/>
              <a:gd name="T47" fmla="*/ 0 h 13"/>
              <a:gd name="T48" fmla="*/ 11 w 11"/>
              <a:gd name="T49" fmla="*/ 0 h 13"/>
              <a:gd name="T50" fmla="*/ 11 w 11"/>
              <a:gd name="T51" fmla="*/ 1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11" y="10"/>
                </a:moveTo>
                <a:lnTo>
                  <a:pt x="11" y="10"/>
                </a:lnTo>
                <a:lnTo>
                  <a:pt x="11" y="13"/>
                </a:lnTo>
                <a:lnTo>
                  <a:pt x="10" y="13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7" y="13"/>
                </a:lnTo>
                <a:lnTo>
                  <a:pt x="5" y="13"/>
                </a:lnTo>
                <a:lnTo>
                  <a:pt x="5" y="13"/>
                </a:lnTo>
                <a:lnTo>
                  <a:pt x="2" y="13"/>
                </a:lnTo>
                <a:lnTo>
                  <a:pt x="0" y="10"/>
                </a:lnTo>
                <a:lnTo>
                  <a:pt x="0" y="7"/>
                </a:lnTo>
                <a:lnTo>
                  <a:pt x="0" y="0"/>
                </a:lnTo>
                <a:lnTo>
                  <a:pt x="3" y="0"/>
                </a:lnTo>
                <a:lnTo>
                  <a:pt x="3" y="7"/>
                </a:lnTo>
                <a:lnTo>
                  <a:pt x="3" y="7"/>
                </a:lnTo>
                <a:lnTo>
                  <a:pt x="3" y="10"/>
                </a:lnTo>
                <a:lnTo>
                  <a:pt x="6" y="11"/>
                </a:lnTo>
                <a:lnTo>
                  <a:pt x="6" y="11"/>
                </a:lnTo>
                <a:lnTo>
                  <a:pt x="7" y="11"/>
                </a:lnTo>
                <a:lnTo>
                  <a:pt x="9" y="9"/>
                </a:lnTo>
                <a:lnTo>
                  <a:pt x="9" y="9"/>
                </a:lnTo>
                <a:lnTo>
                  <a:pt x="9" y="0"/>
                </a:lnTo>
                <a:lnTo>
                  <a:pt x="11" y="0"/>
                </a:lnTo>
                <a:lnTo>
                  <a:pt x="11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4" name="Freeform 1942"/>
          <p:cNvSpPr>
            <a:spLocks/>
          </p:cNvSpPr>
          <p:nvPr/>
        </p:nvSpPr>
        <p:spPr bwMode="auto">
          <a:xfrm>
            <a:off x="3350571" y="3538309"/>
            <a:ext cx="10083" cy="21427"/>
          </a:xfrm>
          <a:custGeom>
            <a:avLst/>
            <a:gdLst>
              <a:gd name="T0" fmla="*/ 4 w 8"/>
              <a:gd name="T1" fmla="*/ 0 h 17"/>
              <a:gd name="T2" fmla="*/ 4 w 8"/>
              <a:gd name="T3" fmla="*/ 4 h 17"/>
              <a:gd name="T4" fmla="*/ 8 w 8"/>
              <a:gd name="T5" fmla="*/ 4 h 17"/>
              <a:gd name="T6" fmla="*/ 8 w 8"/>
              <a:gd name="T7" fmla="*/ 6 h 17"/>
              <a:gd name="T8" fmla="*/ 4 w 8"/>
              <a:gd name="T9" fmla="*/ 6 h 17"/>
              <a:gd name="T10" fmla="*/ 4 w 8"/>
              <a:gd name="T11" fmla="*/ 13 h 17"/>
              <a:gd name="T12" fmla="*/ 4 w 8"/>
              <a:gd name="T13" fmla="*/ 13 h 17"/>
              <a:gd name="T14" fmla="*/ 4 w 8"/>
              <a:gd name="T15" fmla="*/ 15 h 17"/>
              <a:gd name="T16" fmla="*/ 5 w 8"/>
              <a:gd name="T17" fmla="*/ 15 h 17"/>
              <a:gd name="T18" fmla="*/ 5 w 8"/>
              <a:gd name="T19" fmla="*/ 15 h 17"/>
              <a:gd name="T20" fmla="*/ 7 w 8"/>
              <a:gd name="T21" fmla="*/ 15 h 17"/>
              <a:gd name="T22" fmla="*/ 8 w 8"/>
              <a:gd name="T23" fmla="*/ 17 h 17"/>
              <a:gd name="T24" fmla="*/ 8 w 8"/>
              <a:gd name="T25" fmla="*/ 17 h 17"/>
              <a:gd name="T26" fmla="*/ 5 w 8"/>
              <a:gd name="T27" fmla="*/ 17 h 17"/>
              <a:gd name="T28" fmla="*/ 5 w 8"/>
              <a:gd name="T29" fmla="*/ 17 h 17"/>
              <a:gd name="T30" fmla="*/ 3 w 8"/>
              <a:gd name="T31" fmla="*/ 17 h 17"/>
              <a:gd name="T32" fmla="*/ 3 w 8"/>
              <a:gd name="T33" fmla="*/ 17 h 17"/>
              <a:gd name="T34" fmla="*/ 1 w 8"/>
              <a:gd name="T35" fmla="*/ 13 h 17"/>
              <a:gd name="T36" fmla="*/ 1 w 8"/>
              <a:gd name="T37" fmla="*/ 6 h 17"/>
              <a:gd name="T38" fmla="*/ 0 w 8"/>
              <a:gd name="T39" fmla="*/ 6 h 17"/>
              <a:gd name="T40" fmla="*/ 0 w 8"/>
              <a:gd name="T41" fmla="*/ 4 h 17"/>
              <a:gd name="T42" fmla="*/ 1 w 8"/>
              <a:gd name="T43" fmla="*/ 4 h 17"/>
              <a:gd name="T44" fmla="*/ 1 w 8"/>
              <a:gd name="T45" fmla="*/ 0 h 17"/>
              <a:gd name="T46" fmla="*/ 4 w 8"/>
              <a:gd name="T47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" h="17">
                <a:moveTo>
                  <a:pt x="4" y="0"/>
                </a:moveTo>
                <a:lnTo>
                  <a:pt x="4" y="4"/>
                </a:lnTo>
                <a:lnTo>
                  <a:pt x="8" y="4"/>
                </a:lnTo>
                <a:lnTo>
                  <a:pt x="8" y="6"/>
                </a:lnTo>
                <a:lnTo>
                  <a:pt x="4" y="6"/>
                </a:lnTo>
                <a:lnTo>
                  <a:pt x="4" y="13"/>
                </a:lnTo>
                <a:lnTo>
                  <a:pt x="4" y="13"/>
                </a:lnTo>
                <a:lnTo>
                  <a:pt x="4" y="15"/>
                </a:lnTo>
                <a:lnTo>
                  <a:pt x="5" y="15"/>
                </a:lnTo>
                <a:lnTo>
                  <a:pt x="5" y="15"/>
                </a:lnTo>
                <a:lnTo>
                  <a:pt x="7" y="15"/>
                </a:lnTo>
                <a:lnTo>
                  <a:pt x="8" y="17"/>
                </a:lnTo>
                <a:lnTo>
                  <a:pt x="8" y="17"/>
                </a:lnTo>
                <a:lnTo>
                  <a:pt x="5" y="17"/>
                </a:lnTo>
                <a:lnTo>
                  <a:pt x="5" y="17"/>
                </a:lnTo>
                <a:lnTo>
                  <a:pt x="3" y="17"/>
                </a:lnTo>
                <a:lnTo>
                  <a:pt x="3" y="17"/>
                </a:lnTo>
                <a:lnTo>
                  <a:pt x="1" y="13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1" y="0"/>
                </a:lnTo>
                <a:lnTo>
                  <a:pt x="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5" name="Freeform 1943"/>
          <p:cNvSpPr>
            <a:spLocks/>
          </p:cNvSpPr>
          <p:nvPr/>
        </p:nvSpPr>
        <p:spPr bwMode="auto">
          <a:xfrm>
            <a:off x="3360654" y="3555954"/>
            <a:ext cx="5042" cy="8823"/>
          </a:xfrm>
          <a:custGeom>
            <a:avLst/>
            <a:gdLst>
              <a:gd name="T0" fmla="*/ 0 w 4"/>
              <a:gd name="T1" fmla="*/ 7 h 7"/>
              <a:gd name="T2" fmla="*/ 0 w 4"/>
              <a:gd name="T3" fmla="*/ 7 h 7"/>
              <a:gd name="T4" fmla="*/ 3 w 4"/>
              <a:gd name="T5" fmla="*/ 0 h 7"/>
              <a:gd name="T6" fmla="*/ 4 w 4"/>
              <a:gd name="T7" fmla="*/ 0 h 7"/>
              <a:gd name="T8" fmla="*/ 4 w 4"/>
              <a:gd name="T9" fmla="*/ 0 h 7"/>
              <a:gd name="T10" fmla="*/ 3 w 4"/>
              <a:gd name="T11" fmla="*/ 7 h 7"/>
              <a:gd name="T12" fmla="*/ 0 w 4"/>
              <a:gd name="T1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7">
                <a:moveTo>
                  <a:pt x="0" y="7"/>
                </a:moveTo>
                <a:lnTo>
                  <a:pt x="0" y="7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3" y="7"/>
                </a:lnTo>
                <a:lnTo>
                  <a:pt x="0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6" name="Freeform 1944"/>
          <p:cNvSpPr>
            <a:spLocks noEditPoints="1"/>
          </p:cNvSpPr>
          <p:nvPr/>
        </p:nvSpPr>
        <p:spPr bwMode="auto">
          <a:xfrm>
            <a:off x="2835069" y="3583683"/>
            <a:ext cx="15125" cy="16385"/>
          </a:xfrm>
          <a:custGeom>
            <a:avLst/>
            <a:gdLst>
              <a:gd name="T0" fmla="*/ 3 w 12"/>
              <a:gd name="T1" fmla="*/ 8 h 13"/>
              <a:gd name="T2" fmla="*/ 3 w 12"/>
              <a:gd name="T3" fmla="*/ 8 h 13"/>
              <a:gd name="T4" fmla="*/ 3 w 12"/>
              <a:gd name="T5" fmla="*/ 9 h 13"/>
              <a:gd name="T6" fmla="*/ 4 w 12"/>
              <a:gd name="T7" fmla="*/ 10 h 13"/>
              <a:gd name="T8" fmla="*/ 7 w 12"/>
              <a:gd name="T9" fmla="*/ 12 h 13"/>
              <a:gd name="T10" fmla="*/ 7 w 12"/>
              <a:gd name="T11" fmla="*/ 12 h 13"/>
              <a:gd name="T12" fmla="*/ 11 w 12"/>
              <a:gd name="T13" fmla="*/ 10 h 13"/>
              <a:gd name="T14" fmla="*/ 11 w 12"/>
              <a:gd name="T15" fmla="*/ 13 h 13"/>
              <a:gd name="T16" fmla="*/ 11 w 12"/>
              <a:gd name="T17" fmla="*/ 13 h 13"/>
              <a:gd name="T18" fmla="*/ 7 w 12"/>
              <a:gd name="T19" fmla="*/ 13 h 13"/>
              <a:gd name="T20" fmla="*/ 7 w 12"/>
              <a:gd name="T21" fmla="*/ 13 h 13"/>
              <a:gd name="T22" fmla="*/ 4 w 12"/>
              <a:gd name="T23" fmla="*/ 13 h 13"/>
              <a:gd name="T24" fmla="*/ 1 w 12"/>
              <a:gd name="T25" fmla="*/ 12 h 13"/>
              <a:gd name="T26" fmla="*/ 0 w 12"/>
              <a:gd name="T27" fmla="*/ 9 h 13"/>
              <a:gd name="T28" fmla="*/ 0 w 12"/>
              <a:gd name="T29" fmla="*/ 6 h 13"/>
              <a:gd name="T30" fmla="*/ 0 w 12"/>
              <a:gd name="T31" fmla="*/ 6 h 13"/>
              <a:gd name="T32" fmla="*/ 0 w 12"/>
              <a:gd name="T33" fmla="*/ 4 h 13"/>
              <a:gd name="T34" fmla="*/ 1 w 12"/>
              <a:gd name="T35" fmla="*/ 2 h 13"/>
              <a:gd name="T36" fmla="*/ 4 w 12"/>
              <a:gd name="T37" fmla="*/ 1 h 13"/>
              <a:gd name="T38" fmla="*/ 7 w 12"/>
              <a:gd name="T39" fmla="*/ 0 h 13"/>
              <a:gd name="T40" fmla="*/ 7 w 12"/>
              <a:gd name="T41" fmla="*/ 0 h 13"/>
              <a:gd name="T42" fmla="*/ 8 w 12"/>
              <a:gd name="T43" fmla="*/ 1 h 13"/>
              <a:gd name="T44" fmla="*/ 11 w 12"/>
              <a:gd name="T45" fmla="*/ 2 h 13"/>
              <a:gd name="T46" fmla="*/ 12 w 12"/>
              <a:gd name="T47" fmla="*/ 6 h 13"/>
              <a:gd name="T48" fmla="*/ 11 w 12"/>
              <a:gd name="T49" fmla="*/ 8 h 13"/>
              <a:gd name="T50" fmla="*/ 3 w 12"/>
              <a:gd name="T51" fmla="*/ 8 h 13"/>
              <a:gd name="T52" fmla="*/ 9 w 12"/>
              <a:gd name="T53" fmla="*/ 5 h 13"/>
              <a:gd name="T54" fmla="*/ 9 w 12"/>
              <a:gd name="T55" fmla="*/ 5 h 13"/>
              <a:gd name="T56" fmla="*/ 8 w 12"/>
              <a:gd name="T57" fmla="*/ 2 h 13"/>
              <a:gd name="T58" fmla="*/ 8 w 12"/>
              <a:gd name="T59" fmla="*/ 2 h 13"/>
              <a:gd name="T60" fmla="*/ 5 w 12"/>
              <a:gd name="T61" fmla="*/ 1 h 13"/>
              <a:gd name="T62" fmla="*/ 5 w 12"/>
              <a:gd name="T63" fmla="*/ 1 h 13"/>
              <a:gd name="T64" fmla="*/ 3 w 12"/>
              <a:gd name="T65" fmla="*/ 2 h 13"/>
              <a:gd name="T66" fmla="*/ 3 w 12"/>
              <a:gd name="T67" fmla="*/ 5 h 13"/>
              <a:gd name="T68" fmla="*/ 9 w 12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" h="13">
                <a:moveTo>
                  <a:pt x="3" y="8"/>
                </a:moveTo>
                <a:lnTo>
                  <a:pt x="3" y="8"/>
                </a:lnTo>
                <a:lnTo>
                  <a:pt x="3" y="9"/>
                </a:lnTo>
                <a:lnTo>
                  <a:pt x="4" y="10"/>
                </a:lnTo>
                <a:lnTo>
                  <a:pt x="7" y="12"/>
                </a:lnTo>
                <a:lnTo>
                  <a:pt x="7" y="12"/>
                </a:lnTo>
                <a:lnTo>
                  <a:pt x="11" y="10"/>
                </a:lnTo>
                <a:lnTo>
                  <a:pt x="11" y="13"/>
                </a:lnTo>
                <a:lnTo>
                  <a:pt x="11" y="13"/>
                </a:lnTo>
                <a:lnTo>
                  <a:pt x="7" y="13"/>
                </a:lnTo>
                <a:lnTo>
                  <a:pt x="7" y="13"/>
                </a:lnTo>
                <a:lnTo>
                  <a:pt x="4" y="13"/>
                </a:lnTo>
                <a:lnTo>
                  <a:pt x="1" y="12"/>
                </a:lnTo>
                <a:lnTo>
                  <a:pt x="0" y="9"/>
                </a:lnTo>
                <a:lnTo>
                  <a:pt x="0" y="6"/>
                </a:lnTo>
                <a:lnTo>
                  <a:pt x="0" y="6"/>
                </a:lnTo>
                <a:lnTo>
                  <a:pt x="0" y="4"/>
                </a:lnTo>
                <a:lnTo>
                  <a:pt x="1" y="2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8" y="1"/>
                </a:lnTo>
                <a:lnTo>
                  <a:pt x="11" y="2"/>
                </a:lnTo>
                <a:lnTo>
                  <a:pt x="12" y="6"/>
                </a:lnTo>
                <a:lnTo>
                  <a:pt x="11" y="8"/>
                </a:lnTo>
                <a:lnTo>
                  <a:pt x="3" y="8"/>
                </a:lnTo>
                <a:close/>
                <a:moveTo>
                  <a:pt x="9" y="5"/>
                </a:moveTo>
                <a:lnTo>
                  <a:pt x="9" y="5"/>
                </a:lnTo>
                <a:lnTo>
                  <a:pt x="8" y="2"/>
                </a:lnTo>
                <a:lnTo>
                  <a:pt x="8" y="2"/>
                </a:lnTo>
                <a:lnTo>
                  <a:pt x="5" y="1"/>
                </a:lnTo>
                <a:lnTo>
                  <a:pt x="5" y="1"/>
                </a:lnTo>
                <a:lnTo>
                  <a:pt x="3" y="2"/>
                </a:lnTo>
                <a:lnTo>
                  <a:pt x="3" y="5"/>
                </a:lnTo>
                <a:lnTo>
                  <a:pt x="9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7" name="Rectangle 1945"/>
          <p:cNvSpPr>
            <a:spLocks noChangeArrowheads="1"/>
          </p:cNvSpPr>
          <p:nvPr/>
        </p:nvSpPr>
        <p:spPr bwMode="auto">
          <a:xfrm>
            <a:off x="2853975" y="3576121"/>
            <a:ext cx="1260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8" name="Freeform 1946"/>
          <p:cNvSpPr>
            <a:spLocks noEditPoints="1"/>
          </p:cNvSpPr>
          <p:nvPr/>
        </p:nvSpPr>
        <p:spPr bwMode="auto">
          <a:xfrm>
            <a:off x="2860277" y="3583683"/>
            <a:ext cx="13864" cy="16385"/>
          </a:xfrm>
          <a:custGeom>
            <a:avLst/>
            <a:gdLst>
              <a:gd name="T0" fmla="*/ 2 w 11"/>
              <a:gd name="T1" fmla="*/ 8 h 13"/>
              <a:gd name="T2" fmla="*/ 2 w 11"/>
              <a:gd name="T3" fmla="*/ 8 h 13"/>
              <a:gd name="T4" fmla="*/ 3 w 11"/>
              <a:gd name="T5" fmla="*/ 9 h 13"/>
              <a:gd name="T6" fmla="*/ 3 w 11"/>
              <a:gd name="T7" fmla="*/ 10 h 13"/>
              <a:gd name="T8" fmla="*/ 7 w 11"/>
              <a:gd name="T9" fmla="*/ 12 h 13"/>
              <a:gd name="T10" fmla="*/ 7 w 11"/>
              <a:gd name="T11" fmla="*/ 12 h 13"/>
              <a:gd name="T12" fmla="*/ 10 w 11"/>
              <a:gd name="T13" fmla="*/ 10 h 13"/>
              <a:gd name="T14" fmla="*/ 11 w 11"/>
              <a:gd name="T15" fmla="*/ 13 h 13"/>
              <a:gd name="T16" fmla="*/ 11 w 11"/>
              <a:gd name="T17" fmla="*/ 13 h 13"/>
              <a:gd name="T18" fmla="*/ 6 w 11"/>
              <a:gd name="T19" fmla="*/ 13 h 13"/>
              <a:gd name="T20" fmla="*/ 6 w 11"/>
              <a:gd name="T21" fmla="*/ 13 h 13"/>
              <a:gd name="T22" fmla="*/ 3 w 11"/>
              <a:gd name="T23" fmla="*/ 13 h 13"/>
              <a:gd name="T24" fmla="*/ 2 w 11"/>
              <a:gd name="T25" fmla="*/ 12 h 13"/>
              <a:gd name="T26" fmla="*/ 0 w 11"/>
              <a:gd name="T27" fmla="*/ 9 h 13"/>
              <a:gd name="T28" fmla="*/ 0 w 11"/>
              <a:gd name="T29" fmla="*/ 6 h 13"/>
              <a:gd name="T30" fmla="*/ 0 w 11"/>
              <a:gd name="T31" fmla="*/ 6 h 13"/>
              <a:gd name="T32" fmla="*/ 0 w 11"/>
              <a:gd name="T33" fmla="*/ 4 h 13"/>
              <a:gd name="T34" fmla="*/ 2 w 11"/>
              <a:gd name="T35" fmla="*/ 2 h 13"/>
              <a:gd name="T36" fmla="*/ 3 w 11"/>
              <a:gd name="T37" fmla="*/ 1 h 13"/>
              <a:gd name="T38" fmla="*/ 6 w 11"/>
              <a:gd name="T39" fmla="*/ 0 h 13"/>
              <a:gd name="T40" fmla="*/ 6 w 11"/>
              <a:gd name="T41" fmla="*/ 0 h 13"/>
              <a:gd name="T42" fmla="*/ 8 w 11"/>
              <a:gd name="T43" fmla="*/ 1 h 13"/>
              <a:gd name="T44" fmla="*/ 10 w 11"/>
              <a:gd name="T45" fmla="*/ 2 h 13"/>
              <a:gd name="T46" fmla="*/ 11 w 11"/>
              <a:gd name="T47" fmla="*/ 6 h 13"/>
              <a:gd name="T48" fmla="*/ 11 w 11"/>
              <a:gd name="T49" fmla="*/ 8 h 13"/>
              <a:gd name="T50" fmla="*/ 2 w 11"/>
              <a:gd name="T51" fmla="*/ 8 h 13"/>
              <a:gd name="T52" fmla="*/ 8 w 11"/>
              <a:gd name="T53" fmla="*/ 5 h 13"/>
              <a:gd name="T54" fmla="*/ 8 w 11"/>
              <a:gd name="T55" fmla="*/ 5 h 13"/>
              <a:gd name="T56" fmla="*/ 8 w 11"/>
              <a:gd name="T57" fmla="*/ 2 h 13"/>
              <a:gd name="T58" fmla="*/ 7 w 11"/>
              <a:gd name="T59" fmla="*/ 2 h 13"/>
              <a:gd name="T60" fmla="*/ 6 w 11"/>
              <a:gd name="T61" fmla="*/ 1 h 13"/>
              <a:gd name="T62" fmla="*/ 6 w 11"/>
              <a:gd name="T63" fmla="*/ 1 h 13"/>
              <a:gd name="T64" fmla="*/ 3 w 11"/>
              <a:gd name="T65" fmla="*/ 2 h 13"/>
              <a:gd name="T66" fmla="*/ 2 w 11"/>
              <a:gd name="T67" fmla="*/ 5 h 13"/>
              <a:gd name="T68" fmla="*/ 8 w 11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" h="13">
                <a:moveTo>
                  <a:pt x="2" y="8"/>
                </a:moveTo>
                <a:lnTo>
                  <a:pt x="2" y="8"/>
                </a:lnTo>
                <a:lnTo>
                  <a:pt x="3" y="9"/>
                </a:lnTo>
                <a:lnTo>
                  <a:pt x="3" y="10"/>
                </a:lnTo>
                <a:lnTo>
                  <a:pt x="7" y="12"/>
                </a:lnTo>
                <a:lnTo>
                  <a:pt x="7" y="12"/>
                </a:lnTo>
                <a:lnTo>
                  <a:pt x="10" y="10"/>
                </a:lnTo>
                <a:lnTo>
                  <a:pt x="11" y="13"/>
                </a:lnTo>
                <a:lnTo>
                  <a:pt x="11" y="13"/>
                </a:lnTo>
                <a:lnTo>
                  <a:pt x="6" y="13"/>
                </a:lnTo>
                <a:lnTo>
                  <a:pt x="6" y="13"/>
                </a:lnTo>
                <a:lnTo>
                  <a:pt x="3" y="13"/>
                </a:lnTo>
                <a:lnTo>
                  <a:pt x="2" y="12"/>
                </a:lnTo>
                <a:lnTo>
                  <a:pt x="0" y="9"/>
                </a:lnTo>
                <a:lnTo>
                  <a:pt x="0" y="6"/>
                </a:lnTo>
                <a:lnTo>
                  <a:pt x="0" y="6"/>
                </a:lnTo>
                <a:lnTo>
                  <a:pt x="0" y="4"/>
                </a:lnTo>
                <a:lnTo>
                  <a:pt x="2" y="2"/>
                </a:lnTo>
                <a:lnTo>
                  <a:pt x="3" y="1"/>
                </a:lnTo>
                <a:lnTo>
                  <a:pt x="6" y="0"/>
                </a:lnTo>
                <a:lnTo>
                  <a:pt x="6" y="0"/>
                </a:lnTo>
                <a:lnTo>
                  <a:pt x="8" y="1"/>
                </a:lnTo>
                <a:lnTo>
                  <a:pt x="10" y="2"/>
                </a:lnTo>
                <a:lnTo>
                  <a:pt x="11" y="6"/>
                </a:lnTo>
                <a:lnTo>
                  <a:pt x="11" y="8"/>
                </a:lnTo>
                <a:lnTo>
                  <a:pt x="2" y="8"/>
                </a:lnTo>
                <a:close/>
                <a:moveTo>
                  <a:pt x="8" y="5"/>
                </a:moveTo>
                <a:lnTo>
                  <a:pt x="8" y="5"/>
                </a:lnTo>
                <a:lnTo>
                  <a:pt x="8" y="2"/>
                </a:lnTo>
                <a:lnTo>
                  <a:pt x="7" y="2"/>
                </a:lnTo>
                <a:lnTo>
                  <a:pt x="6" y="1"/>
                </a:lnTo>
                <a:lnTo>
                  <a:pt x="6" y="1"/>
                </a:lnTo>
                <a:lnTo>
                  <a:pt x="3" y="2"/>
                </a:lnTo>
                <a:lnTo>
                  <a:pt x="2" y="5"/>
                </a:lnTo>
                <a:lnTo>
                  <a:pt x="8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9" name="Freeform 1947"/>
          <p:cNvSpPr>
            <a:spLocks/>
          </p:cNvSpPr>
          <p:nvPr/>
        </p:nvSpPr>
        <p:spPr bwMode="auto">
          <a:xfrm>
            <a:off x="2877922" y="3583683"/>
            <a:ext cx="23948" cy="16385"/>
          </a:xfrm>
          <a:custGeom>
            <a:avLst/>
            <a:gdLst>
              <a:gd name="T0" fmla="*/ 0 w 19"/>
              <a:gd name="T1" fmla="*/ 4 h 13"/>
              <a:gd name="T2" fmla="*/ 0 w 19"/>
              <a:gd name="T3" fmla="*/ 4 h 13"/>
              <a:gd name="T4" fmla="*/ 0 w 19"/>
              <a:gd name="T5" fmla="*/ 0 h 13"/>
              <a:gd name="T6" fmla="*/ 2 w 19"/>
              <a:gd name="T7" fmla="*/ 0 h 13"/>
              <a:gd name="T8" fmla="*/ 2 w 19"/>
              <a:gd name="T9" fmla="*/ 2 h 13"/>
              <a:gd name="T10" fmla="*/ 2 w 19"/>
              <a:gd name="T11" fmla="*/ 2 h 13"/>
              <a:gd name="T12" fmla="*/ 2 w 19"/>
              <a:gd name="T13" fmla="*/ 2 h 13"/>
              <a:gd name="T14" fmla="*/ 4 w 19"/>
              <a:gd name="T15" fmla="*/ 1 h 13"/>
              <a:gd name="T16" fmla="*/ 6 w 19"/>
              <a:gd name="T17" fmla="*/ 0 h 13"/>
              <a:gd name="T18" fmla="*/ 6 w 19"/>
              <a:gd name="T19" fmla="*/ 0 h 13"/>
              <a:gd name="T20" fmla="*/ 9 w 19"/>
              <a:gd name="T21" fmla="*/ 1 h 13"/>
              <a:gd name="T22" fmla="*/ 10 w 19"/>
              <a:gd name="T23" fmla="*/ 2 h 13"/>
              <a:gd name="T24" fmla="*/ 10 w 19"/>
              <a:gd name="T25" fmla="*/ 2 h 13"/>
              <a:gd name="T26" fmla="*/ 10 w 19"/>
              <a:gd name="T27" fmla="*/ 2 h 13"/>
              <a:gd name="T28" fmla="*/ 12 w 19"/>
              <a:gd name="T29" fmla="*/ 1 h 13"/>
              <a:gd name="T30" fmla="*/ 12 w 19"/>
              <a:gd name="T31" fmla="*/ 1 h 13"/>
              <a:gd name="T32" fmla="*/ 15 w 19"/>
              <a:gd name="T33" fmla="*/ 0 h 13"/>
              <a:gd name="T34" fmla="*/ 15 w 19"/>
              <a:gd name="T35" fmla="*/ 0 h 13"/>
              <a:gd name="T36" fmla="*/ 17 w 19"/>
              <a:gd name="T37" fmla="*/ 1 h 13"/>
              <a:gd name="T38" fmla="*/ 19 w 19"/>
              <a:gd name="T39" fmla="*/ 2 h 13"/>
              <a:gd name="T40" fmla="*/ 19 w 19"/>
              <a:gd name="T41" fmla="*/ 5 h 13"/>
              <a:gd name="T42" fmla="*/ 19 w 19"/>
              <a:gd name="T43" fmla="*/ 13 h 13"/>
              <a:gd name="T44" fmla="*/ 16 w 19"/>
              <a:gd name="T45" fmla="*/ 13 h 13"/>
              <a:gd name="T46" fmla="*/ 16 w 19"/>
              <a:gd name="T47" fmla="*/ 6 h 13"/>
              <a:gd name="T48" fmla="*/ 16 w 19"/>
              <a:gd name="T49" fmla="*/ 6 h 13"/>
              <a:gd name="T50" fmla="*/ 16 w 19"/>
              <a:gd name="T51" fmla="*/ 2 h 13"/>
              <a:gd name="T52" fmla="*/ 13 w 19"/>
              <a:gd name="T53" fmla="*/ 2 h 13"/>
              <a:gd name="T54" fmla="*/ 13 w 19"/>
              <a:gd name="T55" fmla="*/ 2 h 13"/>
              <a:gd name="T56" fmla="*/ 12 w 19"/>
              <a:gd name="T57" fmla="*/ 2 h 13"/>
              <a:gd name="T58" fmla="*/ 10 w 19"/>
              <a:gd name="T59" fmla="*/ 4 h 13"/>
              <a:gd name="T60" fmla="*/ 10 w 19"/>
              <a:gd name="T61" fmla="*/ 5 h 13"/>
              <a:gd name="T62" fmla="*/ 10 w 19"/>
              <a:gd name="T63" fmla="*/ 13 h 13"/>
              <a:gd name="T64" fmla="*/ 8 w 19"/>
              <a:gd name="T65" fmla="*/ 13 h 13"/>
              <a:gd name="T66" fmla="*/ 8 w 19"/>
              <a:gd name="T67" fmla="*/ 5 h 13"/>
              <a:gd name="T68" fmla="*/ 8 w 19"/>
              <a:gd name="T69" fmla="*/ 5 h 13"/>
              <a:gd name="T70" fmla="*/ 8 w 19"/>
              <a:gd name="T71" fmla="*/ 2 h 13"/>
              <a:gd name="T72" fmla="*/ 5 w 19"/>
              <a:gd name="T73" fmla="*/ 2 h 13"/>
              <a:gd name="T74" fmla="*/ 5 w 19"/>
              <a:gd name="T75" fmla="*/ 2 h 13"/>
              <a:gd name="T76" fmla="*/ 4 w 19"/>
              <a:gd name="T77" fmla="*/ 2 h 13"/>
              <a:gd name="T78" fmla="*/ 2 w 19"/>
              <a:gd name="T79" fmla="*/ 4 h 13"/>
              <a:gd name="T80" fmla="*/ 2 w 19"/>
              <a:gd name="T81" fmla="*/ 5 h 13"/>
              <a:gd name="T82" fmla="*/ 2 w 19"/>
              <a:gd name="T83" fmla="*/ 13 h 13"/>
              <a:gd name="T84" fmla="*/ 0 w 19"/>
              <a:gd name="T85" fmla="*/ 13 h 13"/>
              <a:gd name="T86" fmla="*/ 0 w 19"/>
              <a:gd name="T87" fmla="*/ 4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" h="13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4" y="1"/>
                </a:lnTo>
                <a:lnTo>
                  <a:pt x="6" y="0"/>
                </a:lnTo>
                <a:lnTo>
                  <a:pt x="6" y="0"/>
                </a:lnTo>
                <a:lnTo>
                  <a:pt x="9" y="1"/>
                </a:lnTo>
                <a:lnTo>
                  <a:pt x="10" y="2"/>
                </a:lnTo>
                <a:lnTo>
                  <a:pt x="10" y="2"/>
                </a:lnTo>
                <a:lnTo>
                  <a:pt x="10" y="2"/>
                </a:lnTo>
                <a:lnTo>
                  <a:pt x="12" y="1"/>
                </a:lnTo>
                <a:lnTo>
                  <a:pt x="12" y="1"/>
                </a:lnTo>
                <a:lnTo>
                  <a:pt x="15" y="0"/>
                </a:lnTo>
                <a:lnTo>
                  <a:pt x="15" y="0"/>
                </a:lnTo>
                <a:lnTo>
                  <a:pt x="17" y="1"/>
                </a:lnTo>
                <a:lnTo>
                  <a:pt x="19" y="2"/>
                </a:lnTo>
                <a:lnTo>
                  <a:pt x="19" y="5"/>
                </a:lnTo>
                <a:lnTo>
                  <a:pt x="19" y="13"/>
                </a:lnTo>
                <a:lnTo>
                  <a:pt x="16" y="13"/>
                </a:lnTo>
                <a:lnTo>
                  <a:pt x="16" y="6"/>
                </a:lnTo>
                <a:lnTo>
                  <a:pt x="16" y="6"/>
                </a:lnTo>
                <a:lnTo>
                  <a:pt x="16" y="2"/>
                </a:lnTo>
                <a:lnTo>
                  <a:pt x="13" y="2"/>
                </a:lnTo>
                <a:lnTo>
                  <a:pt x="13" y="2"/>
                </a:lnTo>
                <a:lnTo>
                  <a:pt x="12" y="2"/>
                </a:lnTo>
                <a:lnTo>
                  <a:pt x="10" y="4"/>
                </a:lnTo>
                <a:lnTo>
                  <a:pt x="10" y="5"/>
                </a:lnTo>
                <a:lnTo>
                  <a:pt x="10" y="13"/>
                </a:lnTo>
                <a:lnTo>
                  <a:pt x="8" y="13"/>
                </a:lnTo>
                <a:lnTo>
                  <a:pt x="8" y="5"/>
                </a:lnTo>
                <a:lnTo>
                  <a:pt x="8" y="5"/>
                </a:lnTo>
                <a:lnTo>
                  <a:pt x="8" y="2"/>
                </a:lnTo>
                <a:lnTo>
                  <a:pt x="5" y="2"/>
                </a:lnTo>
                <a:lnTo>
                  <a:pt x="5" y="2"/>
                </a:lnTo>
                <a:lnTo>
                  <a:pt x="4" y="2"/>
                </a:lnTo>
                <a:lnTo>
                  <a:pt x="2" y="4"/>
                </a:lnTo>
                <a:lnTo>
                  <a:pt x="2" y="5"/>
                </a:lnTo>
                <a:lnTo>
                  <a:pt x="2" y="13"/>
                </a:lnTo>
                <a:lnTo>
                  <a:pt x="0" y="13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0" name="Freeform 1948"/>
          <p:cNvSpPr>
            <a:spLocks noEditPoints="1"/>
          </p:cNvSpPr>
          <p:nvPr/>
        </p:nvSpPr>
        <p:spPr bwMode="auto">
          <a:xfrm>
            <a:off x="2904391" y="3583683"/>
            <a:ext cx="15125" cy="16385"/>
          </a:xfrm>
          <a:custGeom>
            <a:avLst/>
            <a:gdLst>
              <a:gd name="T0" fmla="*/ 3 w 12"/>
              <a:gd name="T1" fmla="*/ 8 h 13"/>
              <a:gd name="T2" fmla="*/ 3 w 12"/>
              <a:gd name="T3" fmla="*/ 8 h 13"/>
              <a:gd name="T4" fmla="*/ 3 w 12"/>
              <a:gd name="T5" fmla="*/ 9 h 13"/>
              <a:gd name="T6" fmla="*/ 4 w 12"/>
              <a:gd name="T7" fmla="*/ 10 h 13"/>
              <a:gd name="T8" fmla="*/ 7 w 12"/>
              <a:gd name="T9" fmla="*/ 12 h 13"/>
              <a:gd name="T10" fmla="*/ 7 w 12"/>
              <a:gd name="T11" fmla="*/ 12 h 13"/>
              <a:gd name="T12" fmla="*/ 11 w 12"/>
              <a:gd name="T13" fmla="*/ 10 h 13"/>
              <a:gd name="T14" fmla="*/ 11 w 12"/>
              <a:gd name="T15" fmla="*/ 13 h 13"/>
              <a:gd name="T16" fmla="*/ 11 w 12"/>
              <a:gd name="T17" fmla="*/ 13 h 13"/>
              <a:gd name="T18" fmla="*/ 7 w 12"/>
              <a:gd name="T19" fmla="*/ 13 h 13"/>
              <a:gd name="T20" fmla="*/ 7 w 12"/>
              <a:gd name="T21" fmla="*/ 13 h 13"/>
              <a:gd name="T22" fmla="*/ 4 w 12"/>
              <a:gd name="T23" fmla="*/ 13 h 13"/>
              <a:gd name="T24" fmla="*/ 2 w 12"/>
              <a:gd name="T25" fmla="*/ 12 h 13"/>
              <a:gd name="T26" fmla="*/ 0 w 12"/>
              <a:gd name="T27" fmla="*/ 9 h 13"/>
              <a:gd name="T28" fmla="*/ 0 w 12"/>
              <a:gd name="T29" fmla="*/ 6 h 13"/>
              <a:gd name="T30" fmla="*/ 0 w 12"/>
              <a:gd name="T31" fmla="*/ 6 h 13"/>
              <a:gd name="T32" fmla="*/ 0 w 12"/>
              <a:gd name="T33" fmla="*/ 4 h 13"/>
              <a:gd name="T34" fmla="*/ 2 w 12"/>
              <a:gd name="T35" fmla="*/ 2 h 13"/>
              <a:gd name="T36" fmla="*/ 4 w 12"/>
              <a:gd name="T37" fmla="*/ 1 h 13"/>
              <a:gd name="T38" fmla="*/ 7 w 12"/>
              <a:gd name="T39" fmla="*/ 0 h 13"/>
              <a:gd name="T40" fmla="*/ 7 w 12"/>
              <a:gd name="T41" fmla="*/ 0 h 13"/>
              <a:gd name="T42" fmla="*/ 8 w 12"/>
              <a:gd name="T43" fmla="*/ 1 h 13"/>
              <a:gd name="T44" fmla="*/ 11 w 12"/>
              <a:gd name="T45" fmla="*/ 2 h 13"/>
              <a:gd name="T46" fmla="*/ 12 w 12"/>
              <a:gd name="T47" fmla="*/ 6 h 13"/>
              <a:gd name="T48" fmla="*/ 11 w 12"/>
              <a:gd name="T49" fmla="*/ 8 h 13"/>
              <a:gd name="T50" fmla="*/ 3 w 12"/>
              <a:gd name="T51" fmla="*/ 8 h 13"/>
              <a:gd name="T52" fmla="*/ 10 w 12"/>
              <a:gd name="T53" fmla="*/ 5 h 13"/>
              <a:gd name="T54" fmla="*/ 10 w 12"/>
              <a:gd name="T55" fmla="*/ 5 h 13"/>
              <a:gd name="T56" fmla="*/ 8 w 12"/>
              <a:gd name="T57" fmla="*/ 2 h 13"/>
              <a:gd name="T58" fmla="*/ 8 w 12"/>
              <a:gd name="T59" fmla="*/ 2 h 13"/>
              <a:gd name="T60" fmla="*/ 6 w 12"/>
              <a:gd name="T61" fmla="*/ 1 h 13"/>
              <a:gd name="T62" fmla="*/ 6 w 12"/>
              <a:gd name="T63" fmla="*/ 1 h 13"/>
              <a:gd name="T64" fmla="*/ 3 w 12"/>
              <a:gd name="T65" fmla="*/ 2 h 13"/>
              <a:gd name="T66" fmla="*/ 3 w 12"/>
              <a:gd name="T67" fmla="*/ 5 h 13"/>
              <a:gd name="T68" fmla="*/ 10 w 12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" h="13">
                <a:moveTo>
                  <a:pt x="3" y="8"/>
                </a:moveTo>
                <a:lnTo>
                  <a:pt x="3" y="8"/>
                </a:lnTo>
                <a:lnTo>
                  <a:pt x="3" y="9"/>
                </a:lnTo>
                <a:lnTo>
                  <a:pt x="4" y="10"/>
                </a:lnTo>
                <a:lnTo>
                  <a:pt x="7" y="12"/>
                </a:lnTo>
                <a:lnTo>
                  <a:pt x="7" y="12"/>
                </a:lnTo>
                <a:lnTo>
                  <a:pt x="11" y="10"/>
                </a:lnTo>
                <a:lnTo>
                  <a:pt x="11" y="13"/>
                </a:lnTo>
                <a:lnTo>
                  <a:pt x="11" y="13"/>
                </a:lnTo>
                <a:lnTo>
                  <a:pt x="7" y="13"/>
                </a:lnTo>
                <a:lnTo>
                  <a:pt x="7" y="13"/>
                </a:lnTo>
                <a:lnTo>
                  <a:pt x="4" y="13"/>
                </a:lnTo>
                <a:lnTo>
                  <a:pt x="2" y="12"/>
                </a:lnTo>
                <a:lnTo>
                  <a:pt x="0" y="9"/>
                </a:lnTo>
                <a:lnTo>
                  <a:pt x="0" y="6"/>
                </a:lnTo>
                <a:lnTo>
                  <a:pt x="0" y="6"/>
                </a:lnTo>
                <a:lnTo>
                  <a:pt x="0" y="4"/>
                </a:lnTo>
                <a:lnTo>
                  <a:pt x="2" y="2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8" y="1"/>
                </a:lnTo>
                <a:lnTo>
                  <a:pt x="11" y="2"/>
                </a:lnTo>
                <a:lnTo>
                  <a:pt x="12" y="6"/>
                </a:lnTo>
                <a:lnTo>
                  <a:pt x="11" y="8"/>
                </a:lnTo>
                <a:lnTo>
                  <a:pt x="3" y="8"/>
                </a:lnTo>
                <a:close/>
                <a:moveTo>
                  <a:pt x="10" y="5"/>
                </a:moveTo>
                <a:lnTo>
                  <a:pt x="10" y="5"/>
                </a:lnTo>
                <a:lnTo>
                  <a:pt x="8" y="2"/>
                </a:lnTo>
                <a:lnTo>
                  <a:pt x="8" y="2"/>
                </a:lnTo>
                <a:lnTo>
                  <a:pt x="6" y="1"/>
                </a:lnTo>
                <a:lnTo>
                  <a:pt x="6" y="1"/>
                </a:lnTo>
                <a:lnTo>
                  <a:pt x="3" y="2"/>
                </a:lnTo>
                <a:lnTo>
                  <a:pt x="3" y="5"/>
                </a:lnTo>
                <a:lnTo>
                  <a:pt x="10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1" name="Freeform 1949"/>
          <p:cNvSpPr>
            <a:spLocks/>
          </p:cNvSpPr>
          <p:nvPr/>
        </p:nvSpPr>
        <p:spPr bwMode="auto">
          <a:xfrm>
            <a:off x="2923297" y="3583683"/>
            <a:ext cx="13864" cy="16385"/>
          </a:xfrm>
          <a:custGeom>
            <a:avLst/>
            <a:gdLst>
              <a:gd name="T0" fmla="*/ 0 w 11"/>
              <a:gd name="T1" fmla="*/ 4 h 13"/>
              <a:gd name="T2" fmla="*/ 0 w 11"/>
              <a:gd name="T3" fmla="*/ 4 h 13"/>
              <a:gd name="T4" fmla="*/ 0 w 11"/>
              <a:gd name="T5" fmla="*/ 0 h 13"/>
              <a:gd name="T6" fmla="*/ 1 w 11"/>
              <a:gd name="T7" fmla="*/ 0 h 13"/>
              <a:gd name="T8" fmla="*/ 1 w 11"/>
              <a:gd name="T9" fmla="*/ 2 h 13"/>
              <a:gd name="T10" fmla="*/ 1 w 11"/>
              <a:gd name="T11" fmla="*/ 2 h 13"/>
              <a:gd name="T12" fmla="*/ 1 w 11"/>
              <a:gd name="T13" fmla="*/ 2 h 13"/>
              <a:gd name="T14" fmla="*/ 3 w 11"/>
              <a:gd name="T15" fmla="*/ 1 h 13"/>
              <a:gd name="T16" fmla="*/ 6 w 11"/>
              <a:gd name="T17" fmla="*/ 0 h 13"/>
              <a:gd name="T18" fmla="*/ 6 w 11"/>
              <a:gd name="T19" fmla="*/ 0 h 13"/>
              <a:gd name="T20" fmla="*/ 10 w 11"/>
              <a:gd name="T21" fmla="*/ 1 h 13"/>
              <a:gd name="T22" fmla="*/ 10 w 11"/>
              <a:gd name="T23" fmla="*/ 2 h 13"/>
              <a:gd name="T24" fmla="*/ 11 w 11"/>
              <a:gd name="T25" fmla="*/ 5 h 13"/>
              <a:gd name="T26" fmla="*/ 11 w 11"/>
              <a:gd name="T27" fmla="*/ 13 h 13"/>
              <a:gd name="T28" fmla="*/ 8 w 11"/>
              <a:gd name="T29" fmla="*/ 13 h 13"/>
              <a:gd name="T30" fmla="*/ 8 w 11"/>
              <a:gd name="T31" fmla="*/ 5 h 13"/>
              <a:gd name="T32" fmla="*/ 8 w 11"/>
              <a:gd name="T33" fmla="*/ 5 h 13"/>
              <a:gd name="T34" fmla="*/ 8 w 11"/>
              <a:gd name="T35" fmla="*/ 2 h 13"/>
              <a:gd name="T36" fmla="*/ 6 w 11"/>
              <a:gd name="T37" fmla="*/ 2 h 13"/>
              <a:gd name="T38" fmla="*/ 6 w 11"/>
              <a:gd name="T39" fmla="*/ 2 h 13"/>
              <a:gd name="T40" fmla="*/ 3 w 11"/>
              <a:gd name="T41" fmla="*/ 2 h 13"/>
              <a:gd name="T42" fmla="*/ 3 w 11"/>
              <a:gd name="T43" fmla="*/ 4 h 13"/>
              <a:gd name="T44" fmla="*/ 1 w 11"/>
              <a:gd name="T45" fmla="*/ 5 h 13"/>
              <a:gd name="T46" fmla="*/ 1 w 11"/>
              <a:gd name="T47" fmla="*/ 13 h 13"/>
              <a:gd name="T48" fmla="*/ 0 w 11"/>
              <a:gd name="T49" fmla="*/ 13 h 13"/>
              <a:gd name="T50" fmla="*/ 0 w 11"/>
              <a:gd name="T51" fmla="*/ 4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3" y="1"/>
                </a:lnTo>
                <a:lnTo>
                  <a:pt x="6" y="0"/>
                </a:lnTo>
                <a:lnTo>
                  <a:pt x="6" y="0"/>
                </a:lnTo>
                <a:lnTo>
                  <a:pt x="10" y="1"/>
                </a:lnTo>
                <a:lnTo>
                  <a:pt x="10" y="2"/>
                </a:lnTo>
                <a:lnTo>
                  <a:pt x="11" y="5"/>
                </a:lnTo>
                <a:lnTo>
                  <a:pt x="11" y="13"/>
                </a:lnTo>
                <a:lnTo>
                  <a:pt x="8" y="13"/>
                </a:lnTo>
                <a:lnTo>
                  <a:pt x="8" y="5"/>
                </a:lnTo>
                <a:lnTo>
                  <a:pt x="8" y="5"/>
                </a:lnTo>
                <a:lnTo>
                  <a:pt x="8" y="2"/>
                </a:lnTo>
                <a:lnTo>
                  <a:pt x="6" y="2"/>
                </a:lnTo>
                <a:lnTo>
                  <a:pt x="6" y="2"/>
                </a:lnTo>
                <a:lnTo>
                  <a:pt x="3" y="2"/>
                </a:lnTo>
                <a:lnTo>
                  <a:pt x="3" y="4"/>
                </a:lnTo>
                <a:lnTo>
                  <a:pt x="1" y="5"/>
                </a:lnTo>
                <a:lnTo>
                  <a:pt x="1" y="13"/>
                </a:lnTo>
                <a:lnTo>
                  <a:pt x="0" y="13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2" name="Freeform 1950"/>
          <p:cNvSpPr>
            <a:spLocks/>
          </p:cNvSpPr>
          <p:nvPr/>
        </p:nvSpPr>
        <p:spPr bwMode="auto">
          <a:xfrm>
            <a:off x="2940942" y="3579902"/>
            <a:ext cx="7562" cy="20166"/>
          </a:xfrm>
          <a:custGeom>
            <a:avLst/>
            <a:gdLst>
              <a:gd name="T0" fmla="*/ 4 w 6"/>
              <a:gd name="T1" fmla="*/ 0 h 16"/>
              <a:gd name="T2" fmla="*/ 4 w 6"/>
              <a:gd name="T3" fmla="*/ 3 h 16"/>
              <a:gd name="T4" fmla="*/ 6 w 6"/>
              <a:gd name="T5" fmla="*/ 3 h 16"/>
              <a:gd name="T6" fmla="*/ 6 w 6"/>
              <a:gd name="T7" fmla="*/ 5 h 16"/>
              <a:gd name="T8" fmla="*/ 4 w 6"/>
              <a:gd name="T9" fmla="*/ 5 h 16"/>
              <a:gd name="T10" fmla="*/ 4 w 6"/>
              <a:gd name="T11" fmla="*/ 12 h 16"/>
              <a:gd name="T12" fmla="*/ 4 w 6"/>
              <a:gd name="T13" fmla="*/ 12 h 16"/>
              <a:gd name="T14" fmla="*/ 4 w 6"/>
              <a:gd name="T15" fmla="*/ 13 h 16"/>
              <a:gd name="T16" fmla="*/ 5 w 6"/>
              <a:gd name="T17" fmla="*/ 15 h 16"/>
              <a:gd name="T18" fmla="*/ 5 w 6"/>
              <a:gd name="T19" fmla="*/ 15 h 16"/>
              <a:gd name="T20" fmla="*/ 6 w 6"/>
              <a:gd name="T21" fmla="*/ 15 h 16"/>
              <a:gd name="T22" fmla="*/ 6 w 6"/>
              <a:gd name="T23" fmla="*/ 16 h 16"/>
              <a:gd name="T24" fmla="*/ 6 w 6"/>
              <a:gd name="T25" fmla="*/ 16 h 16"/>
              <a:gd name="T26" fmla="*/ 5 w 6"/>
              <a:gd name="T27" fmla="*/ 16 h 16"/>
              <a:gd name="T28" fmla="*/ 5 w 6"/>
              <a:gd name="T29" fmla="*/ 16 h 16"/>
              <a:gd name="T30" fmla="*/ 2 w 6"/>
              <a:gd name="T31" fmla="*/ 15 h 16"/>
              <a:gd name="T32" fmla="*/ 2 w 6"/>
              <a:gd name="T33" fmla="*/ 15 h 16"/>
              <a:gd name="T34" fmla="*/ 1 w 6"/>
              <a:gd name="T35" fmla="*/ 12 h 16"/>
              <a:gd name="T36" fmla="*/ 1 w 6"/>
              <a:gd name="T37" fmla="*/ 5 h 16"/>
              <a:gd name="T38" fmla="*/ 0 w 6"/>
              <a:gd name="T39" fmla="*/ 5 h 16"/>
              <a:gd name="T40" fmla="*/ 0 w 6"/>
              <a:gd name="T41" fmla="*/ 3 h 16"/>
              <a:gd name="T42" fmla="*/ 1 w 6"/>
              <a:gd name="T43" fmla="*/ 3 h 16"/>
              <a:gd name="T44" fmla="*/ 1 w 6"/>
              <a:gd name="T45" fmla="*/ 0 h 16"/>
              <a:gd name="T46" fmla="*/ 4 w 6"/>
              <a:gd name="T47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" h="16">
                <a:moveTo>
                  <a:pt x="4" y="0"/>
                </a:moveTo>
                <a:lnTo>
                  <a:pt x="4" y="3"/>
                </a:lnTo>
                <a:lnTo>
                  <a:pt x="6" y="3"/>
                </a:lnTo>
                <a:lnTo>
                  <a:pt x="6" y="5"/>
                </a:lnTo>
                <a:lnTo>
                  <a:pt x="4" y="5"/>
                </a:lnTo>
                <a:lnTo>
                  <a:pt x="4" y="12"/>
                </a:lnTo>
                <a:lnTo>
                  <a:pt x="4" y="12"/>
                </a:lnTo>
                <a:lnTo>
                  <a:pt x="4" y="13"/>
                </a:lnTo>
                <a:lnTo>
                  <a:pt x="5" y="15"/>
                </a:lnTo>
                <a:lnTo>
                  <a:pt x="5" y="15"/>
                </a:lnTo>
                <a:lnTo>
                  <a:pt x="6" y="15"/>
                </a:lnTo>
                <a:lnTo>
                  <a:pt x="6" y="16"/>
                </a:lnTo>
                <a:lnTo>
                  <a:pt x="6" y="16"/>
                </a:lnTo>
                <a:lnTo>
                  <a:pt x="5" y="16"/>
                </a:lnTo>
                <a:lnTo>
                  <a:pt x="5" y="16"/>
                </a:lnTo>
                <a:lnTo>
                  <a:pt x="2" y="15"/>
                </a:lnTo>
                <a:lnTo>
                  <a:pt x="2" y="15"/>
                </a:lnTo>
                <a:lnTo>
                  <a:pt x="1" y="12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1" y="3"/>
                </a:lnTo>
                <a:lnTo>
                  <a:pt x="1" y="0"/>
                </a:lnTo>
                <a:lnTo>
                  <a:pt x="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3" name="Freeform 1951"/>
          <p:cNvSpPr>
            <a:spLocks/>
          </p:cNvSpPr>
          <p:nvPr/>
        </p:nvSpPr>
        <p:spPr bwMode="auto">
          <a:xfrm>
            <a:off x="2952286" y="3583683"/>
            <a:ext cx="13864" cy="16385"/>
          </a:xfrm>
          <a:custGeom>
            <a:avLst/>
            <a:gdLst>
              <a:gd name="T0" fmla="*/ 11 w 11"/>
              <a:gd name="T1" fmla="*/ 9 h 13"/>
              <a:gd name="T2" fmla="*/ 11 w 11"/>
              <a:gd name="T3" fmla="*/ 9 h 13"/>
              <a:gd name="T4" fmla="*/ 11 w 11"/>
              <a:gd name="T5" fmla="*/ 13 h 13"/>
              <a:gd name="T6" fmla="*/ 10 w 11"/>
              <a:gd name="T7" fmla="*/ 13 h 13"/>
              <a:gd name="T8" fmla="*/ 10 w 11"/>
              <a:gd name="T9" fmla="*/ 10 h 13"/>
              <a:gd name="T10" fmla="*/ 10 w 11"/>
              <a:gd name="T11" fmla="*/ 10 h 13"/>
              <a:gd name="T12" fmla="*/ 10 w 11"/>
              <a:gd name="T13" fmla="*/ 10 h 13"/>
              <a:gd name="T14" fmla="*/ 7 w 11"/>
              <a:gd name="T15" fmla="*/ 13 h 13"/>
              <a:gd name="T16" fmla="*/ 4 w 11"/>
              <a:gd name="T17" fmla="*/ 13 h 13"/>
              <a:gd name="T18" fmla="*/ 4 w 11"/>
              <a:gd name="T19" fmla="*/ 13 h 13"/>
              <a:gd name="T20" fmla="*/ 1 w 11"/>
              <a:gd name="T21" fmla="*/ 12 h 13"/>
              <a:gd name="T22" fmla="*/ 0 w 11"/>
              <a:gd name="T23" fmla="*/ 10 h 13"/>
              <a:gd name="T24" fmla="*/ 0 w 11"/>
              <a:gd name="T25" fmla="*/ 8 h 13"/>
              <a:gd name="T26" fmla="*/ 0 w 11"/>
              <a:gd name="T27" fmla="*/ 0 h 13"/>
              <a:gd name="T28" fmla="*/ 3 w 11"/>
              <a:gd name="T29" fmla="*/ 0 h 13"/>
              <a:gd name="T30" fmla="*/ 3 w 11"/>
              <a:gd name="T31" fmla="*/ 8 h 13"/>
              <a:gd name="T32" fmla="*/ 3 w 11"/>
              <a:gd name="T33" fmla="*/ 8 h 13"/>
              <a:gd name="T34" fmla="*/ 3 w 11"/>
              <a:gd name="T35" fmla="*/ 10 h 13"/>
              <a:gd name="T36" fmla="*/ 5 w 11"/>
              <a:gd name="T37" fmla="*/ 12 h 13"/>
              <a:gd name="T38" fmla="*/ 5 w 11"/>
              <a:gd name="T39" fmla="*/ 12 h 13"/>
              <a:gd name="T40" fmla="*/ 7 w 11"/>
              <a:gd name="T41" fmla="*/ 10 h 13"/>
              <a:gd name="T42" fmla="*/ 8 w 11"/>
              <a:gd name="T43" fmla="*/ 9 h 13"/>
              <a:gd name="T44" fmla="*/ 8 w 11"/>
              <a:gd name="T45" fmla="*/ 8 h 13"/>
              <a:gd name="T46" fmla="*/ 8 w 11"/>
              <a:gd name="T47" fmla="*/ 0 h 13"/>
              <a:gd name="T48" fmla="*/ 11 w 11"/>
              <a:gd name="T49" fmla="*/ 0 h 13"/>
              <a:gd name="T50" fmla="*/ 11 w 11"/>
              <a:gd name="T51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11" y="9"/>
                </a:moveTo>
                <a:lnTo>
                  <a:pt x="11" y="9"/>
                </a:lnTo>
                <a:lnTo>
                  <a:pt x="11" y="13"/>
                </a:lnTo>
                <a:lnTo>
                  <a:pt x="10" y="13"/>
                </a:lnTo>
                <a:lnTo>
                  <a:pt x="10" y="10"/>
                </a:lnTo>
                <a:lnTo>
                  <a:pt x="10" y="10"/>
                </a:lnTo>
                <a:lnTo>
                  <a:pt x="10" y="10"/>
                </a:lnTo>
                <a:lnTo>
                  <a:pt x="7" y="13"/>
                </a:lnTo>
                <a:lnTo>
                  <a:pt x="4" y="13"/>
                </a:lnTo>
                <a:lnTo>
                  <a:pt x="4" y="13"/>
                </a:lnTo>
                <a:lnTo>
                  <a:pt x="1" y="12"/>
                </a:lnTo>
                <a:lnTo>
                  <a:pt x="0" y="10"/>
                </a:lnTo>
                <a:lnTo>
                  <a:pt x="0" y="8"/>
                </a:lnTo>
                <a:lnTo>
                  <a:pt x="0" y="0"/>
                </a:lnTo>
                <a:lnTo>
                  <a:pt x="3" y="0"/>
                </a:lnTo>
                <a:lnTo>
                  <a:pt x="3" y="8"/>
                </a:lnTo>
                <a:lnTo>
                  <a:pt x="3" y="8"/>
                </a:lnTo>
                <a:lnTo>
                  <a:pt x="3" y="10"/>
                </a:lnTo>
                <a:lnTo>
                  <a:pt x="5" y="12"/>
                </a:lnTo>
                <a:lnTo>
                  <a:pt x="5" y="12"/>
                </a:lnTo>
                <a:lnTo>
                  <a:pt x="7" y="10"/>
                </a:lnTo>
                <a:lnTo>
                  <a:pt x="8" y="9"/>
                </a:lnTo>
                <a:lnTo>
                  <a:pt x="8" y="8"/>
                </a:lnTo>
                <a:lnTo>
                  <a:pt x="8" y="0"/>
                </a:lnTo>
                <a:lnTo>
                  <a:pt x="11" y="0"/>
                </a:lnTo>
                <a:lnTo>
                  <a:pt x="11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4" name="Freeform 1952"/>
          <p:cNvSpPr>
            <a:spLocks/>
          </p:cNvSpPr>
          <p:nvPr/>
        </p:nvSpPr>
        <p:spPr bwMode="auto">
          <a:xfrm>
            <a:off x="2971192" y="3583683"/>
            <a:ext cx="23948" cy="16385"/>
          </a:xfrm>
          <a:custGeom>
            <a:avLst/>
            <a:gdLst>
              <a:gd name="T0" fmla="*/ 0 w 19"/>
              <a:gd name="T1" fmla="*/ 4 h 13"/>
              <a:gd name="T2" fmla="*/ 0 w 19"/>
              <a:gd name="T3" fmla="*/ 4 h 13"/>
              <a:gd name="T4" fmla="*/ 0 w 19"/>
              <a:gd name="T5" fmla="*/ 0 h 13"/>
              <a:gd name="T6" fmla="*/ 1 w 19"/>
              <a:gd name="T7" fmla="*/ 0 h 13"/>
              <a:gd name="T8" fmla="*/ 3 w 19"/>
              <a:gd name="T9" fmla="*/ 2 h 13"/>
              <a:gd name="T10" fmla="*/ 3 w 19"/>
              <a:gd name="T11" fmla="*/ 2 h 13"/>
              <a:gd name="T12" fmla="*/ 3 w 19"/>
              <a:gd name="T13" fmla="*/ 2 h 13"/>
              <a:gd name="T14" fmla="*/ 4 w 19"/>
              <a:gd name="T15" fmla="*/ 1 h 13"/>
              <a:gd name="T16" fmla="*/ 7 w 19"/>
              <a:gd name="T17" fmla="*/ 0 h 13"/>
              <a:gd name="T18" fmla="*/ 7 w 19"/>
              <a:gd name="T19" fmla="*/ 0 h 13"/>
              <a:gd name="T20" fmla="*/ 8 w 19"/>
              <a:gd name="T21" fmla="*/ 1 h 13"/>
              <a:gd name="T22" fmla="*/ 9 w 19"/>
              <a:gd name="T23" fmla="*/ 2 h 13"/>
              <a:gd name="T24" fmla="*/ 9 w 19"/>
              <a:gd name="T25" fmla="*/ 2 h 13"/>
              <a:gd name="T26" fmla="*/ 9 w 19"/>
              <a:gd name="T27" fmla="*/ 2 h 13"/>
              <a:gd name="T28" fmla="*/ 11 w 19"/>
              <a:gd name="T29" fmla="*/ 1 h 13"/>
              <a:gd name="T30" fmla="*/ 11 w 19"/>
              <a:gd name="T31" fmla="*/ 1 h 13"/>
              <a:gd name="T32" fmla="*/ 15 w 19"/>
              <a:gd name="T33" fmla="*/ 0 h 13"/>
              <a:gd name="T34" fmla="*/ 15 w 19"/>
              <a:gd name="T35" fmla="*/ 0 h 13"/>
              <a:gd name="T36" fmla="*/ 17 w 19"/>
              <a:gd name="T37" fmla="*/ 1 h 13"/>
              <a:gd name="T38" fmla="*/ 17 w 19"/>
              <a:gd name="T39" fmla="*/ 2 h 13"/>
              <a:gd name="T40" fmla="*/ 19 w 19"/>
              <a:gd name="T41" fmla="*/ 5 h 13"/>
              <a:gd name="T42" fmla="*/ 19 w 19"/>
              <a:gd name="T43" fmla="*/ 13 h 13"/>
              <a:gd name="T44" fmla="*/ 16 w 19"/>
              <a:gd name="T45" fmla="*/ 13 h 13"/>
              <a:gd name="T46" fmla="*/ 16 w 19"/>
              <a:gd name="T47" fmla="*/ 6 h 13"/>
              <a:gd name="T48" fmla="*/ 16 w 19"/>
              <a:gd name="T49" fmla="*/ 6 h 13"/>
              <a:gd name="T50" fmla="*/ 15 w 19"/>
              <a:gd name="T51" fmla="*/ 2 h 13"/>
              <a:gd name="T52" fmla="*/ 13 w 19"/>
              <a:gd name="T53" fmla="*/ 2 h 13"/>
              <a:gd name="T54" fmla="*/ 13 w 19"/>
              <a:gd name="T55" fmla="*/ 2 h 13"/>
              <a:gd name="T56" fmla="*/ 12 w 19"/>
              <a:gd name="T57" fmla="*/ 2 h 13"/>
              <a:gd name="T58" fmla="*/ 11 w 19"/>
              <a:gd name="T59" fmla="*/ 4 h 13"/>
              <a:gd name="T60" fmla="*/ 11 w 19"/>
              <a:gd name="T61" fmla="*/ 5 h 13"/>
              <a:gd name="T62" fmla="*/ 11 w 19"/>
              <a:gd name="T63" fmla="*/ 13 h 13"/>
              <a:gd name="T64" fmla="*/ 8 w 19"/>
              <a:gd name="T65" fmla="*/ 13 h 13"/>
              <a:gd name="T66" fmla="*/ 8 w 19"/>
              <a:gd name="T67" fmla="*/ 5 h 13"/>
              <a:gd name="T68" fmla="*/ 8 w 19"/>
              <a:gd name="T69" fmla="*/ 5 h 13"/>
              <a:gd name="T70" fmla="*/ 8 w 19"/>
              <a:gd name="T71" fmla="*/ 2 h 13"/>
              <a:gd name="T72" fmla="*/ 5 w 19"/>
              <a:gd name="T73" fmla="*/ 2 h 13"/>
              <a:gd name="T74" fmla="*/ 5 w 19"/>
              <a:gd name="T75" fmla="*/ 2 h 13"/>
              <a:gd name="T76" fmla="*/ 4 w 19"/>
              <a:gd name="T77" fmla="*/ 2 h 13"/>
              <a:gd name="T78" fmla="*/ 3 w 19"/>
              <a:gd name="T79" fmla="*/ 4 h 13"/>
              <a:gd name="T80" fmla="*/ 3 w 19"/>
              <a:gd name="T81" fmla="*/ 5 h 13"/>
              <a:gd name="T82" fmla="*/ 3 w 19"/>
              <a:gd name="T83" fmla="*/ 13 h 13"/>
              <a:gd name="T84" fmla="*/ 0 w 19"/>
              <a:gd name="T85" fmla="*/ 13 h 13"/>
              <a:gd name="T86" fmla="*/ 0 w 19"/>
              <a:gd name="T87" fmla="*/ 4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" h="13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3" y="2"/>
                </a:lnTo>
                <a:lnTo>
                  <a:pt x="3" y="2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8" y="1"/>
                </a:lnTo>
                <a:lnTo>
                  <a:pt x="9" y="2"/>
                </a:lnTo>
                <a:lnTo>
                  <a:pt x="9" y="2"/>
                </a:lnTo>
                <a:lnTo>
                  <a:pt x="9" y="2"/>
                </a:lnTo>
                <a:lnTo>
                  <a:pt x="11" y="1"/>
                </a:lnTo>
                <a:lnTo>
                  <a:pt x="11" y="1"/>
                </a:lnTo>
                <a:lnTo>
                  <a:pt x="15" y="0"/>
                </a:lnTo>
                <a:lnTo>
                  <a:pt x="15" y="0"/>
                </a:lnTo>
                <a:lnTo>
                  <a:pt x="17" y="1"/>
                </a:lnTo>
                <a:lnTo>
                  <a:pt x="17" y="2"/>
                </a:lnTo>
                <a:lnTo>
                  <a:pt x="19" y="5"/>
                </a:lnTo>
                <a:lnTo>
                  <a:pt x="19" y="13"/>
                </a:lnTo>
                <a:lnTo>
                  <a:pt x="16" y="13"/>
                </a:lnTo>
                <a:lnTo>
                  <a:pt x="16" y="6"/>
                </a:lnTo>
                <a:lnTo>
                  <a:pt x="16" y="6"/>
                </a:lnTo>
                <a:lnTo>
                  <a:pt x="15" y="2"/>
                </a:lnTo>
                <a:lnTo>
                  <a:pt x="13" y="2"/>
                </a:lnTo>
                <a:lnTo>
                  <a:pt x="13" y="2"/>
                </a:lnTo>
                <a:lnTo>
                  <a:pt x="12" y="2"/>
                </a:lnTo>
                <a:lnTo>
                  <a:pt x="11" y="4"/>
                </a:lnTo>
                <a:lnTo>
                  <a:pt x="11" y="5"/>
                </a:lnTo>
                <a:lnTo>
                  <a:pt x="11" y="13"/>
                </a:lnTo>
                <a:lnTo>
                  <a:pt x="8" y="13"/>
                </a:lnTo>
                <a:lnTo>
                  <a:pt x="8" y="5"/>
                </a:lnTo>
                <a:lnTo>
                  <a:pt x="8" y="5"/>
                </a:lnTo>
                <a:lnTo>
                  <a:pt x="8" y="2"/>
                </a:lnTo>
                <a:lnTo>
                  <a:pt x="5" y="2"/>
                </a:lnTo>
                <a:lnTo>
                  <a:pt x="5" y="2"/>
                </a:lnTo>
                <a:lnTo>
                  <a:pt x="4" y="2"/>
                </a:lnTo>
                <a:lnTo>
                  <a:pt x="3" y="4"/>
                </a:lnTo>
                <a:lnTo>
                  <a:pt x="3" y="5"/>
                </a:lnTo>
                <a:lnTo>
                  <a:pt x="3" y="13"/>
                </a:lnTo>
                <a:lnTo>
                  <a:pt x="0" y="13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5" name="Freeform 1953"/>
          <p:cNvSpPr>
            <a:spLocks/>
          </p:cNvSpPr>
          <p:nvPr/>
        </p:nvSpPr>
        <p:spPr bwMode="auto">
          <a:xfrm>
            <a:off x="3005222" y="3583683"/>
            <a:ext cx="15125" cy="16385"/>
          </a:xfrm>
          <a:custGeom>
            <a:avLst/>
            <a:gdLst>
              <a:gd name="T0" fmla="*/ 1 w 12"/>
              <a:gd name="T1" fmla="*/ 0 h 13"/>
              <a:gd name="T2" fmla="*/ 4 w 12"/>
              <a:gd name="T3" fmla="*/ 8 h 13"/>
              <a:gd name="T4" fmla="*/ 4 w 12"/>
              <a:gd name="T5" fmla="*/ 8 h 13"/>
              <a:gd name="T6" fmla="*/ 5 w 12"/>
              <a:gd name="T7" fmla="*/ 10 h 13"/>
              <a:gd name="T8" fmla="*/ 5 w 12"/>
              <a:gd name="T9" fmla="*/ 10 h 13"/>
              <a:gd name="T10" fmla="*/ 5 w 12"/>
              <a:gd name="T11" fmla="*/ 10 h 13"/>
              <a:gd name="T12" fmla="*/ 7 w 12"/>
              <a:gd name="T13" fmla="*/ 8 h 13"/>
              <a:gd name="T14" fmla="*/ 9 w 12"/>
              <a:gd name="T15" fmla="*/ 0 h 13"/>
              <a:gd name="T16" fmla="*/ 12 w 12"/>
              <a:gd name="T17" fmla="*/ 0 h 13"/>
              <a:gd name="T18" fmla="*/ 7 w 12"/>
              <a:gd name="T19" fmla="*/ 13 h 13"/>
              <a:gd name="T20" fmla="*/ 4 w 12"/>
              <a:gd name="T21" fmla="*/ 13 h 13"/>
              <a:gd name="T22" fmla="*/ 0 w 12"/>
              <a:gd name="T23" fmla="*/ 0 h 13"/>
              <a:gd name="T24" fmla="*/ 1 w 12"/>
              <a:gd name="T25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" h="13">
                <a:moveTo>
                  <a:pt x="1" y="0"/>
                </a:moveTo>
                <a:lnTo>
                  <a:pt x="4" y="8"/>
                </a:lnTo>
                <a:lnTo>
                  <a:pt x="4" y="8"/>
                </a:lnTo>
                <a:lnTo>
                  <a:pt x="5" y="10"/>
                </a:lnTo>
                <a:lnTo>
                  <a:pt x="5" y="10"/>
                </a:lnTo>
                <a:lnTo>
                  <a:pt x="5" y="10"/>
                </a:lnTo>
                <a:lnTo>
                  <a:pt x="7" y="8"/>
                </a:lnTo>
                <a:lnTo>
                  <a:pt x="9" y="0"/>
                </a:lnTo>
                <a:lnTo>
                  <a:pt x="12" y="0"/>
                </a:lnTo>
                <a:lnTo>
                  <a:pt x="7" y="13"/>
                </a:lnTo>
                <a:lnTo>
                  <a:pt x="4" y="1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6" name="Freeform 1954"/>
          <p:cNvSpPr>
            <a:spLocks/>
          </p:cNvSpPr>
          <p:nvPr/>
        </p:nvSpPr>
        <p:spPr bwMode="auto">
          <a:xfrm>
            <a:off x="3021608" y="3583683"/>
            <a:ext cx="13864" cy="16385"/>
          </a:xfrm>
          <a:custGeom>
            <a:avLst/>
            <a:gdLst>
              <a:gd name="T0" fmla="*/ 11 w 11"/>
              <a:gd name="T1" fmla="*/ 9 h 13"/>
              <a:gd name="T2" fmla="*/ 11 w 11"/>
              <a:gd name="T3" fmla="*/ 9 h 13"/>
              <a:gd name="T4" fmla="*/ 11 w 11"/>
              <a:gd name="T5" fmla="*/ 13 h 13"/>
              <a:gd name="T6" fmla="*/ 10 w 11"/>
              <a:gd name="T7" fmla="*/ 13 h 13"/>
              <a:gd name="T8" fmla="*/ 10 w 11"/>
              <a:gd name="T9" fmla="*/ 10 h 13"/>
              <a:gd name="T10" fmla="*/ 10 w 11"/>
              <a:gd name="T11" fmla="*/ 10 h 13"/>
              <a:gd name="T12" fmla="*/ 10 w 11"/>
              <a:gd name="T13" fmla="*/ 10 h 13"/>
              <a:gd name="T14" fmla="*/ 9 w 11"/>
              <a:gd name="T15" fmla="*/ 13 h 13"/>
              <a:gd name="T16" fmla="*/ 6 w 11"/>
              <a:gd name="T17" fmla="*/ 13 h 13"/>
              <a:gd name="T18" fmla="*/ 6 w 11"/>
              <a:gd name="T19" fmla="*/ 13 h 13"/>
              <a:gd name="T20" fmla="*/ 2 w 11"/>
              <a:gd name="T21" fmla="*/ 12 h 13"/>
              <a:gd name="T22" fmla="*/ 2 w 11"/>
              <a:gd name="T23" fmla="*/ 10 h 13"/>
              <a:gd name="T24" fmla="*/ 0 w 11"/>
              <a:gd name="T25" fmla="*/ 8 h 13"/>
              <a:gd name="T26" fmla="*/ 0 w 11"/>
              <a:gd name="T27" fmla="*/ 0 h 13"/>
              <a:gd name="T28" fmla="*/ 3 w 11"/>
              <a:gd name="T29" fmla="*/ 0 h 13"/>
              <a:gd name="T30" fmla="*/ 3 w 11"/>
              <a:gd name="T31" fmla="*/ 8 h 13"/>
              <a:gd name="T32" fmla="*/ 3 w 11"/>
              <a:gd name="T33" fmla="*/ 8 h 13"/>
              <a:gd name="T34" fmla="*/ 3 w 11"/>
              <a:gd name="T35" fmla="*/ 10 h 13"/>
              <a:gd name="T36" fmla="*/ 6 w 11"/>
              <a:gd name="T37" fmla="*/ 12 h 13"/>
              <a:gd name="T38" fmla="*/ 6 w 11"/>
              <a:gd name="T39" fmla="*/ 12 h 13"/>
              <a:gd name="T40" fmla="*/ 9 w 11"/>
              <a:gd name="T41" fmla="*/ 10 h 13"/>
              <a:gd name="T42" fmla="*/ 9 w 11"/>
              <a:gd name="T43" fmla="*/ 9 h 13"/>
              <a:gd name="T44" fmla="*/ 10 w 11"/>
              <a:gd name="T45" fmla="*/ 8 h 13"/>
              <a:gd name="T46" fmla="*/ 10 w 11"/>
              <a:gd name="T47" fmla="*/ 0 h 13"/>
              <a:gd name="T48" fmla="*/ 11 w 11"/>
              <a:gd name="T49" fmla="*/ 0 h 13"/>
              <a:gd name="T50" fmla="*/ 11 w 11"/>
              <a:gd name="T51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11" y="9"/>
                </a:moveTo>
                <a:lnTo>
                  <a:pt x="11" y="9"/>
                </a:lnTo>
                <a:lnTo>
                  <a:pt x="11" y="13"/>
                </a:lnTo>
                <a:lnTo>
                  <a:pt x="10" y="13"/>
                </a:lnTo>
                <a:lnTo>
                  <a:pt x="10" y="10"/>
                </a:lnTo>
                <a:lnTo>
                  <a:pt x="10" y="10"/>
                </a:lnTo>
                <a:lnTo>
                  <a:pt x="10" y="10"/>
                </a:lnTo>
                <a:lnTo>
                  <a:pt x="9" y="13"/>
                </a:lnTo>
                <a:lnTo>
                  <a:pt x="6" y="13"/>
                </a:lnTo>
                <a:lnTo>
                  <a:pt x="6" y="13"/>
                </a:lnTo>
                <a:lnTo>
                  <a:pt x="2" y="12"/>
                </a:lnTo>
                <a:lnTo>
                  <a:pt x="2" y="10"/>
                </a:lnTo>
                <a:lnTo>
                  <a:pt x="0" y="8"/>
                </a:lnTo>
                <a:lnTo>
                  <a:pt x="0" y="0"/>
                </a:lnTo>
                <a:lnTo>
                  <a:pt x="3" y="0"/>
                </a:lnTo>
                <a:lnTo>
                  <a:pt x="3" y="8"/>
                </a:lnTo>
                <a:lnTo>
                  <a:pt x="3" y="8"/>
                </a:lnTo>
                <a:lnTo>
                  <a:pt x="3" y="10"/>
                </a:lnTo>
                <a:lnTo>
                  <a:pt x="6" y="12"/>
                </a:lnTo>
                <a:lnTo>
                  <a:pt x="6" y="12"/>
                </a:lnTo>
                <a:lnTo>
                  <a:pt x="9" y="10"/>
                </a:lnTo>
                <a:lnTo>
                  <a:pt x="9" y="9"/>
                </a:lnTo>
                <a:lnTo>
                  <a:pt x="10" y="8"/>
                </a:lnTo>
                <a:lnTo>
                  <a:pt x="10" y="0"/>
                </a:lnTo>
                <a:lnTo>
                  <a:pt x="11" y="0"/>
                </a:lnTo>
                <a:lnTo>
                  <a:pt x="11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7" name="Rectangle 1955"/>
          <p:cNvSpPr>
            <a:spLocks noChangeArrowheads="1"/>
          </p:cNvSpPr>
          <p:nvPr/>
        </p:nvSpPr>
        <p:spPr bwMode="auto">
          <a:xfrm>
            <a:off x="3040513" y="3576121"/>
            <a:ext cx="3781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8" name="Freeform 1956"/>
          <p:cNvSpPr>
            <a:spLocks noEditPoints="1"/>
          </p:cNvSpPr>
          <p:nvPr/>
        </p:nvSpPr>
        <p:spPr bwMode="auto">
          <a:xfrm>
            <a:off x="3049336" y="3583683"/>
            <a:ext cx="15125" cy="22687"/>
          </a:xfrm>
          <a:custGeom>
            <a:avLst/>
            <a:gdLst>
              <a:gd name="T0" fmla="*/ 0 w 12"/>
              <a:gd name="T1" fmla="*/ 5 h 18"/>
              <a:gd name="T2" fmla="*/ 0 w 12"/>
              <a:gd name="T3" fmla="*/ 5 h 18"/>
              <a:gd name="T4" fmla="*/ 0 w 12"/>
              <a:gd name="T5" fmla="*/ 0 h 18"/>
              <a:gd name="T6" fmla="*/ 1 w 12"/>
              <a:gd name="T7" fmla="*/ 0 h 18"/>
              <a:gd name="T8" fmla="*/ 1 w 12"/>
              <a:gd name="T9" fmla="*/ 2 h 18"/>
              <a:gd name="T10" fmla="*/ 1 w 12"/>
              <a:gd name="T11" fmla="*/ 2 h 18"/>
              <a:gd name="T12" fmla="*/ 1 w 12"/>
              <a:gd name="T13" fmla="*/ 2 h 18"/>
              <a:gd name="T14" fmla="*/ 4 w 12"/>
              <a:gd name="T15" fmla="*/ 1 h 18"/>
              <a:gd name="T16" fmla="*/ 7 w 12"/>
              <a:gd name="T17" fmla="*/ 0 h 18"/>
              <a:gd name="T18" fmla="*/ 7 w 12"/>
              <a:gd name="T19" fmla="*/ 0 h 18"/>
              <a:gd name="T20" fmla="*/ 8 w 12"/>
              <a:gd name="T21" fmla="*/ 1 h 18"/>
              <a:gd name="T22" fmla="*/ 11 w 12"/>
              <a:gd name="T23" fmla="*/ 2 h 18"/>
              <a:gd name="T24" fmla="*/ 12 w 12"/>
              <a:gd name="T25" fmla="*/ 4 h 18"/>
              <a:gd name="T26" fmla="*/ 12 w 12"/>
              <a:gd name="T27" fmla="*/ 6 h 18"/>
              <a:gd name="T28" fmla="*/ 12 w 12"/>
              <a:gd name="T29" fmla="*/ 6 h 18"/>
              <a:gd name="T30" fmla="*/ 12 w 12"/>
              <a:gd name="T31" fmla="*/ 9 h 18"/>
              <a:gd name="T32" fmla="*/ 11 w 12"/>
              <a:gd name="T33" fmla="*/ 12 h 18"/>
              <a:gd name="T34" fmla="*/ 8 w 12"/>
              <a:gd name="T35" fmla="*/ 13 h 18"/>
              <a:gd name="T36" fmla="*/ 7 w 12"/>
              <a:gd name="T37" fmla="*/ 13 h 18"/>
              <a:gd name="T38" fmla="*/ 7 w 12"/>
              <a:gd name="T39" fmla="*/ 13 h 18"/>
              <a:gd name="T40" fmla="*/ 4 w 12"/>
              <a:gd name="T41" fmla="*/ 13 h 18"/>
              <a:gd name="T42" fmla="*/ 3 w 12"/>
              <a:gd name="T43" fmla="*/ 12 h 18"/>
              <a:gd name="T44" fmla="*/ 3 w 12"/>
              <a:gd name="T45" fmla="*/ 12 h 18"/>
              <a:gd name="T46" fmla="*/ 3 w 12"/>
              <a:gd name="T47" fmla="*/ 18 h 18"/>
              <a:gd name="T48" fmla="*/ 0 w 12"/>
              <a:gd name="T49" fmla="*/ 18 h 18"/>
              <a:gd name="T50" fmla="*/ 0 w 12"/>
              <a:gd name="T51" fmla="*/ 5 h 18"/>
              <a:gd name="T52" fmla="*/ 3 w 12"/>
              <a:gd name="T53" fmla="*/ 8 h 18"/>
              <a:gd name="T54" fmla="*/ 3 w 12"/>
              <a:gd name="T55" fmla="*/ 9 h 18"/>
              <a:gd name="T56" fmla="*/ 3 w 12"/>
              <a:gd name="T57" fmla="*/ 9 h 18"/>
              <a:gd name="T58" fmla="*/ 4 w 12"/>
              <a:gd name="T59" fmla="*/ 10 h 18"/>
              <a:gd name="T60" fmla="*/ 5 w 12"/>
              <a:gd name="T61" fmla="*/ 12 h 18"/>
              <a:gd name="T62" fmla="*/ 5 w 12"/>
              <a:gd name="T63" fmla="*/ 12 h 18"/>
              <a:gd name="T64" fmla="*/ 8 w 12"/>
              <a:gd name="T65" fmla="*/ 10 h 18"/>
              <a:gd name="T66" fmla="*/ 9 w 12"/>
              <a:gd name="T67" fmla="*/ 6 h 18"/>
              <a:gd name="T68" fmla="*/ 9 w 12"/>
              <a:gd name="T69" fmla="*/ 6 h 18"/>
              <a:gd name="T70" fmla="*/ 8 w 12"/>
              <a:gd name="T71" fmla="*/ 4 h 18"/>
              <a:gd name="T72" fmla="*/ 8 w 12"/>
              <a:gd name="T73" fmla="*/ 2 h 18"/>
              <a:gd name="T74" fmla="*/ 5 w 12"/>
              <a:gd name="T75" fmla="*/ 2 h 18"/>
              <a:gd name="T76" fmla="*/ 5 w 12"/>
              <a:gd name="T77" fmla="*/ 2 h 18"/>
              <a:gd name="T78" fmla="*/ 4 w 12"/>
              <a:gd name="T79" fmla="*/ 2 h 18"/>
              <a:gd name="T80" fmla="*/ 3 w 12"/>
              <a:gd name="T81" fmla="*/ 5 h 18"/>
              <a:gd name="T82" fmla="*/ 3 w 12"/>
              <a:gd name="T83" fmla="*/ 5 h 18"/>
              <a:gd name="T84" fmla="*/ 3 w 12"/>
              <a:gd name="T85" fmla="*/ 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" h="18">
                <a:moveTo>
                  <a:pt x="0" y="5"/>
                </a:moveTo>
                <a:lnTo>
                  <a:pt x="0" y="5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8" y="1"/>
                </a:lnTo>
                <a:lnTo>
                  <a:pt x="11" y="2"/>
                </a:lnTo>
                <a:lnTo>
                  <a:pt x="12" y="4"/>
                </a:lnTo>
                <a:lnTo>
                  <a:pt x="12" y="6"/>
                </a:lnTo>
                <a:lnTo>
                  <a:pt x="12" y="6"/>
                </a:lnTo>
                <a:lnTo>
                  <a:pt x="12" y="9"/>
                </a:lnTo>
                <a:lnTo>
                  <a:pt x="11" y="12"/>
                </a:lnTo>
                <a:lnTo>
                  <a:pt x="8" y="13"/>
                </a:lnTo>
                <a:lnTo>
                  <a:pt x="7" y="13"/>
                </a:lnTo>
                <a:lnTo>
                  <a:pt x="7" y="13"/>
                </a:lnTo>
                <a:lnTo>
                  <a:pt x="4" y="13"/>
                </a:lnTo>
                <a:lnTo>
                  <a:pt x="3" y="12"/>
                </a:lnTo>
                <a:lnTo>
                  <a:pt x="3" y="12"/>
                </a:lnTo>
                <a:lnTo>
                  <a:pt x="3" y="18"/>
                </a:lnTo>
                <a:lnTo>
                  <a:pt x="0" y="18"/>
                </a:lnTo>
                <a:lnTo>
                  <a:pt x="0" y="5"/>
                </a:lnTo>
                <a:close/>
                <a:moveTo>
                  <a:pt x="3" y="8"/>
                </a:moveTo>
                <a:lnTo>
                  <a:pt x="3" y="9"/>
                </a:lnTo>
                <a:lnTo>
                  <a:pt x="3" y="9"/>
                </a:lnTo>
                <a:lnTo>
                  <a:pt x="4" y="10"/>
                </a:lnTo>
                <a:lnTo>
                  <a:pt x="5" y="12"/>
                </a:lnTo>
                <a:lnTo>
                  <a:pt x="5" y="12"/>
                </a:lnTo>
                <a:lnTo>
                  <a:pt x="8" y="10"/>
                </a:lnTo>
                <a:lnTo>
                  <a:pt x="9" y="6"/>
                </a:lnTo>
                <a:lnTo>
                  <a:pt x="9" y="6"/>
                </a:lnTo>
                <a:lnTo>
                  <a:pt x="8" y="4"/>
                </a:lnTo>
                <a:lnTo>
                  <a:pt x="8" y="2"/>
                </a:lnTo>
                <a:lnTo>
                  <a:pt x="5" y="2"/>
                </a:lnTo>
                <a:lnTo>
                  <a:pt x="5" y="2"/>
                </a:lnTo>
                <a:lnTo>
                  <a:pt x="4" y="2"/>
                </a:lnTo>
                <a:lnTo>
                  <a:pt x="3" y="5"/>
                </a:lnTo>
                <a:lnTo>
                  <a:pt x="3" y="5"/>
                </a:lnTo>
                <a:lnTo>
                  <a:pt x="3" y="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9" name="Freeform 1957"/>
          <p:cNvSpPr>
            <a:spLocks/>
          </p:cNvSpPr>
          <p:nvPr/>
        </p:nvSpPr>
        <p:spPr bwMode="auto">
          <a:xfrm>
            <a:off x="3068242" y="3583683"/>
            <a:ext cx="13864" cy="16385"/>
          </a:xfrm>
          <a:custGeom>
            <a:avLst/>
            <a:gdLst>
              <a:gd name="T0" fmla="*/ 11 w 11"/>
              <a:gd name="T1" fmla="*/ 9 h 13"/>
              <a:gd name="T2" fmla="*/ 11 w 11"/>
              <a:gd name="T3" fmla="*/ 9 h 13"/>
              <a:gd name="T4" fmla="*/ 11 w 11"/>
              <a:gd name="T5" fmla="*/ 13 h 13"/>
              <a:gd name="T6" fmla="*/ 9 w 11"/>
              <a:gd name="T7" fmla="*/ 13 h 13"/>
              <a:gd name="T8" fmla="*/ 9 w 11"/>
              <a:gd name="T9" fmla="*/ 10 h 13"/>
              <a:gd name="T10" fmla="*/ 9 w 11"/>
              <a:gd name="T11" fmla="*/ 10 h 13"/>
              <a:gd name="T12" fmla="*/ 9 w 11"/>
              <a:gd name="T13" fmla="*/ 10 h 13"/>
              <a:gd name="T14" fmla="*/ 7 w 11"/>
              <a:gd name="T15" fmla="*/ 13 h 13"/>
              <a:gd name="T16" fmla="*/ 4 w 11"/>
              <a:gd name="T17" fmla="*/ 13 h 13"/>
              <a:gd name="T18" fmla="*/ 4 w 11"/>
              <a:gd name="T19" fmla="*/ 13 h 13"/>
              <a:gd name="T20" fmla="*/ 1 w 11"/>
              <a:gd name="T21" fmla="*/ 12 h 13"/>
              <a:gd name="T22" fmla="*/ 0 w 11"/>
              <a:gd name="T23" fmla="*/ 10 h 13"/>
              <a:gd name="T24" fmla="*/ 0 w 11"/>
              <a:gd name="T25" fmla="*/ 8 h 13"/>
              <a:gd name="T26" fmla="*/ 0 w 11"/>
              <a:gd name="T27" fmla="*/ 0 h 13"/>
              <a:gd name="T28" fmla="*/ 3 w 11"/>
              <a:gd name="T29" fmla="*/ 0 h 13"/>
              <a:gd name="T30" fmla="*/ 3 w 11"/>
              <a:gd name="T31" fmla="*/ 8 h 13"/>
              <a:gd name="T32" fmla="*/ 3 w 11"/>
              <a:gd name="T33" fmla="*/ 8 h 13"/>
              <a:gd name="T34" fmla="*/ 3 w 11"/>
              <a:gd name="T35" fmla="*/ 10 h 13"/>
              <a:gd name="T36" fmla="*/ 5 w 11"/>
              <a:gd name="T37" fmla="*/ 12 h 13"/>
              <a:gd name="T38" fmla="*/ 5 w 11"/>
              <a:gd name="T39" fmla="*/ 12 h 13"/>
              <a:gd name="T40" fmla="*/ 7 w 11"/>
              <a:gd name="T41" fmla="*/ 10 h 13"/>
              <a:gd name="T42" fmla="*/ 8 w 11"/>
              <a:gd name="T43" fmla="*/ 9 h 13"/>
              <a:gd name="T44" fmla="*/ 8 w 11"/>
              <a:gd name="T45" fmla="*/ 8 h 13"/>
              <a:gd name="T46" fmla="*/ 8 w 11"/>
              <a:gd name="T47" fmla="*/ 0 h 13"/>
              <a:gd name="T48" fmla="*/ 11 w 11"/>
              <a:gd name="T49" fmla="*/ 0 h 13"/>
              <a:gd name="T50" fmla="*/ 11 w 11"/>
              <a:gd name="T51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11" y="9"/>
                </a:moveTo>
                <a:lnTo>
                  <a:pt x="11" y="9"/>
                </a:lnTo>
                <a:lnTo>
                  <a:pt x="11" y="13"/>
                </a:lnTo>
                <a:lnTo>
                  <a:pt x="9" y="13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7" y="13"/>
                </a:lnTo>
                <a:lnTo>
                  <a:pt x="4" y="13"/>
                </a:lnTo>
                <a:lnTo>
                  <a:pt x="4" y="13"/>
                </a:lnTo>
                <a:lnTo>
                  <a:pt x="1" y="12"/>
                </a:lnTo>
                <a:lnTo>
                  <a:pt x="0" y="10"/>
                </a:lnTo>
                <a:lnTo>
                  <a:pt x="0" y="8"/>
                </a:lnTo>
                <a:lnTo>
                  <a:pt x="0" y="0"/>
                </a:lnTo>
                <a:lnTo>
                  <a:pt x="3" y="0"/>
                </a:lnTo>
                <a:lnTo>
                  <a:pt x="3" y="8"/>
                </a:lnTo>
                <a:lnTo>
                  <a:pt x="3" y="8"/>
                </a:lnTo>
                <a:lnTo>
                  <a:pt x="3" y="10"/>
                </a:lnTo>
                <a:lnTo>
                  <a:pt x="5" y="12"/>
                </a:lnTo>
                <a:lnTo>
                  <a:pt x="5" y="12"/>
                </a:lnTo>
                <a:lnTo>
                  <a:pt x="7" y="10"/>
                </a:lnTo>
                <a:lnTo>
                  <a:pt x="8" y="9"/>
                </a:lnTo>
                <a:lnTo>
                  <a:pt x="8" y="8"/>
                </a:lnTo>
                <a:lnTo>
                  <a:pt x="8" y="0"/>
                </a:lnTo>
                <a:lnTo>
                  <a:pt x="11" y="0"/>
                </a:lnTo>
                <a:lnTo>
                  <a:pt x="11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0" name="Freeform 1958"/>
          <p:cNvSpPr>
            <a:spLocks/>
          </p:cNvSpPr>
          <p:nvPr/>
        </p:nvSpPr>
        <p:spPr bwMode="auto">
          <a:xfrm>
            <a:off x="3084627" y="3579902"/>
            <a:ext cx="10083" cy="20166"/>
          </a:xfrm>
          <a:custGeom>
            <a:avLst/>
            <a:gdLst>
              <a:gd name="T0" fmla="*/ 4 w 8"/>
              <a:gd name="T1" fmla="*/ 0 h 16"/>
              <a:gd name="T2" fmla="*/ 4 w 8"/>
              <a:gd name="T3" fmla="*/ 3 h 16"/>
              <a:gd name="T4" fmla="*/ 8 w 8"/>
              <a:gd name="T5" fmla="*/ 3 h 16"/>
              <a:gd name="T6" fmla="*/ 8 w 8"/>
              <a:gd name="T7" fmla="*/ 5 h 16"/>
              <a:gd name="T8" fmla="*/ 4 w 8"/>
              <a:gd name="T9" fmla="*/ 5 h 16"/>
              <a:gd name="T10" fmla="*/ 4 w 8"/>
              <a:gd name="T11" fmla="*/ 12 h 16"/>
              <a:gd name="T12" fmla="*/ 4 w 8"/>
              <a:gd name="T13" fmla="*/ 12 h 16"/>
              <a:gd name="T14" fmla="*/ 4 w 8"/>
              <a:gd name="T15" fmla="*/ 13 h 16"/>
              <a:gd name="T16" fmla="*/ 6 w 8"/>
              <a:gd name="T17" fmla="*/ 15 h 16"/>
              <a:gd name="T18" fmla="*/ 6 w 8"/>
              <a:gd name="T19" fmla="*/ 15 h 16"/>
              <a:gd name="T20" fmla="*/ 7 w 8"/>
              <a:gd name="T21" fmla="*/ 15 h 16"/>
              <a:gd name="T22" fmla="*/ 7 w 8"/>
              <a:gd name="T23" fmla="*/ 16 h 16"/>
              <a:gd name="T24" fmla="*/ 7 w 8"/>
              <a:gd name="T25" fmla="*/ 16 h 16"/>
              <a:gd name="T26" fmla="*/ 6 w 8"/>
              <a:gd name="T27" fmla="*/ 16 h 16"/>
              <a:gd name="T28" fmla="*/ 6 w 8"/>
              <a:gd name="T29" fmla="*/ 16 h 16"/>
              <a:gd name="T30" fmla="*/ 3 w 8"/>
              <a:gd name="T31" fmla="*/ 15 h 16"/>
              <a:gd name="T32" fmla="*/ 3 w 8"/>
              <a:gd name="T33" fmla="*/ 15 h 16"/>
              <a:gd name="T34" fmla="*/ 2 w 8"/>
              <a:gd name="T35" fmla="*/ 12 h 16"/>
              <a:gd name="T36" fmla="*/ 2 w 8"/>
              <a:gd name="T37" fmla="*/ 5 h 16"/>
              <a:gd name="T38" fmla="*/ 0 w 8"/>
              <a:gd name="T39" fmla="*/ 5 h 16"/>
              <a:gd name="T40" fmla="*/ 0 w 8"/>
              <a:gd name="T41" fmla="*/ 3 h 16"/>
              <a:gd name="T42" fmla="*/ 2 w 8"/>
              <a:gd name="T43" fmla="*/ 3 h 16"/>
              <a:gd name="T44" fmla="*/ 2 w 8"/>
              <a:gd name="T45" fmla="*/ 0 h 16"/>
              <a:gd name="T46" fmla="*/ 4 w 8"/>
              <a:gd name="T47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" h="16">
                <a:moveTo>
                  <a:pt x="4" y="0"/>
                </a:moveTo>
                <a:lnTo>
                  <a:pt x="4" y="3"/>
                </a:lnTo>
                <a:lnTo>
                  <a:pt x="8" y="3"/>
                </a:lnTo>
                <a:lnTo>
                  <a:pt x="8" y="5"/>
                </a:lnTo>
                <a:lnTo>
                  <a:pt x="4" y="5"/>
                </a:lnTo>
                <a:lnTo>
                  <a:pt x="4" y="12"/>
                </a:lnTo>
                <a:lnTo>
                  <a:pt x="4" y="12"/>
                </a:lnTo>
                <a:lnTo>
                  <a:pt x="4" y="13"/>
                </a:lnTo>
                <a:lnTo>
                  <a:pt x="6" y="15"/>
                </a:lnTo>
                <a:lnTo>
                  <a:pt x="6" y="15"/>
                </a:lnTo>
                <a:lnTo>
                  <a:pt x="7" y="15"/>
                </a:lnTo>
                <a:lnTo>
                  <a:pt x="7" y="16"/>
                </a:lnTo>
                <a:lnTo>
                  <a:pt x="7" y="16"/>
                </a:lnTo>
                <a:lnTo>
                  <a:pt x="6" y="16"/>
                </a:lnTo>
                <a:lnTo>
                  <a:pt x="6" y="16"/>
                </a:lnTo>
                <a:lnTo>
                  <a:pt x="3" y="15"/>
                </a:lnTo>
                <a:lnTo>
                  <a:pt x="3" y="15"/>
                </a:lnTo>
                <a:lnTo>
                  <a:pt x="2" y="12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1" name="Freeform 1959"/>
          <p:cNvSpPr>
            <a:spLocks noEditPoints="1"/>
          </p:cNvSpPr>
          <p:nvPr/>
        </p:nvSpPr>
        <p:spPr bwMode="auto">
          <a:xfrm>
            <a:off x="3097231" y="3583683"/>
            <a:ext cx="11344" cy="16385"/>
          </a:xfrm>
          <a:custGeom>
            <a:avLst/>
            <a:gdLst>
              <a:gd name="T0" fmla="*/ 8 w 9"/>
              <a:gd name="T1" fmla="*/ 13 h 13"/>
              <a:gd name="T2" fmla="*/ 8 w 9"/>
              <a:gd name="T3" fmla="*/ 12 h 13"/>
              <a:gd name="T4" fmla="*/ 8 w 9"/>
              <a:gd name="T5" fmla="*/ 12 h 13"/>
              <a:gd name="T6" fmla="*/ 8 w 9"/>
              <a:gd name="T7" fmla="*/ 12 h 13"/>
              <a:gd name="T8" fmla="*/ 5 w 9"/>
              <a:gd name="T9" fmla="*/ 13 h 13"/>
              <a:gd name="T10" fmla="*/ 4 w 9"/>
              <a:gd name="T11" fmla="*/ 13 h 13"/>
              <a:gd name="T12" fmla="*/ 4 w 9"/>
              <a:gd name="T13" fmla="*/ 13 h 13"/>
              <a:gd name="T14" fmla="*/ 1 w 9"/>
              <a:gd name="T15" fmla="*/ 12 h 13"/>
              <a:gd name="T16" fmla="*/ 0 w 9"/>
              <a:gd name="T17" fmla="*/ 9 h 13"/>
              <a:gd name="T18" fmla="*/ 0 w 9"/>
              <a:gd name="T19" fmla="*/ 9 h 13"/>
              <a:gd name="T20" fmla="*/ 0 w 9"/>
              <a:gd name="T21" fmla="*/ 8 h 13"/>
              <a:gd name="T22" fmla="*/ 1 w 9"/>
              <a:gd name="T23" fmla="*/ 6 h 13"/>
              <a:gd name="T24" fmla="*/ 8 w 9"/>
              <a:gd name="T25" fmla="*/ 5 h 13"/>
              <a:gd name="T26" fmla="*/ 8 w 9"/>
              <a:gd name="T27" fmla="*/ 5 h 13"/>
              <a:gd name="T28" fmla="*/ 8 w 9"/>
              <a:gd name="T29" fmla="*/ 5 h 13"/>
              <a:gd name="T30" fmla="*/ 7 w 9"/>
              <a:gd name="T31" fmla="*/ 2 h 13"/>
              <a:gd name="T32" fmla="*/ 4 w 9"/>
              <a:gd name="T33" fmla="*/ 1 h 13"/>
              <a:gd name="T34" fmla="*/ 4 w 9"/>
              <a:gd name="T35" fmla="*/ 1 h 13"/>
              <a:gd name="T36" fmla="*/ 1 w 9"/>
              <a:gd name="T37" fmla="*/ 2 h 13"/>
              <a:gd name="T38" fmla="*/ 0 w 9"/>
              <a:gd name="T39" fmla="*/ 1 h 13"/>
              <a:gd name="T40" fmla="*/ 0 w 9"/>
              <a:gd name="T41" fmla="*/ 1 h 13"/>
              <a:gd name="T42" fmla="*/ 5 w 9"/>
              <a:gd name="T43" fmla="*/ 0 h 13"/>
              <a:gd name="T44" fmla="*/ 5 w 9"/>
              <a:gd name="T45" fmla="*/ 0 h 13"/>
              <a:gd name="T46" fmla="*/ 7 w 9"/>
              <a:gd name="T47" fmla="*/ 1 h 13"/>
              <a:gd name="T48" fmla="*/ 9 w 9"/>
              <a:gd name="T49" fmla="*/ 1 h 13"/>
              <a:gd name="T50" fmla="*/ 9 w 9"/>
              <a:gd name="T51" fmla="*/ 5 h 13"/>
              <a:gd name="T52" fmla="*/ 9 w 9"/>
              <a:gd name="T53" fmla="*/ 10 h 13"/>
              <a:gd name="T54" fmla="*/ 9 w 9"/>
              <a:gd name="T55" fmla="*/ 10 h 13"/>
              <a:gd name="T56" fmla="*/ 9 w 9"/>
              <a:gd name="T57" fmla="*/ 13 h 13"/>
              <a:gd name="T58" fmla="*/ 8 w 9"/>
              <a:gd name="T59" fmla="*/ 13 h 13"/>
              <a:gd name="T60" fmla="*/ 8 w 9"/>
              <a:gd name="T61" fmla="*/ 6 h 13"/>
              <a:gd name="T62" fmla="*/ 8 w 9"/>
              <a:gd name="T63" fmla="*/ 6 h 13"/>
              <a:gd name="T64" fmla="*/ 4 w 9"/>
              <a:gd name="T65" fmla="*/ 6 h 13"/>
              <a:gd name="T66" fmla="*/ 3 w 9"/>
              <a:gd name="T67" fmla="*/ 8 h 13"/>
              <a:gd name="T68" fmla="*/ 3 w 9"/>
              <a:gd name="T69" fmla="*/ 9 h 13"/>
              <a:gd name="T70" fmla="*/ 3 w 9"/>
              <a:gd name="T71" fmla="*/ 9 h 13"/>
              <a:gd name="T72" fmla="*/ 3 w 9"/>
              <a:gd name="T73" fmla="*/ 12 h 13"/>
              <a:gd name="T74" fmla="*/ 4 w 9"/>
              <a:gd name="T75" fmla="*/ 12 h 13"/>
              <a:gd name="T76" fmla="*/ 4 w 9"/>
              <a:gd name="T77" fmla="*/ 12 h 13"/>
              <a:gd name="T78" fmla="*/ 7 w 9"/>
              <a:gd name="T79" fmla="*/ 10 h 13"/>
              <a:gd name="T80" fmla="*/ 7 w 9"/>
              <a:gd name="T81" fmla="*/ 9 h 13"/>
              <a:gd name="T82" fmla="*/ 8 w 9"/>
              <a:gd name="T83" fmla="*/ 9 h 13"/>
              <a:gd name="T84" fmla="*/ 8 w 9"/>
              <a:gd name="T85" fmla="*/ 6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" h="13">
                <a:moveTo>
                  <a:pt x="8" y="13"/>
                </a:moveTo>
                <a:lnTo>
                  <a:pt x="8" y="12"/>
                </a:lnTo>
                <a:lnTo>
                  <a:pt x="8" y="12"/>
                </a:lnTo>
                <a:lnTo>
                  <a:pt x="8" y="12"/>
                </a:lnTo>
                <a:lnTo>
                  <a:pt x="5" y="13"/>
                </a:lnTo>
                <a:lnTo>
                  <a:pt x="4" y="13"/>
                </a:lnTo>
                <a:lnTo>
                  <a:pt x="4" y="13"/>
                </a:lnTo>
                <a:lnTo>
                  <a:pt x="1" y="12"/>
                </a:lnTo>
                <a:lnTo>
                  <a:pt x="0" y="9"/>
                </a:lnTo>
                <a:lnTo>
                  <a:pt x="0" y="9"/>
                </a:lnTo>
                <a:lnTo>
                  <a:pt x="0" y="8"/>
                </a:lnTo>
                <a:lnTo>
                  <a:pt x="1" y="6"/>
                </a:lnTo>
                <a:lnTo>
                  <a:pt x="8" y="5"/>
                </a:lnTo>
                <a:lnTo>
                  <a:pt x="8" y="5"/>
                </a:lnTo>
                <a:lnTo>
                  <a:pt x="8" y="5"/>
                </a:lnTo>
                <a:lnTo>
                  <a:pt x="7" y="2"/>
                </a:lnTo>
                <a:lnTo>
                  <a:pt x="4" y="1"/>
                </a:lnTo>
                <a:lnTo>
                  <a:pt x="4" y="1"/>
                </a:lnTo>
                <a:lnTo>
                  <a:pt x="1" y="2"/>
                </a:lnTo>
                <a:lnTo>
                  <a:pt x="0" y="1"/>
                </a:lnTo>
                <a:lnTo>
                  <a:pt x="0" y="1"/>
                </a:lnTo>
                <a:lnTo>
                  <a:pt x="5" y="0"/>
                </a:lnTo>
                <a:lnTo>
                  <a:pt x="5" y="0"/>
                </a:lnTo>
                <a:lnTo>
                  <a:pt x="7" y="1"/>
                </a:lnTo>
                <a:lnTo>
                  <a:pt x="9" y="1"/>
                </a:lnTo>
                <a:lnTo>
                  <a:pt x="9" y="5"/>
                </a:lnTo>
                <a:lnTo>
                  <a:pt x="9" y="10"/>
                </a:lnTo>
                <a:lnTo>
                  <a:pt x="9" y="10"/>
                </a:lnTo>
                <a:lnTo>
                  <a:pt x="9" y="13"/>
                </a:lnTo>
                <a:lnTo>
                  <a:pt x="8" y="13"/>
                </a:lnTo>
                <a:close/>
                <a:moveTo>
                  <a:pt x="8" y="6"/>
                </a:moveTo>
                <a:lnTo>
                  <a:pt x="8" y="6"/>
                </a:lnTo>
                <a:lnTo>
                  <a:pt x="4" y="6"/>
                </a:lnTo>
                <a:lnTo>
                  <a:pt x="3" y="8"/>
                </a:lnTo>
                <a:lnTo>
                  <a:pt x="3" y="9"/>
                </a:lnTo>
                <a:lnTo>
                  <a:pt x="3" y="9"/>
                </a:lnTo>
                <a:lnTo>
                  <a:pt x="3" y="12"/>
                </a:lnTo>
                <a:lnTo>
                  <a:pt x="4" y="12"/>
                </a:lnTo>
                <a:lnTo>
                  <a:pt x="4" y="12"/>
                </a:lnTo>
                <a:lnTo>
                  <a:pt x="7" y="10"/>
                </a:lnTo>
                <a:lnTo>
                  <a:pt x="7" y="9"/>
                </a:lnTo>
                <a:lnTo>
                  <a:pt x="8" y="9"/>
                </a:lnTo>
                <a:lnTo>
                  <a:pt x="8" y="6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2" name="Freeform 1960"/>
          <p:cNvSpPr>
            <a:spLocks/>
          </p:cNvSpPr>
          <p:nvPr/>
        </p:nvSpPr>
        <p:spPr bwMode="auto">
          <a:xfrm>
            <a:off x="3112356" y="3579902"/>
            <a:ext cx="10083" cy="20166"/>
          </a:xfrm>
          <a:custGeom>
            <a:avLst/>
            <a:gdLst>
              <a:gd name="T0" fmla="*/ 4 w 8"/>
              <a:gd name="T1" fmla="*/ 0 h 16"/>
              <a:gd name="T2" fmla="*/ 4 w 8"/>
              <a:gd name="T3" fmla="*/ 3 h 16"/>
              <a:gd name="T4" fmla="*/ 8 w 8"/>
              <a:gd name="T5" fmla="*/ 3 h 16"/>
              <a:gd name="T6" fmla="*/ 8 w 8"/>
              <a:gd name="T7" fmla="*/ 5 h 16"/>
              <a:gd name="T8" fmla="*/ 4 w 8"/>
              <a:gd name="T9" fmla="*/ 5 h 16"/>
              <a:gd name="T10" fmla="*/ 4 w 8"/>
              <a:gd name="T11" fmla="*/ 12 h 16"/>
              <a:gd name="T12" fmla="*/ 4 w 8"/>
              <a:gd name="T13" fmla="*/ 12 h 16"/>
              <a:gd name="T14" fmla="*/ 4 w 8"/>
              <a:gd name="T15" fmla="*/ 13 h 16"/>
              <a:gd name="T16" fmla="*/ 5 w 8"/>
              <a:gd name="T17" fmla="*/ 15 h 16"/>
              <a:gd name="T18" fmla="*/ 5 w 8"/>
              <a:gd name="T19" fmla="*/ 15 h 16"/>
              <a:gd name="T20" fmla="*/ 7 w 8"/>
              <a:gd name="T21" fmla="*/ 15 h 16"/>
              <a:gd name="T22" fmla="*/ 7 w 8"/>
              <a:gd name="T23" fmla="*/ 16 h 16"/>
              <a:gd name="T24" fmla="*/ 7 w 8"/>
              <a:gd name="T25" fmla="*/ 16 h 16"/>
              <a:gd name="T26" fmla="*/ 5 w 8"/>
              <a:gd name="T27" fmla="*/ 16 h 16"/>
              <a:gd name="T28" fmla="*/ 5 w 8"/>
              <a:gd name="T29" fmla="*/ 16 h 16"/>
              <a:gd name="T30" fmla="*/ 3 w 8"/>
              <a:gd name="T31" fmla="*/ 15 h 16"/>
              <a:gd name="T32" fmla="*/ 3 w 8"/>
              <a:gd name="T33" fmla="*/ 15 h 16"/>
              <a:gd name="T34" fmla="*/ 1 w 8"/>
              <a:gd name="T35" fmla="*/ 12 h 16"/>
              <a:gd name="T36" fmla="*/ 1 w 8"/>
              <a:gd name="T37" fmla="*/ 5 h 16"/>
              <a:gd name="T38" fmla="*/ 0 w 8"/>
              <a:gd name="T39" fmla="*/ 5 h 16"/>
              <a:gd name="T40" fmla="*/ 0 w 8"/>
              <a:gd name="T41" fmla="*/ 3 h 16"/>
              <a:gd name="T42" fmla="*/ 1 w 8"/>
              <a:gd name="T43" fmla="*/ 3 h 16"/>
              <a:gd name="T44" fmla="*/ 1 w 8"/>
              <a:gd name="T45" fmla="*/ 0 h 16"/>
              <a:gd name="T46" fmla="*/ 4 w 8"/>
              <a:gd name="T47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" h="16">
                <a:moveTo>
                  <a:pt x="4" y="0"/>
                </a:moveTo>
                <a:lnTo>
                  <a:pt x="4" y="3"/>
                </a:lnTo>
                <a:lnTo>
                  <a:pt x="8" y="3"/>
                </a:lnTo>
                <a:lnTo>
                  <a:pt x="8" y="5"/>
                </a:lnTo>
                <a:lnTo>
                  <a:pt x="4" y="5"/>
                </a:lnTo>
                <a:lnTo>
                  <a:pt x="4" y="12"/>
                </a:lnTo>
                <a:lnTo>
                  <a:pt x="4" y="12"/>
                </a:lnTo>
                <a:lnTo>
                  <a:pt x="4" y="13"/>
                </a:lnTo>
                <a:lnTo>
                  <a:pt x="5" y="15"/>
                </a:lnTo>
                <a:lnTo>
                  <a:pt x="5" y="15"/>
                </a:lnTo>
                <a:lnTo>
                  <a:pt x="7" y="15"/>
                </a:lnTo>
                <a:lnTo>
                  <a:pt x="7" y="16"/>
                </a:lnTo>
                <a:lnTo>
                  <a:pt x="7" y="16"/>
                </a:lnTo>
                <a:lnTo>
                  <a:pt x="5" y="16"/>
                </a:lnTo>
                <a:lnTo>
                  <a:pt x="5" y="16"/>
                </a:lnTo>
                <a:lnTo>
                  <a:pt x="3" y="15"/>
                </a:lnTo>
                <a:lnTo>
                  <a:pt x="3" y="15"/>
                </a:lnTo>
                <a:lnTo>
                  <a:pt x="1" y="12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1" y="3"/>
                </a:lnTo>
                <a:lnTo>
                  <a:pt x="1" y="0"/>
                </a:lnTo>
                <a:lnTo>
                  <a:pt x="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3" name="Freeform 1961"/>
          <p:cNvSpPr>
            <a:spLocks noEditPoints="1"/>
          </p:cNvSpPr>
          <p:nvPr/>
        </p:nvSpPr>
        <p:spPr bwMode="auto">
          <a:xfrm>
            <a:off x="3123700" y="3583683"/>
            <a:ext cx="13864" cy="16385"/>
          </a:xfrm>
          <a:custGeom>
            <a:avLst/>
            <a:gdLst>
              <a:gd name="T0" fmla="*/ 2 w 11"/>
              <a:gd name="T1" fmla="*/ 8 h 13"/>
              <a:gd name="T2" fmla="*/ 2 w 11"/>
              <a:gd name="T3" fmla="*/ 8 h 13"/>
              <a:gd name="T4" fmla="*/ 3 w 11"/>
              <a:gd name="T5" fmla="*/ 9 h 13"/>
              <a:gd name="T6" fmla="*/ 3 w 11"/>
              <a:gd name="T7" fmla="*/ 10 h 13"/>
              <a:gd name="T8" fmla="*/ 7 w 11"/>
              <a:gd name="T9" fmla="*/ 12 h 13"/>
              <a:gd name="T10" fmla="*/ 7 w 11"/>
              <a:gd name="T11" fmla="*/ 12 h 13"/>
              <a:gd name="T12" fmla="*/ 10 w 11"/>
              <a:gd name="T13" fmla="*/ 10 h 13"/>
              <a:gd name="T14" fmla="*/ 11 w 11"/>
              <a:gd name="T15" fmla="*/ 13 h 13"/>
              <a:gd name="T16" fmla="*/ 11 w 11"/>
              <a:gd name="T17" fmla="*/ 13 h 13"/>
              <a:gd name="T18" fmla="*/ 6 w 11"/>
              <a:gd name="T19" fmla="*/ 13 h 13"/>
              <a:gd name="T20" fmla="*/ 6 w 11"/>
              <a:gd name="T21" fmla="*/ 13 h 13"/>
              <a:gd name="T22" fmla="*/ 3 w 11"/>
              <a:gd name="T23" fmla="*/ 13 h 13"/>
              <a:gd name="T24" fmla="*/ 2 w 11"/>
              <a:gd name="T25" fmla="*/ 12 h 13"/>
              <a:gd name="T26" fmla="*/ 0 w 11"/>
              <a:gd name="T27" fmla="*/ 9 h 13"/>
              <a:gd name="T28" fmla="*/ 0 w 11"/>
              <a:gd name="T29" fmla="*/ 6 h 13"/>
              <a:gd name="T30" fmla="*/ 0 w 11"/>
              <a:gd name="T31" fmla="*/ 6 h 13"/>
              <a:gd name="T32" fmla="*/ 0 w 11"/>
              <a:gd name="T33" fmla="*/ 4 h 13"/>
              <a:gd name="T34" fmla="*/ 2 w 11"/>
              <a:gd name="T35" fmla="*/ 2 h 13"/>
              <a:gd name="T36" fmla="*/ 3 w 11"/>
              <a:gd name="T37" fmla="*/ 1 h 13"/>
              <a:gd name="T38" fmla="*/ 6 w 11"/>
              <a:gd name="T39" fmla="*/ 0 h 13"/>
              <a:gd name="T40" fmla="*/ 6 w 11"/>
              <a:gd name="T41" fmla="*/ 0 h 13"/>
              <a:gd name="T42" fmla="*/ 9 w 11"/>
              <a:gd name="T43" fmla="*/ 1 h 13"/>
              <a:gd name="T44" fmla="*/ 10 w 11"/>
              <a:gd name="T45" fmla="*/ 2 h 13"/>
              <a:gd name="T46" fmla="*/ 11 w 11"/>
              <a:gd name="T47" fmla="*/ 6 h 13"/>
              <a:gd name="T48" fmla="*/ 11 w 11"/>
              <a:gd name="T49" fmla="*/ 8 h 13"/>
              <a:gd name="T50" fmla="*/ 2 w 11"/>
              <a:gd name="T51" fmla="*/ 8 h 13"/>
              <a:gd name="T52" fmla="*/ 10 w 11"/>
              <a:gd name="T53" fmla="*/ 5 h 13"/>
              <a:gd name="T54" fmla="*/ 10 w 11"/>
              <a:gd name="T55" fmla="*/ 5 h 13"/>
              <a:gd name="T56" fmla="*/ 9 w 11"/>
              <a:gd name="T57" fmla="*/ 2 h 13"/>
              <a:gd name="T58" fmla="*/ 7 w 11"/>
              <a:gd name="T59" fmla="*/ 2 h 13"/>
              <a:gd name="T60" fmla="*/ 6 w 11"/>
              <a:gd name="T61" fmla="*/ 1 h 13"/>
              <a:gd name="T62" fmla="*/ 6 w 11"/>
              <a:gd name="T63" fmla="*/ 1 h 13"/>
              <a:gd name="T64" fmla="*/ 3 w 11"/>
              <a:gd name="T65" fmla="*/ 2 h 13"/>
              <a:gd name="T66" fmla="*/ 2 w 11"/>
              <a:gd name="T67" fmla="*/ 5 h 13"/>
              <a:gd name="T68" fmla="*/ 10 w 11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" h="13">
                <a:moveTo>
                  <a:pt x="2" y="8"/>
                </a:moveTo>
                <a:lnTo>
                  <a:pt x="2" y="8"/>
                </a:lnTo>
                <a:lnTo>
                  <a:pt x="3" y="9"/>
                </a:lnTo>
                <a:lnTo>
                  <a:pt x="3" y="10"/>
                </a:lnTo>
                <a:lnTo>
                  <a:pt x="7" y="12"/>
                </a:lnTo>
                <a:lnTo>
                  <a:pt x="7" y="12"/>
                </a:lnTo>
                <a:lnTo>
                  <a:pt x="10" y="10"/>
                </a:lnTo>
                <a:lnTo>
                  <a:pt x="11" y="13"/>
                </a:lnTo>
                <a:lnTo>
                  <a:pt x="11" y="13"/>
                </a:lnTo>
                <a:lnTo>
                  <a:pt x="6" y="13"/>
                </a:lnTo>
                <a:lnTo>
                  <a:pt x="6" y="13"/>
                </a:lnTo>
                <a:lnTo>
                  <a:pt x="3" y="13"/>
                </a:lnTo>
                <a:lnTo>
                  <a:pt x="2" y="12"/>
                </a:lnTo>
                <a:lnTo>
                  <a:pt x="0" y="9"/>
                </a:lnTo>
                <a:lnTo>
                  <a:pt x="0" y="6"/>
                </a:lnTo>
                <a:lnTo>
                  <a:pt x="0" y="6"/>
                </a:lnTo>
                <a:lnTo>
                  <a:pt x="0" y="4"/>
                </a:lnTo>
                <a:lnTo>
                  <a:pt x="2" y="2"/>
                </a:lnTo>
                <a:lnTo>
                  <a:pt x="3" y="1"/>
                </a:lnTo>
                <a:lnTo>
                  <a:pt x="6" y="0"/>
                </a:lnTo>
                <a:lnTo>
                  <a:pt x="6" y="0"/>
                </a:lnTo>
                <a:lnTo>
                  <a:pt x="9" y="1"/>
                </a:lnTo>
                <a:lnTo>
                  <a:pt x="10" y="2"/>
                </a:lnTo>
                <a:lnTo>
                  <a:pt x="11" y="6"/>
                </a:lnTo>
                <a:lnTo>
                  <a:pt x="11" y="8"/>
                </a:lnTo>
                <a:lnTo>
                  <a:pt x="2" y="8"/>
                </a:lnTo>
                <a:close/>
                <a:moveTo>
                  <a:pt x="10" y="5"/>
                </a:moveTo>
                <a:lnTo>
                  <a:pt x="10" y="5"/>
                </a:lnTo>
                <a:lnTo>
                  <a:pt x="9" y="2"/>
                </a:lnTo>
                <a:lnTo>
                  <a:pt x="7" y="2"/>
                </a:lnTo>
                <a:lnTo>
                  <a:pt x="6" y="1"/>
                </a:lnTo>
                <a:lnTo>
                  <a:pt x="6" y="1"/>
                </a:lnTo>
                <a:lnTo>
                  <a:pt x="3" y="2"/>
                </a:lnTo>
                <a:lnTo>
                  <a:pt x="2" y="5"/>
                </a:lnTo>
                <a:lnTo>
                  <a:pt x="10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4" name="Freeform 1962"/>
          <p:cNvSpPr>
            <a:spLocks/>
          </p:cNvSpPr>
          <p:nvPr/>
        </p:nvSpPr>
        <p:spPr bwMode="auto">
          <a:xfrm>
            <a:off x="3140085" y="3595026"/>
            <a:ext cx="5042" cy="8823"/>
          </a:xfrm>
          <a:custGeom>
            <a:avLst/>
            <a:gdLst>
              <a:gd name="T0" fmla="*/ 0 w 4"/>
              <a:gd name="T1" fmla="*/ 7 h 7"/>
              <a:gd name="T2" fmla="*/ 0 w 4"/>
              <a:gd name="T3" fmla="*/ 7 h 7"/>
              <a:gd name="T4" fmla="*/ 1 w 4"/>
              <a:gd name="T5" fmla="*/ 1 h 7"/>
              <a:gd name="T6" fmla="*/ 4 w 4"/>
              <a:gd name="T7" fmla="*/ 0 h 7"/>
              <a:gd name="T8" fmla="*/ 4 w 4"/>
              <a:gd name="T9" fmla="*/ 0 h 7"/>
              <a:gd name="T10" fmla="*/ 1 w 4"/>
              <a:gd name="T11" fmla="*/ 7 h 7"/>
              <a:gd name="T12" fmla="*/ 0 w 4"/>
              <a:gd name="T1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7">
                <a:moveTo>
                  <a:pt x="0" y="7"/>
                </a:moveTo>
                <a:lnTo>
                  <a:pt x="0" y="7"/>
                </a:lnTo>
                <a:lnTo>
                  <a:pt x="1" y="1"/>
                </a:lnTo>
                <a:lnTo>
                  <a:pt x="4" y="0"/>
                </a:lnTo>
                <a:lnTo>
                  <a:pt x="4" y="0"/>
                </a:lnTo>
                <a:lnTo>
                  <a:pt x="1" y="7"/>
                </a:lnTo>
                <a:lnTo>
                  <a:pt x="0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5" name="Freeform 1963"/>
          <p:cNvSpPr>
            <a:spLocks/>
          </p:cNvSpPr>
          <p:nvPr/>
        </p:nvSpPr>
        <p:spPr bwMode="auto">
          <a:xfrm>
            <a:off x="3155210" y="3583683"/>
            <a:ext cx="15125" cy="16385"/>
          </a:xfrm>
          <a:custGeom>
            <a:avLst/>
            <a:gdLst>
              <a:gd name="T0" fmla="*/ 0 w 12"/>
              <a:gd name="T1" fmla="*/ 4 h 13"/>
              <a:gd name="T2" fmla="*/ 0 w 12"/>
              <a:gd name="T3" fmla="*/ 4 h 13"/>
              <a:gd name="T4" fmla="*/ 0 w 12"/>
              <a:gd name="T5" fmla="*/ 0 h 13"/>
              <a:gd name="T6" fmla="*/ 2 w 12"/>
              <a:gd name="T7" fmla="*/ 0 h 13"/>
              <a:gd name="T8" fmla="*/ 2 w 12"/>
              <a:gd name="T9" fmla="*/ 2 h 13"/>
              <a:gd name="T10" fmla="*/ 2 w 12"/>
              <a:gd name="T11" fmla="*/ 2 h 13"/>
              <a:gd name="T12" fmla="*/ 2 w 12"/>
              <a:gd name="T13" fmla="*/ 2 h 13"/>
              <a:gd name="T14" fmla="*/ 4 w 12"/>
              <a:gd name="T15" fmla="*/ 1 h 13"/>
              <a:gd name="T16" fmla="*/ 6 w 12"/>
              <a:gd name="T17" fmla="*/ 0 h 13"/>
              <a:gd name="T18" fmla="*/ 6 w 12"/>
              <a:gd name="T19" fmla="*/ 0 h 13"/>
              <a:gd name="T20" fmla="*/ 9 w 12"/>
              <a:gd name="T21" fmla="*/ 1 h 13"/>
              <a:gd name="T22" fmla="*/ 11 w 12"/>
              <a:gd name="T23" fmla="*/ 2 h 13"/>
              <a:gd name="T24" fmla="*/ 12 w 12"/>
              <a:gd name="T25" fmla="*/ 5 h 13"/>
              <a:gd name="T26" fmla="*/ 12 w 12"/>
              <a:gd name="T27" fmla="*/ 13 h 13"/>
              <a:gd name="T28" fmla="*/ 9 w 12"/>
              <a:gd name="T29" fmla="*/ 13 h 13"/>
              <a:gd name="T30" fmla="*/ 9 w 12"/>
              <a:gd name="T31" fmla="*/ 5 h 13"/>
              <a:gd name="T32" fmla="*/ 9 w 12"/>
              <a:gd name="T33" fmla="*/ 5 h 13"/>
              <a:gd name="T34" fmla="*/ 8 w 12"/>
              <a:gd name="T35" fmla="*/ 2 h 13"/>
              <a:gd name="T36" fmla="*/ 6 w 12"/>
              <a:gd name="T37" fmla="*/ 2 h 13"/>
              <a:gd name="T38" fmla="*/ 6 w 12"/>
              <a:gd name="T39" fmla="*/ 2 h 13"/>
              <a:gd name="T40" fmla="*/ 4 w 12"/>
              <a:gd name="T41" fmla="*/ 2 h 13"/>
              <a:gd name="T42" fmla="*/ 2 w 12"/>
              <a:gd name="T43" fmla="*/ 4 h 13"/>
              <a:gd name="T44" fmla="*/ 2 w 12"/>
              <a:gd name="T45" fmla="*/ 5 h 13"/>
              <a:gd name="T46" fmla="*/ 2 w 12"/>
              <a:gd name="T47" fmla="*/ 13 h 13"/>
              <a:gd name="T48" fmla="*/ 0 w 12"/>
              <a:gd name="T49" fmla="*/ 13 h 13"/>
              <a:gd name="T50" fmla="*/ 0 w 12"/>
              <a:gd name="T51" fmla="*/ 4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" h="13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4" y="1"/>
                </a:lnTo>
                <a:lnTo>
                  <a:pt x="6" y="0"/>
                </a:lnTo>
                <a:lnTo>
                  <a:pt x="6" y="0"/>
                </a:lnTo>
                <a:lnTo>
                  <a:pt x="9" y="1"/>
                </a:lnTo>
                <a:lnTo>
                  <a:pt x="11" y="2"/>
                </a:lnTo>
                <a:lnTo>
                  <a:pt x="12" y="5"/>
                </a:lnTo>
                <a:lnTo>
                  <a:pt x="12" y="13"/>
                </a:lnTo>
                <a:lnTo>
                  <a:pt x="9" y="13"/>
                </a:lnTo>
                <a:lnTo>
                  <a:pt x="9" y="5"/>
                </a:lnTo>
                <a:lnTo>
                  <a:pt x="9" y="5"/>
                </a:lnTo>
                <a:lnTo>
                  <a:pt x="8" y="2"/>
                </a:lnTo>
                <a:lnTo>
                  <a:pt x="6" y="2"/>
                </a:lnTo>
                <a:lnTo>
                  <a:pt x="6" y="2"/>
                </a:lnTo>
                <a:lnTo>
                  <a:pt x="4" y="2"/>
                </a:lnTo>
                <a:lnTo>
                  <a:pt x="2" y="4"/>
                </a:lnTo>
                <a:lnTo>
                  <a:pt x="2" y="5"/>
                </a:lnTo>
                <a:lnTo>
                  <a:pt x="2" y="13"/>
                </a:lnTo>
                <a:lnTo>
                  <a:pt x="0" y="13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6" name="Freeform 1964"/>
          <p:cNvSpPr>
            <a:spLocks/>
          </p:cNvSpPr>
          <p:nvPr/>
        </p:nvSpPr>
        <p:spPr bwMode="auto">
          <a:xfrm>
            <a:off x="3174116" y="3583683"/>
            <a:ext cx="12604" cy="16385"/>
          </a:xfrm>
          <a:custGeom>
            <a:avLst/>
            <a:gdLst>
              <a:gd name="T0" fmla="*/ 10 w 10"/>
              <a:gd name="T1" fmla="*/ 9 h 13"/>
              <a:gd name="T2" fmla="*/ 10 w 10"/>
              <a:gd name="T3" fmla="*/ 9 h 13"/>
              <a:gd name="T4" fmla="*/ 10 w 10"/>
              <a:gd name="T5" fmla="*/ 13 h 13"/>
              <a:gd name="T6" fmla="*/ 9 w 10"/>
              <a:gd name="T7" fmla="*/ 13 h 13"/>
              <a:gd name="T8" fmla="*/ 9 w 10"/>
              <a:gd name="T9" fmla="*/ 10 h 13"/>
              <a:gd name="T10" fmla="*/ 9 w 10"/>
              <a:gd name="T11" fmla="*/ 10 h 13"/>
              <a:gd name="T12" fmla="*/ 9 w 10"/>
              <a:gd name="T13" fmla="*/ 10 h 13"/>
              <a:gd name="T14" fmla="*/ 8 w 10"/>
              <a:gd name="T15" fmla="*/ 13 h 13"/>
              <a:gd name="T16" fmla="*/ 5 w 10"/>
              <a:gd name="T17" fmla="*/ 13 h 13"/>
              <a:gd name="T18" fmla="*/ 5 w 10"/>
              <a:gd name="T19" fmla="*/ 13 h 13"/>
              <a:gd name="T20" fmla="*/ 1 w 10"/>
              <a:gd name="T21" fmla="*/ 12 h 13"/>
              <a:gd name="T22" fmla="*/ 1 w 10"/>
              <a:gd name="T23" fmla="*/ 10 h 13"/>
              <a:gd name="T24" fmla="*/ 0 w 10"/>
              <a:gd name="T25" fmla="*/ 8 h 13"/>
              <a:gd name="T26" fmla="*/ 0 w 10"/>
              <a:gd name="T27" fmla="*/ 0 h 13"/>
              <a:gd name="T28" fmla="*/ 2 w 10"/>
              <a:gd name="T29" fmla="*/ 0 h 13"/>
              <a:gd name="T30" fmla="*/ 2 w 10"/>
              <a:gd name="T31" fmla="*/ 8 h 13"/>
              <a:gd name="T32" fmla="*/ 2 w 10"/>
              <a:gd name="T33" fmla="*/ 8 h 13"/>
              <a:gd name="T34" fmla="*/ 4 w 10"/>
              <a:gd name="T35" fmla="*/ 10 h 13"/>
              <a:gd name="T36" fmla="*/ 5 w 10"/>
              <a:gd name="T37" fmla="*/ 12 h 13"/>
              <a:gd name="T38" fmla="*/ 5 w 10"/>
              <a:gd name="T39" fmla="*/ 12 h 13"/>
              <a:gd name="T40" fmla="*/ 8 w 10"/>
              <a:gd name="T41" fmla="*/ 10 h 13"/>
              <a:gd name="T42" fmla="*/ 8 w 10"/>
              <a:gd name="T43" fmla="*/ 9 h 13"/>
              <a:gd name="T44" fmla="*/ 9 w 10"/>
              <a:gd name="T45" fmla="*/ 8 h 13"/>
              <a:gd name="T46" fmla="*/ 9 w 10"/>
              <a:gd name="T47" fmla="*/ 0 h 13"/>
              <a:gd name="T48" fmla="*/ 10 w 10"/>
              <a:gd name="T49" fmla="*/ 0 h 13"/>
              <a:gd name="T50" fmla="*/ 10 w 10"/>
              <a:gd name="T51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" h="13">
                <a:moveTo>
                  <a:pt x="10" y="9"/>
                </a:moveTo>
                <a:lnTo>
                  <a:pt x="10" y="9"/>
                </a:lnTo>
                <a:lnTo>
                  <a:pt x="10" y="13"/>
                </a:lnTo>
                <a:lnTo>
                  <a:pt x="9" y="13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8" y="13"/>
                </a:lnTo>
                <a:lnTo>
                  <a:pt x="5" y="13"/>
                </a:lnTo>
                <a:lnTo>
                  <a:pt x="5" y="13"/>
                </a:lnTo>
                <a:lnTo>
                  <a:pt x="1" y="12"/>
                </a:lnTo>
                <a:lnTo>
                  <a:pt x="1" y="10"/>
                </a:lnTo>
                <a:lnTo>
                  <a:pt x="0" y="8"/>
                </a:lnTo>
                <a:lnTo>
                  <a:pt x="0" y="0"/>
                </a:lnTo>
                <a:lnTo>
                  <a:pt x="2" y="0"/>
                </a:lnTo>
                <a:lnTo>
                  <a:pt x="2" y="8"/>
                </a:lnTo>
                <a:lnTo>
                  <a:pt x="2" y="8"/>
                </a:lnTo>
                <a:lnTo>
                  <a:pt x="4" y="10"/>
                </a:lnTo>
                <a:lnTo>
                  <a:pt x="5" y="12"/>
                </a:lnTo>
                <a:lnTo>
                  <a:pt x="5" y="12"/>
                </a:lnTo>
                <a:lnTo>
                  <a:pt x="8" y="10"/>
                </a:lnTo>
                <a:lnTo>
                  <a:pt x="8" y="9"/>
                </a:lnTo>
                <a:lnTo>
                  <a:pt x="9" y="8"/>
                </a:lnTo>
                <a:lnTo>
                  <a:pt x="9" y="0"/>
                </a:lnTo>
                <a:lnTo>
                  <a:pt x="10" y="0"/>
                </a:lnTo>
                <a:lnTo>
                  <a:pt x="10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7" name="Freeform 1965"/>
          <p:cNvSpPr>
            <a:spLocks/>
          </p:cNvSpPr>
          <p:nvPr/>
        </p:nvSpPr>
        <p:spPr bwMode="auto">
          <a:xfrm>
            <a:off x="3191761" y="3583683"/>
            <a:ext cx="13864" cy="16385"/>
          </a:xfrm>
          <a:custGeom>
            <a:avLst/>
            <a:gdLst>
              <a:gd name="T0" fmla="*/ 0 w 11"/>
              <a:gd name="T1" fmla="*/ 4 h 13"/>
              <a:gd name="T2" fmla="*/ 0 w 11"/>
              <a:gd name="T3" fmla="*/ 4 h 13"/>
              <a:gd name="T4" fmla="*/ 0 w 11"/>
              <a:gd name="T5" fmla="*/ 0 h 13"/>
              <a:gd name="T6" fmla="*/ 3 w 11"/>
              <a:gd name="T7" fmla="*/ 0 h 13"/>
              <a:gd name="T8" fmla="*/ 3 w 11"/>
              <a:gd name="T9" fmla="*/ 2 h 13"/>
              <a:gd name="T10" fmla="*/ 3 w 11"/>
              <a:gd name="T11" fmla="*/ 2 h 13"/>
              <a:gd name="T12" fmla="*/ 3 w 11"/>
              <a:gd name="T13" fmla="*/ 2 h 13"/>
              <a:gd name="T14" fmla="*/ 4 w 11"/>
              <a:gd name="T15" fmla="*/ 1 h 13"/>
              <a:gd name="T16" fmla="*/ 7 w 11"/>
              <a:gd name="T17" fmla="*/ 0 h 13"/>
              <a:gd name="T18" fmla="*/ 7 w 11"/>
              <a:gd name="T19" fmla="*/ 0 h 13"/>
              <a:gd name="T20" fmla="*/ 10 w 11"/>
              <a:gd name="T21" fmla="*/ 1 h 13"/>
              <a:gd name="T22" fmla="*/ 11 w 11"/>
              <a:gd name="T23" fmla="*/ 2 h 13"/>
              <a:gd name="T24" fmla="*/ 11 w 11"/>
              <a:gd name="T25" fmla="*/ 5 h 13"/>
              <a:gd name="T26" fmla="*/ 11 w 11"/>
              <a:gd name="T27" fmla="*/ 13 h 13"/>
              <a:gd name="T28" fmla="*/ 10 w 11"/>
              <a:gd name="T29" fmla="*/ 13 h 13"/>
              <a:gd name="T30" fmla="*/ 10 w 11"/>
              <a:gd name="T31" fmla="*/ 5 h 13"/>
              <a:gd name="T32" fmla="*/ 10 w 11"/>
              <a:gd name="T33" fmla="*/ 5 h 13"/>
              <a:gd name="T34" fmla="*/ 9 w 11"/>
              <a:gd name="T35" fmla="*/ 2 h 13"/>
              <a:gd name="T36" fmla="*/ 6 w 11"/>
              <a:gd name="T37" fmla="*/ 2 h 13"/>
              <a:gd name="T38" fmla="*/ 6 w 11"/>
              <a:gd name="T39" fmla="*/ 2 h 13"/>
              <a:gd name="T40" fmla="*/ 4 w 11"/>
              <a:gd name="T41" fmla="*/ 2 h 13"/>
              <a:gd name="T42" fmla="*/ 3 w 11"/>
              <a:gd name="T43" fmla="*/ 4 h 13"/>
              <a:gd name="T44" fmla="*/ 3 w 11"/>
              <a:gd name="T45" fmla="*/ 5 h 13"/>
              <a:gd name="T46" fmla="*/ 3 w 11"/>
              <a:gd name="T47" fmla="*/ 13 h 13"/>
              <a:gd name="T48" fmla="*/ 0 w 11"/>
              <a:gd name="T49" fmla="*/ 13 h 13"/>
              <a:gd name="T50" fmla="*/ 0 w 11"/>
              <a:gd name="T51" fmla="*/ 4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3" y="0"/>
                </a:lnTo>
                <a:lnTo>
                  <a:pt x="3" y="2"/>
                </a:lnTo>
                <a:lnTo>
                  <a:pt x="3" y="2"/>
                </a:lnTo>
                <a:lnTo>
                  <a:pt x="3" y="2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10" y="1"/>
                </a:lnTo>
                <a:lnTo>
                  <a:pt x="11" y="2"/>
                </a:lnTo>
                <a:lnTo>
                  <a:pt x="11" y="5"/>
                </a:lnTo>
                <a:lnTo>
                  <a:pt x="11" y="13"/>
                </a:lnTo>
                <a:lnTo>
                  <a:pt x="10" y="13"/>
                </a:lnTo>
                <a:lnTo>
                  <a:pt x="10" y="5"/>
                </a:lnTo>
                <a:lnTo>
                  <a:pt x="10" y="5"/>
                </a:lnTo>
                <a:lnTo>
                  <a:pt x="9" y="2"/>
                </a:lnTo>
                <a:lnTo>
                  <a:pt x="6" y="2"/>
                </a:lnTo>
                <a:lnTo>
                  <a:pt x="6" y="2"/>
                </a:lnTo>
                <a:lnTo>
                  <a:pt x="4" y="2"/>
                </a:lnTo>
                <a:lnTo>
                  <a:pt x="3" y="4"/>
                </a:lnTo>
                <a:lnTo>
                  <a:pt x="3" y="5"/>
                </a:lnTo>
                <a:lnTo>
                  <a:pt x="3" y="13"/>
                </a:lnTo>
                <a:lnTo>
                  <a:pt x="0" y="13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8" name="Freeform 1966"/>
          <p:cNvSpPr>
            <a:spLocks/>
          </p:cNvSpPr>
          <p:nvPr/>
        </p:nvSpPr>
        <p:spPr bwMode="auto">
          <a:xfrm>
            <a:off x="3210667" y="3583683"/>
            <a:ext cx="12604" cy="16385"/>
          </a:xfrm>
          <a:custGeom>
            <a:avLst/>
            <a:gdLst>
              <a:gd name="T0" fmla="*/ 10 w 10"/>
              <a:gd name="T1" fmla="*/ 13 h 13"/>
              <a:gd name="T2" fmla="*/ 10 w 10"/>
              <a:gd name="T3" fmla="*/ 13 h 13"/>
              <a:gd name="T4" fmla="*/ 6 w 10"/>
              <a:gd name="T5" fmla="*/ 13 h 13"/>
              <a:gd name="T6" fmla="*/ 6 w 10"/>
              <a:gd name="T7" fmla="*/ 13 h 13"/>
              <a:gd name="T8" fmla="*/ 3 w 10"/>
              <a:gd name="T9" fmla="*/ 13 h 13"/>
              <a:gd name="T10" fmla="*/ 2 w 10"/>
              <a:gd name="T11" fmla="*/ 12 h 13"/>
              <a:gd name="T12" fmla="*/ 0 w 10"/>
              <a:gd name="T13" fmla="*/ 9 h 13"/>
              <a:gd name="T14" fmla="*/ 0 w 10"/>
              <a:gd name="T15" fmla="*/ 6 h 13"/>
              <a:gd name="T16" fmla="*/ 0 w 10"/>
              <a:gd name="T17" fmla="*/ 6 h 13"/>
              <a:gd name="T18" fmla="*/ 0 w 10"/>
              <a:gd name="T19" fmla="*/ 4 h 13"/>
              <a:gd name="T20" fmla="*/ 2 w 10"/>
              <a:gd name="T21" fmla="*/ 2 h 13"/>
              <a:gd name="T22" fmla="*/ 4 w 10"/>
              <a:gd name="T23" fmla="*/ 1 h 13"/>
              <a:gd name="T24" fmla="*/ 7 w 10"/>
              <a:gd name="T25" fmla="*/ 0 h 13"/>
              <a:gd name="T26" fmla="*/ 7 w 10"/>
              <a:gd name="T27" fmla="*/ 0 h 13"/>
              <a:gd name="T28" fmla="*/ 10 w 10"/>
              <a:gd name="T29" fmla="*/ 1 h 13"/>
              <a:gd name="T30" fmla="*/ 10 w 10"/>
              <a:gd name="T31" fmla="*/ 2 h 13"/>
              <a:gd name="T32" fmla="*/ 10 w 10"/>
              <a:gd name="T33" fmla="*/ 2 h 13"/>
              <a:gd name="T34" fmla="*/ 7 w 10"/>
              <a:gd name="T35" fmla="*/ 2 h 13"/>
              <a:gd name="T36" fmla="*/ 7 w 10"/>
              <a:gd name="T37" fmla="*/ 2 h 13"/>
              <a:gd name="T38" fmla="*/ 4 w 10"/>
              <a:gd name="T39" fmla="*/ 2 h 13"/>
              <a:gd name="T40" fmla="*/ 3 w 10"/>
              <a:gd name="T41" fmla="*/ 4 h 13"/>
              <a:gd name="T42" fmla="*/ 2 w 10"/>
              <a:gd name="T43" fmla="*/ 6 h 13"/>
              <a:gd name="T44" fmla="*/ 2 w 10"/>
              <a:gd name="T45" fmla="*/ 6 h 13"/>
              <a:gd name="T46" fmla="*/ 3 w 10"/>
              <a:gd name="T47" fmla="*/ 10 h 13"/>
              <a:gd name="T48" fmla="*/ 7 w 10"/>
              <a:gd name="T49" fmla="*/ 12 h 13"/>
              <a:gd name="T50" fmla="*/ 7 w 10"/>
              <a:gd name="T51" fmla="*/ 12 h 13"/>
              <a:gd name="T52" fmla="*/ 10 w 10"/>
              <a:gd name="T53" fmla="*/ 10 h 13"/>
              <a:gd name="T54" fmla="*/ 10 w 10"/>
              <a:gd name="T5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" h="13">
                <a:moveTo>
                  <a:pt x="10" y="13"/>
                </a:moveTo>
                <a:lnTo>
                  <a:pt x="10" y="13"/>
                </a:lnTo>
                <a:lnTo>
                  <a:pt x="6" y="13"/>
                </a:lnTo>
                <a:lnTo>
                  <a:pt x="6" y="13"/>
                </a:lnTo>
                <a:lnTo>
                  <a:pt x="3" y="13"/>
                </a:lnTo>
                <a:lnTo>
                  <a:pt x="2" y="12"/>
                </a:lnTo>
                <a:lnTo>
                  <a:pt x="0" y="9"/>
                </a:lnTo>
                <a:lnTo>
                  <a:pt x="0" y="6"/>
                </a:lnTo>
                <a:lnTo>
                  <a:pt x="0" y="6"/>
                </a:lnTo>
                <a:lnTo>
                  <a:pt x="0" y="4"/>
                </a:lnTo>
                <a:lnTo>
                  <a:pt x="2" y="2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10" y="1"/>
                </a:lnTo>
                <a:lnTo>
                  <a:pt x="10" y="2"/>
                </a:lnTo>
                <a:lnTo>
                  <a:pt x="10" y="2"/>
                </a:lnTo>
                <a:lnTo>
                  <a:pt x="7" y="2"/>
                </a:lnTo>
                <a:lnTo>
                  <a:pt x="7" y="2"/>
                </a:lnTo>
                <a:lnTo>
                  <a:pt x="4" y="2"/>
                </a:lnTo>
                <a:lnTo>
                  <a:pt x="3" y="4"/>
                </a:lnTo>
                <a:lnTo>
                  <a:pt x="2" y="6"/>
                </a:lnTo>
                <a:lnTo>
                  <a:pt x="2" y="6"/>
                </a:lnTo>
                <a:lnTo>
                  <a:pt x="3" y="10"/>
                </a:lnTo>
                <a:lnTo>
                  <a:pt x="7" y="12"/>
                </a:lnTo>
                <a:lnTo>
                  <a:pt x="7" y="12"/>
                </a:lnTo>
                <a:lnTo>
                  <a:pt x="10" y="10"/>
                </a:lnTo>
                <a:lnTo>
                  <a:pt x="10" y="13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9" name="Freeform 1967"/>
          <p:cNvSpPr>
            <a:spLocks/>
          </p:cNvSpPr>
          <p:nvPr/>
        </p:nvSpPr>
        <p:spPr bwMode="auto">
          <a:xfrm>
            <a:off x="3225792" y="3596287"/>
            <a:ext cx="3781" cy="3781"/>
          </a:xfrm>
          <a:custGeom>
            <a:avLst/>
            <a:gdLst>
              <a:gd name="T0" fmla="*/ 0 w 3"/>
              <a:gd name="T1" fmla="*/ 2 h 3"/>
              <a:gd name="T2" fmla="*/ 0 w 3"/>
              <a:gd name="T3" fmla="*/ 2 h 3"/>
              <a:gd name="T4" fmla="*/ 0 w 3"/>
              <a:gd name="T5" fmla="*/ 0 h 3"/>
              <a:gd name="T6" fmla="*/ 2 w 3"/>
              <a:gd name="T7" fmla="*/ 0 h 3"/>
              <a:gd name="T8" fmla="*/ 2 w 3"/>
              <a:gd name="T9" fmla="*/ 0 h 3"/>
              <a:gd name="T10" fmla="*/ 3 w 3"/>
              <a:gd name="T11" fmla="*/ 0 h 3"/>
              <a:gd name="T12" fmla="*/ 3 w 3"/>
              <a:gd name="T13" fmla="*/ 2 h 3"/>
              <a:gd name="T14" fmla="*/ 3 w 3"/>
              <a:gd name="T15" fmla="*/ 2 h 3"/>
              <a:gd name="T16" fmla="*/ 3 w 3"/>
              <a:gd name="T17" fmla="*/ 3 h 3"/>
              <a:gd name="T18" fmla="*/ 2 w 3"/>
              <a:gd name="T19" fmla="*/ 3 h 3"/>
              <a:gd name="T20" fmla="*/ 2 w 3"/>
              <a:gd name="T21" fmla="*/ 3 h 3"/>
              <a:gd name="T22" fmla="*/ 0 w 3"/>
              <a:gd name="T23" fmla="*/ 3 h 3"/>
              <a:gd name="T24" fmla="*/ 0 w 3"/>
              <a:gd name="T25" fmla="*/ 2 h 3"/>
              <a:gd name="T26" fmla="*/ 0 w 3"/>
              <a:gd name="T27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" h="3">
                <a:moveTo>
                  <a:pt x="0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2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0" name="Freeform 1968"/>
          <p:cNvSpPr>
            <a:spLocks/>
          </p:cNvSpPr>
          <p:nvPr/>
        </p:nvSpPr>
        <p:spPr bwMode="auto">
          <a:xfrm>
            <a:off x="2831287" y="3428654"/>
            <a:ext cx="17646" cy="21427"/>
          </a:xfrm>
          <a:custGeom>
            <a:avLst/>
            <a:gdLst>
              <a:gd name="T0" fmla="*/ 6 w 14"/>
              <a:gd name="T1" fmla="*/ 9 h 17"/>
              <a:gd name="T2" fmla="*/ 0 w 14"/>
              <a:gd name="T3" fmla="*/ 0 h 17"/>
              <a:gd name="T4" fmla="*/ 2 w 14"/>
              <a:gd name="T5" fmla="*/ 0 h 17"/>
              <a:gd name="T6" fmla="*/ 7 w 14"/>
              <a:gd name="T7" fmla="*/ 8 h 17"/>
              <a:gd name="T8" fmla="*/ 12 w 14"/>
              <a:gd name="T9" fmla="*/ 0 h 17"/>
              <a:gd name="T10" fmla="*/ 14 w 14"/>
              <a:gd name="T11" fmla="*/ 0 h 17"/>
              <a:gd name="T12" fmla="*/ 8 w 14"/>
              <a:gd name="T13" fmla="*/ 9 h 17"/>
              <a:gd name="T14" fmla="*/ 8 w 14"/>
              <a:gd name="T15" fmla="*/ 17 h 17"/>
              <a:gd name="T16" fmla="*/ 6 w 14"/>
              <a:gd name="T17" fmla="*/ 17 h 17"/>
              <a:gd name="T18" fmla="*/ 6 w 14"/>
              <a:gd name="T19" fmla="*/ 9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" h="17">
                <a:moveTo>
                  <a:pt x="6" y="9"/>
                </a:moveTo>
                <a:lnTo>
                  <a:pt x="0" y="0"/>
                </a:lnTo>
                <a:lnTo>
                  <a:pt x="2" y="0"/>
                </a:lnTo>
                <a:lnTo>
                  <a:pt x="7" y="8"/>
                </a:lnTo>
                <a:lnTo>
                  <a:pt x="12" y="0"/>
                </a:lnTo>
                <a:lnTo>
                  <a:pt x="14" y="0"/>
                </a:lnTo>
                <a:lnTo>
                  <a:pt x="8" y="9"/>
                </a:lnTo>
                <a:lnTo>
                  <a:pt x="8" y="17"/>
                </a:lnTo>
                <a:lnTo>
                  <a:pt x="6" y="17"/>
                </a:lnTo>
                <a:lnTo>
                  <a:pt x="6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1" name="Freeform 1969"/>
          <p:cNvSpPr>
            <a:spLocks noEditPoints="1"/>
          </p:cNvSpPr>
          <p:nvPr/>
        </p:nvSpPr>
        <p:spPr bwMode="auto">
          <a:xfrm>
            <a:off x="2862797" y="3428654"/>
            <a:ext cx="20166" cy="21427"/>
          </a:xfrm>
          <a:custGeom>
            <a:avLst/>
            <a:gdLst>
              <a:gd name="T0" fmla="*/ 0 w 16"/>
              <a:gd name="T1" fmla="*/ 8 h 17"/>
              <a:gd name="T2" fmla="*/ 1 w 16"/>
              <a:gd name="T3" fmla="*/ 5 h 17"/>
              <a:gd name="T4" fmla="*/ 2 w 16"/>
              <a:gd name="T5" fmla="*/ 1 h 17"/>
              <a:gd name="T6" fmla="*/ 5 w 16"/>
              <a:gd name="T7" fmla="*/ 0 h 17"/>
              <a:gd name="T8" fmla="*/ 8 w 16"/>
              <a:gd name="T9" fmla="*/ 0 h 17"/>
              <a:gd name="T10" fmla="*/ 12 w 16"/>
              <a:gd name="T11" fmla="*/ 0 h 17"/>
              <a:gd name="T12" fmla="*/ 14 w 16"/>
              <a:gd name="T13" fmla="*/ 1 h 17"/>
              <a:gd name="T14" fmla="*/ 16 w 16"/>
              <a:gd name="T15" fmla="*/ 5 h 17"/>
              <a:gd name="T16" fmla="*/ 16 w 16"/>
              <a:gd name="T17" fmla="*/ 8 h 17"/>
              <a:gd name="T18" fmla="*/ 16 w 16"/>
              <a:gd name="T19" fmla="*/ 12 h 17"/>
              <a:gd name="T20" fmla="*/ 14 w 16"/>
              <a:gd name="T21" fmla="*/ 15 h 17"/>
              <a:gd name="T22" fmla="*/ 12 w 16"/>
              <a:gd name="T23" fmla="*/ 16 h 17"/>
              <a:gd name="T24" fmla="*/ 8 w 16"/>
              <a:gd name="T25" fmla="*/ 17 h 17"/>
              <a:gd name="T26" fmla="*/ 5 w 16"/>
              <a:gd name="T27" fmla="*/ 16 h 17"/>
              <a:gd name="T28" fmla="*/ 2 w 16"/>
              <a:gd name="T29" fmla="*/ 15 h 17"/>
              <a:gd name="T30" fmla="*/ 1 w 16"/>
              <a:gd name="T31" fmla="*/ 12 h 17"/>
              <a:gd name="T32" fmla="*/ 0 w 16"/>
              <a:gd name="T33" fmla="*/ 8 h 17"/>
              <a:gd name="T34" fmla="*/ 1 w 16"/>
              <a:gd name="T35" fmla="*/ 8 h 17"/>
              <a:gd name="T36" fmla="*/ 2 w 16"/>
              <a:gd name="T37" fmla="*/ 10 h 17"/>
              <a:gd name="T38" fmla="*/ 4 w 16"/>
              <a:gd name="T39" fmla="*/ 13 h 17"/>
              <a:gd name="T40" fmla="*/ 5 w 16"/>
              <a:gd name="T41" fmla="*/ 15 h 17"/>
              <a:gd name="T42" fmla="*/ 8 w 16"/>
              <a:gd name="T43" fmla="*/ 16 h 17"/>
              <a:gd name="T44" fmla="*/ 10 w 16"/>
              <a:gd name="T45" fmla="*/ 15 h 17"/>
              <a:gd name="T46" fmla="*/ 13 w 16"/>
              <a:gd name="T47" fmla="*/ 13 h 17"/>
              <a:gd name="T48" fmla="*/ 14 w 16"/>
              <a:gd name="T49" fmla="*/ 10 h 17"/>
              <a:gd name="T50" fmla="*/ 14 w 16"/>
              <a:gd name="T51" fmla="*/ 8 h 17"/>
              <a:gd name="T52" fmla="*/ 14 w 16"/>
              <a:gd name="T53" fmla="*/ 5 h 17"/>
              <a:gd name="T54" fmla="*/ 13 w 16"/>
              <a:gd name="T55" fmla="*/ 2 h 17"/>
              <a:gd name="T56" fmla="*/ 10 w 16"/>
              <a:gd name="T57" fmla="*/ 1 h 17"/>
              <a:gd name="T58" fmla="*/ 8 w 16"/>
              <a:gd name="T59" fmla="*/ 1 h 17"/>
              <a:gd name="T60" fmla="*/ 5 w 16"/>
              <a:gd name="T61" fmla="*/ 1 h 17"/>
              <a:gd name="T62" fmla="*/ 4 w 16"/>
              <a:gd name="T63" fmla="*/ 2 h 17"/>
              <a:gd name="T64" fmla="*/ 2 w 16"/>
              <a:gd name="T65" fmla="*/ 5 h 17"/>
              <a:gd name="T66" fmla="*/ 1 w 16"/>
              <a:gd name="T67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6" h="17">
                <a:moveTo>
                  <a:pt x="0" y="8"/>
                </a:moveTo>
                <a:lnTo>
                  <a:pt x="0" y="8"/>
                </a:lnTo>
                <a:lnTo>
                  <a:pt x="1" y="5"/>
                </a:lnTo>
                <a:lnTo>
                  <a:pt x="1" y="5"/>
                </a:lnTo>
                <a:lnTo>
                  <a:pt x="2" y="1"/>
                </a:lnTo>
                <a:lnTo>
                  <a:pt x="2" y="1"/>
                </a:lnTo>
                <a:lnTo>
                  <a:pt x="5" y="0"/>
                </a:lnTo>
                <a:lnTo>
                  <a:pt x="5" y="0"/>
                </a:lnTo>
                <a:lnTo>
                  <a:pt x="8" y="0"/>
                </a:lnTo>
                <a:lnTo>
                  <a:pt x="8" y="0"/>
                </a:lnTo>
                <a:lnTo>
                  <a:pt x="12" y="0"/>
                </a:lnTo>
                <a:lnTo>
                  <a:pt x="12" y="0"/>
                </a:lnTo>
                <a:lnTo>
                  <a:pt x="14" y="1"/>
                </a:lnTo>
                <a:lnTo>
                  <a:pt x="14" y="1"/>
                </a:lnTo>
                <a:lnTo>
                  <a:pt x="16" y="5"/>
                </a:lnTo>
                <a:lnTo>
                  <a:pt x="16" y="5"/>
                </a:lnTo>
                <a:lnTo>
                  <a:pt x="16" y="8"/>
                </a:lnTo>
                <a:lnTo>
                  <a:pt x="16" y="8"/>
                </a:lnTo>
                <a:lnTo>
                  <a:pt x="16" y="12"/>
                </a:lnTo>
                <a:lnTo>
                  <a:pt x="16" y="12"/>
                </a:lnTo>
                <a:lnTo>
                  <a:pt x="14" y="15"/>
                </a:lnTo>
                <a:lnTo>
                  <a:pt x="14" y="15"/>
                </a:lnTo>
                <a:lnTo>
                  <a:pt x="12" y="16"/>
                </a:lnTo>
                <a:lnTo>
                  <a:pt x="12" y="16"/>
                </a:lnTo>
                <a:lnTo>
                  <a:pt x="8" y="17"/>
                </a:lnTo>
                <a:lnTo>
                  <a:pt x="8" y="17"/>
                </a:lnTo>
                <a:lnTo>
                  <a:pt x="5" y="16"/>
                </a:lnTo>
                <a:lnTo>
                  <a:pt x="5" y="16"/>
                </a:lnTo>
                <a:lnTo>
                  <a:pt x="2" y="15"/>
                </a:lnTo>
                <a:lnTo>
                  <a:pt x="2" y="15"/>
                </a:lnTo>
                <a:lnTo>
                  <a:pt x="1" y="12"/>
                </a:lnTo>
                <a:lnTo>
                  <a:pt x="1" y="12"/>
                </a:lnTo>
                <a:lnTo>
                  <a:pt x="0" y="8"/>
                </a:lnTo>
                <a:lnTo>
                  <a:pt x="0" y="8"/>
                </a:lnTo>
                <a:close/>
                <a:moveTo>
                  <a:pt x="1" y="8"/>
                </a:moveTo>
                <a:lnTo>
                  <a:pt x="1" y="8"/>
                </a:lnTo>
                <a:lnTo>
                  <a:pt x="2" y="10"/>
                </a:lnTo>
                <a:lnTo>
                  <a:pt x="2" y="10"/>
                </a:lnTo>
                <a:lnTo>
                  <a:pt x="4" y="13"/>
                </a:lnTo>
                <a:lnTo>
                  <a:pt x="4" y="13"/>
                </a:lnTo>
                <a:lnTo>
                  <a:pt x="5" y="15"/>
                </a:lnTo>
                <a:lnTo>
                  <a:pt x="5" y="15"/>
                </a:lnTo>
                <a:lnTo>
                  <a:pt x="8" y="16"/>
                </a:lnTo>
                <a:lnTo>
                  <a:pt x="8" y="16"/>
                </a:lnTo>
                <a:lnTo>
                  <a:pt x="10" y="15"/>
                </a:lnTo>
                <a:lnTo>
                  <a:pt x="10" y="15"/>
                </a:lnTo>
                <a:lnTo>
                  <a:pt x="13" y="13"/>
                </a:lnTo>
                <a:lnTo>
                  <a:pt x="13" y="13"/>
                </a:lnTo>
                <a:lnTo>
                  <a:pt x="14" y="10"/>
                </a:lnTo>
                <a:lnTo>
                  <a:pt x="14" y="10"/>
                </a:lnTo>
                <a:lnTo>
                  <a:pt x="14" y="8"/>
                </a:lnTo>
                <a:lnTo>
                  <a:pt x="14" y="8"/>
                </a:lnTo>
                <a:lnTo>
                  <a:pt x="14" y="5"/>
                </a:lnTo>
                <a:lnTo>
                  <a:pt x="14" y="5"/>
                </a:lnTo>
                <a:lnTo>
                  <a:pt x="13" y="2"/>
                </a:lnTo>
                <a:lnTo>
                  <a:pt x="13" y="2"/>
                </a:lnTo>
                <a:lnTo>
                  <a:pt x="10" y="1"/>
                </a:lnTo>
                <a:lnTo>
                  <a:pt x="10" y="1"/>
                </a:lnTo>
                <a:lnTo>
                  <a:pt x="8" y="1"/>
                </a:lnTo>
                <a:lnTo>
                  <a:pt x="8" y="1"/>
                </a:lnTo>
                <a:lnTo>
                  <a:pt x="5" y="1"/>
                </a:lnTo>
                <a:lnTo>
                  <a:pt x="5" y="1"/>
                </a:lnTo>
                <a:lnTo>
                  <a:pt x="4" y="2"/>
                </a:lnTo>
                <a:lnTo>
                  <a:pt x="4" y="2"/>
                </a:lnTo>
                <a:lnTo>
                  <a:pt x="2" y="5"/>
                </a:lnTo>
                <a:lnTo>
                  <a:pt x="2" y="5"/>
                </a:lnTo>
                <a:lnTo>
                  <a:pt x="1" y="8"/>
                </a:lnTo>
                <a:lnTo>
                  <a:pt x="1" y="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2" name="Freeform 1970"/>
          <p:cNvSpPr>
            <a:spLocks/>
          </p:cNvSpPr>
          <p:nvPr/>
        </p:nvSpPr>
        <p:spPr bwMode="auto">
          <a:xfrm>
            <a:off x="2899349" y="3428654"/>
            <a:ext cx="15125" cy="21427"/>
          </a:xfrm>
          <a:custGeom>
            <a:avLst/>
            <a:gdLst>
              <a:gd name="T0" fmla="*/ 12 w 12"/>
              <a:gd name="T1" fmla="*/ 10 h 17"/>
              <a:gd name="T2" fmla="*/ 12 w 12"/>
              <a:gd name="T3" fmla="*/ 10 h 17"/>
              <a:gd name="T4" fmla="*/ 12 w 12"/>
              <a:gd name="T5" fmla="*/ 13 h 17"/>
              <a:gd name="T6" fmla="*/ 12 w 12"/>
              <a:gd name="T7" fmla="*/ 13 h 17"/>
              <a:gd name="T8" fmla="*/ 11 w 12"/>
              <a:gd name="T9" fmla="*/ 15 h 17"/>
              <a:gd name="T10" fmla="*/ 11 w 12"/>
              <a:gd name="T11" fmla="*/ 15 h 17"/>
              <a:gd name="T12" fmla="*/ 10 w 12"/>
              <a:gd name="T13" fmla="*/ 17 h 17"/>
              <a:gd name="T14" fmla="*/ 10 w 12"/>
              <a:gd name="T15" fmla="*/ 17 h 17"/>
              <a:gd name="T16" fmla="*/ 7 w 12"/>
              <a:gd name="T17" fmla="*/ 17 h 17"/>
              <a:gd name="T18" fmla="*/ 7 w 12"/>
              <a:gd name="T19" fmla="*/ 17 h 17"/>
              <a:gd name="T20" fmla="*/ 4 w 12"/>
              <a:gd name="T21" fmla="*/ 17 h 17"/>
              <a:gd name="T22" fmla="*/ 4 w 12"/>
              <a:gd name="T23" fmla="*/ 17 h 17"/>
              <a:gd name="T24" fmla="*/ 2 w 12"/>
              <a:gd name="T25" fmla="*/ 15 h 17"/>
              <a:gd name="T26" fmla="*/ 2 w 12"/>
              <a:gd name="T27" fmla="*/ 15 h 17"/>
              <a:gd name="T28" fmla="*/ 2 w 12"/>
              <a:gd name="T29" fmla="*/ 13 h 17"/>
              <a:gd name="T30" fmla="*/ 2 w 12"/>
              <a:gd name="T31" fmla="*/ 13 h 17"/>
              <a:gd name="T32" fmla="*/ 0 w 12"/>
              <a:gd name="T33" fmla="*/ 10 h 17"/>
              <a:gd name="T34" fmla="*/ 0 w 12"/>
              <a:gd name="T35" fmla="*/ 0 h 17"/>
              <a:gd name="T36" fmla="*/ 2 w 12"/>
              <a:gd name="T37" fmla="*/ 0 h 17"/>
              <a:gd name="T38" fmla="*/ 2 w 12"/>
              <a:gd name="T39" fmla="*/ 9 h 17"/>
              <a:gd name="T40" fmla="*/ 2 w 12"/>
              <a:gd name="T41" fmla="*/ 9 h 17"/>
              <a:gd name="T42" fmla="*/ 3 w 12"/>
              <a:gd name="T43" fmla="*/ 12 h 17"/>
              <a:gd name="T44" fmla="*/ 3 w 12"/>
              <a:gd name="T45" fmla="*/ 12 h 17"/>
              <a:gd name="T46" fmla="*/ 3 w 12"/>
              <a:gd name="T47" fmla="*/ 13 h 17"/>
              <a:gd name="T48" fmla="*/ 3 w 12"/>
              <a:gd name="T49" fmla="*/ 13 h 17"/>
              <a:gd name="T50" fmla="*/ 4 w 12"/>
              <a:gd name="T51" fmla="*/ 15 h 17"/>
              <a:gd name="T52" fmla="*/ 4 w 12"/>
              <a:gd name="T53" fmla="*/ 15 h 17"/>
              <a:gd name="T54" fmla="*/ 7 w 12"/>
              <a:gd name="T55" fmla="*/ 16 h 17"/>
              <a:gd name="T56" fmla="*/ 7 w 12"/>
              <a:gd name="T57" fmla="*/ 16 h 17"/>
              <a:gd name="T58" fmla="*/ 8 w 12"/>
              <a:gd name="T59" fmla="*/ 15 h 17"/>
              <a:gd name="T60" fmla="*/ 8 w 12"/>
              <a:gd name="T61" fmla="*/ 15 h 17"/>
              <a:gd name="T62" fmla="*/ 10 w 12"/>
              <a:gd name="T63" fmla="*/ 13 h 17"/>
              <a:gd name="T64" fmla="*/ 10 w 12"/>
              <a:gd name="T65" fmla="*/ 13 h 17"/>
              <a:gd name="T66" fmla="*/ 11 w 12"/>
              <a:gd name="T67" fmla="*/ 12 h 17"/>
              <a:gd name="T68" fmla="*/ 11 w 12"/>
              <a:gd name="T69" fmla="*/ 12 h 17"/>
              <a:gd name="T70" fmla="*/ 11 w 12"/>
              <a:gd name="T71" fmla="*/ 9 h 17"/>
              <a:gd name="T72" fmla="*/ 11 w 12"/>
              <a:gd name="T73" fmla="*/ 0 h 17"/>
              <a:gd name="T74" fmla="*/ 12 w 12"/>
              <a:gd name="T75" fmla="*/ 0 h 17"/>
              <a:gd name="T76" fmla="*/ 12 w 12"/>
              <a:gd name="T77" fmla="*/ 1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" h="17">
                <a:moveTo>
                  <a:pt x="12" y="10"/>
                </a:moveTo>
                <a:lnTo>
                  <a:pt x="12" y="10"/>
                </a:lnTo>
                <a:lnTo>
                  <a:pt x="12" y="13"/>
                </a:lnTo>
                <a:lnTo>
                  <a:pt x="12" y="13"/>
                </a:lnTo>
                <a:lnTo>
                  <a:pt x="11" y="15"/>
                </a:lnTo>
                <a:lnTo>
                  <a:pt x="11" y="15"/>
                </a:lnTo>
                <a:lnTo>
                  <a:pt x="10" y="17"/>
                </a:lnTo>
                <a:lnTo>
                  <a:pt x="10" y="17"/>
                </a:lnTo>
                <a:lnTo>
                  <a:pt x="7" y="17"/>
                </a:lnTo>
                <a:lnTo>
                  <a:pt x="7" y="17"/>
                </a:lnTo>
                <a:lnTo>
                  <a:pt x="4" y="17"/>
                </a:lnTo>
                <a:lnTo>
                  <a:pt x="4" y="17"/>
                </a:lnTo>
                <a:lnTo>
                  <a:pt x="2" y="15"/>
                </a:lnTo>
                <a:lnTo>
                  <a:pt x="2" y="15"/>
                </a:lnTo>
                <a:lnTo>
                  <a:pt x="2" y="13"/>
                </a:lnTo>
                <a:lnTo>
                  <a:pt x="2" y="13"/>
                </a:lnTo>
                <a:lnTo>
                  <a:pt x="0" y="10"/>
                </a:lnTo>
                <a:lnTo>
                  <a:pt x="0" y="0"/>
                </a:lnTo>
                <a:lnTo>
                  <a:pt x="2" y="0"/>
                </a:lnTo>
                <a:lnTo>
                  <a:pt x="2" y="9"/>
                </a:lnTo>
                <a:lnTo>
                  <a:pt x="2" y="9"/>
                </a:lnTo>
                <a:lnTo>
                  <a:pt x="3" y="12"/>
                </a:lnTo>
                <a:lnTo>
                  <a:pt x="3" y="12"/>
                </a:lnTo>
                <a:lnTo>
                  <a:pt x="3" y="13"/>
                </a:lnTo>
                <a:lnTo>
                  <a:pt x="3" y="13"/>
                </a:lnTo>
                <a:lnTo>
                  <a:pt x="4" y="15"/>
                </a:lnTo>
                <a:lnTo>
                  <a:pt x="4" y="15"/>
                </a:lnTo>
                <a:lnTo>
                  <a:pt x="7" y="16"/>
                </a:lnTo>
                <a:lnTo>
                  <a:pt x="7" y="16"/>
                </a:lnTo>
                <a:lnTo>
                  <a:pt x="8" y="15"/>
                </a:lnTo>
                <a:lnTo>
                  <a:pt x="8" y="15"/>
                </a:lnTo>
                <a:lnTo>
                  <a:pt x="10" y="13"/>
                </a:lnTo>
                <a:lnTo>
                  <a:pt x="10" y="13"/>
                </a:lnTo>
                <a:lnTo>
                  <a:pt x="11" y="12"/>
                </a:lnTo>
                <a:lnTo>
                  <a:pt x="11" y="12"/>
                </a:lnTo>
                <a:lnTo>
                  <a:pt x="11" y="9"/>
                </a:lnTo>
                <a:lnTo>
                  <a:pt x="11" y="0"/>
                </a:lnTo>
                <a:lnTo>
                  <a:pt x="12" y="0"/>
                </a:lnTo>
                <a:lnTo>
                  <a:pt x="12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3" name="Freeform 1971"/>
          <p:cNvSpPr>
            <a:spLocks/>
          </p:cNvSpPr>
          <p:nvPr/>
        </p:nvSpPr>
        <p:spPr bwMode="auto">
          <a:xfrm>
            <a:off x="2940942" y="3428654"/>
            <a:ext cx="15125" cy="21427"/>
          </a:xfrm>
          <a:custGeom>
            <a:avLst/>
            <a:gdLst>
              <a:gd name="T0" fmla="*/ 5 w 12"/>
              <a:gd name="T1" fmla="*/ 1 h 17"/>
              <a:gd name="T2" fmla="*/ 0 w 12"/>
              <a:gd name="T3" fmla="*/ 1 h 17"/>
              <a:gd name="T4" fmla="*/ 0 w 12"/>
              <a:gd name="T5" fmla="*/ 0 h 17"/>
              <a:gd name="T6" fmla="*/ 12 w 12"/>
              <a:gd name="T7" fmla="*/ 0 h 17"/>
              <a:gd name="T8" fmla="*/ 12 w 12"/>
              <a:gd name="T9" fmla="*/ 1 h 17"/>
              <a:gd name="T10" fmla="*/ 6 w 12"/>
              <a:gd name="T11" fmla="*/ 1 h 17"/>
              <a:gd name="T12" fmla="*/ 6 w 12"/>
              <a:gd name="T13" fmla="*/ 17 h 17"/>
              <a:gd name="T14" fmla="*/ 5 w 12"/>
              <a:gd name="T15" fmla="*/ 17 h 17"/>
              <a:gd name="T16" fmla="*/ 5 w 12"/>
              <a:gd name="T17" fmla="*/ 1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" h="17">
                <a:moveTo>
                  <a:pt x="5" y="1"/>
                </a:moveTo>
                <a:lnTo>
                  <a:pt x="0" y="1"/>
                </a:lnTo>
                <a:lnTo>
                  <a:pt x="0" y="0"/>
                </a:lnTo>
                <a:lnTo>
                  <a:pt x="12" y="0"/>
                </a:lnTo>
                <a:lnTo>
                  <a:pt x="12" y="1"/>
                </a:lnTo>
                <a:lnTo>
                  <a:pt x="6" y="1"/>
                </a:lnTo>
                <a:lnTo>
                  <a:pt x="6" y="17"/>
                </a:lnTo>
                <a:lnTo>
                  <a:pt x="5" y="17"/>
                </a:lnTo>
                <a:lnTo>
                  <a:pt x="5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4" name="Freeform 1972"/>
          <p:cNvSpPr>
            <a:spLocks/>
          </p:cNvSpPr>
          <p:nvPr/>
        </p:nvSpPr>
        <p:spPr bwMode="auto">
          <a:xfrm>
            <a:off x="2972452" y="3428654"/>
            <a:ext cx="12604" cy="21427"/>
          </a:xfrm>
          <a:custGeom>
            <a:avLst/>
            <a:gdLst>
              <a:gd name="T0" fmla="*/ 0 w 10"/>
              <a:gd name="T1" fmla="*/ 0 h 17"/>
              <a:gd name="T2" fmla="*/ 10 w 10"/>
              <a:gd name="T3" fmla="*/ 0 h 17"/>
              <a:gd name="T4" fmla="*/ 10 w 10"/>
              <a:gd name="T5" fmla="*/ 1 h 17"/>
              <a:gd name="T6" fmla="*/ 2 w 10"/>
              <a:gd name="T7" fmla="*/ 1 h 17"/>
              <a:gd name="T8" fmla="*/ 2 w 10"/>
              <a:gd name="T9" fmla="*/ 8 h 17"/>
              <a:gd name="T10" fmla="*/ 10 w 10"/>
              <a:gd name="T11" fmla="*/ 8 h 17"/>
              <a:gd name="T12" fmla="*/ 10 w 10"/>
              <a:gd name="T13" fmla="*/ 9 h 17"/>
              <a:gd name="T14" fmla="*/ 2 w 10"/>
              <a:gd name="T15" fmla="*/ 9 h 17"/>
              <a:gd name="T16" fmla="*/ 2 w 10"/>
              <a:gd name="T17" fmla="*/ 16 h 17"/>
              <a:gd name="T18" fmla="*/ 10 w 10"/>
              <a:gd name="T19" fmla="*/ 16 h 17"/>
              <a:gd name="T20" fmla="*/ 10 w 10"/>
              <a:gd name="T21" fmla="*/ 17 h 17"/>
              <a:gd name="T22" fmla="*/ 0 w 10"/>
              <a:gd name="T23" fmla="*/ 17 h 17"/>
              <a:gd name="T24" fmla="*/ 0 w 10"/>
              <a:gd name="T25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" h="17">
                <a:moveTo>
                  <a:pt x="0" y="0"/>
                </a:moveTo>
                <a:lnTo>
                  <a:pt x="10" y="0"/>
                </a:lnTo>
                <a:lnTo>
                  <a:pt x="10" y="1"/>
                </a:lnTo>
                <a:lnTo>
                  <a:pt x="2" y="1"/>
                </a:lnTo>
                <a:lnTo>
                  <a:pt x="2" y="8"/>
                </a:lnTo>
                <a:lnTo>
                  <a:pt x="10" y="8"/>
                </a:lnTo>
                <a:lnTo>
                  <a:pt x="10" y="9"/>
                </a:lnTo>
                <a:lnTo>
                  <a:pt x="2" y="9"/>
                </a:lnTo>
                <a:lnTo>
                  <a:pt x="2" y="16"/>
                </a:lnTo>
                <a:lnTo>
                  <a:pt x="10" y="16"/>
                </a:lnTo>
                <a:lnTo>
                  <a:pt x="10" y="17"/>
                </a:lnTo>
                <a:lnTo>
                  <a:pt x="0" y="17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5" name="Freeform 1973"/>
          <p:cNvSpPr>
            <a:spLocks/>
          </p:cNvSpPr>
          <p:nvPr/>
        </p:nvSpPr>
        <p:spPr bwMode="auto">
          <a:xfrm>
            <a:off x="3000181" y="3428654"/>
            <a:ext cx="16385" cy="21427"/>
          </a:xfrm>
          <a:custGeom>
            <a:avLst/>
            <a:gdLst>
              <a:gd name="T0" fmla="*/ 5 w 13"/>
              <a:gd name="T1" fmla="*/ 8 h 17"/>
              <a:gd name="T2" fmla="*/ 0 w 13"/>
              <a:gd name="T3" fmla="*/ 0 h 17"/>
              <a:gd name="T4" fmla="*/ 1 w 13"/>
              <a:gd name="T5" fmla="*/ 0 h 17"/>
              <a:gd name="T6" fmla="*/ 7 w 13"/>
              <a:gd name="T7" fmla="*/ 6 h 17"/>
              <a:gd name="T8" fmla="*/ 11 w 13"/>
              <a:gd name="T9" fmla="*/ 0 h 17"/>
              <a:gd name="T10" fmla="*/ 13 w 13"/>
              <a:gd name="T11" fmla="*/ 0 h 17"/>
              <a:gd name="T12" fmla="*/ 8 w 13"/>
              <a:gd name="T13" fmla="*/ 8 h 17"/>
              <a:gd name="T14" fmla="*/ 13 w 13"/>
              <a:gd name="T15" fmla="*/ 17 h 17"/>
              <a:gd name="T16" fmla="*/ 12 w 13"/>
              <a:gd name="T17" fmla="*/ 17 h 17"/>
              <a:gd name="T18" fmla="*/ 7 w 13"/>
              <a:gd name="T19" fmla="*/ 9 h 17"/>
              <a:gd name="T20" fmla="*/ 1 w 13"/>
              <a:gd name="T21" fmla="*/ 17 h 17"/>
              <a:gd name="T22" fmla="*/ 0 w 13"/>
              <a:gd name="T23" fmla="*/ 17 h 17"/>
              <a:gd name="T24" fmla="*/ 5 w 13"/>
              <a:gd name="T25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" h="17">
                <a:moveTo>
                  <a:pt x="5" y="8"/>
                </a:moveTo>
                <a:lnTo>
                  <a:pt x="0" y="0"/>
                </a:lnTo>
                <a:lnTo>
                  <a:pt x="1" y="0"/>
                </a:lnTo>
                <a:lnTo>
                  <a:pt x="7" y="6"/>
                </a:lnTo>
                <a:lnTo>
                  <a:pt x="11" y="0"/>
                </a:lnTo>
                <a:lnTo>
                  <a:pt x="13" y="0"/>
                </a:lnTo>
                <a:lnTo>
                  <a:pt x="8" y="8"/>
                </a:lnTo>
                <a:lnTo>
                  <a:pt x="13" y="17"/>
                </a:lnTo>
                <a:lnTo>
                  <a:pt x="12" y="17"/>
                </a:lnTo>
                <a:lnTo>
                  <a:pt x="7" y="9"/>
                </a:lnTo>
                <a:lnTo>
                  <a:pt x="1" y="17"/>
                </a:lnTo>
                <a:lnTo>
                  <a:pt x="0" y="17"/>
                </a:lnTo>
                <a:lnTo>
                  <a:pt x="5" y="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6" name="Freeform 1974"/>
          <p:cNvSpPr>
            <a:spLocks/>
          </p:cNvSpPr>
          <p:nvPr/>
        </p:nvSpPr>
        <p:spPr bwMode="auto">
          <a:xfrm>
            <a:off x="3030430" y="3428654"/>
            <a:ext cx="15125" cy="21427"/>
          </a:xfrm>
          <a:custGeom>
            <a:avLst/>
            <a:gdLst>
              <a:gd name="T0" fmla="*/ 6 w 12"/>
              <a:gd name="T1" fmla="*/ 1 h 17"/>
              <a:gd name="T2" fmla="*/ 0 w 12"/>
              <a:gd name="T3" fmla="*/ 1 h 17"/>
              <a:gd name="T4" fmla="*/ 0 w 12"/>
              <a:gd name="T5" fmla="*/ 0 h 17"/>
              <a:gd name="T6" fmla="*/ 12 w 12"/>
              <a:gd name="T7" fmla="*/ 0 h 17"/>
              <a:gd name="T8" fmla="*/ 12 w 12"/>
              <a:gd name="T9" fmla="*/ 1 h 17"/>
              <a:gd name="T10" fmla="*/ 7 w 12"/>
              <a:gd name="T11" fmla="*/ 1 h 17"/>
              <a:gd name="T12" fmla="*/ 7 w 12"/>
              <a:gd name="T13" fmla="*/ 17 h 17"/>
              <a:gd name="T14" fmla="*/ 6 w 12"/>
              <a:gd name="T15" fmla="*/ 17 h 17"/>
              <a:gd name="T16" fmla="*/ 6 w 12"/>
              <a:gd name="T17" fmla="*/ 1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" h="17">
                <a:moveTo>
                  <a:pt x="6" y="1"/>
                </a:moveTo>
                <a:lnTo>
                  <a:pt x="0" y="1"/>
                </a:lnTo>
                <a:lnTo>
                  <a:pt x="0" y="0"/>
                </a:lnTo>
                <a:lnTo>
                  <a:pt x="12" y="0"/>
                </a:lnTo>
                <a:lnTo>
                  <a:pt x="12" y="1"/>
                </a:lnTo>
                <a:lnTo>
                  <a:pt x="7" y="1"/>
                </a:lnTo>
                <a:lnTo>
                  <a:pt x="7" y="17"/>
                </a:lnTo>
                <a:lnTo>
                  <a:pt x="6" y="17"/>
                </a:lnTo>
                <a:lnTo>
                  <a:pt x="6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7" name="Freeform 1975"/>
          <p:cNvSpPr>
            <a:spLocks/>
          </p:cNvSpPr>
          <p:nvPr/>
        </p:nvSpPr>
        <p:spPr bwMode="auto">
          <a:xfrm>
            <a:off x="3072023" y="3428654"/>
            <a:ext cx="16385" cy="21427"/>
          </a:xfrm>
          <a:custGeom>
            <a:avLst/>
            <a:gdLst>
              <a:gd name="T0" fmla="*/ 13 w 13"/>
              <a:gd name="T1" fmla="*/ 16 h 17"/>
              <a:gd name="T2" fmla="*/ 13 w 13"/>
              <a:gd name="T3" fmla="*/ 16 h 17"/>
              <a:gd name="T4" fmla="*/ 10 w 13"/>
              <a:gd name="T5" fmla="*/ 17 h 17"/>
              <a:gd name="T6" fmla="*/ 10 w 13"/>
              <a:gd name="T7" fmla="*/ 17 h 17"/>
              <a:gd name="T8" fmla="*/ 8 w 13"/>
              <a:gd name="T9" fmla="*/ 17 h 17"/>
              <a:gd name="T10" fmla="*/ 8 w 13"/>
              <a:gd name="T11" fmla="*/ 17 h 17"/>
              <a:gd name="T12" fmla="*/ 4 w 13"/>
              <a:gd name="T13" fmla="*/ 16 h 17"/>
              <a:gd name="T14" fmla="*/ 4 w 13"/>
              <a:gd name="T15" fmla="*/ 16 h 17"/>
              <a:gd name="T16" fmla="*/ 1 w 13"/>
              <a:gd name="T17" fmla="*/ 15 h 17"/>
              <a:gd name="T18" fmla="*/ 1 w 13"/>
              <a:gd name="T19" fmla="*/ 15 h 17"/>
              <a:gd name="T20" fmla="*/ 0 w 13"/>
              <a:gd name="T21" fmla="*/ 12 h 17"/>
              <a:gd name="T22" fmla="*/ 0 w 13"/>
              <a:gd name="T23" fmla="*/ 12 h 17"/>
              <a:gd name="T24" fmla="*/ 0 w 13"/>
              <a:gd name="T25" fmla="*/ 8 h 17"/>
              <a:gd name="T26" fmla="*/ 0 w 13"/>
              <a:gd name="T27" fmla="*/ 8 h 17"/>
              <a:gd name="T28" fmla="*/ 0 w 13"/>
              <a:gd name="T29" fmla="*/ 5 h 17"/>
              <a:gd name="T30" fmla="*/ 0 w 13"/>
              <a:gd name="T31" fmla="*/ 5 h 17"/>
              <a:gd name="T32" fmla="*/ 1 w 13"/>
              <a:gd name="T33" fmla="*/ 1 h 17"/>
              <a:gd name="T34" fmla="*/ 1 w 13"/>
              <a:gd name="T35" fmla="*/ 1 h 17"/>
              <a:gd name="T36" fmla="*/ 4 w 13"/>
              <a:gd name="T37" fmla="*/ 0 h 17"/>
              <a:gd name="T38" fmla="*/ 4 w 13"/>
              <a:gd name="T39" fmla="*/ 0 h 17"/>
              <a:gd name="T40" fmla="*/ 8 w 13"/>
              <a:gd name="T41" fmla="*/ 0 h 17"/>
              <a:gd name="T42" fmla="*/ 8 w 13"/>
              <a:gd name="T43" fmla="*/ 0 h 17"/>
              <a:gd name="T44" fmla="*/ 10 w 13"/>
              <a:gd name="T45" fmla="*/ 0 h 17"/>
              <a:gd name="T46" fmla="*/ 13 w 13"/>
              <a:gd name="T47" fmla="*/ 1 h 17"/>
              <a:gd name="T48" fmla="*/ 12 w 13"/>
              <a:gd name="T49" fmla="*/ 2 h 17"/>
              <a:gd name="T50" fmla="*/ 12 w 13"/>
              <a:gd name="T51" fmla="*/ 2 h 17"/>
              <a:gd name="T52" fmla="*/ 10 w 13"/>
              <a:gd name="T53" fmla="*/ 1 h 17"/>
              <a:gd name="T54" fmla="*/ 9 w 13"/>
              <a:gd name="T55" fmla="*/ 1 h 17"/>
              <a:gd name="T56" fmla="*/ 8 w 13"/>
              <a:gd name="T57" fmla="*/ 1 h 17"/>
              <a:gd name="T58" fmla="*/ 8 w 13"/>
              <a:gd name="T59" fmla="*/ 1 h 17"/>
              <a:gd name="T60" fmla="*/ 5 w 13"/>
              <a:gd name="T61" fmla="*/ 1 h 17"/>
              <a:gd name="T62" fmla="*/ 5 w 13"/>
              <a:gd name="T63" fmla="*/ 1 h 17"/>
              <a:gd name="T64" fmla="*/ 2 w 13"/>
              <a:gd name="T65" fmla="*/ 2 h 17"/>
              <a:gd name="T66" fmla="*/ 2 w 13"/>
              <a:gd name="T67" fmla="*/ 2 h 17"/>
              <a:gd name="T68" fmla="*/ 1 w 13"/>
              <a:gd name="T69" fmla="*/ 5 h 17"/>
              <a:gd name="T70" fmla="*/ 1 w 13"/>
              <a:gd name="T71" fmla="*/ 5 h 17"/>
              <a:gd name="T72" fmla="*/ 1 w 13"/>
              <a:gd name="T73" fmla="*/ 8 h 17"/>
              <a:gd name="T74" fmla="*/ 1 w 13"/>
              <a:gd name="T75" fmla="*/ 8 h 17"/>
              <a:gd name="T76" fmla="*/ 1 w 13"/>
              <a:gd name="T77" fmla="*/ 10 h 17"/>
              <a:gd name="T78" fmla="*/ 1 w 13"/>
              <a:gd name="T79" fmla="*/ 10 h 17"/>
              <a:gd name="T80" fmla="*/ 2 w 13"/>
              <a:gd name="T81" fmla="*/ 13 h 17"/>
              <a:gd name="T82" fmla="*/ 2 w 13"/>
              <a:gd name="T83" fmla="*/ 13 h 17"/>
              <a:gd name="T84" fmla="*/ 5 w 13"/>
              <a:gd name="T85" fmla="*/ 15 h 17"/>
              <a:gd name="T86" fmla="*/ 5 w 13"/>
              <a:gd name="T87" fmla="*/ 15 h 17"/>
              <a:gd name="T88" fmla="*/ 8 w 13"/>
              <a:gd name="T89" fmla="*/ 16 h 17"/>
              <a:gd name="T90" fmla="*/ 8 w 13"/>
              <a:gd name="T91" fmla="*/ 16 h 17"/>
              <a:gd name="T92" fmla="*/ 10 w 13"/>
              <a:gd name="T93" fmla="*/ 16 h 17"/>
              <a:gd name="T94" fmla="*/ 10 w 13"/>
              <a:gd name="T95" fmla="*/ 16 h 17"/>
              <a:gd name="T96" fmla="*/ 12 w 13"/>
              <a:gd name="T97" fmla="*/ 15 h 17"/>
              <a:gd name="T98" fmla="*/ 12 w 13"/>
              <a:gd name="T99" fmla="*/ 9 h 17"/>
              <a:gd name="T100" fmla="*/ 8 w 13"/>
              <a:gd name="T101" fmla="*/ 9 h 17"/>
              <a:gd name="T102" fmla="*/ 8 w 13"/>
              <a:gd name="T103" fmla="*/ 8 h 17"/>
              <a:gd name="T104" fmla="*/ 13 w 13"/>
              <a:gd name="T105" fmla="*/ 8 h 17"/>
              <a:gd name="T106" fmla="*/ 13 w 13"/>
              <a:gd name="T107" fmla="*/ 16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3" h="17">
                <a:moveTo>
                  <a:pt x="13" y="16"/>
                </a:moveTo>
                <a:lnTo>
                  <a:pt x="13" y="16"/>
                </a:lnTo>
                <a:lnTo>
                  <a:pt x="10" y="17"/>
                </a:lnTo>
                <a:lnTo>
                  <a:pt x="10" y="17"/>
                </a:lnTo>
                <a:lnTo>
                  <a:pt x="8" y="17"/>
                </a:lnTo>
                <a:lnTo>
                  <a:pt x="8" y="17"/>
                </a:lnTo>
                <a:lnTo>
                  <a:pt x="4" y="16"/>
                </a:lnTo>
                <a:lnTo>
                  <a:pt x="4" y="16"/>
                </a:lnTo>
                <a:lnTo>
                  <a:pt x="1" y="15"/>
                </a:lnTo>
                <a:lnTo>
                  <a:pt x="1" y="15"/>
                </a:lnTo>
                <a:lnTo>
                  <a:pt x="0" y="12"/>
                </a:lnTo>
                <a:lnTo>
                  <a:pt x="0" y="12"/>
                </a:lnTo>
                <a:lnTo>
                  <a:pt x="0" y="8"/>
                </a:lnTo>
                <a:lnTo>
                  <a:pt x="0" y="8"/>
                </a:lnTo>
                <a:lnTo>
                  <a:pt x="0" y="5"/>
                </a:lnTo>
                <a:lnTo>
                  <a:pt x="0" y="5"/>
                </a:lnTo>
                <a:lnTo>
                  <a:pt x="1" y="1"/>
                </a:lnTo>
                <a:lnTo>
                  <a:pt x="1" y="1"/>
                </a:lnTo>
                <a:lnTo>
                  <a:pt x="4" y="0"/>
                </a:lnTo>
                <a:lnTo>
                  <a:pt x="4" y="0"/>
                </a:lnTo>
                <a:lnTo>
                  <a:pt x="8" y="0"/>
                </a:lnTo>
                <a:lnTo>
                  <a:pt x="8" y="0"/>
                </a:lnTo>
                <a:lnTo>
                  <a:pt x="10" y="0"/>
                </a:lnTo>
                <a:lnTo>
                  <a:pt x="13" y="1"/>
                </a:lnTo>
                <a:lnTo>
                  <a:pt x="12" y="2"/>
                </a:lnTo>
                <a:lnTo>
                  <a:pt x="12" y="2"/>
                </a:lnTo>
                <a:lnTo>
                  <a:pt x="10" y="1"/>
                </a:lnTo>
                <a:lnTo>
                  <a:pt x="9" y="1"/>
                </a:lnTo>
                <a:lnTo>
                  <a:pt x="8" y="1"/>
                </a:lnTo>
                <a:lnTo>
                  <a:pt x="8" y="1"/>
                </a:lnTo>
                <a:lnTo>
                  <a:pt x="5" y="1"/>
                </a:lnTo>
                <a:lnTo>
                  <a:pt x="5" y="1"/>
                </a:lnTo>
                <a:lnTo>
                  <a:pt x="2" y="2"/>
                </a:lnTo>
                <a:lnTo>
                  <a:pt x="2" y="2"/>
                </a:lnTo>
                <a:lnTo>
                  <a:pt x="1" y="5"/>
                </a:lnTo>
                <a:lnTo>
                  <a:pt x="1" y="5"/>
                </a:lnTo>
                <a:lnTo>
                  <a:pt x="1" y="8"/>
                </a:lnTo>
                <a:lnTo>
                  <a:pt x="1" y="8"/>
                </a:lnTo>
                <a:lnTo>
                  <a:pt x="1" y="10"/>
                </a:lnTo>
                <a:lnTo>
                  <a:pt x="1" y="10"/>
                </a:lnTo>
                <a:lnTo>
                  <a:pt x="2" y="13"/>
                </a:lnTo>
                <a:lnTo>
                  <a:pt x="2" y="13"/>
                </a:lnTo>
                <a:lnTo>
                  <a:pt x="5" y="15"/>
                </a:lnTo>
                <a:lnTo>
                  <a:pt x="5" y="15"/>
                </a:lnTo>
                <a:lnTo>
                  <a:pt x="8" y="16"/>
                </a:lnTo>
                <a:lnTo>
                  <a:pt x="8" y="16"/>
                </a:lnTo>
                <a:lnTo>
                  <a:pt x="10" y="16"/>
                </a:lnTo>
                <a:lnTo>
                  <a:pt x="10" y="16"/>
                </a:lnTo>
                <a:lnTo>
                  <a:pt x="12" y="15"/>
                </a:lnTo>
                <a:lnTo>
                  <a:pt x="12" y="9"/>
                </a:lnTo>
                <a:lnTo>
                  <a:pt x="8" y="9"/>
                </a:lnTo>
                <a:lnTo>
                  <a:pt x="8" y="8"/>
                </a:lnTo>
                <a:lnTo>
                  <a:pt x="13" y="8"/>
                </a:lnTo>
                <a:lnTo>
                  <a:pt x="13" y="16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8" name="Freeform 1976"/>
          <p:cNvSpPr>
            <a:spLocks noEditPoints="1"/>
          </p:cNvSpPr>
          <p:nvPr/>
        </p:nvSpPr>
        <p:spPr bwMode="auto">
          <a:xfrm>
            <a:off x="3106054" y="3428654"/>
            <a:ext cx="20166" cy="21427"/>
          </a:xfrm>
          <a:custGeom>
            <a:avLst/>
            <a:gdLst>
              <a:gd name="T0" fmla="*/ 0 w 16"/>
              <a:gd name="T1" fmla="*/ 8 h 17"/>
              <a:gd name="T2" fmla="*/ 1 w 16"/>
              <a:gd name="T3" fmla="*/ 5 h 17"/>
              <a:gd name="T4" fmla="*/ 2 w 16"/>
              <a:gd name="T5" fmla="*/ 1 h 17"/>
              <a:gd name="T6" fmla="*/ 5 w 16"/>
              <a:gd name="T7" fmla="*/ 0 h 17"/>
              <a:gd name="T8" fmla="*/ 8 w 16"/>
              <a:gd name="T9" fmla="*/ 0 h 17"/>
              <a:gd name="T10" fmla="*/ 12 w 16"/>
              <a:gd name="T11" fmla="*/ 0 h 17"/>
              <a:gd name="T12" fmla="*/ 14 w 16"/>
              <a:gd name="T13" fmla="*/ 1 h 17"/>
              <a:gd name="T14" fmla="*/ 16 w 16"/>
              <a:gd name="T15" fmla="*/ 5 h 17"/>
              <a:gd name="T16" fmla="*/ 16 w 16"/>
              <a:gd name="T17" fmla="*/ 8 h 17"/>
              <a:gd name="T18" fmla="*/ 16 w 16"/>
              <a:gd name="T19" fmla="*/ 12 h 17"/>
              <a:gd name="T20" fmla="*/ 14 w 16"/>
              <a:gd name="T21" fmla="*/ 15 h 17"/>
              <a:gd name="T22" fmla="*/ 12 w 16"/>
              <a:gd name="T23" fmla="*/ 16 h 17"/>
              <a:gd name="T24" fmla="*/ 8 w 16"/>
              <a:gd name="T25" fmla="*/ 17 h 17"/>
              <a:gd name="T26" fmla="*/ 5 w 16"/>
              <a:gd name="T27" fmla="*/ 16 h 17"/>
              <a:gd name="T28" fmla="*/ 2 w 16"/>
              <a:gd name="T29" fmla="*/ 15 h 17"/>
              <a:gd name="T30" fmla="*/ 1 w 16"/>
              <a:gd name="T31" fmla="*/ 12 h 17"/>
              <a:gd name="T32" fmla="*/ 0 w 16"/>
              <a:gd name="T33" fmla="*/ 8 h 17"/>
              <a:gd name="T34" fmla="*/ 1 w 16"/>
              <a:gd name="T35" fmla="*/ 8 h 17"/>
              <a:gd name="T36" fmla="*/ 2 w 16"/>
              <a:gd name="T37" fmla="*/ 10 h 17"/>
              <a:gd name="T38" fmla="*/ 4 w 16"/>
              <a:gd name="T39" fmla="*/ 13 h 17"/>
              <a:gd name="T40" fmla="*/ 5 w 16"/>
              <a:gd name="T41" fmla="*/ 15 h 17"/>
              <a:gd name="T42" fmla="*/ 8 w 16"/>
              <a:gd name="T43" fmla="*/ 16 h 17"/>
              <a:gd name="T44" fmla="*/ 10 w 16"/>
              <a:gd name="T45" fmla="*/ 15 h 17"/>
              <a:gd name="T46" fmla="*/ 13 w 16"/>
              <a:gd name="T47" fmla="*/ 13 h 17"/>
              <a:gd name="T48" fmla="*/ 14 w 16"/>
              <a:gd name="T49" fmla="*/ 10 h 17"/>
              <a:gd name="T50" fmla="*/ 14 w 16"/>
              <a:gd name="T51" fmla="*/ 8 h 17"/>
              <a:gd name="T52" fmla="*/ 14 w 16"/>
              <a:gd name="T53" fmla="*/ 5 h 17"/>
              <a:gd name="T54" fmla="*/ 13 w 16"/>
              <a:gd name="T55" fmla="*/ 2 h 17"/>
              <a:gd name="T56" fmla="*/ 10 w 16"/>
              <a:gd name="T57" fmla="*/ 1 h 17"/>
              <a:gd name="T58" fmla="*/ 8 w 16"/>
              <a:gd name="T59" fmla="*/ 1 h 17"/>
              <a:gd name="T60" fmla="*/ 5 w 16"/>
              <a:gd name="T61" fmla="*/ 1 h 17"/>
              <a:gd name="T62" fmla="*/ 4 w 16"/>
              <a:gd name="T63" fmla="*/ 2 h 17"/>
              <a:gd name="T64" fmla="*/ 2 w 16"/>
              <a:gd name="T65" fmla="*/ 5 h 17"/>
              <a:gd name="T66" fmla="*/ 1 w 16"/>
              <a:gd name="T67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6" h="17">
                <a:moveTo>
                  <a:pt x="0" y="8"/>
                </a:moveTo>
                <a:lnTo>
                  <a:pt x="0" y="8"/>
                </a:lnTo>
                <a:lnTo>
                  <a:pt x="1" y="5"/>
                </a:lnTo>
                <a:lnTo>
                  <a:pt x="1" y="5"/>
                </a:lnTo>
                <a:lnTo>
                  <a:pt x="2" y="1"/>
                </a:lnTo>
                <a:lnTo>
                  <a:pt x="2" y="1"/>
                </a:lnTo>
                <a:lnTo>
                  <a:pt x="5" y="0"/>
                </a:lnTo>
                <a:lnTo>
                  <a:pt x="5" y="0"/>
                </a:lnTo>
                <a:lnTo>
                  <a:pt x="8" y="0"/>
                </a:lnTo>
                <a:lnTo>
                  <a:pt x="8" y="0"/>
                </a:lnTo>
                <a:lnTo>
                  <a:pt x="12" y="0"/>
                </a:lnTo>
                <a:lnTo>
                  <a:pt x="12" y="0"/>
                </a:lnTo>
                <a:lnTo>
                  <a:pt x="14" y="1"/>
                </a:lnTo>
                <a:lnTo>
                  <a:pt x="14" y="1"/>
                </a:lnTo>
                <a:lnTo>
                  <a:pt x="16" y="5"/>
                </a:lnTo>
                <a:lnTo>
                  <a:pt x="16" y="5"/>
                </a:lnTo>
                <a:lnTo>
                  <a:pt x="16" y="8"/>
                </a:lnTo>
                <a:lnTo>
                  <a:pt x="16" y="8"/>
                </a:lnTo>
                <a:lnTo>
                  <a:pt x="16" y="12"/>
                </a:lnTo>
                <a:lnTo>
                  <a:pt x="16" y="12"/>
                </a:lnTo>
                <a:lnTo>
                  <a:pt x="14" y="15"/>
                </a:lnTo>
                <a:lnTo>
                  <a:pt x="14" y="15"/>
                </a:lnTo>
                <a:lnTo>
                  <a:pt x="12" y="16"/>
                </a:lnTo>
                <a:lnTo>
                  <a:pt x="12" y="16"/>
                </a:lnTo>
                <a:lnTo>
                  <a:pt x="8" y="17"/>
                </a:lnTo>
                <a:lnTo>
                  <a:pt x="8" y="17"/>
                </a:lnTo>
                <a:lnTo>
                  <a:pt x="5" y="16"/>
                </a:lnTo>
                <a:lnTo>
                  <a:pt x="5" y="16"/>
                </a:lnTo>
                <a:lnTo>
                  <a:pt x="2" y="15"/>
                </a:lnTo>
                <a:lnTo>
                  <a:pt x="2" y="15"/>
                </a:lnTo>
                <a:lnTo>
                  <a:pt x="1" y="12"/>
                </a:lnTo>
                <a:lnTo>
                  <a:pt x="1" y="12"/>
                </a:lnTo>
                <a:lnTo>
                  <a:pt x="0" y="8"/>
                </a:lnTo>
                <a:lnTo>
                  <a:pt x="0" y="8"/>
                </a:lnTo>
                <a:close/>
                <a:moveTo>
                  <a:pt x="1" y="8"/>
                </a:moveTo>
                <a:lnTo>
                  <a:pt x="1" y="8"/>
                </a:lnTo>
                <a:lnTo>
                  <a:pt x="2" y="10"/>
                </a:lnTo>
                <a:lnTo>
                  <a:pt x="2" y="10"/>
                </a:lnTo>
                <a:lnTo>
                  <a:pt x="4" y="13"/>
                </a:lnTo>
                <a:lnTo>
                  <a:pt x="4" y="13"/>
                </a:lnTo>
                <a:lnTo>
                  <a:pt x="5" y="15"/>
                </a:lnTo>
                <a:lnTo>
                  <a:pt x="5" y="15"/>
                </a:lnTo>
                <a:lnTo>
                  <a:pt x="8" y="16"/>
                </a:lnTo>
                <a:lnTo>
                  <a:pt x="8" y="16"/>
                </a:lnTo>
                <a:lnTo>
                  <a:pt x="10" y="15"/>
                </a:lnTo>
                <a:lnTo>
                  <a:pt x="10" y="15"/>
                </a:lnTo>
                <a:lnTo>
                  <a:pt x="13" y="13"/>
                </a:lnTo>
                <a:lnTo>
                  <a:pt x="13" y="13"/>
                </a:lnTo>
                <a:lnTo>
                  <a:pt x="14" y="10"/>
                </a:lnTo>
                <a:lnTo>
                  <a:pt x="14" y="10"/>
                </a:lnTo>
                <a:lnTo>
                  <a:pt x="14" y="8"/>
                </a:lnTo>
                <a:lnTo>
                  <a:pt x="14" y="8"/>
                </a:lnTo>
                <a:lnTo>
                  <a:pt x="14" y="5"/>
                </a:lnTo>
                <a:lnTo>
                  <a:pt x="14" y="5"/>
                </a:lnTo>
                <a:lnTo>
                  <a:pt x="13" y="2"/>
                </a:lnTo>
                <a:lnTo>
                  <a:pt x="13" y="2"/>
                </a:lnTo>
                <a:lnTo>
                  <a:pt x="10" y="1"/>
                </a:lnTo>
                <a:lnTo>
                  <a:pt x="10" y="1"/>
                </a:lnTo>
                <a:lnTo>
                  <a:pt x="8" y="1"/>
                </a:lnTo>
                <a:lnTo>
                  <a:pt x="8" y="1"/>
                </a:lnTo>
                <a:lnTo>
                  <a:pt x="5" y="1"/>
                </a:lnTo>
                <a:lnTo>
                  <a:pt x="5" y="1"/>
                </a:lnTo>
                <a:lnTo>
                  <a:pt x="4" y="2"/>
                </a:lnTo>
                <a:lnTo>
                  <a:pt x="4" y="2"/>
                </a:lnTo>
                <a:lnTo>
                  <a:pt x="2" y="5"/>
                </a:lnTo>
                <a:lnTo>
                  <a:pt x="2" y="5"/>
                </a:lnTo>
                <a:lnTo>
                  <a:pt x="1" y="8"/>
                </a:lnTo>
                <a:lnTo>
                  <a:pt x="1" y="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9" name="Freeform 1977"/>
          <p:cNvSpPr>
            <a:spLocks/>
          </p:cNvSpPr>
          <p:nvPr/>
        </p:nvSpPr>
        <p:spPr bwMode="auto">
          <a:xfrm>
            <a:off x="3145126" y="3428654"/>
            <a:ext cx="11344" cy="21427"/>
          </a:xfrm>
          <a:custGeom>
            <a:avLst/>
            <a:gdLst>
              <a:gd name="T0" fmla="*/ 0 w 9"/>
              <a:gd name="T1" fmla="*/ 0 h 17"/>
              <a:gd name="T2" fmla="*/ 9 w 9"/>
              <a:gd name="T3" fmla="*/ 0 h 17"/>
              <a:gd name="T4" fmla="*/ 9 w 9"/>
              <a:gd name="T5" fmla="*/ 1 h 17"/>
              <a:gd name="T6" fmla="*/ 1 w 9"/>
              <a:gd name="T7" fmla="*/ 1 h 17"/>
              <a:gd name="T8" fmla="*/ 1 w 9"/>
              <a:gd name="T9" fmla="*/ 8 h 17"/>
              <a:gd name="T10" fmla="*/ 8 w 9"/>
              <a:gd name="T11" fmla="*/ 8 h 17"/>
              <a:gd name="T12" fmla="*/ 8 w 9"/>
              <a:gd name="T13" fmla="*/ 9 h 17"/>
              <a:gd name="T14" fmla="*/ 1 w 9"/>
              <a:gd name="T15" fmla="*/ 9 h 17"/>
              <a:gd name="T16" fmla="*/ 1 w 9"/>
              <a:gd name="T17" fmla="*/ 16 h 17"/>
              <a:gd name="T18" fmla="*/ 9 w 9"/>
              <a:gd name="T19" fmla="*/ 16 h 17"/>
              <a:gd name="T20" fmla="*/ 9 w 9"/>
              <a:gd name="T21" fmla="*/ 17 h 17"/>
              <a:gd name="T22" fmla="*/ 0 w 9"/>
              <a:gd name="T23" fmla="*/ 17 h 17"/>
              <a:gd name="T24" fmla="*/ 0 w 9"/>
              <a:gd name="T25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" h="17">
                <a:moveTo>
                  <a:pt x="0" y="0"/>
                </a:moveTo>
                <a:lnTo>
                  <a:pt x="9" y="0"/>
                </a:lnTo>
                <a:lnTo>
                  <a:pt x="9" y="1"/>
                </a:lnTo>
                <a:lnTo>
                  <a:pt x="1" y="1"/>
                </a:lnTo>
                <a:lnTo>
                  <a:pt x="1" y="8"/>
                </a:lnTo>
                <a:lnTo>
                  <a:pt x="8" y="8"/>
                </a:lnTo>
                <a:lnTo>
                  <a:pt x="8" y="9"/>
                </a:lnTo>
                <a:lnTo>
                  <a:pt x="1" y="9"/>
                </a:lnTo>
                <a:lnTo>
                  <a:pt x="1" y="16"/>
                </a:lnTo>
                <a:lnTo>
                  <a:pt x="9" y="16"/>
                </a:lnTo>
                <a:lnTo>
                  <a:pt x="9" y="17"/>
                </a:lnTo>
                <a:lnTo>
                  <a:pt x="0" y="17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0" name="Freeform 1978"/>
          <p:cNvSpPr>
            <a:spLocks/>
          </p:cNvSpPr>
          <p:nvPr/>
        </p:nvSpPr>
        <p:spPr bwMode="auto">
          <a:xfrm>
            <a:off x="3171595" y="3428654"/>
            <a:ext cx="13864" cy="21427"/>
          </a:xfrm>
          <a:custGeom>
            <a:avLst/>
            <a:gdLst>
              <a:gd name="T0" fmla="*/ 2 w 11"/>
              <a:gd name="T1" fmla="*/ 13 h 17"/>
              <a:gd name="T2" fmla="*/ 4 w 11"/>
              <a:gd name="T3" fmla="*/ 15 h 17"/>
              <a:gd name="T4" fmla="*/ 6 w 11"/>
              <a:gd name="T5" fmla="*/ 16 h 17"/>
              <a:gd name="T6" fmla="*/ 8 w 11"/>
              <a:gd name="T7" fmla="*/ 15 h 17"/>
              <a:gd name="T8" fmla="*/ 10 w 11"/>
              <a:gd name="T9" fmla="*/ 13 h 17"/>
              <a:gd name="T10" fmla="*/ 10 w 11"/>
              <a:gd name="T11" fmla="*/ 12 h 17"/>
              <a:gd name="T12" fmla="*/ 8 w 11"/>
              <a:gd name="T13" fmla="*/ 10 h 17"/>
              <a:gd name="T14" fmla="*/ 7 w 11"/>
              <a:gd name="T15" fmla="*/ 9 h 17"/>
              <a:gd name="T16" fmla="*/ 6 w 11"/>
              <a:gd name="T17" fmla="*/ 9 h 17"/>
              <a:gd name="T18" fmla="*/ 4 w 11"/>
              <a:gd name="T19" fmla="*/ 8 h 17"/>
              <a:gd name="T20" fmla="*/ 3 w 11"/>
              <a:gd name="T21" fmla="*/ 8 h 17"/>
              <a:gd name="T22" fmla="*/ 2 w 11"/>
              <a:gd name="T23" fmla="*/ 6 h 17"/>
              <a:gd name="T24" fmla="*/ 2 w 11"/>
              <a:gd name="T25" fmla="*/ 4 h 17"/>
              <a:gd name="T26" fmla="*/ 2 w 11"/>
              <a:gd name="T27" fmla="*/ 2 h 17"/>
              <a:gd name="T28" fmla="*/ 3 w 11"/>
              <a:gd name="T29" fmla="*/ 0 h 17"/>
              <a:gd name="T30" fmla="*/ 4 w 11"/>
              <a:gd name="T31" fmla="*/ 0 h 17"/>
              <a:gd name="T32" fmla="*/ 6 w 11"/>
              <a:gd name="T33" fmla="*/ 0 h 17"/>
              <a:gd name="T34" fmla="*/ 8 w 11"/>
              <a:gd name="T35" fmla="*/ 0 h 17"/>
              <a:gd name="T36" fmla="*/ 10 w 11"/>
              <a:gd name="T37" fmla="*/ 2 h 17"/>
              <a:gd name="T38" fmla="*/ 8 w 11"/>
              <a:gd name="T39" fmla="*/ 1 h 17"/>
              <a:gd name="T40" fmla="*/ 6 w 11"/>
              <a:gd name="T41" fmla="*/ 1 h 17"/>
              <a:gd name="T42" fmla="*/ 4 w 11"/>
              <a:gd name="T43" fmla="*/ 1 h 17"/>
              <a:gd name="T44" fmla="*/ 3 w 11"/>
              <a:gd name="T45" fmla="*/ 2 h 17"/>
              <a:gd name="T46" fmla="*/ 3 w 11"/>
              <a:gd name="T47" fmla="*/ 4 h 17"/>
              <a:gd name="T48" fmla="*/ 3 w 11"/>
              <a:gd name="T49" fmla="*/ 6 h 17"/>
              <a:gd name="T50" fmla="*/ 4 w 11"/>
              <a:gd name="T51" fmla="*/ 6 h 17"/>
              <a:gd name="T52" fmla="*/ 7 w 11"/>
              <a:gd name="T53" fmla="*/ 8 h 17"/>
              <a:gd name="T54" fmla="*/ 8 w 11"/>
              <a:gd name="T55" fmla="*/ 8 h 17"/>
              <a:gd name="T56" fmla="*/ 10 w 11"/>
              <a:gd name="T57" fmla="*/ 10 h 17"/>
              <a:gd name="T58" fmla="*/ 11 w 11"/>
              <a:gd name="T59" fmla="*/ 12 h 17"/>
              <a:gd name="T60" fmla="*/ 11 w 11"/>
              <a:gd name="T61" fmla="*/ 15 h 17"/>
              <a:gd name="T62" fmla="*/ 10 w 11"/>
              <a:gd name="T63" fmla="*/ 16 h 17"/>
              <a:gd name="T64" fmla="*/ 8 w 11"/>
              <a:gd name="T65" fmla="*/ 17 h 17"/>
              <a:gd name="T66" fmla="*/ 6 w 11"/>
              <a:gd name="T67" fmla="*/ 17 h 17"/>
              <a:gd name="T68" fmla="*/ 3 w 11"/>
              <a:gd name="T69" fmla="*/ 17 h 17"/>
              <a:gd name="T70" fmla="*/ 2 w 11"/>
              <a:gd name="T7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" h="17">
                <a:moveTo>
                  <a:pt x="2" y="13"/>
                </a:moveTo>
                <a:lnTo>
                  <a:pt x="2" y="13"/>
                </a:lnTo>
                <a:lnTo>
                  <a:pt x="4" y="15"/>
                </a:lnTo>
                <a:lnTo>
                  <a:pt x="4" y="15"/>
                </a:lnTo>
                <a:lnTo>
                  <a:pt x="6" y="16"/>
                </a:lnTo>
                <a:lnTo>
                  <a:pt x="6" y="16"/>
                </a:lnTo>
                <a:lnTo>
                  <a:pt x="7" y="16"/>
                </a:lnTo>
                <a:lnTo>
                  <a:pt x="8" y="15"/>
                </a:lnTo>
                <a:lnTo>
                  <a:pt x="10" y="13"/>
                </a:lnTo>
                <a:lnTo>
                  <a:pt x="10" y="13"/>
                </a:lnTo>
                <a:lnTo>
                  <a:pt x="10" y="12"/>
                </a:lnTo>
                <a:lnTo>
                  <a:pt x="10" y="12"/>
                </a:lnTo>
                <a:lnTo>
                  <a:pt x="8" y="10"/>
                </a:lnTo>
                <a:lnTo>
                  <a:pt x="8" y="10"/>
                </a:lnTo>
                <a:lnTo>
                  <a:pt x="8" y="10"/>
                </a:lnTo>
                <a:lnTo>
                  <a:pt x="7" y="9"/>
                </a:lnTo>
                <a:lnTo>
                  <a:pt x="7" y="9"/>
                </a:lnTo>
                <a:lnTo>
                  <a:pt x="6" y="9"/>
                </a:lnTo>
                <a:lnTo>
                  <a:pt x="6" y="9"/>
                </a:lnTo>
                <a:lnTo>
                  <a:pt x="4" y="8"/>
                </a:lnTo>
                <a:lnTo>
                  <a:pt x="3" y="8"/>
                </a:lnTo>
                <a:lnTo>
                  <a:pt x="3" y="8"/>
                </a:lnTo>
                <a:lnTo>
                  <a:pt x="2" y="6"/>
                </a:lnTo>
                <a:lnTo>
                  <a:pt x="2" y="6"/>
                </a:lnTo>
                <a:lnTo>
                  <a:pt x="2" y="4"/>
                </a:lnTo>
                <a:lnTo>
                  <a:pt x="2" y="4"/>
                </a:lnTo>
                <a:lnTo>
                  <a:pt x="2" y="2"/>
                </a:lnTo>
                <a:lnTo>
                  <a:pt x="2" y="2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6" y="0"/>
                </a:lnTo>
                <a:lnTo>
                  <a:pt x="6" y="0"/>
                </a:lnTo>
                <a:lnTo>
                  <a:pt x="8" y="0"/>
                </a:lnTo>
                <a:lnTo>
                  <a:pt x="8" y="0"/>
                </a:lnTo>
                <a:lnTo>
                  <a:pt x="11" y="1"/>
                </a:lnTo>
                <a:lnTo>
                  <a:pt x="10" y="2"/>
                </a:lnTo>
                <a:lnTo>
                  <a:pt x="10" y="2"/>
                </a:lnTo>
                <a:lnTo>
                  <a:pt x="8" y="1"/>
                </a:lnTo>
                <a:lnTo>
                  <a:pt x="8" y="1"/>
                </a:lnTo>
                <a:lnTo>
                  <a:pt x="6" y="1"/>
                </a:lnTo>
                <a:lnTo>
                  <a:pt x="4" y="1"/>
                </a:lnTo>
                <a:lnTo>
                  <a:pt x="4" y="1"/>
                </a:lnTo>
                <a:lnTo>
                  <a:pt x="3" y="2"/>
                </a:lnTo>
                <a:lnTo>
                  <a:pt x="3" y="2"/>
                </a:lnTo>
                <a:lnTo>
                  <a:pt x="3" y="4"/>
                </a:lnTo>
                <a:lnTo>
                  <a:pt x="3" y="4"/>
                </a:lnTo>
                <a:lnTo>
                  <a:pt x="3" y="6"/>
                </a:lnTo>
                <a:lnTo>
                  <a:pt x="3" y="6"/>
                </a:lnTo>
                <a:lnTo>
                  <a:pt x="4" y="6"/>
                </a:lnTo>
                <a:lnTo>
                  <a:pt x="4" y="6"/>
                </a:lnTo>
                <a:lnTo>
                  <a:pt x="7" y="8"/>
                </a:lnTo>
                <a:lnTo>
                  <a:pt x="7" y="8"/>
                </a:lnTo>
                <a:lnTo>
                  <a:pt x="8" y="8"/>
                </a:lnTo>
                <a:lnTo>
                  <a:pt x="8" y="8"/>
                </a:lnTo>
                <a:lnTo>
                  <a:pt x="10" y="10"/>
                </a:lnTo>
                <a:lnTo>
                  <a:pt x="10" y="10"/>
                </a:lnTo>
                <a:lnTo>
                  <a:pt x="11" y="12"/>
                </a:lnTo>
                <a:lnTo>
                  <a:pt x="11" y="12"/>
                </a:lnTo>
                <a:lnTo>
                  <a:pt x="11" y="15"/>
                </a:lnTo>
                <a:lnTo>
                  <a:pt x="11" y="15"/>
                </a:lnTo>
                <a:lnTo>
                  <a:pt x="10" y="16"/>
                </a:lnTo>
                <a:lnTo>
                  <a:pt x="10" y="16"/>
                </a:lnTo>
                <a:lnTo>
                  <a:pt x="8" y="17"/>
                </a:lnTo>
                <a:lnTo>
                  <a:pt x="8" y="17"/>
                </a:lnTo>
                <a:lnTo>
                  <a:pt x="6" y="17"/>
                </a:lnTo>
                <a:lnTo>
                  <a:pt x="6" y="17"/>
                </a:lnTo>
                <a:lnTo>
                  <a:pt x="3" y="17"/>
                </a:lnTo>
                <a:lnTo>
                  <a:pt x="3" y="17"/>
                </a:lnTo>
                <a:lnTo>
                  <a:pt x="0" y="15"/>
                </a:lnTo>
                <a:lnTo>
                  <a:pt x="2" y="13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1" name="Freeform 1979"/>
          <p:cNvSpPr>
            <a:spLocks/>
          </p:cNvSpPr>
          <p:nvPr/>
        </p:nvSpPr>
        <p:spPr bwMode="auto">
          <a:xfrm>
            <a:off x="3213188" y="3428654"/>
            <a:ext cx="15125" cy="21427"/>
          </a:xfrm>
          <a:custGeom>
            <a:avLst/>
            <a:gdLst>
              <a:gd name="T0" fmla="*/ 0 w 12"/>
              <a:gd name="T1" fmla="*/ 0 h 17"/>
              <a:gd name="T2" fmla="*/ 1 w 12"/>
              <a:gd name="T3" fmla="*/ 0 h 17"/>
              <a:gd name="T4" fmla="*/ 1 w 12"/>
              <a:gd name="T5" fmla="*/ 8 h 17"/>
              <a:gd name="T6" fmla="*/ 10 w 12"/>
              <a:gd name="T7" fmla="*/ 8 h 17"/>
              <a:gd name="T8" fmla="*/ 10 w 12"/>
              <a:gd name="T9" fmla="*/ 0 h 17"/>
              <a:gd name="T10" fmla="*/ 12 w 12"/>
              <a:gd name="T11" fmla="*/ 0 h 17"/>
              <a:gd name="T12" fmla="*/ 12 w 12"/>
              <a:gd name="T13" fmla="*/ 17 h 17"/>
              <a:gd name="T14" fmla="*/ 10 w 12"/>
              <a:gd name="T15" fmla="*/ 17 h 17"/>
              <a:gd name="T16" fmla="*/ 10 w 12"/>
              <a:gd name="T17" fmla="*/ 9 h 17"/>
              <a:gd name="T18" fmla="*/ 1 w 12"/>
              <a:gd name="T19" fmla="*/ 9 h 17"/>
              <a:gd name="T20" fmla="*/ 1 w 12"/>
              <a:gd name="T21" fmla="*/ 17 h 17"/>
              <a:gd name="T22" fmla="*/ 0 w 12"/>
              <a:gd name="T23" fmla="*/ 17 h 17"/>
              <a:gd name="T24" fmla="*/ 0 w 12"/>
              <a:gd name="T25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" h="17">
                <a:moveTo>
                  <a:pt x="0" y="0"/>
                </a:moveTo>
                <a:lnTo>
                  <a:pt x="1" y="0"/>
                </a:lnTo>
                <a:lnTo>
                  <a:pt x="1" y="8"/>
                </a:lnTo>
                <a:lnTo>
                  <a:pt x="10" y="8"/>
                </a:lnTo>
                <a:lnTo>
                  <a:pt x="10" y="0"/>
                </a:lnTo>
                <a:lnTo>
                  <a:pt x="12" y="0"/>
                </a:lnTo>
                <a:lnTo>
                  <a:pt x="12" y="17"/>
                </a:lnTo>
                <a:lnTo>
                  <a:pt x="10" y="17"/>
                </a:lnTo>
                <a:lnTo>
                  <a:pt x="10" y="9"/>
                </a:lnTo>
                <a:lnTo>
                  <a:pt x="1" y="9"/>
                </a:lnTo>
                <a:lnTo>
                  <a:pt x="1" y="17"/>
                </a:lnTo>
                <a:lnTo>
                  <a:pt x="0" y="17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2" name="Freeform 1980"/>
          <p:cNvSpPr>
            <a:spLocks/>
          </p:cNvSpPr>
          <p:nvPr/>
        </p:nvSpPr>
        <p:spPr bwMode="auto">
          <a:xfrm>
            <a:off x="3247219" y="3428654"/>
            <a:ext cx="11344" cy="21427"/>
          </a:xfrm>
          <a:custGeom>
            <a:avLst/>
            <a:gdLst>
              <a:gd name="T0" fmla="*/ 0 w 9"/>
              <a:gd name="T1" fmla="*/ 0 h 17"/>
              <a:gd name="T2" fmla="*/ 9 w 9"/>
              <a:gd name="T3" fmla="*/ 0 h 17"/>
              <a:gd name="T4" fmla="*/ 9 w 9"/>
              <a:gd name="T5" fmla="*/ 1 h 17"/>
              <a:gd name="T6" fmla="*/ 1 w 9"/>
              <a:gd name="T7" fmla="*/ 1 h 17"/>
              <a:gd name="T8" fmla="*/ 1 w 9"/>
              <a:gd name="T9" fmla="*/ 8 h 17"/>
              <a:gd name="T10" fmla="*/ 9 w 9"/>
              <a:gd name="T11" fmla="*/ 8 h 17"/>
              <a:gd name="T12" fmla="*/ 9 w 9"/>
              <a:gd name="T13" fmla="*/ 9 h 17"/>
              <a:gd name="T14" fmla="*/ 1 w 9"/>
              <a:gd name="T15" fmla="*/ 9 h 17"/>
              <a:gd name="T16" fmla="*/ 1 w 9"/>
              <a:gd name="T17" fmla="*/ 16 h 17"/>
              <a:gd name="T18" fmla="*/ 9 w 9"/>
              <a:gd name="T19" fmla="*/ 16 h 17"/>
              <a:gd name="T20" fmla="*/ 9 w 9"/>
              <a:gd name="T21" fmla="*/ 17 h 17"/>
              <a:gd name="T22" fmla="*/ 0 w 9"/>
              <a:gd name="T23" fmla="*/ 17 h 17"/>
              <a:gd name="T24" fmla="*/ 0 w 9"/>
              <a:gd name="T25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" h="17">
                <a:moveTo>
                  <a:pt x="0" y="0"/>
                </a:moveTo>
                <a:lnTo>
                  <a:pt x="9" y="0"/>
                </a:lnTo>
                <a:lnTo>
                  <a:pt x="9" y="1"/>
                </a:lnTo>
                <a:lnTo>
                  <a:pt x="1" y="1"/>
                </a:lnTo>
                <a:lnTo>
                  <a:pt x="1" y="8"/>
                </a:lnTo>
                <a:lnTo>
                  <a:pt x="9" y="8"/>
                </a:lnTo>
                <a:lnTo>
                  <a:pt x="9" y="9"/>
                </a:lnTo>
                <a:lnTo>
                  <a:pt x="1" y="9"/>
                </a:lnTo>
                <a:lnTo>
                  <a:pt x="1" y="16"/>
                </a:lnTo>
                <a:lnTo>
                  <a:pt x="9" y="16"/>
                </a:lnTo>
                <a:lnTo>
                  <a:pt x="9" y="17"/>
                </a:lnTo>
                <a:lnTo>
                  <a:pt x="0" y="17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3" name="Freeform 1981"/>
          <p:cNvSpPr>
            <a:spLocks noEditPoints="1"/>
          </p:cNvSpPr>
          <p:nvPr/>
        </p:nvSpPr>
        <p:spPr bwMode="auto">
          <a:xfrm>
            <a:off x="3276208" y="3428654"/>
            <a:ext cx="12604" cy="21427"/>
          </a:xfrm>
          <a:custGeom>
            <a:avLst/>
            <a:gdLst>
              <a:gd name="T0" fmla="*/ 0 w 10"/>
              <a:gd name="T1" fmla="*/ 0 h 17"/>
              <a:gd name="T2" fmla="*/ 4 w 10"/>
              <a:gd name="T3" fmla="*/ 0 h 17"/>
              <a:gd name="T4" fmla="*/ 5 w 10"/>
              <a:gd name="T5" fmla="*/ 0 h 17"/>
              <a:gd name="T6" fmla="*/ 6 w 10"/>
              <a:gd name="T7" fmla="*/ 0 h 17"/>
              <a:gd name="T8" fmla="*/ 8 w 10"/>
              <a:gd name="T9" fmla="*/ 0 h 17"/>
              <a:gd name="T10" fmla="*/ 9 w 10"/>
              <a:gd name="T11" fmla="*/ 1 h 17"/>
              <a:gd name="T12" fmla="*/ 9 w 10"/>
              <a:gd name="T13" fmla="*/ 1 h 17"/>
              <a:gd name="T14" fmla="*/ 9 w 10"/>
              <a:gd name="T15" fmla="*/ 2 h 17"/>
              <a:gd name="T16" fmla="*/ 9 w 10"/>
              <a:gd name="T17" fmla="*/ 2 h 17"/>
              <a:gd name="T18" fmla="*/ 10 w 10"/>
              <a:gd name="T19" fmla="*/ 4 h 17"/>
              <a:gd name="T20" fmla="*/ 10 w 10"/>
              <a:gd name="T21" fmla="*/ 4 h 17"/>
              <a:gd name="T22" fmla="*/ 9 w 10"/>
              <a:gd name="T23" fmla="*/ 6 h 17"/>
              <a:gd name="T24" fmla="*/ 9 w 10"/>
              <a:gd name="T25" fmla="*/ 6 h 17"/>
              <a:gd name="T26" fmla="*/ 8 w 10"/>
              <a:gd name="T27" fmla="*/ 8 h 17"/>
              <a:gd name="T28" fmla="*/ 8 w 10"/>
              <a:gd name="T29" fmla="*/ 8 h 17"/>
              <a:gd name="T30" fmla="*/ 5 w 10"/>
              <a:gd name="T31" fmla="*/ 9 h 17"/>
              <a:gd name="T32" fmla="*/ 10 w 10"/>
              <a:gd name="T33" fmla="*/ 17 h 17"/>
              <a:gd name="T34" fmla="*/ 9 w 10"/>
              <a:gd name="T35" fmla="*/ 17 h 17"/>
              <a:gd name="T36" fmla="*/ 4 w 10"/>
              <a:gd name="T37" fmla="*/ 9 h 17"/>
              <a:gd name="T38" fmla="*/ 1 w 10"/>
              <a:gd name="T39" fmla="*/ 9 h 17"/>
              <a:gd name="T40" fmla="*/ 1 w 10"/>
              <a:gd name="T41" fmla="*/ 17 h 17"/>
              <a:gd name="T42" fmla="*/ 0 w 10"/>
              <a:gd name="T43" fmla="*/ 17 h 17"/>
              <a:gd name="T44" fmla="*/ 0 w 10"/>
              <a:gd name="T45" fmla="*/ 0 h 17"/>
              <a:gd name="T46" fmla="*/ 1 w 10"/>
              <a:gd name="T47" fmla="*/ 8 h 17"/>
              <a:gd name="T48" fmla="*/ 5 w 10"/>
              <a:gd name="T49" fmla="*/ 8 h 17"/>
              <a:gd name="T50" fmla="*/ 5 w 10"/>
              <a:gd name="T51" fmla="*/ 8 h 17"/>
              <a:gd name="T52" fmla="*/ 6 w 10"/>
              <a:gd name="T53" fmla="*/ 6 h 17"/>
              <a:gd name="T54" fmla="*/ 8 w 10"/>
              <a:gd name="T55" fmla="*/ 6 h 17"/>
              <a:gd name="T56" fmla="*/ 8 w 10"/>
              <a:gd name="T57" fmla="*/ 5 h 17"/>
              <a:gd name="T58" fmla="*/ 8 w 10"/>
              <a:gd name="T59" fmla="*/ 4 h 17"/>
              <a:gd name="T60" fmla="*/ 8 w 10"/>
              <a:gd name="T61" fmla="*/ 4 h 17"/>
              <a:gd name="T62" fmla="*/ 8 w 10"/>
              <a:gd name="T63" fmla="*/ 2 h 17"/>
              <a:gd name="T64" fmla="*/ 6 w 10"/>
              <a:gd name="T65" fmla="*/ 1 h 17"/>
              <a:gd name="T66" fmla="*/ 6 w 10"/>
              <a:gd name="T67" fmla="*/ 1 h 17"/>
              <a:gd name="T68" fmla="*/ 5 w 10"/>
              <a:gd name="T69" fmla="*/ 1 h 17"/>
              <a:gd name="T70" fmla="*/ 1 w 10"/>
              <a:gd name="T71" fmla="*/ 1 h 17"/>
              <a:gd name="T72" fmla="*/ 1 w 10"/>
              <a:gd name="T73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" h="17">
                <a:moveTo>
                  <a:pt x="0" y="0"/>
                </a:move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0"/>
                </a:lnTo>
                <a:lnTo>
                  <a:pt x="9" y="1"/>
                </a:lnTo>
                <a:lnTo>
                  <a:pt x="9" y="1"/>
                </a:lnTo>
                <a:lnTo>
                  <a:pt x="9" y="2"/>
                </a:lnTo>
                <a:lnTo>
                  <a:pt x="9" y="2"/>
                </a:lnTo>
                <a:lnTo>
                  <a:pt x="10" y="4"/>
                </a:lnTo>
                <a:lnTo>
                  <a:pt x="10" y="4"/>
                </a:lnTo>
                <a:lnTo>
                  <a:pt x="9" y="6"/>
                </a:lnTo>
                <a:lnTo>
                  <a:pt x="9" y="6"/>
                </a:lnTo>
                <a:lnTo>
                  <a:pt x="8" y="8"/>
                </a:lnTo>
                <a:lnTo>
                  <a:pt x="8" y="8"/>
                </a:lnTo>
                <a:lnTo>
                  <a:pt x="5" y="9"/>
                </a:lnTo>
                <a:lnTo>
                  <a:pt x="10" y="17"/>
                </a:lnTo>
                <a:lnTo>
                  <a:pt x="9" y="17"/>
                </a:lnTo>
                <a:lnTo>
                  <a:pt x="4" y="9"/>
                </a:lnTo>
                <a:lnTo>
                  <a:pt x="1" y="9"/>
                </a:lnTo>
                <a:lnTo>
                  <a:pt x="1" y="17"/>
                </a:lnTo>
                <a:lnTo>
                  <a:pt x="0" y="17"/>
                </a:lnTo>
                <a:lnTo>
                  <a:pt x="0" y="0"/>
                </a:lnTo>
                <a:close/>
                <a:moveTo>
                  <a:pt x="1" y="8"/>
                </a:moveTo>
                <a:lnTo>
                  <a:pt x="5" y="8"/>
                </a:lnTo>
                <a:lnTo>
                  <a:pt x="5" y="8"/>
                </a:lnTo>
                <a:lnTo>
                  <a:pt x="6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lnTo>
                  <a:pt x="8" y="4"/>
                </a:lnTo>
                <a:lnTo>
                  <a:pt x="8" y="2"/>
                </a:lnTo>
                <a:lnTo>
                  <a:pt x="6" y="1"/>
                </a:lnTo>
                <a:lnTo>
                  <a:pt x="6" y="1"/>
                </a:lnTo>
                <a:lnTo>
                  <a:pt x="5" y="1"/>
                </a:lnTo>
                <a:lnTo>
                  <a:pt x="1" y="1"/>
                </a:lnTo>
                <a:lnTo>
                  <a:pt x="1" y="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4" name="Freeform 1982"/>
          <p:cNvSpPr>
            <a:spLocks/>
          </p:cNvSpPr>
          <p:nvPr/>
        </p:nvSpPr>
        <p:spPr bwMode="auto">
          <a:xfrm>
            <a:off x="3306457" y="3428654"/>
            <a:ext cx="11344" cy="21427"/>
          </a:xfrm>
          <a:custGeom>
            <a:avLst/>
            <a:gdLst>
              <a:gd name="T0" fmla="*/ 0 w 9"/>
              <a:gd name="T1" fmla="*/ 0 h 17"/>
              <a:gd name="T2" fmla="*/ 9 w 9"/>
              <a:gd name="T3" fmla="*/ 0 h 17"/>
              <a:gd name="T4" fmla="*/ 9 w 9"/>
              <a:gd name="T5" fmla="*/ 1 h 17"/>
              <a:gd name="T6" fmla="*/ 1 w 9"/>
              <a:gd name="T7" fmla="*/ 1 h 17"/>
              <a:gd name="T8" fmla="*/ 1 w 9"/>
              <a:gd name="T9" fmla="*/ 8 h 17"/>
              <a:gd name="T10" fmla="*/ 9 w 9"/>
              <a:gd name="T11" fmla="*/ 8 h 17"/>
              <a:gd name="T12" fmla="*/ 9 w 9"/>
              <a:gd name="T13" fmla="*/ 9 h 17"/>
              <a:gd name="T14" fmla="*/ 1 w 9"/>
              <a:gd name="T15" fmla="*/ 9 h 17"/>
              <a:gd name="T16" fmla="*/ 1 w 9"/>
              <a:gd name="T17" fmla="*/ 16 h 17"/>
              <a:gd name="T18" fmla="*/ 9 w 9"/>
              <a:gd name="T19" fmla="*/ 16 h 17"/>
              <a:gd name="T20" fmla="*/ 9 w 9"/>
              <a:gd name="T21" fmla="*/ 17 h 17"/>
              <a:gd name="T22" fmla="*/ 0 w 9"/>
              <a:gd name="T23" fmla="*/ 17 h 17"/>
              <a:gd name="T24" fmla="*/ 0 w 9"/>
              <a:gd name="T25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" h="17">
                <a:moveTo>
                  <a:pt x="0" y="0"/>
                </a:moveTo>
                <a:lnTo>
                  <a:pt x="9" y="0"/>
                </a:lnTo>
                <a:lnTo>
                  <a:pt x="9" y="1"/>
                </a:lnTo>
                <a:lnTo>
                  <a:pt x="1" y="1"/>
                </a:lnTo>
                <a:lnTo>
                  <a:pt x="1" y="8"/>
                </a:lnTo>
                <a:lnTo>
                  <a:pt x="9" y="8"/>
                </a:lnTo>
                <a:lnTo>
                  <a:pt x="9" y="9"/>
                </a:lnTo>
                <a:lnTo>
                  <a:pt x="1" y="9"/>
                </a:lnTo>
                <a:lnTo>
                  <a:pt x="1" y="16"/>
                </a:lnTo>
                <a:lnTo>
                  <a:pt x="9" y="16"/>
                </a:lnTo>
                <a:lnTo>
                  <a:pt x="9" y="17"/>
                </a:lnTo>
                <a:lnTo>
                  <a:pt x="0" y="17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5" name="Freeform 1983"/>
          <p:cNvSpPr>
            <a:spLocks/>
          </p:cNvSpPr>
          <p:nvPr/>
        </p:nvSpPr>
        <p:spPr bwMode="auto">
          <a:xfrm>
            <a:off x="2831287" y="3345468"/>
            <a:ext cx="25208" cy="56718"/>
          </a:xfrm>
          <a:custGeom>
            <a:avLst/>
            <a:gdLst>
              <a:gd name="T0" fmla="*/ 0 w 20"/>
              <a:gd name="T1" fmla="*/ 0 h 45"/>
              <a:gd name="T2" fmla="*/ 6 w 20"/>
              <a:gd name="T3" fmla="*/ 0 h 45"/>
              <a:gd name="T4" fmla="*/ 6 w 20"/>
              <a:gd name="T5" fmla="*/ 39 h 45"/>
              <a:gd name="T6" fmla="*/ 20 w 20"/>
              <a:gd name="T7" fmla="*/ 39 h 45"/>
              <a:gd name="T8" fmla="*/ 20 w 20"/>
              <a:gd name="T9" fmla="*/ 45 h 45"/>
              <a:gd name="T10" fmla="*/ 0 w 20"/>
              <a:gd name="T11" fmla="*/ 45 h 45"/>
              <a:gd name="T12" fmla="*/ 0 w 20"/>
              <a:gd name="T13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" h="45">
                <a:moveTo>
                  <a:pt x="0" y="0"/>
                </a:moveTo>
                <a:lnTo>
                  <a:pt x="6" y="0"/>
                </a:lnTo>
                <a:lnTo>
                  <a:pt x="6" y="39"/>
                </a:lnTo>
                <a:lnTo>
                  <a:pt x="20" y="39"/>
                </a:lnTo>
                <a:lnTo>
                  <a:pt x="20" y="45"/>
                </a:lnTo>
                <a:lnTo>
                  <a:pt x="0" y="45"/>
                </a:lnTo>
                <a:lnTo>
                  <a:pt x="0" y="0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6" name="Freeform 1984"/>
          <p:cNvSpPr>
            <a:spLocks noEditPoints="1"/>
          </p:cNvSpPr>
          <p:nvPr/>
        </p:nvSpPr>
        <p:spPr bwMode="auto">
          <a:xfrm>
            <a:off x="2867839" y="3342947"/>
            <a:ext cx="46635" cy="61759"/>
          </a:xfrm>
          <a:custGeom>
            <a:avLst/>
            <a:gdLst>
              <a:gd name="T0" fmla="*/ 0 w 37"/>
              <a:gd name="T1" fmla="*/ 24 h 49"/>
              <a:gd name="T2" fmla="*/ 1 w 37"/>
              <a:gd name="T3" fmla="*/ 14 h 49"/>
              <a:gd name="T4" fmla="*/ 5 w 37"/>
              <a:gd name="T5" fmla="*/ 7 h 49"/>
              <a:gd name="T6" fmla="*/ 10 w 37"/>
              <a:gd name="T7" fmla="*/ 2 h 49"/>
              <a:gd name="T8" fmla="*/ 14 w 37"/>
              <a:gd name="T9" fmla="*/ 0 h 49"/>
              <a:gd name="T10" fmla="*/ 18 w 37"/>
              <a:gd name="T11" fmla="*/ 0 h 49"/>
              <a:gd name="T12" fmla="*/ 25 w 37"/>
              <a:gd name="T13" fmla="*/ 2 h 49"/>
              <a:gd name="T14" fmla="*/ 29 w 37"/>
              <a:gd name="T15" fmla="*/ 3 h 49"/>
              <a:gd name="T16" fmla="*/ 32 w 37"/>
              <a:gd name="T17" fmla="*/ 7 h 49"/>
              <a:gd name="T18" fmla="*/ 36 w 37"/>
              <a:gd name="T19" fmla="*/ 14 h 49"/>
              <a:gd name="T20" fmla="*/ 37 w 37"/>
              <a:gd name="T21" fmla="*/ 24 h 49"/>
              <a:gd name="T22" fmla="*/ 36 w 37"/>
              <a:gd name="T23" fmla="*/ 34 h 49"/>
              <a:gd name="T24" fmla="*/ 32 w 37"/>
              <a:gd name="T25" fmla="*/ 42 h 49"/>
              <a:gd name="T26" fmla="*/ 25 w 37"/>
              <a:gd name="T27" fmla="*/ 47 h 49"/>
              <a:gd name="T28" fmla="*/ 23 w 37"/>
              <a:gd name="T29" fmla="*/ 49 h 49"/>
              <a:gd name="T30" fmla="*/ 18 w 37"/>
              <a:gd name="T31" fmla="*/ 49 h 49"/>
              <a:gd name="T32" fmla="*/ 10 w 37"/>
              <a:gd name="T33" fmla="*/ 47 h 49"/>
              <a:gd name="T34" fmla="*/ 8 w 37"/>
              <a:gd name="T35" fmla="*/ 45 h 49"/>
              <a:gd name="T36" fmla="*/ 5 w 37"/>
              <a:gd name="T37" fmla="*/ 42 h 49"/>
              <a:gd name="T38" fmla="*/ 1 w 37"/>
              <a:gd name="T39" fmla="*/ 34 h 49"/>
              <a:gd name="T40" fmla="*/ 0 w 37"/>
              <a:gd name="T41" fmla="*/ 24 h 49"/>
              <a:gd name="T42" fmla="*/ 6 w 37"/>
              <a:gd name="T43" fmla="*/ 24 h 49"/>
              <a:gd name="T44" fmla="*/ 8 w 37"/>
              <a:gd name="T45" fmla="*/ 31 h 49"/>
              <a:gd name="T46" fmla="*/ 9 w 37"/>
              <a:gd name="T47" fmla="*/ 37 h 49"/>
              <a:gd name="T48" fmla="*/ 13 w 37"/>
              <a:gd name="T49" fmla="*/ 39 h 49"/>
              <a:gd name="T50" fmla="*/ 18 w 37"/>
              <a:gd name="T51" fmla="*/ 41 h 49"/>
              <a:gd name="T52" fmla="*/ 24 w 37"/>
              <a:gd name="T53" fmla="*/ 39 h 49"/>
              <a:gd name="T54" fmla="*/ 27 w 37"/>
              <a:gd name="T55" fmla="*/ 37 h 49"/>
              <a:gd name="T56" fmla="*/ 29 w 37"/>
              <a:gd name="T57" fmla="*/ 31 h 49"/>
              <a:gd name="T58" fmla="*/ 31 w 37"/>
              <a:gd name="T59" fmla="*/ 24 h 49"/>
              <a:gd name="T60" fmla="*/ 29 w 37"/>
              <a:gd name="T61" fmla="*/ 18 h 49"/>
              <a:gd name="T62" fmla="*/ 27 w 37"/>
              <a:gd name="T63" fmla="*/ 12 h 49"/>
              <a:gd name="T64" fmla="*/ 24 w 37"/>
              <a:gd name="T65" fmla="*/ 8 h 49"/>
              <a:gd name="T66" fmla="*/ 18 w 37"/>
              <a:gd name="T67" fmla="*/ 7 h 49"/>
              <a:gd name="T68" fmla="*/ 13 w 37"/>
              <a:gd name="T69" fmla="*/ 8 h 49"/>
              <a:gd name="T70" fmla="*/ 9 w 37"/>
              <a:gd name="T71" fmla="*/ 12 h 49"/>
              <a:gd name="T72" fmla="*/ 8 w 37"/>
              <a:gd name="T73" fmla="*/ 18 h 49"/>
              <a:gd name="T74" fmla="*/ 6 w 37"/>
              <a:gd name="T75" fmla="*/ 24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7" h="49">
                <a:moveTo>
                  <a:pt x="0" y="24"/>
                </a:moveTo>
                <a:lnTo>
                  <a:pt x="0" y="24"/>
                </a:lnTo>
                <a:lnTo>
                  <a:pt x="1" y="14"/>
                </a:lnTo>
                <a:lnTo>
                  <a:pt x="1" y="14"/>
                </a:lnTo>
                <a:lnTo>
                  <a:pt x="5" y="7"/>
                </a:lnTo>
                <a:lnTo>
                  <a:pt x="5" y="7"/>
                </a:lnTo>
                <a:lnTo>
                  <a:pt x="8" y="4"/>
                </a:lnTo>
                <a:lnTo>
                  <a:pt x="10" y="2"/>
                </a:lnTo>
                <a:lnTo>
                  <a:pt x="10" y="2"/>
                </a:lnTo>
                <a:lnTo>
                  <a:pt x="14" y="0"/>
                </a:lnTo>
                <a:lnTo>
                  <a:pt x="18" y="0"/>
                </a:lnTo>
                <a:lnTo>
                  <a:pt x="18" y="0"/>
                </a:lnTo>
                <a:lnTo>
                  <a:pt x="23" y="0"/>
                </a:lnTo>
                <a:lnTo>
                  <a:pt x="25" y="2"/>
                </a:lnTo>
                <a:lnTo>
                  <a:pt x="25" y="2"/>
                </a:lnTo>
                <a:lnTo>
                  <a:pt x="29" y="3"/>
                </a:lnTo>
                <a:lnTo>
                  <a:pt x="32" y="7"/>
                </a:lnTo>
                <a:lnTo>
                  <a:pt x="32" y="7"/>
                </a:lnTo>
                <a:lnTo>
                  <a:pt x="36" y="14"/>
                </a:lnTo>
                <a:lnTo>
                  <a:pt x="36" y="14"/>
                </a:lnTo>
                <a:lnTo>
                  <a:pt x="37" y="24"/>
                </a:lnTo>
                <a:lnTo>
                  <a:pt x="37" y="24"/>
                </a:lnTo>
                <a:lnTo>
                  <a:pt x="36" y="34"/>
                </a:lnTo>
                <a:lnTo>
                  <a:pt x="36" y="34"/>
                </a:lnTo>
                <a:lnTo>
                  <a:pt x="32" y="42"/>
                </a:lnTo>
                <a:lnTo>
                  <a:pt x="32" y="42"/>
                </a:lnTo>
                <a:lnTo>
                  <a:pt x="29" y="45"/>
                </a:lnTo>
                <a:lnTo>
                  <a:pt x="25" y="47"/>
                </a:lnTo>
                <a:lnTo>
                  <a:pt x="25" y="47"/>
                </a:lnTo>
                <a:lnTo>
                  <a:pt x="23" y="49"/>
                </a:lnTo>
                <a:lnTo>
                  <a:pt x="18" y="49"/>
                </a:lnTo>
                <a:lnTo>
                  <a:pt x="18" y="49"/>
                </a:lnTo>
                <a:lnTo>
                  <a:pt x="14" y="49"/>
                </a:lnTo>
                <a:lnTo>
                  <a:pt x="10" y="47"/>
                </a:lnTo>
                <a:lnTo>
                  <a:pt x="10" y="47"/>
                </a:lnTo>
                <a:lnTo>
                  <a:pt x="8" y="45"/>
                </a:lnTo>
                <a:lnTo>
                  <a:pt x="5" y="42"/>
                </a:lnTo>
                <a:lnTo>
                  <a:pt x="5" y="42"/>
                </a:lnTo>
                <a:lnTo>
                  <a:pt x="1" y="34"/>
                </a:lnTo>
                <a:lnTo>
                  <a:pt x="1" y="34"/>
                </a:lnTo>
                <a:lnTo>
                  <a:pt x="0" y="24"/>
                </a:lnTo>
                <a:lnTo>
                  <a:pt x="0" y="24"/>
                </a:lnTo>
                <a:close/>
                <a:moveTo>
                  <a:pt x="6" y="24"/>
                </a:moveTo>
                <a:lnTo>
                  <a:pt x="6" y="24"/>
                </a:lnTo>
                <a:lnTo>
                  <a:pt x="8" y="31"/>
                </a:lnTo>
                <a:lnTo>
                  <a:pt x="8" y="31"/>
                </a:lnTo>
                <a:lnTo>
                  <a:pt x="9" y="37"/>
                </a:lnTo>
                <a:lnTo>
                  <a:pt x="9" y="37"/>
                </a:lnTo>
                <a:lnTo>
                  <a:pt x="13" y="39"/>
                </a:lnTo>
                <a:lnTo>
                  <a:pt x="13" y="39"/>
                </a:lnTo>
                <a:lnTo>
                  <a:pt x="18" y="41"/>
                </a:lnTo>
                <a:lnTo>
                  <a:pt x="18" y="41"/>
                </a:lnTo>
                <a:lnTo>
                  <a:pt x="24" y="39"/>
                </a:lnTo>
                <a:lnTo>
                  <a:pt x="24" y="39"/>
                </a:lnTo>
                <a:lnTo>
                  <a:pt x="27" y="37"/>
                </a:lnTo>
                <a:lnTo>
                  <a:pt x="27" y="37"/>
                </a:lnTo>
                <a:lnTo>
                  <a:pt x="29" y="31"/>
                </a:lnTo>
                <a:lnTo>
                  <a:pt x="29" y="31"/>
                </a:lnTo>
                <a:lnTo>
                  <a:pt x="31" y="24"/>
                </a:lnTo>
                <a:lnTo>
                  <a:pt x="31" y="24"/>
                </a:lnTo>
                <a:lnTo>
                  <a:pt x="29" y="18"/>
                </a:lnTo>
                <a:lnTo>
                  <a:pt x="29" y="18"/>
                </a:lnTo>
                <a:lnTo>
                  <a:pt x="27" y="12"/>
                </a:lnTo>
                <a:lnTo>
                  <a:pt x="27" y="12"/>
                </a:lnTo>
                <a:lnTo>
                  <a:pt x="24" y="8"/>
                </a:lnTo>
                <a:lnTo>
                  <a:pt x="24" y="8"/>
                </a:lnTo>
                <a:lnTo>
                  <a:pt x="18" y="7"/>
                </a:lnTo>
                <a:lnTo>
                  <a:pt x="18" y="7"/>
                </a:lnTo>
                <a:lnTo>
                  <a:pt x="13" y="8"/>
                </a:lnTo>
                <a:lnTo>
                  <a:pt x="13" y="8"/>
                </a:lnTo>
                <a:lnTo>
                  <a:pt x="9" y="12"/>
                </a:lnTo>
                <a:lnTo>
                  <a:pt x="9" y="12"/>
                </a:lnTo>
                <a:lnTo>
                  <a:pt x="8" y="18"/>
                </a:lnTo>
                <a:lnTo>
                  <a:pt x="8" y="18"/>
                </a:lnTo>
                <a:lnTo>
                  <a:pt x="6" y="24"/>
                </a:lnTo>
                <a:lnTo>
                  <a:pt x="6" y="24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7" name="Freeform 1985"/>
          <p:cNvSpPr>
            <a:spLocks noEditPoints="1"/>
          </p:cNvSpPr>
          <p:nvPr/>
        </p:nvSpPr>
        <p:spPr bwMode="auto">
          <a:xfrm>
            <a:off x="2928338" y="3345468"/>
            <a:ext cx="32770" cy="56718"/>
          </a:xfrm>
          <a:custGeom>
            <a:avLst/>
            <a:gdLst>
              <a:gd name="T0" fmla="*/ 0 w 26"/>
              <a:gd name="T1" fmla="*/ 0 h 45"/>
              <a:gd name="T2" fmla="*/ 12 w 26"/>
              <a:gd name="T3" fmla="*/ 0 h 45"/>
              <a:gd name="T4" fmla="*/ 12 w 26"/>
              <a:gd name="T5" fmla="*/ 0 h 45"/>
              <a:gd name="T6" fmla="*/ 16 w 26"/>
              <a:gd name="T7" fmla="*/ 0 h 45"/>
              <a:gd name="T8" fmla="*/ 16 w 26"/>
              <a:gd name="T9" fmla="*/ 0 h 45"/>
              <a:gd name="T10" fmla="*/ 22 w 26"/>
              <a:gd name="T11" fmla="*/ 2 h 45"/>
              <a:gd name="T12" fmla="*/ 22 w 26"/>
              <a:gd name="T13" fmla="*/ 2 h 45"/>
              <a:gd name="T14" fmla="*/ 24 w 26"/>
              <a:gd name="T15" fmla="*/ 6 h 45"/>
              <a:gd name="T16" fmla="*/ 24 w 26"/>
              <a:gd name="T17" fmla="*/ 6 h 45"/>
              <a:gd name="T18" fmla="*/ 24 w 26"/>
              <a:gd name="T19" fmla="*/ 12 h 45"/>
              <a:gd name="T20" fmla="*/ 24 w 26"/>
              <a:gd name="T21" fmla="*/ 12 h 45"/>
              <a:gd name="T22" fmla="*/ 24 w 26"/>
              <a:gd name="T23" fmla="*/ 17 h 45"/>
              <a:gd name="T24" fmla="*/ 23 w 26"/>
              <a:gd name="T25" fmla="*/ 21 h 45"/>
              <a:gd name="T26" fmla="*/ 23 w 26"/>
              <a:gd name="T27" fmla="*/ 21 h 45"/>
              <a:gd name="T28" fmla="*/ 20 w 26"/>
              <a:gd name="T29" fmla="*/ 24 h 45"/>
              <a:gd name="T30" fmla="*/ 16 w 26"/>
              <a:gd name="T31" fmla="*/ 25 h 45"/>
              <a:gd name="T32" fmla="*/ 26 w 26"/>
              <a:gd name="T33" fmla="*/ 45 h 45"/>
              <a:gd name="T34" fmla="*/ 19 w 26"/>
              <a:gd name="T35" fmla="*/ 45 h 45"/>
              <a:gd name="T36" fmla="*/ 11 w 26"/>
              <a:gd name="T37" fmla="*/ 25 h 45"/>
              <a:gd name="T38" fmla="*/ 6 w 26"/>
              <a:gd name="T39" fmla="*/ 25 h 45"/>
              <a:gd name="T40" fmla="*/ 6 w 26"/>
              <a:gd name="T41" fmla="*/ 45 h 45"/>
              <a:gd name="T42" fmla="*/ 0 w 26"/>
              <a:gd name="T43" fmla="*/ 45 h 45"/>
              <a:gd name="T44" fmla="*/ 0 w 26"/>
              <a:gd name="T45" fmla="*/ 0 h 45"/>
              <a:gd name="T46" fmla="*/ 11 w 26"/>
              <a:gd name="T47" fmla="*/ 18 h 45"/>
              <a:gd name="T48" fmla="*/ 11 w 26"/>
              <a:gd name="T49" fmla="*/ 18 h 45"/>
              <a:gd name="T50" fmla="*/ 14 w 26"/>
              <a:gd name="T51" fmla="*/ 18 h 45"/>
              <a:gd name="T52" fmla="*/ 14 w 26"/>
              <a:gd name="T53" fmla="*/ 18 h 45"/>
              <a:gd name="T54" fmla="*/ 16 w 26"/>
              <a:gd name="T55" fmla="*/ 18 h 45"/>
              <a:gd name="T56" fmla="*/ 16 w 26"/>
              <a:gd name="T57" fmla="*/ 18 h 45"/>
              <a:gd name="T58" fmla="*/ 18 w 26"/>
              <a:gd name="T59" fmla="*/ 16 h 45"/>
              <a:gd name="T60" fmla="*/ 18 w 26"/>
              <a:gd name="T61" fmla="*/ 16 h 45"/>
              <a:gd name="T62" fmla="*/ 19 w 26"/>
              <a:gd name="T63" fmla="*/ 12 h 45"/>
              <a:gd name="T64" fmla="*/ 19 w 26"/>
              <a:gd name="T65" fmla="*/ 12 h 45"/>
              <a:gd name="T66" fmla="*/ 18 w 26"/>
              <a:gd name="T67" fmla="*/ 9 h 45"/>
              <a:gd name="T68" fmla="*/ 18 w 26"/>
              <a:gd name="T69" fmla="*/ 9 h 45"/>
              <a:gd name="T70" fmla="*/ 16 w 26"/>
              <a:gd name="T71" fmla="*/ 8 h 45"/>
              <a:gd name="T72" fmla="*/ 16 w 26"/>
              <a:gd name="T73" fmla="*/ 8 h 45"/>
              <a:gd name="T74" fmla="*/ 14 w 26"/>
              <a:gd name="T75" fmla="*/ 6 h 45"/>
              <a:gd name="T76" fmla="*/ 14 w 26"/>
              <a:gd name="T77" fmla="*/ 6 h 45"/>
              <a:gd name="T78" fmla="*/ 11 w 26"/>
              <a:gd name="T79" fmla="*/ 6 h 45"/>
              <a:gd name="T80" fmla="*/ 6 w 26"/>
              <a:gd name="T81" fmla="*/ 6 h 45"/>
              <a:gd name="T82" fmla="*/ 6 w 26"/>
              <a:gd name="T83" fmla="*/ 18 h 45"/>
              <a:gd name="T84" fmla="*/ 11 w 26"/>
              <a:gd name="T85" fmla="*/ 1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6" h="45">
                <a:moveTo>
                  <a:pt x="0" y="0"/>
                </a:moveTo>
                <a:lnTo>
                  <a:pt x="12" y="0"/>
                </a:lnTo>
                <a:lnTo>
                  <a:pt x="12" y="0"/>
                </a:lnTo>
                <a:lnTo>
                  <a:pt x="16" y="0"/>
                </a:lnTo>
                <a:lnTo>
                  <a:pt x="16" y="0"/>
                </a:lnTo>
                <a:lnTo>
                  <a:pt x="22" y="2"/>
                </a:lnTo>
                <a:lnTo>
                  <a:pt x="22" y="2"/>
                </a:lnTo>
                <a:lnTo>
                  <a:pt x="24" y="6"/>
                </a:lnTo>
                <a:lnTo>
                  <a:pt x="24" y="6"/>
                </a:lnTo>
                <a:lnTo>
                  <a:pt x="24" y="12"/>
                </a:lnTo>
                <a:lnTo>
                  <a:pt x="24" y="12"/>
                </a:lnTo>
                <a:lnTo>
                  <a:pt x="24" y="17"/>
                </a:lnTo>
                <a:lnTo>
                  <a:pt x="23" y="21"/>
                </a:lnTo>
                <a:lnTo>
                  <a:pt x="23" y="21"/>
                </a:lnTo>
                <a:lnTo>
                  <a:pt x="20" y="24"/>
                </a:lnTo>
                <a:lnTo>
                  <a:pt x="16" y="25"/>
                </a:lnTo>
                <a:lnTo>
                  <a:pt x="26" y="45"/>
                </a:lnTo>
                <a:lnTo>
                  <a:pt x="19" y="45"/>
                </a:lnTo>
                <a:lnTo>
                  <a:pt x="11" y="25"/>
                </a:lnTo>
                <a:lnTo>
                  <a:pt x="6" y="25"/>
                </a:lnTo>
                <a:lnTo>
                  <a:pt x="6" y="45"/>
                </a:lnTo>
                <a:lnTo>
                  <a:pt x="0" y="45"/>
                </a:lnTo>
                <a:lnTo>
                  <a:pt x="0" y="0"/>
                </a:lnTo>
                <a:close/>
                <a:moveTo>
                  <a:pt x="11" y="18"/>
                </a:moveTo>
                <a:lnTo>
                  <a:pt x="11" y="18"/>
                </a:lnTo>
                <a:lnTo>
                  <a:pt x="14" y="18"/>
                </a:lnTo>
                <a:lnTo>
                  <a:pt x="14" y="18"/>
                </a:lnTo>
                <a:lnTo>
                  <a:pt x="16" y="18"/>
                </a:lnTo>
                <a:lnTo>
                  <a:pt x="16" y="18"/>
                </a:lnTo>
                <a:lnTo>
                  <a:pt x="18" y="16"/>
                </a:lnTo>
                <a:lnTo>
                  <a:pt x="18" y="16"/>
                </a:lnTo>
                <a:lnTo>
                  <a:pt x="19" y="12"/>
                </a:lnTo>
                <a:lnTo>
                  <a:pt x="19" y="12"/>
                </a:lnTo>
                <a:lnTo>
                  <a:pt x="18" y="9"/>
                </a:lnTo>
                <a:lnTo>
                  <a:pt x="18" y="9"/>
                </a:lnTo>
                <a:lnTo>
                  <a:pt x="16" y="8"/>
                </a:lnTo>
                <a:lnTo>
                  <a:pt x="16" y="8"/>
                </a:lnTo>
                <a:lnTo>
                  <a:pt x="14" y="6"/>
                </a:lnTo>
                <a:lnTo>
                  <a:pt x="14" y="6"/>
                </a:lnTo>
                <a:lnTo>
                  <a:pt x="11" y="6"/>
                </a:lnTo>
                <a:lnTo>
                  <a:pt x="6" y="6"/>
                </a:lnTo>
                <a:lnTo>
                  <a:pt x="6" y="18"/>
                </a:lnTo>
                <a:lnTo>
                  <a:pt x="11" y="18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8" name="Freeform 1986"/>
          <p:cNvSpPr>
            <a:spLocks/>
          </p:cNvSpPr>
          <p:nvPr/>
        </p:nvSpPr>
        <p:spPr bwMode="auto">
          <a:xfrm>
            <a:off x="2974973" y="3345468"/>
            <a:ext cx="28989" cy="56718"/>
          </a:xfrm>
          <a:custGeom>
            <a:avLst/>
            <a:gdLst>
              <a:gd name="T0" fmla="*/ 0 w 23"/>
              <a:gd name="T1" fmla="*/ 0 h 45"/>
              <a:gd name="T2" fmla="*/ 23 w 23"/>
              <a:gd name="T3" fmla="*/ 0 h 45"/>
              <a:gd name="T4" fmla="*/ 23 w 23"/>
              <a:gd name="T5" fmla="*/ 6 h 45"/>
              <a:gd name="T6" fmla="*/ 5 w 23"/>
              <a:gd name="T7" fmla="*/ 6 h 45"/>
              <a:gd name="T8" fmla="*/ 5 w 23"/>
              <a:gd name="T9" fmla="*/ 18 h 45"/>
              <a:gd name="T10" fmla="*/ 21 w 23"/>
              <a:gd name="T11" fmla="*/ 18 h 45"/>
              <a:gd name="T12" fmla="*/ 21 w 23"/>
              <a:gd name="T13" fmla="*/ 25 h 45"/>
              <a:gd name="T14" fmla="*/ 5 w 23"/>
              <a:gd name="T15" fmla="*/ 25 h 45"/>
              <a:gd name="T16" fmla="*/ 5 w 23"/>
              <a:gd name="T17" fmla="*/ 39 h 45"/>
              <a:gd name="T18" fmla="*/ 23 w 23"/>
              <a:gd name="T19" fmla="*/ 39 h 45"/>
              <a:gd name="T20" fmla="*/ 23 w 23"/>
              <a:gd name="T21" fmla="*/ 45 h 45"/>
              <a:gd name="T22" fmla="*/ 0 w 23"/>
              <a:gd name="T23" fmla="*/ 45 h 45"/>
              <a:gd name="T24" fmla="*/ 0 w 23"/>
              <a:gd name="T25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" h="45">
                <a:moveTo>
                  <a:pt x="0" y="0"/>
                </a:moveTo>
                <a:lnTo>
                  <a:pt x="23" y="0"/>
                </a:lnTo>
                <a:lnTo>
                  <a:pt x="23" y="6"/>
                </a:lnTo>
                <a:lnTo>
                  <a:pt x="5" y="6"/>
                </a:lnTo>
                <a:lnTo>
                  <a:pt x="5" y="18"/>
                </a:lnTo>
                <a:lnTo>
                  <a:pt x="21" y="18"/>
                </a:lnTo>
                <a:lnTo>
                  <a:pt x="21" y="25"/>
                </a:lnTo>
                <a:lnTo>
                  <a:pt x="5" y="25"/>
                </a:lnTo>
                <a:lnTo>
                  <a:pt x="5" y="39"/>
                </a:lnTo>
                <a:lnTo>
                  <a:pt x="23" y="39"/>
                </a:lnTo>
                <a:lnTo>
                  <a:pt x="23" y="45"/>
                </a:lnTo>
                <a:lnTo>
                  <a:pt x="0" y="45"/>
                </a:lnTo>
                <a:lnTo>
                  <a:pt x="0" y="0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9" name="Freeform 1987"/>
          <p:cNvSpPr>
            <a:spLocks/>
          </p:cNvSpPr>
          <p:nvPr/>
        </p:nvSpPr>
        <p:spPr bwMode="auto">
          <a:xfrm>
            <a:off x="3019087" y="3345468"/>
            <a:ext cx="47895" cy="56718"/>
          </a:xfrm>
          <a:custGeom>
            <a:avLst/>
            <a:gdLst>
              <a:gd name="T0" fmla="*/ 0 w 38"/>
              <a:gd name="T1" fmla="*/ 0 h 45"/>
              <a:gd name="T2" fmla="*/ 9 w 38"/>
              <a:gd name="T3" fmla="*/ 0 h 45"/>
              <a:gd name="T4" fmla="*/ 19 w 38"/>
              <a:gd name="T5" fmla="*/ 32 h 45"/>
              <a:gd name="T6" fmla="*/ 28 w 38"/>
              <a:gd name="T7" fmla="*/ 0 h 45"/>
              <a:gd name="T8" fmla="*/ 38 w 38"/>
              <a:gd name="T9" fmla="*/ 0 h 45"/>
              <a:gd name="T10" fmla="*/ 38 w 38"/>
              <a:gd name="T11" fmla="*/ 45 h 45"/>
              <a:gd name="T12" fmla="*/ 31 w 38"/>
              <a:gd name="T13" fmla="*/ 45 h 45"/>
              <a:gd name="T14" fmla="*/ 31 w 38"/>
              <a:gd name="T15" fmla="*/ 6 h 45"/>
              <a:gd name="T16" fmla="*/ 31 w 38"/>
              <a:gd name="T17" fmla="*/ 6 h 45"/>
              <a:gd name="T18" fmla="*/ 20 w 38"/>
              <a:gd name="T19" fmla="*/ 45 h 45"/>
              <a:gd name="T20" fmla="*/ 16 w 38"/>
              <a:gd name="T21" fmla="*/ 45 h 45"/>
              <a:gd name="T22" fmla="*/ 5 w 38"/>
              <a:gd name="T23" fmla="*/ 6 h 45"/>
              <a:gd name="T24" fmla="*/ 5 w 38"/>
              <a:gd name="T25" fmla="*/ 6 h 45"/>
              <a:gd name="T26" fmla="*/ 5 w 38"/>
              <a:gd name="T27" fmla="*/ 45 h 45"/>
              <a:gd name="T28" fmla="*/ 0 w 38"/>
              <a:gd name="T29" fmla="*/ 45 h 45"/>
              <a:gd name="T30" fmla="*/ 0 w 38"/>
              <a:gd name="T31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8" h="45">
                <a:moveTo>
                  <a:pt x="0" y="0"/>
                </a:moveTo>
                <a:lnTo>
                  <a:pt x="9" y="0"/>
                </a:lnTo>
                <a:lnTo>
                  <a:pt x="19" y="32"/>
                </a:lnTo>
                <a:lnTo>
                  <a:pt x="28" y="0"/>
                </a:lnTo>
                <a:lnTo>
                  <a:pt x="38" y="0"/>
                </a:lnTo>
                <a:lnTo>
                  <a:pt x="38" y="45"/>
                </a:lnTo>
                <a:lnTo>
                  <a:pt x="31" y="45"/>
                </a:lnTo>
                <a:lnTo>
                  <a:pt x="31" y="6"/>
                </a:lnTo>
                <a:lnTo>
                  <a:pt x="31" y="6"/>
                </a:lnTo>
                <a:lnTo>
                  <a:pt x="20" y="45"/>
                </a:lnTo>
                <a:lnTo>
                  <a:pt x="16" y="45"/>
                </a:lnTo>
                <a:lnTo>
                  <a:pt x="5" y="6"/>
                </a:lnTo>
                <a:lnTo>
                  <a:pt x="5" y="6"/>
                </a:lnTo>
                <a:lnTo>
                  <a:pt x="5" y="45"/>
                </a:lnTo>
                <a:lnTo>
                  <a:pt x="0" y="45"/>
                </a:lnTo>
                <a:lnTo>
                  <a:pt x="0" y="0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0" name="Rectangle 1988"/>
          <p:cNvSpPr>
            <a:spLocks noChangeArrowheads="1"/>
          </p:cNvSpPr>
          <p:nvPr/>
        </p:nvSpPr>
        <p:spPr bwMode="auto">
          <a:xfrm>
            <a:off x="3107315" y="3345468"/>
            <a:ext cx="6302" cy="56718"/>
          </a:xfrm>
          <a:prstGeom prst="rect">
            <a:avLst/>
          </a:pr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1" name="Freeform 1989"/>
          <p:cNvSpPr>
            <a:spLocks noEditPoints="1"/>
          </p:cNvSpPr>
          <p:nvPr/>
        </p:nvSpPr>
        <p:spPr bwMode="auto">
          <a:xfrm>
            <a:off x="3131262" y="3345468"/>
            <a:ext cx="30250" cy="56718"/>
          </a:xfrm>
          <a:custGeom>
            <a:avLst/>
            <a:gdLst>
              <a:gd name="T0" fmla="*/ 0 w 24"/>
              <a:gd name="T1" fmla="*/ 0 h 45"/>
              <a:gd name="T2" fmla="*/ 12 w 24"/>
              <a:gd name="T3" fmla="*/ 0 h 45"/>
              <a:gd name="T4" fmla="*/ 12 w 24"/>
              <a:gd name="T5" fmla="*/ 0 h 45"/>
              <a:gd name="T6" fmla="*/ 16 w 24"/>
              <a:gd name="T7" fmla="*/ 0 h 45"/>
              <a:gd name="T8" fmla="*/ 16 w 24"/>
              <a:gd name="T9" fmla="*/ 0 h 45"/>
              <a:gd name="T10" fmla="*/ 20 w 24"/>
              <a:gd name="T11" fmla="*/ 2 h 45"/>
              <a:gd name="T12" fmla="*/ 20 w 24"/>
              <a:gd name="T13" fmla="*/ 2 h 45"/>
              <a:gd name="T14" fmla="*/ 23 w 24"/>
              <a:gd name="T15" fmla="*/ 6 h 45"/>
              <a:gd name="T16" fmla="*/ 23 w 24"/>
              <a:gd name="T17" fmla="*/ 6 h 45"/>
              <a:gd name="T18" fmla="*/ 24 w 24"/>
              <a:gd name="T19" fmla="*/ 13 h 45"/>
              <a:gd name="T20" fmla="*/ 24 w 24"/>
              <a:gd name="T21" fmla="*/ 13 h 45"/>
              <a:gd name="T22" fmla="*/ 23 w 24"/>
              <a:gd name="T23" fmla="*/ 20 h 45"/>
              <a:gd name="T24" fmla="*/ 23 w 24"/>
              <a:gd name="T25" fmla="*/ 20 h 45"/>
              <a:gd name="T26" fmla="*/ 20 w 24"/>
              <a:gd name="T27" fmla="*/ 24 h 45"/>
              <a:gd name="T28" fmla="*/ 20 w 24"/>
              <a:gd name="T29" fmla="*/ 24 h 45"/>
              <a:gd name="T30" fmla="*/ 16 w 24"/>
              <a:gd name="T31" fmla="*/ 25 h 45"/>
              <a:gd name="T32" fmla="*/ 16 w 24"/>
              <a:gd name="T33" fmla="*/ 25 h 45"/>
              <a:gd name="T34" fmla="*/ 11 w 24"/>
              <a:gd name="T35" fmla="*/ 27 h 45"/>
              <a:gd name="T36" fmla="*/ 5 w 24"/>
              <a:gd name="T37" fmla="*/ 27 h 45"/>
              <a:gd name="T38" fmla="*/ 5 w 24"/>
              <a:gd name="T39" fmla="*/ 45 h 45"/>
              <a:gd name="T40" fmla="*/ 0 w 24"/>
              <a:gd name="T41" fmla="*/ 45 h 45"/>
              <a:gd name="T42" fmla="*/ 0 w 24"/>
              <a:gd name="T43" fmla="*/ 0 h 45"/>
              <a:gd name="T44" fmla="*/ 9 w 24"/>
              <a:gd name="T45" fmla="*/ 20 h 45"/>
              <a:gd name="T46" fmla="*/ 9 w 24"/>
              <a:gd name="T47" fmla="*/ 20 h 45"/>
              <a:gd name="T48" fmla="*/ 12 w 24"/>
              <a:gd name="T49" fmla="*/ 18 h 45"/>
              <a:gd name="T50" fmla="*/ 12 w 24"/>
              <a:gd name="T51" fmla="*/ 18 h 45"/>
              <a:gd name="T52" fmla="*/ 15 w 24"/>
              <a:gd name="T53" fmla="*/ 18 h 45"/>
              <a:gd name="T54" fmla="*/ 15 w 24"/>
              <a:gd name="T55" fmla="*/ 18 h 45"/>
              <a:gd name="T56" fmla="*/ 17 w 24"/>
              <a:gd name="T57" fmla="*/ 16 h 45"/>
              <a:gd name="T58" fmla="*/ 17 w 24"/>
              <a:gd name="T59" fmla="*/ 16 h 45"/>
              <a:gd name="T60" fmla="*/ 17 w 24"/>
              <a:gd name="T61" fmla="*/ 13 h 45"/>
              <a:gd name="T62" fmla="*/ 17 w 24"/>
              <a:gd name="T63" fmla="*/ 13 h 45"/>
              <a:gd name="T64" fmla="*/ 17 w 24"/>
              <a:gd name="T65" fmla="*/ 9 h 45"/>
              <a:gd name="T66" fmla="*/ 17 w 24"/>
              <a:gd name="T67" fmla="*/ 9 h 45"/>
              <a:gd name="T68" fmla="*/ 15 w 24"/>
              <a:gd name="T69" fmla="*/ 8 h 45"/>
              <a:gd name="T70" fmla="*/ 15 w 24"/>
              <a:gd name="T71" fmla="*/ 8 h 45"/>
              <a:gd name="T72" fmla="*/ 13 w 24"/>
              <a:gd name="T73" fmla="*/ 6 h 45"/>
              <a:gd name="T74" fmla="*/ 13 w 24"/>
              <a:gd name="T75" fmla="*/ 6 h 45"/>
              <a:gd name="T76" fmla="*/ 11 w 24"/>
              <a:gd name="T77" fmla="*/ 6 h 45"/>
              <a:gd name="T78" fmla="*/ 5 w 24"/>
              <a:gd name="T79" fmla="*/ 6 h 45"/>
              <a:gd name="T80" fmla="*/ 5 w 24"/>
              <a:gd name="T81" fmla="*/ 20 h 45"/>
              <a:gd name="T82" fmla="*/ 9 w 24"/>
              <a:gd name="T83" fmla="*/ 2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4" h="45">
                <a:moveTo>
                  <a:pt x="0" y="0"/>
                </a:moveTo>
                <a:lnTo>
                  <a:pt x="12" y="0"/>
                </a:lnTo>
                <a:lnTo>
                  <a:pt x="12" y="0"/>
                </a:lnTo>
                <a:lnTo>
                  <a:pt x="16" y="0"/>
                </a:lnTo>
                <a:lnTo>
                  <a:pt x="16" y="0"/>
                </a:lnTo>
                <a:lnTo>
                  <a:pt x="20" y="2"/>
                </a:lnTo>
                <a:lnTo>
                  <a:pt x="20" y="2"/>
                </a:lnTo>
                <a:lnTo>
                  <a:pt x="23" y="6"/>
                </a:lnTo>
                <a:lnTo>
                  <a:pt x="23" y="6"/>
                </a:lnTo>
                <a:lnTo>
                  <a:pt x="24" y="13"/>
                </a:lnTo>
                <a:lnTo>
                  <a:pt x="24" y="13"/>
                </a:lnTo>
                <a:lnTo>
                  <a:pt x="23" y="20"/>
                </a:lnTo>
                <a:lnTo>
                  <a:pt x="23" y="20"/>
                </a:lnTo>
                <a:lnTo>
                  <a:pt x="20" y="24"/>
                </a:lnTo>
                <a:lnTo>
                  <a:pt x="20" y="24"/>
                </a:lnTo>
                <a:lnTo>
                  <a:pt x="16" y="25"/>
                </a:lnTo>
                <a:lnTo>
                  <a:pt x="16" y="25"/>
                </a:lnTo>
                <a:lnTo>
                  <a:pt x="11" y="27"/>
                </a:lnTo>
                <a:lnTo>
                  <a:pt x="5" y="27"/>
                </a:lnTo>
                <a:lnTo>
                  <a:pt x="5" y="45"/>
                </a:lnTo>
                <a:lnTo>
                  <a:pt x="0" y="45"/>
                </a:lnTo>
                <a:lnTo>
                  <a:pt x="0" y="0"/>
                </a:lnTo>
                <a:close/>
                <a:moveTo>
                  <a:pt x="9" y="20"/>
                </a:moveTo>
                <a:lnTo>
                  <a:pt x="9" y="20"/>
                </a:lnTo>
                <a:lnTo>
                  <a:pt x="12" y="18"/>
                </a:lnTo>
                <a:lnTo>
                  <a:pt x="12" y="18"/>
                </a:lnTo>
                <a:lnTo>
                  <a:pt x="15" y="18"/>
                </a:lnTo>
                <a:lnTo>
                  <a:pt x="15" y="18"/>
                </a:lnTo>
                <a:lnTo>
                  <a:pt x="17" y="16"/>
                </a:lnTo>
                <a:lnTo>
                  <a:pt x="17" y="16"/>
                </a:lnTo>
                <a:lnTo>
                  <a:pt x="17" y="13"/>
                </a:lnTo>
                <a:lnTo>
                  <a:pt x="17" y="13"/>
                </a:lnTo>
                <a:lnTo>
                  <a:pt x="17" y="9"/>
                </a:lnTo>
                <a:lnTo>
                  <a:pt x="17" y="9"/>
                </a:lnTo>
                <a:lnTo>
                  <a:pt x="15" y="8"/>
                </a:lnTo>
                <a:lnTo>
                  <a:pt x="15" y="8"/>
                </a:lnTo>
                <a:lnTo>
                  <a:pt x="13" y="6"/>
                </a:lnTo>
                <a:lnTo>
                  <a:pt x="13" y="6"/>
                </a:lnTo>
                <a:lnTo>
                  <a:pt x="11" y="6"/>
                </a:lnTo>
                <a:lnTo>
                  <a:pt x="5" y="6"/>
                </a:lnTo>
                <a:lnTo>
                  <a:pt x="5" y="20"/>
                </a:lnTo>
                <a:lnTo>
                  <a:pt x="9" y="20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2" name="Freeform 1990"/>
          <p:cNvSpPr>
            <a:spLocks/>
          </p:cNvSpPr>
          <p:nvPr/>
        </p:nvSpPr>
        <p:spPr bwMode="auto">
          <a:xfrm>
            <a:off x="3171595" y="3342947"/>
            <a:ext cx="31510" cy="61759"/>
          </a:xfrm>
          <a:custGeom>
            <a:avLst/>
            <a:gdLst>
              <a:gd name="T0" fmla="*/ 20 w 25"/>
              <a:gd name="T1" fmla="*/ 11 h 49"/>
              <a:gd name="T2" fmla="*/ 18 w 25"/>
              <a:gd name="T3" fmla="*/ 8 h 49"/>
              <a:gd name="T4" fmla="*/ 14 w 25"/>
              <a:gd name="T5" fmla="*/ 7 h 49"/>
              <a:gd name="T6" fmla="*/ 12 w 25"/>
              <a:gd name="T7" fmla="*/ 8 h 49"/>
              <a:gd name="T8" fmla="*/ 10 w 25"/>
              <a:gd name="T9" fmla="*/ 8 h 49"/>
              <a:gd name="T10" fmla="*/ 8 w 25"/>
              <a:gd name="T11" fmla="*/ 11 h 49"/>
              <a:gd name="T12" fmla="*/ 8 w 25"/>
              <a:gd name="T13" fmla="*/ 14 h 49"/>
              <a:gd name="T14" fmla="*/ 10 w 25"/>
              <a:gd name="T15" fmla="*/ 16 h 49"/>
              <a:gd name="T16" fmla="*/ 12 w 25"/>
              <a:gd name="T17" fmla="*/ 19 h 49"/>
              <a:gd name="T18" fmla="*/ 16 w 25"/>
              <a:gd name="T19" fmla="*/ 20 h 49"/>
              <a:gd name="T20" fmla="*/ 20 w 25"/>
              <a:gd name="T21" fmla="*/ 23 h 49"/>
              <a:gd name="T22" fmla="*/ 23 w 25"/>
              <a:gd name="T23" fmla="*/ 27 h 49"/>
              <a:gd name="T24" fmla="*/ 25 w 25"/>
              <a:gd name="T25" fmla="*/ 34 h 49"/>
              <a:gd name="T26" fmla="*/ 23 w 25"/>
              <a:gd name="T27" fmla="*/ 41 h 49"/>
              <a:gd name="T28" fmla="*/ 20 w 25"/>
              <a:gd name="T29" fmla="*/ 45 h 49"/>
              <a:gd name="T30" fmla="*/ 16 w 25"/>
              <a:gd name="T31" fmla="*/ 47 h 49"/>
              <a:gd name="T32" fmla="*/ 12 w 25"/>
              <a:gd name="T33" fmla="*/ 49 h 49"/>
              <a:gd name="T34" fmla="*/ 6 w 25"/>
              <a:gd name="T35" fmla="*/ 47 h 49"/>
              <a:gd name="T36" fmla="*/ 0 w 25"/>
              <a:gd name="T37" fmla="*/ 42 h 49"/>
              <a:gd name="T38" fmla="*/ 6 w 25"/>
              <a:gd name="T39" fmla="*/ 37 h 49"/>
              <a:gd name="T40" fmla="*/ 8 w 25"/>
              <a:gd name="T41" fmla="*/ 41 h 49"/>
              <a:gd name="T42" fmla="*/ 12 w 25"/>
              <a:gd name="T43" fmla="*/ 41 h 49"/>
              <a:gd name="T44" fmla="*/ 14 w 25"/>
              <a:gd name="T45" fmla="*/ 41 h 49"/>
              <a:gd name="T46" fmla="*/ 16 w 25"/>
              <a:gd name="T47" fmla="*/ 39 h 49"/>
              <a:gd name="T48" fmla="*/ 18 w 25"/>
              <a:gd name="T49" fmla="*/ 38 h 49"/>
              <a:gd name="T50" fmla="*/ 18 w 25"/>
              <a:gd name="T51" fmla="*/ 35 h 49"/>
              <a:gd name="T52" fmla="*/ 16 w 25"/>
              <a:gd name="T53" fmla="*/ 31 h 49"/>
              <a:gd name="T54" fmla="*/ 14 w 25"/>
              <a:gd name="T55" fmla="*/ 29 h 49"/>
              <a:gd name="T56" fmla="*/ 10 w 25"/>
              <a:gd name="T57" fmla="*/ 27 h 49"/>
              <a:gd name="T58" fmla="*/ 6 w 25"/>
              <a:gd name="T59" fmla="*/ 24 h 49"/>
              <a:gd name="T60" fmla="*/ 3 w 25"/>
              <a:gd name="T61" fmla="*/ 20 h 49"/>
              <a:gd name="T62" fmla="*/ 2 w 25"/>
              <a:gd name="T63" fmla="*/ 14 h 49"/>
              <a:gd name="T64" fmla="*/ 3 w 25"/>
              <a:gd name="T65" fmla="*/ 8 h 49"/>
              <a:gd name="T66" fmla="*/ 6 w 25"/>
              <a:gd name="T67" fmla="*/ 3 h 49"/>
              <a:gd name="T68" fmla="*/ 10 w 25"/>
              <a:gd name="T69" fmla="*/ 0 h 49"/>
              <a:gd name="T70" fmla="*/ 15 w 25"/>
              <a:gd name="T71" fmla="*/ 0 h 49"/>
              <a:gd name="T72" fmla="*/ 20 w 25"/>
              <a:gd name="T73" fmla="*/ 2 h 49"/>
              <a:gd name="T74" fmla="*/ 20 w 25"/>
              <a:gd name="T75" fmla="*/ 11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5" h="49">
                <a:moveTo>
                  <a:pt x="20" y="11"/>
                </a:moveTo>
                <a:lnTo>
                  <a:pt x="20" y="11"/>
                </a:lnTo>
                <a:lnTo>
                  <a:pt x="18" y="8"/>
                </a:lnTo>
                <a:lnTo>
                  <a:pt x="18" y="8"/>
                </a:lnTo>
                <a:lnTo>
                  <a:pt x="14" y="7"/>
                </a:lnTo>
                <a:lnTo>
                  <a:pt x="14" y="7"/>
                </a:lnTo>
                <a:lnTo>
                  <a:pt x="12" y="8"/>
                </a:lnTo>
                <a:lnTo>
                  <a:pt x="12" y="8"/>
                </a:lnTo>
                <a:lnTo>
                  <a:pt x="10" y="8"/>
                </a:lnTo>
                <a:lnTo>
                  <a:pt x="10" y="8"/>
                </a:lnTo>
                <a:lnTo>
                  <a:pt x="8" y="11"/>
                </a:lnTo>
                <a:lnTo>
                  <a:pt x="8" y="11"/>
                </a:lnTo>
                <a:lnTo>
                  <a:pt x="8" y="14"/>
                </a:lnTo>
                <a:lnTo>
                  <a:pt x="8" y="14"/>
                </a:lnTo>
                <a:lnTo>
                  <a:pt x="10" y="16"/>
                </a:lnTo>
                <a:lnTo>
                  <a:pt x="10" y="16"/>
                </a:lnTo>
                <a:lnTo>
                  <a:pt x="12" y="19"/>
                </a:lnTo>
                <a:lnTo>
                  <a:pt x="12" y="19"/>
                </a:lnTo>
                <a:lnTo>
                  <a:pt x="16" y="20"/>
                </a:lnTo>
                <a:lnTo>
                  <a:pt x="16" y="20"/>
                </a:lnTo>
                <a:lnTo>
                  <a:pt x="20" y="23"/>
                </a:lnTo>
                <a:lnTo>
                  <a:pt x="20" y="23"/>
                </a:lnTo>
                <a:lnTo>
                  <a:pt x="23" y="27"/>
                </a:lnTo>
                <a:lnTo>
                  <a:pt x="23" y="27"/>
                </a:lnTo>
                <a:lnTo>
                  <a:pt x="25" y="34"/>
                </a:lnTo>
                <a:lnTo>
                  <a:pt x="25" y="34"/>
                </a:lnTo>
                <a:lnTo>
                  <a:pt x="23" y="41"/>
                </a:lnTo>
                <a:lnTo>
                  <a:pt x="23" y="41"/>
                </a:lnTo>
                <a:lnTo>
                  <a:pt x="20" y="45"/>
                </a:lnTo>
                <a:lnTo>
                  <a:pt x="20" y="45"/>
                </a:lnTo>
                <a:lnTo>
                  <a:pt x="16" y="47"/>
                </a:lnTo>
                <a:lnTo>
                  <a:pt x="16" y="47"/>
                </a:lnTo>
                <a:lnTo>
                  <a:pt x="12" y="49"/>
                </a:lnTo>
                <a:lnTo>
                  <a:pt x="12" y="49"/>
                </a:lnTo>
                <a:lnTo>
                  <a:pt x="6" y="47"/>
                </a:lnTo>
                <a:lnTo>
                  <a:pt x="6" y="47"/>
                </a:lnTo>
                <a:lnTo>
                  <a:pt x="3" y="46"/>
                </a:lnTo>
                <a:lnTo>
                  <a:pt x="0" y="42"/>
                </a:lnTo>
                <a:lnTo>
                  <a:pt x="6" y="37"/>
                </a:lnTo>
                <a:lnTo>
                  <a:pt x="6" y="37"/>
                </a:lnTo>
                <a:lnTo>
                  <a:pt x="8" y="41"/>
                </a:lnTo>
                <a:lnTo>
                  <a:pt x="8" y="41"/>
                </a:lnTo>
                <a:lnTo>
                  <a:pt x="12" y="41"/>
                </a:lnTo>
                <a:lnTo>
                  <a:pt x="12" y="41"/>
                </a:lnTo>
                <a:lnTo>
                  <a:pt x="14" y="41"/>
                </a:lnTo>
                <a:lnTo>
                  <a:pt x="14" y="41"/>
                </a:lnTo>
                <a:lnTo>
                  <a:pt x="16" y="39"/>
                </a:lnTo>
                <a:lnTo>
                  <a:pt x="16" y="39"/>
                </a:lnTo>
                <a:lnTo>
                  <a:pt x="18" y="38"/>
                </a:lnTo>
                <a:lnTo>
                  <a:pt x="18" y="38"/>
                </a:lnTo>
                <a:lnTo>
                  <a:pt x="18" y="35"/>
                </a:lnTo>
                <a:lnTo>
                  <a:pt x="18" y="35"/>
                </a:lnTo>
                <a:lnTo>
                  <a:pt x="16" y="31"/>
                </a:lnTo>
                <a:lnTo>
                  <a:pt x="16" y="31"/>
                </a:lnTo>
                <a:lnTo>
                  <a:pt x="14" y="29"/>
                </a:lnTo>
                <a:lnTo>
                  <a:pt x="14" y="29"/>
                </a:lnTo>
                <a:lnTo>
                  <a:pt x="10" y="27"/>
                </a:lnTo>
                <a:lnTo>
                  <a:pt x="10" y="27"/>
                </a:lnTo>
                <a:lnTo>
                  <a:pt x="6" y="24"/>
                </a:lnTo>
                <a:lnTo>
                  <a:pt x="6" y="24"/>
                </a:lnTo>
                <a:lnTo>
                  <a:pt x="3" y="20"/>
                </a:lnTo>
                <a:lnTo>
                  <a:pt x="3" y="20"/>
                </a:lnTo>
                <a:lnTo>
                  <a:pt x="2" y="14"/>
                </a:lnTo>
                <a:lnTo>
                  <a:pt x="2" y="14"/>
                </a:lnTo>
                <a:lnTo>
                  <a:pt x="3" y="8"/>
                </a:lnTo>
                <a:lnTo>
                  <a:pt x="3" y="8"/>
                </a:lnTo>
                <a:lnTo>
                  <a:pt x="6" y="3"/>
                </a:lnTo>
                <a:lnTo>
                  <a:pt x="6" y="3"/>
                </a:lnTo>
                <a:lnTo>
                  <a:pt x="10" y="0"/>
                </a:lnTo>
                <a:lnTo>
                  <a:pt x="10" y="0"/>
                </a:lnTo>
                <a:lnTo>
                  <a:pt x="15" y="0"/>
                </a:lnTo>
                <a:lnTo>
                  <a:pt x="15" y="0"/>
                </a:lnTo>
                <a:lnTo>
                  <a:pt x="20" y="2"/>
                </a:lnTo>
                <a:lnTo>
                  <a:pt x="20" y="2"/>
                </a:lnTo>
                <a:lnTo>
                  <a:pt x="25" y="4"/>
                </a:lnTo>
                <a:lnTo>
                  <a:pt x="20" y="11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3" name="Freeform 1991"/>
          <p:cNvSpPr>
            <a:spLocks/>
          </p:cNvSpPr>
          <p:nvPr/>
        </p:nvSpPr>
        <p:spPr bwMode="auto">
          <a:xfrm>
            <a:off x="3218230" y="3345468"/>
            <a:ext cx="35291" cy="59239"/>
          </a:xfrm>
          <a:custGeom>
            <a:avLst/>
            <a:gdLst>
              <a:gd name="T0" fmla="*/ 28 w 28"/>
              <a:gd name="T1" fmla="*/ 28 h 47"/>
              <a:gd name="T2" fmla="*/ 28 w 28"/>
              <a:gd name="T3" fmla="*/ 28 h 47"/>
              <a:gd name="T4" fmla="*/ 27 w 28"/>
              <a:gd name="T5" fmla="*/ 36 h 47"/>
              <a:gd name="T6" fmla="*/ 27 w 28"/>
              <a:gd name="T7" fmla="*/ 36 h 47"/>
              <a:gd name="T8" fmla="*/ 24 w 28"/>
              <a:gd name="T9" fmla="*/ 41 h 47"/>
              <a:gd name="T10" fmla="*/ 24 w 28"/>
              <a:gd name="T11" fmla="*/ 41 h 47"/>
              <a:gd name="T12" fmla="*/ 19 w 28"/>
              <a:gd name="T13" fmla="*/ 45 h 47"/>
              <a:gd name="T14" fmla="*/ 19 w 28"/>
              <a:gd name="T15" fmla="*/ 45 h 47"/>
              <a:gd name="T16" fmla="*/ 13 w 28"/>
              <a:gd name="T17" fmla="*/ 47 h 47"/>
              <a:gd name="T18" fmla="*/ 13 w 28"/>
              <a:gd name="T19" fmla="*/ 47 h 47"/>
              <a:gd name="T20" fmla="*/ 8 w 28"/>
              <a:gd name="T21" fmla="*/ 45 h 47"/>
              <a:gd name="T22" fmla="*/ 8 w 28"/>
              <a:gd name="T23" fmla="*/ 45 h 47"/>
              <a:gd name="T24" fmla="*/ 4 w 28"/>
              <a:gd name="T25" fmla="*/ 41 h 47"/>
              <a:gd name="T26" fmla="*/ 4 w 28"/>
              <a:gd name="T27" fmla="*/ 41 h 47"/>
              <a:gd name="T28" fmla="*/ 0 w 28"/>
              <a:gd name="T29" fmla="*/ 36 h 47"/>
              <a:gd name="T30" fmla="*/ 0 w 28"/>
              <a:gd name="T31" fmla="*/ 36 h 47"/>
              <a:gd name="T32" fmla="*/ 0 w 28"/>
              <a:gd name="T33" fmla="*/ 28 h 47"/>
              <a:gd name="T34" fmla="*/ 0 w 28"/>
              <a:gd name="T35" fmla="*/ 0 h 47"/>
              <a:gd name="T36" fmla="*/ 5 w 28"/>
              <a:gd name="T37" fmla="*/ 0 h 47"/>
              <a:gd name="T38" fmla="*/ 5 w 28"/>
              <a:gd name="T39" fmla="*/ 28 h 47"/>
              <a:gd name="T40" fmla="*/ 5 w 28"/>
              <a:gd name="T41" fmla="*/ 28 h 47"/>
              <a:gd name="T42" fmla="*/ 6 w 28"/>
              <a:gd name="T43" fmla="*/ 32 h 47"/>
              <a:gd name="T44" fmla="*/ 6 w 28"/>
              <a:gd name="T45" fmla="*/ 32 h 47"/>
              <a:gd name="T46" fmla="*/ 6 w 28"/>
              <a:gd name="T47" fmla="*/ 35 h 47"/>
              <a:gd name="T48" fmla="*/ 6 w 28"/>
              <a:gd name="T49" fmla="*/ 35 h 47"/>
              <a:gd name="T50" fmla="*/ 9 w 28"/>
              <a:gd name="T51" fmla="*/ 37 h 47"/>
              <a:gd name="T52" fmla="*/ 9 w 28"/>
              <a:gd name="T53" fmla="*/ 37 h 47"/>
              <a:gd name="T54" fmla="*/ 13 w 28"/>
              <a:gd name="T55" fmla="*/ 39 h 47"/>
              <a:gd name="T56" fmla="*/ 13 w 28"/>
              <a:gd name="T57" fmla="*/ 39 h 47"/>
              <a:gd name="T58" fmla="*/ 17 w 28"/>
              <a:gd name="T59" fmla="*/ 37 h 47"/>
              <a:gd name="T60" fmla="*/ 17 w 28"/>
              <a:gd name="T61" fmla="*/ 37 h 47"/>
              <a:gd name="T62" fmla="*/ 20 w 28"/>
              <a:gd name="T63" fmla="*/ 35 h 47"/>
              <a:gd name="T64" fmla="*/ 20 w 28"/>
              <a:gd name="T65" fmla="*/ 35 h 47"/>
              <a:gd name="T66" fmla="*/ 21 w 28"/>
              <a:gd name="T67" fmla="*/ 32 h 47"/>
              <a:gd name="T68" fmla="*/ 21 w 28"/>
              <a:gd name="T69" fmla="*/ 32 h 47"/>
              <a:gd name="T70" fmla="*/ 21 w 28"/>
              <a:gd name="T71" fmla="*/ 28 h 47"/>
              <a:gd name="T72" fmla="*/ 21 w 28"/>
              <a:gd name="T73" fmla="*/ 0 h 47"/>
              <a:gd name="T74" fmla="*/ 28 w 28"/>
              <a:gd name="T75" fmla="*/ 0 h 47"/>
              <a:gd name="T76" fmla="*/ 28 w 28"/>
              <a:gd name="T77" fmla="*/ 28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8" h="47">
                <a:moveTo>
                  <a:pt x="28" y="28"/>
                </a:moveTo>
                <a:lnTo>
                  <a:pt x="28" y="28"/>
                </a:lnTo>
                <a:lnTo>
                  <a:pt x="27" y="36"/>
                </a:lnTo>
                <a:lnTo>
                  <a:pt x="27" y="36"/>
                </a:lnTo>
                <a:lnTo>
                  <a:pt x="24" y="41"/>
                </a:lnTo>
                <a:lnTo>
                  <a:pt x="24" y="41"/>
                </a:lnTo>
                <a:lnTo>
                  <a:pt x="19" y="45"/>
                </a:lnTo>
                <a:lnTo>
                  <a:pt x="19" y="45"/>
                </a:lnTo>
                <a:lnTo>
                  <a:pt x="13" y="47"/>
                </a:lnTo>
                <a:lnTo>
                  <a:pt x="13" y="47"/>
                </a:lnTo>
                <a:lnTo>
                  <a:pt x="8" y="45"/>
                </a:lnTo>
                <a:lnTo>
                  <a:pt x="8" y="45"/>
                </a:lnTo>
                <a:lnTo>
                  <a:pt x="4" y="41"/>
                </a:lnTo>
                <a:lnTo>
                  <a:pt x="4" y="41"/>
                </a:lnTo>
                <a:lnTo>
                  <a:pt x="0" y="36"/>
                </a:lnTo>
                <a:lnTo>
                  <a:pt x="0" y="36"/>
                </a:lnTo>
                <a:lnTo>
                  <a:pt x="0" y="28"/>
                </a:lnTo>
                <a:lnTo>
                  <a:pt x="0" y="0"/>
                </a:lnTo>
                <a:lnTo>
                  <a:pt x="5" y="0"/>
                </a:lnTo>
                <a:lnTo>
                  <a:pt x="5" y="28"/>
                </a:lnTo>
                <a:lnTo>
                  <a:pt x="5" y="28"/>
                </a:lnTo>
                <a:lnTo>
                  <a:pt x="6" y="32"/>
                </a:lnTo>
                <a:lnTo>
                  <a:pt x="6" y="32"/>
                </a:lnTo>
                <a:lnTo>
                  <a:pt x="6" y="35"/>
                </a:lnTo>
                <a:lnTo>
                  <a:pt x="6" y="35"/>
                </a:lnTo>
                <a:lnTo>
                  <a:pt x="9" y="37"/>
                </a:lnTo>
                <a:lnTo>
                  <a:pt x="9" y="37"/>
                </a:lnTo>
                <a:lnTo>
                  <a:pt x="13" y="39"/>
                </a:lnTo>
                <a:lnTo>
                  <a:pt x="13" y="39"/>
                </a:lnTo>
                <a:lnTo>
                  <a:pt x="17" y="37"/>
                </a:lnTo>
                <a:lnTo>
                  <a:pt x="17" y="37"/>
                </a:lnTo>
                <a:lnTo>
                  <a:pt x="20" y="35"/>
                </a:lnTo>
                <a:lnTo>
                  <a:pt x="20" y="35"/>
                </a:lnTo>
                <a:lnTo>
                  <a:pt x="21" y="32"/>
                </a:lnTo>
                <a:lnTo>
                  <a:pt x="21" y="32"/>
                </a:lnTo>
                <a:lnTo>
                  <a:pt x="21" y="28"/>
                </a:lnTo>
                <a:lnTo>
                  <a:pt x="21" y="0"/>
                </a:lnTo>
                <a:lnTo>
                  <a:pt x="28" y="0"/>
                </a:lnTo>
                <a:lnTo>
                  <a:pt x="28" y="28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4" name="Freeform 1992"/>
          <p:cNvSpPr>
            <a:spLocks/>
          </p:cNvSpPr>
          <p:nvPr/>
        </p:nvSpPr>
        <p:spPr bwMode="auto">
          <a:xfrm>
            <a:off x="3268645" y="3345468"/>
            <a:ext cx="47895" cy="56718"/>
          </a:xfrm>
          <a:custGeom>
            <a:avLst/>
            <a:gdLst>
              <a:gd name="T0" fmla="*/ 0 w 38"/>
              <a:gd name="T1" fmla="*/ 0 h 45"/>
              <a:gd name="T2" fmla="*/ 10 w 38"/>
              <a:gd name="T3" fmla="*/ 0 h 45"/>
              <a:gd name="T4" fmla="*/ 19 w 38"/>
              <a:gd name="T5" fmla="*/ 32 h 45"/>
              <a:gd name="T6" fmla="*/ 29 w 38"/>
              <a:gd name="T7" fmla="*/ 0 h 45"/>
              <a:gd name="T8" fmla="*/ 38 w 38"/>
              <a:gd name="T9" fmla="*/ 0 h 45"/>
              <a:gd name="T10" fmla="*/ 38 w 38"/>
              <a:gd name="T11" fmla="*/ 45 h 45"/>
              <a:gd name="T12" fmla="*/ 33 w 38"/>
              <a:gd name="T13" fmla="*/ 45 h 45"/>
              <a:gd name="T14" fmla="*/ 33 w 38"/>
              <a:gd name="T15" fmla="*/ 6 h 45"/>
              <a:gd name="T16" fmla="*/ 33 w 38"/>
              <a:gd name="T17" fmla="*/ 6 h 45"/>
              <a:gd name="T18" fmla="*/ 22 w 38"/>
              <a:gd name="T19" fmla="*/ 45 h 45"/>
              <a:gd name="T20" fmla="*/ 16 w 38"/>
              <a:gd name="T21" fmla="*/ 45 h 45"/>
              <a:gd name="T22" fmla="*/ 6 w 38"/>
              <a:gd name="T23" fmla="*/ 6 h 45"/>
              <a:gd name="T24" fmla="*/ 6 w 38"/>
              <a:gd name="T25" fmla="*/ 6 h 45"/>
              <a:gd name="T26" fmla="*/ 6 w 38"/>
              <a:gd name="T27" fmla="*/ 45 h 45"/>
              <a:gd name="T28" fmla="*/ 0 w 38"/>
              <a:gd name="T29" fmla="*/ 45 h 45"/>
              <a:gd name="T30" fmla="*/ 0 w 38"/>
              <a:gd name="T31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8" h="45">
                <a:moveTo>
                  <a:pt x="0" y="0"/>
                </a:moveTo>
                <a:lnTo>
                  <a:pt x="10" y="0"/>
                </a:lnTo>
                <a:lnTo>
                  <a:pt x="19" y="32"/>
                </a:lnTo>
                <a:lnTo>
                  <a:pt x="29" y="0"/>
                </a:lnTo>
                <a:lnTo>
                  <a:pt x="38" y="0"/>
                </a:lnTo>
                <a:lnTo>
                  <a:pt x="38" y="45"/>
                </a:lnTo>
                <a:lnTo>
                  <a:pt x="33" y="45"/>
                </a:lnTo>
                <a:lnTo>
                  <a:pt x="33" y="6"/>
                </a:lnTo>
                <a:lnTo>
                  <a:pt x="33" y="6"/>
                </a:lnTo>
                <a:lnTo>
                  <a:pt x="22" y="45"/>
                </a:lnTo>
                <a:lnTo>
                  <a:pt x="16" y="45"/>
                </a:lnTo>
                <a:lnTo>
                  <a:pt x="6" y="6"/>
                </a:lnTo>
                <a:lnTo>
                  <a:pt x="6" y="6"/>
                </a:lnTo>
                <a:lnTo>
                  <a:pt x="6" y="45"/>
                </a:lnTo>
                <a:lnTo>
                  <a:pt x="0" y="45"/>
                </a:lnTo>
                <a:lnTo>
                  <a:pt x="0" y="0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5" name="Freeform 1993"/>
          <p:cNvSpPr>
            <a:spLocks noEditPoints="1"/>
          </p:cNvSpPr>
          <p:nvPr/>
        </p:nvSpPr>
        <p:spPr bwMode="auto">
          <a:xfrm>
            <a:off x="2831287" y="3254719"/>
            <a:ext cx="34031" cy="32770"/>
          </a:xfrm>
          <a:custGeom>
            <a:avLst/>
            <a:gdLst>
              <a:gd name="T0" fmla="*/ 0 w 27"/>
              <a:gd name="T1" fmla="*/ 13 h 26"/>
              <a:gd name="T2" fmla="*/ 2 w 27"/>
              <a:gd name="T3" fmla="*/ 8 h 26"/>
              <a:gd name="T4" fmla="*/ 4 w 27"/>
              <a:gd name="T5" fmla="*/ 4 h 26"/>
              <a:gd name="T6" fmla="*/ 8 w 27"/>
              <a:gd name="T7" fmla="*/ 1 h 26"/>
              <a:gd name="T8" fmla="*/ 14 w 27"/>
              <a:gd name="T9" fmla="*/ 0 h 26"/>
              <a:gd name="T10" fmla="*/ 19 w 27"/>
              <a:gd name="T11" fmla="*/ 1 h 26"/>
              <a:gd name="T12" fmla="*/ 23 w 27"/>
              <a:gd name="T13" fmla="*/ 4 h 26"/>
              <a:gd name="T14" fmla="*/ 26 w 27"/>
              <a:gd name="T15" fmla="*/ 8 h 26"/>
              <a:gd name="T16" fmla="*/ 27 w 27"/>
              <a:gd name="T17" fmla="*/ 13 h 26"/>
              <a:gd name="T18" fmla="*/ 26 w 27"/>
              <a:gd name="T19" fmla="*/ 19 h 26"/>
              <a:gd name="T20" fmla="*/ 23 w 27"/>
              <a:gd name="T21" fmla="*/ 23 h 26"/>
              <a:gd name="T22" fmla="*/ 19 w 27"/>
              <a:gd name="T23" fmla="*/ 26 h 26"/>
              <a:gd name="T24" fmla="*/ 14 w 27"/>
              <a:gd name="T25" fmla="*/ 26 h 26"/>
              <a:gd name="T26" fmla="*/ 8 w 27"/>
              <a:gd name="T27" fmla="*/ 26 h 26"/>
              <a:gd name="T28" fmla="*/ 4 w 27"/>
              <a:gd name="T29" fmla="*/ 23 h 26"/>
              <a:gd name="T30" fmla="*/ 2 w 27"/>
              <a:gd name="T31" fmla="*/ 19 h 26"/>
              <a:gd name="T32" fmla="*/ 0 w 27"/>
              <a:gd name="T33" fmla="*/ 13 h 26"/>
              <a:gd name="T34" fmla="*/ 6 w 27"/>
              <a:gd name="T35" fmla="*/ 13 h 26"/>
              <a:gd name="T36" fmla="*/ 7 w 27"/>
              <a:gd name="T37" fmla="*/ 16 h 26"/>
              <a:gd name="T38" fmla="*/ 8 w 27"/>
              <a:gd name="T39" fmla="*/ 19 h 26"/>
              <a:gd name="T40" fmla="*/ 11 w 27"/>
              <a:gd name="T41" fmla="*/ 20 h 26"/>
              <a:gd name="T42" fmla="*/ 14 w 27"/>
              <a:gd name="T43" fmla="*/ 22 h 26"/>
              <a:gd name="T44" fmla="*/ 16 w 27"/>
              <a:gd name="T45" fmla="*/ 20 h 26"/>
              <a:gd name="T46" fmla="*/ 19 w 27"/>
              <a:gd name="T47" fmla="*/ 19 h 26"/>
              <a:gd name="T48" fmla="*/ 20 w 27"/>
              <a:gd name="T49" fmla="*/ 16 h 26"/>
              <a:gd name="T50" fmla="*/ 22 w 27"/>
              <a:gd name="T51" fmla="*/ 13 h 26"/>
              <a:gd name="T52" fmla="*/ 20 w 27"/>
              <a:gd name="T53" fmla="*/ 9 h 26"/>
              <a:gd name="T54" fmla="*/ 19 w 27"/>
              <a:gd name="T55" fmla="*/ 8 h 26"/>
              <a:gd name="T56" fmla="*/ 16 w 27"/>
              <a:gd name="T57" fmla="*/ 5 h 26"/>
              <a:gd name="T58" fmla="*/ 14 w 27"/>
              <a:gd name="T59" fmla="*/ 5 h 26"/>
              <a:gd name="T60" fmla="*/ 11 w 27"/>
              <a:gd name="T61" fmla="*/ 5 h 26"/>
              <a:gd name="T62" fmla="*/ 8 w 27"/>
              <a:gd name="T63" fmla="*/ 8 h 26"/>
              <a:gd name="T64" fmla="*/ 7 w 27"/>
              <a:gd name="T65" fmla="*/ 9 h 26"/>
              <a:gd name="T66" fmla="*/ 6 w 27"/>
              <a:gd name="T67" fmla="*/ 13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7" h="26">
                <a:moveTo>
                  <a:pt x="0" y="13"/>
                </a:moveTo>
                <a:lnTo>
                  <a:pt x="0" y="13"/>
                </a:lnTo>
                <a:lnTo>
                  <a:pt x="2" y="8"/>
                </a:lnTo>
                <a:lnTo>
                  <a:pt x="2" y="8"/>
                </a:lnTo>
                <a:lnTo>
                  <a:pt x="4" y="4"/>
                </a:lnTo>
                <a:lnTo>
                  <a:pt x="4" y="4"/>
                </a:lnTo>
                <a:lnTo>
                  <a:pt x="8" y="1"/>
                </a:lnTo>
                <a:lnTo>
                  <a:pt x="8" y="1"/>
                </a:lnTo>
                <a:lnTo>
                  <a:pt x="14" y="0"/>
                </a:lnTo>
                <a:lnTo>
                  <a:pt x="14" y="0"/>
                </a:lnTo>
                <a:lnTo>
                  <a:pt x="19" y="1"/>
                </a:lnTo>
                <a:lnTo>
                  <a:pt x="19" y="1"/>
                </a:lnTo>
                <a:lnTo>
                  <a:pt x="23" y="4"/>
                </a:lnTo>
                <a:lnTo>
                  <a:pt x="23" y="4"/>
                </a:lnTo>
                <a:lnTo>
                  <a:pt x="26" y="8"/>
                </a:lnTo>
                <a:lnTo>
                  <a:pt x="26" y="8"/>
                </a:lnTo>
                <a:lnTo>
                  <a:pt x="27" y="13"/>
                </a:lnTo>
                <a:lnTo>
                  <a:pt x="27" y="13"/>
                </a:lnTo>
                <a:lnTo>
                  <a:pt x="26" y="19"/>
                </a:lnTo>
                <a:lnTo>
                  <a:pt x="26" y="19"/>
                </a:lnTo>
                <a:lnTo>
                  <a:pt x="23" y="23"/>
                </a:lnTo>
                <a:lnTo>
                  <a:pt x="23" y="23"/>
                </a:lnTo>
                <a:lnTo>
                  <a:pt x="19" y="26"/>
                </a:lnTo>
                <a:lnTo>
                  <a:pt x="19" y="26"/>
                </a:lnTo>
                <a:lnTo>
                  <a:pt x="14" y="26"/>
                </a:lnTo>
                <a:lnTo>
                  <a:pt x="14" y="26"/>
                </a:lnTo>
                <a:lnTo>
                  <a:pt x="8" y="26"/>
                </a:lnTo>
                <a:lnTo>
                  <a:pt x="8" y="26"/>
                </a:lnTo>
                <a:lnTo>
                  <a:pt x="4" y="23"/>
                </a:lnTo>
                <a:lnTo>
                  <a:pt x="4" y="23"/>
                </a:lnTo>
                <a:lnTo>
                  <a:pt x="2" y="19"/>
                </a:lnTo>
                <a:lnTo>
                  <a:pt x="2" y="19"/>
                </a:lnTo>
                <a:lnTo>
                  <a:pt x="0" y="13"/>
                </a:lnTo>
                <a:lnTo>
                  <a:pt x="0" y="13"/>
                </a:lnTo>
                <a:close/>
                <a:moveTo>
                  <a:pt x="6" y="13"/>
                </a:moveTo>
                <a:lnTo>
                  <a:pt x="6" y="13"/>
                </a:lnTo>
                <a:lnTo>
                  <a:pt x="7" y="16"/>
                </a:lnTo>
                <a:lnTo>
                  <a:pt x="7" y="16"/>
                </a:lnTo>
                <a:lnTo>
                  <a:pt x="8" y="19"/>
                </a:lnTo>
                <a:lnTo>
                  <a:pt x="8" y="19"/>
                </a:lnTo>
                <a:lnTo>
                  <a:pt x="11" y="20"/>
                </a:lnTo>
                <a:lnTo>
                  <a:pt x="11" y="20"/>
                </a:lnTo>
                <a:lnTo>
                  <a:pt x="14" y="22"/>
                </a:lnTo>
                <a:lnTo>
                  <a:pt x="14" y="22"/>
                </a:lnTo>
                <a:lnTo>
                  <a:pt x="16" y="20"/>
                </a:lnTo>
                <a:lnTo>
                  <a:pt x="16" y="20"/>
                </a:lnTo>
                <a:lnTo>
                  <a:pt x="19" y="19"/>
                </a:lnTo>
                <a:lnTo>
                  <a:pt x="19" y="19"/>
                </a:lnTo>
                <a:lnTo>
                  <a:pt x="20" y="16"/>
                </a:lnTo>
                <a:lnTo>
                  <a:pt x="20" y="16"/>
                </a:lnTo>
                <a:lnTo>
                  <a:pt x="22" y="13"/>
                </a:lnTo>
                <a:lnTo>
                  <a:pt x="22" y="13"/>
                </a:lnTo>
                <a:lnTo>
                  <a:pt x="20" y="9"/>
                </a:lnTo>
                <a:lnTo>
                  <a:pt x="20" y="9"/>
                </a:lnTo>
                <a:lnTo>
                  <a:pt x="19" y="8"/>
                </a:lnTo>
                <a:lnTo>
                  <a:pt x="19" y="8"/>
                </a:lnTo>
                <a:lnTo>
                  <a:pt x="16" y="5"/>
                </a:lnTo>
                <a:lnTo>
                  <a:pt x="16" y="5"/>
                </a:lnTo>
                <a:lnTo>
                  <a:pt x="14" y="5"/>
                </a:lnTo>
                <a:lnTo>
                  <a:pt x="14" y="5"/>
                </a:lnTo>
                <a:lnTo>
                  <a:pt x="11" y="5"/>
                </a:lnTo>
                <a:lnTo>
                  <a:pt x="11" y="5"/>
                </a:lnTo>
                <a:lnTo>
                  <a:pt x="8" y="8"/>
                </a:lnTo>
                <a:lnTo>
                  <a:pt x="8" y="8"/>
                </a:lnTo>
                <a:lnTo>
                  <a:pt x="7" y="9"/>
                </a:lnTo>
                <a:lnTo>
                  <a:pt x="7" y="9"/>
                </a:lnTo>
                <a:lnTo>
                  <a:pt x="6" y="13"/>
                </a:lnTo>
                <a:lnTo>
                  <a:pt x="6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6" name="Freeform 1994"/>
          <p:cNvSpPr>
            <a:spLocks noEditPoints="1"/>
          </p:cNvSpPr>
          <p:nvPr/>
        </p:nvSpPr>
        <p:spPr bwMode="auto">
          <a:xfrm>
            <a:off x="2872881" y="3255980"/>
            <a:ext cx="21427" cy="31510"/>
          </a:xfrm>
          <a:custGeom>
            <a:avLst/>
            <a:gdLst>
              <a:gd name="T0" fmla="*/ 0 w 17"/>
              <a:gd name="T1" fmla="*/ 0 h 25"/>
              <a:gd name="T2" fmla="*/ 8 w 17"/>
              <a:gd name="T3" fmla="*/ 0 h 25"/>
              <a:gd name="T4" fmla="*/ 8 w 17"/>
              <a:gd name="T5" fmla="*/ 0 h 25"/>
              <a:gd name="T6" fmla="*/ 12 w 17"/>
              <a:gd name="T7" fmla="*/ 0 h 25"/>
              <a:gd name="T8" fmla="*/ 12 w 17"/>
              <a:gd name="T9" fmla="*/ 0 h 25"/>
              <a:gd name="T10" fmla="*/ 14 w 17"/>
              <a:gd name="T11" fmla="*/ 2 h 25"/>
              <a:gd name="T12" fmla="*/ 14 w 17"/>
              <a:gd name="T13" fmla="*/ 2 h 25"/>
              <a:gd name="T14" fmla="*/ 17 w 17"/>
              <a:gd name="T15" fmla="*/ 4 h 25"/>
              <a:gd name="T16" fmla="*/ 17 w 17"/>
              <a:gd name="T17" fmla="*/ 4 h 25"/>
              <a:gd name="T18" fmla="*/ 17 w 17"/>
              <a:gd name="T19" fmla="*/ 7 h 25"/>
              <a:gd name="T20" fmla="*/ 17 w 17"/>
              <a:gd name="T21" fmla="*/ 7 h 25"/>
              <a:gd name="T22" fmla="*/ 17 w 17"/>
              <a:gd name="T23" fmla="*/ 11 h 25"/>
              <a:gd name="T24" fmla="*/ 17 w 17"/>
              <a:gd name="T25" fmla="*/ 11 h 25"/>
              <a:gd name="T26" fmla="*/ 14 w 17"/>
              <a:gd name="T27" fmla="*/ 14 h 25"/>
              <a:gd name="T28" fmla="*/ 14 w 17"/>
              <a:gd name="T29" fmla="*/ 14 h 25"/>
              <a:gd name="T30" fmla="*/ 12 w 17"/>
              <a:gd name="T31" fmla="*/ 15 h 25"/>
              <a:gd name="T32" fmla="*/ 12 w 17"/>
              <a:gd name="T33" fmla="*/ 15 h 25"/>
              <a:gd name="T34" fmla="*/ 8 w 17"/>
              <a:gd name="T35" fmla="*/ 15 h 25"/>
              <a:gd name="T36" fmla="*/ 5 w 17"/>
              <a:gd name="T37" fmla="*/ 15 h 25"/>
              <a:gd name="T38" fmla="*/ 5 w 17"/>
              <a:gd name="T39" fmla="*/ 25 h 25"/>
              <a:gd name="T40" fmla="*/ 0 w 17"/>
              <a:gd name="T41" fmla="*/ 25 h 25"/>
              <a:gd name="T42" fmla="*/ 0 w 17"/>
              <a:gd name="T43" fmla="*/ 0 h 25"/>
              <a:gd name="T44" fmla="*/ 5 w 17"/>
              <a:gd name="T45" fmla="*/ 10 h 25"/>
              <a:gd name="T46" fmla="*/ 8 w 17"/>
              <a:gd name="T47" fmla="*/ 10 h 25"/>
              <a:gd name="T48" fmla="*/ 9 w 17"/>
              <a:gd name="T49" fmla="*/ 10 h 25"/>
              <a:gd name="T50" fmla="*/ 10 w 17"/>
              <a:gd name="T51" fmla="*/ 10 h 25"/>
              <a:gd name="T52" fmla="*/ 12 w 17"/>
              <a:gd name="T53" fmla="*/ 8 h 25"/>
              <a:gd name="T54" fmla="*/ 12 w 17"/>
              <a:gd name="T55" fmla="*/ 8 h 25"/>
              <a:gd name="T56" fmla="*/ 12 w 17"/>
              <a:gd name="T57" fmla="*/ 7 h 25"/>
              <a:gd name="T58" fmla="*/ 12 w 17"/>
              <a:gd name="T59" fmla="*/ 7 h 25"/>
              <a:gd name="T60" fmla="*/ 12 w 17"/>
              <a:gd name="T61" fmla="*/ 6 h 25"/>
              <a:gd name="T62" fmla="*/ 10 w 17"/>
              <a:gd name="T63" fmla="*/ 6 h 25"/>
              <a:gd name="T64" fmla="*/ 10 w 17"/>
              <a:gd name="T65" fmla="*/ 6 h 25"/>
              <a:gd name="T66" fmla="*/ 9 w 17"/>
              <a:gd name="T67" fmla="*/ 4 h 25"/>
              <a:gd name="T68" fmla="*/ 9 w 17"/>
              <a:gd name="T69" fmla="*/ 4 h 25"/>
              <a:gd name="T70" fmla="*/ 8 w 17"/>
              <a:gd name="T71" fmla="*/ 4 h 25"/>
              <a:gd name="T72" fmla="*/ 5 w 17"/>
              <a:gd name="T73" fmla="*/ 4 h 25"/>
              <a:gd name="T74" fmla="*/ 5 w 17"/>
              <a:gd name="T75" fmla="*/ 1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7" h="25">
                <a:moveTo>
                  <a:pt x="0" y="0"/>
                </a:moveTo>
                <a:lnTo>
                  <a:pt x="8" y="0"/>
                </a:lnTo>
                <a:lnTo>
                  <a:pt x="8" y="0"/>
                </a:lnTo>
                <a:lnTo>
                  <a:pt x="12" y="0"/>
                </a:lnTo>
                <a:lnTo>
                  <a:pt x="12" y="0"/>
                </a:lnTo>
                <a:lnTo>
                  <a:pt x="14" y="2"/>
                </a:lnTo>
                <a:lnTo>
                  <a:pt x="14" y="2"/>
                </a:lnTo>
                <a:lnTo>
                  <a:pt x="17" y="4"/>
                </a:lnTo>
                <a:lnTo>
                  <a:pt x="17" y="4"/>
                </a:lnTo>
                <a:lnTo>
                  <a:pt x="17" y="7"/>
                </a:lnTo>
                <a:lnTo>
                  <a:pt x="17" y="7"/>
                </a:lnTo>
                <a:lnTo>
                  <a:pt x="17" y="11"/>
                </a:lnTo>
                <a:lnTo>
                  <a:pt x="17" y="11"/>
                </a:lnTo>
                <a:lnTo>
                  <a:pt x="14" y="14"/>
                </a:lnTo>
                <a:lnTo>
                  <a:pt x="14" y="14"/>
                </a:lnTo>
                <a:lnTo>
                  <a:pt x="12" y="15"/>
                </a:lnTo>
                <a:lnTo>
                  <a:pt x="12" y="15"/>
                </a:lnTo>
                <a:lnTo>
                  <a:pt x="8" y="15"/>
                </a:lnTo>
                <a:lnTo>
                  <a:pt x="5" y="15"/>
                </a:lnTo>
                <a:lnTo>
                  <a:pt x="5" y="25"/>
                </a:lnTo>
                <a:lnTo>
                  <a:pt x="0" y="25"/>
                </a:lnTo>
                <a:lnTo>
                  <a:pt x="0" y="0"/>
                </a:lnTo>
                <a:close/>
                <a:moveTo>
                  <a:pt x="5" y="10"/>
                </a:moveTo>
                <a:lnTo>
                  <a:pt x="8" y="10"/>
                </a:lnTo>
                <a:lnTo>
                  <a:pt x="9" y="10"/>
                </a:lnTo>
                <a:lnTo>
                  <a:pt x="10" y="10"/>
                </a:lnTo>
                <a:lnTo>
                  <a:pt x="12" y="8"/>
                </a:lnTo>
                <a:lnTo>
                  <a:pt x="12" y="8"/>
                </a:lnTo>
                <a:lnTo>
                  <a:pt x="12" y="7"/>
                </a:lnTo>
                <a:lnTo>
                  <a:pt x="12" y="7"/>
                </a:lnTo>
                <a:lnTo>
                  <a:pt x="12" y="6"/>
                </a:lnTo>
                <a:lnTo>
                  <a:pt x="10" y="6"/>
                </a:lnTo>
                <a:lnTo>
                  <a:pt x="10" y="6"/>
                </a:lnTo>
                <a:lnTo>
                  <a:pt x="9" y="4"/>
                </a:lnTo>
                <a:lnTo>
                  <a:pt x="9" y="4"/>
                </a:lnTo>
                <a:lnTo>
                  <a:pt x="8" y="4"/>
                </a:lnTo>
                <a:lnTo>
                  <a:pt x="5" y="4"/>
                </a:lnTo>
                <a:lnTo>
                  <a:pt x="5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7" name="Freeform 1995"/>
          <p:cNvSpPr>
            <a:spLocks/>
          </p:cNvSpPr>
          <p:nvPr/>
        </p:nvSpPr>
        <p:spPr bwMode="auto">
          <a:xfrm>
            <a:off x="2898089" y="3255980"/>
            <a:ext cx="23948" cy="31510"/>
          </a:xfrm>
          <a:custGeom>
            <a:avLst/>
            <a:gdLst>
              <a:gd name="T0" fmla="*/ 7 w 19"/>
              <a:gd name="T1" fmla="*/ 4 h 25"/>
              <a:gd name="T2" fmla="*/ 0 w 19"/>
              <a:gd name="T3" fmla="*/ 4 h 25"/>
              <a:gd name="T4" fmla="*/ 0 w 19"/>
              <a:gd name="T5" fmla="*/ 0 h 25"/>
              <a:gd name="T6" fmla="*/ 19 w 19"/>
              <a:gd name="T7" fmla="*/ 0 h 25"/>
              <a:gd name="T8" fmla="*/ 19 w 19"/>
              <a:gd name="T9" fmla="*/ 4 h 25"/>
              <a:gd name="T10" fmla="*/ 12 w 19"/>
              <a:gd name="T11" fmla="*/ 4 h 25"/>
              <a:gd name="T12" fmla="*/ 12 w 19"/>
              <a:gd name="T13" fmla="*/ 25 h 25"/>
              <a:gd name="T14" fmla="*/ 7 w 19"/>
              <a:gd name="T15" fmla="*/ 25 h 25"/>
              <a:gd name="T16" fmla="*/ 7 w 19"/>
              <a:gd name="T17" fmla="*/ 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" h="25">
                <a:moveTo>
                  <a:pt x="7" y="4"/>
                </a:moveTo>
                <a:lnTo>
                  <a:pt x="0" y="4"/>
                </a:lnTo>
                <a:lnTo>
                  <a:pt x="0" y="0"/>
                </a:lnTo>
                <a:lnTo>
                  <a:pt x="19" y="0"/>
                </a:lnTo>
                <a:lnTo>
                  <a:pt x="19" y="4"/>
                </a:lnTo>
                <a:lnTo>
                  <a:pt x="12" y="4"/>
                </a:lnTo>
                <a:lnTo>
                  <a:pt x="12" y="25"/>
                </a:lnTo>
                <a:lnTo>
                  <a:pt x="7" y="25"/>
                </a:lnTo>
                <a:lnTo>
                  <a:pt x="7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8" name="Rectangle 1996"/>
          <p:cNvSpPr>
            <a:spLocks noChangeArrowheads="1"/>
          </p:cNvSpPr>
          <p:nvPr/>
        </p:nvSpPr>
        <p:spPr bwMode="auto">
          <a:xfrm>
            <a:off x="2928338" y="3255980"/>
            <a:ext cx="7562" cy="3151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9" name="Freeform 1997"/>
          <p:cNvSpPr>
            <a:spLocks noEditPoints="1"/>
          </p:cNvSpPr>
          <p:nvPr/>
        </p:nvSpPr>
        <p:spPr bwMode="auto">
          <a:xfrm>
            <a:off x="2942202" y="3254719"/>
            <a:ext cx="32770" cy="32770"/>
          </a:xfrm>
          <a:custGeom>
            <a:avLst/>
            <a:gdLst>
              <a:gd name="T0" fmla="*/ 0 w 26"/>
              <a:gd name="T1" fmla="*/ 13 h 26"/>
              <a:gd name="T2" fmla="*/ 0 w 26"/>
              <a:gd name="T3" fmla="*/ 8 h 26"/>
              <a:gd name="T4" fmla="*/ 3 w 26"/>
              <a:gd name="T5" fmla="*/ 4 h 26"/>
              <a:gd name="T6" fmla="*/ 7 w 26"/>
              <a:gd name="T7" fmla="*/ 1 h 26"/>
              <a:gd name="T8" fmla="*/ 12 w 26"/>
              <a:gd name="T9" fmla="*/ 0 h 26"/>
              <a:gd name="T10" fmla="*/ 18 w 26"/>
              <a:gd name="T11" fmla="*/ 1 h 26"/>
              <a:gd name="T12" fmla="*/ 22 w 26"/>
              <a:gd name="T13" fmla="*/ 4 h 26"/>
              <a:gd name="T14" fmla="*/ 24 w 26"/>
              <a:gd name="T15" fmla="*/ 8 h 26"/>
              <a:gd name="T16" fmla="*/ 26 w 26"/>
              <a:gd name="T17" fmla="*/ 13 h 26"/>
              <a:gd name="T18" fmla="*/ 24 w 26"/>
              <a:gd name="T19" fmla="*/ 19 h 26"/>
              <a:gd name="T20" fmla="*/ 22 w 26"/>
              <a:gd name="T21" fmla="*/ 23 h 26"/>
              <a:gd name="T22" fmla="*/ 18 w 26"/>
              <a:gd name="T23" fmla="*/ 26 h 26"/>
              <a:gd name="T24" fmla="*/ 12 w 26"/>
              <a:gd name="T25" fmla="*/ 26 h 26"/>
              <a:gd name="T26" fmla="*/ 7 w 26"/>
              <a:gd name="T27" fmla="*/ 26 h 26"/>
              <a:gd name="T28" fmla="*/ 3 w 26"/>
              <a:gd name="T29" fmla="*/ 23 h 26"/>
              <a:gd name="T30" fmla="*/ 0 w 26"/>
              <a:gd name="T31" fmla="*/ 19 h 26"/>
              <a:gd name="T32" fmla="*/ 0 w 26"/>
              <a:gd name="T33" fmla="*/ 13 h 26"/>
              <a:gd name="T34" fmla="*/ 5 w 26"/>
              <a:gd name="T35" fmla="*/ 13 h 26"/>
              <a:gd name="T36" fmla="*/ 5 w 26"/>
              <a:gd name="T37" fmla="*/ 16 h 26"/>
              <a:gd name="T38" fmla="*/ 7 w 26"/>
              <a:gd name="T39" fmla="*/ 19 h 26"/>
              <a:gd name="T40" fmla="*/ 9 w 26"/>
              <a:gd name="T41" fmla="*/ 20 h 26"/>
              <a:gd name="T42" fmla="*/ 12 w 26"/>
              <a:gd name="T43" fmla="*/ 22 h 26"/>
              <a:gd name="T44" fmla="*/ 16 w 26"/>
              <a:gd name="T45" fmla="*/ 20 h 26"/>
              <a:gd name="T46" fmla="*/ 18 w 26"/>
              <a:gd name="T47" fmla="*/ 19 h 26"/>
              <a:gd name="T48" fmla="*/ 20 w 26"/>
              <a:gd name="T49" fmla="*/ 16 h 26"/>
              <a:gd name="T50" fmla="*/ 20 w 26"/>
              <a:gd name="T51" fmla="*/ 13 h 26"/>
              <a:gd name="T52" fmla="*/ 20 w 26"/>
              <a:gd name="T53" fmla="*/ 9 h 26"/>
              <a:gd name="T54" fmla="*/ 18 w 26"/>
              <a:gd name="T55" fmla="*/ 8 h 26"/>
              <a:gd name="T56" fmla="*/ 16 w 26"/>
              <a:gd name="T57" fmla="*/ 5 h 26"/>
              <a:gd name="T58" fmla="*/ 12 w 26"/>
              <a:gd name="T59" fmla="*/ 5 h 26"/>
              <a:gd name="T60" fmla="*/ 9 w 26"/>
              <a:gd name="T61" fmla="*/ 5 h 26"/>
              <a:gd name="T62" fmla="*/ 7 w 26"/>
              <a:gd name="T63" fmla="*/ 8 h 26"/>
              <a:gd name="T64" fmla="*/ 5 w 26"/>
              <a:gd name="T65" fmla="*/ 9 h 26"/>
              <a:gd name="T66" fmla="*/ 5 w 26"/>
              <a:gd name="T67" fmla="*/ 13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6" h="26">
                <a:moveTo>
                  <a:pt x="0" y="13"/>
                </a:moveTo>
                <a:lnTo>
                  <a:pt x="0" y="13"/>
                </a:lnTo>
                <a:lnTo>
                  <a:pt x="0" y="8"/>
                </a:lnTo>
                <a:lnTo>
                  <a:pt x="0" y="8"/>
                </a:lnTo>
                <a:lnTo>
                  <a:pt x="3" y="4"/>
                </a:lnTo>
                <a:lnTo>
                  <a:pt x="3" y="4"/>
                </a:lnTo>
                <a:lnTo>
                  <a:pt x="7" y="1"/>
                </a:lnTo>
                <a:lnTo>
                  <a:pt x="7" y="1"/>
                </a:lnTo>
                <a:lnTo>
                  <a:pt x="12" y="0"/>
                </a:lnTo>
                <a:lnTo>
                  <a:pt x="12" y="0"/>
                </a:lnTo>
                <a:lnTo>
                  <a:pt x="18" y="1"/>
                </a:lnTo>
                <a:lnTo>
                  <a:pt x="18" y="1"/>
                </a:lnTo>
                <a:lnTo>
                  <a:pt x="22" y="4"/>
                </a:lnTo>
                <a:lnTo>
                  <a:pt x="22" y="4"/>
                </a:lnTo>
                <a:lnTo>
                  <a:pt x="24" y="8"/>
                </a:lnTo>
                <a:lnTo>
                  <a:pt x="24" y="8"/>
                </a:lnTo>
                <a:lnTo>
                  <a:pt x="26" y="13"/>
                </a:lnTo>
                <a:lnTo>
                  <a:pt x="26" y="13"/>
                </a:lnTo>
                <a:lnTo>
                  <a:pt x="24" y="19"/>
                </a:lnTo>
                <a:lnTo>
                  <a:pt x="24" y="19"/>
                </a:lnTo>
                <a:lnTo>
                  <a:pt x="22" y="23"/>
                </a:lnTo>
                <a:lnTo>
                  <a:pt x="22" y="23"/>
                </a:lnTo>
                <a:lnTo>
                  <a:pt x="18" y="26"/>
                </a:lnTo>
                <a:lnTo>
                  <a:pt x="18" y="26"/>
                </a:lnTo>
                <a:lnTo>
                  <a:pt x="12" y="26"/>
                </a:lnTo>
                <a:lnTo>
                  <a:pt x="12" y="26"/>
                </a:lnTo>
                <a:lnTo>
                  <a:pt x="7" y="26"/>
                </a:lnTo>
                <a:lnTo>
                  <a:pt x="7" y="26"/>
                </a:lnTo>
                <a:lnTo>
                  <a:pt x="3" y="23"/>
                </a:lnTo>
                <a:lnTo>
                  <a:pt x="3" y="23"/>
                </a:lnTo>
                <a:lnTo>
                  <a:pt x="0" y="19"/>
                </a:lnTo>
                <a:lnTo>
                  <a:pt x="0" y="19"/>
                </a:lnTo>
                <a:lnTo>
                  <a:pt x="0" y="13"/>
                </a:lnTo>
                <a:lnTo>
                  <a:pt x="0" y="13"/>
                </a:lnTo>
                <a:close/>
                <a:moveTo>
                  <a:pt x="5" y="13"/>
                </a:moveTo>
                <a:lnTo>
                  <a:pt x="5" y="13"/>
                </a:lnTo>
                <a:lnTo>
                  <a:pt x="5" y="16"/>
                </a:lnTo>
                <a:lnTo>
                  <a:pt x="5" y="16"/>
                </a:lnTo>
                <a:lnTo>
                  <a:pt x="7" y="19"/>
                </a:lnTo>
                <a:lnTo>
                  <a:pt x="7" y="19"/>
                </a:lnTo>
                <a:lnTo>
                  <a:pt x="9" y="20"/>
                </a:lnTo>
                <a:lnTo>
                  <a:pt x="9" y="20"/>
                </a:lnTo>
                <a:lnTo>
                  <a:pt x="12" y="22"/>
                </a:lnTo>
                <a:lnTo>
                  <a:pt x="12" y="22"/>
                </a:lnTo>
                <a:lnTo>
                  <a:pt x="16" y="20"/>
                </a:lnTo>
                <a:lnTo>
                  <a:pt x="16" y="20"/>
                </a:lnTo>
                <a:lnTo>
                  <a:pt x="18" y="19"/>
                </a:lnTo>
                <a:lnTo>
                  <a:pt x="18" y="19"/>
                </a:lnTo>
                <a:lnTo>
                  <a:pt x="20" y="16"/>
                </a:lnTo>
                <a:lnTo>
                  <a:pt x="20" y="16"/>
                </a:lnTo>
                <a:lnTo>
                  <a:pt x="20" y="13"/>
                </a:lnTo>
                <a:lnTo>
                  <a:pt x="20" y="13"/>
                </a:lnTo>
                <a:lnTo>
                  <a:pt x="20" y="9"/>
                </a:lnTo>
                <a:lnTo>
                  <a:pt x="20" y="9"/>
                </a:lnTo>
                <a:lnTo>
                  <a:pt x="18" y="8"/>
                </a:lnTo>
                <a:lnTo>
                  <a:pt x="18" y="8"/>
                </a:lnTo>
                <a:lnTo>
                  <a:pt x="16" y="5"/>
                </a:lnTo>
                <a:lnTo>
                  <a:pt x="16" y="5"/>
                </a:lnTo>
                <a:lnTo>
                  <a:pt x="12" y="5"/>
                </a:lnTo>
                <a:lnTo>
                  <a:pt x="12" y="5"/>
                </a:lnTo>
                <a:lnTo>
                  <a:pt x="9" y="5"/>
                </a:lnTo>
                <a:lnTo>
                  <a:pt x="9" y="5"/>
                </a:lnTo>
                <a:lnTo>
                  <a:pt x="7" y="8"/>
                </a:lnTo>
                <a:lnTo>
                  <a:pt x="7" y="8"/>
                </a:lnTo>
                <a:lnTo>
                  <a:pt x="5" y="9"/>
                </a:lnTo>
                <a:lnTo>
                  <a:pt x="5" y="9"/>
                </a:lnTo>
                <a:lnTo>
                  <a:pt x="5" y="13"/>
                </a:lnTo>
                <a:lnTo>
                  <a:pt x="5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0" name="Freeform 1998"/>
          <p:cNvSpPr>
            <a:spLocks/>
          </p:cNvSpPr>
          <p:nvPr/>
        </p:nvSpPr>
        <p:spPr bwMode="auto">
          <a:xfrm>
            <a:off x="2981275" y="3255980"/>
            <a:ext cx="28989" cy="31510"/>
          </a:xfrm>
          <a:custGeom>
            <a:avLst/>
            <a:gdLst>
              <a:gd name="T0" fmla="*/ 0 w 23"/>
              <a:gd name="T1" fmla="*/ 0 h 25"/>
              <a:gd name="T2" fmla="*/ 7 w 23"/>
              <a:gd name="T3" fmla="*/ 0 h 25"/>
              <a:gd name="T4" fmla="*/ 18 w 23"/>
              <a:gd name="T5" fmla="*/ 17 h 25"/>
              <a:gd name="T6" fmla="*/ 18 w 23"/>
              <a:gd name="T7" fmla="*/ 17 h 25"/>
              <a:gd name="T8" fmla="*/ 18 w 23"/>
              <a:gd name="T9" fmla="*/ 0 h 25"/>
              <a:gd name="T10" fmla="*/ 23 w 23"/>
              <a:gd name="T11" fmla="*/ 0 h 25"/>
              <a:gd name="T12" fmla="*/ 23 w 23"/>
              <a:gd name="T13" fmla="*/ 25 h 25"/>
              <a:gd name="T14" fmla="*/ 16 w 23"/>
              <a:gd name="T15" fmla="*/ 25 h 25"/>
              <a:gd name="T16" fmla="*/ 5 w 23"/>
              <a:gd name="T17" fmla="*/ 7 h 25"/>
              <a:gd name="T18" fmla="*/ 5 w 23"/>
              <a:gd name="T19" fmla="*/ 7 h 25"/>
              <a:gd name="T20" fmla="*/ 5 w 23"/>
              <a:gd name="T21" fmla="*/ 25 h 25"/>
              <a:gd name="T22" fmla="*/ 0 w 23"/>
              <a:gd name="T23" fmla="*/ 25 h 25"/>
              <a:gd name="T24" fmla="*/ 0 w 23"/>
              <a:gd name="T25" fmla="*/ 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" h="25">
                <a:moveTo>
                  <a:pt x="0" y="0"/>
                </a:moveTo>
                <a:lnTo>
                  <a:pt x="7" y="0"/>
                </a:lnTo>
                <a:lnTo>
                  <a:pt x="18" y="17"/>
                </a:lnTo>
                <a:lnTo>
                  <a:pt x="18" y="17"/>
                </a:lnTo>
                <a:lnTo>
                  <a:pt x="18" y="0"/>
                </a:lnTo>
                <a:lnTo>
                  <a:pt x="23" y="0"/>
                </a:lnTo>
                <a:lnTo>
                  <a:pt x="23" y="25"/>
                </a:lnTo>
                <a:lnTo>
                  <a:pt x="16" y="25"/>
                </a:lnTo>
                <a:lnTo>
                  <a:pt x="5" y="7"/>
                </a:lnTo>
                <a:lnTo>
                  <a:pt x="5" y="7"/>
                </a:lnTo>
                <a:lnTo>
                  <a:pt x="5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1" name="Freeform 1999"/>
          <p:cNvSpPr>
            <a:spLocks noEditPoints="1"/>
          </p:cNvSpPr>
          <p:nvPr/>
        </p:nvSpPr>
        <p:spPr bwMode="auto">
          <a:xfrm>
            <a:off x="2838850" y="3117336"/>
            <a:ext cx="78145" cy="113436"/>
          </a:xfrm>
          <a:custGeom>
            <a:avLst/>
            <a:gdLst>
              <a:gd name="T0" fmla="*/ 0 w 62"/>
              <a:gd name="T1" fmla="*/ 44 h 90"/>
              <a:gd name="T2" fmla="*/ 1 w 62"/>
              <a:gd name="T3" fmla="*/ 27 h 90"/>
              <a:gd name="T4" fmla="*/ 2 w 62"/>
              <a:gd name="T5" fmla="*/ 20 h 90"/>
              <a:gd name="T6" fmla="*/ 5 w 62"/>
              <a:gd name="T7" fmla="*/ 14 h 90"/>
              <a:gd name="T8" fmla="*/ 12 w 62"/>
              <a:gd name="T9" fmla="*/ 6 h 90"/>
              <a:gd name="T10" fmla="*/ 19 w 62"/>
              <a:gd name="T11" fmla="*/ 2 h 90"/>
              <a:gd name="T12" fmla="*/ 25 w 62"/>
              <a:gd name="T13" fmla="*/ 0 h 90"/>
              <a:gd name="T14" fmla="*/ 31 w 62"/>
              <a:gd name="T15" fmla="*/ 0 h 90"/>
              <a:gd name="T16" fmla="*/ 36 w 62"/>
              <a:gd name="T17" fmla="*/ 0 h 90"/>
              <a:gd name="T18" fmla="*/ 43 w 62"/>
              <a:gd name="T19" fmla="*/ 2 h 90"/>
              <a:gd name="T20" fmla="*/ 50 w 62"/>
              <a:gd name="T21" fmla="*/ 6 h 90"/>
              <a:gd name="T22" fmla="*/ 54 w 62"/>
              <a:gd name="T23" fmla="*/ 10 h 90"/>
              <a:gd name="T24" fmla="*/ 56 w 62"/>
              <a:gd name="T25" fmla="*/ 14 h 90"/>
              <a:gd name="T26" fmla="*/ 60 w 62"/>
              <a:gd name="T27" fmla="*/ 27 h 90"/>
              <a:gd name="T28" fmla="*/ 62 w 62"/>
              <a:gd name="T29" fmla="*/ 35 h 90"/>
              <a:gd name="T30" fmla="*/ 62 w 62"/>
              <a:gd name="T31" fmla="*/ 44 h 90"/>
              <a:gd name="T32" fmla="*/ 60 w 62"/>
              <a:gd name="T33" fmla="*/ 63 h 90"/>
              <a:gd name="T34" fmla="*/ 59 w 62"/>
              <a:gd name="T35" fmla="*/ 70 h 90"/>
              <a:gd name="T36" fmla="*/ 56 w 62"/>
              <a:gd name="T37" fmla="*/ 75 h 90"/>
              <a:gd name="T38" fmla="*/ 50 w 62"/>
              <a:gd name="T39" fmla="*/ 83 h 90"/>
              <a:gd name="T40" fmla="*/ 43 w 62"/>
              <a:gd name="T41" fmla="*/ 87 h 90"/>
              <a:gd name="T42" fmla="*/ 36 w 62"/>
              <a:gd name="T43" fmla="*/ 89 h 90"/>
              <a:gd name="T44" fmla="*/ 31 w 62"/>
              <a:gd name="T45" fmla="*/ 90 h 90"/>
              <a:gd name="T46" fmla="*/ 25 w 62"/>
              <a:gd name="T47" fmla="*/ 89 h 90"/>
              <a:gd name="T48" fmla="*/ 19 w 62"/>
              <a:gd name="T49" fmla="*/ 87 h 90"/>
              <a:gd name="T50" fmla="*/ 12 w 62"/>
              <a:gd name="T51" fmla="*/ 83 h 90"/>
              <a:gd name="T52" fmla="*/ 8 w 62"/>
              <a:gd name="T53" fmla="*/ 79 h 90"/>
              <a:gd name="T54" fmla="*/ 5 w 62"/>
              <a:gd name="T55" fmla="*/ 75 h 90"/>
              <a:gd name="T56" fmla="*/ 1 w 62"/>
              <a:gd name="T57" fmla="*/ 63 h 90"/>
              <a:gd name="T58" fmla="*/ 0 w 62"/>
              <a:gd name="T59" fmla="*/ 55 h 90"/>
              <a:gd name="T60" fmla="*/ 0 w 62"/>
              <a:gd name="T61" fmla="*/ 44 h 90"/>
              <a:gd name="T62" fmla="*/ 14 w 62"/>
              <a:gd name="T63" fmla="*/ 44 h 90"/>
              <a:gd name="T64" fmla="*/ 14 w 62"/>
              <a:gd name="T65" fmla="*/ 54 h 90"/>
              <a:gd name="T66" fmla="*/ 17 w 62"/>
              <a:gd name="T67" fmla="*/ 64 h 90"/>
              <a:gd name="T68" fmla="*/ 21 w 62"/>
              <a:gd name="T69" fmla="*/ 73 h 90"/>
              <a:gd name="T70" fmla="*/ 25 w 62"/>
              <a:gd name="T71" fmla="*/ 75 h 90"/>
              <a:gd name="T72" fmla="*/ 31 w 62"/>
              <a:gd name="T73" fmla="*/ 75 h 90"/>
              <a:gd name="T74" fmla="*/ 39 w 62"/>
              <a:gd name="T75" fmla="*/ 73 h 90"/>
              <a:gd name="T76" fmla="*/ 43 w 62"/>
              <a:gd name="T77" fmla="*/ 68 h 90"/>
              <a:gd name="T78" fmla="*/ 44 w 62"/>
              <a:gd name="T79" fmla="*/ 64 h 90"/>
              <a:gd name="T80" fmla="*/ 47 w 62"/>
              <a:gd name="T81" fmla="*/ 54 h 90"/>
              <a:gd name="T82" fmla="*/ 47 w 62"/>
              <a:gd name="T83" fmla="*/ 44 h 90"/>
              <a:gd name="T84" fmla="*/ 47 w 62"/>
              <a:gd name="T85" fmla="*/ 35 h 90"/>
              <a:gd name="T86" fmla="*/ 44 w 62"/>
              <a:gd name="T87" fmla="*/ 25 h 90"/>
              <a:gd name="T88" fmla="*/ 39 w 62"/>
              <a:gd name="T89" fmla="*/ 17 h 90"/>
              <a:gd name="T90" fmla="*/ 36 w 62"/>
              <a:gd name="T91" fmla="*/ 14 h 90"/>
              <a:gd name="T92" fmla="*/ 31 w 62"/>
              <a:gd name="T93" fmla="*/ 13 h 90"/>
              <a:gd name="T94" fmla="*/ 21 w 62"/>
              <a:gd name="T95" fmla="*/ 17 h 90"/>
              <a:gd name="T96" fmla="*/ 19 w 62"/>
              <a:gd name="T97" fmla="*/ 21 h 90"/>
              <a:gd name="T98" fmla="*/ 17 w 62"/>
              <a:gd name="T99" fmla="*/ 25 h 90"/>
              <a:gd name="T100" fmla="*/ 14 w 62"/>
              <a:gd name="T101" fmla="*/ 35 h 90"/>
              <a:gd name="T102" fmla="*/ 14 w 62"/>
              <a:gd name="T103" fmla="*/ 44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2" h="90">
                <a:moveTo>
                  <a:pt x="0" y="44"/>
                </a:moveTo>
                <a:lnTo>
                  <a:pt x="0" y="44"/>
                </a:lnTo>
                <a:lnTo>
                  <a:pt x="0" y="35"/>
                </a:lnTo>
                <a:lnTo>
                  <a:pt x="1" y="27"/>
                </a:lnTo>
                <a:lnTo>
                  <a:pt x="1" y="27"/>
                </a:lnTo>
                <a:lnTo>
                  <a:pt x="2" y="20"/>
                </a:lnTo>
                <a:lnTo>
                  <a:pt x="5" y="14"/>
                </a:lnTo>
                <a:lnTo>
                  <a:pt x="5" y="14"/>
                </a:lnTo>
                <a:lnTo>
                  <a:pt x="8" y="10"/>
                </a:lnTo>
                <a:lnTo>
                  <a:pt x="12" y="6"/>
                </a:lnTo>
                <a:lnTo>
                  <a:pt x="12" y="6"/>
                </a:lnTo>
                <a:lnTo>
                  <a:pt x="19" y="2"/>
                </a:lnTo>
                <a:lnTo>
                  <a:pt x="19" y="2"/>
                </a:lnTo>
                <a:lnTo>
                  <a:pt x="25" y="0"/>
                </a:lnTo>
                <a:lnTo>
                  <a:pt x="25" y="0"/>
                </a:lnTo>
                <a:lnTo>
                  <a:pt x="31" y="0"/>
                </a:lnTo>
                <a:lnTo>
                  <a:pt x="31" y="0"/>
                </a:lnTo>
                <a:lnTo>
                  <a:pt x="36" y="0"/>
                </a:lnTo>
                <a:lnTo>
                  <a:pt x="36" y="0"/>
                </a:lnTo>
                <a:lnTo>
                  <a:pt x="43" y="2"/>
                </a:lnTo>
                <a:lnTo>
                  <a:pt x="43" y="2"/>
                </a:lnTo>
                <a:lnTo>
                  <a:pt x="50" y="6"/>
                </a:lnTo>
                <a:lnTo>
                  <a:pt x="50" y="6"/>
                </a:lnTo>
                <a:lnTo>
                  <a:pt x="54" y="10"/>
                </a:lnTo>
                <a:lnTo>
                  <a:pt x="56" y="14"/>
                </a:lnTo>
                <a:lnTo>
                  <a:pt x="56" y="14"/>
                </a:lnTo>
                <a:lnTo>
                  <a:pt x="59" y="20"/>
                </a:lnTo>
                <a:lnTo>
                  <a:pt x="60" y="27"/>
                </a:lnTo>
                <a:lnTo>
                  <a:pt x="60" y="27"/>
                </a:lnTo>
                <a:lnTo>
                  <a:pt x="62" y="35"/>
                </a:lnTo>
                <a:lnTo>
                  <a:pt x="62" y="44"/>
                </a:lnTo>
                <a:lnTo>
                  <a:pt x="62" y="44"/>
                </a:lnTo>
                <a:lnTo>
                  <a:pt x="62" y="55"/>
                </a:lnTo>
                <a:lnTo>
                  <a:pt x="60" y="63"/>
                </a:lnTo>
                <a:lnTo>
                  <a:pt x="60" y="63"/>
                </a:lnTo>
                <a:lnTo>
                  <a:pt x="59" y="70"/>
                </a:lnTo>
                <a:lnTo>
                  <a:pt x="56" y="75"/>
                </a:lnTo>
                <a:lnTo>
                  <a:pt x="56" y="75"/>
                </a:lnTo>
                <a:lnTo>
                  <a:pt x="54" y="79"/>
                </a:lnTo>
                <a:lnTo>
                  <a:pt x="50" y="83"/>
                </a:lnTo>
                <a:lnTo>
                  <a:pt x="50" y="83"/>
                </a:lnTo>
                <a:lnTo>
                  <a:pt x="43" y="87"/>
                </a:lnTo>
                <a:lnTo>
                  <a:pt x="43" y="87"/>
                </a:lnTo>
                <a:lnTo>
                  <a:pt x="36" y="89"/>
                </a:lnTo>
                <a:lnTo>
                  <a:pt x="36" y="89"/>
                </a:lnTo>
                <a:lnTo>
                  <a:pt x="31" y="90"/>
                </a:lnTo>
                <a:lnTo>
                  <a:pt x="31" y="90"/>
                </a:lnTo>
                <a:lnTo>
                  <a:pt x="25" y="89"/>
                </a:lnTo>
                <a:lnTo>
                  <a:pt x="25" y="89"/>
                </a:lnTo>
                <a:lnTo>
                  <a:pt x="19" y="87"/>
                </a:lnTo>
                <a:lnTo>
                  <a:pt x="19" y="87"/>
                </a:lnTo>
                <a:lnTo>
                  <a:pt x="12" y="83"/>
                </a:lnTo>
                <a:lnTo>
                  <a:pt x="12" y="83"/>
                </a:lnTo>
                <a:lnTo>
                  <a:pt x="8" y="79"/>
                </a:lnTo>
                <a:lnTo>
                  <a:pt x="5" y="75"/>
                </a:lnTo>
                <a:lnTo>
                  <a:pt x="5" y="75"/>
                </a:lnTo>
                <a:lnTo>
                  <a:pt x="2" y="70"/>
                </a:lnTo>
                <a:lnTo>
                  <a:pt x="1" y="63"/>
                </a:lnTo>
                <a:lnTo>
                  <a:pt x="1" y="63"/>
                </a:lnTo>
                <a:lnTo>
                  <a:pt x="0" y="55"/>
                </a:lnTo>
                <a:lnTo>
                  <a:pt x="0" y="44"/>
                </a:lnTo>
                <a:lnTo>
                  <a:pt x="0" y="44"/>
                </a:lnTo>
                <a:close/>
                <a:moveTo>
                  <a:pt x="14" y="44"/>
                </a:moveTo>
                <a:lnTo>
                  <a:pt x="14" y="44"/>
                </a:lnTo>
                <a:lnTo>
                  <a:pt x="14" y="54"/>
                </a:lnTo>
                <a:lnTo>
                  <a:pt x="14" y="54"/>
                </a:lnTo>
                <a:lnTo>
                  <a:pt x="17" y="64"/>
                </a:lnTo>
                <a:lnTo>
                  <a:pt x="17" y="64"/>
                </a:lnTo>
                <a:lnTo>
                  <a:pt x="19" y="68"/>
                </a:lnTo>
                <a:lnTo>
                  <a:pt x="21" y="73"/>
                </a:lnTo>
                <a:lnTo>
                  <a:pt x="21" y="73"/>
                </a:lnTo>
                <a:lnTo>
                  <a:pt x="25" y="75"/>
                </a:lnTo>
                <a:lnTo>
                  <a:pt x="31" y="75"/>
                </a:lnTo>
                <a:lnTo>
                  <a:pt x="31" y="75"/>
                </a:lnTo>
                <a:lnTo>
                  <a:pt x="36" y="75"/>
                </a:lnTo>
                <a:lnTo>
                  <a:pt x="39" y="73"/>
                </a:lnTo>
                <a:lnTo>
                  <a:pt x="39" y="73"/>
                </a:lnTo>
                <a:lnTo>
                  <a:pt x="43" y="68"/>
                </a:lnTo>
                <a:lnTo>
                  <a:pt x="44" y="64"/>
                </a:lnTo>
                <a:lnTo>
                  <a:pt x="44" y="64"/>
                </a:lnTo>
                <a:lnTo>
                  <a:pt x="47" y="54"/>
                </a:lnTo>
                <a:lnTo>
                  <a:pt x="47" y="54"/>
                </a:lnTo>
                <a:lnTo>
                  <a:pt x="47" y="44"/>
                </a:lnTo>
                <a:lnTo>
                  <a:pt x="47" y="44"/>
                </a:lnTo>
                <a:lnTo>
                  <a:pt x="47" y="35"/>
                </a:lnTo>
                <a:lnTo>
                  <a:pt x="47" y="35"/>
                </a:lnTo>
                <a:lnTo>
                  <a:pt x="44" y="25"/>
                </a:lnTo>
                <a:lnTo>
                  <a:pt x="44" y="25"/>
                </a:lnTo>
                <a:lnTo>
                  <a:pt x="43" y="21"/>
                </a:lnTo>
                <a:lnTo>
                  <a:pt x="39" y="17"/>
                </a:lnTo>
                <a:lnTo>
                  <a:pt x="39" y="17"/>
                </a:lnTo>
                <a:lnTo>
                  <a:pt x="36" y="14"/>
                </a:lnTo>
                <a:lnTo>
                  <a:pt x="31" y="13"/>
                </a:lnTo>
                <a:lnTo>
                  <a:pt x="31" y="13"/>
                </a:lnTo>
                <a:lnTo>
                  <a:pt x="25" y="14"/>
                </a:lnTo>
                <a:lnTo>
                  <a:pt x="21" y="17"/>
                </a:lnTo>
                <a:lnTo>
                  <a:pt x="21" y="17"/>
                </a:lnTo>
                <a:lnTo>
                  <a:pt x="19" y="21"/>
                </a:lnTo>
                <a:lnTo>
                  <a:pt x="17" y="25"/>
                </a:lnTo>
                <a:lnTo>
                  <a:pt x="17" y="25"/>
                </a:lnTo>
                <a:lnTo>
                  <a:pt x="14" y="35"/>
                </a:lnTo>
                <a:lnTo>
                  <a:pt x="14" y="35"/>
                </a:lnTo>
                <a:lnTo>
                  <a:pt x="14" y="44"/>
                </a:lnTo>
                <a:lnTo>
                  <a:pt x="14" y="44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2" name="Freeform 2000"/>
          <p:cNvSpPr>
            <a:spLocks/>
          </p:cNvSpPr>
          <p:nvPr/>
        </p:nvSpPr>
        <p:spPr bwMode="auto">
          <a:xfrm>
            <a:off x="2940942" y="3118596"/>
            <a:ext cx="50416" cy="110915"/>
          </a:xfrm>
          <a:custGeom>
            <a:avLst/>
            <a:gdLst>
              <a:gd name="T0" fmla="*/ 25 w 40"/>
              <a:gd name="T1" fmla="*/ 18 h 88"/>
              <a:gd name="T2" fmla="*/ 9 w 40"/>
              <a:gd name="T3" fmla="*/ 32 h 88"/>
              <a:gd name="T4" fmla="*/ 0 w 40"/>
              <a:gd name="T5" fmla="*/ 22 h 88"/>
              <a:gd name="T6" fmla="*/ 27 w 40"/>
              <a:gd name="T7" fmla="*/ 0 h 88"/>
              <a:gd name="T8" fmla="*/ 40 w 40"/>
              <a:gd name="T9" fmla="*/ 0 h 88"/>
              <a:gd name="T10" fmla="*/ 40 w 40"/>
              <a:gd name="T11" fmla="*/ 88 h 88"/>
              <a:gd name="T12" fmla="*/ 25 w 40"/>
              <a:gd name="T13" fmla="*/ 88 h 88"/>
              <a:gd name="T14" fmla="*/ 25 w 40"/>
              <a:gd name="T15" fmla="*/ 1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0" h="88">
                <a:moveTo>
                  <a:pt x="25" y="18"/>
                </a:moveTo>
                <a:lnTo>
                  <a:pt x="9" y="32"/>
                </a:lnTo>
                <a:lnTo>
                  <a:pt x="0" y="22"/>
                </a:lnTo>
                <a:lnTo>
                  <a:pt x="27" y="0"/>
                </a:lnTo>
                <a:lnTo>
                  <a:pt x="40" y="0"/>
                </a:lnTo>
                <a:lnTo>
                  <a:pt x="40" y="88"/>
                </a:lnTo>
                <a:lnTo>
                  <a:pt x="25" y="88"/>
                </a:lnTo>
                <a:lnTo>
                  <a:pt x="25" y="18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3" name="Freeform 2001"/>
          <p:cNvSpPr>
            <a:spLocks noEditPoints="1"/>
          </p:cNvSpPr>
          <p:nvPr/>
        </p:nvSpPr>
        <p:spPr bwMode="auto">
          <a:xfrm>
            <a:off x="1470058" y="4257995"/>
            <a:ext cx="13864" cy="22687"/>
          </a:xfrm>
          <a:custGeom>
            <a:avLst/>
            <a:gdLst>
              <a:gd name="T0" fmla="*/ 0 w 11"/>
              <a:gd name="T1" fmla="*/ 0 h 18"/>
              <a:gd name="T2" fmla="*/ 0 w 11"/>
              <a:gd name="T3" fmla="*/ 0 h 18"/>
              <a:gd name="T4" fmla="*/ 4 w 11"/>
              <a:gd name="T5" fmla="*/ 0 h 18"/>
              <a:gd name="T6" fmla="*/ 4 w 11"/>
              <a:gd name="T7" fmla="*/ 0 h 18"/>
              <a:gd name="T8" fmla="*/ 7 w 11"/>
              <a:gd name="T9" fmla="*/ 0 h 18"/>
              <a:gd name="T10" fmla="*/ 10 w 11"/>
              <a:gd name="T11" fmla="*/ 2 h 18"/>
              <a:gd name="T12" fmla="*/ 10 w 11"/>
              <a:gd name="T13" fmla="*/ 2 h 18"/>
              <a:gd name="T14" fmla="*/ 11 w 11"/>
              <a:gd name="T15" fmla="*/ 3 h 18"/>
              <a:gd name="T16" fmla="*/ 11 w 11"/>
              <a:gd name="T17" fmla="*/ 6 h 18"/>
              <a:gd name="T18" fmla="*/ 11 w 11"/>
              <a:gd name="T19" fmla="*/ 6 h 18"/>
              <a:gd name="T20" fmla="*/ 11 w 11"/>
              <a:gd name="T21" fmla="*/ 9 h 18"/>
              <a:gd name="T22" fmla="*/ 10 w 11"/>
              <a:gd name="T23" fmla="*/ 10 h 18"/>
              <a:gd name="T24" fmla="*/ 10 w 11"/>
              <a:gd name="T25" fmla="*/ 10 h 18"/>
              <a:gd name="T26" fmla="*/ 7 w 11"/>
              <a:gd name="T27" fmla="*/ 11 h 18"/>
              <a:gd name="T28" fmla="*/ 4 w 11"/>
              <a:gd name="T29" fmla="*/ 11 h 18"/>
              <a:gd name="T30" fmla="*/ 4 w 11"/>
              <a:gd name="T31" fmla="*/ 11 h 18"/>
              <a:gd name="T32" fmla="*/ 3 w 11"/>
              <a:gd name="T33" fmla="*/ 11 h 18"/>
              <a:gd name="T34" fmla="*/ 3 w 11"/>
              <a:gd name="T35" fmla="*/ 18 h 18"/>
              <a:gd name="T36" fmla="*/ 0 w 11"/>
              <a:gd name="T37" fmla="*/ 18 h 18"/>
              <a:gd name="T38" fmla="*/ 0 w 11"/>
              <a:gd name="T39" fmla="*/ 0 h 18"/>
              <a:gd name="T40" fmla="*/ 3 w 11"/>
              <a:gd name="T41" fmla="*/ 10 h 18"/>
              <a:gd name="T42" fmla="*/ 3 w 11"/>
              <a:gd name="T43" fmla="*/ 10 h 18"/>
              <a:gd name="T44" fmla="*/ 4 w 11"/>
              <a:gd name="T45" fmla="*/ 10 h 18"/>
              <a:gd name="T46" fmla="*/ 4 w 11"/>
              <a:gd name="T47" fmla="*/ 10 h 18"/>
              <a:gd name="T48" fmla="*/ 8 w 11"/>
              <a:gd name="T49" fmla="*/ 9 h 18"/>
              <a:gd name="T50" fmla="*/ 8 w 11"/>
              <a:gd name="T51" fmla="*/ 6 h 18"/>
              <a:gd name="T52" fmla="*/ 8 w 11"/>
              <a:gd name="T53" fmla="*/ 6 h 18"/>
              <a:gd name="T54" fmla="*/ 8 w 11"/>
              <a:gd name="T55" fmla="*/ 3 h 18"/>
              <a:gd name="T56" fmla="*/ 4 w 11"/>
              <a:gd name="T57" fmla="*/ 2 h 18"/>
              <a:gd name="T58" fmla="*/ 4 w 11"/>
              <a:gd name="T59" fmla="*/ 2 h 18"/>
              <a:gd name="T60" fmla="*/ 3 w 11"/>
              <a:gd name="T61" fmla="*/ 3 h 18"/>
              <a:gd name="T62" fmla="*/ 3 w 11"/>
              <a:gd name="T63" fmla="*/ 1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" h="18">
                <a:moveTo>
                  <a:pt x="0" y="0"/>
                </a:moveTo>
                <a:lnTo>
                  <a:pt x="0" y="0"/>
                </a:lnTo>
                <a:lnTo>
                  <a:pt x="4" y="0"/>
                </a:lnTo>
                <a:lnTo>
                  <a:pt x="4" y="0"/>
                </a:lnTo>
                <a:lnTo>
                  <a:pt x="7" y="0"/>
                </a:lnTo>
                <a:lnTo>
                  <a:pt x="10" y="2"/>
                </a:lnTo>
                <a:lnTo>
                  <a:pt x="10" y="2"/>
                </a:lnTo>
                <a:lnTo>
                  <a:pt x="11" y="3"/>
                </a:lnTo>
                <a:lnTo>
                  <a:pt x="11" y="6"/>
                </a:lnTo>
                <a:lnTo>
                  <a:pt x="11" y="6"/>
                </a:lnTo>
                <a:lnTo>
                  <a:pt x="11" y="9"/>
                </a:lnTo>
                <a:lnTo>
                  <a:pt x="10" y="10"/>
                </a:lnTo>
                <a:lnTo>
                  <a:pt x="10" y="10"/>
                </a:lnTo>
                <a:lnTo>
                  <a:pt x="7" y="11"/>
                </a:lnTo>
                <a:lnTo>
                  <a:pt x="4" y="11"/>
                </a:lnTo>
                <a:lnTo>
                  <a:pt x="4" y="11"/>
                </a:lnTo>
                <a:lnTo>
                  <a:pt x="3" y="11"/>
                </a:lnTo>
                <a:lnTo>
                  <a:pt x="3" y="18"/>
                </a:lnTo>
                <a:lnTo>
                  <a:pt x="0" y="18"/>
                </a:lnTo>
                <a:lnTo>
                  <a:pt x="0" y="0"/>
                </a:lnTo>
                <a:close/>
                <a:moveTo>
                  <a:pt x="3" y="10"/>
                </a:moveTo>
                <a:lnTo>
                  <a:pt x="3" y="10"/>
                </a:lnTo>
                <a:lnTo>
                  <a:pt x="4" y="10"/>
                </a:lnTo>
                <a:lnTo>
                  <a:pt x="4" y="10"/>
                </a:lnTo>
                <a:lnTo>
                  <a:pt x="8" y="9"/>
                </a:lnTo>
                <a:lnTo>
                  <a:pt x="8" y="6"/>
                </a:lnTo>
                <a:lnTo>
                  <a:pt x="8" y="6"/>
                </a:lnTo>
                <a:lnTo>
                  <a:pt x="8" y="3"/>
                </a:lnTo>
                <a:lnTo>
                  <a:pt x="4" y="2"/>
                </a:lnTo>
                <a:lnTo>
                  <a:pt x="4" y="2"/>
                </a:lnTo>
                <a:lnTo>
                  <a:pt x="3" y="3"/>
                </a:lnTo>
                <a:lnTo>
                  <a:pt x="3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4" name="Freeform 2002"/>
          <p:cNvSpPr>
            <a:spLocks noEditPoints="1"/>
          </p:cNvSpPr>
          <p:nvPr/>
        </p:nvSpPr>
        <p:spPr bwMode="auto">
          <a:xfrm>
            <a:off x="1485183" y="4265558"/>
            <a:ext cx="16385" cy="16385"/>
          </a:xfrm>
          <a:custGeom>
            <a:avLst/>
            <a:gdLst>
              <a:gd name="T0" fmla="*/ 3 w 13"/>
              <a:gd name="T1" fmla="*/ 7 h 13"/>
              <a:gd name="T2" fmla="*/ 3 w 13"/>
              <a:gd name="T3" fmla="*/ 7 h 13"/>
              <a:gd name="T4" fmla="*/ 3 w 13"/>
              <a:gd name="T5" fmla="*/ 8 h 13"/>
              <a:gd name="T6" fmla="*/ 4 w 13"/>
              <a:gd name="T7" fmla="*/ 11 h 13"/>
              <a:gd name="T8" fmla="*/ 7 w 13"/>
              <a:gd name="T9" fmla="*/ 11 h 13"/>
              <a:gd name="T10" fmla="*/ 7 w 13"/>
              <a:gd name="T11" fmla="*/ 11 h 13"/>
              <a:gd name="T12" fmla="*/ 11 w 13"/>
              <a:gd name="T13" fmla="*/ 11 h 13"/>
              <a:gd name="T14" fmla="*/ 11 w 13"/>
              <a:gd name="T15" fmla="*/ 12 h 13"/>
              <a:gd name="T16" fmla="*/ 11 w 13"/>
              <a:gd name="T17" fmla="*/ 12 h 13"/>
              <a:gd name="T18" fmla="*/ 7 w 13"/>
              <a:gd name="T19" fmla="*/ 13 h 13"/>
              <a:gd name="T20" fmla="*/ 7 w 13"/>
              <a:gd name="T21" fmla="*/ 13 h 13"/>
              <a:gd name="T22" fmla="*/ 4 w 13"/>
              <a:gd name="T23" fmla="*/ 12 h 13"/>
              <a:gd name="T24" fmla="*/ 3 w 13"/>
              <a:gd name="T25" fmla="*/ 11 h 13"/>
              <a:gd name="T26" fmla="*/ 2 w 13"/>
              <a:gd name="T27" fmla="*/ 9 h 13"/>
              <a:gd name="T28" fmla="*/ 0 w 13"/>
              <a:gd name="T29" fmla="*/ 7 h 13"/>
              <a:gd name="T30" fmla="*/ 0 w 13"/>
              <a:gd name="T31" fmla="*/ 7 h 13"/>
              <a:gd name="T32" fmla="*/ 2 w 13"/>
              <a:gd name="T33" fmla="*/ 4 h 13"/>
              <a:gd name="T34" fmla="*/ 2 w 13"/>
              <a:gd name="T35" fmla="*/ 1 h 13"/>
              <a:gd name="T36" fmla="*/ 4 w 13"/>
              <a:gd name="T37" fmla="*/ 0 h 13"/>
              <a:gd name="T38" fmla="*/ 7 w 13"/>
              <a:gd name="T39" fmla="*/ 0 h 13"/>
              <a:gd name="T40" fmla="*/ 7 w 13"/>
              <a:gd name="T41" fmla="*/ 0 h 13"/>
              <a:gd name="T42" fmla="*/ 10 w 13"/>
              <a:gd name="T43" fmla="*/ 0 h 13"/>
              <a:gd name="T44" fmla="*/ 11 w 13"/>
              <a:gd name="T45" fmla="*/ 1 h 13"/>
              <a:gd name="T46" fmla="*/ 13 w 13"/>
              <a:gd name="T47" fmla="*/ 5 h 13"/>
              <a:gd name="T48" fmla="*/ 13 w 13"/>
              <a:gd name="T49" fmla="*/ 7 h 13"/>
              <a:gd name="T50" fmla="*/ 3 w 13"/>
              <a:gd name="T51" fmla="*/ 7 h 13"/>
              <a:gd name="T52" fmla="*/ 10 w 13"/>
              <a:gd name="T53" fmla="*/ 5 h 13"/>
              <a:gd name="T54" fmla="*/ 10 w 13"/>
              <a:gd name="T55" fmla="*/ 5 h 13"/>
              <a:gd name="T56" fmla="*/ 10 w 13"/>
              <a:gd name="T57" fmla="*/ 3 h 13"/>
              <a:gd name="T58" fmla="*/ 8 w 13"/>
              <a:gd name="T59" fmla="*/ 1 h 13"/>
              <a:gd name="T60" fmla="*/ 7 w 13"/>
              <a:gd name="T61" fmla="*/ 1 h 13"/>
              <a:gd name="T62" fmla="*/ 7 w 13"/>
              <a:gd name="T63" fmla="*/ 1 h 13"/>
              <a:gd name="T64" fmla="*/ 4 w 13"/>
              <a:gd name="T65" fmla="*/ 3 h 13"/>
              <a:gd name="T66" fmla="*/ 3 w 13"/>
              <a:gd name="T67" fmla="*/ 5 h 13"/>
              <a:gd name="T68" fmla="*/ 10 w 13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" h="13">
                <a:moveTo>
                  <a:pt x="3" y="7"/>
                </a:moveTo>
                <a:lnTo>
                  <a:pt x="3" y="7"/>
                </a:lnTo>
                <a:lnTo>
                  <a:pt x="3" y="8"/>
                </a:lnTo>
                <a:lnTo>
                  <a:pt x="4" y="11"/>
                </a:lnTo>
                <a:lnTo>
                  <a:pt x="7" y="11"/>
                </a:lnTo>
                <a:lnTo>
                  <a:pt x="7" y="11"/>
                </a:lnTo>
                <a:lnTo>
                  <a:pt x="11" y="11"/>
                </a:lnTo>
                <a:lnTo>
                  <a:pt x="11" y="12"/>
                </a:lnTo>
                <a:lnTo>
                  <a:pt x="11" y="12"/>
                </a:lnTo>
                <a:lnTo>
                  <a:pt x="7" y="13"/>
                </a:lnTo>
                <a:lnTo>
                  <a:pt x="7" y="13"/>
                </a:lnTo>
                <a:lnTo>
                  <a:pt x="4" y="12"/>
                </a:lnTo>
                <a:lnTo>
                  <a:pt x="3" y="11"/>
                </a:lnTo>
                <a:lnTo>
                  <a:pt x="2" y="9"/>
                </a:lnTo>
                <a:lnTo>
                  <a:pt x="0" y="7"/>
                </a:lnTo>
                <a:lnTo>
                  <a:pt x="0" y="7"/>
                </a:lnTo>
                <a:lnTo>
                  <a:pt x="2" y="4"/>
                </a:lnTo>
                <a:lnTo>
                  <a:pt x="2" y="1"/>
                </a:lnTo>
                <a:lnTo>
                  <a:pt x="4" y="0"/>
                </a:lnTo>
                <a:lnTo>
                  <a:pt x="7" y="0"/>
                </a:lnTo>
                <a:lnTo>
                  <a:pt x="7" y="0"/>
                </a:lnTo>
                <a:lnTo>
                  <a:pt x="10" y="0"/>
                </a:lnTo>
                <a:lnTo>
                  <a:pt x="11" y="1"/>
                </a:lnTo>
                <a:lnTo>
                  <a:pt x="13" y="5"/>
                </a:lnTo>
                <a:lnTo>
                  <a:pt x="13" y="7"/>
                </a:lnTo>
                <a:lnTo>
                  <a:pt x="3" y="7"/>
                </a:lnTo>
                <a:close/>
                <a:moveTo>
                  <a:pt x="10" y="5"/>
                </a:moveTo>
                <a:lnTo>
                  <a:pt x="10" y="5"/>
                </a:lnTo>
                <a:lnTo>
                  <a:pt x="10" y="3"/>
                </a:lnTo>
                <a:lnTo>
                  <a:pt x="8" y="1"/>
                </a:lnTo>
                <a:lnTo>
                  <a:pt x="7" y="1"/>
                </a:lnTo>
                <a:lnTo>
                  <a:pt x="7" y="1"/>
                </a:lnTo>
                <a:lnTo>
                  <a:pt x="4" y="3"/>
                </a:lnTo>
                <a:lnTo>
                  <a:pt x="3" y="5"/>
                </a:lnTo>
                <a:lnTo>
                  <a:pt x="10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5" name="Rectangle 2003"/>
          <p:cNvSpPr>
            <a:spLocks noChangeArrowheads="1"/>
          </p:cNvSpPr>
          <p:nvPr/>
        </p:nvSpPr>
        <p:spPr bwMode="auto">
          <a:xfrm>
            <a:off x="1504089" y="4256735"/>
            <a:ext cx="3781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6" name="Rectangle 2004"/>
          <p:cNvSpPr>
            <a:spLocks noChangeArrowheads="1"/>
          </p:cNvSpPr>
          <p:nvPr/>
        </p:nvSpPr>
        <p:spPr bwMode="auto">
          <a:xfrm>
            <a:off x="1512912" y="4256735"/>
            <a:ext cx="1260" cy="2394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7" name="Freeform 2005"/>
          <p:cNvSpPr>
            <a:spLocks noEditPoints="1"/>
          </p:cNvSpPr>
          <p:nvPr/>
        </p:nvSpPr>
        <p:spPr bwMode="auto">
          <a:xfrm>
            <a:off x="1519214" y="4265558"/>
            <a:ext cx="13864" cy="16385"/>
          </a:xfrm>
          <a:custGeom>
            <a:avLst/>
            <a:gdLst>
              <a:gd name="T0" fmla="*/ 2 w 11"/>
              <a:gd name="T1" fmla="*/ 7 h 13"/>
              <a:gd name="T2" fmla="*/ 2 w 11"/>
              <a:gd name="T3" fmla="*/ 7 h 13"/>
              <a:gd name="T4" fmla="*/ 2 w 11"/>
              <a:gd name="T5" fmla="*/ 8 h 13"/>
              <a:gd name="T6" fmla="*/ 3 w 11"/>
              <a:gd name="T7" fmla="*/ 11 h 13"/>
              <a:gd name="T8" fmla="*/ 6 w 11"/>
              <a:gd name="T9" fmla="*/ 11 h 13"/>
              <a:gd name="T10" fmla="*/ 6 w 11"/>
              <a:gd name="T11" fmla="*/ 11 h 13"/>
              <a:gd name="T12" fmla="*/ 10 w 11"/>
              <a:gd name="T13" fmla="*/ 11 h 13"/>
              <a:gd name="T14" fmla="*/ 10 w 11"/>
              <a:gd name="T15" fmla="*/ 12 h 13"/>
              <a:gd name="T16" fmla="*/ 10 w 11"/>
              <a:gd name="T17" fmla="*/ 12 h 13"/>
              <a:gd name="T18" fmla="*/ 6 w 11"/>
              <a:gd name="T19" fmla="*/ 13 h 13"/>
              <a:gd name="T20" fmla="*/ 6 w 11"/>
              <a:gd name="T21" fmla="*/ 13 h 13"/>
              <a:gd name="T22" fmla="*/ 3 w 11"/>
              <a:gd name="T23" fmla="*/ 12 h 13"/>
              <a:gd name="T24" fmla="*/ 2 w 11"/>
              <a:gd name="T25" fmla="*/ 11 h 13"/>
              <a:gd name="T26" fmla="*/ 0 w 11"/>
              <a:gd name="T27" fmla="*/ 9 h 13"/>
              <a:gd name="T28" fmla="*/ 0 w 11"/>
              <a:gd name="T29" fmla="*/ 7 h 13"/>
              <a:gd name="T30" fmla="*/ 0 w 11"/>
              <a:gd name="T31" fmla="*/ 7 h 13"/>
              <a:gd name="T32" fmla="*/ 0 w 11"/>
              <a:gd name="T33" fmla="*/ 4 h 13"/>
              <a:gd name="T34" fmla="*/ 2 w 11"/>
              <a:gd name="T35" fmla="*/ 1 h 13"/>
              <a:gd name="T36" fmla="*/ 3 w 11"/>
              <a:gd name="T37" fmla="*/ 0 h 13"/>
              <a:gd name="T38" fmla="*/ 6 w 11"/>
              <a:gd name="T39" fmla="*/ 0 h 13"/>
              <a:gd name="T40" fmla="*/ 6 w 11"/>
              <a:gd name="T41" fmla="*/ 0 h 13"/>
              <a:gd name="T42" fmla="*/ 8 w 11"/>
              <a:gd name="T43" fmla="*/ 0 h 13"/>
              <a:gd name="T44" fmla="*/ 10 w 11"/>
              <a:gd name="T45" fmla="*/ 1 h 13"/>
              <a:gd name="T46" fmla="*/ 11 w 11"/>
              <a:gd name="T47" fmla="*/ 5 h 13"/>
              <a:gd name="T48" fmla="*/ 11 w 11"/>
              <a:gd name="T49" fmla="*/ 7 h 13"/>
              <a:gd name="T50" fmla="*/ 2 w 11"/>
              <a:gd name="T51" fmla="*/ 7 h 13"/>
              <a:gd name="T52" fmla="*/ 8 w 11"/>
              <a:gd name="T53" fmla="*/ 5 h 13"/>
              <a:gd name="T54" fmla="*/ 8 w 11"/>
              <a:gd name="T55" fmla="*/ 5 h 13"/>
              <a:gd name="T56" fmla="*/ 8 w 11"/>
              <a:gd name="T57" fmla="*/ 3 h 13"/>
              <a:gd name="T58" fmla="*/ 7 w 11"/>
              <a:gd name="T59" fmla="*/ 1 h 13"/>
              <a:gd name="T60" fmla="*/ 6 w 11"/>
              <a:gd name="T61" fmla="*/ 1 h 13"/>
              <a:gd name="T62" fmla="*/ 6 w 11"/>
              <a:gd name="T63" fmla="*/ 1 h 13"/>
              <a:gd name="T64" fmla="*/ 3 w 11"/>
              <a:gd name="T65" fmla="*/ 3 h 13"/>
              <a:gd name="T66" fmla="*/ 2 w 11"/>
              <a:gd name="T67" fmla="*/ 5 h 13"/>
              <a:gd name="T68" fmla="*/ 8 w 11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" h="13">
                <a:moveTo>
                  <a:pt x="2" y="7"/>
                </a:moveTo>
                <a:lnTo>
                  <a:pt x="2" y="7"/>
                </a:lnTo>
                <a:lnTo>
                  <a:pt x="2" y="8"/>
                </a:lnTo>
                <a:lnTo>
                  <a:pt x="3" y="11"/>
                </a:lnTo>
                <a:lnTo>
                  <a:pt x="6" y="11"/>
                </a:lnTo>
                <a:lnTo>
                  <a:pt x="6" y="11"/>
                </a:lnTo>
                <a:lnTo>
                  <a:pt x="10" y="11"/>
                </a:lnTo>
                <a:lnTo>
                  <a:pt x="10" y="12"/>
                </a:lnTo>
                <a:lnTo>
                  <a:pt x="10" y="12"/>
                </a:lnTo>
                <a:lnTo>
                  <a:pt x="6" y="13"/>
                </a:lnTo>
                <a:lnTo>
                  <a:pt x="6" y="13"/>
                </a:lnTo>
                <a:lnTo>
                  <a:pt x="3" y="12"/>
                </a:lnTo>
                <a:lnTo>
                  <a:pt x="2" y="11"/>
                </a:lnTo>
                <a:lnTo>
                  <a:pt x="0" y="9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2" y="1"/>
                </a:lnTo>
                <a:lnTo>
                  <a:pt x="3" y="0"/>
                </a:lnTo>
                <a:lnTo>
                  <a:pt x="6" y="0"/>
                </a:lnTo>
                <a:lnTo>
                  <a:pt x="6" y="0"/>
                </a:lnTo>
                <a:lnTo>
                  <a:pt x="8" y="0"/>
                </a:lnTo>
                <a:lnTo>
                  <a:pt x="10" y="1"/>
                </a:lnTo>
                <a:lnTo>
                  <a:pt x="11" y="5"/>
                </a:lnTo>
                <a:lnTo>
                  <a:pt x="11" y="7"/>
                </a:lnTo>
                <a:lnTo>
                  <a:pt x="2" y="7"/>
                </a:lnTo>
                <a:close/>
                <a:moveTo>
                  <a:pt x="8" y="5"/>
                </a:moveTo>
                <a:lnTo>
                  <a:pt x="8" y="5"/>
                </a:lnTo>
                <a:lnTo>
                  <a:pt x="8" y="3"/>
                </a:lnTo>
                <a:lnTo>
                  <a:pt x="7" y="1"/>
                </a:lnTo>
                <a:lnTo>
                  <a:pt x="6" y="1"/>
                </a:lnTo>
                <a:lnTo>
                  <a:pt x="6" y="1"/>
                </a:lnTo>
                <a:lnTo>
                  <a:pt x="3" y="3"/>
                </a:lnTo>
                <a:lnTo>
                  <a:pt x="2" y="5"/>
                </a:lnTo>
                <a:lnTo>
                  <a:pt x="8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8" name="Freeform 2006"/>
          <p:cNvSpPr>
            <a:spLocks/>
          </p:cNvSpPr>
          <p:nvPr/>
        </p:nvSpPr>
        <p:spPr bwMode="auto">
          <a:xfrm>
            <a:off x="1536859" y="4265558"/>
            <a:ext cx="13864" cy="15125"/>
          </a:xfrm>
          <a:custGeom>
            <a:avLst/>
            <a:gdLst>
              <a:gd name="T0" fmla="*/ 0 w 11"/>
              <a:gd name="T1" fmla="*/ 3 h 12"/>
              <a:gd name="T2" fmla="*/ 0 w 11"/>
              <a:gd name="T3" fmla="*/ 3 h 12"/>
              <a:gd name="T4" fmla="*/ 0 w 11"/>
              <a:gd name="T5" fmla="*/ 0 h 12"/>
              <a:gd name="T6" fmla="*/ 3 w 11"/>
              <a:gd name="T7" fmla="*/ 0 h 12"/>
              <a:gd name="T8" fmla="*/ 3 w 11"/>
              <a:gd name="T9" fmla="*/ 1 h 12"/>
              <a:gd name="T10" fmla="*/ 3 w 11"/>
              <a:gd name="T11" fmla="*/ 1 h 12"/>
              <a:gd name="T12" fmla="*/ 3 w 11"/>
              <a:gd name="T13" fmla="*/ 1 h 12"/>
              <a:gd name="T14" fmla="*/ 4 w 11"/>
              <a:gd name="T15" fmla="*/ 0 h 12"/>
              <a:gd name="T16" fmla="*/ 7 w 11"/>
              <a:gd name="T17" fmla="*/ 0 h 12"/>
              <a:gd name="T18" fmla="*/ 7 w 11"/>
              <a:gd name="T19" fmla="*/ 0 h 12"/>
              <a:gd name="T20" fmla="*/ 9 w 11"/>
              <a:gd name="T21" fmla="*/ 0 h 12"/>
              <a:gd name="T22" fmla="*/ 11 w 11"/>
              <a:gd name="T23" fmla="*/ 3 h 12"/>
              <a:gd name="T24" fmla="*/ 11 w 11"/>
              <a:gd name="T25" fmla="*/ 5 h 12"/>
              <a:gd name="T26" fmla="*/ 11 w 11"/>
              <a:gd name="T27" fmla="*/ 12 h 12"/>
              <a:gd name="T28" fmla="*/ 9 w 11"/>
              <a:gd name="T29" fmla="*/ 12 h 12"/>
              <a:gd name="T30" fmla="*/ 9 w 11"/>
              <a:gd name="T31" fmla="*/ 5 h 12"/>
              <a:gd name="T32" fmla="*/ 9 w 11"/>
              <a:gd name="T33" fmla="*/ 5 h 12"/>
              <a:gd name="T34" fmla="*/ 8 w 11"/>
              <a:gd name="T35" fmla="*/ 3 h 12"/>
              <a:gd name="T36" fmla="*/ 5 w 11"/>
              <a:gd name="T37" fmla="*/ 1 h 12"/>
              <a:gd name="T38" fmla="*/ 5 w 11"/>
              <a:gd name="T39" fmla="*/ 1 h 12"/>
              <a:gd name="T40" fmla="*/ 4 w 11"/>
              <a:gd name="T41" fmla="*/ 3 h 12"/>
              <a:gd name="T42" fmla="*/ 3 w 11"/>
              <a:gd name="T43" fmla="*/ 4 h 12"/>
              <a:gd name="T44" fmla="*/ 3 w 11"/>
              <a:gd name="T45" fmla="*/ 5 h 12"/>
              <a:gd name="T46" fmla="*/ 3 w 11"/>
              <a:gd name="T47" fmla="*/ 12 h 12"/>
              <a:gd name="T48" fmla="*/ 0 w 11"/>
              <a:gd name="T49" fmla="*/ 12 h 12"/>
              <a:gd name="T50" fmla="*/ 0 w 11"/>
              <a:gd name="T51" fmla="*/ 3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2">
                <a:moveTo>
                  <a:pt x="0" y="3"/>
                </a:moveTo>
                <a:lnTo>
                  <a:pt x="0" y="3"/>
                </a:lnTo>
                <a:lnTo>
                  <a:pt x="0" y="0"/>
                </a:lnTo>
                <a:lnTo>
                  <a:pt x="3" y="0"/>
                </a:lnTo>
                <a:lnTo>
                  <a:pt x="3" y="1"/>
                </a:lnTo>
                <a:lnTo>
                  <a:pt x="3" y="1"/>
                </a:lnTo>
                <a:lnTo>
                  <a:pt x="3" y="1"/>
                </a:lnTo>
                <a:lnTo>
                  <a:pt x="4" y="0"/>
                </a:lnTo>
                <a:lnTo>
                  <a:pt x="7" y="0"/>
                </a:lnTo>
                <a:lnTo>
                  <a:pt x="7" y="0"/>
                </a:lnTo>
                <a:lnTo>
                  <a:pt x="9" y="0"/>
                </a:lnTo>
                <a:lnTo>
                  <a:pt x="11" y="3"/>
                </a:lnTo>
                <a:lnTo>
                  <a:pt x="11" y="5"/>
                </a:lnTo>
                <a:lnTo>
                  <a:pt x="11" y="12"/>
                </a:lnTo>
                <a:lnTo>
                  <a:pt x="9" y="12"/>
                </a:lnTo>
                <a:lnTo>
                  <a:pt x="9" y="5"/>
                </a:lnTo>
                <a:lnTo>
                  <a:pt x="9" y="5"/>
                </a:lnTo>
                <a:lnTo>
                  <a:pt x="8" y="3"/>
                </a:lnTo>
                <a:lnTo>
                  <a:pt x="5" y="1"/>
                </a:lnTo>
                <a:lnTo>
                  <a:pt x="5" y="1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3" y="12"/>
                </a:lnTo>
                <a:lnTo>
                  <a:pt x="0" y="12"/>
                </a:lnTo>
                <a:lnTo>
                  <a:pt x="0" y="3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9" name="Freeform 2007"/>
          <p:cNvSpPr>
            <a:spLocks/>
          </p:cNvSpPr>
          <p:nvPr/>
        </p:nvSpPr>
        <p:spPr bwMode="auto">
          <a:xfrm>
            <a:off x="1553244" y="4260516"/>
            <a:ext cx="10083" cy="21427"/>
          </a:xfrm>
          <a:custGeom>
            <a:avLst/>
            <a:gdLst>
              <a:gd name="T0" fmla="*/ 4 w 8"/>
              <a:gd name="T1" fmla="*/ 0 h 17"/>
              <a:gd name="T2" fmla="*/ 4 w 8"/>
              <a:gd name="T3" fmla="*/ 4 h 17"/>
              <a:gd name="T4" fmla="*/ 8 w 8"/>
              <a:gd name="T5" fmla="*/ 4 h 17"/>
              <a:gd name="T6" fmla="*/ 8 w 8"/>
              <a:gd name="T7" fmla="*/ 5 h 17"/>
              <a:gd name="T8" fmla="*/ 4 w 8"/>
              <a:gd name="T9" fmla="*/ 5 h 17"/>
              <a:gd name="T10" fmla="*/ 4 w 8"/>
              <a:gd name="T11" fmla="*/ 12 h 17"/>
              <a:gd name="T12" fmla="*/ 4 w 8"/>
              <a:gd name="T13" fmla="*/ 12 h 17"/>
              <a:gd name="T14" fmla="*/ 4 w 8"/>
              <a:gd name="T15" fmla="*/ 15 h 17"/>
              <a:gd name="T16" fmla="*/ 6 w 8"/>
              <a:gd name="T17" fmla="*/ 15 h 17"/>
              <a:gd name="T18" fmla="*/ 6 w 8"/>
              <a:gd name="T19" fmla="*/ 15 h 17"/>
              <a:gd name="T20" fmla="*/ 7 w 8"/>
              <a:gd name="T21" fmla="*/ 15 h 17"/>
              <a:gd name="T22" fmla="*/ 8 w 8"/>
              <a:gd name="T23" fmla="*/ 16 h 17"/>
              <a:gd name="T24" fmla="*/ 8 w 8"/>
              <a:gd name="T25" fmla="*/ 16 h 17"/>
              <a:gd name="T26" fmla="*/ 6 w 8"/>
              <a:gd name="T27" fmla="*/ 17 h 17"/>
              <a:gd name="T28" fmla="*/ 6 w 8"/>
              <a:gd name="T29" fmla="*/ 17 h 17"/>
              <a:gd name="T30" fmla="*/ 3 w 8"/>
              <a:gd name="T31" fmla="*/ 16 h 17"/>
              <a:gd name="T32" fmla="*/ 3 w 8"/>
              <a:gd name="T33" fmla="*/ 16 h 17"/>
              <a:gd name="T34" fmla="*/ 2 w 8"/>
              <a:gd name="T35" fmla="*/ 12 h 17"/>
              <a:gd name="T36" fmla="*/ 2 w 8"/>
              <a:gd name="T37" fmla="*/ 5 h 17"/>
              <a:gd name="T38" fmla="*/ 0 w 8"/>
              <a:gd name="T39" fmla="*/ 5 h 17"/>
              <a:gd name="T40" fmla="*/ 0 w 8"/>
              <a:gd name="T41" fmla="*/ 4 h 17"/>
              <a:gd name="T42" fmla="*/ 2 w 8"/>
              <a:gd name="T43" fmla="*/ 4 h 17"/>
              <a:gd name="T44" fmla="*/ 2 w 8"/>
              <a:gd name="T45" fmla="*/ 1 h 17"/>
              <a:gd name="T46" fmla="*/ 4 w 8"/>
              <a:gd name="T47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" h="17">
                <a:moveTo>
                  <a:pt x="4" y="0"/>
                </a:moveTo>
                <a:lnTo>
                  <a:pt x="4" y="4"/>
                </a:lnTo>
                <a:lnTo>
                  <a:pt x="8" y="4"/>
                </a:lnTo>
                <a:lnTo>
                  <a:pt x="8" y="5"/>
                </a:lnTo>
                <a:lnTo>
                  <a:pt x="4" y="5"/>
                </a:lnTo>
                <a:lnTo>
                  <a:pt x="4" y="12"/>
                </a:lnTo>
                <a:lnTo>
                  <a:pt x="4" y="12"/>
                </a:lnTo>
                <a:lnTo>
                  <a:pt x="4" y="15"/>
                </a:lnTo>
                <a:lnTo>
                  <a:pt x="6" y="15"/>
                </a:lnTo>
                <a:lnTo>
                  <a:pt x="6" y="15"/>
                </a:lnTo>
                <a:lnTo>
                  <a:pt x="7" y="15"/>
                </a:lnTo>
                <a:lnTo>
                  <a:pt x="8" y="16"/>
                </a:lnTo>
                <a:lnTo>
                  <a:pt x="8" y="16"/>
                </a:lnTo>
                <a:lnTo>
                  <a:pt x="6" y="17"/>
                </a:lnTo>
                <a:lnTo>
                  <a:pt x="6" y="17"/>
                </a:lnTo>
                <a:lnTo>
                  <a:pt x="3" y="16"/>
                </a:lnTo>
                <a:lnTo>
                  <a:pt x="3" y="16"/>
                </a:lnTo>
                <a:lnTo>
                  <a:pt x="2" y="12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1"/>
                </a:lnTo>
                <a:lnTo>
                  <a:pt x="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0" name="Freeform 2008"/>
          <p:cNvSpPr>
            <a:spLocks noEditPoints="1"/>
          </p:cNvSpPr>
          <p:nvPr/>
        </p:nvSpPr>
        <p:spPr bwMode="auto">
          <a:xfrm>
            <a:off x="1565848" y="4265558"/>
            <a:ext cx="13864" cy="16385"/>
          </a:xfrm>
          <a:custGeom>
            <a:avLst/>
            <a:gdLst>
              <a:gd name="T0" fmla="*/ 1 w 11"/>
              <a:gd name="T1" fmla="*/ 7 h 13"/>
              <a:gd name="T2" fmla="*/ 1 w 11"/>
              <a:gd name="T3" fmla="*/ 7 h 13"/>
              <a:gd name="T4" fmla="*/ 3 w 11"/>
              <a:gd name="T5" fmla="*/ 8 h 13"/>
              <a:gd name="T6" fmla="*/ 3 w 11"/>
              <a:gd name="T7" fmla="*/ 11 h 13"/>
              <a:gd name="T8" fmla="*/ 7 w 11"/>
              <a:gd name="T9" fmla="*/ 11 h 13"/>
              <a:gd name="T10" fmla="*/ 7 w 11"/>
              <a:gd name="T11" fmla="*/ 11 h 13"/>
              <a:gd name="T12" fmla="*/ 9 w 11"/>
              <a:gd name="T13" fmla="*/ 11 h 13"/>
              <a:gd name="T14" fmla="*/ 11 w 11"/>
              <a:gd name="T15" fmla="*/ 12 h 13"/>
              <a:gd name="T16" fmla="*/ 11 w 11"/>
              <a:gd name="T17" fmla="*/ 12 h 13"/>
              <a:gd name="T18" fmla="*/ 5 w 11"/>
              <a:gd name="T19" fmla="*/ 13 h 13"/>
              <a:gd name="T20" fmla="*/ 5 w 11"/>
              <a:gd name="T21" fmla="*/ 13 h 13"/>
              <a:gd name="T22" fmla="*/ 3 w 11"/>
              <a:gd name="T23" fmla="*/ 12 h 13"/>
              <a:gd name="T24" fmla="*/ 1 w 11"/>
              <a:gd name="T25" fmla="*/ 11 h 13"/>
              <a:gd name="T26" fmla="*/ 0 w 11"/>
              <a:gd name="T27" fmla="*/ 9 h 13"/>
              <a:gd name="T28" fmla="*/ 0 w 11"/>
              <a:gd name="T29" fmla="*/ 7 h 13"/>
              <a:gd name="T30" fmla="*/ 0 w 11"/>
              <a:gd name="T31" fmla="*/ 7 h 13"/>
              <a:gd name="T32" fmla="*/ 0 w 11"/>
              <a:gd name="T33" fmla="*/ 4 h 13"/>
              <a:gd name="T34" fmla="*/ 1 w 11"/>
              <a:gd name="T35" fmla="*/ 1 h 13"/>
              <a:gd name="T36" fmla="*/ 3 w 11"/>
              <a:gd name="T37" fmla="*/ 0 h 13"/>
              <a:gd name="T38" fmla="*/ 5 w 11"/>
              <a:gd name="T39" fmla="*/ 0 h 13"/>
              <a:gd name="T40" fmla="*/ 5 w 11"/>
              <a:gd name="T41" fmla="*/ 0 h 13"/>
              <a:gd name="T42" fmla="*/ 8 w 11"/>
              <a:gd name="T43" fmla="*/ 0 h 13"/>
              <a:gd name="T44" fmla="*/ 9 w 11"/>
              <a:gd name="T45" fmla="*/ 1 h 13"/>
              <a:gd name="T46" fmla="*/ 11 w 11"/>
              <a:gd name="T47" fmla="*/ 5 h 13"/>
              <a:gd name="T48" fmla="*/ 11 w 11"/>
              <a:gd name="T49" fmla="*/ 7 h 13"/>
              <a:gd name="T50" fmla="*/ 1 w 11"/>
              <a:gd name="T51" fmla="*/ 7 h 13"/>
              <a:gd name="T52" fmla="*/ 9 w 11"/>
              <a:gd name="T53" fmla="*/ 5 h 13"/>
              <a:gd name="T54" fmla="*/ 9 w 11"/>
              <a:gd name="T55" fmla="*/ 5 h 13"/>
              <a:gd name="T56" fmla="*/ 8 w 11"/>
              <a:gd name="T57" fmla="*/ 3 h 13"/>
              <a:gd name="T58" fmla="*/ 7 w 11"/>
              <a:gd name="T59" fmla="*/ 1 h 13"/>
              <a:gd name="T60" fmla="*/ 5 w 11"/>
              <a:gd name="T61" fmla="*/ 1 h 13"/>
              <a:gd name="T62" fmla="*/ 5 w 11"/>
              <a:gd name="T63" fmla="*/ 1 h 13"/>
              <a:gd name="T64" fmla="*/ 3 w 11"/>
              <a:gd name="T65" fmla="*/ 3 h 13"/>
              <a:gd name="T66" fmla="*/ 1 w 11"/>
              <a:gd name="T67" fmla="*/ 5 h 13"/>
              <a:gd name="T68" fmla="*/ 9 w 11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" h="13">
                <a:moveTo>
                  <a:pt x="1" y="7"/>
                </a:moveTo>
                <a:lnTo>
                  <a:pt x="1" y="7"/>
                </a:lnTo>
                <a:lnTo>
                  <a:pt x="3" y="8"/>
                </a:lnTo>
                <a:lnTo>
                  <a:pt x="3" y="11"/>
                </a:lnTo>
                <a:lnTo>
                  <a:pt x="7" y="11"/>
                </a:lnTo>
                <a:lnTo>
                  <a:pt x="7" y="11"/>
                </a:lnTo>
                <a:lnTo>
                  <a:pt x="9" y="11"/>
                </a:lnTo>
                <a:lnTo>
                  <a:pt x="11" y="12"/>
                </a:lnTo>
                <a:lnTo>
                  <a:pt x="11" y="12"/>
                </a:lnTo>
                <a:lnTo>
                  <a:pt x="5" y="13"/>
                </a:lnTo>
                <a:lnTo>
                  <a:pt x="5" y="13"/>
                </a:lnTo>
                <a:lnTo>
                  <a:pt x="3" y="12"/>
                </a:lnTo>
                <a:lnTo>
                  <a:pt x="1" y="11"/>
                </a:lnTo>
                <a:lnTo>
                  <a:pt x="0" y="9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  <a:lnTo>
                  <a:pt x="5" y="0"/>
                </a:lnTo>
                <a:lnTo>
                  <a:pt x="5" y="0"/>
                </a:lnTo>
                <a:lnTo>
                  <a:pt x="8" y="0"/>
                </a:lnTo>
                <a:lnTo>
                  <a:pt x="9" y="1"/>
                </a:lnTo>
                <a:lnTo>
                  <a:pt x="11" y="5"/>
                </a:lnTo>
                <a:lnTo>
                  <a:pt x="11" y="7"/>
                </a:lnTo>
                <a:lnTo>
                  <a:pt x="1" y="7"/>
                </a:lnTo>
                <a:close/>
                <a:moveTo>
                  <a:pt x="9" y="5"/>
                </a:moveTo>
                <a:lnTo>
                  <a:pt x="9" y="5"/>
                </a:lnTo>
                <a:lnTo>
                  <a:pt x="8" y="3"/>
                </a:lnTo>
                <a:lnTo>
                  <a:pt x="7" y="1"/>
                </a:lnTo>
                <a:lnTo>
                  <a:pt x="5" y="1"/>
                </a:lnTo>
                <a:lnTo>
                  <a:pt x="5" y="1"/>
                </a:lnTo>
                <a:lnTo>
                  <a:pt x="3" y="3"/>
                </a:lnTo>
                <a:lnTo>
                  <a:pt x="1" y="5"/>
                </a:lnTo>
                <a:lnTo>
                  <a:pt x="9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1" name="Freeform 2009"/>
          <p:cNvSpPr>
            <a:spLocks/>
          </p:cNvSpPr>
          <p:nvPr/>
        </p:nvSpPr>
        <p:spPr bwMode="auto">
          <a:xfrm>
            <a:off x="1582234" y="4265558"/>
            <a:ext cx="10083" cy="16385"/>
          </a:xfrm>
          <a:custGeom>
            <a:avLst/>
            <a:gdLst>
              <a:gd name="T0" fmla="*/ 0 w 8"/>
              <a:gd name="T1" fmla="*/ 11 h 13"/>
              <a:gd name="T2" fmla="*/ 0 w 8"/>
              <a:gd name="T3" fmla="*/ 11 h 13"/>
              <a:gd name="T4" fmla="*/ 3 w 8"/>
              <a:gd name="T5" fmla="*/ 11 h 13"/>
              <a:gd name="T6" fmla="*/ 3 w 8"/>
              <a:gd name="T7" fmla="*/ 11 h 13"/>
              <a:gd name="T8" fmla="*/ 6 w 8"/>
              <a:gd name="T9" fmla="*/ 11 h 13"/>
              <a:gd name="T10" fmla="*/ 6 w 8"/>
              <a:gd name="T11" fmla="*/ 9 h 13"/>
              <a:gd name="T12" fmla="*/ 6 w 8"/>
              <a:gd name="T13" fmla="*/ 9 h 13"/>
              <a:gd name="T14" fmla="*/ 6 w 8"/>
              <a:gd name="T15" fmla="*/ 8 h 13"/>
              <a:gd name="T16" fmla="*/ 4 w 8"/>
              <a:gd name="T17" fmla="*/ 7 h 13"/>
              <a:gd name="T18" fmla="*/ 4 w 8"/>
              <a:gd name="T19" fmla="*/ 7 h 13"/>
              <a:gd name="T20" fmla="*/ 2 w 8"/>
              <a:gd name="T21" fmla="*/ 5 h 13"/>
              <a:gd name="T22" fmla="*/ 0 w 8"/>
              <a:gd name="T23" fmla="*/ 3 h 13"/>
              <a:gd name="T24" fmla="*/ 0 w 8"/>
              <a:gd name="T25" fmla="*/ 3 h 13"/>
              <a:gd name="T26" fmla="*/ 2 w 8"/>
              <a:gd name="T27" fmla="*/ 0 h 13"/>
              <a:gd name="T28" fmla="*/ 4 w 8"/>
              <a:gd name="T29" fmla="*/ 0 h 13"/>
              <a:gd name="T30" fmla="*/ 4 w 8"/>
              <a:gd name="T31" fmla="*/ 0 h 13"/>
              <a:gd name="T32" fmla="*/ 8 w 8"/>
              <a:gd name="T33" fmla="*/ 0 h 13"/>
              <a:gd name="T34" fmla="*/ 7 w 8"/>
              <a:gd name="T35" fmla="*/ 3 h 13"/>
              <a:gd name="T36" fmla="*/ 7 w 8"/>
              <a:gd name="T37" fmla="*/ 3 h 13"/>
              <a:gd name="T38" fmla="*/ 4 w 8"/>
              <a:gd name="T39" fmla="*/ 1 h 13"/>
              <a:gd name="T40" fmla="*/ 4 w 8"/>
              <a:gd name="T41" fmla="*/ 1 h 13"/>
              <a:gd name="T42" fmla="*/ 3 w 8"/>
              <a:gd name="T43" fmla="*/ 1 h 13"/>
              <a:gd name="T44" fmla="*/ 3 w 8"/>
              <a:gd name="T45" fmla="*/ 3 h 13"/>
              <a:gd name="T46" fmla="*/ 3 w 8"/>
              <a:gd name="T47" fmla="*/ 3 h 13"/>
              <a:gd name="T48" fmla="*/ 3 w 8"/>
              <a:gd name="T49" fmla="*/ 4 h 13"/>
              <a:gd name="T50" fmla="*/ 4 w 8"/>
              <a:gd name="T51" fmla="*/ 5 h 13"/>
              <a:gd name="T52" fmla="*/ 4 w 8"/>
              <a:gd name="T53" fmla="*/ 5 h 13"/>
              <a:gd name="T54" fmla="*/ 7 w 8"/>
              <a:gd name="T55" fmla="*/ 7 h 13"/>
              <a:gd name="T56" fmla="*/ 8 w 8"/>
              <a:gd name="T57" fmla="*/ 9 h 13"/>
              <a:gd name="T58" fmla="*/ 8 w 8"/>
              <a:gd name="T59" fmla="*/ 9 h 13"/>
              <a:gd name="T60" fmla="*/ 7 w 8"/>
              <a:gd name="T61" fmla="*/ 12 h 13"/>
              <a:gd name="T62" fmla="*/ 3 w 8"/>
              <a:gd name="T63" fmla="*/ 13 h 13"/>
              <a:gd name="T64" fmla="*/ 3 w 8"/>
              <a:gd name="T65" fmla="*/ 13 h 13"/>
              <a:gd name="T66" fmla="*/ 0 w 8"/>
              <a:gd name="T67" fmla="*/ 12 h 13"/>
              <a:gd name="T68" fmla="*/ 0 w 8"/>
              <a:gd name="T69" fmla="*/ 11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" h="13">
                <a:moveTo>
                  <a:pt x="0" y="11"/>
                </a:moveTo>
                <a:lnTo>
                  <a:pt x="0" y="11"/>
                </a:lnTo>
                <a:lnTo>
                  <a:pt x="3" y="11"/>
                </a:lnTo>
                <a:lnTo>
                  <a:pt x="3" y="11"/>
                </a:lnTo>
                <a:lnTo>
                  <a:pt x="6" y="11"/>
                </a:lnTo>
                <a:lnTo>
                  <a:pt x="6" y="9"/>
                </a:lnTo>
                <a:lnTo>
                  <a:pt x="6" y="9"/>
                </a:lnTo>
                <a:lnTo>
                  <a:pt x="6" y="8"/>
                </a:lnTo>
                <a:lnTo>
                  <a:pt x="4" y="7"/>
                </a:lnTo>
                <a:lnTo>
                  <a:pt x="4" y="7"/>
                </a:lnTo>
                <a:lnTo>
                  <a:pt x="2" y="5"/>
                </a:lnTo>
                <a:lnTo>
                  <a:pt x="0" y="3"/>
                </a:lnTo>
                <a:lnTo>
                  <a:pt x="0" y="3"/>
                </a:lnTo>
                <a:lnTo>
                  <a:pt x="2" y="0"/>
                </a:lnTo>
                <a:lnTo>
                  <a:pt x="4" y="0"/>
                </a:lnTo>
                <a:lnTo>
                  <a:pt x="4" y="0"/>
                </a:lnTo>
                <a:lnTo>
                  <a:pt x="8" y="0"/>
                </a:lnTo>
                <a:lnTo>
                  <a:pt x="7" y="3"/>
                </a:lnTo>
                <a:lnTo>
                  <a:pt x="7" y="3"/>
                </a:lnTo>
                <a:lnTo>
                  <a:pt x="4" y="1"/>
                </a:ln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3" y="3"/>
                </a:lnTo>
                <a:lnTo>
                  <a:pt x="3" y="4"/>
                </a:lnTo>
                <a:lnTo>
                  <a:pt x="4" y="5"/>
                </a:lnTo>
                <a:lnTo>
                  <a:pt x="4" y="5"/>
                </a:lnTo>
                <a:lnTo>
                  <a:pt x="7" y="7"/>
                </a:lnTo>
                <a:lnTo>
                  <a:pt x="8" y="9"/>
                </a:lnTo>
                <a:lnTo>
                  <a:pt x="8" y="9"/>
                </a:lnTo>
                <a:lnTo>
                  <a:pt x="7" y="12"/>
                </a:lnTo>
                <a:lnTo>
                  <a:pt x="3" y="13"/>
                </a:lnTo>
                <a:lnTo>
                  <a:pt x="3" y="13"/>
                </a:lnTo>
                <a:lnTo>
                  <a:pt x="0" y="12"/>
                </a:lnTo>
                <a:lnTo>
                  <a:pt x="0" y="1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2" name="Freeform 2010"/>
          <p:cNvSpPr>
            <a:spLocks noEditPoints="1"/>
          </p:cNvSpPr>
          <p:nvPr/>
        </p:nvSpPr>
        <p:spPr bwMode="auto">
          <a:xfrm>
            <a:off x="1596098" y="4265558"/>
            <a:ext cx="15125" cy="21427"/>
          </a:xfrm>
          <a:custGeom>
            <a:avLst/>
            <a:gdLst>
              <a:gd name="T0" fmla="*/ 10 w 12"/>
              <a:gd name="T1" fmla="*/ 11 h 17"/>
              <a:gd name="T2" fmla="*/ 10 w 12"/>
              <a:gd name="T3" fmla="*/ 11 h 17"/>
              <a:gd name="T4" fmla="*/ 10 w 12"/>
              <a:gd name="T5" fmla="*/ 11 h 17"/>
              <a:gd name="T6" fmla="*/ 8 w 12"/>
              <a:gd name="T7" fmla="*/ 12 h 17"/>
              <a:gd name="T8" fmla="*/ 6 w 12"/>
              <a:gd name="T9" fmla="*/ 13 h 17"/>
              <a:gd name="T10" fmla="*/ 6 w 12"/>
              <a:gd name="T11" fmla="*/ 13 h 17"/>
              <a:gd name="T12" fmla="*/ 3 w 12"/>
              <a:gd name="T13" fmla="*/ 12 h 17"/>
              <a:gd name="T14" fmla="*/ 1 w 12"/>
              <a:gd name="T15" fmla="*/ 11 h 17"/>
              <a:gd name="T16" fmla="*/ 0 w 12"/>
              <a:gd name="T17" fmla="*/ 9 h 17"/>
              <a:gd name="T18" fmla="*/ 0 w 12"/>
              <a:gd name="T19" fmla="*/ 7 h 17"/>
              <a:gd name="T20" fmla="*/ 0 w 12"/>
              <a:gd name="T21" fmla="*/ 7 h 17"/>
              <a:gd name="T22" fmla="*/ 0 w 12"/>
              <a:gd name="T23" fmla="*/ 3 h 17"/>
              <a:gd name="T24" fmla="*/ 1 w 12"/>
              <a:gd name="T25" fmla="*/ 1 h 17"/>
              <a:gd name="T26" fmla="*/ 3 w 12"/>
              <a:gd name="T27" fmla="*/ 0 h 17"/>
              <a:gd name="T28" fmla="*/ 6 w 12"/>
              <a:gd name="T29" fmla="*/ 0 h 17"/>
              <a:gd name="T30" fmla="*/ 6 w 12"/>
              <a:gd name="T31" fmla="*/ 0 h 17"/>
              <a:gd name="T32" fmla="*/ 8 w 12"/>
              <a:gd name="T33" fmla="*/ 0 h 17"/>
              <a:gd name="T34" fmla="*/ 10 w 12"/>
              <a:gd name="T35" fmla="*/ 1 h 17"/>
              <a:gd name="T36" fmla="*/ 10 w 12"/>
              <a:gd name="T37" fmla="*/ 1 h 17"/>
              <a:gd name="T38" fmla="*/ 10 w 12"/>
              <a:gd name="T39" fmla="*/ 0 h 17"/>
              <a:gd name="T40" fmla="*/ 12 w 12"/>
              <a:gd name="T41" fmla="*/ 0 h 17"/>
              <a:gd name="T42" fmla="*/ 12 w 12"/>
              <a:gd name="T43" fmla="*/ 0 h 17"/>
              <a:gd name="T44" fmla="*/ 11 w 12"/>
              <a:gd name="T45" fmla="*/ 4 h 17"/>
              <a:gd name="T46" fmla="*/ 11 w 12"/>
              <a:gd name="T47" fmla="*/ 17 h 17"/>
              <a:gd name="T48" fmla="*/ 10 w 12"/>
              <a:gd name="T49" fmla="*/ 17 h 17"/>
              <a:gd name="T50" fmla="*/ 10 w 12"/>
              <a:gd name="T51" fmla="*/ 11 h 17"/>
              <a:gd name="T52" fmla="*/ 10 w 12"/>
              <a:gd name="T53" fmla="*/ 5 h 17"/>
              <a:gd name="T54" fmla="*/ 10 w 12"/>
              <a:gd name="T55" fmla="*/ 4 h 17"/>
              <a:gd name="T56" fmla="*/ 10 w 12"/>
              <a:gd name="T57" fmla="*/ 4 h 17"/>
              <a:gd name="T58" fmla="*/ 8 w 12"/>
              <a:gd name="T59" fmla="*/ 3 h 17"/>
              <a:gd name="T60" fmla="*/ 6 w 12"/>
              <a:gd name="T61" fmla="*/ 1 h 17"/>
              <a:gd name="T62" fmla="*/ 6 w 12"/>
              <a:gd name="T63" fmla="*/ 1 h 17"/>
              <a:gd name="T64" fmla="*/ 3 w 12"/>
              <a:gd name="T65" fmla="*/ 3 h 17"/>
              <a:gd name="T66" fmla="*/ 1 w 12"/>
              <a:gd name="T67" fmla="*/ 7 h 17"/>
              <a:gd name="T68" fmla="*/ 1 w 12"/>
              <a:gd name="T69" fmla="*/ 7 h 17"/>
              <a:gd name="T70" fmla="*/ 3 w 12"/>
              <a:gd name="T71" fmla="*/ 9 h 17"/>
              <a:gd name="T72" fmla="*/ 4 w 12"/>
              <a:gd name="T73" fmla="*/ 11 h 17"/>
              <a:gd name="T74" fmla="*/ 6 w 12"/>
              <a:gd name="T75" fmla="*/ 11 h 17"/>
              <a:gd name="T76" fmla="*/ 6 w 12"/>
              <a:gd name="T77" fmla="*/ 11 h 17"/>
              <a:gd name="T78" fmla="*/ 8 w 12"/>
              <a:gd name="T79" fmla="*/ 11 h 17"/>
              <a:gd name="T80" fmla="*/ 10 w 12"/>
              <a:gd name="T81" fmla="*/ 8 h 17"/>
              <a:gd name="T82" fmla="*/ 10 w 12"/>
              <a:gd name="T83" fmla="*/ 8 h 17"/>
              <a:gd name="T84" fmla="*/ 10 w 12"/>
              <a:gd name="T85" fmla="*/ 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" h="17">
                <a:moveTo>
                  <a:pt x="10" y="11"/>
                </a:moveTo>
                <a:lnTo>
                  <a:pt x="10" y="11"/>
                </a:lnTo>
                <a:lnTo>
                  <a:pt x="10" y="11"/>
                </a:lnTo>
                <a:lnTo>
                  <a:pt x="8" y="12"/>
                </a:lnTo>
                <a:lnTo>
                  <a:pt x="6" y="13"/>
                </a:lnTo>
                <a:lnTo>
                  <a:pt x="6" y="13"/>
                </a:lnTo>
                <a:lnTo>
                  <a:pt x="3" y="12"/>
                </a:lnTo>
                <a:lnTo>
                  <a:pt x="1" y="11"/>
                </a:lnTo>
                <a:lnTo>
                  <a:pt x="0" y="9"/>
                </a:lnTo>
                <a:lnTo>
                  <a:pt x="0" y="7"/>
                </a:lnTo>
                <a:lnTo>
                  <a:pt x="0" y="7"/>
                </a:lnTo>
                <a:lnTo>
                  <a:pt x="0" y="3"/>
                </a:lnTo>
                <a:lnTo>
                  <a:pt x="1" y="1"/>
                </a:lnTo>
                <a:lnTo>
                  <a:pt x="3" y="0"/>
                </a:lnTo>
                <a:lnTo>
                  <a:pt x="6" y="0"/>
                </a:lnTo>
                <a:lnTo>
                  <a:pt x="6" y="0"/>
                </a:lnTo>
                <a:lnTo>
                  <a:pt x="8" y="0"/>
                </a:lnTo>
                <a:lnTo>
                  <a:pt x="10" y="1"/>
                </a:lnTo>
                <a:lnTo>
                  <a:pt x="10" y="1"/>
                </a:lnTo>
                <a:lnTo>
                  <a:pt x="10" y="0"/>
                </a:lnTo>
                <a:lnTo>
                  <a:pt x="12" y="0"/>
                </a:lnTo>
                <a:lnTo>
                  <a:pt x="12" y="0"/>
                </a:lnTo>
                <a:lnTo>
                  <a:pt x="11" y="4"/>
                </a:lnTo>
                <a:lnTo>
                  <a:pt x="11" y="17"/>
                </a:lnTo>
                <a:lnTo>
                  <a:pt x="10" y="17"/>
                </a:lnTo>
                <a:lnTo>
                  <a:pt x="10" y="11"/>
                </a:lnTo>
                <a:close/>
                <a:moveTo>
                  <a:pt x="10" y="5"/>
                </a:moveTo>
                <a:lnTo>
                  <a:pt x="10" y="4"/>
                </a:lnTo>
                <a:lnTo>
                  <a:pt x="10" y="4"/>
                </a:lnTo>
                <a:lnTo>
                  <a:pt x="8" y="3"/>
                </a:lnTo>
                <a:lnTo>
                  <a:pt x="6" y="1"/>
                </a:lnTo>
                <a:lnTo>
                  <a:pt x="6" y="1"/>
                </a:lnTo>
                <a:lnTo>
                  <a:pt x="3" y="3"/>
                </a:lnTo>
                <a:lnTo>
                  <a:pt x="1" y="7"/>
                </a:lnTo>
                <a:lnTo>
                  <a:pt x="1" y="7"/>
                </a:lnTo>
                <a:lnTo>
                  <a:pt x="3" y="9"/>
                </a:lnTo>
                <a:lnTo>
                  <a:pt x="4" y="11"/>
                </a:lnTo>
                <a:lnTo>
                  <a:pt x="6" y="11"/>
                </a:lnTo>
                <a:lnTo>
                  <a:pt x="6" y="11"/>
                </a:lnTo>
                <a:lnTo>
                  <a:pt x="8" y="11"/>
                </a:lnTo>
                <a:lnTo>
                  <a:pt x="10" y="8"/>
                </a:lnTo>
                <a:lnTo>
                  <a:pt x="10" y="8"/>
                </a:lnTo>
                <a:lnTo>
                  <a:pt x="10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3" name="Freeform 2011"/>
          <p:cNvSpPr>
            <a:spLocks/>
          </p:cNvSpPr>
          <p:nvPr/>
        </p:nvSpPr>
        <p:spPr bwMode="auto">
          <a:xfrm>
            <a:off x="1615004" y="4265558"/>
            <a:ext cx="13864" cy="16385"/>
          </a:xfrm>
          <a:custGeom>
            <a:avLst/>
            <a:gdLst>
              <a:gd name="T0" fmla="*/ 11 w 11"/>
              <a:gd name="T1" fmla="*/ 9 h 13"/>
              <a:gd name="T2" fmla="*/ 11 w 11"/>
              <a:gd name="T3" fmla="*/ 9 h 13"/>
              <a:gd name="T4" fmla="*/ 11 w 11"/>
              <a:gd name="T5" fmla="*/ 12 h 13"/>
              <a:gd name="T6" fmla="*/ 9 w 11"/>
              <a:gd name="T7" fmla="*/ 12 h 13"/>
              <a:gd name="T8" fmla="*/ 9 w 11"/>
              <a:gd name="T9" fmla="*/ 11 h 13"/>
              <a:gd name="T10" fmla="*/ 9 w 11"/>
              <a:gd name="T11" fmla="*/ 11 h 13"/>
              <a:gd name="T12" fmla="*/ 9 w 11"/>
              <a:gd name="T13" fmla="*/ 11 h 13"/>
              <a:gd name="T14" fmla="*/ 8 w 11"/>
              <a:gd name="T15" fmla="*/ 12 h 13"/>
              <a:gd name="T16" fmla="*/ 5 w 11"/>
              <a:gd name="T17" fmla="*/ 13 h 13"/>
              <a:gd name="T18" fmla="*/ 5 w 11"/>
              <a:gd name="T19" fmla="*/ 13 h 13"/>
              <a:gd name="T20" fmla="*/ 1 w 11"/>
              <a:gd name="T21" fmla="*/ 12 h 13"/>
              <a:gd name="T22" fmla="*/ 1 w 11"/>
              <a:gd name="T23" fmla="*/ 11 h 13"/>
              <a:gd name="T24" fmla="*/ 0 w 11"/>
              <a:gd name="T25" fmla="*/ 7 h 13"/>
              <a:gd name="T26" fmla="*/ 0 w 11"/>
              <a:gd name="T27" fmla="*/ 0 h 13"/>
              <a:gd name="T28" fmla="*/ 3 w 11"/>
              <a:gd name="T29" fmla="*/ 0 h 13"/>
              <a:gd name="T30" fmla="*/ 3 w 11"/>
              <a:gd name="T31" fmla="*/ 7 h 13"/>
              <a:gd name="T32" fmla="*/ 3 w 11"/>
              <a:gd name="T33" fmla="*/ 7 h 13"/>
              <a:gd name="T34" fmla="*/ 4 w 11"/>
              <a:gd name="T35" fmla="*/ 9 h 13"/>
              <a:gd name="T36" fmla="*/ 5 w 11"/>
              <a:gd name="T37" fmla="*/ 11 h 13"/>
              <a:gd name="T38" fmla="*/ 5 w 11"/>
              <a:gd name="T39" fmla="*/ 11 h 13"/>
              <a:gd name="T40" fmla="*/ 8 w 11"/>
              <a:gd name="T41" fmla="*/ 11 h 13"/>
              <a:gd name="T42" fmla="*/ 8 w 11"/>
              <a:gd name="T43" fmla="*/ 9 h 13"/>
              <a:gd name="T44" fmla="*/ 9 w 11"/>
              <a:gd name="T45" fmla="*/ 8 h 13"/>
              <a:gd name="T46" fmla="*/ 9 w 11"/>
              <a:gd name="T47" fmla="*/ 0 h 13"/>
              <a:gd name="T48" fmla="*/ 11 w 11"/>
              <a:gd name="T49" fmla="*/ 0 h 13"/>
              <a:gd name="T50" fmla="*/ 11 w 11"/>
              <a:gd name="T51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11" y="9"/>
                </a:moveTo>
                <a:lnTo>
                  <a:pt x="11" y="9"/>
                </a:lnTo>
                <a:lnTo>
                  <a:pt x="11" y="12"/>
                </a:lnTo>
                <a:lnTo>
                  <a:pt x="9" y="12"/>
                </a:lnTo>
                <a:lnTo>
                  <a:pt x="9" y="11"/>
                </a:lnTo>
                <a:lnTo>
                  <a:pt x="9" y="11"/>
                </a:lnTo>
                <a:lnTo>
                  <a:pt x="9" y="11"/>
                </a:lnTo>
                <a:lnTo>
                  <a:pt x="8" y="12"/>
                </a:lnTo>
                <a:lnTo>
                  <a:pt x="5" y="13"/>
                </a:lnTo>
                <a:lnTo>
                  <a:pt x="5" y="13"/>
                </a:lnTo>
                <a:lnTo>
                  <a:pt x="1" y="12"/>
                </a:lnTo>
                <a:lnTo>
                  <a:pt x="1" y="11"/>
                </a:lnTo>
                <a:lnTo>
                  <a:pt x="0" y="7"/>
                </a:lnTo>
                <a:lnTo>
                  <a:pt x="0" y="0"/>
                </a:lnTo>
                <a:lnTo>
                  <a:pt x="3" y="0"/>
                </a:lnTo>
                <a:lnTo>
                  <a:pt x="3" y="7"/>
                </a:lnTo>
                <a:lnTo>
                  <a:pt x="3" y="7"/>
                </a:lnTo>
                <a:lnTo>
                  <a:pt x="4" y="9"/>
                </a:lnTo>
                <a:lnTo>
                  <a:pt x="5" y="11"/>
                </a:lnTo>
                <a:lnTo>
                  <a:pt x="5" y="11"/>
                </a:lnTo>
                <a:lnTo>
                  <a:pt x="8" y="11"/>
                </a:lnTo>
                <a:lnTo>
                  <a:pt x="8" y="9"/>
                </a:lnTo>
                <a:lnTo>
                  <a:pt x="9" y="8"/>
                </a:lnTo>
                <a:lnTo>
                  <a:pt x="9" y="0"/>
                </a:lnTo>
                <a:lnTo>
                  <a:pt x="11" y="0"/>
                </a:lnTo>
                <a:lnTo>
                  <a:pt x="11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4" name="Freeform 2012"/>
          <p:cNvSpPr>
            <a:spLocks noEditPoints="1"/>
          </p:cNvSpPr>
          <p:nvPr/>
        </p:nvSpPr>
        <p:spPr bwMode="auto">
          <a:xfrm>
            <a:off x="1633910" y="4265558"/>
            <a:ext cx="13864" cy="16385"/>
          </a:xfrm>
          <a:custGeom>
            <a:avLst/>
            <a:gdLst>
              <a:gd name="T0" fmla="*/ 1 w 11"/>
              <a:gd name="T1" fmla="*/ 7 h 13"/>
              <a:gd name="T2" fmla="*/ 1 w 11"/>
              <a:gd name="T3" fmla="*/ 7 h 13"/>
              <a:gd name="T4" fmla="*/ 3 w 11"/>
              <a:gd name="T5" fmla="*/ 8 h 13"/>
              <a:gd name="T6" fmla="*/ 3 w 11"/>
              <a:gd name="T7" fmla="*/ 11 h 13"/>
              <a:gd name="T8" fmla="*/ 7 w 11"/>
              <a:gd name="T9" fmla="*/ 11 h 13"/>
              <a:gd name="T10" fmla="*/ 7 w 11"/>
              <a:gd name="T11" fmla="*/ 11 h 13"/>
              <a:gd name="T12" fmla="*/ 9 w 11"/>
              <a:gd name="T13" fmla="*/ 11 h 13"/>
              <a:gd name="T14" fmla="*/ 9 w 11"/>
              <a:gd name="T15" fmla="*/ 12 h 13"/>
              <a:gd name="T16" fmla="*/ 9 w 11"/>
              <a:gd name="T17" fmla="*/ 12 h 13"/>
              <a:gd name="T18" fmla="*/ 5 w 11"/>
              <a:gd name="T19" fmla="*/ 13 h 13"/>
              <a:gd name="T20" fmla="*/ 5 w 11"/>
              <a:gd name="T21" fmla="*/ 13 h 13"/>
              <a:gd name="T22" fmla="*/ 3 w 11"/>
              <a:gd name="T23" fmla="*/ 12 h 13"/>
              <a:gd name="T24" fmla="*/ 1 w 11"/>
              <a:gd name="T25" fmla="*/ 11 h 13"/>
              <a:gd name="T26" fmla="*/ 0 w 11"/>
              <a:gd name="T27" fmla="*/ 9 h 13"/>
              <a:gd name="T28" fmla="*/ 0 w 11"/>
              <a:gd name="T29" fmla="*/ 7 h 13"/>
              <a:gd name="T30" fmla="*/ 0 w 11"/>
              <a:gd name="T31" fmla="*/ 7 h 13"/>
              <a:gd name="T32" fmla="*/ 0 w 11"/>
              <a:gd name="T33" fmla="*/ 4 h 13"/>
              <a:gd name="T34" fmla="*/ 1 w 11"/>
              <a:gd name="T35" fmla="*/ 1 h 13"/>
              <a:gd name="T36" fmla="*/ 3 w 11"/>
              <a:gd name="T37" fmla="*/ 0 h 13"/>
              <a:gd name="T38" fmla="*/ 5 w 11"/>
              <a:gd name="T39" fmla="*/ 0 h 13"/>
              <a:gd name="T40" fmla="*/ 5 w 11"/>
              <a:gd name="T41" fmla="*/ 0 h 13"/>
              <a:gd name="T42" fmla="*/ 8 w 11"/>
              <a:gd name="T43" fmla="*/ 0 h 13"/>
              <a:gd name="T44" fmla="*/ 9 w 11"/>
              <a:gd name="T45" fmla="*/ 1 h 13"/>
              <a:gd name="T46" fmla="*/ 11 w 11"/>
              <a:gd name="T47" fmla="*/ 5 h 13"/>
              <a:gd name="T48" fmla="*/ 11 w 11"/>
              <a:gd name="T49" fmla="*/ 7 h 13"/>
              <a:gd name="T50" fmla="*/ 1 w 11"/>
              <a:gd name="T51" fmla="*/ 7 h 13"/>
              <a:gd name="T52" fmla="*/ 8 w 11"/>
              <a:gd name="T53" fmla="*/ 5 h 13"/>
              <a:gd name="T54" fmla="*/ 8 w 11"/>
              <a:gd name="T55" fmla="*/ 5 h 13"/>
              <a:gd name="T56" fmla="*/ 8 w 11"/>
              <a:gd name="T57" fmla="*/ 3 h 13"/>
              <a:gd name="T58" fmla="*/ 7 w 11"/>
              <a:gd name="T59" fmla="*/ 1 h 13"/>
              <a:gd name="T60" fmla="*/ 5 w 11"/>
              <a:gd name="T61" fmla="*/ 1 h 13"/>
              <a:gd name="T62" fmla="*/ 5 w 11"/>
              <a:gd name="T63" fmla="*/ 1 h 13"/>
              <a:gd name="T64" fmla="*/ 3 w 11"/>
              <a:gd name="T65" fmla="*/ 3 h 13"/>
              <a:gd name="T66" fmla="*/ 1 w 11"/>
              <a:gd name="T67" fmla="*/ 5 h 13"/>
              <a:gd name="T68" fmla="*/ 8 w 11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" h="13">
                <a:moveTo>
                  <a:pt x="1" y="7"/>
                </a:moveTo>
                <a:lnTo>
                  <a:pt x="1" y="7"/>
                </a:lnTo>
                <a:lnTo>
                  <a:pt x="3" y="8"/>
                </a:lnTo>
                <a:lnTo>
                  <a:pt x="3" y="11"/>
                </a:lnTo>
                <a:lnTo>
                  <a:pt x="7" y="11"/>
                </a:lnTo>
                <a:lnTo>
                  <a:pt x="7" y="11"/>
                </a:lnTo>
                <a:lnTo>
                  <a:pt x="9" y="11"/>
                </a:lnTo>
                <a:lnTo>
                  <a:pt x="9" y="12"/>
                </a:lnTo>
                <a:lnTo>
                  <a:pt x="9" y="12"/>
                </a:lnTo>
                <a:lnTo>
                  <a:pt x="5" y="13"/>
                </a:lnTo>
                <a:lnTo>
                  <a:pt x="5" y="13"/>
                </a:lnTo>
                <a:lnTo>
                  <a:pt x="3" y="12"/>
                </a:lnTo>
                <a:lnTo>
                  <a:pt x="1" y="11"/>
                </a:lnTo>
                <a:lnTo>
                  <a:pt x="0" y="9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  <a:lnTo>
                  <a:pt x="5" y="0"/>
                </a:lnTo>
                <a:lnTo>
                  <a:pt x="5" y="0"/>
                </a:lnTo>
                <a:lnTo>
                  <a:pt x="8" y="0"/>
                </a:lnTo>
                <a:lnTo>
                  <a:pt x="9" y="1"/>
                </a:lnTo>
                <a:lnTo>
                  <a:pt x="11" y="5"/>
                </a:lnTo>
                <a:lnTo>
                  <a:pt x="11" y="7"/>
                </a:lnTo>
                <a:lnTo>
                  <a:pt x="1" y="7"/>
                </a:lnTo>
                <a:close/>
                <a:moveTo>
                  <a:pt x="8" y="5"/>
                </a:moveTo>
                <a:lnTo>
                  <a:pt x="8" y="5"/>
                </a:lnTo>
                <a:lnTo>
                  <a:pt x="8" y="3"/>
                </a:lnTo>
                <a:lnTo>
                  <a:pt x="7" y="1"/>
                </a:lnTo>
                <a:lnTo>
                  <a:pt x="5" y="1"/>
                </a:lnTo>
                <a:lnTo>
                  <a:pt x="5" y="1"/>
                </a:lnTo>
                <a:lnTo>
                  <a:pt x="3" y="3"/>
                </a:lnTo>
                <a:lnTo>
                  <a:pt x="1" y="5"/>
                </a:lnTo>
                <a:lnTo>
                  <a:pt x="8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5" name="Freeform 2013"/>
          <p:cNvSpPr>
            <a:spLocks/>
          </p:cNvSpPr>
          <p:nvPr/>
        </p:nvSpPr>
        <p:spPr bwMode="auto">
          <a:xfrm>
            <a:off x="1655337" y="4256735"/>
            <a:ext cx="10083" cy="23948"/>
          </a:xfrm>
          <a:custGeom>
            <a:avLst/>
            <a:gdLst>
              <a:gd name="T0" fmla="*/ 3 w 8"/>
              <a:gd name="T1" fmla="*/ 19 h 19"/>
              <a:gd name="T2" fmla="*/ 3 w 8"/>
              <a:gd name="T3" fmla="*/ 8 h 19"/>
              <a:gd name="T4" fmla="*/ 0 w 8"/>
              <a:gd name="T5" fmla="*/ 8 h 19"/>
              <a:gd name="T6" fmla="*/ 0 w 8"/>
              <a:gd name="T7" fmla="*/ 7 h 19"/>
              <a:gd name="T8" fmla="*/ 3 w 8"/>
              <a:gd name="T9" fmla="*/ 7 h 19"/>
              <a:gd name="T10" fmla="*/ 3 w 8"/>
              <a:gd name="T11" fmla="*/ 6 h 19"/>
              <a:gd name="T12" fmla="*/ 3 w 8"/>
              <a:gd name="T13" fmla="*/ 6 h 19"/>
              <a:gd name="T14" fmla="*/ 3 w 8"/>
              <a:gd name="T15" fmla="*/ 4 h 19"/>
              <a:gd name="T16" fmla="*/ 4 w 8"/>
              <a:gd name="T17" fmla="*/ 1 h 19"/>
              <a:gd name="T18" fmla="*/ 4 w 8"/>
              <a:gd name="T19" fmla="*/ 1 h 19"/>
              <a:gd name="T20" fmla="*/ 7 w 8"/>
              <a:gd name="T21" fmla="*/ 0 h 19"/>
              <a:gd name="T22" fmla="*/ 7 w 8"/>
              <a:gd name="T23" fmla="*/ 0 h 19"/>
              <a:gd name="T24" fmla="*/ 8 w 8"/>
              <a:gd name="T25" fmla="*/ 0 h 19"/>
              <a:gd name="T26" fmla="*/ 8 w 8"/>
              <a:gd name="T27" fmla="*/ 3 h 19"/>
              <a:gd name="T28" fmla="*/ 8 w 8"/>
              <a:gd name="T29" fmla="*/ 3 h 19"/>
              <a:gd name="T30" fmla="*/ 7 w 8"/>
              <a:gd name="T31" fmla="*/ 3 h 19"/>
              <a:gd name="T32" fmla="*/ 7 w 8"/>
              <a:gd name="T33" fmla="*/ 3 h 19"/>
              <a:gd name="T34" fmla="*/ 6 w 8"/>
              <a:gd name="T35" fmla="*/ 3 h 19"/>
              <a:gd name="T36" fmla="*/ 4 w 8"/>
              <a:gd name="T37" fmla="*/ 6 h 19"/>
              <a:gd name="T38" fmla="*/ 4 w 8"/>
              <a:gd name="T39" fmla="*/ 7 h 19"/>
              <a:gd name="T40" fmla="*/ 8 w 8"/>
              <a:gd name="T41" fmla="*/ 7 h 19"/>
              <a:gd name="T42" fmla="*/ 8 w 8"/>
              <a:gd name="T43" fmla="*/ 8 h 19"/>
              <a:gd name="T44" fmla="*/ 4 w 8"/>
              <a:gd name="T45" fmla="*/ 8 h 19"/>
              <a:gd name="T46" fmla="*/ 4 w 8"/>
              <a:gd name="T47" fmla="*/ 19 h 19"/>
              <a:gd name="T48" fmla="*/ 3 w 8"/>
              <a:gd name="T49" fmla="*/ 1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" h="19">
                <a:moveTo>
                  <a:pt x="3" y="19"/>
                </a:moveTo>
                <a:lnTo>
                  <a:pt x="3" y="8"/>
                </a:lnTo>
                <a:lnTo>
                  <a:pt x="0" y="8"/>
                </a:lnTo>
                <a:lnTo>
                  <a:pt x="0" y="7"/>
                </a:lnTo>
                <a:lnTo>
                  <a:pt x="3" y="7"/>
                </a:lnTo>
                <a:lnTo>
                  <a:pt x="3" y="6"/>
                </a:lnTo>
                <a:lnTo>
                  <a:pt x="3" y="6"/>
                </a:lnTo>
                <a:lnTo>
                  <a:pt x="3" y="4"/>
                </a:lnTo>
                <a:lnTo>
                  <a:pt x="4" y="1"/>
                </a:lnTo>
                <a:lnTo>
                  <a:pt x="4" y="1"/>
                </a:lnTo>
                <a:lnTo>
                  <a:pt x="7" y="0"/>
                </a:lnTo>
                <a:lnTo>
                  <a:pt x="7" y="0"/>
                </a:lnTo>
                <a:lnTo>
                  <a:pt x="8" y="0"/>
                </a:lnTo>
                <a:lnTo>
                  <a:pt x="8" y="3"/>
                </a:lnTo>
                <a:lnTo>
                  <a:pt x="8" y="3"/>
                </a:lnTo>
                <a:lnTo>
                  <a:pt x="7" y="3"/>
                </a:lnTo>
                <a:lnTo>
                  <a:pt x="7" y="3"/>
                </a:lnTo>
                <a:lnTo>
                  <a:pt x="6" y="3"/>
                </a:lnTo>
                <a:lnTo>
                  <a:pt x="4" y="6"/>
                </a:lnTo>
                <a:lnTo>
                  <a:pt x="4" y="7"/>
                </a:lnTo>
                <a:lnTo>
                  <a:pt x="8" y="7"/>
                </a:lnTo>
                <a:lnTo>
                  <a:pt x="8" y="8"/>
                </a:lnTo>
                <a:lnTo>
                  <a:pt x="4" y="8"/>
                </a:lnTo>
                <a:lnTo>
                  <a:pt x="4" y="19"/>
                </a:lnTo>
                <a:lnTo>
                  <a:pt x="3" y="1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6" name="Freeform 2014"/>
          <p:cNvSpPr>
            <a:spLocks noEditPoints="1"/>
          </p:cNvSpPr>
          <p:nvPr/>
        </p:nvSpPr>
        <p:spPr bwMode="auto">
          <a:xfrm>
            <a:off x="1665420" y="4265558"/>
            <a:ext cx="16385" cy="16385"/>
          </a:xfrm>
          <a:custGeom>
            <a:avLst/>
            <a:gdLst>
              <a:gd name="T0" fmla="*/ 3 w 13"/>
              <a:gd name="T1" fmla="*/ 7 h 13"/>
              <a:gd name="T2" fmla="*/ 3 w 13"/>
              <a:gd name="T3" fmla="*/ 7 h 13"/>
              <a:gd name="T4" fmla="*/ 3 w 13"/>
              <a:gd name="T5" fmla="*/ 8 h 13"/>
              <a:gd name="T6" fmla="*/ 5 w 13"/>
              <a:gd name="T7" fmla="*/ 11 h 13"/>
              <a:gd name="T8" fmla="*/ 7 w 13"/>
              <a:gd name="T9" fmla="*/ 11 h 13"/>
              <a:gd name="T10" fmla="*/ 7 w 13"/>
              <a:gd name="T11" fmla="*/ 11 h 13"/>
              <a:gd name="T12" fmla="*/ 11 w 13"/>
              <a:gd name="T13" fmla="*/ 11 h 13"/>
              <a:gd name="T14" fmla="*/ 11 w 13"/>
              <a:gd name="T15" fmla="*/ 12 h 13"/>
              <a:gd name="T16" fmla="*/ 11 w 13"/>
              <a:gd name="T17" fmla="*/ 12 h 13"/>
              <a:gd name="T18" fmla="*/ 7 w 13"/>
              <a:gd name="T19" fmla="*/ 13 h 13"/>
              <a:gd name="T20" fmla="*/ 7 w 13"/>
              <a:gd name="T21" fmla="*/ 13 h 13"/>
              <a:gd name="T22" fmla="*/ 5 w 13"/>
              <a:gd name="T23" fmla="*/ 12 h 13"/>
              <a:gd name="T24" fmla="*/ 2 w 13"/>
              <a:gd name="T25" fmla="*/ 11 h 13"/>
              <a:gd name="T26" fmla="*/ 2 w 13"/>
              <a:gd name="T27" fmla="*/ 9 h 13"/>
              <a:gd name="T28" fmla="*/ 0 w 13"/>
              <a:gd name="T29" fmla="*/ 7 h 13"/>
              <a:gd name="T30" fmla="*/ 0 w 13"/>
              <a:gd name="T31" fmla="*/ 7 h 13"/>
              <a:gd name="T32" fmla="*/ 2 w 13"/>
              <a:gd name="T33" fmla="*/ 4 h 13"/>
              <a:gd name="T34" fmla="*/ 2 w 13"/>
              <a:gd name="T35" fmla="*/ 1 h 13"/>
              <a:gd name="T36" fmla="*/ 5 w 13"/>
              <a:gd name="T37" fmla="*/ 0 h 13"/>
              <a:gd name="T38" fmla="*/ 7 w 13"/>
              <a:gd name="T39" fmla="*/ 0 h 13"/>
              <a:gd name="T40" fmla="*/ 7 w 13"/>
              <a:gd name="T41" fmla="*/ 0 h 13"/>
              <a:gd name="T42" fmla="*/ 10 w 13"/>
              <a:gd name="T43" fmla="*/ 0 h 13"/>
              <a:gd name="T44" fmla="*/ 11 w 13"/>
              <a:gd name="T45" fmla="*/ 1 h 13"/>
              <a:gd name="T46" fmla="*/ 13 w 13"/>
              <a:gd name="T47" fmla="*/ 5 h 13"/>
              <a:gd name="T48" fmla="*/ 13 w 13"/>
              <a:gd name="T49" fmla="*/ 7 h 13"/>
              <a:gd name="T50" fmla="*/ 3 w 13"/>
              <a:gd name="T51" fmla="*/ 7 h 13"/>
              <a:gd name="T52" fmla="*/ 10 w 13"/>
              <a:gd name="T53" fmla="*/ 5 h 13"/>
              <a:gd name="T54" fmla="*/ 10 w 13"/>
              <a:gd name="T55" fmla="*/ 5 h 13"/>
              <a:gd name="T56" fmla="*/ 9 w 13"/>
              <a:gd name="T57" fmla="*/ 3 h 13"/>
              <a:gd name="T58" fmla="*/ 9 w 13"/>
              <a:gd name="T59" fmla="*/ 1 h 13"/>
              <a:gd name="T60" fmla="*/ 7 w 13"/>
              <a:gd name="T61" fmla="*/ 1 h 13"/>
              <a:gd name="T62" fmla="*/ 7 w 13"/>
              <a:gd name="T63" fmla="*/ 1 h 13"/>
              <a:gd name="T64" fmla="*/ 5 w 13"/>
              <a:gd name="T65" fmla="*/ 3 h 13"/>
              <a:gd name="T66" fmla="*/ 3 w 13"/>
              <a:gd name="T67" fmla="*/ 5 h 13"/>
              <a:gd name="T68" fmla="*/ 10 w 13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" h="13">
                <a:moveTo>
                  <a:pt x="3" y="7"/>
                </a:moveTo>
                <a:lnTo>
                  <a:pt x="3" y="7"/>
                </a:lnTo>
                <a:lnTo>
                  <a:pt x="3" y="8"/>
                </a:lnTo>
                <a:lnTo>
                  <a:pt x="5" y="11"/>
                </a:lnTo>
                <a:lnTo>
                  <a:pt x="7" y="11"/>
                </a:lnTo>
                <a:lnTo>
                  <a:pt x="7" y="11"/>
                </a:lnTo>
                <a:lnTo>
                  <a:pt x="11" y="11"/>
                </a:lnTo>
                <a:lnTo>
                  <a:pt x="11" y="12"/>
                </a:lnTo>
                <a:lnTo>
                  <a:pt x="11" y="12"/>
                </a:lnTo>
                <a:lnTo>
                  <a:pt x="7" y="13"/>
                </a:lnTo>
                <a:lnTo>
                  <a:pt x="7" y="13"/>
                </a:lnTo>
                <a:lnTo>
                  <a:pt x="5" y="12"/>
                </a:lnTo>
                <a:lnTo>
                  <a:pt x="2" y="11"/>
                </a:lnTo>
                <a:lnTo>
                  <a:pt x="2" y="9"/>
                </a:lnTo>
                <a:lnTo>
                  <a:pt x="0" y="7"/>
                </a:lnTo>
                <a:lnTo>
                  <a:pt x="0" y="7"/>
                </a:lnTo>
                <a:lnTo>
                  <a:pt x="2" y="4"/>
                </a:lnTo>
                <a:lnTo>
                  <a:pt x="2" y="1"/>
                </a:lnTo>
                <a:lnTo>
                  <a:pt x="5" y="0"/>
                </a:lnTo>
                <a:lnTo>
                  <a:pt x="7" y="0"/>
                </a:lnTo>
                <a:lnTo>
                  <a:pt x="7" y="0"/>
                </a:lnTo>
                <a:lnTo>
                  <a:pt x="10" y="0"/>
                </a:lnTo>
                <a:lnTo>
                  <a:pt x="11" y="1"/>
                </a:lnTo>
                <a:lnTo>
                  <a:pt x="13" y="5"/>
                </a:lnTo>
                <a:lnTo>
                  <a:pt x="13" y="7"/>
                </a:lnTo>
                <a:lnTo>
                  <a:pt x="3" y="7"/>
                </a:lnTo>
                <a:close/>
                <a:moveTo>
                  <a:pt x="10" y="5"/>
                </a:moveTo>
                <a:lnTo>
                  <a:pt x="10" y="5"/>
                </a:lnTo>
                <a:lnTo>
                  <a:pt x="9" y="3"/>
                </a:lnTo>
                <a:lnTo>
                  <a:pt x="9" y="1"/>
                </a:lnTo>
                <a:lnTo>
                  <a:pt x="7" y="1"/>
                </a:lnTo>
                <a:lnTo>
                  <a:pt x="7" y="1"/>
                </a:lnTo>
                <a:lnTo>
                  <a:pt x="5" y="3"/>
                </a:lnTo>
                <a:lnTo>
                  <a:pt x="3" y="5"/>
                </a:lnTo>
                <a:lnTo>
                  <a:pt x="10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7" name="Freeform 2015"/>
          <p:cNvSpPr>
            <a:spLocks/>
          </p:cNvSpPr>
          <p:nvPr/>
        </p:nvSpPr>
        <p:spPr bwMode="auto">
          <a:xfrm>
            <a:off x="1684326" y="4265558"/>
            <a:ext cx="8823" cy="15125"/>
          </a:xfrm>
          <a:custGeom>
            <a:avLst/>
            <a:gdLst>
              <a:gd name="T0" fmla="*/ 0 w 7"/>
              <a:gd name="T1" fmla="*/ 4 h 12"/>
              <a:gd name="T2" fmla="*/ 0 w 7"/>
              <a:gd name="T3" fmla="*/ 4 h 12"/>
              <a:gd name="T4" fmla="*/ 0 w 7"/>
              <a:gd name="T5" fmla="*/ 0 h 12"/>
              <a:gd name="T6" fmla="*/ 2 w 7"/>
              <a:gd name="T7" fmla="*/ 0 h 12"/>
              <a:gd name="T8" fmla="*/ 2 w 7"/>
              <a:gd name="T9" fmla="*/ 3 h 12"/>
              <a:gd name="T10" fmla="*/ 2 w 7"/>
              <a:gd name="T11" fmla="*/ 3 h 12"/>
              <a:gd name="T12" fmla="*/ 2 w 7"/>
              <a:gd name="T13" fmla="*/ 3 h 12"/>
              <a:gd name="T14" fmla="*/ 3 w 7"/>
              <a:gd name="T15" fmla="*/ 0 h 12"/>
              <a:gd name="T16" fmla="*/ 6 w 7"/>
              <a:gd name="T17" fmla="*/ 0 h 12"/>
              <a:gd name="T18" fmla="*/ 7 w 7"/>
              <a:gd name="T19" fmla="*/ 0 h 12"/>
              <a:gd name="T20" fmla="*/ 7 w 7"/>
              <a:gd name="T21" fmla="*/ 1 h 12"/>
              <a:gd name="T22" fmla="*/ 6 w 7"/>
              <a:gd name="T23" fmla="*/ 1 h 12"/>
              <a:gd name="T24" fmla="*/ 6 w 7"/>
              <a:gd name="T25" fmla="*/ 1 h 12"/>
              <a:gd name="T26" fmla="*/ 3 w 7"/>
              <a:gd name="T27" fmla="*/ 3 h 12"/>
              <a:gd name="T28" fmla="*/ 3 w 7"/>
              <a:gd name="T29" fmla="*/ 5 h 12"/>
              <a:gd name="T30" fmla="*/ 3 w 7"/>
              <a:gd name="T31" fmla="*/ 5 h 12"/>
              <a:gd name="T32" fmla="*/ 3 w 7"/>
              <a:gd name="T33" fmla="*/ 12 h 12"/>
              <a:gd name="T34" fmla="*/ 0 w 7"/>
              <a:gd name="T35" fmla="*/ 12 h 12"/>
              <a:gd name="T36" fmla="*/ 0 w 7"/>
              <a:gd name="T37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" h="12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3"/>
                </a:lnTo>
                <a:lnTo>
                  <a:pt x="2" y="3"/>
                </a:lnTo>
                <a:lnTo>
                  <a:pt x="2" y="3"/>
                </a:lnTo>
                <a:lnTo>
                  <a:pt x="3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6" y="1"/>
                </a:lnTo>
                <a:lnTo>
                  <a:pt x="6" y="1"/>
                </a:lnTo>
                <a:lnTo>
                  <a:pt x="3" y="3"/>
                </a:lnTo>
                <a:lnTo>
                  <a:pt x="3" y="5"/>
                </a:lnTo>
                <a:lnTo>
                  <a:pt x="3" y="5"/>
                </a:lnTo>
                <a:lnTo>
                  <a:pt x="3" y="12"/>
                </a:lnTo>
                <a:lnTo>
                  <a:pt x="0" y="12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8" name="Freeform 2016"/>
          <p:cNvSpPr>
            <a:spLocks/>
          </p:cNvSpPr>
          <p:nvPr/>
        </p:nvSpPr>
        <p:spPr bwMode="auto">
          <a:xfrm>
            <a:off x="1694409" y="4265558"/>
            <a:ext cx="23948" cy="15125"/>
          </a:xfrm>
          <a:custGeom>
            <a:avLst/>
            <a:gdLst>
              <a:gd name="T0" fmla="*/ 0 w 19"/>
              <a:gd name="T1" fmla="*/ 3 h 12"/>
              <a:gd name="T2" fmla="*/ 0 w 19"/>
              <a:gd name="T3" fmla="*/ 3 h 12"/>
              <a:gd name="T4" fmla="*/ 0 w 19"/>
              <a:gd name="T5" fmla="*/ 0 h 12"/>
              <a:gd name="T6" fmla="*/ 3 w 19"/>
              <a:gd name="T7" fmla="*/ 0 h 12"/>
              <a:gd name="T8" fmla="*/ 3 w 19"/>
              <a:gd name="T9" fmla="*/ 1 h 12"/>
              <a:gd name="T10" fmla="*/ 3 w 19"/>
              <a:gd name="T11" fmla="*/ 1 h 12"/>
              <a:gd name="T12" fmla="*/ 3 w 19"/>
              <a:gd name="T13" fmla="*/ 1 h 12"/>
              <a:gd name="T14" fmla="*/ 4 w 19"/>
              <a:gd name="T15" fmla="*/ 0 h 12"/>
              <a:gd name="T16" fmla="*/ 7 w 19"/>
              <a:gd name="T17" fmla="*/ 0 h 12"/>
              <a:gd name="T18" fmla="*/ 7 w 19"/>
              <a:gd name="T19" fmla="*/ 0 h 12"/>
              <a:gd name="T20" fmla="*/ 10 w 19"/>
              <a:gd name="T21" fmla="*/ 0 h 12"/>
              <a:gd name="T22" fmla="*/ 11 w 19"/>
              <a:gd name="T23" fmla="*/ 3 h 12"/>
              <a:gd name="T24" fmla="*/ 11 w 19"/>
              <a:gd name="T25" fmla="*/ 3 h 12"/>
              <a:gd name="T26" fmla="*/ 11 w 19"/>
              <a:gd name="T27" fmla="*/ 3 h 12"/>
              <a:gd name="T28" fmla="*/ 13 w 19"/>
              <a:gd name="T29" fmla="*/ 0 h 12"/>
              <a:gd name="T30" fmla="*/ 13 w 19"/>
              <a:gd name="T31" fmla="*/ 0 h 12"/>
              <a:gd name="T32" fmla="*/ 15 w 19"/>
              <a:gd name="T33" fmla="*/ 0 h 12"/>
              <a:gd name="T34" fmla="*/ 15 w 19"/>
              <a:gd name="T35" fmla="*/ 0 h 12"/>
              <a:gd name="T36" fmla="*/ 18 w 19"/>
              <a:gd name="T37" fmla="*/ 0 h 12"/>
              <a:gd name="T38" fmla="*/ 19 w 19"/>
              <a:gd name="T39" fmla="*/ 3 h 12"/>
              <a:gd name="T40" fmla="*/ 19 w 19"/>
              <a:gd name="T41" fmla="*/ 5 h 12"/>
              <a:gd name="T42" fmla="*/ 19 w 19"/>
              <a:gd name="T43" fmla="*/ 12 h 12"/>
              <a:gd name="T44" fmla="*/ 17 w 19"/>
              <a:gd name="T45" fmla="*/ 12 h 12"/>
              <a:gd name="T46" fmla="*/ 17 w 19"/>
              <a:gd name="T47" fmla="*/ 5 h 12"/>
              <a:gd name="T48" fmla="*/ 17 w 19"/>
              <a:gd name="T49" fmla="*/ 5 h 12"/>
              <a:gd name="T50" fmla="*/ 17 w 19"/>
              <a:gd name="T51" fmla="*/ 3 h 12"/>
              <a:gd name="T52" fmla="*/ 14 w 19"/>
              <a:gd name="T53" fmla="*/ 1 h 12"/>
              <a:gd name="T54" fmla="*/ 14 w 19"/>
              <a:gd name="T55" fmla="*/ 1 h 12"/>
              <a:gd name="T56" fmla="*/ 13 w 19"/>
              <a:gd name="T57" fmla="*/ 3 h 12"/>
              <a:gd name="T58" fmla="*/ 11 w 19"/>
              <a:gd name="T59" fmla="*/ 4 h 12"/>
              <a:gd name="T60" fmla="*/ 11 w 19"/>
              <a:gd name="T61" fmla="*/ 5 h 12"/>
              <a:gd name="T62" fmla="*/ 11 w 19"/>
              <a:gd name="T63" fmla="*/ 12 h 12"/>
              <a:gd name="T64" fmla="*/ 9 w 19"/>
              <a:gd name="T65" fmla="*/ 12 h 12"/>
              <a:gd name="T66" fmla="*/ 9 w 19"/>
              <a:gd name="T67" fmla="*/ 5 h 12"/>
              <a:gd name="T68" fmla="*/ 9 w 19"/>
              <a:gd name="T69" fmla="*/ 5 h 12"/>
              <a:gd name="T70" fmla="*/ 9 w 19"/>
              <a:gd name="T71" fmla="*/ 3 h 12"/>
              <a:gd name="T72" fmla="*/ 6 w 19"/>
              <a:gd name="T73" fmla="*/ 1 h 12"/>
              <a:gd name="T74" fmla="*/ 6 w 19"/>
              <a:gd name="T75" fmla="*/ 1 h 12"/>
              <a:gd name="T76" fmla="*/ 4 w 19"/>
              <a:gd name="T77" fmla="*/ 3 h 12"/>
              <a:gd name="T78" fmla="*/ 3 w 19"/>
              <a:gd name="T79" fmla="*/ 4 h 12"/>
              <a:gd name="T80" fmla="*/ 3 w 19"/>
              <a:gd name="T81" fmla="*/ 5 h 12"/>
              <a:gd name="T82" fmla="*/ 3 w 19"/>
              <a:gd name="T83" fmla="*/ 12 h 12"/>
              <a:gd name="T84" fmla="*/ 0 w 19"/>
              <a:gd name="T85" fmla="*/ 12 h 12"/>
              <a:gd name="T86" fmla="*/ 0 w 19"/>
              <a:gd name="T87" fmla="*/ 3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" h="12">
                <a:moveTo>
                  <a:pt x="0" y="3"/>
                </a:moveTo>
                <a:lnTo>
                  <a:pt x="0" y="3"/>
                </a:lnTo>
                <a:lnTo>
                  <a:pt x="0" y="0"/>
                </a:lnTo>
                <a:lnTo>
                  <a:pt x="3" y="0"/>
                </a:lnTo>
                <a:lnTo>
                  <a:pt x="3" y="1"/>
                </a:lnTo>
                <a:lnTo>
                  <a:pt x="3" y="1"/>
                </a:lnTo>
                <a:lnTo>
                  <a:pt x="3" y="1"/>
                </a:lnTo>
                <a:lnTo>
                  <a:pt x="4" y="0"/>
                </a:lnTo>
                <a:lnTo>
                  <a:pt x="7" y="0"/>
                </a:lnTo>
                <a:lnTo>
                  <a:pt x="7" y="0"/>
                </a:lnTo>
                <a:lnTo>
                  <a:pt x="10" y="0"/>
                </a:lnTo>
                <a:lnTo>
                  <a:pt x="11" y="3"/>
                </a:lnTo>
                <a:lnTo>
                  <a:pt x="11" y="3"/>
                </a:lnTo>
                <a:lnTo>
                  <a:pt x="11" y="3"/>
                </a:lnTo>
                <a:lnTo>
                  <a:pt x="13" y="0"/>
                </a:lnTo>
                <a:lnTo>
                  <a:pt x="13" y="0"/>
                </a:lnTo>
                <a:lnTo>
                  <a:pt x="15" y="0"/>
                </a:lnTo>
                <a:lnTo>
                  <a:pt x="15" y="0"/>
                </a:lnTo>
                <a:lnTo>
                  <a:pt x="18" y="0"/>
                </a:lnTo>
                <a:lnTo>
                  <a:pt x="19" y="3"/>
                </a:lnTo>
                <a:lnTo>
                  <a:pt x="19" y="5"/>
                </a:lnTo>
                <a:lnTo>
                  <a:pt x="19" y="12"/>
                </a:lnTo>
                <a:lnTo>
                  <a:pt x="17" y="12"/>
                </a:lnTo>
                <a:lnTo>
                  <a:pt x="17" y="5"/>
                </a:lnTo>
                <a:lnTo>
                  <a:pt x="17" y="5"/>
                </a:lnTo>
                <a:lnTo>
                  <a:pt x="17" y="3"/>
                </a:lnTo>
                <a:lnTo>
                  <a:pt x="14" y="1"/>
                </a:lnTo>
                <a:lnTo>
                  <a:pt x="14" y="1"/>
                </a:lnTo>
                <a:lnTo>
                  <a:pt x="13" y="3"/>
                </a:lnTo>
                <a:lnTo>
                  <a:pt x="11" y="4"/>
                </a:lnTo>
                <a:lnTo>
                  <a:pt x="11" y="5"/>
                </a:lnTo>
                <a:lnTo>
                  <a:pt x="11" y="12"/>
                </a:lnTo>
                <a:lnTo>
                  <a:pt x="9" y="12"/>
                </a:lnTo>
                <a:lnTo>
                  <a:pt x="9" y="5"/>
                </a:lnTo>
                <a:lnTo>
                  <a:pt x="9" y="5"/>
                </a:lnTo>
                <a:lnTo>
                  <a:pt x="9" y="3"/>
                </a:lnTo>
                <a:lnTo>
                  <a:pt x="6" y="1"/>
                </a:lnTo>
                <a:lnTo>
                  <a:pt x="6" y="1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3" y="12"/>
                </a:lnTo>
                <a:lnTo>
                  <a:pt x="0" y="12"/>
                </a:lnTo>
                <a:lnTo>
                  <a:pt x="0" y="3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9" name="Freeform 2017"/>
          <p:cNvSpPr>
            <a:spLocks noEditPoints="1"/>
          </p:cNvSpPr>
          <p:nvPr/>
        </p:nvSpPr>
        <p:spPr bwMode="auto">
          <a:xfrm>
            <a:off x="1722138" y="4265558"/>
            <a:ext cx="15125" cy="16385"/>
          </a:xfrm>
          <a:custGeom>
            <a:avLst/>
            <a:gdLst>
              <a:gd name="T0" fmla="*/ 3 w 12"/>
              <a:gd name="T1" fmla="*/ 7 h 13"/>
              <a:gd name="T2" fmla="*/ 3 w 12"/>
              <a:gd name="T3" fmla="*/ 7 h 13"/>
              <a:gd name="T4" fmla="*/ 3 w 12"/>
              <a:gd name="T5" fmla="*/ 8 h 13"/>
              <a:gd name="T6" fmla="*/ 4 w 12"/>
              <a:gd name="T7" fmla="*/ 11 h 13"/>
              <a:gd name="T8" fmla="*/ 7 w 12"/>
              <a:gd name="T9" fmla="*/ 11 h 13"/>
              <a:gd name="T10" fmla="*/ 7 w 12"/>
              <a:gd name="T11" fmla="*/ 11 h 13"/>
              <a:gd name="T12" fmla="*/ 11 w 12"/>
              <a:gd name="T13" fmla="*/ 11 h 13"/>
              <a:gd name="T14" fmla="*/ 11 w 12"/>
              <a:gd name="T15" fmla="*/ 12 h 13"/>
              <a:gd name="T16" fmla="*/ 11 w 12"/>
              <a:gd name="T17" fmla="*/ 12 h 13"/>
              <a:gd name="T18" fmla="*/ 7 w 12"/>
              <a:gd name="T19" fmla="*/ 13 h 13"/>
              <a:gd name="T20" fmla="*/ 7 w 12"/>
              <a:gd name="T21" fmla="*/ 13 h 13"/>
              <a:gd name="T22" fmla="*/ 4 w 12"/>
              <a:gd name="T23" fmla="*/ 12 h 13"/>
              <a:gd name="T24" fmla="*/ 1 w 12"/>
              <a:gd name="T25" fmla="*/ 11 h 13"/>
              <a:gd name="T26" fmla="*/ 0 w 12"/>
              <a:gd name="T27" fmla="*/ 9 h 13"/>
              <a:gd name="T28" fmla="*/ 0 w 12"/>
              <a:gd name="T29" fmla="*/ 7 h 13"/>
              <a:gd name="T30" fmla="*/ 0 w 12"/>
              <a:gd name="T31" fmla="*/ 7 h 13"/>
              <a:gd name="T32" fmla="*/ 0 w 12"/>
              <a:gd name="T33" fmla="*/ 4 h 13"/>
              <a:gd name="T34" fmla="*/ 1 w 12"/>
              <a:gd name="T35" fmla="*/ 1 h 13"/>
              <a:gd name="T36" fmla="*/ 4 w 12"/>
              <a:gd name="T37" fmla="*/ 0 h 13"/>
              <a:gd name="T38" fmla="*/ 7 w 12"/>
              <a:gd name="T39" fmla="*/ 0 h 13"/>
              <a:gd name="T40" fmla="*/ 7 w 12"/>
              <a:gd name="T41" fmla="*/ 0 h 13"/>
              <a:gd name="T42" fmla="*/ 9 w 12"/>
              <a:gd name="T43" fmla="*/ 0 h 13"/>
              <a:gd name="T44" fmla="*/ 11 w 12"/>
              <a:gd name="T45" fmla="*/ 1 h 13"/>
              <a:gd name="T46" fmla="*/ 12 w 12"/>
              <a:gd name="T47" fmla="*/ 5 h 13"/>
              <a:gd name="T48" fmla="*/ 12 w 12"/>
              <a:gd name="T49" fmla="*/ 7 h 13"/>
              <a:gd name="T50" fmla="*/ 3 w 12"/>
              <a:gd name="T51" fmla="*/ 7 h 13"/>
              <a:gd name="T52" fmla="*/ 9 w 12"/>
              <a:gd name="T53" fmla="*/ 5 h 13"/>
              <a:gd name="T54" fmla="*/ 9 w 12"/>
              <a:gd name="T55" fmla="*/ 5 h 13"/>
              <a:gd name="T56" fmla="*/ 8 w 12"/>
              <a:gd name="T57" fmla="*/ 3 h 13"/>
              <a:gd name="T58" fmla="*/ 8 w 12"/>
              <a:gd name="T59" fmla="*/ 1 h 13"/>
              <a:gd name="T60" fmla="*/ 7 w 12"/>
              <a:gd name="T61" fmla="*/ 1 h 13"/>
              <a:gd name="T62" fmla="*/ 7 w 12"/>
              <a:gd name="T63" fmla="*/ 1 h 13"/>
              <a:gd name="T64" fmla="*/ 4 w 12"/>
              <a:gd name="T65" fmla="*/ 3 h 13"/>
              <a:gd name="T66" fmla="*/ 3 w 12"/>
              <a:gd name="T67" fmla="*/ 5 h 13"/>
              <a:gd name="T68" fmla="*/ 9 w 12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" h="13">
                <a:moveTo>
                  <a:pt x="3" y="7"/>
                </a:moveTo>
                <a:lnTo>
                  <a:pt x="3" y="7"/>
                </a:lnTo>
                <a:lnTo>
                  <a:pt x="3" y="8"/>
                </a:lnTo>
                <a:lnTo>
                  <a:pt x="4" y="11"/>
                </a:lnTo>
                <a:lnTo>
                  <a:pt x="7" y="11"/>
                </a:lnTo>
                <a:lnTo>
                  <a:pt x="7" y="11"/>
                </a:lnTo>
                <a:lnTo>
                  <a:pt x="11" y="11"/>
                </a:lnTo>
                <a:lnTo>
                  <a:pt x="11" y="12"/>
                </a:lnTo>
                <a:lnTo>
                  <a:pt x="11" y="12"/>
                </a:lnTo>
                <a:lnTo>
                  <a:pt x="7" y="13"/>
                </a:lnTo>
                <a:lnTo>
                  <a:pt x="7" y="13"/>
                </a:lnTo>
                <a:lnTo>
                  <a:pt x="4" y="12"/>
                </a:lnTo>
                <a:lnTo>
                  <a:pt x="1" y="11"/>
                </a:lnTo>
                <a:lnTo>
                  <a:pt x="0" y="9"/>
                </a:lnTo>
                <a:lnTo>
                  <a:pt x="0" y="7"/>
                </a:lnTo>
                <a:lnTo>
                  <a:pt x="0" y="7"/>
                </a:lnTo>
                <a:lnTo>
                  <a:pt x="0" y="4"/>
                </a:lnTo>
                <a:lnTo>
                  <a:pt x="1" y="1"/>
                </a:lnTo>
                <a:lnTo>
                  <a:pt x="4" y="0"/>
                </a:lnTo>
                <a:lnTo>
                  <a:pt x="7" y="0"/>
                </a:lnTo>
                <a:lnTo>
                  <a:pt x="7" y="0"/>
                </a:lnTo>
                <a:lnTo>
                  <a:pt x="9" y="0"/>
                </a:lnTo>
                <a:lnTo>
                  <a:pt x="11" y="1"/>
                </a:lnTo>
                <a:lnTo>
                  <a:pt x="12" y="5"/>
                </a:lnTo>
                <a:lnTo>
                  <a:pt x="12" y="7"/>
                </a:lnTo>
                <a:lnTo>
                  <a:pt x="3" y="7"/>
                </a:lnTo>
                <a:close/>
                <a:moveTo>
                  <a:pt x="9" y="5"/>
                </a:moveTo>
                <a:lnTo>
                  <a:pt x="9" y="5"/>
                </a:lnTo>
                <a:lnTo>
                  <a:pt x="8" y="3"/>
                </a:lnTo>
                <a:lnTo>
                  <a:pt x="8" y="1"/>
                </a:lnTo>
                <a:lnTo>
                  <a:pt x="7" y="1"/>
                </a:lnTo>
                <a:lnTo>
                  <a:pt x="7" y="1"/>
                </a:lnTo>
                <a:lnTo>
                  <a:pt x="4" y="3"/>
                </a:lnTo>
                <a:lnTo>
                  <a:pt x="3" y="5"/>
                </a:lnTo>
                <a:lnTo>
                  <a:pt x="9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26" name="Group 2219"/>
          <p:cNvGrpSpPr>
            <a:grpSpLocks/>
          </p:cNvGrpSpPr>
          <p:nvPr/>
        </p:nvGrpSpPr>
        <p:grpSpPr bwMode="auto">
          <a:xfrm>
            <a:off x="1465016" y="3878616"/>
            <a:ext cx="1803629" cy="1332240"/>
            <a:chOff x="2934" y="1922"/>
            <a:chExt cx="1431" cy="1057"/>
          </a:xfrm>
        </p:grpSpPr>
        <p:sp>
          <p:nvSpPr>
            <p:cNvPr id="250" name="Freeform 2019"/>
            <p:cNvSpPr>
              <a:spLocks/>
            </p:cNvSpPr>
            <p:nvPr/>
          </p:nvSpPr>
          <p:spPr bwMode="auto">
            <a:xfrm>
              <a:off x="3153" y="2229"/>
              <a:ext cx="11" cy="12"/>
            </a:xfrm>
            <a:custGeom>
              <a:avLst/>
              <a:gdLst>
                <a:gd name="T0" fmla="*/ 0 w 11"/>
                <a:gd name="T1" fmla="*/ 3 h 12"/>
                <a:gd name="T2" fmla="*/ 0 w 11"/>
                <a:gd name="T3" fmla="*/ 3 h 12"/>
                <a:gd name="T4" fmla="*/ 0 w 11"/>
                <a:gd name="T5" fmla="*/ 0 h 12"/>
                <a:gd name="T6" fmla="*/ 1 w 11"/>
                <a:gd name="T7" fmla="*/ 0 h 12"/>
                <a:gd name="T8" fmla="*/ 1 w 11"/>
                <a:gd name="T9" fmla="*/ 1 h 12"/>
                <a:gd name="T10" fmla="*/ 1 w 11"/>
                <a:gd name="T11" fmla="*/ 1 h 12"/>
                <a:gd name="T12" fmla="*/ 1 w 11"/>
                <a:gd name="T13" fmla="*/ 1 h 12"/>
                <a:gd name="T14" fmla="*/ 4 w 11"/>
                <a:gd name="T15" fmla="*/ 0 h 12"/>
                <a:gd name="T16" fmla="*/ 7 w 11"/>
                <a:gd name="T17" fmla="*/ 0 h 12"/>
                <a:gd name="T18" fmla="*/ 7 w 11"/>
                <a:gd name="T19" fmla="*/ 0 h 12"/>
                <a:gd name="T20" fmla="*/ 9 w 11"/>
                <a:gd name="T21" fmla="*/ 0 h 12"/>
                <a:gd name="T22" fmla="*/ 11 w 11"/>
                <a:gd name="T23" fmla="*/ 3 h 12"/>
                <a:gd name="T24" fmla="*/ 11 w 11"/>
                <a:gd name="T25" fmla="*/ 5 h 12"/>
                <a:gd name="T26" fmla="*/ 11 w 11"/>
                <a:gd name="T27" fmla="*/ 12 h 12"/>
                <a:gd name="T28" fmla="*/ 8 w 11"/>
                <a:gd name="T29" fmla="*/ 12 h 12"/>
                <a:gd name="T30" fmla="*/ 8 w 11"/>
                <a:gd name="T31" fmla="*/ 5 h 12"/>
                <a:gd name="T32" fmla="*/ 8 w 11"/>
                <a:gd name="T33" fmla="*/ 5 h 12"/>
                <a:gd name="T34" fmla="*/ 8 w 11"/>
                <a:gd name="T35" fmla="*/ 3 h 12"/>
                <a:gd name="T36" fmla="*/ 5 w 11"/>
                <a:gd name="T37" fmla="*/ 1 h 12"/>
                <a:gd name="T38" fmla="*/ 5 w 11"/>
                <a:gd name="T39" fmla="*/ 1 h 12"/>
                <a:gd name="T40" fmla="*/ 3 w 11"/>
                <a:gd name="T41" fmla="*/ 3 h 12"/>
                <a:gd name="T42" fmla="*/ 3 w 11"/>
                <a:gd name="T43" fmla="*/ 4 h 12"/>
                <a:gd name="T44" fmla="*/ 3 w 11"/>
                <a:gd name="T45" fmla="*/ 5 h 12"/>
                <a:gd name="T46" fmla="*/ 3 w 11"/>
                <a:gd name="T47" fmla="*/ 12 h 12"/>
                <a:gd name="T48" fmla="*/ 0 w 11"/>
                <a:gd name="T49" fmla="*/ 12 h 12"/>
                <a:gd name="T50" fmla="*/ 0 w 11"/>
                <a:gd name="T51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2">
                  <a:moveTo>
                    <a:pt x="0" y="3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11" y="12"/>
                  </a:lnTo>
                  <a:lnTo>
                    <a:pt x="8" y="12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3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12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Freeform 2020"/>
            <p:cNvSpPr>
              <a:spLocks/>
            </p:cNvSpPr>
            <p:nvPr/>
          </p:nvSpPr>
          <p:spPr bwMode="auto">
            <a:xfrm>
              <a:off x="3166" y="2225"/>
              <a:ext cx="7" cy="17"/>
            </a:xfrm>
            <a:custGeom>
              <a:avLst/>
              <a:gdLst>
                <a:gd name="T0" fmla="*/ 4 w 7"/>
                <a:gd name="T1" fmla="*/ 0 h 17"/>
                <a:gd name="T2" fmla="*/ 4 w 7"/>
                <a:gd name="T3" fmla="*/ 4 h 17"/>
                <a:gd name="T4" fmla="*/ 7 w 7"/>
                <a:gd name="T5" fmla="*/ 4 h 17"/>
                <a:gd name="T6" fmla="*/ 7 w 7"/>
                <a:gd name="T7" fmla="*/ 5 h 17"/>
                <a:gd name="T8" fmla="*/ 4 w 7"/>
                <a:gd name="T9" fmla="*/ 5 h 17"/>
                <a:gd name="T10" fmla="*/ 4 w 7"/>
                <a:gd name="T11" fmla="*/ 12 h 17"/>
                <a:gd name="T12" fmla="*/ 4 w 7"/>
                <a:gd name="T13" fmla="*/ 12 h 17"/>
                <a:gd name="T14" fmla="*/ 4 w 7"/>
                <a:gd name="T15" fmla="*/ 15 h 17"/>
                <a:gd name="T16" fmla="*/ 6 w 7"/>
                <a:gd name="T17" fmla="*/ 15 h 17"/>
                <a:gd name="T18" fmla="*/ 6 w 7"/>
                <a:gd name="T19" fmla="*/ 15 h 17"/>
                <a:gd name="T20" fmla="*/ 7 w 7"/>
                <a:gd name="T21" fmla="*/ 15 h 17"/>
                <a:gd name="T22" fmla="*/ 7 w 7"/>
                <a:gd name="T23" fmla="*/ 16 h 17"/>
                <a:gd name="T24" fmla="*/ 7 w 7"/>
                <a:gd name="T25" fmla="*/ 16 h 17"/>
                <a:gd name="T26" fmla="*/ 6 w 7"/>
                <a:gd name="T27" fmla="*/ 17 h 17"/>
                <a:gd name="T28" fmla="*/ 6 w 7"/>
                <a:gd name="T29" fmla="*/ 17 h 17"/>
                <a:gd name="T30" fmla="*/ 3 w 7"/>
                <a:gd name="T31" fmla="*/ 16 h 17"/>
                <a:gd name="T32" fmla="*/ 3 w 7"/>
                <a:gd name="T33" fmla="*/ 16 h 17"/>
                <a:gd name="T34" fmla="*/ 2 w 7"/>
                <a:gd name="T35" fmla="*/ 12 h 17"/>
                <a:gd name="T36" fmla="*/ 2 w 7"/>
                <a:gd name="T37" fmla="*/ 5 h 17"/>
                <a:gd name="T38" fmla="*/ 0 w 7"/>
                <a:gd name="T39" fmla="*/ 5 h 17"/>
                <a:gd name="T40" fmla="*/ 0 w 7"/>
                <a:gd name="T41" fmla="*/ 4 h 17"/>
                <a:gd name="T42" fmla="*/ 2 w 7"/>
                <a:gd name="T43" fmla="*/ 4 h 17"/>
                <a:gd name="T44" fmla="*/ 2 w 7"/>
                <a:gd name="T45" fmla="*/ 1 h 17"/>
                <a:gd name="T46" fmla="*/ 4 w 7"/>
                <a:gd name="T4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" h="17">
                  <a:moveTo>
                    <a:pt x="4" y="0"/>
                  </a:moveTo>
                  <a:lnTo>
                    <a:pt x="4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4" y="5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5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7" y="15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4"/>
                  </a:lnTo>
                  <a:lnTo>
                    <a:pt x="2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Freeform 2021"/>
            <p:cNvSpPr>
              <a:spLocks/>
            </p:cNvSpPr>
            <p:nvPr/>
          </p:nvSpPr>
          <p:spPr bwMode="auto">
            <a:xfrm>
              <a:off x="3176" y="2229"/>
              <a:ext cx="11" cy="13"/>
            </a:xfrm>
            <a:custGeom>
              <a:avLst/>
              <a:gdLst>
                <a:gd name="T0" fmla="*/ 11 w 11"/>
                <a:gd name="T1" fmla="*/ 9 h 13"/>
                <a:gd name="T2" fmla="*/ 11 w 11"/>
                <a:gd name="T3" fmla="*/ 9 h 13"/>
                <a:gd name="T4" fmla="*/ 11 w 11"/>
                <a:gd name="T5" fmla="*/ 12 h 13"/>
                <a:gd name="T6" fmla="*/ 9 w 11"/>
                <a:gd name="T7" fmla="*/ 12 h 13"/>
                <a:gd name="T8" fmla="*/ 9 w 11"/>
                <a:gd name="T9" fmla="*/ 11 h 13"/>
                <a:gd name="T10" fmla="*/ 9 w 11"/>
                <a:gd name="T11" fmla="*/ 11 h 13"/>
                <a:gd name="T12" fmla="*/ 9 w 11"/>
                <a:gd name="T13" fmla="*/ 11 h 13"/>
                <a:gd name="T14" fmla="*/ 8 w 11"/>
                <a:gd name="T15" fmla="*/ 12 h 13"/>
                <a:gd name="T16" fmla="*/ 4 w 11"/>
                <a:gd name="T17" fmla="*/ 13 h 13"/>
                <a:gd name="T18" fmla="*/ 4 w 11"/>
                <a:gd name="T19" fmla="*/ 13 h 13"/>
                <a:gd name="T20" fmla="*/ 1 w 11"/>
                <a:gd name="T21" fmla="*/ 12 h 13"/>
                <a:gd name="T22" fmla="*/ 0 w 11"/>
                <a:gd name="T23" fmla="*/ 11 h 13"/>
                <a:gd name="T24" fmla="*/ 0 w 11"/>
                <a:gd name="T25" fmla="*/ 7 h 13"/>
                <a:gd name="T26" fmla="*/ 0 w 11"/>
                <a:gd name="T27" fmla="*/ 0 h 13"/>
                <a:gd name="T28" fmla="*/ 3 w 11"/>
                <a:gd name="T29" fmla="*/ 0 h 13"/>
                <a:gd name="T30" fmla="*/ 3 w 11"/>
                <a:gd name="T31" fmla="*/ 7 h 13"/>
                <a:gd name="T32" fmla="*/ 3 w 11"/>
                <a:gd name="T33" fmla="*/ 7 h 13"/>
                <a:gd name="T34" fmla="*/ 3 w 11"/>
                <a:gd name="T35" fmla="*/ 9 h 13"/>
                <a:gd name="T36" fmla="*/ 5 w 11"/>
                <a:gd name="T37" fmla="*/ 11 h 13"/>
                <a:gd name="T38" fmla="*/ 5 w 11"/>
                <a:gd name="T39" fmla="*/ 11 h 13"/>
                <a:gd name="T40" fmla="*/ 8 w 11"/>
                <a:gd name="T41" fmla="*/ 11 h 13"/>
                <a:gd name="T42" fmla="*/ 8 w 11"/>
                <a:gd name="T43" fmla="*/ 9 h 13"/>
                <a:gd name="T44" fmla="*/ 8 w 11"/>
                <a:gd name="T45" fmla="*/ 8 h 13"/>
                <a:gd name="T46" fmla="*/ 8 w 11"/>
                <a:gd name="T47" fmla="*/ 0 h 13"/>
                <a:gd name="T48" fmla="*/ 11 w 11"/>
                <a:gd name="T49" fmla="*/ 0 h 13"/>
                <a:gd name="T50" fmla="*/ 11 w 11"/>
                <a:gd name="T51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3">
                  <a:moveTo>
                    <a:pt x="11" y="9"/>
                  </a:moveTo>
                  <a:lnTo>
                    <a:pt x="11" y="9"/>
                  </a:lnTo>
                  <a:lnTo>
                    <a:pt x="11" y="12"/>
                  </a:lnTo>
                  <a:lnTo>
                    <a:pt x="9" y="12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8" y="11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3" name="Freeform 2022"/>
            <p:cNvSpPr>
              <a:spLocks/>
            </p:cNvSpPr>
            <p:nvPr/>
          </p:nvSpPr>
          <p:spPr bwMode="auto">
            <a:xfrm>
              <a:off x="3191" y="2229"/>
              <a:ext cx="19" cy="12"/>
            </a:xfrm>
            <a:custGeom>
              <a:avLst/>
              <a:gdLst>
                <a:gd name="T0" fmla="*/ 0 w 19"/>
                <a:gd name="T1" fmla="*/ 3 h 12"/>
                <a:gd name="T2" fmla="*/ 0 w 19"/>
                <a:gd name="T3" fmla="*/ 3 h 12"/>
                <a:gd name="T4" fmla="*/ 0 w 19"/>
                <a:gd name="T5" fmla="*/ 0 h 12"/>
                <a:gd name="T6" fmla="*/ 2 w 19"/>
                <a:gd name="T7" fmla="*/ 0 h 12"/>
                <a:gd name="T8" fmla="*/ 2 w 19"/>
                <a:gd name="T9" fmla="*/ 1 h 12"/>
                <a:gd name="T10" fmla="*/ 2 w 19"/>
                <a:gd name="T11" fmla="*/ 1 h 12"/>
                <a:gd name="T12" fmla="*/ 2 w 19"/>
                <a:gd name="T13" fmla="*/ 1 h 12"/>
                <a:gd name="T14" fmla="*/ 4 w 19"/>
                <a:gd name="T15" fmla="*/ 0 h 12"/>
                <a:gd name="T16" fmla="*/ 6 w 19"/>
                <a:gd name="T17" fmla="*/ 0 h 12"/>
                <a:gd name="T18" fmla="*/ 6 w 19"/>
                <a:gd name="T19" fmla="*/ 0 h 12"/>
                <a:gd name="T20" fmla="*/ 8 w 19"/>
                <a:gd name="T21" fmla="*/ 0 h 12"/>
                <a:gd name="T22" fmla="*/ 9 w 19"/>
                <a:gd name="T23" fmla="*/ 3 h 12"/>
                <a:gd name="T24" fmla="*/ 9 w 19"/>
                <a:gd name="T25" fmla="*/ 3 h 12"/>
                <a:gd name="T26" fmla="*/ 9 w 19"/>
                <a:gd name="T27" fmla="*/ 3 h 12"/>
                <a:gd name="T28" fmla="*/ 12 w 19"/>
                <a:gd name="T29" fmla="*/ 0 h 12"/>
                <a:gd name="T30" fmla="*/ 12 w 19"/>
                <a:gd name="T31" fmla="*/ 0 h 12"/>
                <a:gd name="T32" fmla="*/ 15 w 19"/>
                <a:gd name="T33" fmla="*/ 0 h 12"/>
                <a:gd name="T34" fmla="*/ 15 w 19"/>
                <a:gd name="T35" fmla="*/ 0 h 12"/>
                <a:gd name="T36" fmla="*/ 17 w 19"/>
                <a:gd name="T37" fmla="*/ 0 h 12"/>
                <a:gd name="T38" fmla="*/ 17 w 19"/>
                <a:gd name="T39" fmla="*/ 3 h 12"/>
                <a:gd name="T40" fmla="*/ 19 w 19"/>
                <a:gd name="T41" fmla="*/ 5 h 12"/>
                <a:gd name="T42" fmla="*/ 19 w 19"/>
                <a:gd name="T43" fmla="*/ 12 h 12"/>
                <a:gd name="T44" fmla="*/ 16 w 19"/>
                <a:gd name="T45" fmla="*/ 12 h 12"/>
                <a:gd name="T46" fmla="*/ 16 w 19"/>
                <a:gd name="T47" fmla="*/ 5 h 12"/>
                <a:gd name="T48" fmla="*/ 16 w 19"/>
                <a:gd name="T49" fmla="*/ 5 h 12"/>
                <a:gd name="T50" fmla="*/ 16 w 19"/>
                <a:gd name="T51" fmla="*/ 3 h 12"/>
                <a:gd name="T52" fmla="*/ 13 w 19"/>
                <a:gd name="T53" fmla="*/ 1 h 12"/>
                <a:gd name="T54" fmla="*/ 13 w 19"/>
                <a:gd name="T55" fmla="*/ 1 h 12"/>
                <a:gd name="T56" fmla="*/ 12 w 19"/>
                <a:gd name="T57" fmla="*/ 3 h 12"/>
                <a:gd name="T58" fmla="*/ 10 w 19"/>
                <a:gd name="T59" fmla="*/ 4 h 12"/>
                <a:gd name="T60" fmla="*/ 10 w 19"/>
                <a:gd name="T61" fmla="*/ 5 h 12"/>
                <a:gd name="T62" fmla="*/ 10 w 19"/>
                <a:gd name="T63" fmla="*/ 12 h 12"/>
                <a:gd name="T64" fmla="*/ 8 w 19"/>
                <a:gd name="T65" fmla="*/ 12 h 12"/>
                <a:gd name="T66" fmla="*/ 8 w 19"/>
                <a:gd name="T67" fmla="*/ 5 h 12"/>
                <a:gd name="T68" fmla="*/ 8 w 19"/>
                <a:gd name="T69" fmla="*/ 5 h 12"/>
                <a:gd name="T70" fmla="*/ 8 w 19"/>
                <a:gd name="T71" fmla="*/ 3 h 12"/>
                <a:gd name="T72" fmla="*/ 5 w 19"/>
                <a:gd name="T73" fmla="*/ 1 h 12"/>
                <a:gd name="T74" fmla="*/ 5 w 19"/>
                <a:gd name="T75" fmla="*/ 1 h 12"/>
                <a:gd name="T76" fmla="*/ 4 w 19"/>
                <a:gd name="T77" fmla="*/ 3 h 12"/>
                <a:gd name="T78" fmla="*/ 2 w 19"/>
                <a:gd name="T79" fmla="*/ 4 h 12"/>
                <a:gd name="T80" fmla="*/ 2 w 19"/>
                <a:gd name="T81" fmla="*/ 5 h 12"/>
                <a:gd name="T82" fmla="*/ 2 w 19"/>
                <a:gd name="T83" fmla="*/ 12 h 12"/>
                <a:gd name="T84" fmla="*/ 0 w 19"/>
                <a:gd name="T85" fmla="*/ 12 h 12"/>
                <a:gd name="T86" fmla="*/ 0 w 19"/>
                <a:gd name="T87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2">
                  <a:moveTo>
                    <a:pt x="0" y="3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3"/>
                  </a:lnTo>
                  <a:lnTo>
                    <a:pt x="9" y="3"/>
                  </a:lnTo>
                  <a:lnTo>
                    <a:pt x="9" y="3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7" y="3"/>
                  </a:lnTo>
                  <a:lnTo>
                    <a:pt x="19" y="5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0" y="4"/>
                  </a:lnTo>
                  <a:lnTo>
                    <a:pt x="10" y="5"/>
                  </a:lnTo>
                  <a:lnTo>
                    <a:pt x="10" y="12"/>
                  </a:lnTo>
                  <a:lnTo>
                    <a:pt x="8" y="12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3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4" name="Freeform 2023"/>
            <p:cNvSpPr>
              <a:spLocks noEditPoints="1"/>
            </p:cNvSpPr>
            <p:nvPr/>
          </p:nvSpPr>
          <p:spPr bwMode="auto">
            <a:xfrm>
              <a:off x="3218" y="2222"/>
              <a:ext cx="12" cy="20"/>
            </a:xfrm>
            <a:custGeom>
              <a:avLst/>
              <a:gdLst>
                <a:gd name="T0" fmla="*/ 12 w 12"/>
                <a:gd name="T1" fmla="*/ 0 h 20"/>
                <a:gd name="T2" fmla="*/ 12 w 12"/>
                <a:gd name="T3" fmla="*/ 16 h 20"/>
                <a:gd name="T4" fmla="*/ 12 w 12"/>
                <a:gd name="T5" fmla="*/ 16 h 20"/>
                <a:gd name="T6" fmla="*/ 12 w 12"/>
                <a:gd name="T7" fmla="*/ 19 h 20"/>
                <a:gd name="T8" fmla="*/ 10 w 12"/>
                <a:gd name="T9" fmla="*/ 19 h 20"/>
                <a:gd name="T10" fmla="*/ 10 w 12"/>
                <a:gd name="T11" fmla="*/ 18 h 20"/>
                <a:gd name="T12" fmla="*/ 9 w 12"/>
                <a:gd name="T13" fmla="*/ 18 h 20"/>
                <a:gd name="T14" fmla="*/ 9 w 12"/>
                <a:gd name="T15" fmla="*/ 18 h 20"/>
                <a:gd name="T16" fmla="*/ 8 w 12"/>
                <a:gd name="T17" fmla="*/ 19 h 20"/>
                <a:gd name="T18" fmla="*/ 5 w 12"/>
                <a:gd name="T19" fmla="*/ 20 h 20"/>
                <a:gd name="T20" fmla="*/ 5 w 12"/>
                <a:gd name="T21" fmla="*/ 20 h 20"/>
                <a:gd name="T22" fmla="*/ 4 w 12"/>
                <a:gd name="T23" fmla="*/ 19 h 20"/>
                <a:gd name="T24" fmla="*/ 1 w 12"/>
                <a:gd name="T25" fmla="*/ 18 h 20"/>
                <a:gd name="T26" fmla="*/ 0 w 12"/>
                <a:gd name="T27" fmla="*/ 16 h 20"/>
                <a:gd name="T28" fmla="*/ 0 w 12"/>
                <a:gd name="T29" fmla="*/ 14 h 20"/>
                <a:gd name="T30" fmla="*/ 0 w 12"/>
                <a:gd name="T31" fmla="*/ 14 h 20"/>
                <a:gd name="T32" fmla="*/ 0 w 12"/>
                <a:gd name="T33" fmla="*/ 11 h 20"/>
                <a:gd name="T34" fmla="*/ 1 w 12"/>
                <a:gd name="T35" fmla="*/ 8 h 20"/>
                <a:gd name="T36" fmla="*/ 4 w 12"/>
                <a:gd name="T37" fmla="*/ 7 h 20"/>
                <a:gd name="T38" fmla="*/ 5 w 12"/>
                <a:gd name="T39" fmla="*/ 7 h 20"/>
                <a:gd name="T40" fmla="*/ 5 w 12"/>
                <a:gd name="T41" fmla="*/ 7 h 20"/>
                <a:gd name="T42" fmla="*/ 8 w 12"/>
                <a:gd name="T43" fmla="*/ 7 h 20"/>
                <a:gd name="T44" fmla="*/ 9 w 12"/>
                <a:gd name="T45" fmla="*/ 8 h 20"/>
                <a:gd name="T46" fmla="*/ 9 w 12"/>
                <a:gd name="T47" fmla="*/ 8 h 20"/>
                <a:gd name="T48" fmla="*/ 9 w 12"/>
                <a:gd name="T49" fmla="*/ 0 h 20"/>
                <a:gd name="T50" fmla="*/ 12 w 12"/>
                <a:gd name="T51" fmla="*/ 0 h 20"/>
                <a:gd name="T52" fmla="*/ 9 w 12"/>
                <a:gd name="T53" fmla="*/ 12 h 20"/>
                <a:gd name="T54" fmla="*/ 9 w 12"/>
                <a:gd name="T55" fmla="*/ 11 h 20"/>
                <a:gd name="T56" fmla="*/ 9 w 12"/>
                <a:gd name="T57" fmla="*/ 11 h 20"/>
                <a:gd name="T58" fmla="*/ 8 w 12"/>
                <a:gd name="T59" fmla="*/ 10 h 20"/>
                <a:gd name="T60" fmla="*/ 6 w 12"/>
                <a:gd name="T61" fmla="*/ 8 h 20"/>
                <a:gd name="T62" fmla="*/ 6 w 12"/>
                <a:gd name="T63" fmla="*/ 8 h 20"/>
                <a:gd name="T64" fmla="*/ 5 w 12"/>
                <a:gd name="T65" fmla="*/ 8 h 20"/>
                <a:gd name="T66" fmla="*/ 4 w 12"/>
                <a:gd name="T67" fmla="*/ 10 h 20"/>
                <a:gd name="T68" fmla="*/ 2 w 12"/>
                <a:gd name="T69" fmla="*/ 14 h 20"/>
                <a:gd name="T70" fmla="*/ 2 w 12"/>
                <a:gd name="T71" fmla="*/ 14 h 20"/>
                <a:gd name="T72" fmla="*/ 4 w 12"/>
                <a:gd name="T73" fmla="*/ 16 h 20"/>
                <a:gd name="T74" fmla="*/ 4 w 12"/>
                <a:gd name="T75" fmla="*/ 18 h 20"/>
                <a:gd name="T76" fmla="*/ 6 w 12"/>
                <a:gd name="T77" fmla="*/ 18 h 20"/>
                <a:gd name="T78" fmla="*/ 6 w 12"/>
                <a:gd name="T79" fmla="*/ 18 h 20"/>
                <a:gd name="T80" fmla="*/ 8 w 12"/>
                <a:gd name="T81" fmla="*/ 18 h 20"/>
                <a:gd name="T82" fmla="*/ 9 w 12"/>
                <a:gd name="T83" fmla="*/ 15 h 20"/>
                <a:gd name="T84" fmla="*/ 9 w 12"/>
                <a:gd name="T85" fmla="*/ 14 h 20"/>
                <a:gd name="T86" fmla="*/ 9 w 12"/>
                <a:gd name="T87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" h="20">
                  <a:moveTo>
                    <a:pt x="12" y="0"/>
                  </a:moveTo>
                  <a:lnTo>
                    <a:pt x="12" y="16"/>
                  </a:lnTo>
                  <a:lnTo>
                    <a:pt x="12" y="16"/>
                  </a:lnTo>
                  <a:lnTo>
                    <a:pt x="12" y="19"/>
                  </a:lnTo>
                  <a:lnTo>
                    <a:pt x="10" y="19"/>
                  </a:lnTo>
                  <a:lnTo>
                    <a:pt x="10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8" y="19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4" y="19"/>
                  </a:lnTo>
                  <a:lnTo>
                    <a:pt x="1" y="18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1" y="8"/>
                  </a:lnTo>
                  <a:lnTo>
                    <a:pt x="4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8" y="7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0"/>
                  </a:lnTo>
                  <a:lnTo>
                    <a:pt x="12" y="0"/>
                  </a:lnTo>
                  <a:close/>
                  <a:moveTo>
                    <a:pt x="9" y="12"/>
                  </a:moveTo>
                  <a:lnTo>
                    <a:pt x="9" y="11"/>
                  </a:lnTo>
                  <a:lnTo>
                    <a:pt x="9" y="11"/>
                  </a:lnTo>
                  <a:lnTo>
                    <a:pt x="8" y="10"/>
                  </a:lnTo>
                  <a:lnTo>
                    <a:pt x="6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4" y="16"/>
                  </a:lnTo>
                  <a:lnTo>
                    <a:pt x="4" y="18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8" y="18"/>
                  </a:lnTo>
                  <a:lnTo>
                    <a:pt x="9" y="15"/>
                  </a:lnTo>
                  <a:lnTo>
                    <a:pt x="9" y="14"/>
                  </a:lnTo>
                  <a:lnTo>
                    <a:pt x="9" y="1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Freeform 2024"/>
            <p:cNvSpPr>
              <a:spLocks noEditPoints="1"/>
            </p:cNvSpPr>
            <p:nvPr/>
          </p:nvSpPr>
          <p:spPr bwMode="auto">
            <a:xfrm>
              <a:off x="3233" y="2229"/>
              <a:ext cx="13" cy="13"/>
            </a:xfrm>
            <a:custGeom>
              <a:avLst/>
              <a:gdLst>
                <a:gd name="T0" fmla="*/ 13 w 13"/>
                <a:gd name="T1" fmla="*/ 7 h 13"/>
                <a:gd name="T2" fmla="*/ 13 w 13"/>
                <a:gd name="T3" fmla="*/ 7 h 13"/>
                <a:gd name="T4" fmla="*/ 12 w 13"/>
                <a:gd name="T5" fmla="*/ 9 h 13"/>
                <a:gd name="T6" fmla="*/ 10 w 13"/>
                <a:gd name="T7" fmla="*/ 11 h 13"/>
                <a:gd name="T8" fmla="*/ 9 w 13"/>
                <a:gd name="T9" fmla="*/ 12 h 13"/>
                <a:gd name="T10" fmla="*/ 6 w 13"/>
                <a:gd name="T11" fmla="*/ 13 h 13"/>
                <a:gd name="T12" fmla="*/ 6 w 13"/>
                <a:gd name="T13" fmla="*/ 13 h 13"/>
                <a:gd name="T14" fmla="*/ 4 w 13"/>
                <a:gd name="T15" fmla="*/ 12 h 13"/>
                <a:gd name="T16" fmla="*/ 2 w 13"/>
                <a:gd name="T17" fmla="*/ 11 h 13"/>
                <a:gd name="T18" fmla="*/ 1 w 13"/>
                <a:gd name="T19" fmla="*/ 9 h 13"/>
                <a:gd name="T20" fmla="*/ 0 w 13"/>
                <a:gd name="T21" fmla="*/ 7 h 13"/>
                <a:gd name="T22" fmla="*/ 0 w 13"/>
                <a:gd name="T23" fmla="*/ 7 h 13"/>
                <a:gd name="T24" fmla="*/ 1 w 13"/>
                <a:gd name="T25" fmla="*/ 4 h 13"/>
                <a:gd name="T26" fmla="*/ 2 w 13"/>
                <a:gd name="T27" fmla="*/ 1 h 13"/>
                <a:gd name="T28" fmla="*/ 4 w 13"/>
                <a:gd name="T29" fmla="*/ 0 h 13"/>
                <a:gd name="T30" fmla="*/ 6 w 13"/>
                <a:gd name="T31" fmla="*/ 0 h 13"/>
                <a:gd name="T32" fmla="*/ 6 w 13"/>
                <a:gd name="T33" fmla="*/ 0 h 13"/>
                <a:gd name="T34" fmla="*/ 9 w 13"/>
                <a:gd name="T35" fmla="*/ 0 h 13"/>
                <a:gd name="T36" fmla="*/ 10 w 13"/>
                <a:gd name="T37" fmla="*/ 1 h 13"/>
                <a:gd name="T38" fmla="*/ 12 w 13"/>
                <a:gd name="T39" fmla="*/ 4 h 13"/>
                <a:gd name="T40" fmla="*/ 13 w 13"/>
                <a:gd name="T41" fmla="*/ 7 h 13"/>
                <a:gd name="T42" fmla="*/ 13 w 13"/>
                <a:gd name="T43" fmla="*/ 7 h 13"/>
                <a:gd name="T44" fmla="*/ 2 w 13"/>
                <a:gd name="T45" fmla="*/ 7 h 13"/>
                <a:gd name="T46" fmla="*/ 2 w 13"/>
                <a:gd name="T47" fmla="*/ 7 h 13"/>
                <a:gd name="T48" fmla="*/ 4 w 13"/>
                <a:gd name="T49" fmla="*/ 9 h 13"/>
                <a:gd name="T50" fmla="*/ 6 w 13"/>
                <a:gd name="T51" fmla="*/ 11 h 13"/>
                <a:gd name="T52" fmla="*/ 6 w 13"/>
                <a:gd name="T53" fmla="*/ 11 h 13"/>
                <a:gd name="T54" fmla="*/ 9 w 13"/>
                <a:gd name="T55" fmla="*/ 9 h 13"/>
                <a:gd name="T56" fmla="*/ 10 w 13"/>
                <a:gd name="T57" fmla="*/ 7 h 13"/>
                <a:gd name="T58" fmla="*/ 10 w 13"/>
                <a:gd name="T59" fmla="*/ 7 h 13"/>
                <a:gd name="T60" fmla="*/ 9 w 13"/>
                <a:gd name="T61" fmla="*/ 3 h 13"/>
                <a:gd name="T62" fmla="*/ 8 w 13"/>
                <a:gd name="T63" fmla="*/ 1 h 13"/>
                <a:gd name="T64" fmla="*/ 6 w 13"/>
                <a:gd name="T65" fmla="*/ 1 h 13"/>
                <a:gd name="T66" fmla="*/ 6 w 13"/>
                <a:gd name="T67" fmla="*/ 1 h 13"/>
                <a:gd name="T68" fmla="*/ 5 w 13"/>
                <a:gd name="T69" fmla="*/ 1 h 13"/>
                <a:gd name="T70" fmla="*/ 4 w 13"/>
                <a:gd name="T71" fmla="*/ 3 h 13"/>
                <a:gd name="T72" fmla="*/ 2 w 13"/>
                <a:gd name="T73" fmla="*/ 7 h 13"/>
                <a:gd name="T74" fmla="*/ 2 w 13"/>
                <a:gd name="T7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" h="13">
                  <a:moveTo>
                    <a:pt x="13" y="7"/>
                  </a:moveTo>
                  <a:lnTo>
                    <a:pt x="13" y="7"/>
                  </a:lnTo>
                  <a:lnTo>
                    <a:pt x="12" y="9"/>
                  </a:lnTo>
                  <a:lnTo>
                    <a:pt x="10" y="11"/>
                  </a:lnTo>
                  <a:lnTo>
                    <a:pt x="9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1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2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0"/>
                  </a:lnTo>
                  <a:lnTo>
                    <a:pt x="10" y="1"/>
                  </a:lnTo>
                  <a:lnTo>
                    <a:pt x="12" y="4"/>
                  </a:lnTo>
                  <a:lnTo>
                    <a:pt x="13" y="7"/>
                  </a:lnTo>
                  <a:lnTo>
                    <a:pt x="13" y="7"/>
                  </a:lnTo>
                  <a:close/>
                  <a:moveTo>
                    <a:pt x="2" y="7"/>
                  </a:moveTo>
                  <a:lnTo>
                    <a:pt x="2" y="7"/>
                  </a:lnTo>
                  <a:lnTo>
                    <a:pt x="4" y="9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9" y="9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Rectangle 2025"/>
            <p:cNvSpPr>
              <a:spLocks noChangeArrowheads="1"/>
            </p:cNvSpPr>
            <p:nvPr/>
          </p:nvSpPr>
          <p:spPr bwMode="auto">
            <a:xfrm>
              <a:off x="3249" y="2222"/>
              <a:ext cx="2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Freeform 2026"/>
            <p:cNvSpPr>
              <a:spLocks noEditPoints="1"/>
            </p:cNvSpPr>
            <p:nvPr/>
          </p:nvSpPr>
          <p:spPr bwMode="auto">
            <a:xfrm>
              <a:off x="3254" y="2229"/>
              <a:ext cx="12" cy="13"/>
            </a:xfrm>
            <a:custGeom>
              <a:avLst/>
              <a:gdLst>
                <a:gd name="T0" fmla="*/ 12 w 12"/>
                <a:gd name="T1" fmla="*/ 7 h 13"/>
                <a:gd name="T2" fmla="*/ 12 w 12"/>
                <a:gd name="T3" fmla="*/ 7 h 13"/>
                <a:gd name="T4" fmla="*/ 12 w 12"/>
                <a:gd name="T5" fmla="*/ 9 h 13"/>
                <a:gd name="T6" fmla="*/ 11 w 12"/>
                <a:gd name="T7" fmla="*/ 11 h 13"/>
                <a:gd name="T8" fmla="*/ 8 w 12"/>
                <a:gd name="T9" fmla="*/ 12 h 13"/>
                <a:gd name="T10" fmla="*/ 6 w 12"/>
                <a:gd name="T11" fmla="*/ 13 h 13"/>
                <a:gd name="T12" fmla="*/ 6 w 12"/>
                <a:gd name="T13" fmla="*/ 13 h 13"/>
                <a:gd name="T14" fmla="*/ 4 w 12"/>
                <a:gd name="T15" fmla="*/ 12 h 13"/>
                <a:gd name="T16" fmla="*/ 1 w 12"/>
                <a:gd name="T17" fmla="*/ 11 h 13"/>
                <a:gd name="T18" fmla="*/ 0 w 12"/>
                <a:gd name="T19" fmla="*/ 9 h 13"/>
                <a:gd name="T20" fmla="*/ 0 w 12"/>
                <a:gd name="T21" fmla="*/ 7 h 13"/>
                <a:gd name="T22" fmla="*/ 0 w 12"/>
                <a:gd name="T23" fmla="*/ 7 h 13"/>
                <a:gd name="T24" fmla="*/ 0 w 12"/>
                <a:gd name="T25" fmla="*/ 4 h 13"/>
                <a:gd name="T26" fmla="*/ 1 w 12"/>
                <a:gd name="T27" fmla="*/ 1 h 13"/>
                <a:gd name="T28" fmla="*/ 4 w 12"/>
                <a:gd name="T29" fmla="*/ 0 h 13"/>
                <a:gd name="T30" fmla="*/ 7 w 12"/>
                <a:gd name="T31" fmla="*/ 0 h 13"/>
                <a:gd name="T32" fmla="*/ 7 w 12"/>
                <a:gd name="T33" fmla="*/ 0 h 13"/>
                <a:gd name="T34" fmla="*/ 8 w 12"/>
                <a:gd name="T35" fmla="*/ 0 h 13"/>
                <a:gd name="T36" fmla="*/ 11 w 12"/>
                <a:gd name="T37" fmla="*/ 1 h 13"/>
                <a:gd name="T38" fmla="*/ 12 w 12"/>
                <a:gd name="T39" fmla="*/ 4 h 13"/>
                <a:gd name="T40" fmla="*/ 12 w 12"/>
                <a:gd name="T41" fmla="*/ 7 h 13"/>
                <a:gd name="T42" fmla="*/ 12 w 12"/>
                <a:gd name="T43" fmla="*/ 7 h 13"/>
                <a:gd name="T44" fmla="*/ 3 w 12"/>
                <a:gd name="T45" fmla="*/ 7 h 13"/>
                <a:gd name="T46" fmla="*/ 3 w 12"/>
                <a:gd name="T47" fmla="*/ 7 h 13"/>
                <a:gd name="T48" fmla="*/ 3 w 12"/>
                <a:gd name="T49" fmla="*/ 9 h 13"/>
                <a:gd name="T50" fmla="*/ 6 w 12"/>
                <a:gd name="T51" fmla="*/ 11 h 13"/>
                <a:gd name="T52" fmla="*/ 6 w 12"/>
                <a:gd name="T53" fmla="*/ 11 h 13"/>
                <a:gd name="T54" fmla="*/ 10 w 12"/>
                <a:gd name="T55" fmla="*/ 9 h 13"/>
                <a:gd name="T56" fmla="*/ 10 w 12"/>
                <a:gd name="T57" fmla="*/ 7 h 13"/>
                <a:gd name="T58" fmla="*/ 10 w 12"/>
                <a:gd name="T59" fmla="*/ 7 h 13"/>
                <a:gd name="T60" fmla="*/ 10 w 12"/>
                <a:gd name="T61" fmla="*/ 3 h 13"/>
                <a:gd name="T62" fmla="*/ 8 w 12"/>
                <a:gd name="T63" fmla="*/ 1 h 13"/>
                <a:gd name="T64" fmla="*/ 7 w 12"/>
                <a:gd name="T65" fmla="*/ 1 h 13"/>
                <a:gd name="T66" fmla="*/ 7 w 12"/>
                <a:gd name="T67" fmla="*/ 1 h 13"/>
                <a:gd name="T68" fmla="*/ 4 w 12"/>
                <a:gd name="T69" fmla="*/ 1 h 13"/>
                <a:gd name="T70" fmla="*/ 3 w 12"/>
                <a:gd name="T71" fmla="*/ 3 h 13"/>
                <a:gd name="T72" fmla="*/ 3 w 12"/>
                <a:gd name="T73" fmla="*/ 7 h 13"/>
                <a:gd name="T74" fmla="*/ 3 w 12"/>
                <a:gd name="T7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lnTo>
                    <a:pt x="12" y="7"/>
                  </a:lnTo>
                  <a:lnTo>
                    <a:pt x="12" y="9"/>
                  </a:lnTo>
                  <a:lnTo>
                    <a:pt x="11" y="11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1" y="11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1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1" y="1"/>
                  </a:lnTo>
                  <a:lnTo>
                    <a:pt x="12" y="4"/>
                  </a:lnTo>
                  <a:lnTo>
                    <a:pt x="12" y="7"/>
                  </a:lnTo>
                  <a:lnTo>
                    <a:pt x="12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9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3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4" y="1"/>
                  </a:lnTo>
                  <a:lnTo>
                    <a:pt x="3" y="3"/>
                  </a:lnTo>
                  <a:lnTo>
                    <a:pt x="3" y="7"/>
                  </a:lnTo>
                  <a:lnTo>
                    <a:pt x="3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Freeform 2027"/>
            <p:cNvSpPr>
              <a:spLocks/>
            </p:cNvSpPr>
            <p:nvPr/>
          </p:nvSpPr>
          <p:spPr bwMode="auto">
            <a:xfrm>
              <a:off x="3269" y="2229"/>
              <a:ext cx="7" cy="12"/>
            </a:xfrm>
            <a:custGeom>
              <a:avLst/>
              <a:gdLst>
                <a:gd name="T0" fmla="*/ 0 w 7"/>
                <a:gd name="T1" fmla="*/ 4 h 12"/>
                <a:gd name="T2" fmla="*/ 0 w 7"/>
                <a:gd name="T3" fmla="*/ 4 h 12"/>
                <a:gd name="T4" fmla="*/ 0 w 7"/>
                <a:gd name="T5" fmla="*/ 0 h 12"/>
                <a:gd name="T6" fmla="*/ 3 w 7"/>
                <a:gd name="T7" fmla="*/ 0 h 12"/>
                <a:gd name="T8" fmla="*/ 3 w 7"/>
                <a:gd name="T9" fmla="*/ 3 h 12"/>
                <a:gd name="T10" fmla="*/ 3 w 7"/>
                <a:gd name="T11" fmla="*/ 3 h 12"/>
                <a:gd name="T12" fmla="*/ 3 w 7"/>
                <a:gd name="T13" fmla="*/ 3 h 12"/>
                <a:gd name="T14" fmla="*/ 4 w 7"/>
                <a:gd name="T15" fmla="*/ 0 h 12"/>
                <a:gd name="T16" fmla="*/ 7 w 7"/>
                <a:gd name="T17" fmla="*/ 0 h 12"/>
                <a:gd name="T18" fmla="*/ 7 w 7"/>
                <a:gd name="T19" fmla="*/ 0 h 12"/>
                <a:gd name="T20" fmla="*/ 7 w 7"/>
                <a:gd name="T21" fmla="*/ 1 h 12"/>
                <a:gd name="T22" fmla="*/ 7 w 7"/>
                <a:gd name="T23" fmla="*/ 1 h 12"/>
                <a:gd name="T24" fmla="*/ 7 w 7"/>
                <a:gd name="T25" fmla="*/ 1 h 12"/>
                <a:gd name="T26" fmla="*/ 4 w 7"/>
                <a:gd name="T27" fmla="*/ 3 h 12"/>
                <a:gd name="T28" fmla="*/ 3 w 7"/>
                <a:gd name="T29" fmla="*/ 5 h 12"/>
                <a:gd name="T30" fmla="*/ 3 w 7"/>
                <a:gd name="T31" fmla="*/ 5 h 12"/>
                <a:gd name="T32" fmla="*/ 3 w 7"/>
                <a:gd name="T33" fmla="*/ 12 h 12"/>
                <a:gd name="T34" fmla="*/ 0 w 7"/>
                <a:gd name="T35" fmla="*/ 12 h 12"/>
                <a:gd name="T36" fmla="*/ 0 w 7"/>
                <a:gd name="T37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" h="12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4" y="3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12"/>
                  </a:lnTo>
                  <a:lnTo>
                    <a:pt x="0" y="1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Freeform 2028"/>
            <p:cNvSpPr>
              <a:spLocks/>
            </p:cNvSpPr>
            <p:nvPr/>
          </p:nvSpPr>
          <p:spPr bwMode="auto">
            <a:xfrm>
              <a:off x="3276" y="2238"/>
              <a:ext cx="4" cy="4"/>
            </a:xfrm>
            <a:custGeom>
              <a:avLst/>
              <a:gdLst>
                <a:gd name="T0" fmla="*/ 0 w 4"/>
                <a:gd name="T1" fmla="*/ 2 h 4"/>
                <a:gd name="T2" fmla="*/ 0 w 4"/>
                <a:gd name="T3" fmla="*/ 2 h 4"/>
                <a:gd name="T4" fmla="*/ 1 w 4"/>
                <a:gd name="T5" fmla="*/ 2 h 4"/>
                <a:gd name="T6" fmla="*/ 2 w 4"/>
                <a:gd name="T7" fmla="*/ 0 h 4"/>
                <a:gd name="T8" fmla="*/ 2 w 4"/>
                <a:gd name="T9" fmla="*/ 0 h 4"/>
                <a:gd name="T10" fmla="*/ 2 w 4"/>
                <a:gd name="T11" fmla="*/ 2 h 4"/>
                <a:gd name="T12" fmla="*/ 4 w 4"/>
                <a:gd name="T13" fmla="*/ 2 h 4"/>
                <a:gd name="T14" fmla="*/ 4 w 4"/>
                <a:gd name="T15" fmla="*/ 2 h 4"/>
                <a:gd name="T16" fmla="*/ 2 w 4"/>
                <a:gd name="T17" fmla="*/ 3 h 4"/>
                <a:gd name="T18" fmla="*/ 2 w 4"/>
                <a:gd name="T19" fmla="*/ 4 h 4"/>
                <a:gd name="T20" fmla="*/ 2 w 4"/>
                <a:gd name="T21" fmla="*/ 4 h 4"/>
                <a:gd name="T22" fmla="*/ 1 w 4"/>
                <a:gd name="T23" fmla="*/ 3 h 4"/>
                <a:gd name="T24" fmla="*/ 0 w 4"/>
                <a:gd name="T25" fmla="*/ 2 h 4"/>
                <a:gd name="T26" fmla="*/ 0 w 4"/>
                <a:gd name="T2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Freeform 2029"/>
            <p:cNvSpPr>
              <a:spLocks noEditPoints="1"/>
            </p:cNvSpPr>
            <p:nvPr/>
          </p:nvSpPr>
          <p:spPr bwMode="auto">
            <a:xfrm>
              <a:off x="3287" y="2223"/>
              <a:ext cx="14" cy="18"/>
            </a:xfrm>
            <a:custGeom>
              <a:avLst/>
              <a:gdLst>
                <a:gd name="T0" fmla="*/ 4 w 14"/>
                <a:gd name="T1" fmla="*/ 13 h 18"/>
                <a:gd name="T2" fmla="*/ 2 w 14"/>
                <a:gd name="T3" fmla="*/ 18 h 18"/>
                <a:gd name="T4" fmla="*/ 0 w 14"/>
                <a:gd name="T5" fmla="*/ 18 h 18"/>
                <a:gd name="T6" fmla="*/ 6 w 14"/>
                <a:gd name="T7" fmla="*/ 0 h 18"/>
                <a:gd name="T8" fmla="*/ 9 w 14"/>
                <a:gd name="T9" fmla="*/ 0 h 18"/>
                <a:gd name="T10" fmla="*/ 14 w 14"/>
                <a:gd name="T11" fmla="*/ 18 h 18"/>
                <a:gd name="T12" fmla="*/ 12 w 14"/>
                <a:gd name="T13" fmla="*/ 18 h 18"/>
                <a:gd name="T14" fmla="*/ 10 w 14"/>
                <a:gd name="T15" fmla="*/ 13 h 18"/>
                <a:gd name="T16" fmla="*/ 4 w 14"/>
                <a:gd name="T17" fmla="*/ 13 h 18"/>
                <a:gd name="T18" fmla="*/ 10 w 14"/>
                <a:gd name="T19" fmla="*/ 11 h 18"/>
                <a:gd name="T20" fmla="*/ 8 w 14"/>
                <a:gd name="T21" fmla="*/ 6 h 18"/>
                <a:gd name="T22" fmla="*/ 8 w 14"/>
                <a:gd name="T23" fmla="*/ 6 h 18"/>
                <a:gd name="T24" fmla="*/ 8 w 14"/>
                <a:gd name="T25" fmla="*/ 3 h 18"/>
                <a:gd name="T26" fmla="*/ 8 w 14"/>
                <a:gd name="T27" fmla="*/ 3 h 18"/>
                <a:gd name="T28" fmla="*/ 8 w 14"/>
                <a:gd name="T29" fmla="*/ 3 h 18"/>
                <a:gd name="T30" fmla="*/ 6 w 14"/>
                <a:gd name="T31" fmla="*/ 6 h 18"/>
                <a:gd name="T32" fmla="*/ 5 w 14"/>
                <a:gd name="T33" fmla="*/ 11 h 18"/>
                <a:gd name="T34" fmla="*/ 10 w 14"/>
                <a:gd name="T35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" h="18">
                  <a:moveTo>
                    <a:pt x="4" y="13"/>
                  </a:moveTo>
                  <a:lnTo>
                    <a:pt x="2" y="18"/>
                  </a:lnTo>
                  <a:lnTo>
                    <a:pt x="0" y="18"/>
                  </a:lnTo>
                  <a:lnTo>
                    <a:pt x="6" y="0"/>
                  </a:lnTo>
                  <a:lnTo>
                    <a:pt x="9" y="0"/>
                  </a:lnTo>
                  <a:lnTo>
                    <a:pt x="14" y="18"/>
                  </a:lnTo>
                  <a:lnTo>
                    <a:pt x="12" y="18"/>
                  </a:lnTo>
                  <a:lnTo>
                    <a:pt x="10" y="13"/>
                  </a:lnTo>
                  <a:lnTo>
                    <a:pt x="4" y="13"/>
                  </a:lnTo>
                  <a:close/>
                  <a:moveTo>
                    <a:pt x="10" y="11"/>
                  </a:moveTo>
                  <a:lnTo>
                    <a:pt x="8" y="6"/>
                  </a:lnTo>
                  <a:lnTo>
                    <a:pt x="8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6"/>
                  </a:lnTo>
                  <a:lnTo>
                    <a:pt x="5" y="11"/>
                  </a:lnTo>
                  <a:lnTo>
                    <a:pt x="10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Rectangle 2030"/>
            <p:cNvSpPr>
              <a:spLocks noChangeArrowheads="1"/>
            </p:cNvSpPr>
            <p:nvPr/>
          </p:nvSpPr>
          <p:spPr bwMode="auto">
            <a:xfrm>
              <a:off x="3304" y="2222"/>
              <a:ext cx="3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Freeform 2031"/>
            <p:cNvSpPr>
              <a:spLocks noEditPoints="1"/>
            </p:cNvSpPr>
            <p:nvPr/>
          </p:nvSpPr>
          <p:spPr bwMode="auto">
            <a:xfrm>
              <a:off x="3311" y="2223"/>
              <a:ext cx="3" cy="18"/>
            </a:xfrm>
            <a:custGeom>
              <a:avLst/>
              <a:gdLst>
                <a:gd name="T0" fmla="*/ 3 w 3"/>
                <a:gd name="T1" fmla="*/ 2 h 18"/>
                <a:gd name="T2" fmla="*/ 3 w 3"/>
                <a:gd name="T3" fmla="*/ 2 h 18"/>
                <a:gd name="T4" fmla="*/ 1 w 3"/>
                <a:gd name="T5" fmla="*/ 3 h 18"/>
                <a:gd name="T6" fmla="*/ 1 w 3"/>
                <a:gd name="T7" fmla="*/ 3 h 18"/>
                <a:gd name="T8" fmla="*/ 1 w 3"/>
                <a:gd name="T9" fmla="*/ 3 h 18"/>
                <a:gd name="T10" fmla="*/ 0 w 3"/>
                <a:gd name="T11" fmla="*/ 3 h 18"/>
                <a:gd name="T12" fmla="*/ 0 w 3"/>
                <a:gd name="T13" fmla="*/ 2 h 18"/>
                <a:gd name="T14" fmla="*/ 0 w 3"/>
                <a:gd name="T15" fmla="*/ 2 h 18"/>
                <a:gd name="T16" fmla="*/ 0 w 3"/>
                <a:gd name="T17" fmla="*/ 0 h 18"/>
                <a:gd name="T18" fmla="*/ 1 w 3"/>
                <a:gd name="T19" fmla="*/ 0 h 18"/>
                <a:gd name="T20" fmla="*/ 1 w 3"/>
                <a:gd name="T21" fmla="*/ 0 h 18"/>
                <a:gd name="T22" fmla="*/ 1 w 3"/>
                <a:gd name="T23" fmla="*/ 0 h 18"/>
                <a:gd name="T24" fmla="*/ 3 w 3"/>
                <a:gd name="T25" fmla="*/ 2 h 18"/>
                <a:gd name="T26" fmla="*/ 3 w 3"/>
                <a:gd name="T27" fmla="*/ 2 h 18"/>
                <a:gd name="T28" fmla="*/ 0 w 3"/>
                <a:gd name="T29" fmla="*/ 18 h 18"/>
                <a:gd name="T30" fmla="*/ 0 w 3"/>
                <a:gd name="T31" fmla="*/ 6 h 18"/>
                <a:gd name="T32" fmla="*/ 3 w 3"/>
                <a:gd name="T33" fmla="*/ 6 h 18"/>
                <a:gd name="T34" fmla="*/ 3 w 3"/>
                <a:gd name="T35" fmla="*/ 18 h 18"/>
                <a:gd name="T36" fmla="*/ 0 w 3"/>
                <a:gd name="T3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" h="18">
                  <a:moveTo>
                    <a:pt x="3" y="2"/>
                  </a:moveTo>
                  <a:lnTo>
                    <a:pt x="3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" y="2"/>
                  </a:lnTo>
                  <a:lnTo>
                    <a:pt x="3" y="2"/>
                  </a:lnTo>
                  <a:close/>
                  <a:moveTo>
                    <a:pt x="0" y="18"/>
                  </a:moveTo>
                  <a:lnTo>
                    <a:pt x="0" y="6"/>
                  </a:lnTo>
                  <a:lnTo>
                    <a:pt x="3" y="6"/>
                  </a:lnTo>
                  <a:lnTo>
                    <a:pt x="3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Freeform 2032"/>
            <p:cNvSpPr>
              <a:spLocks noEditPoints="1"/>
            </p:cNvSpPr>
            <p:nvPr/>
          </p:nvSpPr>
          <p:spPr bwMode="auto">
            <a:xfrm>
              <a:off x="3316" y="2229"/>
              <a:ext cx="12" cy="17"/>
            </a:xfrm>
            <a:custGeom>
              <a:avLst/>
              <a:gdLst>
                <a:gd name="T0" fmla="*/ 10 w 12"/>
                <a:gd name="T1" fmla="*/ 11 h 17"/>
                <a:gd name="T2" fmla="*/ 10 w 12"/>
                <a:gd name="T3" fmla="*/ 11 h 17"/>
                <a:gd name="T4" fmla="*/ 10 w 12"/>
                <a:gd name="T5" fmla="*/ 11 h 17"/>
                <a:gd name="T6" fmla="*/ 8 w 12"/>
                <a:gd name="T7" fmla="*/ 12 h 17"/>
                <a:gd name="T8" fmla="*/ 6 w 12"/>
                <a:gd name="T9" fmla="*/ 13 h 17"/>
                <a:gd name="T10" fmla="*/ 6 w 12"/>
                <a:gd name="T11" fmla="*/ 13 h 17"/>
                <a:gd name="T12" fmla="*/ 3 w 12"/>
                <a:gd name="T13" fmla="*/ 12 h 17"/>
                <a:gd name="T14" fmla="*/ 2 w 12"/>
                <a:gd name="T15" fmla="*/ 11 h 17"/>
                <a:gd name="T16" fmla="*/ 0 w 12"/>
                <a:gd name="T17" fmla="*/ 9 h 17"/>
                <a:gd name="T18" fmla="*/ 0 w 12"/>
                <a:gd name="T19" fmla="*/ 7 h 17"/>
                <a:gd name="T20" fmla="*/ 0 w 12"/>
                <a:gd name="T21" fmla="*/ 7 h 17"/>
                <a:gd name="T22" fmla="*/ 0 w 12"/>
                <a:gd name="T23" fmla="*/ 3 h 17"/>
                <a:gd name="T24" fmla="*/ 2 w 12"/>
                <a:gd name="T25" fmla="*/ 1 h 17"/>
                <a:gd name="T26" fmla="*/ 4 w 12"/>
                <a:gd name="T27" fmla="*/ 0 h 17"/>
                <a:gd name="T28" fmla="*/ 6 w 12"/>
                <a:gd name="T29" fmla="*/ 0 h 17"/>
                <a:gd name="T30" fmla="*/ 6 w 12"/>
                <a:gd name="T31" fmla="*/ 0 h 17"/>
                <a:gd name="T32" fmla="*/ 8 w 12"/>
                <a:gd name="T33" fmla="*/ 0 h 17"/>
                <a:gd name="T34" fmla="*/ 10 w 12"/>
                <a:gd name="T35" fmla="*/ 1 h 17"/>
                <a:gd name="T36" fmla="*/ 10 w 12"/>
                <a:gd name="T37" fmla="*/ 1 h 17"/>
                <a:gd name="T38" fmla="*/ 10 w 12"/>
                <a:gd name="T39" fmla="*/ 0 h 17"/>
                <a:gd name="T40" fmla="*/ 12 w 12"/>
                <a:gd name="T41" fmla="*/ 0 h 17"/>
                <a:gd name="T42" fmla="*/ 12 w 12"/>
                <a:gd name="T43" fmla="*/ 0 h 17"/>
                <a:gd name="T44" fmla="*/ 12 w 12"/>
                <a:gd name="T45" fmla="*/ 4 h 17"/>
                <a:gd name="T46" fmla="*/ 12 w 12"/>
                <a:gd name="T47" fmla="*/ 17 h 17"/>
                <a:gd name="T48" fmla="*/ 10 w 12"/>
                <a:gd name="T49" fmla="*/ 17 h 17"/>
                <a:gd name="T50" fmla="*/ 10 w 12"/>
                <a:gd name="T51" fmla="*/ 11 h 17"/>
                <a:gd name="T52" fmla="*/ 10 w 12"/>
                <a:gd name="T53" fmla="*/ 5 h 17"/>
                <a:gd name="T54" fmla="*/ 10 w 12"/>
                <a:gd name="T55" fmla="*/ 4 h 17"/>
                <a:gd name="T56" fmla="*/ 10 w 12"/>
                <a:gd name="T57" fmla="*/ 4 h 17"/>
                <a:gd name="T58" fmla="*/ 8 w 12"/>
                <a:gd name="T59" fmla="*/ 3 h 17"/>
                <a:gd name="T60" fmla="*/ 6 w 12"/>
                <a:gd name="T61" fmla="*/ 1 h 17"/>
                <a:gd name="T62" fmla="*/ 6 w 12"/>
                <a:gd name="T63" fmla="*/ 1 h 17"/>
                <a:gd name="T64" fmla="*/ 3 w 12"/>
                <a:gd name="T65" fmla="*/ 3 h 17"/>
                <a:gd name="T66" fmla="*/ 3 w 12"/>
                <a:gd name="T67" fmla="*/ 7 h 17"/>
                <a:gd name="T68" fmla="*/ 3 w 12"/>
                <a:gd name="T69" fmla="*/ 7 h 17"/>
                <a:gd name="T70" fmla="*/ 3 w 12"/>
                <a:gd name="T71" fmla="*/ 9 h 17"/>
                <a:gd name="T72" fmla="*/ 4 w 12"/>
                <a:gd name="T73" fmla="*/ 11 h 17"/>
                <a:gd name="T74" fmla="*/ 6 w 12"/>
                <a:gd name="T75" fmla="*/ 11 h 17"/>
                <a:gd name="T76" fmla="*/ 6 w 12"/>
                <a:gd name="T77" fmla="*/ 11 h 17"/>
                <a:gd name="T78" fmla="*/ 8 w 12"/>
                <a:gd name="T79" fmla="*/ 11 h 17"/>
                <a:gd name="T80" fmla="*/ 10 w 12"/>
                <a:gd name="T81" fmla="*/ 8 h 17"/>
                <a:gd name="T82" fmla="*/ 10 w 12"/>
                <a:gd name="T83" fmla="*/ 8 h 17"/>
                <a:gd name="T84" fmla="*/ 10 w 12"/>
                <a:gd name="T85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" h="17">
                  <a:moveTo>
                    <a:pt x="10" y="11"/>
                  </a:moveTo>
                  <a:lnTo>
                    <a:pt x="10" y="11"/>
                  </a:lnTo>
                  <a:lnTo>
                    <a:pt x="10" y="11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3"/>
                  </a:lnTo>
                  <a:lnTo>
                    <a:pt x="2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10" y="11"/>
                  </a:lnTo>
                  <a:close/>
                  <a:moveTo>
                    <a:pt x="10" y="5"/>
                  </a:moveTo>
                  <a:lnTo>
                    <a:pt x="10" y="4"/>
                  </a:lnTo>
                  <a:lnTo>
                    <a:pt x="10" y="4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1"/>
                  </a:lnTo>
                  <a:lnTo>
                    <a:pt x="3" y="3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8" y="11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0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Freeform 2033"/>
            <p:cNvSpPr>
              <a:spLocks/>
            </p:cNvSpPr>
            <p:nvPr/>
          </p:nvSpPr>
          <p:spPr bwMode="auto">
            <a:xfrm>
              <a:off x="3332" y="2229"/>
              <a:ext cx="11" cy="13"/>
            </a:xfrm>
            <a:custGeom>
              <a:avLst/>
              <a:gdLst>
                <a:gd name="T0" fmla="*/ 11 w 11"/>
                <a:gd name="T1" fmla="*/ 9 h 13"/>
                <a:gd name="T2" fmla="*/ 11 w 11"/>
                <a:gd name="T3" fmla="*/ 9 h 13"/>
                <a:gd name="T4" fmla="*/ 11 w 11"/>
                <a:gd name="T5" fmla="*/ 12 h 13"/>
                <a:gd name="T6" fmla="*/ 9 w 11"/>
                <a:gd name="T7" fmla="*/ 12 h 13"/>
                <a:gd name="T8" fmla="*/ 9 w 11"/>
                <a:gd name="T9" fmla="*/ 11 h 13"/>
                <a:gd name="T10" fmla="*/ 9 w 11"/>
                <a:gd name="T11" fmla="*/ 11 h 13"/>
                <a:gd name="T12" fmla="*/ 9 w 11"/>
                <a:gd name="T13" fmla="*/ 11 h 13"/>
                <a:gd name="T14" fmla="*/ 7 w 11"/>
                <a:gd name="T15" fmla="*/ 12 h 13"/>
                <a:gd name="T16" fmla="*/ 4 w 11"/>
                <a:gd name="T17" fmla="*/ 13 h 13"/>
                <a:gd name="T18" fmla="*/ 4 w 11"/>
                <a:gd name="T19" fmla="*/ 13 h 13"/>
                <a:gd name="T20" fmla="*/ 2 w 11"/>
                <a:gd name="T21" fmla="*/ 12 h 13"/>
                <a:gd name="T22" fmla="*/ 0 w 11"/>
                <a:gd name="T23" fmla="*/ 11 h 13"/>
                <a:gd name="T24" fmla="*/ 0 w 11"/>
                <a:gd name="T25" fmla="*/ 7 h 13"/>
                <a:gd name="T26" fmla="*/ 0 w 11"/>
                <a:gd name="T27" fmla="*/ 0 h 13"/>
                <a:gd name="T28" fmla="*/ 2 w 11"/>
                <a:gd name="T29" fmla="*/ 0 h 13"/>
                <a:gd name="T30" fmla="*/ 2 w 11"/>
                <a:gd name="T31" fmla="*/ 7 h 13"/>
                <a:gd name="T32" fmla="*/ 2 w 11"/>
                <a:gd name="T33" fmla="*/ 7 h 13"/>
                <a:gd name="T34" fmla="*/ 3 w 11"/>
                <a:gd name="T35" fmla="*/ 9 h 13"/>
                <a:gd name="T36" fmla="*/ 4 w 11"/>
                <a:gd name="T37" fmla="*/ 11 h 13"/>
                <a:gd name="T38" fmla="*/ 4 w 11"/>
                <a:gd name="T39" fmla="*/ 11 h 13"/>
                <a:gd name="T40" fmla="*/ 7 w 11"/>
                <a:gd name="T41" fmla="*/ 11 h 13"/>
                <a:gd name="T42" fmla="*/ 9 w 11"/>
                <a:gd name="T43" fmla="*/ 9 h 13"/>
                <a:gd name="T44" fmla="*/ 9 w 11"/>
                <a:gd name="T45" fmla="*/ 8 h 13"/>
                <a:gd name="T46" fmla="*/ 9 w 11"/>
                <a:gd name="T47" fmla="*/ 0 h 13"/>
                <a:gd name="T48" fmla="*/ 11 w 11"/>
                <a:gd name="T49" fmla="*/ 0 h 13"/>
                <a:gd name="T50" fmla="*/ 11 w 11"/>
                <a:gd name="T51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3">
                  <a:moveTo>
                    <a:pt x="11" y="9"/>
                  </a:moveTo>
                  <a:lnTo>
                    <a:pt x="11" y="9"/>
                  </a:lnTo>
                  <a:lnTo>
                    <a:pt x="11" y="12"/>
                  </a:lnTo>
                  <a:lnTo>
                    <a:pt x="9" y="12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7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3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7" y="11"/>
                  </a:lnTo>
                  <a:lnTo>
                    <a:pt x="9" y="9"/>
                  </a:lnTo>
                  <a:lnTo>
                    <a:pt x="9" y="8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Freeform 2034"/>
            <p:cNvSpPr>
              <a:spLocks noEditPoints="1"/>
            </p:cNvSpPr>
            <p:nvPr/>
          </p:nvSpPr>
          <p:spPr bwMode="auto">
            <a:xfrm>
              <a:off x="3346" y="2229"/>
              <a:ext cx="9" cy="13"/>
            </a:xfrm>
            <a:custGeom>
              <a:avLst/>
              <a:gdLst>
                <a:gd name="T0" fmla="*/ 8 w 9"/>
                <a:gd name="T1" fmla="*/ 12 h 13"/>
                <a:gd name="T2" fmla="*/ 8 w 9"/>
                <a:gd name="T3" fmla="*/ 11 h 13"/>
                <a:gd name="T4" fmla="*/ 8 w 9"/>
                <a:gd name="T5" fmla="*/ 11 h 13"/>
                <a:gd name="T6" fmla="*/ 8 w 9"/>
                <a:gd name="T7" fmla="*/ 11 h 13"/>
                <a:gd name="T8" fmla="*/ 5 w 9"/>
                <a:gd name="T9" fmla="*/ 12 h 13"/>
                <a:gd name="T10" fmla="*/ 4 w 9"/>
                <a:gd name="T11" fmla="*/ 13 h 13"/>
                <a:gd name="T12" fmla="*/ 4 w 9"/>
                <a:gd name="T13" fmla="*/ 13 h 13"/>
                <a:gd name="T14" fmla="*/ 0 w 9"/>
                <a:gd name="T15" fmla="*/ 12 h 13"/>
                <a:gd name="T16" fmla="*/ 0 w 9"/>
                <a:gd name="T17" fmla="*/ 9 h 13"/>
                <a:gd name="T18" fmla="*/ 0 w 9"/>
                <a:gd name="T19" fmla="*/ 9 h 13"/>
                <a:gd name="T20" fmla="*/ 0 w 9"/>
                <a:gd name="T21" fmla="*/ 7 h 13"/>
                <a:gd name="T22" fmla="*/ 1 w 9"/>
                <a:gd name="T23" fmla="*/ 5 h 13"/>
                <a:gd name="T24" fmla="*/ 7 w 9"/>
                <a:gd name="T25" fmla="*/ 4 h 13"/>
                <a:gd name="T26" fmla="*/ 7 w 9"/>
                <a:gd name="T27" fmla="*/ 4 h 13"/>
                <a:gd name="T28" fmla="*/ 7 w 9"/>
                <a:gd name="T29" fmla="*/ 4 h 13"/>
                <a:gd name="T30" fmla="*/ 7 w 9"/>
                <a:gd name="T31" fmla="*/ 3 h 13"/>
                <a:gd name="T32" fmla="*/ 4 w 9"/>
                <a:gd name="T33" fmla="*/ 1 h 13"/>
                <a:gd name="T34" fmla="*/ 4 w 9"/>
                <a:gd name="T35" fmla="*/ 1 h 13"/>
                <a:gd name="T36" fmla="*/ 1 w 9"/>
                <a:gd name="T37" fmla="*/ 3 h 13"/>
                <a:gd name="T38" fmla="*/ 0 w 9"/>
                <a:gd name="T39" fmla="*/ 1 h 13"/>
                <a:gd name="T40" fmla="*/ 0 w 9"/>
                <a:gd name="T41" fmla="*/ 1 h 13"/>
                <a:gd name="T42" fmla="*/ 5 w 9"/>
                <a:gd name="T43" fmla="*/ 0 h 13"/>
                <a:gd name="T44" fmla="*/ 5 w 9"/>
                <a:gd name="T45" fmla="*/ 0 h 13"/>
                <a:gd name="T46" fmla="*/ 7 w 9"/>
                <a:gd name="T47" fmla="*/ 0 h 13"/>
                <a:gd name="T48" fmla="*/ 8 w 9"/>
                <a:gd name="T49" fmla="*/ 1 h 13"/>
                <a:gd name="T50" fmla="*/ 9 w 9"/>
                <a:gd name="T51" fmla="*/ 5 h 13"/>
                <a:gd name="T52" fmla="*/ 9 w 9"/>
                <a:gd name="T53" fmla="*/ 9 h 13"/>
                <a:gd name="T54" fmla="*/ 9 w 9"/>
                <a:gd name="T55" fmla="*/ 9 h 13"/>
                <a:gd name="T56" fmla="*/ 9 w 9"/>
                <a:gd name="T57" fmla="*/ 12 h 13"/>
                <a:gd name="T58" fmla="*/ 8 w 9"/>
                <a:gd name="T59" fmla="*/ 12 h 13"/>
                <a:gd name="T60" fmla="*/ 8 w 9"/>
                <a:gd name="T61" fmla="*/ 7 h 13"/>
                <a:gd name="T62" fmla="*/ 8 w 9"/>
                <a:gd name="T63" fmla="*/ 7 h 13"/>
                <a:gd name="T64" fmla="*/ 4 w 9"/>
                <a:gd name="T65" fmla="*/ 7 h 13"/>
                <a:gd name="T66" fmla="*/ 3 w 9"/>
                <a:gd name="T67" fmla="*/ 8 h 13"/>
                <a:gd name="T68" fmla="*/ 1 w 9"/>
                <a:gd name="T69" fmla="*/ 9 h 13"/>
                <a:gd name="T70" fmla="*/ 1 w 9"/>
                <a:gd name="T71" fmla="*/ 9 h 13"/>
                <a:gd name="T72" fmla="*/ 3 w 9"/>
                <a:gd name="T73" fmla="*/ 11 h 13"/>
                <a:gd name="T74" fmla="*/ 4 w 9"/>
                <a:gd name="T75" fmla="*/ 11 h 13"/>
                <a:gd name="T76" fmla="*/ 4 w 9"/>
                <a:gd name="T77" fmla="*/ 11 h 13"/>
                <a:gd name="T78" fmla="*/ 7 w 9"/>
                <a:gd name="T79" fmla="*/ 11 h 13"/>
                <a:gd name="T80" fmla="*/ 7 w 9"/>
                <a:gd name="T81" fmla="*/ 9 h 13"/>
                <a:gd name="T82" fmla="*/ 8 w 9"/>
                <a:gd name="T83" fmla="*/ 8 h 13"/>
                <a:gd name="T84" fmla="*/ 8 w 9"/>
                <a:gd name="T8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" h="13">
                  <a:moveTo>
                    <a:pt x="8" y="12"/>
                  </a:moveTo>
                  <a:lnTo>
                    <a:pt x="8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5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0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1" y="5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1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1"/>
                  </a:lnTo>
                  <a:lnTo>
                    <a:pt x="9" y="5"/>
                  </a:lnTo>
                  <a:lnTo>
                    <a:pt x="9" y="9"/>
                  </a:lnTo>
                  <a:lnTo>
                    <a:pt x="9" y="9"/>
                  </a:lnTo>
                  <a:lnTo>
                    <a:pt x="9" y="12"/>
                  </a:lnTo>
                  <a:lnTo>
                    <a:pt x="8" y="12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4" y="7"/>
                  </a:lnTo>
                  <a:lnTo>
                    <a:pt x="3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7" y="11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Freeform 2035"/>
            <p:cNvSpPr>
              <a:spLocks/>
            </p:cNvSpPr>
            <p:nvPr/>
          </p:nvSpPr>
          <p:spPr bwMode="auto">
            <a:xfrm>
              <a:off x="3359" y="2229"/>
              <a:ext cx="19" cy="12"/>
            </a:xfrm>
            <a:custGeom>
              <a:avLst/>
              <a:gdLst>
                <a:gd name="T0" fmla="*/ 0 w 19"/>
                <a:gd name="T1" fmla="*/ 3 h 12"/>
                <a:gd name="T2" fmla="*/ 0 w 19"/>
                <a:gd name="T3" fmla="*/ 3 h 12"/>
                <a:gd name="T4" fmla="*/ 0 w 19"/>
                <a:gd name="T5" fmla="*/ 0 h 12"/>
                <a:gd name="T6" fmla="*/ 2 w 19"/>
                <a:gd name="T7" fmla="*/ 0 h 12"/>
                <a:gd name="T8" fmla="*/ 3 w 19"/>
                <a:gd name="T9" fmla="*/ 1 h 12"/>
                <a:gd name="T10" fmla="*/ 3 w 19"/>
                <a:gd name="T11" fmla="*/ 1 h 12"/>
                <a:gd name="T12" fmla="*/ 3 w 19"/>
                <a:gd name="T13" fmla="*/ 1 h 12"/>
                <a:gd name="T14" fmla="*/ 4 w 19"/>
                <a:gd name="T15" fmla="*/ 0 h 12"/>
                <a:gd name="T16" fmla="*/ 7 w 19"/>
                <a:gd name="T17" fmla="*/ 0 h 12"/>
                <a:gd name="T18" fmla="*/ 7 w 19"/>
                <a:gd name="T19" fmla="*/ 0 h 12"/>
                <a:gd name="T20" fmla="*/ 9 w 19"/>
                <a:gd name="T21" fmla="*/ 0 h 12"/>
                <a:gd name="T22" fmla="*/ 10 w 19"/>
                <a:gd name="T23" fmla="*/ 3 h 12"/>
                <a:gd name="T24" fmla="*/ 10 w 19"/>
                <a:gd name="T25" fmla="*/ 3 h 12"/>
                <a:gd name="T26" fmla="*/ 10 w 19"/>
                <a:gd name="T27" fmla="*/ 3 h 12"/>
                <a:gd name="T28" fmla="*/ 11 w 19"/>
                <a:gd name="T29" fmla="*/ 0 h 12"/>
                <a:gd name="T30" fmla="*/ 11 w 19"/>
                <a:gd name="T31" fmla="*/ 0 h 12"/>
                <a:gd name="T32" fmla="*/ 15 w 19"/>
                <a:gd name="T33" fmla="*/ 0 h 12"/>
                <a:gd name="T34" fmla="*/ 15 w 19"/>
                <a:gd name="T35" fmla="*/ 0 h 12"/>
                <a:gd name="T36" fmla="*/ 18 w 19"/>
                <a:gd name="T37" fmla="*/ 0 h 12"/>
                <a:gd name="T38" fmla="*/ 18 w 19"/>
                <a:gd name="T39" fmla="*/ 3 h 12"/>
                <a:gd name="T40" fmla="*/ 19 w 19"/>
                <a:gd name="T41" fmla="*/ 5 h 12"/>
                <a:gd name="T42" fmla="*/ 19 w 19"/>
                <a:gd name="T43" fmla="*/ 12 h 12"/>
                <a:gd name="T44" fmla="*/ 17 w 19"/>
                <a:gd name="T45" fmla="*/ 12 h 12"/>
                <a:gd name="T46" fmla="*/ 17 w 19"/>
                <a:gd name="T47" fmla="*/ 5 h 12"/>
                <a:gd name="T48" fmla="*/ 17 w 19"/>
                <a:gd name="T49" fmla="*/ 5 h 12"/>
                <a:gd name="T50" fmla="*/ 15 w 19"/>
                <a:gd name="T51" fmla="*/ 3 h 12"/>
                <a:gd name="T52" fmla="*/ 14 w 19"/>
                <a:gd name="T53" fmla="*/ 1 h 12"/>
                <a:gd name="T54" fmla="*/ 14 w 19"/>
                <a:gd name="T55" fmla="*/ 1 h 12"/>
                <a:gd name="T56" fmla="*/ 13 w 19"/>
                <a:gd name="T57" fmla="*/ 3 h 12"/>
                <a:gd name="T58" fmla="*/ 11 w 19"/>
                <a:gd name="T59" fmla="*/ 4 h 12"/>
                <a:gd name="T60" fmla="*/ 11 w 19"/>
                <a:gd name="T61" fmla="*/ 5 h 12"/>
                <a:gd name="T62" fmla="*/ 11 w 19"/>
                <a:gd name="T63" fmla="*/ 12 h 12"/>
                <a:gd name="T64" fmla="*/ 9 w 19"/>
                <a:gd name="T65" fmla="*/ 12 h 12"/>
                <a:gd name="T66" fmla="*/ 9 w 19"/>
                <a:gd name="T67" fmla="*/ 5 h 12"/>
                <a:gd name="T68" fmla="*/ 9 w 19"/>
                <a:gd name="T69" fmla="*/ 5 h 12"/>
                <a:gd name="T70" fmla="*/ 9 w 19"/>
                <a:gd name="T71" fmla="*/ 3 h 12"/>
                <a:gd name="T72" fmla="*/ 6 w 19"/>
                <a:gd name="T73" fmla="*/ 1 h 12"/>
                <a:gd name="T74" fmla="*/ 6 w 19"/>
                <a:gd name="T75" fmla="*/ 1 h 12"/>
                <a:gd name="T76" fmla="*/ 4 w 19"/>
                <a:gd name="T77" fmla="*/ 3 h 12"/>
                <a:gd name="T78" fmla="*/ 3 w 19"/>
                <a:gd name="T79" fmla="*/ 4 h 12"/>
                <a:gd name="T80" fmla="*/ 3 w 19"/>
                <a:gd name="T81" fmla="*/ 5 h 12"/>
                <a:gd name="T82" fmla="*/ 3 w 19"/>
                <a:gd name="T83" fmla="*/ 12 h 12"/>
                <a:gd name="T84" fmla="*/ 0 w 19"/>
                <a:gd name="T85" fmla="*/ 12 h 12"/>
                <a:gd name="T86" fmla="*/ 0 w 19"/>
                <a:gd name="T87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2">
                  <a:moveTo>
                    <a:pt x="0" y="3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19" y="5"/>
                  </a:lnTo>
                  <a:lnTo>
                    <a:pt x="19" y="12"/>
                  </a:lnTo>
                  <a:lnTo>
                    <a:pt x="17" y="12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1" y="4"/>
                  </a:lnTo>
                  <a:lnTo>
                    <a:pt x="11" y="5"/>
                  </a:lnTo>
                  <a:lnTo>
                    <a:pt x="11" y="12"/>
                  </a:lnTo>
                  <a:lnTo>
                    <a:pt x="9" y="12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12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Freeform 2036"/>
            <p:cNvSpPr>
              <a:spLocks noEditPoints="1"/>
            </p:cNvSpPr>
            <p:nvPr/>
          </p:nvSpPr>
          <p:spPr bwMode="auto">
            <a:xfrm>
              <a:off x="2937" y="2260"/>
              <a:ext cx="12" cy="19"/>
            </a:xfrm>
            <a:custGeom>
              <a:avLst/>
              <a:gdLst>
                <a:gd name="T0" fmla="*/ 9 w 12"/>
                <a:gd name="T1" fmla="*/ 12 h 19"/>
                <a:gd name="T2" fmla="*/ 9 w 12"/>
                <a:gd name="T3" fmla="*/ 12 h 19"/>
                <a:gd name="T4" fmla="*/ 9 w 12"/>
                <a:gd name="T5" fmla="*/ 12 h 19"/>
                <a:gd name="T6" fmla="*/ 8 w 12"/>
                <a:gd name="T7" fmla="*/ 13 h 19"/>
                <a:gd name="T8" fmla="*/ 5 w 12"/>
                <a:gd name="T9" fmla="*/ 13 h 19"/>
                <a:gd name="T10" fmla="*/ 5 w 12"/>
                <a:gd name="T11" fmla="*/ 13 h 19"/>
                <a:gd name="T12" fmla="*/ 4 w 12"/>
                <a:gd name="T13" fmla="*/ 13 h 19"/>
                <a:gd name="T14" fmla="*/ 1 w 12"/>
                <a:gd name="T15" fmla="*/ 12 h 19"/>
                <a:gd name="T16" fmla="*/ 1 w 12"/>
                <a:gd name="T17" fmla="*/ 11 h 19"/>
                <a:gd name="T18" fmla="*/ 0 w 12"/>
                <a:gd name="T19" fmla="*/ 8 h 19"/>
                <a:gd name="T20" fmla="*/ 0 w 12"/>
                <a:gd name="T21" fmla="*/ 8 h 19"/>
                <a:gd name="T22" fmla="*/ 1 w 12"/>
                <a:gd name="T23" fmla="*/ 4 h 19"/>
                <a:gd name="T24" fmla="*/ 3 w 12"/>
                <a:gd name="T25" fmla="*/ 3 h 19"/>
                <a:gd name="T26" fmla="*/ 4 w 12"/>
                <a:gd name="T27" fmla="*/ 1 h 19"/>
                <a:gd name="T28" fmla="*/ 7 w 12"/>
                <a:gd name="T29" fmla="*/ 0 h 19"/>
                <a:gd name="T30" fmla="*/ 7 w 12"/>
                <a:gd name="T31" fmla="*/ 0 h 19"/>
                <a:gd name="T32" fmla="*/ 8 w 12"/>
                <a:gd name="T33" fmla="*/ 1 h 19"/>
                <a:gd name="T34" fmla="*/ 11 w 12"/>
                <a:gd name="T35" fmla="*/ 3 h 19"/>
                <a:gd name="T36" fmla="*/ 11 w 12"/>
                <a:gd name="T37" fmla="*/ 3 h 19"/>
                <a:gd name="T38" fmla="*/ 11 w 12"/>
                <a:gd name="T39" fmla="*/ 1 h 19"/>
                <a:gd name="T40" fmla="*/ 12 w 12"/>
                <a:gd name="T41" fmla="*/ 1 h 19"/>
                <a:gd name="T42" fmla="*/ 12 w 12"/>
                <a:gd name="T43" fmla="*/ 1 h 19"/>
                <a:gd name="T44" fmla="*/ 12 w 12"/>
                <a:gd name="T45" fmla="*/ 4 h 19"/>
                <a:gd name="T46" fmla="*/ 12 w 12"/>
                <a:gd name="T47" fmla="*/ 19 h 19"/>
                <a:gd name="T48" fmla="*/ 9 w 12"/>
                <a:gd name="T49" fmla="*/ 19 h 19"/>
                <a:gd name="T50" fmla="*/ 9 w 12"/>
                <a:gd name="T51" fmla="*/ 12 h 19"/>
                <a:gd name="T52" fmla="*/ 9 w 12"/>
                <a:gd name="T53" fmla="*/ 5 h 19"/>
                <a:gd name="T54" fmla="*/ 9 w 12"/>
                <a:gd name="T55" fmla="*/ 5 h 19"/>
                <a:gd name="T56" fmla="*/ 9 w 12"/>
                <a:gd name="T57" fmla="*/ 5 h 19"/>
                <a:gd name="T58" fmla="*/ 9 w 12"/>
                <a:gd name="T59" fmla="*/ 3 h 19"/>
                <a:gd name="T60" fmla="*/ 7 w 12"/>
                <a:gd name="T61" fmla="*/ 3 h 19"/>
                <a:gd name="T62" fmla="*/ 7 w 12"/>
                <a:gd name="T63" fmla="*/ 3 h 19"/>
                <a:gd name="T64" fmla="*/ 4 w 12"/>
                <a:gd name="T65" fmla="*/ 4 h 19"/>
                <a:gd name="T66" fmla="*/ 3 w 12"/>
                <a:gd name="T67" fmla="*/ 7 h 19"/>
                <a:gd name="T68" fmla="*/ 3 w 12"/>
                <a:gd name="T69" fmla="*/ 7 h 19"/>
                <a:gd name="T70" fmla="*/ 4 w 12"/>
                <a:gd name="T71" fmla="*/ 11 h 19"/>
                <a:gd name="T72" fmla="*/ 5 w 12"/>
                <a:gd name="T73" fmla="*/ 12 h 19"/>
                <a:gd name="T74" fmla="*/ 7 w 12"/>
                <a:gd name="T75" fmla="*/ 12 h 19"/>
                <a:gd name="T76" fmla="*/ 7 w 12"/>
                <a:gd name="T77" fmla="*/ 12 h 19"/>
                <a:gd name="T78" fmla="*/ 8 w 12"/>
                <a:gd name="T79" fmla="*/ 12 h 19"/>
                <a:gd name="T80" fmla="*/ 9 w 12"/>
                <a:gd name="T81" fmla="*/ 9 h 19"/>
                <a:gd name="T82" fmla="*/ 9 w 12"/>
                <a:gd name="T83" fmla="*/ 8 h 19"/>
                <a:gd name="T84" fmla="*/ 9 w 12"/>
                <a:gd name="T85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" h="19">
                  <a:moveTo>
                    <a:pt x="9" y="12"/>
                  </a:moveTo>
                  <a:lnTo>
                    <a:pt x="9" y="12"/>
                  </a:lnTo>
                  <a:lnTo>
                    <a:pt x="9" y="12"/>
                  </a:lnTo>
                  <a:lnTo>
                    <a:pt x="8" y="13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1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4"/>
                  </a:lnTo>
                  <a:lnTo>
                    <a:pt x="12" y="19"/>
                  </a:lnTo>
                  <a:lnTo>
                    <a:pt x="9" y="19"/>
                  </a:lnTo>
                  <a:lnTo>
                    <a:pt x="9" y="12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11"/>
                  </a:lnTo>
                  <a:lnTo>
                    <a:pt x="5" y="12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8" y="12"/>
                  </a:lnTo>
                  <a:lnTo>
                    <a:pt x="9" y="9"/>
                  </a:lnTo>
                  <a:lnTo>
                    <a:pt x="9" y="8"/>
                  </a:lnTo>
                  <a:lnTo>
                    <a:pt x="9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Freeform 2037"/>
            <p:cNvSpPr>
              <a:spLocks/>
            </p:cNvSpPr>
            <p:nvPr/>
          </p:nvSpPr>
          <p:spPr bwMode="auto">
            <a:xfrm>
              <a:off x="2953" y="2261"/>
              <a:ext cx="11" cy="12"/>
            </a:xfrm>
            <a:custGeom>
              <a:avLst/>
              <a:gdLst>
                <a:gd name="T0" fmla="*/ 11 w 11"/>
                <a:gd name="T1" fmla="*/ 10 h 12"/>
                <a:gd name="T2" fmla="*/ 11 w 11"/>
                <a:gd name="T3" fmla="*/ 10 h 12"/>
                <a:gd name="T4" fmla="*/ 11 w 11"/>
                <a:gd name="T5" fmla="*/ 12 h 12"/>
                <a:gd name="T6" fmla="*/ 10 w 11"/>
                <a:gd name="T7" fmla="*/ 12 h 12"/>
                <a:gd name="T8" fmla="*/ 10 w 11"/>
                <a:gd name="T9" fmla="*/ 11 h 12"/>
                <a:gd name="T10" fmla="*/ 8 w 11"/>
                <a:gd name="T11" fmla="*/ 11 h 12"/>
                <a:gd name="T12" fmla="*/ 8 w 11"/>
                <a:gd name="T13" fmla="*/ 11 h 12"/>
                <a:gd name="T14" fmla="*/ 7 w 11"/>
                <a:gd name="T15" fmla="*/ 12 h 12"/>
                <a:gd name="T16" fmla="*/ 4 w 11"/>
                <a:gd name="T17" fmla="*/ 12 h 12"/>
                <a:gd name="T18" fmla="*/ 4 w 11"/>
                <a:gd name="T19" fmla="*/ 12 h 12"/>
                <a:gd name="T20" fmla="*/ 1 w 11"/>
                <a:gd name="T21" fmla="*/ 12 h 12"/>
                <a:gd name="T22" fmla="*/ 0 w 11"/>
                <a:gd name="T23" fmla="*/ 10 h 12"/>
                <a:gd name="T24" fmla="*/ 0 w 11"/>
                <a:gd name="T25" fmla="*/ 7 h 12"/>
                <a:gd name="T26" fmla="*/ 0 w 11"/>
                <a:gd name="T27" fmla="*/ 0 h 12"/>
                <a:gd name="T28" fmla="*/ 3 w 11"/>
                <a:gd name="T29" fmla="*/ 0 h 12"/>
                <a:gd name="T30" fmla="*/ 3 w 11"/>
                <a:gd name="T31" fmla="*/ 7 h 12"/>
                <a:gd name="T32" fmla="*/ 3 w 11"/>
                <a:gd name="T33" fmla="*/ 7 h 12"/>
                <a:gd name="T34" fmla="*/ 3 w 11"/>
                <a:gd name="T35" fmla="*/ 10 h 12"/>
                <a:gd name="T36" fmla="*/ 5 w 11"/>
                <a:gd name="T37" fmla="*/ 11 h 12"/>
                <a:gd name="T38" fmla="*/ 5 w 11"/>
                <a:gd name="T39" fmla="*/ 11 h 12"/>
                <a:gd name="T40" fmla="*/ 7 w 11"/>
                <a:gd name="T41" fmla="*/ 10 h 12"/>
                <a:gd name="T42" fmla="*/ 8 w 11"/>
                <a:gd name="T43" fmla="*/ 8 h 12"/>
                <a:gd name="T44" fmla="*/ 8 w 11"/>
                <a:gd name="T45" fmla="*/ 7 h 12"/>
                <a:gd name="T46" fmla="*/ 8 w 11"/>
                <a:gd name="T47" fmla="*/ 0 h 12"/>
                <a:gd name="T48" fmla="*/ 11 w 11"/>
                <a:gd name="T49" fmla="*/ 0 h 12"/>
                <a:gd name="T50" fmla="*/ 11 w 11"/>
                <a:gd name="T51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lnTo>
                    <a:pt x="11" y="10"/>
                  </a:lnTo>
                  <a:lnTo>
                    <a:pt x="11" y="12"/>
                  </a:lnTo>
                  <a:lnTo>
                    <a:pt x="10" y="12"/>
                  </a:lnTo>
                  <a:lnTo>
                    <a:pt x="10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7" y="10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Freeform 2038"/>
            <p:cNvSpPr>
              <a:spLocks noEditPoints="1"/>
            </p:cNvSpPr>
            <p:nvPr/>
          </p:nvSpPr>
          <p:spPr bwMode="auto">
            <a:xfrm>
              <a:off x="2967" y="2260"/>
              <a:ext cx="10" cy="13"/>
            </a:xfrm>
            <a:custGeom>
              <a:avLst/>
              <a:gdLst>
                <a:gd name="T0" fmla="*/ 8 w 10"/>
                <a:gd name="T1" fmla="*/ 13 h 13"/>
                <a:gd name="T2" fmla="*/ 8 w 10"/>
                <a:gd name="T3" fmla="*/ 12 h 13"/>
                <a:gd name="T4" fmla="*/ 8 w 10"/>
                <a:gd name="T5" fmla="*/ 12 h 13"/>
                <a:gd name="T6" fmla="*/ 8 w 10"/>
                <a:gd name="T7" fmla="*/ 12 h 13"/>
                <a:gd name="T8" fmla="*/ 6 w 10"/>
                <a:gd name="T9" fmla="*/ 13 h 13"/>
                <a:gd name="T10" fmla="*/ 4 w 10"/>
                <a:gd name="T11" fmla="*/ 13 h 13"/>
                <a:gd name="T12" fmla="*/ 4 w 10"/>
                <a:gd name="T13" fmla="*/ 13 h 13"/>
                <a:gd name="T14" fmla="*/ 1 w 10"/>
                <a:gd name="T15" fmla="*/ 13 h 13"/>
                <a:gd name="T16" fmla="*/ 0 w 10"/>
                <a:gd name="T17" fmla="*/ 11 h 13"/>
                <a:gd name="T18" fmla="*/ 0 w 10"/>
                <a:gd name="T19" fmla="*/ 11 h 13"/>
                <a:gd name="T20" fmla="*/ 1 w 10"/>
                <a:gd name="T21" fmla="*/ 8 h 13"/>
                <a:gd name="T22" fmla="*/ 2 w 10"/>
                <a:gd name="T23" fmla="*/ 7 h 13"/>
                <a:gd name="T24" fmla="*/ 8 w 10"/>
                <a:gd name="T25" fmla="*/ 5 h 13"/>
                <a:gd name="T26" fmla="*/ 8 w 10"/>
                <a:gd name="T27" fmla="*/ 5 h 13"/>
                <a:gd name="T28" fmla="*/ 8 w 10"/>
                <a:gd name="T29" fmla="*/ 5 h 13"/>
                <a:gd name="T30" fmla="*/ 8 w 10"/>
                <a:gd name="T31" fmla="*/ 3 h 13"/>
                <a:gd name="T32" fmla="*/ 5 w 10"/>
                <a:gd name="T33" fmla="*/ 3 h 13"/>
                <a:gd name="T34" fmla="*/ 5 w 10"/>
                <a:gd name="T35" fmla="*/ 3 h 13"/>
                <a:gd name="T36" fmla="*/ 1 w 10"/>
                <a:gd name="T37" fmla="*/ 3 h 13"/>
                <a:gd name="T38" fmla="*/ 1 w 10"/>
                <a:gd name="T39" fmla="*/ 1 h 13"/>
                <a:gd name="T40" fmla="*/ 1 w 10"/>
                <a:gd name="T41" fmla="*/ 1 h 13"/>
                <a:gd name="T42" fmla="*/ 5 w 10"/>
                <a:gd name="T43" fmla="*/ 0 h 13"/>
                <a:gd name="T44" fmla="*/ 5 w 10"/>
                <a:gd name="T45" fmla="*/ 0 h 13"/>
                <a:gd name="T46" fmla="*/ 8 w 10"/>
                <a:gd name="T47" fmla="*/ 1 h 13"/>
                <a:gd name="T48" fmla="*/ 9 w 10"/>
                <a:gd name="T49" fmla="*/ 3 h 13"/>
                <a:gd name="T50" fmla="*/ 10 w 10"/>
                <a:gd name="T51" fmla="*/ 5 h 13"/>
                <a:gd name="T52" fmla="*/ 10 w 10"/>
                <a:gd name="T53" fmla="*/ 11 h 13"/>
                <a:gd name="T54" fmla="*/ 10 w 10"/>
                <a:gd name="T55" fmla="*/ 11 h 13"/>
                <a:gd name="T56" fmla="*/ 10 w 10"/>
                <a:gd name="T57" fmla="*/ 13 h 13"/>
                <a:gd name="T58" fmla="*/ 8 w 10"/>
                <a:gd name="T59" fmla="*/ 13 h 13"/>
                <a:gd name="T60" fmla="*/ 8 w 10"/>
                <a:gd name="T61" fmla="*/ 7 h 13"/>
                <a:gd name="T62" fmla="*/ 8 w 10"/>
                <a:gd name="T63" fmla="*/ 7 h 13"/>
                <a:gd name="T64" fmla="*/ 4 w 10"/>
                <a:gd name="T65" fmla="*/ 8 h 13"/>
                <a:gd name="T66" fmla="*/ 2 w 10"/>
                <a:gd name="T67" fmla="*/ 8 h 13"/>
                <a:gd name="T68" fmla="*/ 2 w 10"/>
                <a:gd name="T69" fmla="*/ 9 h 13"/>
                <a:gd name="T70" fmla="*/ 2 w 10"/>
                <a:gd name="T71" fmla="*/ 9 h 13"/>
                <a:gd name="T72" fmla="*/ 2 w 10"/>
                <a:gd name="T73" fmla="*/ 12 h 13"/>
                <a:gd name="T74" fmla="*/ 5 w 10"/>
                <a:gd name="T75" fmla="*/ 12 h 13"/>
                <a:gd name="T76" fmla="*/ 5 w 10"/>
                <a:gd name="T77" fmla="*/ 12 h 13"/>
                <a:gd name="T78" fmla="*/ 6 w 10"/>
                <a:gd name="T79" fmla="*/ 12 h 13"/>
                <a:gd name="T80" fmla="*/ 8 w 10"/>
                <a:gd name="T81" fmla="*/ 11 h 13"/>
                <a:gd name="T82" fmla="*/ 8 w 10"/>
                <a:gd name="T83" fmla="*/ 9 h 13"/>
                <a:gd name="T84" fmla="*/ 8 w 10"/>
                <a:gd name="T8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" h="13">
                  <a:moveTo>
                    <a:pt x="8" y="13"/>
                  </a:move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" y="13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1" y="8"/>
                  </a:lnTo>
                  <a:lnTo>
                    <a:pt x="2" y="7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3"/>
                  </a:lnTo>
                  <a:lnTo>
                    <a:pt x="10" y="5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3"/>
                  </a:lnTo>
                  <a:lnTo>
                    <a:pt x="8" y="13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4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8" y="11"/>
                  </a:lnTo>
                  <a:lnTo>
                    <a:pt x="8" y="9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Freeform 2039"/>
            <p:cNvSpPr>
              <a:spLocks/>
            </p:cNvSpPr>
            <p:nvPr/>
          </p:nvSpPr>
          <p:spPr bwMode="auto">
            <a:xfrm>
              <a:off x="2980" y="2260"/>
              <a:ext cx="19" cy="13"/>
            </a:xfrm>
            <a:custGeom>
              <a:avLst/>
              <a:gdLst>
                <a:gd name="T0" fmla="*/ 1 w 19"/>
                <a:gd name="T1" fmla="*/ 4 h 13"/>
                <a:gd name="T2" fmla="*/ 1 w 19"/>
                <a:gd name="T3" fmla="*/ 4 h 13"/>
                <a:gd name="T4" fmla="*/ 0 w 19"/>
                <a:gd name="T5" fmla="*/ 1 h 13"/>
                <a:gd name="T6" fmla="*/ 3 w 19"/>
                <a:gd name="T7" fmla="*/ 1 h 13"/>
                <a:gd name="T8" fmla="*/ 3 w 19"/>
                <a:gd name="T9" fmla="*/ 3 h 13"/>
                <a:gd name="T10" fmla="*/ 3 w 19"/>
                <a:gd name="T11" fmla="*/ 3 h 13"/>
                <a:gd name="T12" fmla="*/ 3 w 19"/>
                <a:gd name="T13" fmla="*/ 3 h 13"/>
                <a:gd name="T14" fmla="*/ 4 w 19"/>
                <a:gd name="T15" fmla="*/ 1 h 13"/>
                <a:gd name="T16" fmla="*/ 7 w 19"/>
                <a:gd name="T17" fmla="*/ 0 h 13"/>
                <a:gd name="T18" fmla="*/ 7 w 19"/>
                <a:gd name="T19" fmla="*/ 0 h 13"/>
                <a:gd name="T20" fmla="*/ 10 w 19"/>
                <a:gd name="T21" fmla="*/ 1 h 13"/>
                <a:gd name="T22" fmla="*/ 11 w 19"/>
                <a:gd name="T23" fmla="*/ 3 h 13"/>
                <a:gd name="T24" fmla="*/ 11 w 19"/>
                <a:gd name="T25" fmla="*/ 3 h 13"/>
                <a:gd name="T26" fmla="*/ 11 w 19"/>
                <a:gd name="T27" fmla="*/ 3 h 13"/>
                <a:gd name="T28" fmla="*/ 12 w 19"/>
                <a:gd name="T29" fmla="*/ 1 h 13"/>
                <a:gd name="T30" fmla="*/ 12 w 19"/>
                <a:gd name="T31" fmla="*/ 1 h 13"/>
                <a:gd name="T32" fmla="*/ 15 w 19"/>
                <a:gd name="T33" fmla="*/ 0 h 13"/>
                <a:gd name="T34" fmla="*/ 15 w 19"/>
                <a:gd name="T35" fmla="*/ 0 h 13"/>
                <a:gd name="T36" fmla="*/ 18 w 19"/>
                <a:gd name="T37" fmla="*/ 1 h 13"/>
                <a:gd name="T38" fmla="*/ 19 w 19"/>
                <a:gd name="T39" fmla="*/ 3 h 13"/>
                <a:gd name="T40" fmla="*/ 19 w 19"/>
                <a:gd name="T41" fmla="*/ 7 h 13"/>
                <a:gd name="T42" fmla="*/ 19 w 19"/>
                <a:gd name="T43" fmla="*/ 13 h 13"/>
                <a:gd name="T44" fmla="*/ 16 w 19"/>
                <a:gd name="T45" fmla="*/ 13 h 13"/>
                <a:gd name="T46" fmla="*/ 16 w 19"/>
                <a:gd name="T47" fmla="*/ 7 h 13"/>
                <a:gd name="T48" fmla="*/ 16 w 19"/>
                <a:gd name="T49" fmla="*/ 7 h 13"/>
                <a:gd name="T50" fmla="*/ 16 w 19"/>
                <a:gd name="T51" fmla="*/ 4 h 13"/>
                <a:gd name="T52" fmla="*/ 14 w 19"/>
                <a:gd name="T53" fmla="*/ 3 h 13"/>
                <a:gd name="T54" fmla="*/ 14 w 19"/>
                <a:gd name="T55" fmla="*/ 3 h 13"/>
                <a:gd name="T56" fmla="*/ 12 w 19"/>
                <a:gd name="T57" fmla="*/ 3 h 13"/>
                <a:gd name="T58" fmla="*/ 11 w 19"/>
                <a:gd name="T59" fmla="*/ 4 h 13"/>
                <a:gd name="T60" fmla="*/ 11 w 19"/>
                <a:gd name="T61" fmla="*/ 5 h 13"/>
                <a:gd name="T62" fmla="*/ 11 w 19"/>
                <a:gd name="T63" fmla="*/ 13 h 13"/>
                <a:gd name="T64" fmla="*/ 8 w 19"/>
                <a:gd name="T65" fmla="*/ 13 h 13"/>
                <a:gd name="T66" fmla="*/ 8 w 19"/>
                <a:gd name="T67" fmla="*/ 5 h 13"/>
                <a:gd name="T68" fmla="*/ 8 w 19"/>
                <a:gd name="T69" fmla="*/ 5 h 13"/>
                <a:gd name="T70" fmla="*/ 8 w 19"/>
                <a:gd name="T71" fmla="*/ 4 h 13"/>
                <a:gd name="T72" fmla="*/ 5 w 19"/>
                <a:gd name="T73" fmla="*/ 3 h 13"/>
                <a:gd name="T74" fmla="*/ 5 w 19"/>
                <a:gd name="T75" fmla="*/ 3 h 13"/>
                <a:gd name="T76" fmla="*/ 4 w 19"/>
                <a:gd name="T77" fmla="*/ 3 h 13"/>
                <a:gd name="T78" fmla="*/ 3 w 19"/>
                <a:gd name="T79" fmla="*/ 5 h 13"/>
                <a:gd name="T80" fmla="*/ 3 w 19"/>
                <a:gd name="T81" fmla="*/ 5 h 13"/>
                <a:gd name="T82" fmla="*/ 3 w 19"/>
                <a:gd name="T83" fmla="*/ 13 h 13"/>
                <a:gd name="T84" fmla="*/ 1 w 19"/>
                <a:gd name="T85" fmla="*/ 13 h 13"/>
                <a:gd name="T86" fmla="*/ 1 w 19"/>
                <a:gd name="T8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3">
                  <a:moveTo>
                    <a:pt x="1" y="4"/>
                  </a:moveTo>
                  <a:lnTo>
                    <a:pt x="1" y="4"/>
                  </a:lnTo>
                  <a:lnTo>
                    <a:pt x="0" y="1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9" y="3"/>
                  </a:lnTo>
                  <a:lnTo>
                    <a:pt x="19" y="7"/>
                  </a:lnTo>
                  <a:lnTo>
                    <a:pt x="19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4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1" y="5"/>
                  </a:lnTo>
                  <a:lnTo>
                    <a:pt x="11" y="13"/>
                  </a:lnTo>
                  <a:lnTo>
                    <a:pt x="8" y="13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4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13"/>
                  </a:lnTo>
                  <a:lnTo>
                    <a:pt x="1" y="13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Rectangle 2040"/>
            <p:cNvSpPr>
              <a:spLocks noChangeArrowheads="1"/>
            </p:cNvSpPr>
            <p:nvPr/>
          </p:nvSpPr>
          <p:spPr bwMode="auto">
            <a:xfrm>
              <a:off x="3003" y="2255"/>
              <a:ext cx="3" cy="18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Freeform 2041"/>
            <p:cNvSpPr>
              <a:spLocks noEditPoints="1"/>
            </p:cNvSpPr>
            <p:nvPr/>
          </p:nvSpPr>
          <p:spPr bwMode="auto">
            <a:xfrm>
              <a:off x="3008" y="2260"/>
              <a:ext cx="11" cy="13"/>
            </a:xfrm>
            <a:custGeom>
              <a:avLst/>
              <a:gdLst>
                <a:gd name="T0" fmla="*/ 3 w 11"/>
                <a:gd name="T1" fmla="*/ 8 h 13"/>
                <a:gd name="T2" fmla="*/ 3 w 11"/>
                <a:gd name="T3" fmla="*/ 8 h 13"/>
                <a:gd name="T4" fmla="*/ 3 w 11"/>
                <a:gd name="T5" fmla="*/ 9 h 13"/>
                <a:gd name="T6" fmla="*/ 4 w 11"/>
                <a:gd name="T7" fmla="*/ 11 h 13"/>
                <a:gd name="T8" fmla="*/ 7 w 11"/>
                <a:gd name="T9" fmla="*/ 12 h 13"/>
                <a:gd name="T10" fmla="*/ 7 w 11"/>
                <a:gd name="T11" fmla="*/ 12 h 13"/>
                <a:gd name="T12" fmla="*/ 11 w 11"/>
                <a:gd name="T13" fmla="*/ 12 h 13"/>
                <a:gd name="T14" fmla="*/ 11 w 11"/>
                <a:gd name="T15" fmla="*/ 13 h 13"/>
                <a:gd name="T16" fmla="*/ 11 w 11"/>
                <a:gd name="T17" fmla="*/ 13 h 13"/>
                <a:gd name="T18" fmla="*/ 7 w 11"/>
                <a:gd name="T19" fmla="*/ 13 h 13"/>
                <a:gd name="T20" fmla="*/ 7 w 11"/>
                <a:gd name="T21" fmla="*/ 13 h 13"/>
                <a:gd name="T22" fmla="*/ 4 w 11"/>
                <a:gd name="T23" fmla="*/ 13 h 13"/>
                <a:gd name="T24" fmla="*/ 2 w 11"/>
                <a:gd name="T25" fmla="*/ 12 h 13"/>
                <a:gd name="T26" fmla="*/ 0 w 11"/>
                <a:gd name="T27" fmla="*/ 11 h 13"/>
                <a:gd name="T28" fmla="*/ 0 w 11"/>
                <a:gd name="T29" fmla="*/ 8 h 13"/>
                <a:gd name="T30" fmla="*/ 0 w 11"/>
                <a:gd name="T31" fmla="*/ 8 h 13"/>
                <a:gd name="T32" fmla="*/ 0 w 11"/>
                <a:gd name="T33" fmla="*/ 5 h 13"/>
                <a:gd name="T34" fmla="*/ 2 w 11"/>
                <a:gd name="T35" fmla="*/ 3 h 13"/>
                <a:gd name="T36" fmla="*/ 4 w 11"/>
                <a:gd name="T37" fmla="*/ 1 h 13"/>
                <a:gd name="T38" fmla="*/ 6 w 11"/>
                <a:gd name="T39" fmla="*/ 0 h 13"/>
                <a:gd name="T40" fmla="*/ 6 w 11"/>
                <a:gd name="T41" fmla="*/ 0 h 13"/>
                <a:gd name="T42" fmla="*/ 9 w 11"/>
                <a:gd name="T43" fmla="*/ 1 h 13"/>
                <a:gd name="T44" fmla="*/ 11 w 11"/>
                <a:gd name="T45" fmla="*/ 3 h 13"/>
                <a:gd name="T46" fmla="*/ 11 w 11"/>
                <a:gd name="T47" fmla="*/ 7 h 13"/>
                <a:gd name="T48" fmla="*/ 11 w 11"/>
                <a:gd name="T49" fmla="*/ 8 h 13"/>
                <a:gd name="T50" fmla="*/ 3 w 11"/>
                <a:gd name="T51" fmla="*/ 8 h 13"/>
                <a:gd name="T52" fmla="*/ 10 w 11"/>
                <a:gd name="T53" fmla="*/ 5 h 13"/>
                <a:gd name="T54" fmla="*/ 10 w 11"/>
                <a:gd name="T55" fmla="*/ 5 h 13"/>
                <a:gd name="T56" fmla="*/ 9 w 11"/>
                <a:gd name="T57" fmla="*/ 4 h 13"/>
                <a:gd name="T58" fmla="*/ 9 w 11"/>
                <a:gd name="T59" fmla="*/ 3 h 13"/>
                <a:gd name="T60" fmla="*/ 6 w 11"/>
                <a:gd name="T61" fmla="*/ 3 h 13"/>
                <a:gd name="T62" fmla="*/ 6 w 11"/>
                <a:gd name="T63" fmla="*/ 3 h 13"/>
                <a:gd name="T64" fmla="*/ 3 w 11"/>
                <a:gd name="T65" fmla="*/ 4 h 13"/>
                <a:gd name="T66" fmla="*/ 3 w 11"/>
                <a:gd name="T67" fmla="*/ 5 h 13"/>
                <a:gd name="T68" fmla="*/ 10 w 11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" h="13">
                  <a:moveTo>
                    <a:pt x="3" y="8"/>
                  </a:moveTo>
                  <a:lnTo>
                    <a:pt x="3" y="8"/>
                  </a:lnTo>
                  <a:lnTo>
                    <a:pt x="3" y="9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1" y="12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1" y="8"/>
                  </a:lnTo>
                  <a:lnTo>
                    <a:pt x="3" y="8"/>
                  </a:lnTo>
                  <a:close/>
                  <a:moveTo>
                    <a:pt x="10" y="5"/>
                  </a:moveTo>
                  <a:lnTo>
                    <a:pt x="10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10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Freeform 2042"/>
            <p:cNvSpPr>
              <a:spLocks/>
            </p:cNvSpPr>
            <p:nvPr/>
          </p:nvSpPr>
          <p:spPr bwMode="auto">
            <a:xfrm>
              <a:off x="3022" y="2260"/>
              <a:ext cx="9" cy="13"/>
            </a:xfrm>
            <a:custGeom>
              <a:avLst/>
              <a:gdLst>
                <a:gd name="T0" fmla="*/ 9 w 9"/>
                <a:gd name="T1" fmla="*/ 13 h 13"/>
                <a:gd name="T2" fmla="*/ 9 w 9"/>
                <a:gd name="T3" fmla="*/ 13 h 13"/>
                <a:gd name="T4" fmla="*/ 7 w 9"/>
                <a:gd name="T5" fmla="*/ 13 h 13"/>
                <a:gd name="T6" fmla="*/ 7 w 9"/>
                <a:gd name="T7" fmla="*/ 13 h 13"/>
                <a:gd name="T8" fmla="*/ 4 w 9"/>
                <a:gd name="T9" fmla="*/ 13 h 13"/>
                <a:gd name="T10" fmla="*/ 1 w 9"/>
                <a:gd name="T11" fmla="*/ 12 h 13"/>
                <a:gd name="T12" fmla="*/ 0 w 9"/>
                <a:gd name="T13" fmla="*/ 9 h 13"/>
                <a:gd name="T14" fmla="*/ 0 w 9"/>
                <a:gd name="T15" fmla="*/ 8 h 13"/>
                <a:gd name="T16" fmla="*/ 0 w 9"/>
                <a:gd name="T17" fmla="*/ 8 h 13"/>
                <a:gd name="T18" fmla="*/ 0 w 9"/>
                <a:gd name="T19" fmla="*/ 4 h 13"/>
                <a:gd name="T20" fmla="*/ 1 w 9"/>
                <a:gd name="T21" fmla="*/ 3 h 13"/>
                <a:gd name="T22" fmla="*/ 4 w 9"/>
                <a:gd name="T23" fmla="*/ 1 h 13"/>
                <a:gd name="T24" fmla="*/ 7 w 9"/>
                <a:gd name="T25" fmla="*/ 0 h 13"/>
                <a:gd name="T26" fmla="*/ 7 w 9"/>
                <a:gd name="T27" fmla="*/ 0 h 13"/>
                <a:gd name="T28" fmla="*/ 9 w 9"/>
                <a:gd name="T29" fmla="*/ 1 h 13"/>
                <a:gd name="T30" fmla="*/ 9 w 9"/>
                <a:gd name="T31" fmla="*/ 3 h 13"/>
                <a:gd name="T32" fmla="*/ 9 w 9"/>
                <a:gd name="T33" fmla="*/ 3 h 13"/>
                <a:gd name="T34" fmla="*/ 7 w 9"/>
                <a:gd name="T35" fmla="*/ 3 h 13"/>
                <a:gd name="T36" fmla="*/ 7 w 9"/>
                <a:gd name="T37" fmla="*/ 3 h 13"/>
                <a:gd name="T38" fmla="*/ 5 w 9"/>
                <a:gd name="T39" fmla="*/ 3 h 13"/>
                <a:gd name="T40" fmla="*/ 4 w 9"/>
                <a:gd name="T41" fmla="*/ 4 h 13"/>
                <a:gd name="T42" fmla="*/ 3 w 9"/>
                <a:gd name="T43" fmla="*/ 7 h 13"/>
                <a:gd name="T44" fmla="*/ 3 w 9"/>
                <a:gd name="T45" fmla="*/ 7 h 13"/>
                <a:gd name="T46" fmla="*/ 4 w 9"/>
                <a:gd name="T47" fmla="*/ 11 h 13"/>
                <a:gd name="T48" fmla="*/ 7 w 9"/>
                <a:gd name="T49" fmla="*/ 12 h 13"/>
                <a:gd name="T50" fmla="*/ 7 w 9"/>
                <a:gd name="T51" fmla="*/ 12 h 13"/>
                <a:gd name="T52" fmla="*/ 9 w 9"/>
                <a:gd name="T53" fmla="*/ 12 h 13"/>
                <a:gd name="T54" fmla="*/ 9 w 9"/>
                <a:gd name="T5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" h="13">
                  <a:moveTo>
                    <a:pt x="9" y="13"/>
                  </a:moveTo>
                  <a:lnTo>
                    <a:pt x="9" y="13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1"/>
                  </a:lnTo>
                  <a:lnTo>
                    <a:pt x="9" y="3"/>
                  </a:lnTo>
                  <a:lnTo>
                    <a:pt x="9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9" y="12"/>
                  </a:lnTo>
                  <a:lnTo>
                    <a:pt x="9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Freeform 2043"/>
            <p:cNvSpPr>
              <a:spLocks/>
            </p:cNvSpPr>
            <p:nvPr/>
          </p:nvSpPr>
          <p:spPr bwMode="auto">
            <a:xfrm>
              <a:off x="3034" y="2257"/>
              <a:ext cx="7" cy="16"/>
            </a:xfrm>
            <a:custGeom>
              <a:avLst/>
              <a:gdLst>
                <a:gd name="T0" fmla="*/ 4 w 7"/>
                <a:gd name="T1" fmla="*/ 0 h 16"/>
                <a:gd name="T2" fmla="*/ 4 w 7"/>
                <a:gd name="T3" fmla="*/ 4 h 16"/>
                <a:gd name="T4" fmla="*/ 7 w 7"/>
                <a:gd name="T5" fmla="*/ 4 h 16"/>
                <a:gd name="T6" fmla="*/ 7 w 7"/>
                <a:gd name="T7" fmla="*/ 6 h 16"/>
                <a:gd name="T8" fmla="*/ 4 w 7"/>
                <a:gd name="T9" fmla="*/ 6 h 16"/>
                <a:gd name="T10" fmla="*/ 4 w 7"/>
                <a:gd name="T11" fmla="*/ 12 h 16"/>
                <a:gd name="T12" fmla="*/ 4 w 7"/>
                <a:gd name="T13" fmla="*/ 12 h 16"/>
                <a:gd name="T14" fmla="*/ 4 w 7"/>
                <a:gd name="T15" fmla="*/ 14 h 16"/>
                <a:gd name="T16" fmla="*/ 5 w 7"/>
                <a:gd name="T17" fmla="*/ 15 h 16"/>
                <a:gd name="T18" fmla="*/ 5 w 7"/>
                <a:gd name="T19" fmla="*/ 15 h 16"/>
                <a:gd name="T20" fmla="*/ 7 w 7"/>
                <a:gd name="T21" fmla="*/ 15 h 16"/>
                <a:gd name="T22" fmla="*/ 7 w 7"/>
                <a:gd name="T23" fmla="*/ 16 h 16"/>
                <a:gd name="T24" fmla="*/ 7 w 7"/>
                <a:gd name="T25" fmla="*/ 16 h 16"/>
                <a:gd name="T26" fmla="*/ 5 w 7"/>
                <a:gd name="T27" fmla="*/ 16 h 16"/>
                <a:gd name="T28" fmla="*/ 5 w 7"/>
                <a:gd name="T29" fmla="*/ 16 h 16"/>
                <a:gd name="T30" fmla="*/ 3 w 7"/>
                <a:gd name="T31" fmla="*/ 16 h 16"/>
                <a:gd name="T32" fmla="*/ 3 w 7"/>
                <a:gd name="T33" fmla="*/ 16 h 16"/>
                <a:gd name="T34" fmla="*/ 1 w 7"/>
                <a:gd name="T35" fmla="*/ 12 h 16"/>
                <a:gd name="T36" fmla="*/ 1 w 7"/>
                <a:gd name="T37" fmla="*/ 6 h 16"/>
                <a:gd name="T38" fmla="*/ 0 w 7"/>
                <a:gd name="T39" fmla="*/ 6 h 16"/>
                <a:gd name="T40" fmla="*/ 0 w 7"/>
                <a:gd name="T41" fmla="*/ 4 h 16"/>
                <a:gd name="T42" fmla="*/ 1 w 7"/>
                <a:gd name="T43" fmla="*/ 4 h 16"/>
                <a:gd name="T44" fmla="*/ 1 w 7"/>
                <a:gd name="T45" fmla="*/ 0 h 16"/>
                <a:gd name="T46" fmla="*/ 4 w 7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" h="16">
                  <a:moveTo>
                    <a:pt x="4" y="0"/>
                  </a:moveTo>
                  <a:lnTo>
                    <a:pt x="4" y="4"/>
                  </a:lnTo>
                  <a:lnTo>
                    <a:pt x="7" y="4"/>
                  </a:lnTo>
                  <a:lnTo>
                    <a:pt x="7" y="6"/>
                  </a:lnTo>
                  <a:lnTo>
                    <a:pt x="4" y="6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12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Freeform 2044"/>
            <p:cNvSpPr>
              <a:spLocks/>
            </p:cNvSpPr>
            <p:nvPr/>
          </p:nvSpPr>
          <p:spPr bwMode="auto">
            <a:xfrm>
              <a:off x="3044" y="2261"/>
              <a:ext cx="10" cy="12"/>
            </a:xfrm>
            <a:custGeom>
              <a:avLst/>
              <a:gdLst>
                <a:gd name="T0" fmla="*/ 10 w 10"/>
                <a:gd name="T1" fmla="*/ 10 h 12"/>
                <a:gd name="T2" fmla="*/ 10 w 10"/>
                <a:gd name="T3" fmla="*/ 10 h 12"/>
                <a:gd name="T4" fmla="*/ 10 w 10"/>
                <a:gd name="T5" fmla="*/ 12 h 12"/>
                <a:gd name="T6" fmla="*/ 9 w 10"/>
                <a:gd name="T7" fmla="*/ 12 h 12"/>
                <a:gd name="T8" fmla="*/ 9 w 10"/>
                <a:gd name="T9" fmla="*/ 11 h 12"/>
                <a:gd name="T10" fmla="*/ 9 w 10"/>
                <a:gd name="T11" fmla="*/ 11 h 12"/>
                <a:gd name="T12" fmla="*/ 9 w 10"/>
                <a:gd name="T13" fmla="*/ 11 h 12"/>
                <a:gd name="T14" fmla="*/ 8 w 10"/>
                <a:gd name="T15" fmla="*/ 12 h 12"/>
                <a:gd name="T16" fmla="*/ 5 w 10"/>
                <a:gd name="T17" fmla="*/ 12 h 12"/>
                <a:gd name="T18" fmla="*/ 5 w 10"/>
                <a:gd name="T19" fmla="*/ 12 h 12"/>
                <a:gd name="T20" fmla="*/ 1 w 10"/>
                <a:gd name="T21" fmla="*/ 12 h 12"/>
                <a:gd name="T22" fmla="*/ 1 w 10"/>
                <a:gd name="T23" fmla="*/ 10 h 12"/>
                <a:gd name="T24" fmla="*/ 0 w 10"/>
                <a:gd name="T25" fmla="*/ 7 h 12"/>
                <a:gd name="T26" fmla="*/ 0 w 10"/>
                <a:gd name="T27" fmla="*/ 0 h 12"/>
                <a:gd name="T28" fmla="*/ 2 w 10"/>
                <a:gd name="T29" fmla="*/ 0 h 12"/>
                <a:gd name="T30" fmla="*/ 2 w 10"/>
                <a:gd name="T31" fmla="*/ 7 h 12"/>
                <a:gd name="T32" fmla="*/ 2 w 10"/>
                <a:gd name="T33" fmla="*/ 7 h 12"/>
                <a:gd name="T34" fmla="*/ 2 w 10"/>
                <a:gd name="T35" fmla="*/ 10 h 12"/>
                <a:gd name="T36" fmla="*/ 5 w 10"/>
                <a:gd name="T37" fmla="*/ 11 h 12"/>
                <a:gd name="T38" fmla="*/ 5 w 10"/>
                <a:gd name="T39" fmla="*/ 11 h 12"/>
                <a:gd name="T40" fmla="*/ 8 w 10"/>
                <a:gd name="T41" fmla="*/ 10 h 12"/>
                <a:gd name="T42" fmla="*/ 8 w 10"/>
                <a:gd name="T43" fmla="*/ 8 h 12"/>
                <a:gd name="T44" fmla="*/ 9 w 10"/>
                <a:gd name="T45" fmla="*/ 7 h 12"/>
                <a:gd name="T46" fmla="*/ 9 w 10"/>
                <a:gd name="T47" fmla="*/ 0 h 12"/>
                <a:gd name="T48" fmla="*/ 10 w 10"/>
                <a:gd name="T49" fmla="*/ 0 h 12"/>
                <a:gd name="T50" fmla="*/ 10 w 10"/>
                <a:gd name="T51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" h="12">
                  <a:moveTo>
                    <a:pt x="10" y="10"/>
                  </a:moveTo>
                  <a:lnTo>
                    <a:pt x="10" y="10"/>
                  </a:lnTo>
                  <a:lnTo>
                    <a:pt x="10" y="12"/>
                  </a:lnTo>
                  <a:lnTo>
                    <a:pt x="9" y="12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0" y="7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8" y="10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0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Freeform 2045"/>
            <p:cNvSpPr>
              <a:spLocks/>
            </p:cNvSpPr>
            <p:nvPr/>
          </p:nvSpPr>
          <p:spPr bwMode="auto">
            <a:xfrm>
              <a:off x="3057" y="2260"/>
              <a:ext cx="9" cy="13"/>
            </a:xfrm>
            <a:custGeom>
              <a:avLst/>
              <a:gdLst>
                <a:gd name="T0" fmla="*/ 1 w 9"/>
                <a:gd name="T1" fmla="*/ 11 h 13"/>
                <a:gd name="T2" fmla="*/ 1 w 9"/>
                <a:gd name="T3" fmla="*/ 11 h 13"/>
                <a:gd name="T4" fmla="*/ 4 w 9"/>
                <a:gd name="T5" fmla="*/ 12 h 13"/>
                <a:gd name="T6" fmla="*/ 4 w 9"/>
                <a:gd name="T7" fmla="*/ 12 h 13"/>
                <a:gd name="T8" fmla="*/ 7 w 9"/>
                <a:gd name="T9" fmla="*/ 12 h 13"/>
                <a:gd name="T10" fmla="*/ 7 w 9"/>
                <a:gd name="T11" fmla="*/ 11 h 13"/>
                <a:gd name="T12" fmla="*/ 7 w 9"/>
                <a:gd name="T13" fmla="*/ 11 h 13"/>
                <a:gd name="T14" fmla="*/ 7 w 9"/>
                <a:gd name="T15" fmla="*/ 9 h 13"/>
                <a:gd name="T16" fmla="*/ 4 w 9"/>
                <a:gd name="T17" fmla="*/ 8 h 13"/>
                <a:gd name="T18" fmla="*/ 4 w 9"/>
                <a:gd name="T19" fmla="*/ 8 h 13"/>
                <a:gd name="T20" fmla="*/ 1 w 9"/>
                <a:gd name="T21" fmla="*/ 7 h 13"/>
                <a:gd name="T22" fmla="*/ 1 w 9"/>
                <a:gd name="T23" fmla="*/ 4 h 13"/>
                <a:gd name="T24" fmla="*/ 1 w 9"/>
                <a:gd name="T25" fmla="*/ 4 h 13"/>
                <a:gd name="T26" fmla="*/ 3 w 9"/>
                <a:gd name="T27" fmla="*/ 1 h 13"/>
                <a:gd name="T28" fmla="*/ 5 w 9"/>
                <a:gd name="T29" fmla="*/ 0 h 13"/>
                <a:gd name="T30" fmla="*/ 5 w 9"/>
                <a:gd name="T31" fmla="*/ 0 h 13"/>
                <a:gd name="T32" fmla="*/ 8 w 9"/>
                <a:gd name="T33" fmla="*/ 1 h 13"/>
                <a:gd name="T34" fmla="*/ 8 w 9"/>
                <a:gd name="T35" fmla="*/ 3 h 13"/>
                <a:gd name="T36" fmla="*/ 8 w 9"/>
                <a:gd name="T37" fmla="*/ 3 h 13"/>
                <a:gd name="T38" fmla="*/ 5 w 9"/>
                <a:gd name="T39" fmla="*/ 3 h 13"/>
                <a:gd name="T40" fmla="*/ 5 w 9"/>
                <a:gd name="T41" fmla="*/ 3 h 13"/>
                <a:gd name="T42" fmla="*/ 4 w 9"/>
                <a:gd name="T43" fmla="*/ 3 h 13"/>
                <a:gd name="T44" fmla="*/ 3 w 9"/>
                <a:gd name="T45" fmla="*/ 4 h 13"/>
                <a:gd name="T46" fmla="*/ 3 w 9"/>
                <a:gd name="T47" fmla="*/ 4 h 13"/>
                <a:gd name="T48" fmla="*/ 4 w 9"/>
                <a:gd name="T49" fmla="*/ 5 h 13"/>
                <a:gd name="T50" fmla="*/ 5 w 9"/>
                <a:gd name="T51" fmla="*/ 7 h 13"/>
                <a:gd name="T52" fmla="*/ 5 w 9"/>
                <a:gd name="T53" fmla="*/ 7 h 13"/>
                <a:gd name="T54" fmla="*/ 8 w 9"/>
                <a:gd name="T55" fmla="*/ 8 h 13"/>
                <a:gd name="T56" fmla="*/ 9 w 9"/>
                <a:gd name="T57" fmla="*/ 11 h 13"/>
                <a:gd name="T58" fmla="*/ 9 w 9"/>
                <a:gd name="T59" fmla="*/ 11 h 13"/>
                <a:gd name="T60" fmla="*/ 8 w 9"/>
                <a:gd name="T61" fmla="*/ 13 h 13"/>
                <a:gd name="T62" fmla="*/ 4 w 9"/>
                <a:gd name="T63" fmla="*/ 13 h 13"/>
                <a:gd name="T64" fmla="*/ 4 w 9"/>
                <a:gd name="T65" fmla="*/ 13 h 13"/>
                <a:gd name="T66" fmla="*/ 0 w 9"/>
                <a:gd name="T67" fmla="*/ 13 h 13"/>
                <a:gd name="T68" fmla="*/ 1 w 9"/>
                <a:gd name="T6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" h="13">
                  <a:moveTo>
                    <a:pt x="1" y="11"/>
                  </a:moveTo>
                  <a:lnTo>
                    <a:pt x="1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9"/>
                  </a:lnTo>
                  <a:lnTo>
                    <a:pt x="4" y="8"/>
                  </a:lnTo>
                  <a:lnTo>
                    <a:pt x="4" y="8"/>
                  </a:lnTo>
                  <a:lnTo>
                    <a:pt x="1" y="7"/>
                  </a:lnTo>
                  <a:lnTo>
                    <a:pt x="1" y="4"/>
                  </a:lnTo>
                  <a:lnTo>
                    <a:pt x="1" y="4"/>
                  </a:lnTo>
                  <a:lnTo>
                    <a:pt x="3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8" y="3"/>
                  </a:lnTo>
                  <a:lnTo>
                    <a:pt x="8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5"/>
                  </a:lnTo>
                  <a:lnTo>
                    <a:pt x="5" y="7"/>
                  </a:lnTo>
                  <a:lnTo>
                    <a:pt x="5" y="7"/>
                  </a:lnTo>
                  <a:lnTo>
                    <a:pt x="8" y="8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0" y="13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Freeform 2046"/>
            <p:cNvSpPr>
              <a:spLocks/>
            </p:cNvSpPr>
            <p:nvPr/>
          </p:nvSpPr>
          <p:spPr bwMode="auto">
            <a:xfrm>
              <a:off x="3068" y="2271"/>
              <a:ext cx="4" cy="6"/>
            </a:xfrm>
            <a:custGeom>
              <a:avLst/>
              <a:gdLst>
                <a:gd name="T0" fmla="*/ 0 w 4"/>
                <a:gd name="T1" fmla="*/ 6 h 6"/>
                <a:gd name="T2" fmla="*/ 0 w 4"/>
                <a:gd name="T3" fmla="*/ 6 h 6"/>
                <a:gd name="T4" fmla="*/ 1 w 4"/>
                <a:gd name="T5" fmla="*/ 0 h 6"/>
                <a:gd name="T6" fmla="*/ 4 w 4"/>
                <a:gd name="T7" fmla="*/ 0 h 6"/>
                <a:gd name="T8" fmla="*/ 4 w 4"/>
                <a:gd name="T9" fmla="*/ 0 h 6"/>
                <a:gd name="T10" fmla="*/ 1 w 4"/>
                <a:gd name="T11" fmla="*/ 6 h 6"/>
                <a:gd name="T12" fmla="*/ 0 w 4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lnTo>
                    <a:pt x="0" y="6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Freeform 2047"/>
            <p:cNvSpPr>
              <a:spLocks/>
            </p:cNvSpPr>
            <p:nvPr/>
          </p:nvSpPr>
          <p:spPr bwMode="auto">
            <a:xfrm>
              <a:off x="3079" y="2255"/>
              <a:ext cx="8" cy="18"/>
            </a:xfrm>
            <a:custGeom>
              <a:avLst/>
              <a:gdLst>
                <a:gd name="T0" fmla="*/ 1 w 8"/>
                <a:gd name="T1" fmla="*/ 18 h 18"/>
                <a:gd name="T2" fmla="*/ 1 w 8"/>
                <a:gd name="T3" fmla="*/ 8 h 18"/>
                <a:gd name="T4" fmla="*/ 0 w 8"/>
                <a:gd name="T5" fmla="*/ 8 h 18"/>
                <a:gd name="T6" fmla="*/ 0 w 8"/>
                <a:gd name="T7" fmla="*/ 6 h 18"/>
                <a:gd name="T8" fmla="*/ 1 w 8"/>
                <a:gd name="T9" fmla="*/ 6 h 18"/>
                <a:gd name="T10" fmla="*/ 1 w 8"/>
                <a:gd name="T11" fmla="*/ 5 h 18"/>
                <a:gd name="T12" fmla="*/ 1 w 8"/>
                <a:gd name="T13" fmla="*/ 5 h 18"/>
                <a:gd name="T14" fmla="*/ 2 w 8"/>
                <a:gd name="T15" fmla="*/ 2 h 18"/>
                <a:gd name="T16" fmla="*/ 2 w 8"/>
                <a:gd name="T17" fmla="*/ 1 h 18"/>
                <a:gd name="T18" fmla="*/ 2 w 8"/>
                <a:gd name="T19" fmla="*/ 1 h 18"/>
                <a:gd name="T20" fmla="*/ 6 w 8"/>
                <a:gd name="T21" fmla="*/ 0 h 18"/>
                <a:gd name="T22" fmla="*/ 6 w 8"/>
                <a:gd name="T23" fmla="*/ 0 h 18"/>
                <a:gd name="T24" fmla="*/ 8 w 8"/>
                <a:gd name="T25" fmla="*/ 0 h 18"/>
                <a:gd name="T26" fmla="*/ 8 w 8"/>
                <a:gd name="T27" fmla="*/ 2 h 18"/>
                <a:gd name="T28" fmla="*/ 8 w 8"/>
                <a:gd name="T29" fmla="*/ 2 h 18"/>
                <a:gd name="T30" fmla="*/ 6 w 8"/>
                <a:gd name="T31" fmla="*/ 1 h 18"/>
                <a:gd name="T32" fmla="*/ 6 w 8"/>
                <a:gd name="T33" fmla="*/ 1 h 18"/>
                <a:gd name="T34" fmla="*/ 4 w 8"/>
                <a:gd name="T35" fmla="*/ 2 h 18"/>
                <a:gd name="T36" fmla="*/ 4 w 8"/>
                <a:gd name="T37" fmla="*/ 5 h 18"/>
                <a:gd name="T38" fmla="*/ 4 w 8"/>
                <a:gd name="T39" fmla="*/ 6 h 18"/>
                <a:gd name="T40" fmla="*/ 6 w 8"/>
                <a:gd name="T41" fmla="*/ 6 h 18"/>
                <a:gd name="T42" fmla="*/ 6 w 8"/>
                <a:gd name="T43" fmla="*/ 8 h 18"/>
                <a:gd name="T44" fmla="*/ 4 w 8"/>
                <a:gd name="T45" fmla="*/ 8 h 18"/>
                <a:gd name="T46" fmla="*/ 4 w 8"/>
                <a:gd name="T47" fmla="*/ 18 h 18"/>
                <a:gd name="T48" fmla="*/ 1 w 8"/>
                <a:gd name="T4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" h="18">
                  <a:moveTo>
                    <a:pt x="1" y="18"/>
                  </a:moveTo>
                  <a:lnTo>
                    <a:pt x="1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5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2"/>
                  </a:lnTo>
                  <a:lnTo>
                    <a:pt x="4" y="5"/>
                  </a:lnTo>
                  <a:lnTo>
                    <a:pt x="4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Freeform 2048"/>
            <p:cNvSpPr>
              <a:spLocks noEditPoints="1"/>
            </p:cNvSpPr>
            <p:nvPr/>
          </p:nvSpPr>
          <p:spPr bwMode="auto">
            <a:xfrm>
              <a:off x="3087" y="2260"/>
              <a:ext cx="11" cy="13"/>
            </a:xfrm>
            <a:custGeom>
              <a:avLst/>
              <a:gdLst>
                <a:gd name="T0" fmla="*/ 8 w 11"/>
                <a:gd name="T1" fmla="*/ 13 h 13"/>
                <a:gd name="T2" fmla="*/ 8 w 11"/>
                <a:gd name="T3" fmla="*/ 12 h 13"/>
                <a:gd name="T4" fmla="*/ 8 w 11"/>
                <a:gd name="T5" fmla="*/ 12 h 13"/>
                <a:gd name="T6" fmla="*/ 8 w 11"/>
                <a:gd name="T7" fmla="*/ 12 h 13"/>
                <a:gd name="T8" fmla="*/ 6 w 11"/>
                <a:gd name="T9" fmla="*/ 13 h 13"/>
                <a:gd name="T10" fmla="*/ 4 w 11"/>
                <a:gd name="T11" fmla="*/ 13 h 13"/>
                <a:gd name="T12" fmla="*/ 4 w 11"/>
                <a:gd name="T13" fmla="*/ 13 h 13"/>
                <a:gd name="T14" fmla="*/ 1 w 11"/>
                <a:gd name="T15" fmla="*/ 13 h 13"/>
                <a:gd name="T16" fmla="*/ 0 w 11"/>
                <a:gd name="T17" fmla="*/ 11 h 13"/>
                <a:gd name="T18" fmla="*/ 0 w 11"/>
                <a:gd name="T19" fmla="*/ 11 h 13"/>
                <a:gd name="T20" fmla="*/ 0 w 11"/>
                <a:gd name="T21" fmla="*/ 8 h 13"/>
                <a:gd name="T22" fmla="*/ 2 w 11"/>
                <a:gd name="T23" fmla="*/ 7 h 13"/>
                <a:gd name="T24" fmla="*/ 8 w 11"/>
                <a:gd name="T25" fmla="*/ 5 h 13"/>
                <a:gd name="T26" fmla="*/ 8 w 11"/>
                <a:gd name="T27" fmla="*/ 5 h 13"/>
                <a:gd name="T28" fmla="*/ 8 w 11"/>
                <a:gd name="T29" fmla="*/ 5 h 13"/>
                <a:gd name="T30" fmla="*/ 8 w 11"/>
                <a:gd name="T31" fmla="*/ 3 h 13"/>
                <a:gd name="T32" fmla="*/ 5 w 11"/>
                <a:gd name="T33" fmla="*/ 3 h 13"/>
                <a:gd name="T34" fmla="*/ 5 w 11"/>
                <a:gd name="T35" fmla="*/ 3 h 13"/>
                <a:gd name="T36" fmla="*/ 1 w 11"/>
                <a:gd name="T37" fmla="*/ 3 h 13"/>
                <a:gd name="T38" fmla="*/ 1 w 11"/>
                <a:gd name="T39" fmla="*/ 1 h 13"/>
                <a:gd name="T40" fmla="*/ 1 w 11"/>
                <a:gd name="T41" fmla="*/ 1 h 13"/>
                <a:gd name="T42" fmla="*/ 5 w 11"/>
                <a:gd name="T43" fmla="*/ 0 h 13"/>
                <a:gd name="T44" fmla="*/ 5 w 11"/>
                <a:gd name="T45" fmla="*/ 0 h 13"/>
                <a:gd name="T46" fmla="*/ 8 w 11"/>
                <a:gd name="T47" fmla="*/ 1 h 13"/>
                <a:gd name="T48" fmla="*/ 9 w 11"/>
                <a:gd name="T49" fmla="*/ 3 h 13"/>
                <a:gd name="T50" fmla="*/ 11 w 11"/>
                <a:gd name="T51" fmla="*/ 5 h 13"/>
                <a:gd name="T52" fmla="*/ 11 w 11"/>
                <a:gd name="T53" fmla="*/ 11 h 13"/>
                <a:gd name="T54" fmla="*/ 11 w 11"/>
                <a:gd name="T55" fmla="*/ 11 h 13"/>
                <a:gd name="T56" fmla="*/ 11 w 11"/>
                <a:gd name="T57" fmla="*/ 13 h 13"/>
                <a:gd name="T58" fmla="*/ 8 w 11"/>
                <a:gd name="T59" fmla="*/ 13 h 13"/>
                <a:gd name="T60" fmla="*/ 8 w 11"/>
                <a:gd name="T61" fmla="*/ 7 h 13"/>
                <a:gd name="T62" fmla="*/ 8 w 11"/>
                <a:gd name="T63" fmla="*/ 7 h 13"/>
                <a:gd name="T64" fmla="*/ 4 w 11"/>
                <a:gd name="T65" fmla="*/ 8 h 13"/>
                <a:gd name="T66" fmla="*/ 2 w 11"/>
                <a:gd name="T67" fmla="*/ 8 h 13"/>
                <a:gd name="T68" fmla="*/ 2 w 11"/>
                <a:gd name="T69" fmla="*/ 9 h 13"/>
                <a:gd name="T70" fmla="*/ 2 w 11"/>
                <a:gd name="T71" fmla="*/ 9 h 13"/>
                <a:gd name="T72" fmla="*/ 2 w 11"/>
                <a:gd name="T73" fmla="*/ 12 h 13"/>
                <a:gd name="T74" fmla="*/ 4 w 11"/>
                <a:gd name="T75" fmla="*/ 12 h 13"/>
                <a:gd name="T76" fmla="*/ 4 w 11"/>
                <a:gd name="T77" fmla="*/ 12 h 13"/>
                <a:gd name="T78" fmla="*/ 6 w 11"/>
                <a:gd name="T79" fmla="*/ 12 h 13"/>
                <a:gd name="T80" fmla="*/ 8 w 11"/>
                <a:gd name="T81" fmla="*/ 11 h 13"/>
                <a:gd name="T82" fmla="*/ 8 w 11"/>
                <a:gd name="T83" fmla="*/ 9 h 13"/>
                <a:gd name="T84" fmla="*/ 8 w 11"/>
                <a:gd name="T8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" h="13">
                  <a:moveTo>
                    <a:pt x="8" y="13"/>
                  </a:move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" y="13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8"/>
                  </a:lnTo>
                  <a:lnTo>
                    <a:pt x="2" y="7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3"/>
                  </a:lnTo>
                  <a:lnTo>
                    <a:pt x="11" y="5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11" y="13"/>
                  </a:lnTo>
                  <a:lnTo>
                    <a:pt x="8" y="13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4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6" y="12"/>
                  </a:lnTo>
                  <a:lnTo>
                    <a:pt x="8" y="11"/>
                  </a:lnTo>
                  <a:lnTo>
                    <a:pt x="8" y="9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Freeform 2049"/>
            <p:cNvSpPr>
              <a:spLocks/>
            </p:cNvSpPr>
            <p:nvPr/>
          </p:nvSpPr>
          <p:spPr bwMode="auto">
            <a:xfrm>
              <a:off x="3100" y="2260"/>
              <a:ext cx="10" cy="13"/>
            </a:xfrm>
            <a:custGeom>
              <a:avLst/>
              <a:gdLst>
                <a:gd name="T0" fmla="*/ 10 w 10"/>
                <a:gd name="T1" fmla="*/ 13 h 13"/>
                <a:gd name="T2" fmla="*/ 10 w 10"/>
                <a:gd name="T3" fmla="*/ 13 h 13"/>
                <a:gd name="T4" fmla="*/ 6 w 10"/>
                <a:gd name="T5" fmla="*/ 13 h 13"/>
                <a:gd name="T6" fmla="*/ 6 w 10"/>
                <a:gd name="T7" fmla="*/ 13 h 13"/>
                <a:gd name="T8" fmla="*/ 4 w 10"/>
                <a:gd name="T9" fmla="*/ 13 h 13"/>
                <a:gd name="T10" fmla="*/ 2 w 10"/>
                <a:gd name="T11" fmla="*/ 12 h 13"/>
                <a:gd name="T12" fmla="*/ 0 w 10"/>
                <a:gd name="T13" fmla="*/ 9 h 13"/>
                <a:gd name="T14" fmla="*/ 0 w 10"/>
                <a:gd name="T15" fmla="*/ 8 h 13"/>
                <a:gd name="T16" fmla="*/ 0 w 10"/>
                <a:gd name="T17" fmla="*/ 8 h 13"/>
                <a:gd name="T18" fmla="*/ 0 w 10"/>
                <a:gd name="T19" fmla="*/ 4 h 13"/>
                <a:gd name="T20" fmla="*/ 2 w 10"/>
                <a:gd name="T21" fmla="*/ 3 h 13"/>
                <a:gd name="T22" fmla="*/ 4 w 10"/>
                <a:gd name="T23" fmla="*/ 1 h 13"/>
                <a:gd name="T24" fmla="*/ 7 w 10"/>
                <a:gd name="T25" fmla="*/ 0 h 13"/>
                <a:gd name="T26" fmla="*/ 7 w 10"/>
                <a:gd name="T27" fmla="*/ 0 h 13"/>
                <a:gd name="T28" fmla="*/ 10 w 10"/>
                <a:gd name="T29" fmla="*/ 1 h 13"/>
                <a:gd name="T30" fmla="*/ 10 w 10"/>
                <a:gd name="T31" fmla="*/ 3 h 13"/>
                <a:gd name="T32" fmla="*/ 10 w 10"/>
                <a:gd name="T33" fmla="*/ 3 h 13"/>
                <a:gd name="T34" fmla="*/ 7 w 10"/>
                <a:gd name="T35" fmla="*/ 3 h 13"/>
                <a:gd name="T36" fmla="*/ 7 w 10"/>
                <a:gd name="T37" fmla="*/ 3 h 13"/>
                <a:gd name="T38" fmla="*/ 4 w 10"/>
                <a:gd name="T39" fmla="*/ 3 h 13"/>
                <a:gd name="T40" fmla="*/ 3 w 10"/>
                <a:gd name="T41" fmla="*/ 4 h 13"/>
                <a:gd name="T42" fmla="*/ 2 w 10"/>
                <a:gd name="T43" fmla="*/ 7 h 13"/>
                <a:gd name="T44" fmla="*/ 2 w 10"/>
                <a:gd name="T45" fmla="*/ 7 h 13"/>
                <a:gd name="T46" fmla="*/ 3 w 10"/>
                <a:gd name="T47" fmla="*/ 11 h 13"/>
                <a:gd name="T48" fmla="*/ 7 w 10"/>
                <a:gd name="T49" fmla="*/ 12 h 13"/>
                <a:gd name="T50" fmla="*/ 7 w 10"/>
                <a:gd name="T51" fmla="*/ 12 h 13"/>
                <a:gd name="T52" fmla="*/ 10 w 10"/>
                <a:gd name="T53" fmla="*/ 12 h 13"/>
                <a:gd name="T54" fmla="*/ 10 w 10"/>
                <a:gd name="T5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" h="13">
                  <a:moveTo>
                    <a:pt x="10" y="13"/>
                  </a:moveTo>
                  <a:lnTo>
                    <a:pt x="10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3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3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0" y="12"/>
                  </a:lnTo>
                  <a:lnTo>
                    <a:pt x="10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Freeform 2050"/>
            <p:cNvSpPr>
              <a:spLocks noEditPoints="1"/>
            </p:cNvSpPr>
            <p:nvPr/>
          </p:nvSpPr>
          <p:spPr bwMode="auto">
            <a:xfrm>
              <a:off x="3112" y="2256"/>
              <a:ext cx="3" cy="17"/>
            </a:xfrm>
            <a:custGeom>
              <a:avLst/>
              <a:gdLst>
                <a:gd name="T0" fmla="*/ 3 w 3"/>
                <a:gd name="T1" fmla="*/ 1 h 17"/>
                <a:gd name="T2" fmla="*/ 3 w 3"/>
                <a:gd name="T3" fmla="*/ 1 h 17"/>
                <a:gd name="T4" fmla="*/ 3 w 3"/>
                <a:gd name="T5" fmla="*/ 3 h 17"/>
                <a:gd name="T6" fmla="*/ 2 w 3"/>
                <a:gd name="T7" fmla="*/ 3 h 17"/>
                <a:gd name="T8" fmla="*/ 2 w 3"/>
                <a:gd name="T9" fmla="*/ 3 h 17"/>
                <a:gd name="T10" fmla="*/ 0 w 3"/>
                <a:gd name="T11" fmla="*/ 3 h 17"/>
                <a:gd name="T12" fmla="*/ 0 w 3"/>
                <a:gd name="T13" fmla="*/ 1 h 17"/>
                <a:gd name="T14" fmla="*/ 0 w 3"/>
                <a:gd name="T15" fmla="*/ 1 h 17"/>
                <a:gd name="T16" fmla="*/ 0 w 3"/>
                <a:gd name="T17" fmla="*/ 0 h 17"/>
                <a:gd name="T18" fmla="*/ 2 w 3"/>
                <a:gd name="T19" fmla="*/ 0 h 17"/>
                <a:gd name="T20" fmla="*/ 2 w 3"/>
                <a:gd name="T21" fmla="*/ 0 h 17"/>
                <a:gd name="T22" fmla="*/ 3 w 3"/>
                <a:gd name="T23" fmla="*/ 0 h 17"/>
                <a:gd name="T24" fmla="*/ 3 w 3"/>
                <a:gd name="T25" fmla="*/ 1 h 17"/>
                <a:gd name="T26" fmla="*/ 3 w 3"/>
                <a:gd name="T27" fmla="*/ 1 h 17"/>
                <a:gd name="T28" fmla="*/ 0 w 3"/>
                <a:gd name="T29" fmla="*/ 17 h 17"/>
                <a:gd name="T30" fmla="*/ 0 w 3"/>
                <a:gd name="T31" fmla="*/ 5 h 17"/>
                <a:gd name="T32" fmla="*/ 3 w 3"/>
                <a:gd name="T33" fmla="*/ 5 h 17"/>
                <a:gd name="T34" fmla="*/ 3 w 3"/>
                <a:gd name="T35" fmla="*/ 17 h 17"/>
                <a:gd name="T36" fmla="*/ 0 w 3"/>
                <a:gd name="T3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" h="17">
                  <a:moveTo>
                    <a:pt x="3" y="1"/>
                  </a:moveTo>
                  <a:lnTo>
                    <a:pt x="3" y="1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0" y="17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Rectangle 2051"/>
            <p:cNvSpPr>
              <a:spLocks noChangeArrowheads="1"/>
            </p:cNvSpPr>
            <p:nvPr/>
          </p:nvSpPr>
          <p:spPr bwMode="auto">
            <a:xfrm>
              <a:off x="3119" y="2255"/>
              <a:ext cx="3" cy="18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Freeform 2052"/>
            <p:cNvSpPr>
              <a:spLocks noEditPoints="1"/>
            </p:cNvSpPr>
            <p:nvPr/>
          </p:nvSpPr>
          <p:spPr bwMode="auto">
            <a:xfrm>
              <a:off x="3125" y="2256"/>
              <a:ext cx="4" cy="17"/>
            </a:xfrm>
            <a:custGeom>
              <a:avLst/>
              <a:gdLst>
                <a:gd name="T0" fmla="*/ 4 w 4"/>
                <a:gd name="T1" fmla="*/ 1 h 17"/>
                <a:gd name="T2" fmla="*/ 4 w 4"/>
                <a:gd name="T3" fmla="*/ 1 h 17"/>
                <a:gd name="T4" fmla="*/ 2 w 4"/>
                <a:gd name="T5" fmla="*/ 3 h 17"/>
                <a:gd name="T6" fmla="*/ 1 w 4"/>
                <a:gd name="T7" fmla="*/ 3 h 17"/>
                <a:gd name="T8" fmla="*/ 1 w 4"/>
                <a:gd name="T9" fmla="*/ 3 h 17"/>
                <a:gd name="T10" fmla="*/ 1 w 4"/>
                <a:gd name="T11" fmla="*/ 3 h 17"/>
                <a:gd name="T12" fmla="*/ 0 w 4"/>
                <a:gd name="T13" fmla="*/ 1 h 17"/>
                <a:gd name="T14" fmla="*/ 0 w 4"/>
                <a:gd name="T15" fmla="*/ 1 h 17"/>
                <a:gd name="T16" fmla="*/ 1 w 4"/>
                <a:gd name="T17" fmla="*/ 0 h 17"/>
                <a:gd name="T18" fmla="*/ 1 w 4"/>
                <a:gd name="T19" fmla="*/ 0 h 17"/>
                <a:gd name="T20" fmla="*/ 1 w 4"/>
                <a:gd name="T21" fmla="*/ 0 h 17"/>
                <a:gd name="T22" fmla="*/ 2 w 4"/>
                <a:gd name="T23" fmla="*/ 0 h 17"/>
                <a:gd name="T24" fmla="*/ 4 w 4"/>
                <a:gd name="T25" fmla="*/ 1 h 17"/>
                <a:gd name="T26" fmla="*/ 4 w 4"/>
                <a:gd name="T27" fmla="*/ 1 h 17"/>
                <a:gd name="T28" fmla="*/ 1 w 4"/>
                <a:gd name="T29" fmla="*/ 17 h 17"/>
                <a:gd name="T30" fmla="*/ 1 w 4"/>
                <a:gd name="T31" fmla="*/ 5 h 17"/>
                <a:gd name="T32" fmla="*/ 2 w 4"/>
                <a:gd name="T33" fmla="*/ 5 h 17"/>
                <a:gd name="T34" fmla="*/ 2 w 4"/>
                <a:gd name="T35" fmla="*/ 17 h 17"/>
                <a:gd name="T36" fmla="*/ 1 w 4"/>
                <a:gd name="T3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" h="17">
                  <a:moveTo>
                    <a:pt x="4" y="1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4" y="1"/>
                  </a:lnTo>
                  <a:lnTo>
                    <a:pt x="4" y="1"/>
                  </a:lnTo>
                  <a:close/>
                  <a:moveTo>
                    <a:pt x="1" y="17"/>
                  </a:moveTo>
                  <a:lnTo>
                    <a:pt x="1" y="5"/>
                  </a:lnTo>
                  <a:lnTo>
                    <a:pt x="2" y="5"/>
                  </a:lnTo>
                  <a:lnTo>
                    <a:pt x="2" y="17"/>
                  </a:lnTo>
                  <a:lnTo>
                    <a:pt x="1" y="1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Freeform 2053"/>
            <p:cNvSpPr>
              <a:spLocks/>
            </p:cNvSpPr>
            <p:nvPr/>
          </p:nvSpPr>
          <p:spPr bwMode="auto">
            <a:xfrm>
              <a:off x="3131" y="2260"/>
              <a:ext cx="8" cy="13"/>
            </a:xfrm>
            <a:custGeom>
              <a:avLst/>
              <a:gdLst>
                <a:gd name="T0" fmla="*/ 0 w 8"/>
                <a:gd name="T1" fmla="*/ 11 h 13"/>
                <a:gd name="T2" fmla="*/ 0 w 8"/>
                <a:gd name="T3" fmla="*/ 11 h 13"/>
                <a:gd name="T4" fmla="*/ 3 w 8"/>
                <a:gd name="T5" fmla="*/ 12 h 13"/>
                <a:gd name="T6" fmla="*/ 3 w 8"/>
                <a:gd name="T7" fmla="*/ 12 h 13"/>
                <a:gd name="T8" fmla="*/ 6 w 8"/>
                <a:gd name="T9" fmla="*/ 12 h 13"/>
                <a:gd name="T10" fmla="*/ 6 w 8"/>
                <a:gd name="T11" fmla="*/ 11 h 13"/>
                <a:gd name="T12" fmla="*/ 6 w 8"/>
                <a:gd name="T13" fmla="*/ 11 h 13"/>
                <a:gd name="T14" fmla="*/ 6 w 8"/>
                <a:gd name="T15" fmla="*/ 9 h 13"/>
                <a:gd name="T16" fmla="*/ 3 w 8"/>
                <a:gd name="T17" fmla="*/ 8 h 13"/>
                <a:gd name="T18" fmla="*/ 3 w 8"/>
                <a:gd name="T19" fmla="*/ 8 h 13"/>
                <a:gd name="T20" fmla="*/ 0 w 8"/>
                <a:gd name="T21" fmla="*/ 7 h 13"/>
                <a:gd name="T22" fmla="*/ 0 w 8"/>
                <a:gd name="T23" fmla="*/ 4 h 13"/>
                <a:gd name="T24" fmla="*/ 0 w 8"/>
                <a:gd name="T25" fmla="*/ 4 h 13"/>
                <a:gd name="T26" fmla="*/ 2 w 8"/>
                <a:gd name="T27" fmla="*/ 1 h 13"/>
                <a:gd name="T28" fmla="*/ 4 w 8"/>
                <a:gd name="T29" fmla="*/ 0 h 13"/>
                <a:gd name="T30" fmla="*/ 4 w 8"/>
                <a:gd name="T31" fmla="*/ 0 h 13"/>
                <a:gd name="T32" fmla="*/ 7 w 8"/>
                <a:gd name="T33" fmla="*/ 1 h 13"/>
                <a:gd name="T34" fmla="*/ 7 w 8"/>
                <a:gd name="T35" fmla="*/ 3 h 13"/>
                <a:gd name="T36" fmla="*/ 7 w 8"/>
                <a:gd name="T37" fmla="*/ 3 h 13"/>
                <a:gd name="T38" fmla="*/ 4 w 8"/>
                <a:gd name="T39" fmla="*/ 3 h 13"/>
                <a:gd name="T40" fmla="*/ 4 w 8"/>
                <a:gd name="T41" fmla="*/ 3 h 13"/>
                <a:gd name="T42" fmla="*/ 3 w 8"/>
                <a:gd name="T43" fmla="*/ 3 h 13"/>
                <a:gd name="T44" fmla="*/ 2 w 8"/>
                <a:gd name="T45" fmla="*/ 4 h 13"/>
                <a:gd name="T46" fmla="*/ 2 w 8"/>
                <a:gd name="T47" fmla="*/ 4 h 13"/>
                <a:gd name="T48" fmla="*/ 3 w 8"/>
                <a:gd name="T49" fmla="*/ 5 h 13"/>
                <a:gd name="T50" fmla="*/ 4 w 8"/>
                <a:gd name="T51" fmla="*/ 7 h 13"/>
                <a:gd name="T52" fmla="*/ 4 w 8"/>
                <a:gd name="T53" fmla="*/ 7 h 13"/>
                <a:gd name="T54" fmla="*/ 7 w 8"/>
                <a:gd name="T55" fmla="*/ 8 h 13"/>
                <a:gd name="T56" fmla="*/ 8 w 8"/>
                <a:gd name="T57" fmla="*/ 11 h 13"/>
                <a:gd name="T58" fmla="*/ 8 w 8"/>
                <a:gd name="T59" fmla="*/ 11 h 13"/>
                <a:gd name="T60" fmla="*/ 7 w 8"/>
                <a:gd name="T61" fmla="*/ 13 h 13"/>
                <a:gd name="T62" fmla="*/ 3 w 8"/>
                <a:gd name="T63" fmla="*/ 13 h 13"/>
                <a:gd name="T64" fmla="*/ 3 w 8"/>
                <a:gd name="T65" fmla="*/ 13 h 13"/>
                <a:gd name="T66" fmla="*/ 0 w 8"/>
                <a:gd name="T67" fmla="*/ 13 h 13"/>
                <a:gd name="T68" fmla="*/ 0 w 8"/>
                <a:gd name="T6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" h="13">
                  <a:moveTo>
                    <a:pt x="0" y="11"/>
                  </a:moveTo>
                  <a:lnTo>
                    <a:pt x="0" y="11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9"/>
                  </a:lnTo>
                  <a:lnTo>
                    <a:pt x="3" y="8"/>
                  </a:lnTo>
                  <a:lnTo>
                    <a:pt x="3" y="8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8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Freeform 2054"/>
            <p:cNvSpPr>
              <a:spLocks noEditPoints="1"/>
            </p:cNvSpPr>
            <p:nvPr/>
          </p:nvSpPr>
          <p:spPr bwMode="auto">
            <a:xfrm>
              <a:off x="3142" y="2256"/>
              <a:ext cx="3" cy="17"/>
            </a:xfrm>
            <a:custGeom>
              <a:avLst/>
              <a:gdLst>
                <a:gd name="T0" fmla="*/ 3 w 3"/>
                <a:gd name="T1" fmla="*/ 1 h 17"/>
                <a:gd name="T2" fmla="*/ 3 w 3"/>
                <a:gd name="T3" fmla="*/ 1 h 17"/>
                <a:gd name="T4" fmla="*/ 3 w 3"/>
                <a:gd name="T5" fmla="*/ 3 h 17"/>
                <a:gd name="T6" fmla="*/ 1 w 3"/>
                <a:gd name="T7" fmla="*/ 3 h 17"/>
                <a:gd name="T8" fmla="*/ 1 w 3"/>
                <a:gd name="T9" fmla="*/ 3 h 17"/>
                <a:gd name="T10" fmla="*/ 0 w 3"/>
                <a:gd name="T11" fmla="*/ 3 h 17"/>
                <a:gd name="T12" fmla="*/ 0 w 3"/>
                <a:gd name="T13" fmla="*/ 1 h 17"/>
                <a:gd name="T14" fmla="*/ 0 w 3"/>
                <a:gd name="T15" fmla="*/ 1 h 17"/>
                <a:gd name="T16" fmla="*/ 0 w 3"/>
                <a:gd name="T17" fmla="*/ 0 h 17"/>
                <a:gd name="T18" fmla="*/ 1 w 3"/>
                <a:gd name="T19" fmla="*/ 0 h 17"/>
                <a:gd name="T20" fmla="*/ 1 w 3"/>
                <a:gd name="T21" fmla="*/ 0 h 17"/>
                <a:gd name="T22" fmla="*/ 3 w 3"/>
                <a:gd name="T23" fmla="*/ 0 h 17"/>
                <a:gd name="T24" fmla="*/ 3 w 3"/>
                <a:gd name="T25" fmla="*/ 1 h 17"/>
                <a:gd name="T26" fmla="*/ 3 w 3"/>
                <a:gd name="T27" fmla="*/ 1 h 17"/>
                <a:gd name="T28" fmla="*/ 0 w 3"/>
                <a:gd name="T29" fmla="*/ 17 h 17"/>
                <a:gd name="T30" fmla="*/ 0 w 3"/>
                <a:gd name="T31" fmla="*/ 5 h 17"/>
                <a:gd name="T32" fmla="*/ 3 w 3"/>
                <a:gd name="T33" fmla="*/ 5 h 17"/>
                <a:gd name="T34" fmla="*/ 3 w 3"/>
                <a:gd name="T35" fmla="*/ 17 h 17"/>
                <a:gd name="T36" fmla="*/ 0 w 3"/>
                <a:gd name="T3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" h="17">
                  <a:moveTo>
                    <a:pt x="3" y="1"/>
                  </a:moveTo>
                  <a:lnTo>
                    <a:pt x="3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0" y="17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6" name="Freeform 2055"/>
            <p:cNvSpPr>
              <a:spLocks/>
            </p:cNvSpPr>
            <p:nvPr/>
          </p:nvSpPr>
          <p:spPr bwMode="auto">
            <a:xfrm>
              <a:off x="3147" y="2260"/>
              <a:ext cx="9" cy="13"/>
            </a:xfrm>
            <a:custGeom>
              <a:avLst/>
              <a:gdLst>
                <a:gd name="T0" fmla="*/ 0 w 9"/>
                <a:gd name="T1" fmla="*/ 11 h 13"/>
                <a:gd name="T2" fmla="*/ 0 w 9"/>
                <a:gd name="T3" fmla="*/ 11 h 13"/>
                <a:gd name="T4" fmla="*/ 5 w 9"/>
                <a:gd name="T5" fmla="*/ 12 h 13"/>
                <a:gd name="T6" fmla="*/ 5 w 9"/>
                <a:gd name="T7" fmla="*/ 12 h 13"/>
                <a:gd name="T8" fmla="*/ 6 w 9"/>
                <a:gd name="T9" fmla="*/ 12 h 13"/>
                <a:gd name="T10" fmla="*/ 7 w 9"/>
                <a:gd name="T11" fmla="*/ 11 h 13"/>
                <a:gd name="T12" fmla="*/ 7 w 9"/>
                <a:gd name="T13" fmla="*/ 11 h 13"/>
                <a:gd name="T14" fmla="*/ 6 w 9"/>
                <a:gd name="T15" fmla="*/ 9 h 13"/>
                <a:gd name="T16" fmla="*/ 5 w 9"/>
                <a:gd name="T17" fmla="*/ 8 h 13"/>
                <a:gd name="T18" fmla="*/ 5 w 9"/>
                <a:gd name="T19" fmla="*/ 8 h 13"/>
                <a:gd name="T20" fmla="*/ 2 w 9"/>
                <a:gd name="T21" fmla="*/ 7 h 13"/>
                <a:gd name="T22" fmla="*/ 0 w 9"/>
                <a:gd name="T23" fmla="*/ 4 h 13"/>
                <a:gd name="T24" fmla="*/ 0 w 9"/>
                <a:gd name="T25" fmla="*/ 4 h 13"/>
                <a:gd name="T26" fmla="*/ 2 w 9"/>
                <a:gd name="T27" fmla="*/ 1 h 13"/>
                <a:gd name="T28" fmla="*/ 6 w 9"/>
                <a:gd name="T29" fmla="*/ 0 h 13"/>
                <a:gd name="T30" fmla="*/ 6 w 9"/>
                <a:gd name="T31" fmla="*/ 0 h 13"/>
                <a:gd name="T32" fmla="*/ 9 w 9"/>
                <a:gd name="T33" fmla="*/ 1 h 13"/>
                <a:gd name="T34" fmla="*/ 7 w 9"/>
                <a:gd name="T35" fmla="*/ 3 h 13"/>
                <a:gd name="T36" fmla="*/ 7 w 9"/>
                <a:gd name="T37" fmla="*/ 3 h 13"/>
                <a:gd name="T38" fmla="*/ 6 w 9"/>
                <a:gd name="T39" fmla="*/ 3 h 13"/>
                <a:gd name="T40" fmla="*/ 6 w 9"/>
                <a:gd name="T41" fmla="*/ 3 h 13"/>
                <a:gd name="T42" fmla="*/ 3 w 9"/>
                <a:gd name="T43" fmla="*/ 3 h 13"/>
                <a:gd name="T44" fmla="*/ 3 w 9"/>
                <a:gd name="T45" fmla="*/ 4 h 13"/>
                <a:gd name="T46" fmla="*/ 3 w 9"/>
                <a:gd name="T47" fmla="*/ 4 h 13"/>
                <a:gd name="T48" fmla="*/ 3 w 9"/>
                <a:gd name="T49" fmla="*/ 5 h 13"/>
                <a:gd name="T50" fmla="*/ 6 w 9"/>
                <a:gd name="T51" fmla="*/ 7 h 13"/>
                <a:gd name="T52" fmla="*/ 6 w 9"/>
                <a:gd name="T53" fmla="*/ 7 h 13"/>
                <a:gd name="T54" fmla="*/ 9 w 9"/>
                <a:gd name="T55" fmla="*/ 8 h 13"/>
                <a:gd name="T56" fmla="*/ 9 w 9"/>
                <a:gd name="T57" fmla="*/ 11 h 13"/>
                <a:gd name="T58" fmla="*/ 9 w 9"/>
                <a:gd name="T59" fmla="*/ 11 h 13"/>
                <a:gd name="T60" fmla="*/ 7 w 9"/>
                <a:gd name="T61" fmla="*/ 13 h 13"/>
                <a:gd name="T62" fmla="*/ 5 w 9"/>
                <a:gd name="T63" fmla="*/ 13 h 13"/>
                <a:gd name="T64" fmla="*/ 5 w 9"/>
                <a:gd name="T65" fmla="*/ 13 h 13"/>
                <a:gd name="T66" fmla="*/ 0 w 9"/>
                <a:gd name="T67" fmla="*/ 13 h 13"/>
                <a:gd name="T68" fmla="*/ 0 w 9"/>
                <a:gd name="T6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" h="13">
                  <a:moveTo>
                    <a:pt x="0" y="11"/>
                  </a:moveTo>
                  <a:lnTo>
                    <a:pt x="0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6" y="9"/>
                  </a:lnTo>
                  <a:lnTo>
                    <a:pt x="5" y="8"/>
                  </a:lnTo>
                  <a:lnTo>
                    <a:pt x="5" y="8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1"/>
                  </a:lnTo>
                  <a:lnTo>
                    <a:pt x="7" y="3"/>
                  </a:lnTo>
                  <a:lnTo>
                    <a:pt x="7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5"/>
                  </a:lnTo>
                  <a:lnTo>
                    <a:pt x="6" y="7"/>
                  </a:lnTo>
                  <a:lnTo>
                    <a:pt x="6" y="7"/>
                  </a:lnTo>
                  <a:lnTo>
                    <a:pt x="9" y="8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7" y="13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7" name="Freeform 2056"/>
            <p:cNvSpPr>
              <a:spLocks noEditPoints="1"/>
            </p:cNvSpPr>
            <p:nvPr/>
          </p:nvSpPr>
          <p:spPr bwMode="auto">
            <a:xfrm>
              <a:off x="3164" y="2260"/>
              <a:ext cx="10" cy="13"/>
            </a:xfrm>
            <a:custGeom>
              <a:avLst/>
              <a:gdLst>
                <a:gd name="T0" fmla="*/ 8 w 10"/>
                <a:gd name="T1" fmla="*/ 13 h 13"/>
                <a:gd name="T2" fmla="*/ 8 w 10"/>
                <a:gd name="T3" fmla="*/ 12 h 13"/>
                <a:gd name="T4" fmla="*/ 8 w 10"/>
                <a:gd name="T5" fmla="*/ 12 h 13"/>
                <a:gd name="T6" fmla="*/ 8 w 10"/>
                <a:gd name="T7" fmla="*/ 12 h 13"/>
                <a:gd name="T8" fmla="*/ 6 w 10"/>
                <a:gd name="T9" fmla="*/ 13 h 13"/>
                <a:gd name="T10" fmla="*/ 4 w 10"/>
                <a:gd name="T11" fmla="*/ 13 h 13"/>
                <a:gd name="T12" fmla="*/ 4 w 10"/>
                <a:gd name="T13" fmla="*/ 13 h 13"/>
                <a:gd name="T14" fmla="*/ 1 w 10"/>
                <a:gd name="T15" fmla="*/ 13 h 13"/>
                <a:gd name="T16" fmla="*/ 0 w 10"/>
                <a:gd name="T17" fmla="*/ 11 h 13"/>
                <a:gd name="T18" fmla="*/ 0 w 10"/>
                <a:gd name="T19" fmla="*/ 11 h 13"/>
                <a:gd name="T20" fmla="*/ 0 w 10"/>
                <a:gd name="T21" fmla="*/ 8 h 13"/>
                <a:gd name="T22" fmla="*/ 1 w 10"/>
                <a:gd name="T23" fmla="*/ 7 h 13"/>
                <a:gd name="T24" fmla="*/ 8 w 10"/>
                <a:gd name="T25" fmla="*/ 5 h 13"/>
                <a:gd name="T26" fmla="*/ 8 w 10"/>
                <a:gd name="T27" fmla="*/ 5 h 13"/>
                <a:gd name="T28" fmla="*/ 8 w 10"/>
                <a:gd name="T29" fmla="*/ 5 h 13"/>
                <a:gd name="T30" fmla="*/ 6 w 10"/>
                <a:gd name="T31" fmla="*/ 3 h 13"/>
                <a:gd name="T32" fmla="*/ 5 w 10"/>
                <a:gd name="T33" fmla="*/ 3 h 13"/>
                <a:gd name="T34" fmla="*/ 5 w 10"/>
                <a:gd name="T35" fmla="*/ 3 h 13"/>
                <a:gd name="T36" fmla="*/ 1 w 10"/>
                <a:gd name="T37" fmla="*/ 3 h 13"/>
                <a:gd name="T38" fmla="*/ 1 w 10"/>
                <a:gd name="T39" fmla="*/ 1 h 13"/>
                <a:gd name="T40" fmla="*/ 1 w 10"/>
                <a:gd name="T41" fmla="*/ 1 h 13"/>
                <a:gd name="T42" fmla="*/ 5 w 10"/>
                <a:gd name="T43" fmla="*/ 0 h 13"/>
                <a:gd name="T44" fmla="*/ 5 w 10"/>
                <a:gd name="T45" fmla="*/ 0 h 13"/>
                <a:gd name="T46" fmla="*/ 8 w 10"/>
                <a:gd name="T47" fmla="*/ 1 h 13"/>
                <a:gd name="T48" fmla="*/ 9 w 10"/>
                <a:gd name="T49" fmla="*/ 3 h 13"/>
                <a:gd name="T50" fmla="*/ 9 w 10"/>
                <a:gd name="T51" fmla="*/ 5 h 13"/>
                <a:gd name="T52" fmla="*/ 9 w 10"/>
                <a:gd name="T53" fmla="*/ 11 h 13"/>
                <a:gd name="T54" fmla="*/ 9 w 10"/>
                <a:gd name="T55" fmla="*/ 11 h 13"/>
                <a:gd name="T56" fmla="*/ 10 w 10"/>
                <a:gd name="T57" fmla="*/ 13 h 13"/>
                <a:gd name="T58" fmla="*/ 8 w 10"/>
                <a:gd name="T59" fmla="*/ 13 h 13"/>
                <a:gd name="T60" fmla="*/ 8 w 10"/>
                <a:gd name="T61" fmla="*/ 7 h 13"/>
                <a:gd name="T62" fmla="*/ 8 w 10"/>
                <a:gd name="T63" fmla="*/ 7 h 13"/>
                <a:gd name="T64" fmla="*/ 4 w 10"/>
                <a:gd name="T65" fmla="*/ 8 h 13"/>
                <a:gd name="T66" fmla="*/ 2 w 10"/>
                <a:gd name="T67" fmla="*/ 8 h 13"/>
                <a:gd name="T68" fmla="*/ 2 w 10"/>
                <a:gd name="T69" fmla="*/ 9 h 13"/>
                <a:gd name="T70" fmla="*/ 2 w 10"/>
                <a:gd name="T71" fmla="*/ 9 h 13"/>
                <a:gd name="T72" fmla="*/ 2 w 10"/>
                <a:gd name="T73" fmla="*/ 12 h 13"/>
                <a:gd name="T74" fmla="*/ 4 w 10"/>
                <a:gd name="T75" fmla="*/ 12 h 13"/>
                <a:gd name="T76" fmla="*/ 4 w 10"/>
                <a:gd name="T77" fmla="*/ 12 h 13"/>
                <a:gd name="T78" fmla="*/ 6 w 10"/>
                <a:gd name="T79" fmla="*/ 12 h 13"/>
                <a:gd name="T80" fmla="*/ 8 w 10"/>
                <a:gd name="T81" fmla="*/ 11 h 13"/>
                <a:gd name="T82" fmla="*/ 8 w 10"/>
                <a:gd name="T83" fmla="*/ 9 h 13"/>
                <a:gd name="T84" fmla="*/ 8 w 10"/>
                <a:gd name="T8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" h="13">
                  <a:moveTo>
                    <a:pt x="8" y="13"/>
                  </a:move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" y="13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8"/>
                  </a:lnTo>
                  <a:lnTo>
                    <a:pt x="1" y="7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3"/>
                  </a:lnTo>
                  <a:lnTo>
                    <a:pt x="9" y="5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0" y="13"/>
                  </a:lnTo>
                  <a:lnTo>
                    <a:pt x="8" y="13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4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6" y="12"/>
                  </a:lnTo>
                  <a:lnTo>
                    <a:pt x="8" y="11"/>
                  </a:lnTo>
                  <a:lnTo>
                    <a:pt x="8" y="9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Freeform 2057"/>
            <p:cNvSpPr>
              <a:spLocks/>
            </p:cNvSpPr>
            <p:nvPr/>
          </p:nvSpPr>
          <p:spPr bwMode="auto">
            <a:xfrm>
              <a:off x="3177" y="2261"/>
              <a:ext cx="11" cy="12"/>
            </a:xfrm>
            <a:custGeom>
              <a:avLst/>
              <a:gdLst>
                <a:gd name="T0" fmla="*/ 11 w 11"/>
                <a:gd name="T1" fmla="*/ 10 h 12"/>
                <a:gd name="T2" fmla="*/ 11 w 11"/>
                <a:gd name="T3" fmla="*/ 10 h 12"/>
                <a:gd name="T4" fmla="*/ 11 w 11"/>
                <a:gd name="T5" fmla="*/ 12 h 12"/>
                <a:gd name="T6" fmla="*/ 10 w 11"/>
                <a:gd name="T7" fmla="*/ 12 h 12"/>
                <a:gd name="T8" fmla="*/ 10 w 11"/>
                <a:gd name="T9" fmla="*/ 11 h 12"/>
                <a:gd name="T10" fmla="*/ 10 w 11"/>
                <a:gd name="T11" fmla="*/ 11 h 12"/>
                <a:gd name="T12" fmla="*/ 10 w 11"/>
                <a:gd name="T13" fmla="*/ 11 h 12"/>
                <a:gd name="T14" fmla="*/ 8 w 11"/>
                <a:gd name="T15" fmla="*/ 12 h 12"/>
                <a:gd name="T16" fmla="*/ 4 w 11"/>
                <a:gd name="T17" fmla="*/ 12 h 12"/>
                <a:gd name="T18" fmla="*/ 4 w 11"/>
                <a:gd name="T19" fmla="*/ 12 h 12"/>
                <a:gd name="T20" fmla="*/ 2 w 11"/>
                <a:gd name="T21" fmla="*/ 12 h 12"/>
                <a:gd name="T22" fmla="*/ 0 w 11"/>
                <a:gd name="T23" fmla="*/ 10 h 12"/>
                <a:gd name="T24" fmla="*/ 0 w 11"/>
                <a:gd name="T25" fmla="*/ 7 h 12"/>
                <a:gd name="T26" fmla="*/ 0 w 11"/>
                <a:gd name="T27" fmla="*/ 0 h 12"/>
                <a:gd name="T28" fmla="*/ 3 w 11"/>
                <a:gd name="T29" fmla="*/ 0 h 12"/>
                <a:gd name="T30" fmla="*/ 3 w 11"/>
                <a:gd name="T31" fmla="*/ 7 h 12"/>
                <a:gd name="T32" fmla="*/ 3 w 11"/>
                <a:gd name="T33" fmla="*/ 7 h 12"/>
                <a:gd name="T34" fmla="*/ 3 w 11"/>
                <a:gd name="T35" fmla="*/ 10 h 12"/>
                <a:gd name="T36" fmla="*/ 6 w 11"/>
                <a:gd name="T37" fmla="*/ 11 h 12"/>
                <a:gd name="T38" fmla="*/ 6 w 11"/>
                <a:gd name="T39" fmla="*/ 11 h 12"/>
                <a:gd name="T40" fmla="*/ 8 w 11"/>
                <a:gd name="T41" fmla="*/ 10 h 12"/>
                <a:gd name="T42" fmla="*/ 8 w 11"/>
                <a:gd name="T43" fmla="*/ 8 h 12"/>
                <a:gd name="T44" fmla="*/ 8 w 11"/>
                <a:gd name="T45" fmla="*/ 7 h 12"/>
                <a:gd name="T46" fmla="*/ 8 w 11"/>
                <a:gd name="T47" fmla="*/ 0 h 12"/>
                <a:gd name="T48" fmla="*/ 11 w 11"/>
                <a:gd name="T49" fmla="*/ 0 h 12"/>
                <a:gd name="T50" fmla="*/ 11 w 11"/>
                <a:gd name="T51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lnTo>
                    <a:pt x="11" y="10"/>
                  </a:lnTo>
                  <a:lnTo>
                    <a:pt x="11" y="12"/>
                  </a:lnTo>
                  <a:lnTo>
                    <a:pt x="10" y="12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10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Freeform 2058"/>
            <p:cNvSpPr>
              <a:spLocks/>
            </p:cNvSpPr>
            <p:nvPr/>
          </p:nvSpPr>
          <p:spPr bwMode="auto">
            <a:xfrm>
              <a:off x="3191" y="2260"/>
              <a:ext cx="10" cy="13"/>
            </a:xfrm>
            <a:custGeom>
              <a:avLst/>
              <a:gdLst>
                <a:gd name="T0" fmla="*/ 10 w 10"/>
                <a:gd name="T1" fmla="*/ 13 h 13"/>
                <a:gd name="T2" fmla="*/ 10 w 10"/>
                <a:gd name="T3" fmla="*/ 13 h 13"/>
                <a:gd name="T4" fmla="*/ 6 w 10"/>
                <a:gd name="T5" fmla="*/ 13 h 13"/>
                <a:gd name="T6" fmla="*/ 6 w 10"/>
                <a:gd name="T7" fmla="*/ 13 h 13"/>
                <a:gd name="T8" fmla="*/ 4 w 10"/>
                <a:gd name="T9" fmla="*/ 13 h 13"/>
                <a:gd name="T10" fmla="*/ 2 w 10"/>
                <a:gd name="T11" fmla="*/ 12 h 13"/>
                <a:gd name="T12" fmla="*/ 1 w 10"/>
                <a:gd name="T13" fmla="*/ 9 h 13"/>
                <a:gd name="T14" fmla="*/ 0 w 10"/>
                <a:gd name="T15" fmla="*/ 8 h 13"/>
                <a:gd name="T16" fmla="*/ 0 w 10"/>
                <a:gd name="T17" fmla="*/ 8 h 13"/>
                <a:gd name="T18" fmla="*/ 1 w 10"/>
                <a:gd name="T19" fmla="*/ 4 h 13"/>
                <a:gd name="T20" fmla="*/ 2 w 10"/>
                <a:gd name="T21" fmla="*/ 3 h 13"/>
                <a:gd name="T22" fmla="*/ 4 w 10"/>
                <a:gd name="T23" fmla="*/ 1 h 13"/>
                <a:gd name="T24" fmla="*/ 8 w 10"/>
                <a:gd name="T25" fmla="*/ 0 h 13"/>
                <a:gd name="T26" fmla="*/ 8 w 10"/>
                <a:gd name="T27" fmla="*/ 0 h 13"/>
                <a:gd name="T28" fmla="*/ 10 w 10"/>
                <a:gd name="T29" fmla="*/ 1 h 13"/>
                <a:gd name="T30" fmla="*/ 10 w 10"/>
                <a:gd name="T31" fmla="*/ 3 h 13"/>
                <a:gd name="T32" fmla="*/ 10 w 10"/>
                <a:gd name="T33" fmla="*/ 3 h 13"/>
                <a:gd name="T34" fmla="*/ 8 w 10"/>
                <a:gd name="T35" fmla="*/ 3 h 13"/>
                <a:gd name="T36" fmla="*/ 8 w 10"/>
                <a:gd name="T37" fmla="*/ 3 h 13"/>
                <a:gd name="T38" fmla="*/ 5 w 10"/>
                <a:gd name="T39" fmla="*/ 3 h 13"/>
                <a:gd name="T40" fmla="*/ 4 w 10"/>
                <a:gd name="T41" fmla="*/ 4 h 13"/>
                <a:gd name="T42" fmla="*/ 2 w 10"/>
                <a:gd name="T43" fmla="*/ 7 h 13"/>
                <a:gd name="T44" fmla="*/ 2 w 10"/>
                <a:gd name="T45" fmla="*/ 7 h 13"/>
                <a:gd name="T46" fmla="*/ 4 w 10"/>
                <a:gd name="T47" fmla="*/ 11 h 13"/>
                <a:gd name="T48" fmla="*/ 8 w 10"/>
                <a:gd name="T49" fmla="*/ 12 h 13"/>
                <a:gd name="T50" fmla="*/ 8 w 10"/>
                <a:gd name="T51" fmla="*/ 12 h 13"/>
                <a:gd name="T52" fmla="*/ 10 w 10"/>
                <a:gd name="T53" fmla="*/ 12 h 13"/>
                <a:gd name="T54" fmla="*/ 10 w 10"/>
                <a:gd name="T5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" h="13">
                  <a:moveTo>
                    <a:pt x="10" y="13"/>
                  </a:moveTo>
                  <a:lnTo>
                    <a:pt x="10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1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4" y="11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0" y="12"/>
                  </a:lnTo>
                  <a:lnTo>
                    <a:pt x="10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Freeform 2059"/>
            <p:cNvSpPr>
              <a:spLocks/>
            </p:cNvSpPr>
            <p:nvPr/>
          </p:nvSpPr>
          <p:spPr bwMode="auto">
            <a:xfrm>
              <a:off x="3203" y="2257"/>
              <a:ext cx="8" cy="16"/>
            </a:xfrm>
            <a:custGeom>
              <a:avLst/>
              <a:gdLst>
                <a:gd name="T0" fmla="*/ 4 w 8"/>
                <a:gd name="T1" fmla="*/ 0 h 16"/>
                <a:gd name="T2" fmla="*/ 4 w 8"/>
                <a:gd name="T3" fmla="*/ 4 h 16"/>
                <a:gd name="T4" fmla="*/ 8 w 8"/>
                <a:gd name="T5" fmla="*/ 4 h 16"/>
                <a:gd name="T6" fmla="*/ 8 w 8"/>
                <a:gd name="T7" fmla="*/ 6 h 16"/>
                <a:gd name="T8" fmla="*/ 4 w 8"/>
                <a:gd name="T9" fmla="*/ 6 h 16"/>
                <a:gd name="T10" fmla="*/ 4 w 8"/>
                <a:gd name="T11" fmla="*/ 12 h 16"/>
                <a:gd name="T12" fmla="*/ 4 w 8"/>
                <a:gd name="T13" fmla="*/ 12 h 16"/>
                <a:gd name="T14" fmla="*/ 5 w 8"/>
                <a:gd name="T15" fmla="*/ 14 h 16"/>
                <a:gd name="T16" fmla="*/ 7 w 8"/>
                <a:gd name="T17" fmla="*/ 15 h 16"/>
                <a:gd name="T18" fmla="*/ 7 w 8"/>
                <a:gd name="T19" fmla="*/ 15 h 16"/>
                <a:gd name="T20" fmla="*/ 8 w 8"/>
                <a:gd name="T21" fmla="*/ 15 h 16"/>
                <a:gd name="T22" fmla="*/ 8 w 8"/>
                <a:gd name="T23" fmla="*/ 16 h 16"/>
                <a:gd name="T24" fmla="*/ 8 w 8"/>
                <a:gd name="T25" fmla="*/ 16 h 16"/>
                <a:gd name="T26" fmla="*/ 5 w 8"/>
                <a:gd name="T27" fmla="*/ 16 h 16"/>
                <a:gd name="T28" fmla="*/ 5 w 8"/>
                <a:gd name="T29" fmla="*/ 16 h 16"/>
                <a:gd name="T30" fmla="*/ 3 w 8"/>
                <a:gd name="T31" fmla="*/ 16 h 16"/>
                <a:gd name="T32" fmla="*/ 3 w 8"/>
                <a:gd name="T33" fmla="*/ 16 h 16"/>
                <a:gd name="T34" fmla="*/ 3 w 8"/>
                <a:gd name="T35" fmla="*/ 12 h 16"/>
                <a:gd name="T36" fmla="*/ 3 w 8"/>
                <a:gd name="T37" fmla="*/ 6 h 16"/>
                <a:gd name="T38" fmla="*/ 0 w 8"/>
                <a:gd name="T39" fmla="*/ 6 h 16"/>
                <a:gd name="T40" fmla="*/ 0 w 8"/>
                <a:gd name="T41" fmla="*/ 4 h 16"/>
                <a:gd name="T42" fmla="*/ 3 w 8"/>
                <a:gd name="T43" fmla="*/ 4 h 16"/>
                <a:gd name="T44" fmla="*/ 3 w 8"/>
                <a:gd name="T45" fmla="*/ 0 h 16"/>
                <a:gd name="T46" fmla="*/ 4 w 8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" h="16">
                  <a:moveTo>
                    <a:pt x="4" y="0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6"/>
                  </a:lnTo>
                  <a:lnTo>
                    <a:pt x="4" y="6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4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3" y="4"/>
                  </a:lnTo>
                  <a:lnTo>
                    <a:pt x="3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Freeform 2060"/>
            <p:cNvSpPr>
              <a:spLocks noEditPoints="1"/>
            </p:cNvSpPr>
            <p:nvPr/>
          </p:nvSpPr>
          <p:spPr bwMode="auto">
            <a:xfrm>
              <a:off x="3212" y="2260"/>
              <a:ext cx="12" cy="13"/>
            </a:xfrm>
            <a:custGeom>
              <a:avLst/>
              <a:gdLst>
                <a:gd name="T0" fmla="*/ 12 w 12"/>
                <a:gd name="T1" fmla="*/ 7 h 13"/>
                <a:gd name="T2" fmla="*/ 12 w 12"/>
                <a:gd name="T3" fmla="*/ 7 h 13"/>
                <a:gd name="T4" fmla="*/ 12 w 12"/>
                <a:gd name="T5" fmla="*/ 11 h 13"/>
                <a:gd name="T6" fmla="*/ 11 w 12"/>
                <a:gd name="T7" fmla="*/ 12 h 13"/>
                <a:gd name="T8" fmla="*/ 8 w 12"/>
                <a:gd name="T9" fmla="*/ 13 h 13"/>
                <a:gd name="T10" fmla="*/ 7 w 12"/>
                <a:gd name="T11" fmla="*/ 13 h 13"/>
                <a:gd name="T12" fmla="*/ 7 w 12"/>
                <a:gd name="T13" fmla="*/ 13 h 13"/>
                <a:gd name="T14" fmla="*/ 4 w 12"/>
                <a:gd name="T15" fmla="*/ 13 h 13"/>
                <a:gd name="T16" fmla="*/ 2 w 12"/>
                <a:gd name="T17" fmla="*/ 12 h 13"/>
                <a:gd name="T18" fmla="*/ 0 w 12"/>
                <a:gd name="T19" fmla="*/ 11 h 13"/>
                <a:gd name="T20" fmla="*/ 0 w 12"/>
                <a:gd name="T21" fmla="*/ 7 h 13"/>
                <a:gd name="T22" fmla="*/ 0 w 12"/>
                <a:gd name="T23" fmla="*/ 7 h 13"/>
                <a:gd name="T24" fmla="*/ 0 w 12"/>
                <a:gd name="T25" fmla="*/ 4 h 13"/>
                <a:gd name="T26" fmla="*/ 2 w 12"/>
                <a:gd name="T27" fmla="*/ 3 h 13"/>
                <a:gd name="T28" fmla="*/ 4 w 12"/>
                <a:gd name="T29" fmla="*/ 1 h 13"/>
                <a:gd name="T30" fmla="*/ 7 w 12"/>
                <a:gd name="T31" fmla="*/ 0 h 13"/>
                <a:gd name="T32" fmla="*/ 7 w 12"/>
                <a:gd name="T33" fmla="*/ 0 h 13"/>
                <a:gd name="T34" fmla="*/ 10 w 12"/>
                <a:gd name="T35" fmla="*/ 1 h 13"/>
                <a:gd name="T36" fmla="*/ 11 w 12"/>
                <a:gd name="T37" fmla="*/ 3 h 13"/>
                <a:gd name="T38" fmla="*/ 12 w 12"/>
                <a:gd name="T39" fmla="*/ 4 h 13"/>
                <a:gd name="T40" fmla="*/ 12 w 12"/>
                <a:gd name="T41" fmla="*/ 7 h 13"/>
                <a:gd name="T42" fmla="*/ 12 w 12"/>
                <a:gd name="T43" fmla="*/ 7 h 13"/>
                <a:gd name="T44" fmla="*/ 3 w 12"/>
                <a:gd name="T45" fmla="*/ 7 h 13"/>
                <a:gd name="T46" fmla="*/ 3 w 12"/>
                <a:gd name="T47" fmla="*/ 7 h 13"/>
                <a:gd name="T48" fmla="*/ 4 w 12"/>
                <a:gd name="T49" fmla="*/ 11 h 13"/>
                <a:gd name="T50" fmla="*/ 7 w 12"/>
                <a:gd name="T51" fmla="*/ 12 h 13"/>
                <a:gd name="T52" fmla="*/ 7 w 12"/>
                <a:gd name="T53" fmla="*/ 12 h 13"/>
                <a:gd name="T54" fmla="*/ 10 w 12"/>
                <a:gd name="T55" fmla="*/ 11 h 13"/>
                <a:gd name="T56" fmla="*/ 11 w 12"/>
                <a:gd name="T57" fmla="*/ 7 h 13"/>
                <a:gd name="T58" fmla="*/ 11 w 12"/>
                <a:gd name="T59" fmla="*/ 7 h 13"/>
                <a:gd name="T60" fmla="*/ 10 w 12"/>
                <a:gd name="T61" fmla="*/ 4 h 13"/>
                <a:gd name="T62" fmla="*/ 8 w 12"/>
                <a:gd name="T63" fmla="*/ 3 h 13"/>
                <a:gd name="T64" fmla="*/ 7 w 12"/>
                <a:gd name="T65" fmla="*/ 3 h 13"/>
                <a:gd name="T66" fmla="*/ 7 w 12"/>
                <a:gd name="T67" fmla="*/ 3 h 13"/>
                <a:gd name="T68" fmla="*/ 4 w 12"/>
                <a:gd name="T69" fmla="*/ 3 h 13"/>
                <a:gd name="T70" fmla="*/ 3 w 12"/>
                <a:gd name="T71" fmla="*/ 4 h 13"/>
                <a:gd name="T72" fmla="*/ 3 w 12"/>
                <a:gd name="T73" fmla="*/ 7 h 13"/>
                <a:gd name="T74" fmla="*/ 3 w 12"/>
                <a:gd name="T7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lnTo>
                    <a:pt x="12" y="7"/>
                  </a:lnTo>
                  <a:lnTo>
                    <a:pt x="12" y="11"/>
                  </a:lnTo>
                  <a:lnTo>
                    <a:pt x="11" y="12"/>
                  </a:lnTo>
                  <a:lnTo>
                    <a:pt x="8" y="13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1" y="3"/>
                  </a:lnTo>
                  <a:lnTo>
                    <a:pt x="12" y="4"/>
                  </a:lnTo>
                  <a:lnTo>
                    <a:pt x="12" y="7"/>
                  </a:lnTo>
                  <a:lnTo>
                    <a:pt x="12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0" y="11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0" y="4"/>
                  </a:lnTo>
                  <a:lnTo>
                    <a:pt x="8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7"/>
                  </a:lnTo>
                  <a:lnTo>
                    <a:pt x="3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Freeform 2061"/>
            <p:cNvSpPr>
              <a:spLocks/>
            </p:cNvSpPr>
            <p:nvPr/>
          </p:nvSpPr>
          <p:spPr bwMode="auto">
            <a:xfrm>
              <a:off x="3227" y="2260"/>
              <a:ext cx="7" cy="13"/>
            </a:xfrm>
            <a:custGeom>
              <a:avLst/>
              <a:gdLst>
                <a:gd name="T0" fmla="*/ 1 w 7"/>
                <a:gd name="T1" fmla="*/ 5 h 13"/>
                <a:gd name="T2" fmla="*/ 1 w 7"/>
                <a:gd name="T3" fmla="*/ 5 h 13"/>
                <a:gd name="T4" fmla="*/ 0 w 7"/>
                <a:gd name="T5" fmla="*/ 1 h 13"/>
                <a:gd name="T6" fmla="*/ 3 w 7"/>
                <a:gd name="T7" fmla="*/ 1 h 13"/>
                <a:gd name="T8" fmla="*/ 3 w 7"/>
                <a:gd name="T9" fmla="*/ 3 h 13"/>
                <a:gd name="T10" fmla="*/ 3 w 7"/>
                <a:gd name="T11" fmla="*/ 3 h 13"/>
                <a:gd name="T12" fmla="*/ 3 w 7"/>
                <a:gd name="T13" fmla="*/ 3 h 13"/>
                <a:gd name="T14" fmla="*/ 4 w 7"/>
                <a:gd name="T15" fmla="*/ 1 h 13"/>
                <a:gd name="T16" fmla="*/ 7 w 7"/>
                <a:gd name="T17" fmla="*/ 0 h 13"/>
                <a:gd name="T18" fmla="*/ 7 w 7"/>
                <a:gd name="T19" fmla="*/ 0 h 13"/>
                <a:gd name="T20" fmla="*/ 7 w 7"/>
                <a:gd name="T21" fmla="*/ 3 h 13"/>
                <a:gd name="T22" fmla="*/ 7 w 7"/>
                <a:gd name="T23" fmla="*/ 3 h 13"/>
                <a:gd name="T24" fmla="*/ 7 w 7"/>
                <a:gd name="T25" fmla="*/ 3 h 13"/>
                <a:gd name="T26" fmla="*/ 4 w 7"/>
                <a:gd name="T27" fmla="*/ 4 h 13"/>
                <a:gd name="T28" fmla="*/ 3 w 7"/>
                <a:gd name="T29" fmla="*/ 5 h 13"/>
                <a:gd name="T30" fmla="*/ 3 w 7"/>
                <a:gd name="T31" fmla="*/ 7 h 13"/>
                <a:gd name="T32" fmla="*/ 3 w 7"/>
                <a:gd name="T33" fmla="*/ 13 h 13"/>
                <a:gd name="T34" fmla="*/ 1 w 7"/>
                <a:gd name="T35" fmla="*/ 13 h 13"/>
                <a:gd name="T36" fmla="*/ 1 w 7"/>
                <a:gd name="T37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" h="13">
                  <a:moveTo>
                    <a:pt x="1" y="5"/>
                  </a:moveTo>
                  <a:lnTo>
                    <a:pt x="1" y="5"/>
                  </a:lnTo>
                  <a:lnTo>
                    <a:pt x="0" y="1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13"/>
                  </a:lnTo>
                  <a:lnTo>
                    <a:pt x="1" y="13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Freeform 2062"/>
            <p:cNvSpPr>
              <a:spLocks/>
            </p:cNvSpPr>
            <p:nvPr/>
          </p:nvSpPr>
          <p:spPr bwMode="auto">
            <a:xfrm>
              <a:off x="3234" y="2271"/>
              <a:ext cx="4" cy="6"/>
            </a:xfrm>
            <a:custGeom>
              <a:avLst/>
              <a:gdLst>
                <a:gd name="T0" fmla="*/ 0 w 4"/>
                <a:gd name="T1" fmla="*/ 6 h 6"/>
                <a:gd name="T2" fmla="*/ 0 w 4"/>
                <a:gd name="T3" fmla="*/ 6 h 6"/>
                <a:gd name="T4" fmla="*/ 1 w 4"/>
                <a:gd name="T5" fmla="*/ 0 h 6"/>
                <a:gd name="T6" fmla="*/ 4 w 4"/>
                <a:gd name="T7" fmla="*/ 0 h 6"/>
                <a:gd name="T8" fmla="*/ 4 w 4"/>
                <a:gd name="T9" fmla="*/ 0 h 6"/>
                <a:gd name="T10" fmla="*/ 1 w 4"/>
                <a:gd name="T11" fmla="*/ 6 h 6"/>
                <a:gd name="T12" fmla="*/ 0 w 4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lnTo>
                    <a:pt x="0" y="6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Freeform 2063"/>
            <p:cNvSpPr>
              <a:spLocks/>
            </p:cNvSpPr>
            <p:nvPr/>
          </p:nvSpPr>
          <p:spPr bwMode="auto">
            <a:xfrm>
              <a:off x="3246" y="2261"/>
              <a:ext cx="11" cy="12"/>
            </a:xfrm>
            <a:custGeom>
              <a:avLst/>
              <a:gdLst>
                <a:gd name="T0" fmla="*/ 11 w 11"/>
                <a:gd name="T1" fmla="*/ 10 h 12"/>
                <a:gd name="T2" fmla="*/ 11 w 11"/>
                <a:gd name="T3" fmla="*/ 10 h 12"/>
                <a:gd name="T4" fmla="*/ 11 w 11"/>
                <a:gd name="T5" fmla="*/ 12 h 12"/>
                <a:gd name="T6" fmla="*/ 9 w 11"/>
                <a:gd name="T7" fmla="*/ 12 h 12"/>
                <a:gd name="T8" fmla="*/ 9 w 11"/>
                <a:gd name="T9" fmla="*/ 11 h 12"/>
                <a:gd name="T10" fmla="*/ 9 w 11"/>
                <a:gd name="T11" fmla="*/ 11 h 12"/>
                <a:gd name="T12" fmla="*/ 9 w 11"/>
                <a:gd name="T13" fmla="*/ 11 h 12"/>
                <a:gd name="T14" fmla="*/ 8 w 11"/>
                <a:gd name="T15" fmla="*/ 12 h 12"/>
                <a:gd name="T16" fmla="*/ 5 w 11"/>
                <a:gd name="T17" fmla="*/ 12 h 12"/>
                <a:gd name="T18" fmla="*/ 5 w 11"/>
                <a:gd name="T19" fmla="*/ 12 h 12"/>
                <a:gd name="T20" fmla="*/ 1 w 11"/>
                <a:gd name="T21" fmla="*/ 12 h 12"/>
                <a:gd name="T22" fmla="*/ 1 w 11"/>
                <a:gd name="T23" fmla="*/ 10 h 12"/>
                <a:gd name="T24" fmla="*/ 0 w 11"/>
                <a:gd name="T25" fmla="*/ 7 h 12"/>
                <a:gd name="T26" fmla="*/ 0 w 11"/>
                <a:gd name="T27" fmla="*/ 0 h 12"/>
                <a:gd name="T28" fmla="*/ 3 w 11"/>
                <a:gd name="T29" fmla="*/ 0 h 12"/>
                <a:gd name="T30" fmla="*/ 3 w 11"/>
                <a:gd name="T31" fmla="*/ 7 h 12"/>
                <a:gd name="T32" fmla="*/ 3 w 11"/>
                <a:gd name="T33" fmla="*/ 7 h 12"/>
                <a:gd name="T34" fmla="*/ 3 w 11"/>
                <a:gd name="T35" fmla="*/ 10 h 12"/>
                <a:gd name="T36" fmla="*/ 5 w 11"/>
                <a:gd name="T37" fmla="*/ 11 h 12"/>
                <a:gd name="T38" fmla="*/ 5 w 11"/>
                <a:gd name="T39" fmla="*/ 11 h 12"/>
                <a:gd name="T40" fmla="*/ 8 w 11"/>
                <a:gd name="T41" fmla="*/ 10 h 12"/>
                <a:gd name="T42" fmla="*/ 8 w 11"/>
                <a:gd name="T43" fmla="*/ 8 h 12"/>
                <a:gd name="T44" fmla="*/ 9 w 11"/>
                <a:gd name="T45" fmla="*/ 7 h 12"/>
                <a:gd name="T46" fmla="*/ 9 w 11"/>
                <a:gd name="T47" fmla="*/ 0 h 12"/>
                <a:gd name="T48" fmla="*/ 11 w 11"/>
                <a:gd name="T49" fmla="*/ 0 h 12"/>
                <a:gd name="T50" fmla="*/ 11 w 11"/>
                <a:gd name="T51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lnTo>
                    <a:pt x="11" y="10"/>
                  </a:lnTo>
                  <a:lnTo>
                    <a:pt x="11" y="12"/>
                  </a:lnTo>
                  <a:lnTo>
                    <a:pt x="9" y="12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8" y="10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Rectangle 2064"/>
            <p:cNvSpPr>
              <a:spLocks noChangeArrowheads="1"/>
            </p:cNvSpPr>
            <p:nvPr/>
          </p:nvSpPr>
          <p:spPr bwMode="auto">
            <a:xfrm>
              <a:off x="3261" y="2255"/>
              <a:ext cx="3" cy="18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Freeform 2065"/>
            <p:cNvSpPr>
              <a:spLocks/>
            </p:cNvSpPr>
            <p:nvPr/>
          </p:nvSpPr>
          <p:spPr bwMode="auto">
            <a:xfrm>
              <a:off x="3266" y="2257"/>
              <a:ext cx="7" cy="16"/>
            </a:xfrm>
            <a:custGeom>
              <a:avLst/>
              <a:gdLst>
                <a:gd name="T0" fmla="*/ 4 w 7"/>
                <a:gd name="T1" fmla="*/ 0 h 16"/>
                <a:gd name="T2" fmla="*/ 4 w 7"/>
                <a:gd name="T3" fmla="*/ 4 h 16"/>
                <a:gd name="T4" fmla="*/ 7 w 7"/>
                <a:gd name="T5" fmla="*/ 4 h 16"/>
                <a:gd name="T6" fmla="*/ 7 w 7"/>
                <a:gd name="T7" fmla="*/ 6 h 16"/>
                <a:gd name="T8" fmla="*/ 4 w 7"/>
                <a:gd name="T9" fmla="*/ 6 h 16"/>
                <a:gd name="T10" fmla="*/ 4 w 7"/>
                <a:gd name="T11" fmla="*/ 12 h 16"/>
                <a:gd name="T12" fmla="*/ 4 w 7"/>
                <a:gd name="T13" fmla="*/ 12 h 16"/>
                <a:gd name="T14" fmla="*/ 4 w 7"/>
                <a:gd name="T15" fmla="*/ 14 h 16"/>
                <a:gd name="T16" fmla="*/ 6 w 7"/>
                <a:gd name="T17" fmla="*/ 15 h 16"/>
                <a:gd name="T18" fmla="*/ 6 w 7"/>
                <a:gd name="T19" fmla="*/ 15 h 16"/>
                <a:gd name="T20" fmla="*/ 7 w 7"/>
                <a:gd name="T21" fmla="*/ 15 h 16"/>
                <a:gd name="T22" fmla="*/ 7 w 7"/>
                <a:gd name="T23" fmla="*/ 16 h 16"/>
                <a:gd name="T24" fmla="*/ 7 w 7"/>
                <a:gd name="T25" fmla="*/ 16 h 16"/>
                <a:gd name="T26" fmla="*/ 6 w 7"/>
                <a:gd name="T27" fmla="*/ 16 h 16"/>
                <a:gd name="T28" fmla="*/ 6 w 7"/>
                <a:gd name="T29" fmla="*/ 16 h 16"/>
                <a:gd name="T30" fmla="*/ 3 w 7"/>
                <a:gd name="T31" fmla="*/ 16 h 16"/>
                <a:gd name="T32" fmla="*/ 3 w 7"/>
                <a:gd name="T33" fmla="*/ 16 h 16"/>
                <a:gd name="T34" fmla="*/ 2 w 7"/>
                <a:gd name="T35" fmla="*/ 12 h 16"/>
                <a:gd name="T36" fmla="*/ 2 w 7"/>
                <a:gd name="T37" fmla="*/ 6 h 16"/>
                <a:gd name="T38" fmla="*/ 0 w 7"/>
                <a:gd name="T39" fmla="*/ 6 h 16"/>
                <a:gd name="T40" fmla="*/ 0 w 7"/>
                <a:gd name="T41" fmla="*/ 4 h 16"/>
                <a:gd name="T42" fmla="*/ 2 w 7"/>
                <a:gd name="T43" fmla="*/ 4 h 16"/>
                <a:gd name="T44" fmla="*/ 2 w 7"/>
                <a:gd name="T45" fmla="*/ 0 h 16"/>
                <a:gd name="T46" fmla="*/ 4 w 7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" h="16">
                  <a:moveTo>
                    <a:pt x="4" y="0"/>
                  </a:moveTo>
                  <a:lnTo>
                    <a:pt x="4" y="4"/>
                  </a:lnTo>
                  <a:lnTo>
                    <a:pt x="7" y="4"/>
                  </a:lnTo>
                  <a:lnTo>
                    <a:pt x="7" y="6"/>
                  </a:lnTo>
                  <a:lnTo>
                    <a:pt x="4" y="6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7" y="15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2" y="12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4"/>
                  </a:lnTo>
                  <a:lnTo>
                    <a:pt x="2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Freeform 2066"/>
            <p:cNvSpPr>
              <a:spLocks/>
            </p:cNvSpPr>
            <p:nvPr/>
          </p:nvSpPr>
          <p:spPr bwMode="auto">
            <a:xfrm>
              <a:off x="3276" y="2260"/>
              <a:ext cx="6" cy="13"/>
            </a:xfrm>
            <a:custGeom>
              <a:avLst/>
              <a:gdLst>
                <a:gd name="T0" fmla="*/ 0 w 6"/>
                <a:gd name="T1" fmla="*/ 5 h 13"/>
                <a:gd name="T2" fmla="*/ 0 w 6"/>
                <a:gd name="T3" fmla="*/ 5 h 13"/>
                <a:gd name="T4" fmla="*/ 0 w 6"/>
                <a:gd name="T5" fmla="*/ 1 h 13"/>
                <a:gd name="T6" fmla="*/ 2 w 6"/>
                <a:gd name="T7" fmla="*/ 1 h 13"/>
                <a:gd name="T8" fmla="*/ 2 w 6"/>
                <a:gd name="T9" fmla="*/ 3 h 13"/>
                <a:gd name="T10" fmla="*/ 2 w 6"/>
                <a:gd name="T11" fmla="*/ 3 h 13"/>
                <a:gd name="T12" fmla="*/ 2 w 6"/>
                <a:gd name="T13" fmla="*/ 3 h 13"/>
                <a:gd name="T14" fmla="*/ 4 w 6"/>
                <a:gd name="T15" fmla="*/ 1 h 13"/>
                <a:gd name="T16" fmla="*/ 6 w 6"/>
                <a:gd name="T17" fmla="*/ 0 h 13"/>
                <a:gd name="T18" fmla="*/ 6 w 6"/>
                <a:gd name="T19" fmla="*/ 0 h 13"/>
                <a:gd name="T20" fmla="*/ 6 w 6"/>
                <a:gd name="T21" fmla="*/ 3 h 13"/>
                <a:gd name="T22" fmla="*/ 6 w 6"/>
                <a:gd name="T23" fmla="*/ 3 h 13"/>
                <a:gd name="T24" fmla="*/ 6 w 6"/>
                <a:gd name="T25" fmla="*/ 3 h 13"/>
                <a:gd name="T26" fmla="*/ 4 w 6"/>
                <a:gd name="T27" fmla="*/ 4 h 13"/>
                <a:gd name="T28" fmla="*/ 2 w 6"/>
                <a:gd name="T29" fmla="*/ 5 h 13"/>
                <a:gd name="T30" fmla="*/ 2 w 6"/>
                <a:gd name="T31" fmla="*/ 7 h 13"/>
                <a:gd name="T32" fmla="*/ 2 w 6"/>
                <a:gd name="T33" fmla="*/ 13 h 13"/>
                <a:gd name="T34" fmla="*/ 0 w 6"/>
                <a:gd name="T35" fmla="*/ 13 h 13"/>
                <a:gd name="T36" fmla="*/ 0 w 6"/>
                <a:gd name="T37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13">
                  <a:moveTo>
                    <a:pt x="0" y="5"/>
                  </a:moveTo>
                  <a:lnTo>
                    <a:pt x="0" y="5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4" y="4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Freeform 2067"/>
            <p:cNvSpPr>
              <a:spLocks noEditPoints="1"/>
            </p:cNvSpPr>
            <p:nvPr/>
          </p:nvSpPr>
          <p:spPr bwMode="auto">
            <a:xfrm>
              <a:off x="3285" y="2256"/>
              <a:ext cx="3" cy="17"/>
            </a:xfrm>
            <a:custGeom>
              <a:avLst/>
              <a:gdLst>
                <a:gd name="T0" fmla="*/ 3 w 3"/>
                <a:gd name="T1" fmla="*/ 1 h 17"/>
                <a:gd name="T2" fmla="*/ 3 w 3"/>
                <a:gd name="T3" fmla="*/ 1 h 17"/>
                <a:gd name="T4" fmla="*/ 3 w 3"/>
                <a:gd name="T5" fmla="*/ 3 h 17"/>
                <a:gd name="T6" fmla="*/ 2 w 3"/>
                <a:gd name="T7" fmla="*/ 3 h 17"/>
                <a:gd name="T8" fmla="*/ 2 w 3"/>
                <a:gd name="T9" fmla="*/ 3 h 17"/>
                <a:gd name="T10" fmla="*/ 0 w 3"/>
                <a:gd name="T11" fmla="*/ 3 h 17"/>
                <a:gd name="T12" fmla="*/ 0 w 3"/>
                <a:gd name="T13" fmla="*/ 1 h 17"/>
                <a:gd name="T14" fmla="*/ 0 w 3"/>
                <a:gd name="T15" fmla="*/ 1 h 17"/>
                <a:gd name="T16" fmla="*/ 0 w 3"/>
                <a:gd name="T17" fmla="*/ 0 h 17"/>
                <a:gd name="T18" fmla="*/ 2 w 3"/>
                <a:gd name="T19" fmla="*/ 0 h 17"/>
                <a:gd name="T20" fmla="*/ 2 w 3"/>
                <a:gd name="T21" fmla="*/ 0 h 17"/>
                <a:gd name="T22" fmla="*/ 3 w 3"/>
                <a:gd name="T23" fmla="*/ 0 h 17"/>
                <a:gd name="T24" fmla="*/ 3 w 3"/>
                <a:gd name="T25" fmla="*/ 1 h 17"/>
                <a:gd name="T26" fmla="*/ 3 w 3"/>
                <a:gd name="T27" fmla="*/ 1 h 17"/>
                <a:gd name="T28" fmla="*/ 0 w 3"/>
                <a:gd name="T29" fmla="*/ 17 h 17"/>
                <a:gd name="T30" fmla="*/ 0 w 3"/>
                <a:gd name="T31" fmla="*/ 5 h 17"/>
                <a:gd name="T32" fmla="*/ 3 w 3"/>
                <a:gd name="T33" fmla="*/ 5 h 17"/>
                <a:gd name="T34" fmla="*/ 3 w 3"/>
                <a:gd name="T35" fmla="*/ 17 h 17"/>
                <a:gd name="T36" fmla="*/ 0 w 3"/>
                <a:gd name="T3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" h="17">
                  <a:moveTo>
                    <a:pt x="3" y="1"/>
                  </a:moveTo>
                  <a:lnTo>
                    <a:pt x="3" y="1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0" y="17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Freeform 2068"/>
            <p:cNvSpPr>
              <a:spLocks/>
            </p:cNvSpPr>
            <p:nvPr/>
          </p:nvSpPr>
          <p:spPr bwMode="auto">
            <a:xfrm>
              <a:off x="3291" y="2260"/>
              <a:ext cx="9" cy="13"/>
            </a:xfrm>
            <a:custGeom>
              <a:avLst/>
              <a:gdLst>
                <a:gd name="T0" fmla="*/ 9 w 9"/>
                <a:gd name="T1" fmla="*/ 13 h 13"/>
                <a:gd name="T2" fmla="*/ 9 w 9"/>
                <a:gd name="T3" fmla="*/ 13 h 13"/>
                <a:gd name="T4" fmla="*/ 6 w 9"/>
                <a:gd name="T5" fmla="*/ 13 h 13"/>
                <a:gd name="T6" fmla="*/ 6 w 9"/>
                <a:gd name="T7" fmla="*/ 13 h 13"/>
                <a:gd name="T8" fmla="*/ 4 w 9"/>
                <a:gd name="T9" fmla="*/ 13 h 13"/>
                <a:gd name="T10" fmla="*/ 1 w 9"/>
                <a:gd name="T11" fmla="*/ 12 h 13"/>
                <a:gd name="T12" fmla="*/ 0 w 9"/>
                <a:gd name="T13" fmla="*/ 9 h 13"/>
                <a:gd name="T14" fmla="*/ 0 w 9"/>
                <a:gd name="T15" fmla="*/ 8 h 13"/>
                <a:gd name="T16" fmla="*/ 0 w 9"/>
                <a:gd name="T17" fmla="*/ 8 h 13"/>
                <a:gd name="T18" fmla="*/ 0 w 9"/>
                <a:gd name="T19" fmla="*/ 4 h 13"/>
                <a:gd name="T20" fmla="*/ 1 w 9"/>
                <a:gd name="T21" fmla="*/ 3 h 13"/>
                <a:gd name="T22" fmla="*/ 4 w 9"/>
                <a:gd name="T23" fmla="*/ 1 h 13"/>
                <a:gd name="T24" fmla="*/ 6 w 9"/>
                <a:gd name="T25" fmla="*/ 0 h 13"/>
                <a:gd name="T26" fmla="*/ 6 w 9"/>
                <a:gd name="T27" fmla="*/ 0 h 13"/>
                <a:gd name="T28" fmla="*/ 9 w 9"/>
                <a:gd name="T29" fmla="*/ 1 h 13"/>
                <a:gd name="T30" fmla="*/ 9 w 9"/>
                <a:gd name="T31" fmla="*/ 3 h 13"/>
                <a:gd name="T32" fmla="*/ 9 w 9"/>
                <a:gd name="T33" fmla="*/ 3 h 13"/>
                <a:gd name="T34" fmla="*/ 6 w 9"/>
                <a:gd name="T35" fmla="*/ 3 h 13"/>
                <a:gd name="T36" fmla="*/ 6 w 9"/>
                <a:gd name="T37" fmla="*/ 3 h 13"/>
                <a:gd name="T38" fmla="*/ 5 w 9"/>
                <a:gd name="T39" fmla="*/ 3 h 13"/>
                <a:gd name="T40" fmla="*/ 4 w 9"/>
                <a:gd name="T41" fmla="*/ 4 h 13"/>
                <a:gd name="T42" fmla="*/ 2 w 9"/>
                <a:gd name="T43" fmla="*/ 7 h 13"/>
                <a:gd name="T44" fmla="*/ 2 w 9"/>
                <a:gd name="T45" fmla="*/ 7 h 13"/>
                <a:gd name="T46" fmla="*/ 4 w 9"/>
                <a:gd name="T47" fmla="*/ 11 h 13"/>
                <a:gd name="T48" fmla="*/ 6 w 9"/>
                <a:gd name="T49" fmla="*/ 12 h 13"/>
                <a:gd name="T50" fmla="*/ 6 w 9"/>
                <a:gd name="T51" fmla="*/ 12 h 13"/>
                <a:gd name="T52" fmla="*/ 9 w 9"/>
                <a:gd name="T53" fmla="*/ 12 h 13"/>
                <a:gd name="T54" fmla="*/ 9 w 9"/>
                <a:gd name="T5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" h="13">
                  <a:moveTo>
                    <a:pt x="9" y="13"/>
                  </a:moveTo>
                  <a:lnTo>
                    <a:pt x="9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1"/>
                  </a:lnTo>
                  <a:lnTo>
                    <a:pt x="9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4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9" y="12"/>
                  </a:lnTo>
                  <a:lnTo>
                    <a:pt x="9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Freeform 2069"/>
            <p:cNvSpPr>
              <a:spLocks noEditPoints="1"/>
            </p:cNvSpPr>
            <p:nvPr/>
          </p:nvSpPr>
          <p:spPr bwMode="auto">
            <a:xfrm>
              <a:off x="3303" y="2260"/>
              <a:ext cx="11" cy="13"/>
            </a:xfrm>
            <a:custGeom>
              <a:avLst/>
              <a:gdLst>
                <a:gd name="T0" fmla="*/ 1 w 11"/>
                <a:gd name="T1" fmla="*/ 8 h 13"/>
                <a:gd name="T2" fmla="*/ 1 w 11"/>
                <a:gd name="T3" fmla="*/ 8 h 13"/>
                <a:gd name="T4" fmla="*/ 2 w 11"/>
                <a:gd name="T5" fmla="*/ 9 h 13"/>
                <a:gd name="T6" fmla="*/ 2 w 11"/>
                <a:gd name="T7" fmla="*/ 11 h 13"/>
                <a:gd name="T8" fmla="*/ 6 w 11"/>
                <a:gd name="T9" fmla="*/ 12 h 13"/>
                <a:gd name="T10" fmla="*/ 6 w 11"/>
                <a:gd name="T11" fmla="*/ 12 h 13"/>
                <a:gd name="T12" fmla="*/ 9 w 11"/>
                <a:gd name="T13" fmla="*/ 12 h 13"/>
                <a:gd name="T14" fmla="*/ 11 w 11"/>
                <a:gd name="T15" fmla="*/ 13 h 13"/>
                <a:gd name="T16" fmla="*/ 11 w 11"/>
                <a:gd name="T17" fmla="*/ 13 h 13"/>
                <a:gd name="T18" fmla="*/ 5 w 11"/>
                <a:gd name="T19" fmla="*/ 13 h 13"/>
                <a:gd name="T20" fmla="*/ 5 w 11"/>
                <a:gd name="T21" fmla="*/ 13 h 13"/>
                <a:gd name="T22" fmla="*/ 2 w 11"/>
                <a:gd name="T23" fmla="*/ 13 h 13"/>
                <a:gd name="T24" fmla="*/ 1 w 11"/>
                <a:gd name="T25" fmla="*/ 12 h 13"/>
                <a:gd name="T26" fmla="*/ 0 w 11"/>
                <a:gd name="T27" fmla="*/ 11 h 13"/>
                <a:gd name="T28" fmla="*/ 0 w 11"/>
                <a:gd name="T29" fmla="*/ 8 h 13"/>
                <a:gd name="T30" fmla="*/ 0 w 11"/>
                <a:gd name="T31" fmla="*/ 8 h 13"/>
                <a:gd name="T32" fmla="*/ 0 w 11"/>
                <a:gd name="T33" fmla="*/ 5 h 13"/>
                <a:gd name="T34" fmla="*/ 1 w 11"/>
                <a:gd name="T35" fmla="*/ 3 h 13"/>
                <a:gd name="T36" fmla="*/ 2 w 11"/>
                <a:gd name="T37" fmla="*/ 1 h 13"/>
                <a:gd name="T38" fmla="*/ 5 w 11"/>
                <a:gd name="T39" fmla="*/ 0 h 13"/>
                <a:gd name="T40" fmla="*/ 5 w 11"/>
                <a:gd name="T41" fmla="*/ 0 h 13"/>
                <a:gd name="T42" fmla="*/ 8 w 11"/>
                <a:gd name="T43" fmla="*/ 1 h 13"/>
                <a:gd name="T44" fmla="*/ 9 w 11"/>
                <a:gd name="T45" fmla="*/ 3 h 13"/>
                <a:gd name="T46" fmla="*/ 11 w 11"/>
                <a:gd name="T47" fmla="*/ 7 h 13"/>
                <a:gd name="T48" fmla="*/ 11 w 11"/>
                <a:gd name="T49" fmla="*/ 8 h 13"/>
                <a:gd name="T50" fmla="*/ 1 w 11"/>
                <a:gd name="T51" fmla="*/ 8 h 13"/>
                <a:gd name="T52" fmla="*/ 8 w 11"/>
                <a:gd name="T53" fmla="*/ 5 h 13"/>
                <a:gd name="T54" fmla="*/ 8 w 11"/>
                <a:gd name="T55" fmla="*/ 5 h 13"/>
                <a:gd name="T56" fmla="*/ 8 w 11"/>
                <a:gd name="T57" fmla="*/ 4 h 13"/>
                <a:gd name="T58" fmla="*/ 6 w 11"/>
                <a:gd name="T59" fmla="*/ 3 h 13"/>
                <a:gd name="T60" fmla="*/ 5 w 11"/>
                <a:gd name="T61" fmla="*/ 3 h 13"/>
                <a:gd name="T62" fmla="*/ 5 w 11"/>
                <a:gd name="T63" fmla="*/ 3 h 13"/>
                <a:gd name="T64" fmla="*/ 2 w 11"/>
                <a:gd name="T65" fmla="*/ 4 h 13"/>
                <a:gd name="T66" fmla="*/ 1 w 11"/>
                <a:gd name="T67" fmla="*/ 5 h 13"/>
                <a:gd name="T68" fmla="*/ 8 w 11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" h="13">
                  <a:moveTo>
                    <a:pt x="1" y="8"/>
                  </a:moveTo>
                  <a:lnTo>
                    <a:pt x="1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9" y="12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2" y="13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3"/>
                  </a:lnTo>
                  <a:lnTo>
                    <a:pt x="11" y="7"/>
                  </a:lnTo>
                  <a:lnTo>
                    <a:pt x="11" y="8"/>
                  </a:lnTo>
                  <a:lnTo>
                    <a:pt x="1" y="8"/>
                  </a:lnTo>
                  <a:close/>
                  <a:moveTo>
                    <a:pt x="8" y="5"/>
                  </a:moveTo>
                  <a:lnTo>
                    <a:pt x="8" y="5"/>
                  </a:lnTo>
                  <a:lnTo>
                    <a:pt x="8" y="4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2" y="4"/>
                  </a:lnTo>
                  <a:lnTo>
                    <a:pt x="1" y="5"/>
                  </a:lnTo>
                  <a:lnTo>
                    <a:pt x="8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1" name="Freeform 2070"/>
            <p:cNvSpPr>
              <a:spLocks/>
            </p:cNvSpPr>
            <p:nvPr/>
          </p:nvSpPr>
          <p:spPr bwMode="auto">
            <a:xfrm>
              <a:off x="3316" y="2260"/>
              <a:ext cx="8" cy="13"/>
            </a:xfrm>
            <a:custGeom>
              <a:avLst/>
              <a:gdLst>
                <a:gd name="T0" fmla="*/ 0 w 8"/>
                <a:gd name="T1" fmla="*/ 11 h 13"/>
                <a:gd name="T2" fmla="*/ 0 w 8"/>
                <a:gd name="T3" fmla="*/ 11 h 13"/>
                <a:gd name="T4" fmla="*/ 3 w 8"/>
                <a:gd name="T5" fmla="*/ 12 h 13"/>
                <a:gd name="T6" fmla="*/ 3 w 8"/>
                <a:gd name="T7" fmla="*/ 12 h 13"/>
                <a:gd name="T8" fmla="*/ 6 w 8"/>
                <a:gd name="T9" fmla="*/ 12 h 13"/>
                <a:gd name="T10" fmla="*/ 6 w 8"/>
                <a:gd name="T11" fmla="*/ 11 h 13"/>
                <a:gd name="T12" fmla="*/ 6 w 8"/>
                <a:gd name="T13" fmla="*/ 11 h 13"/>
                <a:gd name="T14" fmla="*/ 6 w 8"/>
                <a:gd name="T15" fmla="*/ 9 h 13"/>
                <a:gd name="T16" fmla="*/ 3 w 8"/>
                <a:gd name="T17" fmla="*/ 8 h 13"/>
                <a:gd name="T18" fmla="*/ 3 w 8"/>
                <a:gd name="T19" fmla="*/ 8 h 13"/>
                <a:gd name="T20" fmla="*/ 0 w 8"/>
                <a:gd name="T21" fmla="*/ 7 h 13"/>
                <a:gd name="T22" fmla="*/ 0 w 8"/>
                <a:gd name="T23" fmla="*/ 4 h 13"/>
                <a:gd name="T24" fmla="*/ 0 w 8"/>
                <a:gd name="T25" fmla="*/ 4 h 13"/>
                <a:gd name="T26" fmla="*/ 2 w 8"/>
                <a:gd name="T27" fmla="*/ 1 h 13"/>
                <a:gd name="T28" fmla="*/ 4 w 8"/>
                <a:gd name="T29" fmla="*/ 0 h 13"/>
                <a:gd name="T30" fmla="*/ 4 w 8"/>
                <a:gd name="T31" fmla="*/ 0 h 13"/>
                <a:gd name="T32" fmla="*/ 7 w 8"/>
                <a:gd name="T33" fmla="*/ 1 h 13"/>
                <a:gd name="T34" fmla="*/ 7 w 8"/>
                <a:gd name="T35" fmla="*/ 3 h 13"/>
                <a:gd name="T36" fmla="*/ 7 w 8"/>
                <a:gd name="T37" fmla="*/ 3 h 13"/>
                <a:gd name="T38" fmla="*/ 4 w 8"/>
                <a:gd name="T39" fmla="*/ 3 h 13"/>
                <a:gd name="T40" fmla="*/ 4 w 8"/>
                <a:gd name="T41" fmla="*/ 3 h 13"/>
                <a:gd name="T42" fmla="*/ 3 w 8"/>
                <a:gd name="T43" fmla="*/ 3 h 13"/>
                <a:gd name="T44" fmla="*/ 2 w 8"/>
                <a:gd name="T45" fmla="*/ 4 h 13"/>
                <a:gd name="T46" fmla="*/ 2 w 8"/>
                <a:gd name="T47" fmla="*/ 4 h 13"/>
                <a:gd name="T48" fmla="*/ 3 w 8"/>
                <a:gd name="T49" fmla="*/ 5 h 13"/>
                <a:gd name="T50" fmla="*/ 4 w 8"/>
                <a:gd name="T51" fmla="*/ 7 h 13"/>
                <a:gd name="T52" fmla="*/ 4 w 8"/>
                <a:gd name="T53" fmla="*/ 7 h 13"/>
                <a:gd name="T54" fmla="*/ 7 w 8"/>
                <a:gd name="T55" fmla="*/ 8 h 13"/>
                <a:gd name="T56" fmla="*/ 8 w 8"/>
                <a:gd name="T57" fmla="*/ 11 h 13"/>
                <a:gd name="T58" fmla="*/ 8 w 8"/>
                <a:gd name="T59" fmla="*/ 11 h 13"/>
                <a:gd name="T60" fmla="*/ 7 w 8"/>
                <a:gd name="T61" fmla="*/ 13 h 13"/>
                <a:gd name="T62" fmla="*/ 3 w 8"/>
                <a:gd name="T63" fmla="*/ 13 h 13"/>
                <a:gd name="T64" fmla="*/ 3 w 8"/>
                <a:gd name="T65" fmla="*/ 13 h 13"/>
                <a:gd name="T66" fmla="*/ 0 w 8"/>
                <a:gd name="T67" fmla="*/ 13 h 13"/>
                <a:gd name="T68" fmla="*/ 0 w 8"/>
                <a:gd name="T6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" h="13">
                  <a:moveTo>
                    <a:pt x="0" y="11"/>
                  </a:moveTo>
                  <a:lnTo>
                    <a:pt x="0" y="11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9"/>
                  </a:lnTo>
                  <a:lnTo>
                    <a:pt x="3" y="8"/>
                  </a:lnTo>
                  <a:lnTo>
                    <a:pt x="3" y="8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8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2" name="Freeform 2071"/>
            <p:cNvSpPr>
              <a:spLocks/>
            </p:cNvSpPr>
            <p:nvPr/>
          </p:nvSpPr>
          <p:spPr bwMode="auto">
            <a:xfrm>
              <a:off x="3332" y="2261"/>
              <a:ext cx="11" cy="12"/>
            </a:xfrm>
            <a:custGeom>
              <a:avLst/>
              <a:gdLst>
                <a:gd name="T0" fmla="*/ 11 w 11"/>
                <a:gd name="T1" fmla="*/ 10 h 12"/>
                <a:gd name="T2" fmla="*/ 11 w 11"/>
                <a:gd name="T3" fmla="*/ 10 h 12"/>
                <a:gd name="T4" fmla="*/ 11 w 11"/>
                <a:gd name="T5" fmla="*/ 12 h 12"/>
                <a:gd name="T6" fmla="*/ 10 w 11"/>
                <a:gd name="T7" fmla="*/ 12 h 12"/>
                <a:gd name="T8" fmla="*/ 10 w 11"/>
                <a:gd name="T9" fmla="*/ 11 h 12"/>
                <a:gd name="T10" fmla="*/ 10 w 11"/>
                <a:gd name="T11" fmla="*/ 11 h 12"/>
                <a:gd name="T12" fmla="*/ 10 w 11"/>
                <a:gd name="T13" fmla="*/ 11 h 12"/>
                <a:gd name="T14" fmla="*/ 9 w 11"/>
                <a:gd name="T15" fmla="*/ 12 h 12"/>
                <a:gd name="T16" fmla="*/ 6 w 11"/>
                <a:gd name="T17" fmla="*/ 12 h 12"/>
                <a:gd name="T18" fmla="*/ 6 w 11"/>
                <a:gd name="T19" fmla="*/ 12 h 12"/>
                <a:gd name="T20" fmla="*/ 2 w 11"/>
                <a:gd name="T21" fmla="*/ 12 h 12"/>
                <a:gd name="T22" fmla="*/ 2 w 11"/>
                <a:gd name="T23" fmla="*/ 10 h 12"/>
                <a:gd name="T24" fmla="*/ 0 w 11"/>
                <a:gd name="T25" fmla="*/ 7 h 12"/>
                <a:gd name="T26" fmla="*/ 0 w 11"/>
                <a:gd name="T27" fmla="*/ 0 h 12"/>
                <a:gd name="T28" fmla="*/ 3 w 11"/>
                <a:gd name="T29" fmla="*/ 0 h 12"/>
                <a:gd name="T30" fmla="*/ 3 w 11"/>
                <a:gd name="T31" fmla="*/ 7 h 12"/>
                <a:gd name="T32" fmla="*/ 3 w 11"/>
                <a:gd name="T33" fmla="*/ 7 h 12"/>
                <a:gd name="T34" fmla="*/ 3 w 11"/>
                <a:gd name="T35" fmla="*/ 10 h 12"/>
                <a:gd name="T36" fmla="*/ 6 w 11"/>
                <a:gd name="T37" fmla="*/ 11 h 12"/>
                <a:gd name="T38" fmla="*/ 6 w 11"/>
                <a:gd name="T39" fmla="*/ 11 h 12"/>
                <a:gd name="T40" fmla="*/ 9 w 11"/>
                <a:gd name="T41" fmla="*/ 10 h 12"/>
                <a:gd name="T42" fmla="*/ 9 w 11"/>
                <a:gd name="T43" fmla="*/ 8 h 12"/>
                <a:gd name="T44" fmla="*/ 10 w 11"/>
                <a:gd name="T45" fmla="*/ 7 h 12"/>
                <a:gd name="T46" fmla="*/ 10 w 11"/>
                <a:gd name="T47" fmla="*/ 0 h 12"/>
                <a:gd name="T48" fmla="*/ 11 w 11"/>
                <a:gd name="T49" fmla="*/ 0 h 12"/>
                <a:gd name="T50" fmla="*/ 11 w 11"/>
                <a:gd name="T51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lnTo>
                    <a:pt x="11" y="10"/>
                  </a:lnTo>
                  <a:lnTo>
                    <a:pt x="11" y="12"/>
                  </a:lnTo>
                  <a:lnTo>
                    <a:pt x="10" y="12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9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10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9" y="10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3" name="Freeform 2072"/>
            <p:cNvSpPr>
              <a:spLocks/>
            </p:cNvSpPr>
            <p:nvPr/>
          </p:nvSpPr>
          <p:spPr bwMode="auto">
            <a:xfrm>
              <a:off x="3346" y="2257"/>
              <a:ext cx="8" cy="16"/>
            </a:xfrm>
            <a:custGeom>
              <a:avLst/>
              <a:gdLst>
                <a:gd name="T0" fmla="*/ 4 w 8"/>
                <a:gd name="T1" fmla="*/ 0 h 16"/>
                <a:gd name="T2" fmla="*/ 4 w 8"/>
                <a:gd name="T3" fmla="*/ 4 h 16"/>
                <a:gd name="T4" fmla="*/ 8 w 8"/>
                <a:gd name="T5" fmla="*/ 4 h 16"/>
                <a:gd name="T6" fmla="*/ 8 w 8"/>
                <a:gd name="T7" fmla="*/ 6 h 16"/>
                <a:gd name="T8" fmla="*/ 4 w 8"/>
                <a:gd name="T9" fmla="*/ 6 h 16"/>
                <a:gd name="T10" fmla="*/ 4 w 8"/>
                <a:gd name="T11" fmla="*/ 12 h 16"/>
                <a:gd name="T12" fmla="*/ 4 w 8"/>
                <a:gd name="T13" fmla="*/ 12 h 16"/>
                <a:gd name="T14" fmla="*/ 5 w 8"/>
                <a:gd name="T15" fmla="*/ 14 h 16"/>
                <a:gd name="T16" fmla="*/ 7 w 8"/>
                <a:gd name="T17" fmla="*/ 15 h 16"/>
                <a:gd name="T18" fmla="*/ 7 w 8"/>
                <a:gd name="T19" fmla="*/ 15 h 16"/>
                <a:gd name="T20" fmla="*/ 8 w 8"/>
                <a:gd name="T21" fmla="*/ 15 h 16"/>
                <a:gd name="T22" fmla="*/ 8 w 8"/>
                <a:gd name="T23" fmla="*/ 16 h 16"/>
                <a:gd name="T24" fmla="*/ 8 w 8"/>
                <a:gd name="T25" fmla="*/ 16 h 16"/>
                <a:gd name="T26" fmla="*/ 5 w 8"/>
                <a:gd name="T27" fmla="*/ 16 h 16"/>
                <a:gd name="T28" fmla="*/ 5 w 8"/>
                <a:gd name="T29" fmla="*/ 16 h 16"/>
                <a:gd name="T30" fmla="*/ 3 w 8"/>
                <a:gd name="T31" fmla="*/ 16 h 16"/>
                <a:gd name="T32" fmla="*/ 3 w 8"/>
                <a:gd name="T33" fmla="*/ 16 h 16"/>
                <a:gd name="T34" fmla="*/ 3 w 8"/>
                <a:gd name="T35" fmla="*/ 12 h 16"/>
                <a:gd name="T36" fmla="*/ 3 w 8"/>
                <a:gd name="T37" fmla="*/ 6 h 16"/>
                <a:gd name="T38" fmla="*/ 0 w 8"/>
                <a:gd name="T39" fmla="*/ 6 h 16"/>
                <a:gd name="T40" fmla="*/ 0 w 8"/>
                <a:gd name="T41" fmla="*/ 4 h 16"/>
                <a:gd name="T42" fmla="*/ 3 w 8"/>
                <a:gd name="T43" fmla="*/ 4 h 16"/>
                <a:gd name="T44" fmla="*/ 3 w 8"/>
                <a:gd name="T45" fmla="*/ 0 h 16"/>
                <a:gd name="T46" fmla="*/ 4 w 8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" h="16">
                  <a:moveTo>
                    <a:pt x="4" y="0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6"/>
                  </a:lnTo>
                  <a:lnTo>
                    <a:pt x="4" y="6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4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3" y="4"/>
                  </a:lnTo>
                  <a:lnTo>
                    <a:pt x="3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4" name="Freeform 2073"/>
            <p:cNvSpPr>
              <a:spLocks/>
            </p:cNvSpPr>
            <p:nvPr/>
          </p:nvSpPr>
          <p:spPr bwMode="auto">
            <a:xfrm>
              <a:off x="3355" y="2271"/>
              <a:ext cx="4" cy="6"/>
            </a:xfrm>
            <a:custGeom>
              <a:avLst/>
              <a:gdLst>
                <a:gd name="T0" fmla="*/ 0 w 4"/>
                <a:gd name="T1" fmla="*/ 6 h 6"/>
                <a:gd name="T2" fmla="*/ 0 w 4"/>
                <a:gd name="T3" fmla="*/ 6 h 6"/>
                <a:gd name="T4" fmla="*/ 2 w 4"/>
                <a:gd name="T5" fmla="*/ 0 h 6"/>
                <a:gd name="T6" fmla="*/ 4 w 4"/>
                <a:gd name="T7" fmla="*/ 0 h 6"/>
                <a:gd name="T8" fmla="*/ 4 w 4"/>
                <a:gd name="T9" fmla="*/ 0 h 6"/>
                <a:gd name="T10" fmla="*/ 2 w 4"/>
                <a:gd name="T11" fmla="*/ 6 h 6"/>
                <a:gd name="T12" fmla="*/ 0 w 4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lnTo>
                    <a:pt x="0" y="6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5" name="Freeform 2074"/>
            <p:cNvSpPr>
              <a:spLocks noEditPoints="1"/>
            </p:cNvSpPr>
            <p:nvPr/>
          </p:nvSpPr>
          <p:spPr bwMode="auto">
            <a:xfrm>
              <a:off x="2937" y="2292"/>
              <a:ext cx="12" cy="14"/>
            </a:xfrm>
            <a:custGeom>
              <a:avLst/>
              <a:gdLst>
                <a:gd name="T0" fmla="*/ 3 w 12"/>
                <a:gd name="T1" fmla="*/ 7 h 14"/>
                <a:gd name="T2" fmla="*/ 3 w 12"/>
                <a:gd name="T3" fmla="*/ 7 h 14"/>
                <a:gd name="T4" fmla="*/ 3 w 12"/>
                <a:gd name="T5" fmla="*/ 10 h 14"/>
                <a:gd name="T6" fmla="*/ 4 w 12"/>
                <a:gd name="T7" fmla="*/ 11 h 14"/>
                <a:gd name="T8" fmla="*/ 7 w 12"/>
                <a:gd name="T9" fmla="*/ 12 h 14"/>
                <a:gd name="T10" fmla="*/ 7 w 12"/>
                <a:gd name="T11" fmla="*/ 12 h 14"/>
                <a:gd name="T12" fmla="*/ 11 w 12"/>
                <a:gd name="T13" fmla="*/ 11 h 14"/>
                <a:gd name="T14" fmla="*/ 11 w 12"/>
                <a:gd name="T15" fmla="*/ 14 h 14"/>
                <a:gd name="T16" fmla="*/ 11 w 12"/>
                <a:gd name="T17" fmla="*/ 14 h 14"/>
                <a:gd name="T18" fmla="*/ 7 w 12"/>
                <a:gd name="T19" fmla="*/ 14 h 14"/>
                <a:gd name="T20" fmla="*/ 7 w 12"/>
                <a:gd name="T21" fmla="*/ 14 h 14"/>
                <a:gd name="T22" fmla="*/ 4 w 12"/>
                <a:gd name="T23" fmla="*/ 14 h 14"/>
                <a:gd name="T24" fmla="*/ 1 w 12"/>
                <a:gd name="T25" fmla="*/ 12 h 14"/>
                <a:gd name="T26" fmla="*/ 1 w 12"/>
                <a:gd name="T27" fmla="*/ 10 h 14"/>
                <a:gd name="T28" fmla="*/ 0 w 12"/>
                <a:gd name="T29" fmla="*/ 7 h 14"/>
                <a:gd name="T30" fmla="*/ 0 w 12"/>
                <a:gd name="T31" fmla="*/ 7 h 14"/>
                <a:gd name="T32" fmla="*/ 1 w 12"/>
                <a:gd name="T33" fmla="*/ 4 h 14"/>
                <a:gd name="T34" fmla="*/ 1 w 12"/>
                <a:gd name="T35" fmla="*/ 3 h 14"/>
                <a:gd name="T36" fmla="*/ 4 w 12"/>
                <a:gd name="T37" fmla="*/ 2 h 14"/>
                <a:gd name="T38" fmla="*/ 7 w 12"/>
                <a:gd name="T39" fmla="*/ 0 h 14"/>
                <a:gd name="T40" fmla="*/ 7 w 12"/>
                <a:gd name="T41" fmla="*/ 0 h 14"/>
                <a:gd name="T42" fmla="*/ 9 w 12"/>
                <a:gd name="T43" fmla="*/ 2 h 14"/>
                <a:gd name="T44" fmla="*/ 11 w 12"/>
                <a:gd name="T45" fmla="*/ 3 h 14"/>
                <a:gd name="T46" fmla="*/ 12 w 12"/>
                <a:gd name="T47" fmla="*/ 7 h 14"/>
                <a:gd name="T48" fmla="*/ 12 w 12"/>
                <a:gd name="T49" fmla="*/ 7 h 14"/>
                <a:gd name="T50" fmla="*/ 3 w 12"/>
                <a:gd name="T51" fmla="*/ 7 h 14"/>
                <a:gd name="T52" fmla="*/ 9 w 12"/>
                <a:gd name="T53" fmla="*/ 6 h 14"/>
                <a:gd name="T54" fmla="*/ 9 w 12"/>
                <a:gd name="T55" fmla="*/ 6 h 14"/>
                <a:gd name="T56" fmla="*/ 9 w 12"/>
                <a:gd name="T57" fmla="*/ 3 h 14"/>
                <a:gd name="T58" fmla="*/ 8 w 12"/>
                <a:gd name="T59" fmla="*/ 3 h 14"/>
                <a:gd name="T60" fmla="*/ 7 w 12"/>
                <a:gd name="T61" fmla="*/ 2 h 14"/>
                <a:gd name="T62" fmla="*/ 7 w 12"/>
                <a:gd name="T63" fmla="*/ 2 h 14"/>
                <a:gd name="T64" fmla="*/ 4 w 12"/>
                <a:gd name="T65" fmla="*/ 3 h 14"/>
                <a:gd name="T66" fmla="*/ 3 w 12"/>
                <a:gd name="T67" fmla="*/ 6 h 14"/>
                <a:gd name="T68" fmla="*/ 9 w 12"/>
                <a:gd name="T6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" h="14">
                  <a:moveTo>
                    <a:pt x="3" y="7"/>
                  </a:moveTo>
                  <a:lnTo>
                    <a:pt x="3" y="7"/>
                  </a:lnTo>
                  <a:lnTo>
                    <a:pt x="3" y="10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1" y="11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2"/>
                  </a:lnTo>
                  <a:lnTo>
                    <a:pt x="11" y="3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3" y="7"/>
                  </a:lnTo>
                  <a:close/>
                  <a:moveTo>
                    <a:pt x="9" y="6"/>
                  </a:moveTo>
                  <a:lnTo>
                    <a:pt x="9" y="6"/>
                  </a:lnTo>
                  <a:lnTo>
                    <a:pt x="9" y="3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lnTo>
                    <a:pt x="4" y="3"/>
                  </a:lnTo>
                  <a:lnTo>
                    <a:pt x="3" y="6"/>
                  </a:lnTo>
                  <a:lnTo>
                    <a:pt x="9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6" name="Rectangle 2075"/>
            <p:cNvSpPr>
              <a:spLocks noChangeArrowheads="1"/>
            </p:cNvSpPr>
            <p:nvPr/>
          </p:nvSpPr>
          <p:spPr bwMode="auto">
            <a:xfrm>
              <a:off x="2952" y="2287"/>
              <a:ext cx="2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" name="Freeform 2076"/>
            <p:cNvSpPr>
              <a:spLocks noEditPoints="1"/>
            </p:cNvSpPr>
            <p:nvPr/>
          </p:nvSpPr>
          <p:spPr bwMode="auto">
            <a:xfrm>
              <a:off x="2957" y="2292"/>
              <a:ext cx="11" cy="14"/>
            </a:xfrm>
            <a:custGeom>
              <a:avLst/>
              <a:gdLst>
                <a:gd name="T0" fmla="*/ 1 w 11"/>
                <a:gd name="T1" fmla="*/ 7 h 14"/>
                <a:gd name="T2" fmla="*/ 1 w 11"/>
                <a:gd name="T3" fmla="*/ 7 h 14"/>
                <a:gd name="T4" fmla="*/ 3 w 11"/>
                <a:gd name="T5" fmla="*/ 10 h 14"/>
                <a:gd name="T6" fmla="*/ 3 w 11"/>
                <a:gd name="T7" fmla="*/ 11 h 14"/>
                <a:gd name="T8" fmla="*/ 7 w 11"/>
                <a:gd name="T9" fmla="*/ 12 h 14"/>
                <a:gd name="T10" fmla="*/ 7 w 11"/>
                <a:gd name="T11" fmla="*/ 12 h 14"/>
                <a:gd name="T12" fmla="*/ 10 w 11"/>
                <a:gd name="T13" fmla="*/ 11 h 14"/>
                <a:gd name="T14" fmla="*/ 11 w 11"/>
                <a:gd name="T15" fmla="*/ 14 h 14"/>
                <a:gd name="T16" fmla="*/ 11 w 11"/>
                <a:gd name="T17" fmla="*/ 14 h 14"/>
                <a:gd name="T18" fmla="*/ 7 w 11"/>
                <a:gd name="T19" fmla="*/ 14 h 14"/>
                <a:gd name="T20" fmla="*/ 7 w 11"/>
                <a:gd name="T21" fmla="*/ 14 h 14"/>
                <a:gd name="T22" fmla="*/ 4 w 11"/>
                <a:gd name="T23" fmla="*/ 14 h 14"/>
                <a:gd name="T24" fmla="*/ 1 w 11"/>
                <a:gd name="T25" fmla="*/ 12 h 14"/>
                <a:gd name="T26" fmla="*/ 0 w 11"/>
                <a:gd name="T27" fmla="*/ 10 h 14"/>
                <a:gd name="T28" fmla="*/ 0 w 11"/>
                <a:gd name="T29" fmla="*/ 7 h 14"/>
                <a:gd name="T30" fmla="*/ 0 w 11"/>
                <a:gd name="T31" fmla="*/ 7 h 14"/>
                <a:gd name="T32" fmla="*/ 0 w 11"/>
                <a:gd name="T33" fmla="*/ 4 h 14"/>
                <a:gd name="T34" fmla="*/ 1 w 11"/>
                <a:gd name="T35" fmla="*/ 3 h 14"/>
                <a:gd name="T36" fmla="*/ 3 w 11"/>
                <a:gd name="T37" fmla="*/ 2 h 14"/>
                <a:gd name="T38" fmla="*/ 6 w 11"/>
                <a:gd name="T39" fmla="*/ 0 h 14"/>
                <a:gd name="T40" fmla="*/ 6 w 11"/>
                <a:gd name="T41" fmla="*/ 0 h 14"/>
                <a:gd name="T42" fmla="*/ 8 w 11"/>
                <a:gd name="T43" fmla="*/ 2 h 14"/>
                <a:gd name="T44" fmla="*/ 10 w 11"/>
                <a:gd name="T45" fmla="*/ 3 h 14"/>
                <a:gd name="T46" fmla="*/ 11 w 11"/>
                <a:gd name="T47" fmla="*/ 7 h 14"/>
                <a:gd name="T48" fmla="*/ 11 w 11"/>
                <a:gd name="T49" fmla="*/ 7 h 14"/>
                <a:gd name="T50" fmla="*/ 1 w 11"/>
                <a:gd name="T51" fmla="*/ 7 h 14"/>
                <a:gd name="T52" fmla="*/ 10 w 11"/>
                <a:gd name="T53" fmla="*/ 6 h 14"/>
                <a:gd name="T54" fmla="*/ 10 w 11"/>
                <a:gd name="T55" fmla="*/ 6 h 14"/>
                <a:gd name="T56" fmla="*/ 8 w 11"/>
                <a:gd name="T57" fmla="*/ 3 h 14"/>
                <a:gd name="T58" fmla="*/ 7 w 11"/>
                <a:gd name="T59" fmla="*/ 3 h 14"/>
                <a:gd name="T60" fmla="*/ 6 w 11"/>
                <a:gd name="T61" fmla="*/ 2 h 14"/>
                <a:gd name="T62" fmla="*/ 6 w 11"/>
                <a:gd name="T63" fmla="*/ 2 h 14"/>
                <a:gd name="T64" fmla="*/ 3 w 11"/>
                <a:gd name="T65" fmla="*/ 3 h 14"/>
                <a:gd name="T66" fmla="*/ 1 w 11"/>
                <a:gd name="T67" fmla="*/ 6 h 14"/>
                <a:gd name="T68" fmla="*/ 10 w 11"/>
                <a:gd name="T6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" h="14">
                  <a:moveTo>
                    <a:pt x="1" y="7"/>
                  </a:moveTo>
                  <a:lnTo>
                    <a:pt x="1" y="7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0" y="11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" y="7"/>
                  </a:lnTo>
                  <a:close/>
                  <a:moveTo>
                    <a:pt x="10" y="6"/>
                  </a:moveTo>
                  <a:lnTo>
                    <a:pt x="10" y="6"/>
                  </a:lnTo>
                  <a:lnTo>
                    <a:pt x="8" y="3"/>
                  </a:lnTo>
                  <a:lnTo>
                    <a:pt x="7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3" y="3"/>
                  </a:lnTo>
                  <a:lnTo>
                    <a:pt x="1" y="6"/>
                  </a:lnTo>
                  <a:lnTo>
                    <a:pt x="1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" name="Freeform 2077"/>
            <p:cNvSpPr>
              <a:spLocks/>
            </p:cNvSpPr>
            <p:nvPr/>
          </p:nvSpPr>
          <p:spPr bwMode="auto">
            <a:xfrm>
              <a:off x="2971" y="2292"/>
              <a:ext cx="19" cy="14"/>
            </a:xfrm>
            <a:custGeom>
              <a:avLst/>
              <a:gdLst>
                <a:gd name="T0" fmla="*/ 0 w 19"/>
                <a:gd name="T1" fmla="*/ 4 h 14"/>
                <a:gd name="T2" fmla="*/ 0 w 19"/>
                <a:gd name="T3" fmla="*/ 4 h 14"/>
                <a:gd name="T4" fmla="*/ 0 w 19"/>
                <a:gd name="T5" fmla="*/ 0 h 14"/>
                <a:gd name="T6" fmla="*/ 2 w 19"/>
                <a:gd name="T7" fmla="*/ 0 h 14"/>
                <a:gd name="T8" fmla="*/ 2 w 19"/>
                <a:gd name="T9" fmla="*/ 3 h 14"/>
                <a:gd name="T10" fmla="*/ 2 w 19"/>
                <a:gd name="T11" fmla="*/ 3 h 14"/>
                <a:gd name="T12" fmla="*/ 2 w 19"/>
                <a:gd name="T13" fmla="*/ 3 h 14"/>
                <a:gd name="T14" fmla="*/ 4 w 19"/>
                <a:gd name="T15" fmla="*/ 2 h 14"/>
                <a:gd name="T16" fmla="*/ 6 w 19"/>
                <a:gd name="T17" fmla="*/ 0 h 14"/>
                <a:gd name="T18" fmla="*/ 6 w 19"/>
                <a:gd name="T19" fmla="*/ 0 h 14"/>
                <a:gd name="T20" fmla="*/ 9 w 19"/>
                <a:gd name="T21" fmla="*/ 2 h 14"/>
                <a:gd name="T22" fmla="*/ 10 w 19"/>
                <a:gd name="T23" fmla="*/ 3 h 14"/>
                <a:gd name="T24" fmla="*/ 10 w 19"/>
                <a:gd name="T25" fmla="*/ 3 h 14"/>
                <a:gd name="T26" fmla="*/ 10 w 19"/>
                <a:gd name="T27" fmla="*/ 3 h 14"/>
                <a:gd name="T28" fmla="*/ 12 w 19"/>
                <a:gd name="T29" fmla="*/ 2 h 14"/>
                <a:gd name="T30" fmla="*/ 12 w 19"/>
                <a:gd name="T31" fmla="*/ 2 h 14"/>
                <a:gd name="T32" fmla="*/ 14 w 19"/>
                <a:gd name="T33" fmla="*/ 0 h 14"/>
                <a:gd name="T34" fmla="*/ 14 w 19"/>
                <a:gd name="T35" fmla="*/ 0 h 14"/>
                <a:gd name="T36" fmla="*/ 17 w 19"/>
                <a:gd name="T37" fmla="*/ 2 h 14"/>
                <a:gd name="T38" fmla="*/ 19 w 19"/>
                <a:gd name="T39" fmla="*/ 3 h 14"/>
                <a:gd name="T40" fmla="*/ 19 w 19"/>
                <a:gd name="T41" fmla="*/ 6 h 14"/>
                <a:gd name="T42" fmla="*/ 19 w 19"/>
                <a:gd name="T43" fmla="*/ 14 h 14"/>
                <a:gd name="T44" fmla="*/ 16 w 19"/>
                <a:gd name="T45" fmla="*/ 14 h 14"/>
                <a:gd name="T46" fmla="*/ 16 w 19"/>
                <a:gd name="T47" fmla="*/ 7 h 14"/>
                <a:gd name="T48" fmla="*/ 16 w 19"/>
                <a:gd name="T49" fmla="*/ 7 h 14"/>
                <a:gd name="T50" fmla="*/ 16 w 19"/>
                <a:gd name="T51" fmla="*/ 3 h 14"/>
                <a:gd name="T52" fmla="*/ 13 w 19"/>
                <a:gd name="T53" fmla="*/ 3 h 14"/>
                <a:gd name="T54" fmla="*/ 13 w 19"/>
                <a:gd name="T55" fmla="*/ 3 h 14"/>
                <a:gd name="T56" fmla="*/ 12 w 19"/>
                <a:gd name="T57" fmla="*/ 3 h 14"/>
                <a:gd name="T58" fmla="*/ 10 w 19"/>
                <a:gd name="T59" fmla="*/ 4 h 14"/>
                <a:gd name="T60" fmla="*/ 10 w 19"/>
                <a:gd name="T61" fmla="*/ 6 h 14"/>
                <a:gd name="T62" fmla="*/ 10 w 19"/>
                <a:gd name="T63" fmla="*/ 14 h 14"/>
                <a:gd name="T64" fmla="*/ 8 w 19"/>
                <a:gd name="T65" fmla="*/ 14 h 14"/>
                <a:gd name="T66" fmla="*/ 8 w 19"/>
                <a:gd name="T67" fmla="*/ 6 h 14"/>
                <a:gd name="T68" fmla="*/ 8 w 19"/>
                <a:gd name="T69" fmla="*/ 6 h 14"/>
                <a:gd name="T70" fmla="*/ 8 w 19"/>
                <a:gd name="T71" fmla="*/ 3 h 14"/>
                <a:gd name="T72" fmla="*/ 5 w 19"/>
                <a:gd name="T73" fmla="*/ 3 h 14"/>
                <a:gd name="T74" fmla="*/ 5 w 19"/>
                <a:gd name="T75" fmla="*/ 3 h 14"/>
                <a:gd name="T76" fmla="*/ 4 w 19"/>
                <a:gd name="T77" fmla="*/ 3 h 14"/>
                <a:gd name="T78" fmla="*/ 2 w 19"/>
                <a:gd name="T79" fmla="*/ 4 h 14"/>
                <a:gd name="T80" fmla="*/ 2 w 19"/>
                <a:gd name="T81" fmla="*/ 6 h 14"/>
                <a:gd name="T82" fmla="*/ 2 w 19"/>
                <a:gd name="T83" fmla="*/ 14 h 14"/>
                <a:gd name="T84" fmla="*/ 0 w 19"/>
                <a:gd name="T85" fmla="*/ 14 h 14"/>
                <a:gd name="T86" fmla="*/ 0 w 19"/>
                <a:gd name="T8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4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4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2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19" y="3"/>
                  </a:lnTo>
                  <a:lnTo>
                    <a:pt x="19" y="6"/>
                  </a:lnTo>
                  <a:lnTo>
                    <a:pt x="19" y="14"/>
                  </a:lnTo>
                  <a:lnTo>
                    <a:pt x="16" y="14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0" y="14"/>
                  </a:lnTo>
                  <a:lnTo>
                    <a:pt x="8" y="14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" name="Freeform 2078"/>
            <p:cNvSpPr>
              <a:spLocks noEditPoints="1"/>
            </p:cNvSpPr>
            <p:nvPr/>
          </p:nvSpPr>
          <p:spPr bwMode="auto">
            <a:xfrm>
              <a:off x="2992" y="2292"/>
              <a:ext cx="12" cy="14"/>
            </a:xfrm>
            <a:custGeom>
              <a:avLst/>
              <a:gdLst>
                <a:gd name="T0" fmla="*/ 3 w 12"/>
                <a:gd name="T1" fmla="*/ 7 h 14"/>
                <a:gd name="T2" fmla="*/ 3 w 12"/>
                <a:gd name="T3" fmla="*/ 7 h 14"/>
                <a:gd name="T4" fmla="*/ 3 w 12"/>
                <a:gd name="T5" fmla="*/ 10 h 14"/>
                <a:gd name="T6" fmla="*/ 4 w 12"/>
                <a:gd name="T7" fmla="*/ 11 h 14"/>
                <a:gd name="T8" fmla="*/ 7 w 12"/>
                <a:gd name="T9" fmla="*/ 12 h 14"/>
                <a:gd name="T10" fmla="*/ 7 w 12"/>
                <a:gd name="T11" fmla="*/ 12 h 14"/>
                <a:gd name="T12" fmla="*/ 11 w 12"/>
                <a:gd name="T13" fmla="*/ 11 h 14"/>
                <a:gd name="T14" fmla="*/ 11 w 12"/>
                <a:gd name="T15" fmla="*/ 14 h 14"/>
                <a:gd name="T16" fmla="*/ 11 w 12"/>
                <a:gd name="T17" fmla="*/ 14 h 14"/>
                <a:gd name="T18" fmla="*/ 7 w 12"/>
                <a:gd name="T19" fmla="*/ 14 h 14"/>
                <a:gd name="T20" fmla="*/ 7 w 12"/>
                <a:gd name="T21" fmla="*/ 14 h 14"/>
                <a:gd name="T22" fmla="*/ 4 w 12"/>
                <a:gd name="T23" fmla="*/ 14 h 14"/>
                <a:gd name="T24" fmla="*/ 2 w 12"/>
                <a:gd name="T25" fmla="*/ 12 h 14"/>
                <a:gd name="T26" fmla="*/ 2 w 12"/>
                <a:gd name="T27" fmla="*/ 10 h 14"/>
                <a:gd name="T28" fmla="*/ 0 w 12"/>
                <a:gd name="T29" fmla="*/ 7 h 14"/>
                <a:gd name="T30" fmla="*/ 0 w 12"/>
                <a:gd name="T31" fmla="*/ 7 h 14"/>
                <a:gd name="T32" fmla="*/ 2 w 12"/>
                <a:gd name="T33" fmla="*/ 4 h 14"/>
                <a:gd name="T34" fmla="*/ 2 w 12"/>
                <a:gd name="T35" fmla="*/ 3 h 14"/>
                <a:gd name="T36" fmla="*/ 4 w 12"/>
                <a:gd name="T37" fmla="*/ 2 h 14"/>
                <a:gd name="T38" fmla="*/ 7 w 12"/>
                <a:gd name="T39" fmla="*/ 0 h 14"/>
                <a:gd name="T40" fmla="*/ 7 w 12"/>
                <a:gd name="T41" fmla="*/ 0 h 14"/>
                <a:gd name="T42" fmla="*/ 10 w 12"/>
                <a:gd name="T43" fmla="*/ 2 h 14"/>
                <a:gd name="T44" fmla="*/ 11 w 12"/>
                <a:gd name="T45" fmla="*/ 3 h 14"/>
                <a:gd name="T46" fmla="*/ 12 w 12"/>
                <a:gd name="T47" fmla="*/ 7 h 14"/>
                <a:gd name="T48" fmla="*/ 12 w 12"/>
                <a:gd name="T49" fmla="*/ 7 h 14"/>
                <a:gd name="T50" fmla="*/ 3 w 12"/>
                <a:gd name="T51" fmla="*/ 7 h 14"/>
                <a:gd name="T52" fmla="*/ 10 w 12"/>
                <a:gd name="T53" fmla="*/ 6 h 14"/>
                <a:gd name="T54" fmla="*/ 10 w 12"/>
                <a:gd name="T55" fmla="*/ 6 h 14"/>
                <a:gd name="T56" fmla="*/ 10 w 12"/>
                <a:gd name="T57" fmla="*/ 3 h 14"/>
                <a:gd name="T58" fmla="*/ 8 w 12"/>
                <a:gd name="T59" fmla="*/ 3 h 14"/>
                <a:gd name="T60" fmla="*/ 7 w 12"/>
                <a:gd name="T61" fmla="*/ 2 h 14"/>
                <a:gd name="T62" fmla="*/ 7 w 12"/>
                <a:gd name="T63" fmla="*/ 2 h 14"/>
                <a:gd name="T64" fmla="*/ 4 w 12"/>
                <a:gd name="T65" fmla="*/ 3 h 14"/>
                <a:gd name="T66" fmla="*/ 3 w 12"/>
                <a:gd name="T67" fmla="*/ 6 h 14"/>
                <a:gd name="T68" fmla="*/ 10 w 12"/>
                <a:gd name="T6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" h="14">
                  <a:moveTo>
                    <a:pt x="3" y="7"/>
                  </a:moveTo>
                  <a:lnTo>
                    <a:pt x="3" y="7"/>
                  </a:lnTo>
                  <a:lnTo>
                    <a:pt x="3" y="10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1" y="11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1" y="3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3" y="7"/>
                  </a:lnTo>
                  <a:close/>
                  <a:moveTo>
                    <a:pt x="10" y="6"/>
                  </a:moveTo>
                  <a:lnTo>
                    <a:pt x="10" y="6"/>
                  </a:lnTo>
                  <a:lnTo>
                    <a:pt x="10" y="3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lnTo>
                    <a:pt x="4" y="3"/>
                  </a:lnTo>
                  <a:lnTo>
                    <a:pt x="3" y="6"/>
                  </a:lnTo>
                  <a:lnTo>
                    <a:pt x="1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" name="Freeform 2079"/>
            <p:cNvSpPr>
              <a:spLocks/>
            </p:cNvSpPr>
            <p:nvPr/>
          </p:nvSpPr>
          <p:spPr bwMode="auto">
            <a:xfrm>
              <a:off x="3007" y="2292"/>
              <a:ext cx="11" cy="14"/>
            </a:xfrm>
            <a:custGeom>
              <a:avLst/>
              <a:gdLst>
                <a:gd name="T0" fmla="*/ 0 w 11"/>
                <a:gd name="T1" fmla="*/ 4 h 14"/>
                <a:gd name="T2" fmla="*/ 0 w 11"/>
                <a:gd name="T3" fmla="*/ 4 h 14"/>
                <a:gd name="T4" fmla="*/ 0 w 11"/>
                <a:gd name="T5" fmla="*/ 0 h 14"/>
                <a:gd name="T6" fmla="*/ 1 w 11"/>
                <a:gd name="T7" fmla="*/ 0 h 14"/>
                <a:gd name="T8" fmla="*/ 1 w 11"/>
                <a:gd name="T9" fmla="*/ 3 h 14"/>
                <a:gd name="T10" fmla="*/ 1 w 11"/>
                <a:gd name="T11" fmla="*/ 3 h 14"/>
                <a:gd name="T12" fmla="*/ 1 w 11"/>
                <a:gd name="T13" fmla="*/ 3 h 14"/>
                <a:gd name="T14" fmla="*/ 4 w 11"/>
                <a:gd name="T15" fmla="*/ 2 h 14"/>
                <a:gd name="T16" fmla="*/ 7 w 11"/>
                <a:gd name="T17" fmla="*/ 0 h 14"/>
                <a:gd name="T18" fmla="*/ 7 w 11"/>
                <a:gd name="T19" fmla="*/ 0 h 14"/>
                <a:gd name="T20" fmla="*/ 10 w 11"/>
                <a:gd name="T21" fmla="*/ 2 h 14"/>
                <a:gd name="T22" fmla="*/ 11 w 11"/>
                <a:gd name="T23" fmla="*/ 3 h 14"/>
                <a:gd name="T24" fmla="*/ 11 w 11"/>
                <a:gd name="T25" fmla="*/ 6 h 14"/>
                <a:gd name="T26" fmla="*/ 11 w 11"/>
                <a:gd name="T27" fmla="*/ 14 h 14"/>
                <a:gd name="T28" fmla="*/ 8 w 11"/>
                <a:gd name="T29" fmla="*/ 14 h 14"/>
                <a:gd name="T30" fmla="*/ 8 w 11"/>
                <a:gd name="T31" fmla="*/ 6 h 14"/>
                <a:gd name="T32" fmla="*/ 8 w 11"/>
                <a:gd name="T33" fmla="*/ 6 h 14"/>
                <a:gd name="T34" fmla="*/ 8 w 11"/>
                <a:gd name="T35" fmla="*/ 3 h 14"/>
                <a:gd name="T36" fmla="*/ 5 w 11"/>
                <a:gd name="T37" fmla="*/ 3 h 14"/>
                <a:gd name="T38" fmla="*/ 5 w 11"/>
                <a:gd name="T39" fmla="*/ 3 h 14"/>
                <a:gd name="T40" fmla="*/ 4 w 11"/>
                <a:gd name="T41" fmla="*/ 3 h 14"/>
                <a:gd name="T42" fmla="*/ 3 w 11"/>
                <a:gd name="T43" fmla="*/ 4 h 14"/>
                <a:gd name="T44" fmla="*/ 3 w 11"/>
                <a:gd name="T45" fmla="*/ 6 h 14"/>
                <a:gd name="T46" fmla="*/ 3 w 11"/>
                <a:gd name="T47" fmla="*/ 14 h 14"/>
                <a:gd name="T48" fmla="*/ 0 w 11"/>
                <a:gd name="T49" fmla="*/ 14 h 14"/>
                <a:gd name="T50" fmla="*/ 0 w 11"/>
                <a:gd name="T51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4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1" y="3"/>
                  </a:lnTo>
                  <a:lnTo>
                    <a:pt x="11" y="6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6"/>
                  </a:lnTo>
                  <a:lnTo>
                    <a:pt x="3" y="14"/>
                  </a:lnTo>
                  <a:lnTo>
                    <a:pt x="0" y="1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1" name="Freeform 2080"/>
            <p:cNvSpPr>
              <a:spLocks/>
            </p:cNvSpPr>
            <p:nvPr/>
          </p:nvSpPr>
          <p:spPr bwMode="auto">
            <a:xfrm>
              <a:off x="3021" y="2290"/>
              <a:ext cx="6" cy="16"/>
            </a:xfrm>
            <a:custGeom>
              <a:avLst/>
              <a:gdLst>
                <a:gd name="T0" fmla="*/ 4 w 6"/>
                <a:gd name="T1" fmla="*/ 0 h 16"/>
                <a:gd name="T2" fmla="*/ 4 w 6"/>
                <a:gd name="T3" fmla="*/ 2 h 16"/>
                <a:gd name="T4" fmla="*/ 6 w 6"/>
                <a:gd name="T5" fmla="*/ 2 h 16"/>
                <a:gd name="T6" fmla="*/ 6 w 6"/>
                <a:gd name="T7" fmla="*/ 5 h 16"/>
                <a:gd name="T8" fmla="*/ 4 w 6"/>
                <a:gd name="T9" fmla="*/ 5 h 16"/>
                <a:gd name="T10" fmla="*/ 4 w 6"/>
                <a:gd name="T11" fmla="*/ 12 h 16"/>
                <a:gd name="T12" fmla="*/ 4 w 6"/>
                <a:gd name="T13" fmla="*/ 12 h 16"/>
                <a:gd name="T14" fmla="*/ 4 w 6"/>
                <a:gd name="T15" fmla="*/ 13 h 16"/>
                <a:gd name="T16" fmla="*/ 5 w 6"/>
                <a:gd name="T17" fmla="*/ 14 h 16"/>
                <a:gd name="T18" fmla="*/ 5 w 6"/>
                <a:gd name="T19" fmla="*/ 14 h 16"/>
                <a:gd name="T20" fmla="*/ 6 w 6"/>
                <a:gd name="T21" fmla="*/ 14 h 16"/>
                <a:gd name="T22" fmla="*/ 6 w 6"/>
                <a:gd name="T23" fmla="*/ 16 h 16"/>
                <a:gd name="T24" fmla="*/ 6 w 6"/>
                <a:gd name="T25" fmla="*/ 16 h 16"/>
                <a:gd name="T26" fmla="*/ 5 w 6"/>
                <a:gd name="T27" fmla="*/ 16 h 16"/>
                <a:gd name="T28" fmla="*/ 5 w 6"/>
                <a:gd name="T29" fmla="*/ 16 h 16"/>
                <a:gd name="T30" fmla="*/ 2 w 6"/>
                <a:gd name="T31" fmla="*/ 14 h 16"/>
                <a:gd name="T32" fmla="*/ 2 w 6"/>
                <a:gd name="T33" fmla="*/ 14 h 16"/>
                <a:gd name="T34" fmla="*/ 1 w 6"/>
                <a:gd name="T35" fmla="*/ 12 h 16"/>
                <a:gd name="T36" fmla="*/ 1 w 6"/>
                <a:gd name="T37" fmla="*/ 5 h 16"/>
                <a:gd name="T38" fmla="*/ 0 w 6"/>
                <a:gd name="T39" fmla="*/ 5 h 16"/>
                <a:gd name="T40" fmla="*/ 0 w 6"/>
                <a:gd name="T41" fmla="*/ 2 h 16"/>
                <a:gd name="T42" fmla="*/ 1 w 6"/>
                <a:gd name="T43" fmla="*/ 2 h 16"/>
                <a:gd name="T44" fmla="*/ 1 w 6"/>
                <a:gd name="T45" fmla="*/ 0 h 16"/>
                <a:gd name="T46" fmla="*/ 4 w 6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" h="16">
                  <a:moveTo>
                    <a:pt x="4" y="0"/>
                  </a:moveTo>
                  <a:lnTo>
                    <a:pt x="4" y="2"/>
                  </a:lnTo>
                  <a:lnTo>
                    <a:pt x="6" y="2"/>
                  </a:lnTo>
                  <a:lnTo>
                    <a:pt x="6" y="5"/>
                  </a:lnTo>
                  <a:lnTo>
                    <a:pt x="4" y="5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" y="12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2" name="Freeform 2081"/>
            <p:cNvSpPr>
              <a:spLocks/>
            </p:cNvSpPr>
            <p:nvPr/>
          </p:nvSpPr>
          <p:spPr bwMode="auto">
            <a:xfrm>
              <a:off x="3030" y="2292"/>
              <a:ext cx="11" cy="14"/>
            </a:xfrm>
            <a:custGeom>
              <a:avLst/>
              <a:gdLst>
                <a:gd name="T0" fmla="*/ 11 w 11"/>
                <a:gd name="T1" fmla="*/ 10 h 14"/>
                <a:gd name="T2" fmla="*/ 11 w 11"/>
                <a:gd name="T3" fmla="*/ 10 h 14"/>
                <a:gd name="T4" fmla="*/ 11 w 11"/>
                <a:gd name="T5" fmla="*/ 14 h 14"/>
                <a:gd name="T6" fmla="*/ 9 w 11"/>
                <a:gd name="T7" fmla="*/ 14 h 14"/>
                <a:gd name="T8" fmla="*/ 9 w 11"/>
                <a:gd name="T9" fmla="*/ 11 h 14"/>
                <a:gd name="T10" fmla="*/ 9 w 11"/>
                <a:gd name="T11" fmla="*/ 11 h 14"/>
                <a:gd name="T12" fmla="*/ 9 w 11"/>
                <a:gd name="T13" fmla="*/ 11 h 14"/>
                <a:gd name="T14" fmla="*/ 8 w 11"/>
                <a:gd name="T15" fmla="*/ 14 h 14"/>
                <a:gd name="T16" fmla="*/ 5 w 11"/>
                <a:gd name="T17" fmla="*/ 14 h 14"/>
                <a:gd name="T18" fmla="*/ 5 w 11"/>
                <a:gd name="T19" fmla="*/ 14 h 14"/>
                <a:gd name="T20" fmla="*/ 1 w 11"/>
                <a:gd name="T21" fmla="*/ 12 h 14"/>
                <a:gd name="T22" fmla="*/ 1 w 11"/>
                <a:gd name="T23" fmla="*/ 11 h 14"/>
                <a:gd name="T24" fmla="*/ 0 w 11"/>
                <a:gd name="T25" fmla="*/ 8 h 14"/>
                <a:gd name="T26" fmla="*/ 0 w 11"/>
                <a:gd name="T27" fmla="*/ 0 h 14"/>
                <a:gd name="T28" fmla="*/ 3 w 11"/>
                <a:gd name="T29" fmla="*/ 0 h 14"/>
                <a:gd name="T30" fmla="*/ 3 w 11"/>
                <a:gd name="T31" fmla="*/ 8 h 14"/>
                <a:gd name="T32" fmla="*/ 3 w 11"/>
                <a:gd name="T33" fmla="*/ 8 h 14"/>
                <a:gd name="T34" fmla="*/ 3 w 11"/>
                <a:gd name="T35" fmla="*/ 11 h 14"/>
                <a:gd name="T36" fmla="*/ 5 w 11"/>
                <a:gd name="T37" fmla="*/ 12 h 14"/>
                <a:gd name="T38" fmla="*/ 5 w 11"/>
                <a:gd name="T39" fmla="*/ 12 h 14"/>
                <a:gd name="T40" fmla="*/ 8 w 11"/>
                <a:gd name="T41" fmla="*/ 11 h 14"/>
                <a:gd name="T42" fmla="*/ 8 w 11"/>
                <a:gd name="T43" fmla="*/ 10 h 14"/>
                <a:gd name="T44" fmla="*/ 9 w 11"/>
                <a:gd name="T45" fmla="*/ 8 h 14"/>
                <a:gd name="T46" fmla="*/ 9 w 11"/>
                <a:gd name="T47" fmla="*/ 0 h 14"/>
                <a:gd name="T48" fmla="*/ 11 w 11"/>
                <a:gd name="T49" fmla="*/ 0 h 14"/>
                <a:gd name="T50" fmla="*/ 11 w 11"/>
                <a:gd name="T5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4">
                  <a:moveTo>
                    <a:pt x="11" y="10"/>
                  </a:moveTo>
                  <a:lnTo>
                    <a:pt x="11" y="10"/>
                  </a:lnTo>
                  <a:lnTo>
                    <a:pt x="11" y="14"/>
                  </a:lnTo>
                  <a:lnTo>
                    <a:pt x="9" y="14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9" y="8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3" name="Freeform 2082"/>
            <p:cNvSpPr>
              <a:spLocks/>
            </p:cNvSpPr>
            <p:nvPr/>
          </p:nvSpPr>
          <p:spPr bwMode="auto">
            <a:xfrm>
              <a:off x="3045" y="2292"/>
              <a:ext cx="19" cy="14"/>
            </a:xfrm>
            <a:custGeom>
              <a:avLst/>
              <a:gdLst>
                <a:gd name="T0" fmla="*/ 0 w 19"/>
                <a:gd name="T1" fmla="*/ 4 h 14"/>
                <a:gd name="T2" fmla="*/ 0 w 19"/>
                <a:gd name="T3" fmla="*/ 4 h 14"/>
                <a:gd name="T4" fmla="*/ 0 w 19"/>
                <a:gd name="T5" fmla="*/ 0 h 14"/>
                <a:gd name="T6" fmla="*/ 3 w 19"/>
                <a:gd name="T7" fmla="*/ 0 h 14"/>
                <a:gd name="T8" fmla="*/ 3 w 19"/>
                <a:gd name="T9" fmla="*/ 3 h 14"/>
                <a:gd name="T10" fmla="*/ 3 w 19"/>
                <a:gd name="T11" fmla="*/ 3 h 14"/>
                <a:gd name="T12" fmla="*/ 3 w 19"/>
                <a:gd name="T13" fmla="*/ 3 h 14"/>
                <a:gd name="T14" fmla="*/ 4 w 19"/>
                <a:gd name="T15" fmla="*/ 2 h 14"/>
                <a:gd name="T16" fmla="*/ 7 w 19"/>
                <a:gd name="T17" fmla="*/ 0 h 14"/>
                <a:gd name="T18" fmla="*/ 7 w 19"/>
                <a:gd name="T19" fmla="*/ 0 h 14"/>
                <a:gd name="T20" fmla="*/ 8 w 19"/>
                <a:gd name="T21" fmla="*/ 2 h 14"/>
                <a:gd name="T22" fmla="*/ 9 w 19"/>
                <a:gd name="T23" fmla="*/ 3 h 14"/>
                <a:gd name="T24" fmla="*/ 11 w 19"/>
                <a:gd name="T25" fmla="*/ 3 h 14"/>
                <a:gd name="T26" fmla="*/ 11 w 19"/>
                <a:gd name="T27" fmla="*/ 3 h 14"/>
                <a:gd name="T28" fmla="*/ 12 w 19"/>
                <a:gd name="T29" fmla="*/ 2 h 14"/>
                <a:gd name="T30" fmla="*/ 12 w 19"/>
                <a:gd name="T31" fmla="*/ 2 h 14"/>
                <a:gd name="T32" fmla="*/ 15 w 19"/>
                <a:gd name="T33" fmla="*/ 0 h 14"/>
                <a:gd name="T34" fmla="*/ 15 w 19"/>
                <a:gd name="T35" fmla="*/ 0 h 14"/>
                <a:gd name="T36" fmla="*/ 17 w 19"/>
                <a:gd name="T37" fmla="*/ 2 h 14"/>
                <a:gd name="T38" fmla="*/ 19 w 19"/>
                <a:gd name="T39" fmla="*/ 3 h 14"/>
                <a:gd name="T40" fmla="*/ 19 w 19"/>
                <a:gd name="T41" fmla="*/ 6 h 14"/>
                <a:gd name="T42" fmla="*/ 19 w 19"/>
                <a:gd name="T43" fmla="*/ 14 h 14"/>
                <a:gd name="T44" fmla="*/ 16 w 19"/>
                <a:gd name="T45" fmla="*/ 14 h 14"/>
                <a:gd name="T46" fmla="*/ 16 w 19"/>
                <a:gd name="T47" fmla="*/ 7 h 14"/>
                <a:gd name="T48" fmla="*/ 16 w 19"/>
                <a:gd name="T49" fmla="*/ 7 h 14"/>
                <a:gd name="T50" fmla="*/ 16 w 19"/>
                <a:gd name="T51" fmla="*/ 3 h 14"/>
                <a:gd name="T52" fmla="*/ 13 w 19"/>
                <a:gd name="T53" fmla="*/ 3 h 14"/>
                <a:gd name="T54" fmla="*/ 13 w 19"/>
                <a:gd name="T55" fmla="*/ 3 h 14"/>
                <a:gd name="T56" fmla="*/ 12 w 19"/>
                <a:gd name="T57" fmla="*/ 3 h 14"/>
                <a:gd name="T58" fmla="*/ 11 w 19"/>
                <a:gd name="T59" fmla="*/ 4 h 14"/>
                <a:gd name="T60" fmla="*/ 11 w 19"/>
                <a:gd name="T61" fmla="*/ 6 h 14"/>
                <a:gd name="T62" fmla="*/ 11 w 19"/>
                <a:gd name="T63" fmla="*/ 14 h 14"/>
                <a:gd name="T64" fmla="*/ 8 w 19"/>
                <a:gd name="T65" fmla="*/ 14 h 14"/>
                <a:gd name="T66" fmla="*/ 8 w 19"/>
                <a:gd name="T67" fmla="*/ 6 h 14"/>
                <a:gd name="T68" fmla="*/ 8 w 19"/>
                <a:gd name="T69" fmla="*/ 6 h 14"/>
                <a:gd name="T70" fmla="*/ 8 w 19"/>
                <a:gd name="T71" fmla="*/ 3 h 14"/>
                <a:gd name="T72" fmla="*/ 5 w 19"/>
                <a:gd name="T73" fmla="*/ 3 h 14"/>
                <a:gd name="T74" fmla="*/ 5 w 19"/>
                <a:gd name="T75" fmla="*/ 3 h 14"/>
                <a:gd name="T76" fmla="*/ 4 w 19"/>
                <a:gd name="T77" fmla="*/ 3 h 14"/>
                <a:gd name="T78" fmla="*/ 3 w 19"/>
                <a:gd name="T79" fmla="*/ 4 h 14"/>
                <a:gd name="T80" fmla="*/ 3 w 19"/>
                <a:gd name="T81" fmla="*/ 6 h 14"/>
                <a:gd name="T82" fmla="*/ 3 w 19"/>
                <a:gd name="T83" fmla="*/ 14 h 14"/>
                <a:gd name="T84" fmla="*/ 0 w 19"/>
                <a:gd name="T85" fmla="*/ 14 h 14"/>
                <a:gd name="T86" fmla="*/ 0 w 19"/>
                <a:gd name="T8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4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2"/>
                  </a:lnTo>
                  <a:lnTo>
                    <a:pt x="9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7" y="2"/>
                  </a:lnTo>
                  <a:lnTo>
                    <a:pt x="19" y="3"/>
                  </a:lnTo>
                  <a:lnTo>
                    <a:pt x="19" y="6"/>
                  </a:lnTo>
                  <a:lnTo>
                    <a:pt x="19" y="14"/>
                  </a:lnTo>
                  <a:lnTo>
                    <a:pt x="16" y="14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1" y="6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6"/>
                  </a:lnTo>
                  <a:lnTo>
                    <a:pt x="3" y="14"/>
                  </a:lnTo>
                  <a:lnTo>
                    <a:pt x="0" y="1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4" name="Freeform 2083"/>
            <p:cNvSpPr>
              <a:spLocks/>
            </p:cNvSpPr>
            <p:nvPr/>
          </p:nvSpPr>
          <p:spPr bwMode="auto">
            <a:xfrm>
              <a:off x="3072" y="2292"/>
              <a:ext cx="12" cy="14"/>
            </a:xfrm>
            <a:custGeom>
              <a:avLst/>
              <a:gdLst>
                <a:gd name="T0" fmla="*/ 3 w 12"/>
                <a:gd name="T1" fmla="*/ 0 h 14"/>
                <a:gd name="T2" fmla="*/ 4 w 12"/>
                <a:gd name="T3" fmla="*/ 8 h 14"/>
                <a:gd name="T4" fmla="*/ 4 w 12"/>
                <a:gd name="T5" fmla="*/ 8 h 14"/>
                <a:gd name="T6" fmla="*/ 5 w 12"/>
                <a:gd name="T7" fmla="*/ 11 h 14"/>
                <a:gd name="T8" fmla="*/ 5 w 12"/>
                <a:gd name="T9" fmla="*/ 11 h 14"/>
                <a:gd name="T10" fmla="*/ 5 w 12"/>
                <a:gd name="T11" fmla="*/ 11 h 14"/>
                <a:gd name="T12" fmla="*/ 7 w 12"/>
                <a:gd name="T13" fmla="*/ 8 h 14"/>
                <a:gd name="T14" fmla="*/ 9 w 12"/>
                <a:gd name="T15" fmla="*/ 0 h 14"/>
                <a:gd name="T16" fmla="*/ 12 w 12"/>
                <a:gd name="T17" fmla="*/ 0 h 14"/>
                <a:gd name="T18" fmla="*/ 7 w 12"/>
                <a:gd name="T19" fmla="*/ 14 h 14"/>
                <a:gd name="T20" fmla="*/ 4 w 12"/>
                <a:gd name="T21" fmla="*/ 14 h 14"/>
                <a:gd name="T22" fmla="*/ 0 w 12"/>
                <a:gd name="T23" fmla="*/ 0 h 14"/>
                <a:gd name="T24" fmla="*/ 3 w 12"/>
                <a:gd name="T2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4">
                  <a:moveTo>
                    <a:pt x="3" y="0"/>
                  </a:moveTo>
                  <a:lnTo>
                    <a:pt x="4" y="8"/>
                  </a:lnTo>
                  <a:lnTo>
                    <a:pt x="4" y="8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7" y="8"/>
                  </a:lnTo>
                  <a:lnTo>
                    <a:pt x="9" y="0"/>
                  </a:lnTo>
                  <a:lnTo>
                    <a:pt x="12" y="0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5" name="Freeform 2084"/>
            <p:cNvSpPr>
              <a:spLocks/>
            </p:cNvSpPr>
            <p:nvPr/>
          </p:nvSpPr>
          <p:spPr bwMode="auto">
            <a:xfrm>
              <a:off x="3085" y="2292"/>
              <a:ext cx="13" cy="14"/>
            </a:xfrm>
            <a:custGeom>
              <a:avLst/>
              <a:gdLst>
                <a:gd name="T0" fmla="*/ 11 w 13"/>
                <a:gd name="T1" fmla="*/ 10 h 14"/>
                <a:gd name="T2" fmla="*/ 11 w 13"/>
                <a:gd name="T3" fmla="*/ 10 h 14"/>
                <a:gd name="T4" fmla="*/ 13 w 13"/>
                <a:gd name="T5" fmla="*/ 14 h 14"/>
                <a:gd name="T6" fmla="*/ 10 w 13"/>
                <a:gd name="T7" fmla="*/ 14 h 14"/>
                <a:gd name="T8" fmla="*/ 10 w 13"/>
                <a:gd name="T9" fmla="*/ 11 h 14"/>
                <a:gd name="T10" fmla="*/ 10 w 13"/>
                <a:gd name="T11" fmla="*/ 11 h 14"/>
                <a:gd name="T12" fmla="*/ 10 w 13"/>
                <a:gd name="T13" fmla="*/ 11 h 14"/>
                <a:gd name="T14" fmla="*/ 8 w 13"/>
                <a:gd name="T15" fmla="*/ 14 h 14"/>
                <a:gd name="T16" fmla="*/ 6 w 13"/>
                <a:gd name="T17" fmla="*/ 14 h 14"/>
                <a:gd name="T18" fmla="*/ 6 w 13"/>
                <a:gd name="T19" fmla="*/ 14 h 14"/>
                <a:gd name="T20" fmla="*/ 2 w 13"/>
                <a:gd name="T21" fmla="*/ 12 h 14"/>
                <a:gd name="T22" fmla="*/ 2 w 13"/>
                <a:gd name="T23" fmla="*/ 11 h 14"/>
                <a:gd name="T24" fmla="*/ 0 w 13"/>
                <a:gd name="T25" fmla="*/ 8 h 14"/>
                <a:gd name="T26" fmla="*/ 0 w 13"/>
                <a:gd name="T27" fmla="*/ 0 h 14"/>
                <a:gd name="T28" fmla="*/ 3 w 13"/>
                <a:gd name="T29" fmla="*/ 0 h 14"/>
                <a:gd name="T30" fmla="*/ 3 w 13"/>
                <a:gd name="T31" fmla="*/ 8 h 14"/>
                <a:gd name="T32" fmla="*/ 3 w 13"/>
                <a:gd name="T33" fmla="*/ 8 h 14"/>
                <a:gd name="T34" fmla="*/ 4 w 13"/>
                <a:gd name="T35" fmla="*/ 11 h 14"/>
                <a:gd name="T36" fmla="*/ 6 w 13"/>
                <a:gd name="T37" fmla="*/ 12 h 14"/>
                <a:gd name="T38" fmla="*/ 6 w 13"/>
                <a:gd name="T39" fmla="*/ 12 h 14"/>
                <a:gd name="T40" fmla="*/ 8 w 13"/>
                <a:gd name="T41" fmla="*/ 11 h 14"/>
                <a:gd name="T42" fmla="*/ 10 w 13"/>
                <a:gd name="T43" fmla="*/ 10 h 14"/>
                <a:gd name="T44" fmla="*/ 10 w 13"/>
                <a:gd name="T45" fmla="*/ 8 h 14"/>
                <a:gd name="T46" fmla="*/ 10 w 13"/>
                <a:gd name="T47" fmla="*/ 0 h 14"/>
                <a:gd name="T48" fmla="*/ 11 w 13"/>
                <a:gd name="T49" fmla="*/ 0 h 14"/>
                <a:gd name="T50" fmla="*/ 11 w 13"/>
                <a:gd name="T5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" h="14">
                  <a:moveTo>
                    <a:pt x="11" y="10"/>
                  </a:moveTo>
                  <a:lnTo>
                    <a:pt x="11" y="10"/>
                  </a:lnTo>
                  <a:lnTo>
                    <a:pt x="13" y="14"/>
                  </a:lnTo>
                  <a:lnTo>
                    <a:pt x="10" y="1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8" y="14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8"/>
                  </a:lnTo>
                  <a:lnTo>
                    <a:pt x="3" y="8"/>
                  </a:lnTo>
                  <a:lnTo>
                    <a:pt x="4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8" y="11"/>
                  </a:lnTo>
                  <a:lnTo>
                    <a:pt x="10" y="10"/>
                  </a:lnTo>
                  <a:lnTo>
                    <a:pt x="10" y="8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6" name="Rectangle 2085"/>
            <p:cNvSpPr>
              <a:spLocks noChangeArrowheads="1"/>
            </p:cNvSpPr>
            <p:nvPr/>
          </p:nvSpPr>
          <p:spPr bwMode="auto">
            <a:xfrm>
              <a:off x="3100" y="2287"/>
              <a:ext cx="3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7" name="Freeform 2086"/>
            <p:cNvSpPr>
              <a:spLocks noEditPoints="1"/>
            </p:cNvSpPr>
            <p:nvPr/>
          </p:nvSpPr>
          <p:spPr bwMode="auto">
            <a:xfrm>
              <a:off x="3107" y="2292"/>
              <a:ext cx="12" cy="19"/>
            </a:xfrm>
            <a:custGeom>
              <a:avLst/>
              <a:gdLst>
                <a:gd name="T0" fmla="*/ 0 w 12"/>
                <a:gd name="T1" fmla="*/ 4 h 19"/>
                <a:gd name="T2" fmla="*/ 0 w 12"/>
                <a:gd name="T3" fmla="*/ 4 h 19"/>
                <a:gd name="T4" fmla="*/ 0 w 12"/>
                <a:gd name="T5" fmla="*/ 0 h 19"/>
                <a:gd name="T6" fmla="*/ 1 w 12"/>
                <a:gd name="T7" fmla="*/ 0 h 19"/>
                <a:gd name="T8" fmla="*/ 3 w 12"/>
                <a:gd name="T9" fmla="*/ 3 h 19"/>
                <a:gd name="T10" fmla="*/ 3 w 12"/>
                <a:gd name="T11" fmla="*/ 3 h 19"/>
                <a:gd name="T12" fmla="*/ 3 w 12"/>
                <a:gd name="T13" fmla="*/ 3 h 19"/>
                <a:gd name="T14" fmla="*/ 4 w 12"/>
                <a:gd name="T15" fmla="*/ 2 h 19"/>
                <a:gd name="T16" fmla="*/ 7 w 12"/>
                <a:gd name="T17" fmla="*/ 0 h 19"/>
                <a:gd name="T18" fmla="*/ 7 w 12"/>
                <a:gd name="T19" fmla="*/ 0 h 19"/>
                <a:gd name="T20" fmla="*/ 9 w 12"/>
                <a:gd name="T21" fmla="*/ 0 h 19"/>
                <a:gd name="T22" fmla="*/ 11 w 12"/>
                <a:gd name="T23" fmla="*/ 2 h 19"/>
                <a:gd name="T24" fmla="*/ 12 w 12"/>
                <a:gd name="T25" fmla="*/ 4 h 19"/>
                <a:gd name="T26" fmla="*/ 12 w 12"/>
                <a:gd name="T27" fmla="*/ 7 h 19"/>
                <a:gd name="T28" fmla="*/ 12 w 12"/>
                <a:gd name="T29" fmla="*/ 7 h 19"/>
                <a:gd name="T30" fmla="*/ 12 w 12"/>
                <a:gd name="T31" fmla="*/ 10 h 19"/>
                <a:gd name="T32" fmla="*/ 11 w 12"/>
                <a:gd name="T33" fmla="*/ 12 h 19"/>
                <a:gd name="T34" fmla="*/ 8 w 12"/>
                <a:gd name="T35" fmla="*/ 14 h 19"/>
                <a:gd name="T36" fmla="*/ 7 w 12"/>
                <a:gd name="T37" fmla="*/ 14 h 19"/>
                <a:gd name="T38" fmla="*/ 7 w 12"/>
                <a:gd name="T39" fmla="*/ 14 h 19"/>
                <a:gd name="T40" fmla="*/ 4 w 12"/>
                <a:gd name="T41" fmla="*/ 14 h 19"/>
                <a:gd name="T42" fmla="*/ 3 w 12"/>
                <a:gd name="T43" fmla="*/ 12 h 19"/>
                <a:gd name="T44" fmla="*/ 3 w 12"/>
                <a:gd name="T45" fmla="*/ 12 h 19"/>
                <a:gd name="T46" fmla="*/ 3 w 12"/>
                <a:gd name="T47" fmla="*/ 19 h 19"/>
                <a:gd name="T48" fmla="*/ 0 w 12"/>
                <a:gd name="T49" fmla="*/ 19 h 19"/>
                <a:gd name="T50" fmla="*/ 0 w 12"/>
                <a:gd name="T51" fmla="*/ 4 h 19"/>
                <a:gd name="T52" fmla="*/ 3 w 12"/>
                <a:gd name="T53" fmla="*/ 8 h 19"/>
                <a:gd name="T54" fmla="*/ 3 w 12"/>
                <a:gd name="T55" fmla="*/ 10 h 19"/>
                <a:gd name="T56" fmla="*/ 3 w 12"/>
                <a:gd name="T57" fmla="*/ 10 h 19"/>
                <a:gd name="T58" fmla="*/ 4 w 12"/>
                <a:gd name="T59" fmla="*/ 11 h 19"/>
                <a:gd name="T60" fmla="*/ 5 w 12"/>
                <a:gd name="T61" fmla="*/ 12 h 19"/>
                <a:gd name="T62" fmla="*/ 5 w 12"/>
                <a:gd name="T63" fmla="*/ 12 h 19"/>
                <a:gd name="T64" fmla="*/ 9 w 12"/>
                <a:gd name="T65" fmla="*/ 11 h 19"/>
                <a:gd name="T66" fmla="*/ 9 w 12"/>
                <a:gd name="T67" fmla="*/ 7 h 19"/>
                <a:gd name="T68" fmla="*/ 9 w 12"/>
                <a:gd name="T69" fmla="*/ 7 h 19"/>
                <a:gd name="T70" fmla="*/ 9 w 12"/>
                <a:gd name="T71" fmla="*/ 4 h 19"/>
                <a:gd name="T72" fmla="*/ 8 w 12"/>
                <a:gd name="T73" fmla="*/ 3 h 19"/>
                <a:gd name="T74" fmla="*/ 5 w 12"/>
                <a:gd name="T75" fmla="*/ 3 h 19"/>
                <a:gd name="T76" fmla="*/ 5 w 12"/>
                <a:gd name="T77" fmla="*/ 3 h 19"/>
                <a:gd name="T78" fmla="*/ 4 w 12"/>
                <a:gd name="T79" fmla="*/ 3 h 19"/>
                <a:gd name="T80" fmla="*/ 3 w 12"/>
                <a:gd name="T81" fmla="*/ 6 h 19"/>
                <a:gd name="T82" fmla="*/ 3 w 12"/>
                <a:gd name="T83" fmla="*/ 6 h 19"/>
                <a:gd name="T84" fmla="*/ 3 w 12"/>
                <a:gd name="T85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" h="19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2" y="4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10"/>
                  </a:lnTo>
                  <a:lnTo>
                    <a:pt x="11" y="12"/>
                  </a:lnTo>
                  <a:lnTo>
                    <a:pt x="8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9"/>
                  </a:lnTo>
                  <a:lnTo>
                    <a:pt x="0" y="19"/>
                  </a:lnTo>
                  <a:lnTo>
                    <a:pt x="0" y="4"/>
                  </a:lnTo>
                  <a:close/>
                  <a:moveTo>
                    <a:pt x="3" y="8"/>
                  </a:moveTo>
                  <a:lnTo>
                    <a:pt x="3" y="10"/>
                  </a:lnTo>
                  <a:lnTo>
                    <a:pt x="3" y="10"/>
                  </a:lnTo>
                  <a:lnTo>
                    <a:pt x="4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11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4"/>
                  </a:lnTo>
                  <a:lnTo>
                    <a:pt x="8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Freeform 2087"/>
            <p:cNvSpPr>
              <a:spLocks/>
            </p:cNvSpPr>
            <p:nvPr/>
          </p:nvSpPr>
          <p:spPr bwMode="auto">
            <a:xfrm>
              <a:off x="3122" y="2292"/>
              <a:ext cx="11" cy="14"/>
            </a:xfrm>
            <a:custGeom>
              <a:avLst/>
              <a:gdLst>
                <a:gd name="T0" fmla="*/ 11 w 11"/>
                <a:gd name="T1" fmla="*/ 10 h 14"/>
                <a:gd name="T2" fmla="*/ 11 w 11"/>
                <a:gd name="T3" fmla="*/ 10 h 14"/>
                <a:gd name="T4" fmla="*/ 11 w 11"/>
                <a:gd name="T5" fmla="*/ 14 h 14"/>
                <a:gd name="T6" fmla="*/ 9 w 11"/>
                <a:gd name="T7" fmla="*/ 14 h 14"/>
                <a:gd name="T8" fmla="*/ 9 w 11"/>
                <a:gd name="T9" fmla="*/ 11 h 14"/>
                <a:gd name="T10" fmla="*/ 9 w 11"/>
                <a:gd name="T11" fmla="*/ 11 h 14"/>
                <a:gd name="T12" fmla="*/ 9 w 11"/>
                <a:gd name="T13" fmla="*/ 11 h 14"/>
                <a:gd name="T14" fmla="*/ 8 w 11"/>
                <a:gd name="T15" fmla="*/ 14 h 14"/>
                <a:gd name="T16" fmla="*/ 4 w 11"/>
                <a:gd name="T17" fmla="*/ 14 h 14"/>
                <a:gd name="T18" fmla="*/ 4 w 11"/>
                <a:gd name="T19" fmla="*/ 14 h 14"/>
                <a:gd name="T20" fmla="*/ 1 w 11"/>
                <a:gd name="T21" fmla="*/ 12 h 14"/>
                <a:gd name="T22" fmla="*/ 0 w 11"/>
                <a:gd name="T23" fmla="*/ 11 h 14"/>
                <a:gd name="T24" fmla="*/ 0 w 11"/>
                <a:gd name="T25" fmla="*/ 8 h 14"/>
                <a:gd name="T26" fmla="*/ 0 w 11"/>
                <a:gd name="T27" fmla="*/ 0 h 14"/>
                <a:gd name="T28" fmla="*/ 3 w 11"/>
                <a:gd name="T29" fmla="*/ 0 h 14"/>
                <a:gd name="T30" fmla="*/ 3 w 11"/>
                <a:gd name="T31" fmla="*/ 8 h 14"/>
                <a:gd name="T32" fmla="*/ 3 w 11"/>
                <a:gd name="T33" fmla="*/ 8 h 14"/>
                <a:gd name="T34" fmla="*/ 3 w 11"/>
                <a:gd name="T35" fmla="*/ 11 h 14"/>
                <a:gd name="T36" fmla="*/ 5 w 11"/>
                <a:gd name="T37" fmla="*/ 12 h 14"/>
                <a:gd name="T38" fmla="*/ 5 w 11"/>
                <a:gd name="T39" fmla="*/ 12 h 14"/>
                <a:gd name="T40" fmla="*/ 8 w 11"/>
                <a:gd name="T41" fmla="*/ 11 h 14"/>
                <a:gd name="T42" fmla="*/ 8 w 11"/>
                <a:gd name="T43" fmla="*/ 10 h 14"/>
                <a:gd name="T44" fmla="*/ 9 w 11"/>
                <a:gd name="T45" fmla="*/ 8 h 14"/>
                <a:gd name="T46" fmla="*/ 9 w 11"/>
                <a:gd name="T47" fmla="*/ 0 h 14"/>
                <a:gd name="T48" fmla="*/ 11 w 11"/>
                <a:gd name="T49" fmla="*/ 0 h 14"/>
                <a:gd name="T50" fmla="*/ 11 w 11"/>
                <a:gd name="T5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4">
                  <a:moveTo>
                    <a:pt x="11" y="10"/>
                  </a:moveTo>
                  <a:lnTo>
                    <a:pt x="11" y="10"/>
                  </a:lnTo>
                  <a:lnTo>
                    <a:pt x="11" y="14"/>
                  </a:lnTo>
                  <a:lnTo>
                    <a:pt x="9" y="14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9" y="8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Freeform 2088"/>
            <p:cNvSpPr>
              <a:spLocks/>
            </p:cNvSpPr>
            <p:nvPr/>
          </p:nvSpPr>
          <p:spPr bwMode="auto">
            <a:xfrm>
              <a:off x="3135" y="2290"/>
              <a:ext cx="8" cy="16"/>
            </a:xfrm>
            <a:custGeom>
              <a:avLst/>
              <a:gdLst>
                <a:gd name="T0" fmla="*/ 4 w 8"/>
                <a:gd name="T1" fmla="*/ 0 h 16"/>
                <a:gd name="T2" fmla="*/ 4 w 8"/>
                <a:gd name="T3" fmla="*/ 2 h 16"/>
                <a:gd name="T4" fmla="*/ 8 w 8"/>
                <a:gd name="T5" fmla="*/ 2 h 16"/>
                <a:gd name="T6" fmla="*/ 8 w 8"/>
                <a:gd name="T7" fmla="*/ 5 h 16"/>
                <a:gd name="T8" fmla="*/ 4 w 8"/>
                <a:gd name="T9" fmla="*/ 5 h 16"/>
                <a:gd name="T10" fmla="*/ 4 w 8"/>
                <a:gd name="T11" fmla="*/ 12 h 16"/>
                <a:gd name="T12" fmla="*/ 4 w 8"/>
                <a:gd name="T13" fmla="*/ 12 h 16"/>
                <a:gd name="T14" fmla="*/ 6 w 8"/>
                <a:gd name="T15" fmla="*/ 13 h 16"/>
                <a:gd name="T16" fmla="*/ 7 w 8"/>
                <a:gd name="T17" fmla="*/ 14 h 16"/>
                <a:gd name="T18" fmla="*/ 7 w 8"/>
                <a:gd name="T19" fmla="*/ 14 h 16"/>
                <a:gd name="T20" fmla="*/ 8 w 8"/>
                <a:gd name="T21" fmla="*/ 14 h 16"/>
                <a:gd name="T22" fmla="*/ 8 w 8"/>
                <a:gd name="T23" fmla="*/ 16 h 16"/>
                <a:gd name="T24" fmla="*/ 8 w 8"/>
                <a:gd name="T25" fmla="*/ 16 h 16"/>
                <a:gd name="T26" fmla="*/ 6 w 8"/>
                <a:gd name="T27" fmla="*/ 16 h 16"/>
                <a:gd name="T28" fmla="*/ 6 w 8"/>
                <a:gd name="T29" fmla="*/ 16 h 16"/>
                <a:gd name="T30" fmla="*/ 3 w 8"/>
                <a:gd name="T31" fmla="*/ 14 h 16"/>
                <a:gd name="T32" fmla="*/ 3 w 8"/>
                <a:gd name="T33" fmla="*/ 14 h 16"/>
                <a:gd name="T34" fmla="*/ 3 w 8"/>
                <a:gd name="T35" fmla="*/ 12 h 16"/>
                <a:gd name="T36" fmla="*/ 3 w 8"/>
                <a:gd name="T37" fmla="*/ 5 h 16"/>
                <a:gd name="T38" fmla="*/ 0 w 8"/>
                <a:gd name="T39" fmla="*/ 5 h 16"/>
                <a:gd name="T40" fmla="*/ 0 w 8"/>
                <a:gd name="T41" fmla="*/ 2 h 16"/>
                <a:gd name="T42" fmla="*/ 3 w 8"/>
                <a:gd name="T43" fmla="*/ 2 h 16"/>
                <a:gd name="T44" fmla="*/ 3 w 8"/>
                <a:gd name="T45" fmla="*/ 0 h 16"/>
                <a:gd name="T46" fmla="*/ 4 w 8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" h="16">
                  <a:moveTo>
                    <a:pt x="4" y="0"/>
                  </a:moveTo>
                  <a:lnTo>
                    <a:pt x="4" y="2"/>
                  </a:lnTo>
                  <a:lnTo>
                    <a:pt x="8" y="2"/>
                  </a:lnTo>
                  <a:lnTo>
                    <a:pt x="8" y="5"/>
                  </a:lnTo>
                  <a:lnTo>
                    <a:pt x="4" y="5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6" y="13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3" y="2"/>
                  </a:lnTo>
                  <a:lnTo>
                    <a:pt x="3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0" name="Freeform 2089"/>
            <p:cNvSpPr>
              <a:spLocks noEditPoints="1"/>
            </p:cNvSpPr>
            <p:nvPr/>
          </p:nvSpPr>
          <p:spPr bwMode="auto">
            <a:xfrm>
              <a:off x="3145" y="2292"/>
              <a:ext cx="11" cy="14"/>
            </a:xfrm>
            <a:custGeom>
              <a:avLst/>
              <a:gdLst>
                <a:gd name="T0" fmla="*/ 8 w 11"/>
                <a:gd name="T1" fmla="*/ 14 h 14"/>
                <a:gd name="T2" fmla="*/ 8 w 11"/>
                <a:gd name="T3" fmla="*/ 12 h 14"/>
                <a:gd name="T4" fmla="*/ 8 w 11"/>
                <a:gd name="T5" fmla="*/ 12 h 14"/>
                <a:gd name="T6" fmla="*/ 8 w 11"/>
                <a:gd name="T7" fmla="*/ 12 h 14"/>
                <a:gd name="T8" fmla="*/ 7 w 11"/>
                <a:gd name="T9" fmla="*/ 14 h 14"/>
                <a:gd name="T10" fmla="*/ 4 w 11"/>
                <a:gd name="T11" fmla="*/ 14 h 14"/>
                <a:gd name="T12" fmla="*/ 4 w 11"/>
                <a:gd name="T13" fmla="*/ 14 h 14"/>
                <a:gd name="T14" fmla="*/ 1 w 11"/>
                <a:gd name="T15" fmla="*/ 12 h 14"/>
                <a:gd name="T16" fmla="*/ 0 w 11"/>
                <a:gd name="T17" fmla="*/ 10 h 14"/>
                <a:gd name="T18" fmla="*/ 0 w 11"/>
                <a:gd name="T19" fmla="*/ 10 h 14"/>
                <a:gd name="T20" fmla="*/ 0 w 11"/>
                <a:gd name="T21" fmla="*/ 8 h 14"/>
                <a:gd name="T22" fmla="*/ 1 w 11"/>
                <a:gd name="T23" fmla="*/ 7 h 14"/>
                <a:gd name="T24" fmla="*/ 8 w 11"/>
                <a:gd name="T25" fmla="*/ 6 h 14"/>
                <a:gd name="T26" fmla="*/ 8 w 11"/>
                <a:gd name="T27" fmla="*/ 6 h 14"/>
                <a:gd name="T28" fmla="*/ 8 w 11"/>
                <a:gd name="T29" fmla="*/ 6 h 14"/>
                <a:gd name="T30" fmla="*/ 7 w 11"/>
                <a:gd name="T31" fmla="*/ 3 h 14"/>
                <a:gd name="T32" fmla="*/ 5 w 11"/>
                <a:gd name="T33" fmla="*/ 2 h 14"/>
                <a:gd name="T34" fmla="*/ 5 w 11"/>
                <a:gd name="T35" fmla="*/ 2 h 14"/>
                <a:gd name="T36" fmla="*/ 1 w 11"/>
                <a:gd name="T37" fmla="*/ 3 h 14"/>
                <a:gd name="T38" fmla="*/ 1 w 11"/>
                <a:gd name="T39" fmla="*/ 2 h 14"/>
                <a:gd name="T40" fmla="*/ 1 w 11"/>
                <a:gd name="T41" fmla="*/ 2 h 14"/>
                <a:gd name="T42" fmla="*/ 5 w 11"/>
                <a:gd name="T43" fmla="*/ 0 h 14"/>
                <a:gd name="T44" fmla="*/ 5 w 11"/>
                <a:gd name="T45" fmla="*/ 0 h 14"/>
                <a:gd name="T46" fmla="*/ 8 w 11"/>
                <a:gd name="T47" fmla="*/ 0 h 14"/>
                <a:gd name="T48" fmla="*/ 9 w 11"/>
                <a:gd name="T49" fmla="*/ 2 h 14"/>
                <a:gd name="T50" fmla="*/ 9 w 11"/>
                <a:gd name="T51" fmla="*/ 6 h 14"/>
                <a:gd name="T52" fmla="*/ 9 w 11"/>
                <a:gd name="T53" fmla="*/ 11 h 14"/>
                <a:gd name="T54" fmla="*/ 9 w 11"/>
                <a:gd name="T55" fmla="*/ 11 h 14"/>
                <a:gd name="T56" fmla="*/ 11 w 11"/>
                <a:gd name="T57" fmla="*/ 14 h 14"/>
                <a:gd name="T58" fmla="*/ 8 w 11"/>
                <a:gd name="T59" fmla="*/ 14 h 14"/>
                <a:gd name="T60" fmla="*/ 8 w 11"/>
                <a:gd name="T61" fmla="*/ 7 h 14"/>
                <a:gd name="T62" fmla="*/ 8 w 11"/>
                <a:gd name="T63" fmla="*/ 7 h 14"/>
                <a:gd name="T64" fmla="*/ 4 w 11"/>
                <a:gd name="T65" fmla="*/ 7 h 14"/>
                <a:gd name="T66" fmla="*/ 2 w 11"/>
                <a:gd name="T67" fmla="*/ 8 h 14"/>
                <a:gd name="T68" fmla="*/ 2 w 11"/>
                <a:gd name="T69" fmla="*/ 10 h 14"/>
                <a:gd name="T70" fmla="*/ 2 w 11"/>
                <a:gd name="T71" fmla="*/ 10 h 14"/>
                <a:gd name="T72" fmla="*/ 2 w 11"/>
                <a:gd name="T73" fmla="*/ 11 h 14"/>
                <a:gd name="T74" fmla="*/ 4 w 11"/>
                <a:gd name="T75" fmla="*/ 12 h 14"/>
                <a:gd name="T76" fmla="*/ 4 w 11"/>
                <a:gd name="T77" fmla="*/ 12 h 14"/>
                <a:gd name="T78" fmla="*/ 7 w 11"/>
                <a:gd name="T79" fmla="*/ 11 h 14"/>
                <a:gd name="T80" fmla="*/ 8 w 11"/>
                <a:gd name="T81" fmla="*/ 10 h 14"/>
                <a:gd name="T82" fmla="*/ 8 w 11"/>
                <a:gd name="T83" fmla="*/ 10 h 14"/>
                <a:gd name="T84" fmla="*/ 8 w 11"/>
                <a:gd name="T8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" h="14">
                  <a:moveTo>
                    <a:pt x="8" y="14"/>
                  </a:move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7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8" y="14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4" y="7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7" y="11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1" name="Freeform 2090"/>
            <p:cNvSpPr>
              <a:spLocks/>
            </p:cNvSpPr>
            <p:nvPr/>
          </p:nvSpPr>
          <p:spPr bwMode="auto">
            <a:xfrm>
              <a:off x="3157" y="2290"/>
              <a:ext cx="8" cy="16"/>
            </a:xfrm>
            <a:custGeom>
              <a:avLst/>
              <a:gdLst>
                <a:gd name="T0" fmla="*/ 4 w 8"/>
                <a:gd name="T1" fmla="*/ 0 h 16"/>
                <a:gd name="T2" fmla="*/ 4 w 8"/>
                <a:gd name="T3" fmla="*/ 2 h 16"/>
                <a:gd name="T4" fmla="*/ 8 w 8"/>
                <a:gd name="T5" fmla="*/ 2 h 16"/>
                <a:gd name="T6" fmla="*/ 8 w 8"/>
                <a:gd name="T7" fmla="*/ 5 h 16"/>
                <a:gd name="T8" fmla="*/ 4 w 8"/>
                <a:gd name="T9" fmla="*/ 5 h 16"/>
                <a:gd name="T10" fmla="*/ 4 w 8"/>
                <a:gd name="T11" fmla="*/ 12 h 16"/>
                <a:gd name="T12" fmla="*/ 4 w 8"/>
                <a:gd name="T13" fmla="*/ 12 h 16"/>
                <a:gd name="T14" fmla="*/ 5 w 8"/>
                <a:gd name="T15" fmla="*/ 13 h 16"/>
                <a:gd name="T16" fmla="*/ 7 w 8"/>
                <a:gd name="T17" fmla="*/ 14 h 16"/>
                <a:gd name="T18" fmla="*/ 7 w 8"/>
                <a:gd name="T19" fmla="*/ 14 h 16"/>
                <a:gd name="T20" fmla="*/ 8 w 8"/>
                <a:gd name="T21" fmla="*/ 14 h 16"/>
                <a:gd name="T22" fmla="*/ 8 w 8"/>
                <a:gd name="T23" fmla="*/ 16 h 16"/>
                <a:gd name="T24" fmla="*/ 8 w 8"/>
                <a:gd name="T25" fmla="*/ 16 h 16"/>
                <a:gd name="T26" fmla="*/ 5 w 8"/>
                <a:gd name="T27" fmla="*/ 16 h 16"/>
                <a:gd name="T28" fmla="*/ 5 w 8"/>
                <a:gd name="T29" fmla="*/ 16 h 16"/>
                <a:gd name="T30" fmla="*/ 3 w 8"/>
                <a:gd name="T31" fmla="*/ 14 h 16"/>
                <a:gd name="T32" fmla="*/ 3 w 8"/>
                <a:gd name="T33" fmla="*/ 14 h 16"/>
                <a:gd name="T34" fmla="*/ 3 w 8"/>
                <a:gd name="T35" fmla="*/ 12 h 16"/>
                <a:gd name="T36" fmla="*/ 3 w 8"/>
                <a:gd name="T37" fmla="*/ 5 h 16"/>
                <a:gd name="T38" fmla="*/ 0 w 8"/>
                <a:gd name="T39" fmla="*/ 5 h 16"/>
                <a:gd name="T40" fmla="*/ 0 w 8"/>
                <a:gd name="T41" fmla="*/ 2 h 16"/>
                <a:gd name="T42" fmla="*/ 3 w 8"/>
                <a:gd name="T43" fmla="*/ 2 h 16"/>
                <a:gd name="T44" fmla="*/ 3 w 8"/>
                <a:gd name="T45" fmla="*/ 0 h 16"/>
                <a:gd name="T46" fmla="*/ 4 w 8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" h="16">
                  <a:moveTo>
                    <a:pt x="4" y="0"/>
                  </a:moveTo>
                  <a:lnTo>
                    <a:pt x="4" y="2"/>
                  </a:lnTo>
                  <a:lnTo>
                    <a:pt x="8" y="2"/>
                  </a:lnTo>
                  <a:lnTo>
                    <a:pt x="8" y="5"/>
                  </a:lnTo>
                  <a:lnTo>
                    <a:pt x="4" y="5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3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3" y="2"/>
                  </a:lnTo>
                  <a:lnTo>
                    <a:pt x="3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2" name="Freeform 2091"/>
            <p:cNvSpPr>
              <a:spLocks noEditPoints="1"/>
            </p:cNvSpPr>
            <p:nvPr/>
          </p:nvSpPr>
          <p:spPr bwMode="auto">
            <a:xfrm>
              <a:off x="3166" y="2292"/>
              <a:ext cx="11" cy="14"/>
            </a:xfrm>
            <a:custGeom>
              <a:avLst/>
              <a:gdLst>
                <a:gd name="T0" fmla="*/ 3 w 11"/>
                <a:gd name="T1" fmla="*/ 7 h 14"/>
                <a:gd name="T2" fmla="*/ 3 w 11"/>
                <a:gd name="T3" fmla="*/ 7 h 14"/>
                <a:gd name="T4" fmla="*/ 3 w 11"/>
                <a:gd name="T5" fmla="*/ 10 h 14"/>
                <a:gd name="T6" fmla="*/ 4 w 11"/>
                <a:gd name="T7" fmla="*/ 11 h 14"/>
                <a:gd name="T8" fmla="*/ 7 w 11"/>
                <a:gd name="T9" fmla="*/ 12 h 14"/>
                <a:gd name="T10" fmla="*/ 7 w 11"/>
                <a:gd name="T11" fmla="*/ 12 h 14"/>
                <a:gd name="T12" fmla="*/ 10 w 11"/>
                <a:gd name="T13" fmla="*/ 11 h 14"/>
                <a:gd name="T14" fmla="*/ 11 w 11"/>
                <a:gd name="T15" fmla="*/ 14 h 14"/>
                <a:gd name="T16" fmla="*/ 11 w 11"/>
                <a:gd name="T17" fmla="*/ 14 h 14"/>
                <a:gd name="T18" fmla="*/ 7 w 11"/>
                <a:gd name="T19" fmla="*/ 14 h 14"/>
                <a:gd name="T20" fmla="*/ 7 w 11"/>
                <a:gd name="T21" fmla="*/ 14 h 14"/>
                <a:gd name="T22" fmla="*/ 4 w 11"/>
                <a:gd name="T23" fmla="*/ 14 h 14"/>
                <a:gd name="T24" fmla="*/ 2 w 11"/>
                <a:gd name="T25" fmla="*/ 12 h 14"/>
                <a:gd name="T26" fmla="*/ 0 w 11"/>
                <a:gd name="T27" fmla="*/ 10 h 14"/>
                <a:gd name="T28" fmla="*/ 0 w 11"/>
                <a:gd name="T29" fmla="*/ 7 h 14"/>
                <a:gd name="T30" fmla="*/ 0 w 11"/>
                <a:gd name="T31" fmla="*/ 7 h 14"/>
                <a:gd name="T32" fmla="*/ 0 w 11"/>
                <a:gd name="T33" fmla="*/ 4 h 14"/>
                <a:gd name="T34" fmla="*/ 2 w 11"/>
                <a:gd name="T35" fmla="*/ 3 h 14"/>
                <a:gd name="T36" fmla="*/ 4 w 11"/>
                <a:gd name="T37" fmla="*/ 2 h 14"/>
                <a:gd name="T38" fmla="*/ 6 w 11"/>
                <a:gd name="T39" fmla="*/ 0 h 14"/>
                <a:gd name="T40" fmla="*/ 6 w 11"/>
                <a:gd name="T41" fmla="*/ 0 h 14"/>
                <a:gd name="T42" fmla="*/ 8 w 11"/>
                <a:gd name="T43" fmla="*/ 2 h 14"/>
                <a:gd name="T44" fmla="*/ 11 w 11"/>
                <a:gd name="T45" fmla="*/ 3 h 14"/>
                <a:gd name="T46" fmla="*/ 11 w 11"/>
                <a:gd name="T47" fmla="*/ 7 h 14"/>
                <a:gd name="T48" fmla="*/ 11 w 11"/>
                <a:gd name="T49" fmla="*/ 7 h 14"/>
                <a:gd name="T50" fmla="*/ 3 w 11"/>
                <a:gd name="T51" fmla="*/ 7 h 14"/>
                <a:gd name="T52" fmla="*/ 10 w 11"/>
                <a:gd name="T53" fmla="*/ 6 h 14"/>
                <a:gd name="T54" fmla="*/ 10 w 11"/>
                <a:gd name="T55" fmla="*/ 6 h 14"/>
                <a:gd name="T56" fmla="*/ 8 w 11"/>
                <a:gd name="T57" fmla="*/ 3 h 14"/>
                <a:gd name="T58" fmla="*/ 7 w 11"/>
                <a:gd name="T59" fmla="*/ 3 h 14"/>
                <a:gd name="T60" fmla="*/ 6 w 11"/>
                <a:gd name="T61" fmla="*/ 2 h 14"/>
                <a:gd name="T62" fmla="*/ 6 w 11"/>
                <a:gd name="T63" fmla="*/ 2 h 14"/>
                <a:gd name="T64" fmla="*/ 3 w 11"/>
                <a:gd name="T65" fmla="*/ 3 h 14"/>
                <a:gd name="T66" fmla="*/ 3 w 11"/>
                <a:gd name="T67" fmla="*/ 6 h 14"/>
                <a:gd name="T68" fmla="*/ 10 w 11"/>
                <a:gd name="T6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" h="14">
                  <a:moveTo>
                    <a:pt x="3" y="7"/>
                  </a:moveTo>
                  <a:lnTo>
                    <a:pt x="3" y="7"/>
                  </a:lnTo>
                  <a:lnTo>
                    <a:pt x="3" y="10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0" y="11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3" y="7"/>
                  </a:lnTo>
                  <a:close/>
                  <a:moveTo>
                    <a:pt x="10" y="6"/>
                  </a:moveTo>
                  <a:lnTo>
                    <a:pt x="10" y="6"/>
                  </a:lnTo>
                  <a:lnTo>
                    <a:pt x="8" y="3"/>
                  </a:lnTo>
                  <a:lnTo>
                    <a:pt x="7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3" y="3"/>
                  </a:lnTo>
                  <a:lnTo>
                    <a:pt x="3" y="6"/>
                  </a:lnTo>
                  <a:lnTo>
                    <a:pt x="1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3" name="Freeform 2092"/>
            <p:cNvSpPr>
              <a:spLocks/>
            </p:cNvSpPr>
            <p:nvPr/>
          </p:nvSpPr>
          <p:spPr bwMode="auto">
            <a:xfrm>
              <a:off x="3179" y="2302"/>
              <a:ext cx="4" cy="7"/>
            </a:xfrm>
            <a:custGeom>
              <a:avLst/>
              <a:gdLst>
                <a:gd name="T0" fmla="*/ 0 w 4"/>
                <a:gd name="T1" fmla="*/ 7 h 7"/>
                <a:gd name="T2" fmla="*/ 0 w 4"/>
                <a:gd name="T3" fmla="*/ 7 h 7"/>
                <a:gd name="T4" fmla="*/ 1 w 4"/>
                <a:gd name="T5" fmla="*/ 1 h 7"/>
                <a:gd name="T6" fmla="*/ 4 w 4"/>
                <a:gd name="T7" fmla="*/ 0 h 7"/>
                <a:gd name="T8" fmla="*/ 4 w 4"/>
                <a:gd name="T9" fmla="*/ 0 h 7"/>
                <a:gd name="T10" fmla="*/ 1 w 4"/>
                <a:gd name="T11" fmla="*/ 7 h 7"/>
                <a:gd name="T12" fmla="*/ 0 w 4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7">
                  <a:moveTo>
                    <a:pt x="0" y="7"/>
                  </a:moveTo>
                  <a:lnTo>
                    <a:pt x="0" y="7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4" name="Freeform 2093"/>
            <p:cNvSpPr>
              <a:spLocks/>
            </p:cNvSpPr>
            <p:nvPr/>
          </p:nvSpPr>
          <p:spPr bwMode="auto">
            <a:xfrm>
              <a:off x="3191" y="2292"/>
              <a:ext cx="12" cy="14"/>
            </a:xfrm>
            <a:custGeom>
              <a:avLst/>
              <a:gdLst>
                <a:gd name="T0" fmla="*/ 1 w 12"/>
                <a:gd name="T1" fmla="*/ 4 h 14"/>
                <a:gd name="T2" fmla="*/ 1 w 12"/>
                <a:gd name="T3" fmla="*/ 4 h 14"/>
                <a:gd name="T4" fmla="*/ 0 w 12"/>
                <a:gd name="T5" fmla="*/ 0 h 14"/>
                <a:gd name="T6" fmla="*/ 2 w 12"/>
                <a:gd name="T7" fmla="*/ 0 h 14"/>
                <a:gd name="T8" fmla="*/ 2 w 12"/>
                <a:gd name="T9" fmla="*/ 3 h 14"/>
                <a:gd name="T10" fmla="*/ 2 w 12"/>
                <a:gd name="T11" fmla="*/ 3 h 14"/>
                <a:gd name="T12" fmla="*/ 2 w 12"/>
                <a:gd name="T13" fmla="*/ 3 h 14"/>
                <a:gd name="T14" fmla="*/ 4 w 12"/>
                <a:gd name="T15" fmla="*/ 2 h 14"/>
                <a:gd name="T16" fmla="*/ 6 w 12"/>
                <a:gd name="T17" fmla="*/ 0 h 14"/>
                <a:gd name="T18" fmla="*/ 6 w 12"/>
                <a:gd name="T19" fmla="*/ 0 h 14"/>
                <a:gd name="T20" fmla="*/ 10 w 12"/>
                <a:gd name="T21" fmla="*/ 2 h 14"/>
                <a:gd name="T22" fmla="*/ 10 w 12"/>
                <a:gd name="T23" fmla="*/ 3 h 14"/>
                <a:gd name="T24" fmla="*/ 12 w 12"/>
                <a:gd name="T25" fmla="*/ 6 h 14"/>
                <a:gd name="T26" fmla="*/ 12 w 12"/>
                <a:gd name="T27" fmla="*/ 14 h 14"/>
                <a:gd name="T28" fmla="*/ 9 w 12"/>
                <a:gd name="T29" fmla="*/ 14 h 14"/>
                <a:gd name="T30" fmla="*/ 9 w 12"/>
                <a:gd name="T31" fmla="*/ 6 h 14"/>
                <a:gd name="T32" fmla="*/ 9 w 12"/>
                <a:gd name="T33" fmla="*/ 6 h 14"/>
                <a:gd name="T34" fmla="*/ 8 w 12"/>
                <a:gd name="T35" fmla="*/ 3 h 14"/>
                <a:gd name="T36" fmla="*/ 6 w 12"/>
                <a:gd name="T37" fmla="*/ 3 h 14"/>
                <a:gd name="T38" fmla="*/ 6 w 12"/>
                <a:gd name="T39" fmla="*/ 3 h 14"/>
                <a:gd name="T40" fmla="*/ 4 w 12"/>
                <a:gd name="T41" fmla="*/ 3 h 14"/>
                <a:gd name="T42" fmla="*/ 2 w 12"/>
                <a:gd name="T43" fmla="*/ 4 h 14"/>
                <a:gd name="T44" fmla="*/ 2 w 12"/>
                <a:gd name="T45" fmla="*/ 6 h 14"/>
                <a:gd name="T46" fmla="*/ 2 w 12"/>
                <a:gd name="T47" fmla="*/ 14 h 14"/>
                <a:gd name="T48" fmla="*/ 1 w 12"/>
                <a:gd name="T49" fmla="*/ 14 h 14"/>
                <a:gd name="T50" fmla="*/ 1 w 12"/>
                <a:gd name="T51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" h="14">
                  <a:moveTo>
                    <a:pt x="1" y="4"/>
                  </a:moveTo>
                  <a:lnTo>
                    <a:pt x="1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4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3"/>
                  </a:lnTo>
                  <a:lnTo>
                    <a:pt x="12" y="6"/>
                  </a:lnTo>
                  <a:lnTo>
                    <a:pt x="12" y="14"/>
                  </a:lnTo>
                  <a:lnTo>
                    <a:pt x="9" y="14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4" y="3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14"/>
                  </a:lnTo>
                  <a:lnTo>
                    <a:pt x="1" y="1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" name="Freeform 2094"/>
            <p:cNvSpPr>
              <a:spLocks/>
            </p:cNvSpPr>
            <p:nvPr/>
          </p:nvSpPr>
          <p:spPr bwMode="auto">
            <a:xfrm>
              <a:off x="3206" y="2292"/>
              <a:ext cx="12" cy="14"/>
            </a:xfrm>
            <a:custGeom>
              <a:avLst/>
              <a:gdLst>
                <a:gd name="T0" fmla="*/ 12 w 12"/>
                <a:gd name="T1" fmla="*/ 10 h 14"/>
                <a:gd name="T2" fmla="*/ 12 w 12"/>
                <a:gd name="T3" fmla="*/ 10 h 14"/>
                <a:gd name="T4" fmla="*/ 12 w 12"/>
                <a:gd name="T5" fmla="*/ 14 h 14"/>
                <a:gd name="T6" fmla="*/ 9 w 12"/>
                <a:gd name="T7" fmla="*/ 14 h 14"/>
                <a:gd name="T8" fmla="*/ 9 w 12"/>
                <a:gd name="T9" fmla="*/ 11 h 14"/>
                <a:gd name="T10" fmla="*/ 9 w 12"/>
                <a:gd name="T11" fmla="*/ 11 h 14"/>
                <a:gd name="T12" fmla="*/ 9 w 12"/>
                <a:gd name="T13" fmla="*/ 11 h 14"/>
                <a:gd name="T14" fmla="*/ 8 w 12"/>
                <a:gd name="T15" fmla="*/ 14 h 14"/>
                <a:gd name="T16" fmla="*/ 5 w 12"/>
                <a:gd name="T17" fmla="*/ 14 h 14"/>
                <a:gd name="T18" fmla="*/ 5 w 12"/>
                <a:gd name="T19" fmla="*/ 14 h 14"/>
                <a:gd name="T20" fmla="*/ 2 w 12"/>
                <a:gd name="T21" fmla="*/ 12 h 14"/>
                <a:gd name="T22" fmla="*/ 1 w 12"/>
                <a:gd name="T23" fmla="*/ 11 h 14"/>
                <a:gd name="T24" fmla="*/ 0 w 12"/>
                <a:gd name="T25" fmla="*/ 8 h 14"/>
                <a:gd name="T26" fmla="*/ 0 w 12"/>
                <a:gd name="T27" fmla="*/ 0 h 14"/>
                <a:gd name="T28" fmla="*/ 2 w 12"/>
                <a:gd name="T29" fmla="*/ 0 h 14"/>
                <a:gd name="T30" fmla="*/ 2 w 12"/>
                <a:gd name="T31" fmla="*/ 8 h 14"/>
                <a:gd name="T32" fmla="*/ 2 w 12"/>
                <a:gd name="T33" fmla="*/ 8 h 14"/>
                <a:gd name="T34" fmla="*/ 4 w 12"/>
                <a:gd name="T35" fmla="*/ 11 h 14"/>
                <a:gd name="T36" fmla="*/ 5 w 12"/>
                <a:gd name="T37" fmla="*/ 12 h 14"/>
                <a:gd name="T38" fmla="*/ 5 w 12"/>
                <a:gd name="T39" fmla="*/ 12 h 14"/>
                <a:gd name="T40" fmla="*/ 8 w 12"/>
                <a:gd name="T41" fmla="*/ 11 h 14"/>
                <a:gd name="T42" fmla="*/ 9 w 12"/>
                <a:gd name="T43" fmla="*/ 10 h 14"/>
                <a:gd name="T44" fmla="*/ 9 w 12"/>
                <a:gd name="T45" fmla="*/ 8 h 14"/>
                <a:gd name="T46" fmla="*/ 9 w 12"/>
                <a:gd name="T47" fmla="*/ 0 h 14"/>
                <a:gd name="T48" fmla="*/ 12 w 12"/>
                <a:gd name="T49" fmla="*/ 0 h 14"/>
                <a:gd name="T50" fmla="*/ 12 w 12"/>
                <a:gd name="T5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" h="14">
                  <a:moveTo>
                    <a:pt x="12" y="10"/>
                  </a:moveTo>
                  <a:lnTo>
                    <a:pt x="12" y="10"/>
                  </a:lnTo>
                  <a:lnTo>
                    <a:pt x="12" y="14"/>
                  </a:lnTo>
                  <a:lnTo>
                    <a:pt x="9" y="14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2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4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8" y="11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0"/>
                  </a:lnTo>
                  <a:lnTo>
                    <a:pt x="12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" name="Freeform 2095"/>
            <p:cNvSpPr>
              <a:spLocks/>
            </p:cNvSpPr>
            <p:nvPr/>
          </p:nvSpPr>
          <p:spPr bwMode="auto">
            <a:xfrm>
              <a:off x="3220" y="2292"/>
              <a:ext cx="13" cy="14"/>
            </a:xfrm>
            <a:custGeom>
              <a:avLst/>
              <a:gdLst>
                <a:gd name="T0" fmla="*/ 0 w 13"/>
                <a:gd name="T1" fmla="*/ 4 h 14"/>
                <a:gd name="T2" fmla="*/ 0 w 13"/>
                <a:gd name="T3" fmla="*/ 4 h 14"/>
                <a:gd name="T4" fmla="*/ 0 w 13"/>
                <a:gd name="T5" fmla="*/ 0 h 14"/>
                <a:gd name="T6" fmla="*/ 3 w 13"/>
                <a:gd name="T7" fmla="*/ 0 h 14"/>
                <a:gd name="T8" fmla="*/ 3 w 13"/>
                <a:gd name="T9" fmla="*/ 3 h 14"/>
                <a:gd name="T10" fmla="*/ 3 w 13"/>
                <a:gd name="T11" fmla="*/ 3 h 14"/>
                <a:gd name="T12" fmla="*/ 3 w 13"/>
                <a:gd name="T13" fmla="*/ 3 h 14"/>
                <a:gd name="T14" fmla="*/ 4 w 13"/>
                <a:gd name="T15" fmla="*/ 2 h 14"/>
                <a:gd name="T16" fmla="*/ 7 w 13"/>
                <a:gd name="T17" fmla="*/ 0 h 14"/>
                <a:gd name="T18" fmla="*/ 7 w 13"/>
                <a:gd name="T19" fmla="*/ 0 h 14"/>
                <a:gd name="T20" fmla="*/ 10 w 13"/>
                <a:gd name="T21" fmla="*/ 2 h 14"/>
                <a:gd name="T22" fmla="*/ 11 w 13"/>
                <a:gd name="T23" fmla="*/ 3 h 14"/>
                <a:gd name="T24" fmla="*/ 13 w 13"/>
                <a:gd name="T25" fmla="*/ 6 h 14"/>
                <a:gd name="T26" fmla="*/ 13 w 13"/>
                <a:gd name="T27" fmla="*/ 14 h 14"/>
                <a:gd name="T28" fmla="*/ 10 w 13"/>
                <a:gd name="T29" fmla="*/ 14 h 14"/>
                <a:gd name="T30" fmla="*/ 10 w 13"/>
                <a:gd name="T31" fmla="*/ 6 h 14"/>
                <a:gd name="T32" fmla="*/ 10 w 13"/>
                <a:gd name="T33" fmla="*/ 6 h 14"/>
                <a:gd name="T34" fmla="*/ 8 w 13"/>
                <a:gd name="T35" fmla="*/ 3 h 14"/>
                <a:gd name="T36" fmla="*/ 7 w 13"/>
                <a:gd name="T37" fmla="*/ 3 h 14"/>
                <a:gd name="T38" fmla="*/ 7 w 13"/>
                <a:gd name="T39" fmla="*/ 3 h 14"/>
                <a:gd name="T40" fmla="*/ 4 w 13"/>
                <a:gd name="T41" fmla="*/ 3 h 14"/>
                <a:gd name="T42" fmla="*/ 3 w 13"/>
                <a:gd name="T43" fmla="*/ 4 h 14"/>
                <a:gd name="T44" fmla="*/ 3 w 13"/>
                <a:gd name="T45" fmla="*/ 6 h 14"/>
                <a:gd name="T46" fmla="*/ 3 w 13"/>
                <a:gd name="T47" fmla="*/ 14 h 14"/>
                <a:gd name="T48" fmla="*/ 0 w 13"/>
                <a:gd name="T49" fmla="*/ 14 h 14"/>
                <a:gd name="T50" fmla="*/ 0 w 13"/>
                <a:gd name="T51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" h="14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1" y="3"/>
                  </a:lnTo>
                  <a:lnTo>
                    <a:pt x="13" y="6"/>
                  </a:lnTo>
                  <a:lnTo>
                    <a:pt x="13" y="14"/>
                  </a:lnTo>
                  <a:lnTo>
                    <a:pt x="10" y="14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8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6"/>
                  </a:lnTo>
                  <a:lnTo>
                    <a:pt x="3" y="14"/>
                  </a:lnTo>
                  <a:lnTo>
                    <a:pt x="0" y="1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7" name="Freeform 2096"/>
            <p:cNvSpPr>
              <a:spLocks/>
            </p:cNvSpPr>
            <p:nvPr/>
          </p:nvSpPr>
          <p:spPr bwMode="auto">
            <a:xfrm>
              <a:off x="3235" y="2292"/>
              <a:ext cx="10" cy="14"/>
            </a:xfrm>
            <a:custGeom>
              <a:avLst/>
              <a:gdLst>
                <a:gd name="T0" fmla="*/ 10 w 10"/>
                <a:gd name="T1" fmla="*/ 14 h 14"/>
                <a:gd name="T2" fmla="*/ 10 w 10"/>
                <a:gd name="T3" fmla="*/ 14 h 14"/>
                <a:gd name="T4" fmla="*/ 7 w 10"/>
                <a:gd name="T5" fmla="*/ 14 h 14"/>
                <a:gd name="T6" fmla="*/ 7 w 10"/>
                <a:gd name="T7" fmla="*/ 14 h 14"/>
                <a:gd name="T8" fmla="*/ 4 w 10"/>
                <a:gd name="T9" fmla="*/ 14 h 14"/>
                <a:gd name="T10" fmla="*/ 2 w 10"/>
                <a:gd name="T11" fmla="*/ 12 h 14"/>
                <a:gd name="T12" fmla="*/ 0 w 10"/>
                <a:gd name="T13" fmla="*/ 10 h 14"/>
                <a:gd name="T14" fmla="*/ 0 w 10"/>
                <a:gd name="T15" fmla="*/ 7 h 14"/>
                <a:gd name="T16" fmla="*/ 0 w 10"/>
                <a:gd name="T17" fmla="*/ 7 h 14"/>
                <a:gd name="T18" fmla="*/ 0 w 10"/>
                <a:gd name="T19" fmla="*/ 4 h 14"/>
                <a:gd name="T20" fmla="*/ 2 w 10"/>
                <a:gd name="T21" fmla="*/ 3 h 14"/>
                <a:gd name="T22" fmla="*/ 4 w 10"/>
                <a:gd name="T23" fmla="*/ 2 h 14"/>
                <a:gd name="T24" fmla="*/ 7 w 10"/>
                <a:gd name="T25" fmla="*/ 0 h 14"/>
                <a:gd name="T26" fmla="*/ 7 w 10"/>
                <a:gd name="T27" fmla="*/ 0 h 14"/>
                <a:gd name="T28" fmla="*/ 10 w 10"/>
                <a:gd name="T29" fmla="*/ 2 h 14"/>
                <a:gd name="T30" fmla="*/ 10 w 10"/>
                <a:gd name="T31" fmla="*/ 3 h 14"/>
                <a:gd name="T32" fmla="*/ 10 w 10"/>
                <a:gd name="T33" fmla="*/ 3 h 14"/>
                <a:gd name="T34" fmla="*/ 7 w 10"/>
                <a:gd name="T35" fmla="*/ 3 h 14"/>
                <a:gd name="T36" fmla="*/ 7 w 10"/>
                <a:gd name="T37" fmla="*/ 3 h 14"/>
                <a:gd name="T38" fmla="*/ 4 w 10"/>
                <a:gd name="T39" fmla="*/ 3 h 14"/>
                <a:gd name="T40" fmla="*/ 3 w 10"/>
                <a:gd name="T41" fmla="*/ 4 h 14"/>
                <a:gd name="T42" fmla="*/ 2 w 10"/>
                <a:gd name="T43" fmla="*/ 7 h 14"/>
                <a:gd name="T44" fmla="*/ 2 w 10"/>
                <a:gd name="T45" fmla="*/ 7 h 14"/>
                <a:gd name="T46" fmla="*/ 3 w 10"/>
                <a:gd name="T47" fmla="*/ 11 h 14"/>
                <a:gd name="T48" fmla="*/ 7 w 10"/>
                <a:gd name="T49" fmla="*/ 12 h 14"/>
                <a:gd name="T50" fmla="*/ 7 w 10"/>
                <a:gd name="T51" fmla="*/ 12 h 14"/>
                <a:gd name="T52" fmla="*/ 10 w 10"/>
                <a:gd name="T53" fmla="*/ 11 h 14"/>
                <a:gd name="T54" fmla="*/ 10 w 10"/>
                <a:gd name="T5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" h="14">
                  <a:moveTo>
                    <a:pt x="10" y="14"/>
                  </a:moveTo>
                  <a:lnTo>
                    <a:pt x="10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3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3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0" y="11"/>
                  </a:lnTo>
                  <a:lnTo>
                    <a:pt x="10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8" name="Freeform 2097"/>
            <p:cNvSpPr>
              <a:spLocks/>
            </p:cNvSpPr>
            <p:nvPr/>
          </p:nvSpPr>
          <p:spPr bwMode="auto">
            <a:xfrm>
              <a:off x="3247" y="2303"/>
              <a:ext cx="3" cy="3"/>
            </a:xfrm>
            <a:custGeom>
              <a:avLst/>
              <a:gdLst>
                <a:gd name="T0" fmla="*/ 0 w 3"/>
                <a:gd name="T1" fmla="*/ 1 h 3"/>
                <a:gd name="T2" fmla="*/ 0 w 3"/>
                <a:gd name="T3" fmla="*/ 1 h 3"/>
                <a:gd name="T4" fmla="*/ 0 w 3"/>
                <a:gd name="T5" fmla="*/ 0 h 3"/>
                <a:gd name="T6" fmla="*/ 2 w 3"/>
                <a:gd name="T7" fmla="*/ 0 h 3"/>
                <a:gd name="T8" fmla="*/ 2 w 3"/>
                <a:gd name="T9" fmla="*/ 0 h 3"/>
                <a:gd name="T10" fmla="*/ 3 w 3"/>
                <a:gd name="T11" fmla="*/ 0 h 3"/>
                <a:gd name="T12" fmla="*/ 3 w 3"/>
                <a:gd name="T13" fmla="*/ 1 h 3"/>
                <a:gd name="T14" fmla="*/ 3 w 3"/>
                <a:gd name="T15" fmla="*/ 1 h 3"/>
                <a:gd name="T16" fmla="*/ 3 w 3"/>
                <a:gd name="T17" fmla="*/ 3 h 3"/>
                <a:gd name="T18" fmla="*/ 2 w 3"/>
                <a:gd name="T19" fmla="*/ 3 h 3"/>
                <a:gd name="T20" fmla="*/ 2 w 3"/>
                <a:gd name="T21" fmla="*/ 3 h 3"/>
                <a:gd name="T22" fmla="*/ 0 w 3"/>
                <a:gd name="T23" fmla="*/ 3 h 3"/>
                <a:gd name="T24" fmla="*/ 0 w 3"/>
                <a:gd name="T25" fmla="*/ 1 h 3"/>
                <a:gd name="T26" fmla="*/ 0 w 3"/>
                <a:gd name="T2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9" name="Freeform 2098"/>
            <p:cNvSpPr>
              <a:spLocks/>
            </p:cNvSpPr>
            <p:nvPr/>
          </p:nvSpPr>
          <p:spPr bwMode="auto">
            <a:xfrm>
              <a:off x="2934" y="2169"/>
              <a:ext cx="14" cy="18"/>
            </a:xfrm>
            <a:custGeom>
              <a:avLst/>
              <a:gdLst>
                <a:gd name="T0" fmla="*/ 7 w 14"/>
                <a:gd name="T1" fmla="*/ 10 h 18"/>
                <a:gd name="T2" fmla="*/ 0 w 14"/>
                <a:gd name="T3" fmla="*/ 0 h 18"/>
                <a:gd name="T4" fmla="*/ 3 w 14"/>
                <a:gd name="T5" fmla="*/ 0 h 18"/>
                <a:gd name="T6" fmla="*/ 7 w 14"/>
                <a:gd name="T7" fmla="*/ 9 h 18"/>
                <a:gd name="T8" fmla="*/ 12 w 14"/>
                <a:gd name="T9" fmla="*/ 0 h 18"/>
                <a:gd name="T10" fmla="*/ 14 w 14"/>
                <a:gd name="T11" fmla="*/ 0 h 18"/>
                <a:gd name="T12" fmla="*/ 8 w 14"/>
                <a:gd name="T13" fmla="*/ 10 h 18"/>
                <a:gd name="T14" fmla="*/ 8 w 14"/>
                <a:gd name="T15" fmla="*/ 18 h 18"/>
                <a:gd name="T16" fmla="*/ 7 w 14"/>
                <a:gd name="T17" fmla="*/ 18 h 18"/>
                <a:gd name="T18" fmla="*/ 7 w 14"/>
                <a:gd name="T19" fmla="*/ 1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8">
                  <a:moveTo>
                    <a:pt x="7" y="1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8" y="10"/>
                  </a:lnTo>
                  <a:lnTo>
                    <a:pt x="8" y="18"/>
                  </a:lnTo>
                  <a:lnTo>
                    <a:pt x="7" y="18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0" name="Freeform 2099"/>
            <p:cNvSpPr>
              <a:spLocks noEditPoints="1"/>
            </p:cNvSpPr>
            <p:nvPr/>
          </p:nvSpPr>
          <p:spPr bwMode="auto">
            <a:xfrm>
              <a:off x="2958" y="2169"/>
              <a:ext cx="18" cy="18"/>
            </a:xfrm>
            <a:custGeom>
              <a:avLst/>
              <a:gdLst>
                <a:gd name="T0" fmla="*/ 0 w 18"/>
                <a:gd name="T1" fmla="*/ 9 h 18"/>
                <a:gd name="T2" fmla="*/ 2 w 18"/>
                <a:gd name="T3" fmla="*/ 6 h 18"/>
                <a:gd name="T4" fmla="*/ 3 w 18"/>
                <a:gd name="T5" fmla="*/ 2 h 18"/>
                <a:gd name="T6" fmla="*/ 6 w 18"/>
                <a:gd name="T7" fmla="*/ 0 h 18"/>
                <a:gd name="T8" fmla="*/ 9 w 18"/>
                <a:gd name="T9" fmla="*/ 0 h 18"/>
                <a:gd name="T10" fmla="*/ 13 w 18"/>
                <a:gd name="T11" fmla="*/ 0 h 18"/>
                <a:gd name="T12" fmla="*/ 15 w 18"/>
                <a:gd name="T13" fmla="*/ 2 h 18"/>
                <a:gd name="T14" fmla="*/ 17 w 18"/>
                <a:gd name="T15" fmla="*/ 6 h 18"/>
                <a:gd name="T16" fmla="*/ 18 w 18"/>
                <a:gd name="T17" fmla="*/ 9 h 18"/>
                <a:gd name="T18" fmla="*/ 17 w 18"/>
                <a:gd name="T19" fmla="*/ 13 h 18"/>
                <a:gd name="T20" fmla="*/ 15 w 18"/>
                <a:gd name="T21" fmla="*/ 15 h 18"/>
                <a:gd name="T22" fmla="*/ 13 w 18"/>
                <a:gd name="T23" fmla="*/ 17 h 18"/>
                <a:gd name="T24" fmla="*/ 9 w 18"/>
                <a:gd name="T25" fmla="*/ 18 h 18"/>
                <a:gd name="T26" fmla="*/ 6 w 18"/>
                <a:gd name="T27" fmla="*/ 17 h 18"/>
                <a:gd name="T28" fmla="*/ 3 w 18"/>
                <a:gd name="T29" fmla="*/ 15 h 18"/>
                <a:gd name="T30" fmla="*/ 2 w 18"/>
                <a:gd name="T31" fmla="*/ 13 h 18"/>
                <a:gd name="T32" fmla="*/ 0 w 18"/>
                <a:gd name="T33" fmla="*/ 9 h 18"/>
                <a:gd name="T34" fmla="*/ 2 w 18"/>
                <a:gd name="T35" fmla="*/ 9 h 18"/>
                <a:gd name="T36" fmla="*/ 3 w 18"/>
                <a:gd name="T37" fmla="*/ 11 h 18"/>
                <a:gd name="T38" fmla="*/ 5 w 18"/>
                <a:gd name="T39" fmla="*/ 14 h 18"/>
                <a:gd name="T40" fmla="*/ 6 w 18"/>
                <a:gd name="T41" fmla="*/ 15 h 18"/>
                <a:gd name="T42" fmla="*/ 9 w 18"/>
                <a:gd name="T43" fmla="*/ 17 h 18"/>
                <a:gd name="T44" fmla="*/ 13 w 18"/>
                <a:gd name="T45" fmla="*/ 15 h 18"/>
                <a:gd name="T46" fmla="*/ 14 w 18"/>
                <a:gd name="T47" fmla="*/ 14 h 18"/>
                <a:gd name="T48" fmla="*/ 15 w 18"/>
                <a:gd name="T49" fmla="*/ 11 h 18"/>
                <a:gd name="T50" fmla="*/ 15 w 18"/>
                <a:gd name="T51" fmla="*/ 9 h 18"/>
                <a:gd name="T52" fmla="*/ 15 w 18"/>
                <a:gd name="T53" fmla="*/ 6 h 18"/>
                <a:gd name="T54" fmla="*/ 14 w 18"/>
                <a:gd name="T55" fmla="*/ 3 h 18"/>
                <a:gd name="T56" fmla="*/ 13 w 18"/>
                <a:gd name="T57" fmla="*/ 2 h 18"/>
                <a:gd name="T58" fmla="*/ 9 w 18"/>
                <a:gd name="T59" fmla="*/ 2 h 18"/>
                <a:gd name="T60" fmla="*/ 6 w 18"/>
                <a:gd name="T61" fmla="*/ 2 h 18"/>
                <a:gd name="T62" fmla="*/ 5 w 18"/>
                <a:gd name="T63" fmla="*/ 3 h 18"/>
                <a:gd name="T64" fmla="*/ 3 w 18"/>
                <a:gd name="T65" fmla="*/ 6 h 18"/>
                <a:gd name="T66" fmla="*/ 2 w 18"/>
                <a:gd name="T67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" h="18">
                  <a:moveTo>
                    <a:pt x="0" y="9"/>
                  </a:moveTo>
                  <a:lnTo>
                    <a:pt x="0" y="9"/>
                  </a:lnTo>
                  <a:lnTo>
                    <a:pt x="2" y="6"/>
                  </a:lnTo>
                  <a:lnTo>
                    <a:pt x="2" y="6"/>
                  </a:lnTo>
                  <a:lnTo>
                    <a:pt x="3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1" name="Freeform 2100"/>
            <p:cNvSpPr>
              <a:spLocks/>
            </p:cNvSpPr>
            <p:nvPr/>
          </p:nvSpPr>
          <p:spPr bwMode="auto">
            <a:xfrm>
              <a:off x="2988" y="2169"/>
              <a:ext cx="12" cy="18"/>
            </a:xfrm>
            <a:custGeom>
              <a:avLst/>
              <a:gdLst>
                <a:gd name="T0" fmla="*/ 12 w 12"/>
                <a:gd name="T1" fmla="*/ 11 h 18"/>
                <a:gd name="T2" fmla="*/ 12 w 12"/>
                <a:gd name="T3" fmla="*/ 11 h 18"/>
                <a:gd name="T4" fmla="*/ 12 w 12"/>
                <a:gd name="T5" fmla="*/ 14 h 18"/>
                <a:gd name="T6" fmla="*/ 12 w 12"/>
                <a:gd name="T7" fmla="*/ 14 h 18"/>
                <a:gd name="T8" fmla="*/ 11 w 12"/>
                <a:gd name="T9" fmla="*/ 15 h 18"/>
                <a:gd name="T10" fmla="*/ 11 w 12"/>
                <a:gd name="T11" fmla="*/ 15 h 18"/>
                <a:gd name="T12" fmla="*/ 10 w 12"/>
                <a:gd name="T13" fmla="*/ 17 h 18"/>
                <a:gd name="T14" fmla="*/ 10 w 12"/>
                <a:gd name="T15" fmla="*/ 17 h 18"/>
                <a:gd name="T16" fmla="*/ 7 w 12"/>
                <a:gd name="T17" fmla="*/ 18 h 18"/>
                <a:gd name="T18" fmla="*/ 7 w 12"/>
                <a:gd name="T19" fmla="*/ 18 h 18"/>
                <a:gd name="T20" fmla="*/ 4 w 12"/>
                <a:gd name="T21" fmla="*/ 17 h 18"/>
                <a:gd name="T22" fmla="*/ 4 w 12"/>
                <a:gd name="T23" fmla="*/ 17 h 18"/>
                <a:gd name="T24" fmla="*/ 2 w 12"/>
                <a:gd name="T25" fmla="*/ 15 h 18"/>
                <a:gd name="T26" fmla="*/ 2 w 12"/>
                <a:gd name="T27" fmla="*/ 15 h 18"/>
                <a:gd name="T28" fmla="*/ 2 w 12"/>
                <a:gd name="T29" fmla="*/ 14 h 18"/>
                <a:gd name="T30" fmla="*/ 2 w 12"/>
                <a:gd name="T31" fmla="*/ 14 h 18"/>
                <a:gd name="T32" fmla="*/ 0 w 12"/>
                <a:gd name="T33" fmla="*/ 11 h 18"/>
                <a:gd name="T34" fmla="*/ 0 w 12"/>
                <a:gd name="T35" fmla="*/ 0 h 18"/>
                <a:gd name="T36" fmla="*/ 3 w 12"/>
                <a:gd name="T37" fmla="*/ 0 h 18"/>
                <a:gd name="T38" fmla="*/ 3 w 12"/>
                <a:gd name="T39" fmla="*/ 10 h 18"/>
                <a:gd name="T40" fmla="*/ 3 w 12"/>
                <a:gd name="T41" fmla="*/ 10 h 18"/>
                <a:gd name="T42" fmla="*/ 3 w 12"/>
                <a:gd name="T43" fmla="*/ 13 h 18"/>
                <a:gd name="T44" fmla="*/ 3 w 12"/>
                <a:gd name="T45" fmla="*/ 13 h 18"/>
                <a:gd name="T46" fmla="*/ 3 w 12"/>
                <a:gd name="T47" fmla="*/ 14 h 18"/>
                <a:gd name="T48" fmla="*/ 3 w 12"/>
                <a:gd name="T49" fmla="*/ 14 h 18"/>
                <a:gd name="T50" fmla="*/ 4 w 12"/>
                <a:gd name="T51" fmla="*/ 15 h 18"/>
                <a:gd name="T52" fmla="*/ 4 w 12"/>
                <a:gd name="T53" fmla="*/ 15 h 18"/>
                <a:gd name="T54" fmla="*/ 7 w 12"/>
                <a:gd name="T55" fmla="*/ 17 h 18"/>
                <a:gd name="T56" fmla="*/ 7 w 12"/>
                <a:gd name="T57" fmla="*/ 17 h 18"/>
                <a:gd name="T58" fmla="*/ 8 w 12"/>
                <a:gd name="T59" fmla="*/ 15 h 18"/>
                <a:gd name="T60" fmla="*/ 8 w 12"/>
                <a:gd name="T61" fmla="*/ 15 h 18"/>
                <a:gd name="T62" fmla="*/ 10 w 12"/>
                <a:gd name="T63" fmla="*/ 14 h 18"/>
                <a:gd name="T64" fmla="*/ 10 w 12"/>
                <a:gd name="T65" fmla="*/ 14 h 18"/>
                <a:gd name="T66" fmla="*/ 11 w 12"/>
                <a:gd name="T67" fmla="*/ 13 h 18"/>
                <a:gd name="T68" fmla="*/ 11 w 12"/>
                <a:gd name="T69" fmla="*/ 13 h 18"/>
                <a:gd name="T70" fmla="*/ 11 w 12"/>
                <a:gd name="T71" fmla="*/ 10 h 18"/>
                <a:gd name="T72" fmla="*/ 11 w 12"/>
                <a:gd name="T73" fmla="*/ 0 h 18"/>
                <a:gd name="T74" fmla="*/ 12 w 12"/>
                <a:gd name="T75" fmla="*/ 0 h 18"/>
                <a:gd name="T76" fmla="*/ 12 w 12"/>
                <a:gd name="T77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" h="18">
                  <a:moveTo>
                    <a:pt x="12" y="11"/>
                  </a:moveTo>
                  <a:lnTo>
                    <a:pt x="12" y="11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0" y="17"/>
                  </a:lnTo>
                  <a:lnTo>
                    <a:pt x="10" y="17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2" name="Freeform 2101"/>
            <p:cNvSpPr>
              <a:spLocks/>
            </p:cNvSpPr>
            <p:nvPr/>
          </p:nvSpPr>
          <p:spPr bwMode="auto">
            <a:xfrm>
              <a:off x="3021" y="2169"/>
              <a:ext cx="12" cy="18"/>
            </a:xfrm>
            <a:custGeom>
              <a:avLst/>
              <a:gdLst>
                <a:gd name="T0" fmla="*/ 5 w 12"/>
                <a:gd name="T1" fmla="*/ 2 h 18"/>
                <a:gd name="T2" fmla="*/ 0 w 12"/>
                <a:gd name="T3" fmla="*/ 2 h 18"/>
                <a:gd name="T4" fmla="*/ 0 w 12"/>
                <a:gd name="T5" fmla="*/ 0 h 18"/>
                <a:gd name="T6" fmla="*/ 12 w 12"/>
                <a:gd name="T7" fmla="*/ 0 h 18"/>
                <a:gd name="T8" fmla="*/ 12 w 12"/>
                <a:gd name="T9" fmla="*/ 2 h 18"/>
                <a:gd name="T10" fmla="*/ 6 w 12"/>
                <a:gd name="T11" fmla="*/ 2 h 18"/>
                <a:gd name="T12" fmla="*/ 6 w 12"/>
                <a:gd name="T13" fmla="*/ 18 h 18"/>
                <a:gd name="T14" fmla="*/ 5 w 12"/>
                <a:gd name="T15" fmla="*/ 18 h 18"/>
                <a:gd name="T16" fmla="*/ 5 w 12"/>
                <a:gd name="T1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8">
                  <a:moveTo>
                    <a:pt x="5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6" y="2"/>
                  </a:lnTo>
                  <a:lnTo>
                    <a:pt x="6" y="18"/>
                  </a:lnTo>
                  <a:lnTo>
                    <a:pt x="5" y="18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3" name="Freeform 2102"/>
            <p:cNvSpPr>
              <a:spLocks/>
            </p:cNvSpPr>
            <p:nvPr/>
          </p:nvSpPr>
          <p:spPr bwMode="auto">
            <a:xfrm>
              <a:off x="3046" y="2169"/>
              <a:ext cx="10" cy="18"/>
            </a:xfrm>
            <a:custGeom>
              <a:avLst/>
              <a:gdLst>
                <a:gd name="T0" fmla="*/ 0 w 10"/>
                <a:gd name="T1" fmla="*/ 0 h 18"/>
                <a:gd name="T2" fmla="*/ 10 w 10"/>
                <a:gd name="T3" fmla="*/ 0 h 18"/>
                <a:gd name="T4" fmla="*/ 10 w 10"/>
                <a:gd name="T5" fmla="*/ 2 h 18"/>
                <a:gd name="T6" fmla="*/ 2 w 10"/>
                <a:gd name="T7" fmla="*/ 2 h 18"/>
                <a:gd name="T8" fmla="*/ 2 w 10"/>
                <a:gd name="T9" fmla="*/ 7 h 18"/>
                <a:gd name="T10" fmla="*/ 10 w 10"/>
                <a:gd name="T11" fmla="*/ 7 h 18"/>
                <a:gd name="T12" fmla="*/ 10 w 10"/>
                <a:gd name="T13" fmla="*/ 10 h 18"/>
                <a:gd name="T14" fmla="*/ 2 w 10"/>
                <a:gd name="T15" fmla="*/ 10 h 18"/>
                <a:gd name="T16" fmla="*/ 2 w 10"/>
                <a:gd name="T17" fmla="*/ 17 h 18"/>
                <a:gd name="T18" fmla="*/ 10 w 10"/>
                <a:gd name="T19" fmla="*/ 17 h 18"/>
                <a:gd name="T20" fmla="*/ 10 w 10"/>
                <a:gd name="T21" fmla="*/ 18 h 18"/>
                <a:gd name="T22" fmla="*/ 0 w 10"/>
                <a:gd name="T23" fmla="*/ 18 h 18"/>
                <a:gd name="T24" fmla="*/ 0 w 10"/>
                <a:gd name="T2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8">
                  <a:moveTo>
                    <a:pt x="0" y="0"/>
                  </a:moveTo>
                  <a:lnTo>
                    <a:pt x="10" y="0"/>
                  </a:lnTo>
                  <a:lnTo>
                    <a:pt x="10" y="2"/>
                  </a:lnTo>
                  <a:lnTo>
                    <a:pt x="2" y="2"/>
                  </a:lnTo>
                  <a:lnTo>
                    <a:pt x="2" y="7"/>
                  </a:lnTo>
                  <a:lnTo>
                    <a:pt x="10" y="7"/>
                  </a:lnTo>
                  <a:lnTo>
                    <a:pt x="10" y="10"/>
                  </a:lnTo>
                  <a:lnTo>
                    <a:pt x="2" y="10"/>
                  </a:lnTo>
                  <a:lnTo>
                    <a:pt x="2" y="17"/>
                  </a:lnTo>
                  <a:lnTo>
                    <a:pt x="10" y="17"/>
                  </a:lnTo>
                  <a:lnTo>
                    <a:pt x="10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4" name="Freeform 2103"/>
            <p:cNvSpPr>
              <a:spLocks/>
            </p:cNvSpPr>
            <p:nvPr/>
          </p:nvSpPr>
          <p:spPr bwMode="auto">
            <a:xfrm>
              <a:off x="3068" y="2169"/>
              <a:ext cx="13" cy="18"/>
            </a:xfrm>
            <a:custGeom>
              <a:avLst/>
              <a:gdLst>
                <a:gd name="T0" fmla="*/ 5 w 13"/>
                <a:gd name="T1" fmla="*/ 9 h 18"/>
                <a:gd name="T2" fmla="*/ 0 w 13"/>
                <a:gd name="T3" fmla="*/ 0 h 18"/>
                <a:gd name="T4" fmla="*/ 3 w 13"/>
                <a:gd name="T5" fmla="*/ 0 h 18"/>
                <a:gd name="T6" fmla="*/ 7 w 13"/>
                <a:gd name="T7" fmla="*/ 7 h 18"/>
                <a:gd name="T8" fmla="*/ 11 w 13"/>
                <a:gd name="T9" fmla="*/ 0 h 18"/>
                <a:gd name="T10" fmla="*/ 13 w 13"/>
                <a:gd name="T11" fmla="*/ 0 h 18"/>
                <a:gd name="T12" fmla="*/ 8 w 13"/>
                <a:gd name="T13" fmla="*/ 9 h 18"/>
                <a:gd name="T14" fmla="*/ 13 w 13"/>
                <a:gd name="T15" fmla="*/ 18 h 18"/>
                <a:gd name="T16" fmla="*/ 12 w 13"/>
                <a:gd name="T17" fmla="*/ 18 h 18"/>
                <a:gd name="T18" fmla="*/ 7 w 13"/>
                <a:gd name="T19" fmla="*/ 10 h 18"/>
                <a:gd name="T20" fmla="*/ 1 w 13"/>
                <a:gd name="T21" fmla="*/ 18 h 18"/>
                <a:gd name="T22" fmla="*/ 0 w 13"/>
                <a:gd name="T23" fmla="*/ 18 h 18"/>
                <a:gd name="T24" fmla="*/ 5 w 13"/>
                <a:gd name="T25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18">
                  <a:moveTo>
                    <a:pt x="5" y="9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7" y="7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8" y="9"/>
                  </a:lnTo>
                  <a:lnTo>
                    <a:pt x="13" y="18"/>
                  </a:lnTo>
                  <a:lnTo>
                    <a:pt x="12" y="18"/>
                  </a:lnTo>
                  <a:lnTo>
                    <a:pt x="7" y="10"/>
                  </a:lnTo>
                  <a:lnTo>
                    <a:pt x="1" y="18"/>
                  </a:lnTo>
                  <a:lnTo>
                    <a:pt x="0" y="18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5" name="Freeform 2104"/>
            <p:cNvSpPr>
              <a:spLocks/>
            </p:cNvSpPr>
            <p:nvPr/>
          </p:nvSpPr>
          <p:spPr bwMode="auto">
            <a:xfrm>
              <a:off x="3092" y="2169"/>
              <a:ext cx="12" cy="18"/>
            </a:xfrm>
            <a:custGeom>
              <a:avLst/>
              <a:gdLst>
                <a:gd name="T0" fmla="*/ 6 w 12"/>
                <a:gd name="T1" fmla="*/ 2 h 18"/>
                <a:gd name="T2" fmla="*/ 0 w 12"/>
                <a:gd name="T3" fmla="*/ 2 h 18"/>
                <a:gd name="T4" fmla="*/ 0 w 12"/>
                <a:gd name="T5" fmla="*/ 0 h 18"/>
                <a:gd name="T6" fmla="*/ 12 w 12"/>
                <a:gd name="T7" fmla="*/ 0 h 18"/>
                <a:gd name="T8" fmla="*/ 12 w 12"/>
                <a:gd name="T9" fmla="*/ 2 h 18"/>
                <a:gd name="T10" fmla="*/ 7 w 12"/>
                <a:gd name="T11" fmla="*/ 2 h 18"/>
                <a:gd name="T12" fmla="*/ 7 w 12"/>
                <a:gd name="T13" fmla="*/ 18 h 18"/>
                <a:gd name="T14" fmla="*/ 6 w 12"/>
                <a:gd name="T15" fmla="*/ 18 h 18"/>
                <a:gd name="T16" fmla="*/ 6 w 12"/>
                <a:gd name="T1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8">
                  <a:moveTo>
                    <a:pt x="6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7" y="2"/>
                  </a:lnTo>
                  <a:lnTo>
                    <a:pt x="7" y="18"/>
                  </a:lnTo>
                  <a:lnTo>
                    <a:pt x="6" y="18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6" name="Freeform 2105"/>
            <p:cNvSpPr>
              <a:spLocks/>
            </p:cNvSpPr>
            <p:nvPr/>
          </p:nvSpPr>
          <p:spPr bwMode="auto">
            <a:xfrm>
              <a:off x="3125" y="2169"/>
              <a:ext cx="13" cy="18"/>
            </a:xfrm>
            <a:custGeom>
              <a:avLst/>
              <a:gdLst>
                <a:gd name="T0" fmla="*/ 13 w 13"/>
                <a:gd name="T1" fmla="*/ 17 h 18"/>
                <a:gd name="T2" fmla="*/ 13 w 13"/>
                <a:gd name="T3" fmla="*/ 17 h 18"/>
                <a:gd name="T4" fmla="*/ 10 w 13"/>
                <a:gd name="T5" fmla="*/ 18 h 18"/>
                <a:gd name="T6" fmla="*/ 10 w 13"/>
                <a:gd name="T7" fmla="*/ 18 h 18"/>
                <a:gd name="T8" fmla="*/ 8 w 13"/>
                <a:gd name="T9" fmla="*/ 18 h 18"/>
                <a:gd name="T10" fmla="*/ 8 w 13"/>
                <a:gd name="T11" fmla="*/ 18 h 18"/>
                <a:gd name="T12" fmla="*/ 4 w 13"/>
                <a:gd name="T13" fmla="*/ 17 h 18"/>
                <a:gd name="T14" fmla="*/ 4 w 13"/>
                <a:gd name="T15" fmla="*/ 17 h 18"/>
                <a:gd name="T16" fmla="*/ 1 w 13"/>
                <a:gd name="T17" fmla="*/ 15 h 18"/>
                <a:gd name="T18" fmla="*/ 1 w 13"/>
                <a:gd name="T19" fmla="*/ 15 h 18"/>
                <a:gd name="T20" fmla="*/ 0 w 13"/>
                <a:gd name="T21" fmla="*/ 13 h 18"/>
                <a:gd name="T22" fmla="*/ 0 w 13"/>
                <a:gd name="T23" fmla="*/ 13 h 18"/>
                <a:gd name="T24" fmla="*/ 0 w 13"/>
                <a:gd name="T25" fmla="*/ 9 h 18"/>
                <a:gd name="T26" fmla="*/ 0 w 13"/>
                <a:gd name="T27" fmla="*/ 9 h 18"/>
                <a:gd name="T28" fmla="*/ 0 w 13"/>
                <a:gd name="T29" fmla="*/ 6 h 18"/>
                <a:gd name="T30" fmla="*/ 0 w 13"/>
                <a:gd name="T31" fmla="*/ 6 h 18"/>
                <a:gd name="T32" fmla="*/ 1 w 13"/>
                <a:gd name="T33" fmla="*/ 2 h 18"/>
                <a:gd name="T34" fmla="*/ 1 w 13"/>
                <a:gd name="T35" fmla="*/ 2 h 18"/>
                <a:gd name="T36" fmla="*/ 4 w 13"/>
                <a:gd name="T37" fmla="*/ 0 h 18"/>
                <a:gd name="T38" fmla="*/ 4 w 13"/>
                <a:gd name="T39" fmla="*/ 0 h 18"/>
                <a:gd name="T40" fmla="*/ 8 w 13"/>
                <a:gd name="T41" fmla="*/ 0 h 18"/>
                <a:gd name="T42" fmla="*/ 8 w 13"/>
                <a:gd name="T43" fmla="*/ 0 h 18"/>
                <a:gd name="T44" fmla="*/ 10 w 13"/>
                <a:gd name="T45" fmla="*/ 0 h 18"/>
                <a:gd name="T46" fmla="*/ 13 w 13"/>
                <a:gd name="T47" fmla="*/ 2 h 18"/>
                <a:gd name="T48" fmla="*/ 12 w 13"/>
                <a:gd name="T49" fmla="*/ 3 h 18"/>
                <a:gd name="T50" fmla="*/ 12 w 13"/>
                <a:gd name="T51" fmla="*/ 3 h 18"/>
                <a:gd name="T52" fmla="*/ 10 w 13"/>
                <a:gd name="T53" fmla="*/ 2 h 18"/>
                <a:gd name="T54" fmla="*/ 9 w 13"/>
                <a:gd name="T55" fmla="*/ 2 h 18"/>
                <a:gd name="T56" fmla="*/ 8 w 13"/>
                <a:gd name="T57" fmla="*/ 2 h 18"/>
                <a:gd name="T58" fmla="*/ 8 w 13"/>
                <a:gd name="T59" fmla="*/ 2 h 18"/>
                <a:gd name="T60" fmla="*/ 5 w 13"/>
                <a:gd name="T61" fmla="*/ 2 h 18"/>
                <a:gd name="T62" fmla="*/ 5 w 13"/>
                <a:gd name="T63" fmla="*/ 2 h 18"/>
                <a:gd name="T64" fmla="*/ 2 w 13"/>
                <a:gd name="T65" fmla="*/ 3 h 18"/>
                <a:gd name="T66" fmla="*/ 2 w 13"/>
                <a:gd name="T67" fmla="*/ 3 h 18"/>
                <a:gd name="T68" fmla="*/ 1 w 13"/>
                <a:gd name="T69" fmla="*/ 6 h 18"/>
                <a:gd name="T70" fmla="*/ 1 w 13"/>
                <a:gd name="T71" fmla="*/ 6 h 18"/>
                <a:gd name="T72" fmla="*/ 1 w 13"/>
                <a:gd name="T73" fmla="*/ 9 h 18"/>
                <a:gd name="T74" fmla="*/ 1 w 13"/>
                <a:gd name="T75" fmla="*/ 9 h 18"/>
                <a:gd name="T76" fmla="*/ 1 w 13"/>
                <a:gd name="T77" fmla="*/ 11 h 18"/>
                <a:gd name="T78" fmla="*/ 1 w 13"/>
                <a:gd name="T79" fmla="*/ 11 h 18"/>
                <a:gd name="T80" fmla="*/ 2 w 13"/>
                <a:gd name="T81" fmla="*/ 14 h 18"/>
                <a:gd name="T82" fmla="*/ 2 w 13"/>
                <a:gd name="T83" fmla="*/ 14 h 18"/>
                <a:gd name="T84" fmla="*/ 5 w 13"/>
                <a:gd name="T85" fmla="*/ 15 h 18"/>
                <a:gd name="T86" fmla="*/ 5 w 13"/>
                <a:gd name="T87" fmla="*/ 15 h 18"/>
                <a:gd name="T88" fmla="*/ 8 w 13"/>
                <a:gd name="T89" fmla="*/ 17 h 18"/>
                <a:gd name="T90" fmla="*/ 8 w 13"/>
                <a:gd name="T91" fmla="*/ 17 h 18"/>
                <a:gd name="T92" fmla="*/ 10 w 13"/>
                <a:gd name="T93" fmla="*/ 17 h 18"/>
                <a:gd name="T94" fmla="*/ 10 w 13"/>
                <a:gd name="T95" fmla="*/ 17 h 18"/>
                <a:gd name="T96" fmla="*/ 12 w 13"/>
                <a:gd name="T97" fmla="*/ 15 h 18"/>
                <a:gd name="T98" fmla="*/ 12 w 13"/>
                <a:gd name="T99" fmla="*/ 10 h 18"/>
                <a:gd name="T100" fmla="*/ 8 w 13"/>
                <a:gd name="T101" fmla="*/ 10 h 18"/>
                <a:gd name="T102" fmla="*/ 8 w 13"/>
                <a:gd name="T103" fmla="*/ 9 h 18"/>
                <a:gd name="T104" fmla="*/ 13 w 13"/>
                <a:gd name="T105" fmla="*/ 9 h 18"/>
                <a:gd name="T106" fmla="*/ 13 w 13"/>
                <a:gd name="T107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" h="18">
                  <a:moveTo>
                    <a:pt x="13" y="17"/>
                  </a:moveTo>
                  <a:lnTo>
                    <a:pt x="13" y="17"/>
                  </a:lnTo>
                  <a:lnTo>
                    <a:pt x="10" y="18"/>
                  </a:lnTo>
                  <a:lnTo>
                    <a:pt x="10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2"/>
                  </a:lnTo>
                  <a:lnTo>
                    <a:pt x="1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3" y="2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8" y="17"/>
                  </a:lnTo>
                  <a:lnTo>
                    <a:pt x="8" y="17"/>
                  </a:lnTo>
                  <a:lnTo>
                    <a:pt x="10" y="17"/>
                  </a:lnTo>
                  <a:lnTo>
                    <a:pt x="10" y="17"/>
                  </a:lnTo>
                  <a:lnTo>
                    <a:pt x="12" y="15"/>
                  </a:lnTo>
                  <a:lnTo>
                    <a:pt x="12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13" y="9"/>
                  </a:lnTo>
                  <a:lnTo>
                    <a:pt x="13" y="1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7" name="Freeform 2106"/>
            <p:cNvSpPr>
              <a:spLocks noEditPoints="1"/>
            </p:cNvSpPr>
            <p:nvPr/>
          </p:nvSpPr>
          <p:spPr bwMode="auto">
            <a:xfrm>
              <a:off x="3152" y="2169"/>
              <a:ext cx="17" cy="18"/>
            </a:xfrm>
            <a:custGeom>
              <a:avLst/>
              <a:gdLst>
                <a:gd name="T0" fmla="*/ 0 w 17"/>
                <a:gd name="T1" fmla="*/ 9 h 18"/>
                <a:gd name="T2" fmla="*/ 1 w 17"/>
                <a:gd name="T3" fmla="*/ 6 h 18"/>
                <a:gd name="T4" fmla="*/ 2 w 17"/>
                <a:gd name="T5" fmla="*/ 2 h 18"/>
                <a:gd name="T6" fmla="*/ 5 w 17"/>
                <a:gd name="T7" fmla="*/ 0 h 18"/>
                <a:gd name="T8" fmla="*/ 8 w 17"/>
                <a:gd name="T9" fmla="*/ 0 h 18"/>
                <a:gd name="T10" fmla="*/ 12 w 17"/>
                <a:gd name="T11" fmla="*/ 0 h 18"/>
                <a:gd name="T12" fmla="*/ 14 w 17"/>
                <a:gd name="T13" fmla="*/ 2 h 18"/>
                <a:gd name="T14" fmla="*/ 16 w 17"/>
                <a:gd name="T15" fmla="*/ 6 h 18"/>
                <a:gd name="T16" fmla="*/ 17 w 17"/>
                <a:gd name="T17" fmla="*/ 9 h 18"/>
                <a:gd name="T18" fmla="*/ 16 w 17"/>
                <a:gd name="T19" fmla="*/ 13 h 18"/>
                <a:gd name="T20" fmla="*/ 14 w 17"/>
                <a:gd name="T21" fmla="*/ 15 h 18"/>
                <a:gd name="T22" fmla="*/ 12 w 17"/>
                <a:gd name="T23" fmla="*/ 17 h 18"/>
                <a:gd name="T24" fmla="*/ 8 w 17"/>
                <a:gd name="T25" fmla="*/ 18 h 18"/>
                <a:gd name="T26" fmla="*/ 5 w 17"/>
                <a:gd name="T27" fmla="*/ 17 h 18"/>
                <a:gd name="T28" fmla="*/ 2 w 17"/>
                <a:gd name="T29" fmla="*/ 15 h 18"/>
                <a:gd name="T30" fmla="*/ 1 w 17"/>
                <a:gd name="T31" fmla="*/ 13 h 18"/>
                <a:gd name="T32" fmla="*/ 0 w 17"/>
                <a:gd name="T33" fmla="*/ 9 h 18"/>
                <a:gd name="T34" fmla="*/ 1 w 17"/>
                <a:gd name="T35" fmla="*/ 9 h 18"/>
                <a:gd name="T36" fmla="*/ 2 w 17"/>
                <a:gd name="T37" fmla="*/ 11 h 18"/>
                <a:gd name="T38" fmla="*/ 4 w 17"/>
                <a:gd name="T39" fmla="*/ 14 h 18"/>
                <a:gd name="T40" fmla="*/ 5 w 17"/>
                <a:gd name="T41" fmla="*/ 15 h 18"/>
                <a:gd name="T42" fmla="*/ 8 w 17"/>
                <a:gd name="T43" fmla="*/ 17 h 18"/>
                <a:gd name="T44" fmla="*/ 12 w 17"/>
                <a:gd name="T45" fmla="*/ 15 h 18"/>
                <a:gd name="T46" fmla="*/ 13 w 17"/>
                <a:gd name="T47" fmla="*/ 14 h 18"/>
                <a:gd name="T48" fmla="*/ 14 w 17"/>
                <a:gd name="T49" fmla="*/ 11 h 18"/>
                <a:gd name="T50" fmla="*/ 14 w 17"/>
                <a:gd name="T51" fmla="*/ 9 h 18"/>
                <a:gd name="T52" fmla="*/ 14 w 17"/>
                <a:gd name="T53" fmla="*/ 6 h 18"/>
                <a:gd name="T54" fmla="*/ 13 w 17"/>
                <a:gd name="T55" fmla="*/ 3 h 18"/>
                <a:gd name="T56" fmla="*/ 12 w 17"/>
                <a:gd name="T57" fmla="*/ 2 h 18"/>
                <a:gd name="T58" fmla="*/ 8 w 17"/>
                <a:gd name="T59" fmla="*/ 2 h 18"/>
                <a:gd name="T60" fmla="*/ 5 w 17"/>
                <a:gd name="T61" fmla="*/ 2 h 18"/>
                <a:gd name="T62" fmla="*/ 4 w 17"/>
                <a:gd name="T63" fmla="*/ 3 h 18"/>
                <a:gd name="T64" fmla="*/ 2 w 17"/>
                <a:gd name="T65" fmla="*/ 6 h 18"/>
                <a:gd name="T66" fmla="*/ 1 w 17"/>
                <a:gd name="T67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" h="18">
                  <a:moveTo>
                    <a:pt x="0" y="9"/>
                  </a:moveTo>
                  <a:lnTo>
                    <a:pt x="0" y="9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4" y="15"/>
                  </a:lnTo>
                  <a:lnTo>
                    <a:pt x="14" y="15"/>
                  </a:lnTo>
                  <a:lnTo>
                    <a:pt x="12" y="17"/>
                  </a:lnTo>
                  <a:lnTo>
                    <a:pt x="12" y="17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0" y="9"/>
                  </a:lnTo>
                  <a:lnTo>
                    <a:pt x="0" y="9"/>
                  </a:lnTo>
                  <a:close/>
                  <a:moveTo>
                    <a:pt x="1" y="9"/>
                  </a:moveTo>
                  <a:lnTo>
                    <a:pt x="1" y="9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8" y="17"/>
                  </a:lnTo>
                  <a:lnTo>
                    <a:pt x="8" y="17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3"/>
                  </a:lnTo>
                  <a:lnTo>
                    <a:pt x="4" y="3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8" name="Freeform 2107"/>
            <p:cNvSpPr>
              <a:spLocks/>
            </p:cNvSpPr>
            <p:nvPr/>
          </p:nvSpPr>
          <p:spPr bwMode="auto">
            <a:xfrm>
              <a:off x="3183" y="2169"/>
              <a:ext cx="9" cy="18"/>
            </a:xfrm>
            <a:custGeom>
              <a:avLst/>
              <a:gdLst>
                <a:gd name="T0" fmla="*/ 0 w 9"/>
                <a:gd name="T1" fmla="*/ 0 h 18"/>
                <a:gd name="T2" fmla="*/ 9 w 9"/>
                <a:gd name="T3" fmla="*/ 0 h 18"/>
                <a:gd name="T4" fmla="*/ 9 w 9"/>
                <a:gd name="T5" fmla="*/ 2 h 18"/>
                <a:gd name="T6" fmla="*/ 1 w 9"/>
                <a:gd name="T7" fmla="*/ 2 h 18"/>
                <a:gd name="T8" fmla="*/ 1 w 9"/>
                <a:gd name="T9" fmla="*/ 7 h 18"/>
                <a:gd name="T10" fmla="*/ 9 w 9"/>
                <a:gd name="T11" fmla="*/ 7 h 18"/>
                <a:gd name="T12" fmla="*/ 9 w 9"/>
                <a:gd name="T13" fmla="*/ 10 h 18"/>
                <a:gd name="T14" fmla="*/ 1 w 9"/>
                <a:gd name="T15" fmla="*/ 10 h 18"/>
                <a:gd name="T16" fmla="*/ 1 w 9"/>
                <a:gd name="T17" fmla="*/ 17 h 18"/>
                <a:gd name="T18" fmla="*/ 9 w 9"/>
                <a:gd name="T19" fmla="*/ 17 h 18"/>
                <a:gd name="T20" fmla="*/ 9 w 9"/>
                <a:gd name="T21" fmla="*/ 18 h 18"/>
                <a:gd name="T22" fmla="*/ 0 w 9"/>
                <a:gd name="T23" fmla="*/ 18 h 18"/>
                <a:gd name="T24" fmla="*/ 0 w 9"/>
                <a:gd name="T2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9" y="0"/>
                  </a:lnTo>
                  <a:lnTo>
                    <a:pt x="9" y="2"/>
                  </a:lnTo>
                  <a:lnTo>
                    <a:pt x="1" y="2"/>
                  </a:lnTo>
                  <a:lnTo>
                    <a:pt x="1" y="7"/>
                  </a:lnTo>
                  <a:lnTo>
                    <a:pt x="9" y="7"/>
                  </a:lnTo>
                  <a:lnTo>
                    <a:pt x="9" y="10"/>
                  </a:lnTo>
                  <a:lnTo>
                    <a:pt x="1" y="10"/>
                  </a:lnTo>
                  <a:lnTo>
                    <a:pt x="1" y="17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9" name="Freeform 2108"/>
            <p:cNvSpPr>
              <a:spLocks/>
            </p:cNvSpPr>
            <p:nvPr/>
          </p:nvSpPr>
          <p:spPr bwMode="auto">
            <a:xfrm>
              <a:off x="3206" y="2169"/>
              <a:ext cx="9" cy="18"/>
            </a:xfrm>
            <a:custGeom>
              <a:avLst/>
              <a:gdLst>
                <a:gd name="T0" fmla="*/ 1 w 9"/>
                <a:gd name="T1" fmla="*/ 14 h 18"/>
                <a:gd name="T2" fmla="*/ 2 w 9"/>
                <a:gd name="T3" fmla="*/ 15 h 18"/>
                <a:gd name="T4" fmla="*/ 4 w 9"/>
                <a:gd name="T5" fmla="*/ 17 h 18"/>
                <a:gd name="T6" fmla="*/ 6 w 9"/>
                <a:gd name="T7" fmla="*/ 15 h 18"/>
                <a:gd name="T8" fmla="*/ 8 w 9"/>
                <a:gd name="T9" fmla="*/ 14 h 18"/>
                <a:gd name="T10" fmla="*/ 8 w 9"/>
                <a:gd name="T11" fmla="*/ 13 h 18"/>
                <a:gd name="T12" fmla="*/ 6 w 9"/>
                <a:gd name="T13" fmla="*/ 11 h 18"/>
                <a:gd name="T14" fmla="*/ 5 w 9"/>
                <a:gd name="T15" fmla="*/ 10 h 18"/>
                <a:gd name="T16" fmla="*/ 4 w 9"/>
                <a:gd name="T17" fmla="*/ 10 h 18"/>
                <a:gd name="T18" fmla="*/ 2 w 9"/>
                <a:gd name="T19" fmla="*/ 9 h 18"/>
                <a:gd name="T20" fmla="*/ 1 w 9"/>
                <a:gd name="T21" fmla="*/ 9 h 18"/>
                <a:gd name="T22" fmla="*/ 0 w 9"/>
                <a:gd name="T23" fmla="*/ 7 h 18"/>
                <a:gd name="T24" fmla="*/ 0 w 9"/>
                <a:gd name="T25" fmla="*/ 5 h 18"/>
                <a:gd name="T26" fmla="*/ 0 w 9"/>
                <a:gd name="T27" fmla="*/ 3 h 18"/>
                <a:gd name="T28" fmla="*/ 1 w 9"/>
                <a:gd name="T29" fmla="*/ 0 h 18"/>
                <a:gd name="T30" fmla="*/ 2 w 9"/>
                <a:gd name="T31" fmla="*/ 0 h 18"/>
                <a:gd name="T32" fmla="*/ 5 w 9"/>
                <a:gd name="T33" fmla="*/ 0 h 18"/>
                <a:gd name="T34" fmla="*/ 6 w 9"/>
                <a:gd name="T35" fmla="*/ 0 h 18"/>
                <a:gd name="T36" fmla="*/ 8 w 9"/>
                <a:gd name="T37" fmla="*/ 3 h 18"/>
                <a:gd name="T38" fmla="*/ 6 w 9"/>
                <a:gd name="T39" fmla="*/ 2 h 18"/>
                <a:gd name="T40" fmla="*/ 5 w 9"/>
                <a:gd name="T41" fmla="*/ 2 h 18"/>
                <a:gd name="T42" fmla="*/ 2 w 9"/>
                <a:gd name="T43" fmla="*/ 2 h 18"/>
                <a:gd name="T44" fmla="*/ 1 w 9"/>
                <a:gd name="T45" fmla="*/ 3 h 18"/>
                <a:gd name="T46" fmla="*/ 1 w 9"/>
                <a:gd name="T47" fmla="*/ 5 h 18"/>
                <a:gd name="T48" fmla="*/ 1 w 9"/>
                <a:gd name="T49" fmla="*/ 6 h 18"/>
                <a:gd name="T50" fmla="*/ 2 w 9"/>
                <a:gd name="T51" fmla="*/ 7 h 18"/>
                <a:gd name="T52" fmla="*/ 5 w 9"/>
                <a:gd name="T53" fmla="*/ 9 h 18"/>
                <a:gd name="T54" fmla="*/ 6 w 9"/>
                <a:gd name="T55" fmla="*/ 9 h 18"/>
                <a:gd name="T56" fmla="*/ 9 w 9"/>
                <a:gd name="T57" fmla="*/ 10 h 18"/>
                <a:gd name="T58" fmla="*/ 9 w 9"/>
                <a:gd name="T59" fmla="*/ 13 h 18"/>
                <a:gd name="T60" fmla="*/ 9 w 9"/>
                <a:gd name="T61" fmla="*/ 15 h 18"/>
                <a:gd name="T62" fmla="*/ 8 w 9"/>
                <a:gd name="T63" fmla="*/ 17 h 18"/>
                <a:gd name="T64" fmla="*/ 6 w 9"/>
                <a:gd name="T65" fmla="*/ 18 h 18"/>
                <a:gd name="T66" fmla="*/ 4 w 9"/>
                <a:gd name="T67" fmla="*/ 18 h 18"/>
                <a:gd name="T68" fmla="*/ 1 w 9"/>
                <a:gd name="T69" fmla="*/ 17 h 18"/>
                <a:gd name="T70" fmla="*/ 1 w 9"/>
                <a:gd name="T71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" h="18">
                  <a:moveTo>
                    <a:pt x="1" y="14"/>
                  </a:moveTo>
                  <a:lnTo>
                    <a:pt x="1" y="14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6" y="15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9"/>
                  </a:lnTo>
                  <a:lnTo>
                    <a:pt x="5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8" y="17"/>
                  </a:lnTo>
                  <a:lnTo>
                    <a:pt x="8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1" y="17"/>
                  </a:lnTo>
                  <a:lnTo>
                    <a:pt x="1" y="17"/>
                  </a:lnTo>
                  <a:lnTo>
                    <a:pt x="0" y="15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0" name="Freeform 2109"/>
            <p:cNvSpPr>
              <a:spLocks/>
            </p:cNvSpPr>
            <p:nvPr/>
          </p:nvSpPr>
          <p:spPr bwMode="auto">
            <a:xfrm>
              <a:off x="3237" y="2169"/>
              <a:ext cx="12" cy="18"/>
            </a:xfrm>
            <a:custGeom>
              <a:avLst/>
              <a:gdLst>
                <a:gd name="T0" fmla="*/ 0 w 12"/>
                <a:gd name="T1" fmla="*/ 0 h 18"/>
                <a:gd name="T2" fmla="*/ 1 w 12"/>
                <a:gd name="T3" fmla="*/ 0 h 18"/>
                <a:gd name="T4" fmla="*/ 1 w 12"/>
                <a:gd name="T5" fmla="*/ 7 h 18"/>
                <a:gd name="T6" fmla="*/ 10 w 12"/>
                <a:gd name="T7" fmla="*/ 7 h 18"/>
                <a:gd name="T8" fmla="*/ 10 w 12"/>
                <a:gd name="T9" fmla="*/ 0 h 18"/>
                <a:gd name="T10" fmla="*/ 12 w 12"/>
                <a:gd name="T11" fmla="*/ 0 h 18"/>
                <a:gd name="T12" fmla="*/ 12 w 12"/>
                <a:gd name="T13" fmla="*/ 18 h 18"/>
                <a:gd name="T14" fmla="*/ 10 w 12"/>
                <a:gd name="T15" fmla="*/ 18 h 18"/>
                <a:gd name="T16" fmla="*/ 10 w 12"/>
                <a:gd name="T17" fmla="*/ 10 h 18"/>
                <a:gd name="T18" fmla="*/ 1 w 12"/>
                <a:gd name="T19" fmla="*/ 10 h 18"/>
                <a:gd name="T20" fmla="*/ 1 w 12"/>
                <a:gd name="T21" fmla="*/ 18 h 18"/>
                <a:gd name="T22" fmla="*/ 0 w 12"/>
                <a:gd name="T23" fmla="*/ 18 h 18"/>
                <a:gd name="T24" fmla="*/ 0 w 12"/>
                <a:gd name="T2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8">
                  <a:moveTo>
                    <a:pt x="0" y="0"/>
                  </a:moveTo>
                  <a:lnTo>
                    <a:pt x="1" y="0"/>
                  </a:lnTo>
                  <a:lnTo>
                    <a:pt x="1" y="7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18"/>
                  </a:lnTo>
                  <a:lnTo>
                    <a:pt x="10" y="18"/>
                  </a:lnTo>
                  <a:lnTo>
                    <a:pt x="10" y="10"/>
                  </a:lnTo>
                  <a:lnTo>
                    <a:pt x="1" y="10"/>
                  </a:lnTo>
                  <a:lnTo>
                    <a:pt x="1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1" name="Freeform 2110"/>
            <p:cNvSpPr>
              <a:spLocks/>
            </p:cNvSpPr>
            <p:nvPr/>
          </p:nvSpPr>
          <p:spPr bwMode="auto">
            <a:xfrm>
              <a:off x="3264" y="2169"/>
              <a:ext cx="9" cy="18"/>
            </a:xfrm>
            <a:custGeom>
              <a:avLst/>
              <a:gdLst>
                <a:gd name="T0" fmla="*/ 0 w 9"/>
                <a:gd name="T1" fmla="*/ 0 h 18"/>
                <a:gd name="T2" fmla="*/ 9 w 9"/>
                <a:gd name="T3" fmla="*/ 0 h 18"/>
                <a:gd name="T4" fmla="*/ 9 w 9"/>
                <a:gd name="T5" fmla="*/ 2 h 18"/>
                <a:gd name="T6" fmla="*/ 1 w 9"/>
                <a:gd name="T7" fmla="*/ 2 h 18"/>
                <a:gd name="T8" fmla="*/ 1 w 9"/>
                <a:gd name="T9" fmla="*/ 7 h 18"/>
                <a:gd name="T10" fmla="*/ 9 w 9"/>
                <a:gd name="T11" fmla="*/ 7 h 18"/>
                <a:gd name="T12" fmla="*/ 9 w 9"/>
                <a:gd name="T13" fmla="*/ 10 h 18"/>
                <a:gd name="T14" fmla="*/ 1 w 9"/>
                <a:gd name="T15" fmla="*/ 10 h 18"/>
                <a:gd name="T16" fmla="*/ 1 w 9"/>
                <a:gd name="T17" fmla="*/ 17 h 18"/>
                <a:gd name="T18" fmla="*/ 9 w 9"/>
                <a:gd name="T19" fmla="*/ 17 h 18"/>
                <a:gd name="T20" fmla="*/ 9 w 9"/>
                <a:gd name="T21" fmla="*/ 18 h 18"/>
                <a:gd name="T22" fmla="*/ 0 w 9"/>
                <a:gd name="T23" fmla="*/ 18 h 18"/>
                <a:gd name="T24" fmla="*/ 0 w 9"/>
                <a:gd name="T2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9" y="0"/>
                  </a:lnTo>
                  <a:lnTo>
                    <a:pt x="9" y="2"/>
                  </a:lnTo>
                  <a:lnTo>
                    <a:pt x="1" y="2"/>
                  </a:lnTo>
                  <a:lnTo>
                    <a:pt x="1" y="7"/>
                  </a:lnTo>
                  <a:lnTo>
                    <a:pt x="9" y="7"/>
                  </a:lnTo>
                  <a:lnTo>
                    <a:pt x="9" y="10"/>
                  </a:lnTo>
                  <a:lnTo>
                    <a:pt x="1" y="10"/>
                  </a:lnTo>
                  <a:lnTo>
                    <a:pt x="1" y="17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2" name="Freeform 2111"/>
            <p:cNvSpPr>
              <a:spLocks noEditPoints="1"/>
            </p:cNvSpPr>
            <p:nvPr/>
          </p:nvSpPr>
          <p:spPr bwMode="auto">
            <a:xfrm>
              <a:off x="3287" y="2169"/>
              <a:ext cx="10" cy="18"/>
            </a:xfrm>
            <a:custGeom>
              <a:avLst/>
              <a:gdLst>
                <a:gd name="T0" fmla="*/ 0 w 10"/>
                <a:gd name="T1" fmla="*/ 0 h 18"/>
                <a:gd name="T2" fmla="*/ 4 w 10"/>
                <a:gd name="T3" fmla="*/ 0 h 18"/>
                <a:gd name="T4" fmla="*/ 5 w 10"/>
                <a:gd name="T5" fmla="*/ 0 h 18"/>
                <a:gd name="T6" fmla="*/ 6 w 10"/>
                <a:gd name="T7" fmla="*/ 0 h 18"/>
                <a:gd name="T8" fmla="*/ 8 w 10"/>
                <a:gd name="T9" fmla="*/ 0 h 18"/>
                <a:gd name="T10" fmla="*/ 9 w 10"/>
                <a:gd name="T11" fmla="*/ 2 h 18"/>
                <a:gd name="T12" fmla="*/ 9 w 10"/>
                <a:gd name="T13" fmla="*/ 2 h 18"/>
                <a:gd name="T14" fmla="*/ 9 w 10"/>
                <a:gd name="T15" fmla="*/ 3 h 18"/>
                <a:gd name="T16" fmla="*/ 9 w 10"/>
                <a:gd name="T17" fmla="*/ 3 h 18"/>
                <a:gd name="T18" fmla="*/ 10 w 10"/>
                <a:gd name="T19" fmla="*/ 5 h 18"/>
                <a:gd name="T20" fmla="*/ 10 w 10"/>
                <a:gd name="T21" fmla="*/ 5 h 18"/>
                <a:gd name="T22" fmla="*/ 9 w 10"/>
                <a:gd name="T23" fmla="*/ 7 h 18"/>
                <a:gd name="T24" fmla="*/ 9 w 10"/>
                <a:gd name="T25" fmla="*/ 7 h 18"/>
                <a:gd name="T26" fmla="*/ 9 w 10"/>
                <a:gd name="T27" fmla="*/ 9 h 18"/>
                <a:gd name="T28" fmla="*/ 8 w 10"/>
                <a:gd name="T29" fmla="*/ 9 h 18"/>
                <a:gd name="T30" fmla="*/ 6 w 10"/>
                <a:gd name="T31" fmla="*/ 9 h 18"/>
                <a:gd name="T32" fmla="*/ 10 w 10"/>
                <a:gd name="T33" fmla="*/ 18 h 18"/>
                <a:gd name="T34" fmla="*/ 9 w 10"/>
                <a:gd name="T35" fmla="*/ 18 h 18"/>
                <a:gd name="T36" fmla="*/ 5 w 10"/>
                <a:gd name="T37" fmla="*/ 10 h 18"/>
                <a:gd name="T38" fmla="*/ 1 w 10"/>
                <a:gd name="T39" fmla="*/ 10 h 18"/>
                <a:gd name="T40" fmla="*/ 1 w 10"/>
                <a:gd name="T41" fmla="*/ 18 h 18"/>
                <a:gd name="T42" fmla="*/ 0 w 10"/>
                <a:gd name="T43" fmla="*/ 18 h 18"/>
                <a:gd name="T44" fmla="*/ 0 w 10"/>
                <a:gd name="T45" fmla="*/ 0 h 18"/>
                <a:gd name="T46" fmla="*/ 1 w 10"/>
                <a:gd name="T47" fmla="*/ 7 h 18"/>
                <a:gd name="T48" fmla="*/ 5 w 10"/>
                <a:gd name="T49" fmla="*/ 7 h 18"/>
                <a:gd name="T50" fmla="*/ 5 w 10"/>
                <a:gd name="T51" fmla="*/ 7 h 18"/>
                <a:gd name="T52" fmla="*/ 6 w 10"/>
                <a:gd name="T53" fmla="*/ 7 h 18"/>
                <a:gd name="T54" fmla="*/ 8 w 10"/>
                <a:gd name="T55" fmla="*/ 7 h 18"/>
                <a:gd name="T56" fmla="*/ 8 w 10"/>
                <a:gd name="T57" fmla="*/ 6 h 18"/>
                <a:gd name="T58" fmla="*/ 9 w 10"/>
                <a:gd name="T59" fmla="*/ 5 h 18"/>
                <a:gd name="T60" fmla="*/ 8 w 10"/>
                <a:gd name="T61" fmla="*/ 3 h 18"/>
                <a:gd name="T62" fmla="*/ 8 w 10"/>
                <a:gd name="T63" fmla="*/ 3 h 18"/>
                <a:gd name="T64" fmla="*/ 6 w 10"/>
                <a:gd name="T65" fmla="*/ 2 h 18"/>
                <a:gd name="T66" fmla="*/ 6 w 10"/>
                <a:gd name="T67" fmla="*/ 2 h 18"/>
                <a:gd name="T68" fmla="*/ 5 w 10"/>
                <a:gd name="T69" fmla="*/ 2 h 18"/>
                <a:gd name="T70" fmla="*/ 1 w 10"/>
                <a:gd name="T71" fmla="*/ 2 h 18"/>
                <a:gd name="T72" fmla="*/ 1 w 10"/>
                <a:gd name="T7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" h="18">
                  <a:moveTo>
                    <a:pt x="0" y="0"/>
                  </a:move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3"/>
                  </a:lnTo>
                  <a:lnTo>
                    <a:pt x="9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10" y="18"/>
                  </a:lnTo>
                  <a:lnTo>
                    <a:pt x="9" y="18"/>
                  </a:lnTo>
                  <a:lnTo>
                    <a:pt x="5" y="10"/>
                  </a:lnTo>
                  <a:lnTo>
                    <a:pt x="1" y="10"/>
                  </a:lnTo>
                  <a:lnTo>
                    <a:pt x="1" y="18"/>
                  </a:ln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1" y="7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6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5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1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3" name="Freeform 2112"/>
            <p:cNvSpPr>
              <a:spLocks/>
            </p:cNvSpPr>
            <p:nvPr/>
          </p:nvSpPr>
          <p:spPr bwMode="auto">
            <a:xfrm>
              <a:off x="3311" y="2169"/>
              <a:ext cx="9" cy="18"/>
            </a:xfrm>
            <a:custGeom>
              <a:avLst/>
              <a:gdLst>
                <a:gd name="T0" fmla="*/ 0 w 9"/>
                <a:gd name="T1" fmla="*/ 0 h 18"/>
                <a:gd name="T2" fmla="*/ 9 w 9"/>
                <a:gd name="T3" fmla="*/ 0 h 18"/>
                <a:gd name="T4" fmla="*/ 9 w 9"/>
                <a:gd name="T5" fmla="*/ 2 h 18"/>
                <a:gd name="T6" fmla="*/ 1 w 9"/>
                <a:gd name="T7" fmla="*/ 2 h 18"/>
                <a:gd name="T8" fmla="*/ 1 w 9"/>
                <a:gd name="T9" fmla="*/ 7 h 18"/>
                <a:gd name="T10" fmla="*/ 9 w 9"/>
                <a:gd name="T11" fmla="*/ 7 h 18"/>
                <a:gd name="T12" fmla="*/ 9 w 9"/>
                <a:gd name="T13" fmla="*/ 10 h 18"/>
                <a:gd name="T14" fmla="*/ 1 w 9"/>
                <a:gd name="T15" fmla="*/ 10 h 18"/>
                <a:gd name="T16" fmla="*/ 1 w 9"/>
                <a:gd name="T17" fmla="*/ 17 h 18"/>
                <a:gd name="T18" fmla="*/ 9 w 9"/>
                <a:gd name="T19" fmla="*/ 17 h 18"/>
                <a:gd name="T20" fmla="*/ 9 w 9"/>
                <a:gd name="T21" fmla="*/ 18 h 18"/>
                <a:gd name="T22" fmla="*/ 0 w 9"/>
                <a:gd name="T23" fmla="*/ 18 h 18"/>
                <a:gd name="T24" fmla="*/ 0 w 9"/>
                <a:gd name="T2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9" y="0"/>
                  </a:lnTo>
                  <a:lnTo>
                    <a:pt x="9" y="2"/>
                  </a:lnTo>
                  <a:lnTo>
                    <a:pt x="1" y="2"/>
                  </a:lnTo>
                  <a:lnTo>
                    <a:pt x="1" y="7"/>
                  </a:lnTo>
                  <a:lnTo>
                    <a:pt x="9" y="7"/>
                  </a:lnTo>
                  <a:lnTo>
                    <a:pt x="9" y="10"/>
                  </a:lnTo>
                  <a:lnTo>
                    <a:pt x="1" y="10"/>
                  </a:lnTo>
                  <a:lnTo>
                    <a:pt x="1" y="17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4" name="Freeform 2113"/>
            <p:cNvSpPr>
              <a:spLocks/>
            </p:cNvSpPr>
            <p:nvPr/>
          </p:nvSpPr>
          <p:spPr bwMode="auto">
            <a:xfrm>
              <a:off x="2934" y="2103"/>
              <a:ext cx="22" cy="46"/>
            </a:xfrm>
            <a:custGeom>
              <a:avLst/>
              <a:gdLst>
                <a:gd name="T0" fmla="*/ 0 w 22"/>
                <a:gd name="T1" fmla="*/ 0 h 46"/>
                <a:gd name="T2" fmla="*/ 7 w 22"/>
                <a:gd name="T3" fmla="*/ 0 h 46"/>
                <a:gd name="T4" fmla="*/ 7 w 22"/>
                <a:gd name="T5" fmla="*/ 39 h 46"/>
                <a:gd name="T6" fmla="*/ 22 w 22"/>
                <a:gd name="T7" fmla="*/ 39 h 46"/>
                <a:gd name="T8" fmla="*/ 22 w 22"/>
                <a:gd name="T9" fmla="*/ 46 h 46"/>
                <a:gd name="T10" fmla="*/ 0 w 22"/>
                <a:gd name="T11" fmla="*/ 46 h 46"/>
                <a:gd name="T12" fmla="*/ 0 w 22"/>
                <a:gd name="T1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46">
                  <a:moveTo>
                    <a:pt x="0" y="0"/>
                  </a:moveTo>
                  <a:lnTo>
                    <a:pt x="7" y="0"/>
                  </a:lnTo>
                  <a:lnTo>
                    <a:pt x="7" y="39"/>
                  </a:lnTo>
                  <a:lnTo>
                    <a:pt x="22" y="39"/>
                  </a:lnTo>
                  <a:lnTo>
                    <a:pt x="22" y="46"/>
                  </a:lnTo>
                  <a:lnTo>
                    <a:pt x="0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5" name="Freeform 2114"/>
            <p:cNvSpPr>
              <a:spLocks noEditPoints="1"/>
            </p:cNvSpPr>
            <p:nvPr/>
          </p:nvSpPr>
          <p:spPr bwMode="auto">
            <a:xfrm>
              <a:off x="2963" y="2102"/>
              <a:ext cx="37" cy="49"/>
            </a:xfrm>
            <a:custGeom>
              <a:avLst/>
              <a:gdLst>
                <a:gd name="T0" fmla="*/ 0 w 37"/>
                <a:gd name="T1" fmla="*/ 24 h 49"/>
                <a:gd name="T2" fmla="*/ 1 w 37"/>
                <a:gd name="T3" fmla="*/ 13 h 49"/>
                <a:gd name="T4" fmla="*/ 5 w 37"/>
                <a:gd name="T5" fmla="*/ 7 h 49"/>
                <a:gd name="T6" fmla="*/ 10 w 37"/>
                <a:gd name="T7" fmla="*/ 1 h 49"/>
                <a:gd name="T8" fmla="*/ 14 w 37"/>
                <a:gd name="T9" fmla="*/ 0 h 49"/>
                <a:gd name="T10" fmla="*/ 18 w 37"/>
                <a:gd name="T11" fmla="*/ 0 h 49"/>
                <a:gd name="T12" fmla="*/ 27 w 37"/>
                <a:gd name="T13" fmla="*/ 1 h 49"/>
                <a:gd name="T14" fmla="*/ 29 w 37"/>
                <a:gd name="T15" fmla="*/ 3 h 49"/>
                <a:gd name="T16" fmla="*/ 32 w 37"/>
                <a:gd name="T17" fmla="*/ 5 h 49"/>
                <a:gd name="T18" fmla="*/ 36 w 37"/>
                <a:gd name="T19" fmla="*/ 13 h 49"/>
                <a:gd name="T20" fmla="*/ 37 w 37"/>
                <a:gd name="T21" fmla="*/ 24 h 49"/>
                <a:gd name="T22" fmla="*/ 36 w 37"/>
                <a:gd name="T23" fmla="*/ 34 h 49"/>
                <a:gd name="T24" fmla="*/ 32 w 37"/>
                <a:gd name="T25" fmla="*/ 42 h 49"/>
                <a:gd name="T26" fmla="*/ 27 w 37"/>
                <a:gd name="T27" fmla="*/ 47 h 49"/>
                <a:gd name="T28" fmla="*/ 22 w 37"/>
                <a:gd name="T29" fmla="*/ 49 h 49"/>
                <a:gd name="T30" fmla="*/ 18 w 37"/>
                <a:gd name="T31" fmla="*/ 49 h 49"/>
                <a:gd name="T32" fmla="*/ 10 w 37"/>
                <a:gd name="T33" fmla="*/ 47 h 49"/>
                <a:gd name="T34" fmla="*/ 8 w 37"/>
                <a:gd name="T35" fmla="*/ 45 h 49"/>
                <a:gd name="T36" fmla="*/ 5 w 37"/>
                <a:gd name="T37" fmla="*/ 42 h 49"/>
                <a:gd name="T38" fmla="*/ 1 w 37"/>
                <a:gd name="T39" fmla="*/ 34 h 49"/>
                <a:gd name="T40" fmla="*/ 0 w 37"/>
                <a:gd name="T41" fmla="*/ 24 h 49"/>
                <a:gd name="T42" fmla="*/ 6 w 37"/>
                <a:gd name="T43" fmla="*/ 24 h 49"/>
                <a:gd name="T44" fmla="*/ 8 w 37"/>
                <a:gd name="T45" fmla="*/ 31 h 49"/>
                <a:gd name="T46" fmla="*/ 10 w 37"/>
                <a:gd name="T47" fmla="*/ 36 h 49"/>
                <a:gd name="T48" fmla="*/ 13 w 37"/>
                <a:gd name="T49" fmla="*/ 39 h 49"/>
                <a:gd name="T50" fmla="*/ 18 w 37"/>
                <a:gd name="T51" fmla="*/ 40 h 49"/>
                <a:gd name="T52" fmla="*/ 24 w 37"/>
                <a:gd name="T53" fmla="*/ 39 h 49"/>
                <a:gd name="T54" fmla="*/ 28 w 37"/>
                <a:gd name="T55" fmla="*/ 36 h 49"/>
                <a:gd name="T56" fmla="*/ 29 w 37"/>
                <a:gd name="T57" fmla="*/ 31 h 49"/>
                <a:gd name="T58" fmla="*/ 31 w 37"/>
                <a:gd name="T59" fmla="*/ 24 h 49"/>
                <a:gd name="T60" fmla="*/ 29 w 37"/>
                <a:gd name="T61" fmla="*/ 18 h 49"/>
                <a:gd name="T62" fmla="*/ 28 w 37"/>
                <a:gd name="T63" fmla="*/ 12 h 49"/>
                <a:gd name="T64" fmla="*/ 24 w 37"/>
                <a:gd name="T65" fmla="*/ 8 h 49"/>
                <a:gd name="T66" fmla="*/ 18 w 37"/>
                <a:gd name="T67" fmla="*/ 7 h 49"/>
                <a:gd name="T68" fmla="*/ 13 w 37"/>
                <a:gd name="T69" fmla="*/ 8 h 49"/>
                <a:gd name="T70" fmla="*/ 10 w 37"/>
                <a:gd name="T71" fmla="*/ 12 h 49"/>
                <a:gd name="T72" fmla="*/ 8 w 37"/>
                <a:gd name="T73" fmla="*/ 18 h 49"/>
                <a:gd name="T74" fmla="*/ 6 w 37"/>
                <a:gd name="T75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7" h="49">
                  <a:moveTo>
                    <a:pt x="0" y="24"/>
                  </a:moveTo>
                  <a:lnTo>
                    <a:pt x="0" y="24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5" y="7"/>
                  </a:lnTo>
                  <a:lnTo>
                    <a:pt x="5" y="7"/>
                  </a:lnTo>
                  <a:lnTo>
                    <a:pt x="8" y="3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27" y="1"/>
                  </a:lnTo>
                  <a:lnTo>
                    <a:pt x="29" y="3"/>
                  </a:lnTo>
                  <a:lnTo>
                    <a:pt x="32" y="5"/>
                  </a:lnTo>
                  <a:lnTo>
                    <a:pt x="32" y="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7" y="24"/>
                  </a:lnTo>
                  <a:lnTo>
                    <a:pt x="37" y="24"/>
                  </a:lnTo>
                  <a:lnTo>
                    <a:pt x="36" y="34"/>
                  </a:lnTo>
                  <a:lnTo>
                    <a:pt x="36" y="34"/>
                  </a:lnTo>
                  <a:lnTo>
                    <a:pt x="32" y="42"/>
                  </a:lnTo>
                  <a:lnTo>
                    <a:pt x="32" y="42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2" y="49"/>
                  </a:lnTo>
                  <a:lnTo>
                    <a:pt x="18" y="49"/>
                  </a:lnTo>
                  <a:lnTo>
                    <a:pt x="18" y="49"/>
                  </a:lnTo>
                  <a:lnTo>
                    <a:pt x="14" y="49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8" y="45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0" y="24"/>
                  </a:lnTo>
                  <a:lnTo>
                    <a:pt x="0" y="24"/>
                  </a:lnTo>
                  <a:close/>
                  <a:moveTo>
                    <a:pt x="6" y="24"/>
                  </a:moveTo>
                  <a:lnTo>
                    <a:pt x="6" y="24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9"/>
                  </a:lnTo>
                  <a:lnTo>
                    <a:pt x="13" y="39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24" y="39"/>
                  </a:lnTo>
                  <a:lnTo>
                    <a:pt x="24" y="39"/>
                  </a:lnTo>
                  <a:lnTo>
                    <a:pt x="28" y="36"/>
                  </a:lnTo>
                  <a:lnTo>
                    <a:pt x="28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6" y="24"/>
                  </a:lnTo>
                  <a:lnTo>
                    <a:pt x="6" y="24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6" name="Freeform 2115"/>
            <p:cNvSpPr>
              <a:spLocks noEditPoints="1"/>
            </p:cNvSpPr>
            <p:nvPr/>
          </p:nvSpPr>
          <p:spPr bwMode="auto">
            <a:xfrm>
              <a:off x="3011" y="2103"/>
              <a:ext cx="27" cy="46"/>
            </a:xfrm>
            <a:custGeom>
              <a:avLst/>
              <a:gdLst>
                <a:gd name="T0" fmla="*/ 0 w 27"/>
                <a:gd name="T1" fmla="*/ 0 h 46"/>
                <a:gd name="T2" fmla="*/ 12 w 27"/>
                <a:gd name="T3" fmla="*/ 0 h 46"/>
                <a:gd name="T4" fmla="*/ 12 w 27"/>
                <a:gd name="T5" fmla="*/ 0 h 46"/>
                <a:gd name="T6" fmla="*/ 18 w 27"/>
                <a:gd name="T7" fmla="*/ 0 h 46"/>
                <a:gd name="T8" fmla="*/ 18 w 27"/>
                <a:gd name="T9" fmla="*/ 0 h 46"/>
                <a:gd name="T10" fmla="*/ 22 w 27"/>
                <a:gd name="T11" fmla="*/ 3 h 46"/>
                <a:gd name="T12" fmla="*/ 22 w 27"/>
                <a:gd name="T13" fmla="*/ 3 h 46"/>
                <a:gd name="T14" fmla="*/ 24 w 27"/>
                <a:gd name="T15" fmla="*/ 7 h 46"/>
                <a:gd name="T16" fmla="*/ 24 w 27"/>
                <a:gd name="T17" fmla="*/ 7 h 46"/>
                <a:gd name="T18" fmla="*/ 26 w 27"/>
                <a:gd name="T19" fmla="*/ 12 h 46"/>
                <a:gd name="T20" fmla="*/ 26 w 27"/>
                <a:gd name="T21" fmla="*/ 12 h 46"/>
                <a:gd name="T22" fmla="*/ 24 w 27"/>
                <a:gd name="T23" fmla="*/ 18 h 46"/>
                <a:gd name="T24" fmla="*/ 23 w 27"/>
                <a:gd name="T25" fmla="*/ 22 h 46"/>
                <a:gd name="T26" fmla="*/ 23 w 27"/>
                <a:gd name="T27" fmla="*/ 22 h 46"/>
                <a:gd name="T28" fmla="*/ 20 w 27"/>
                <a:gd name="T29" fmla="*/ 25 h 46"/>
                <a:gd name="T30" fmla="*/ 18 w 27"/>
                <a:gd name="T31" fmla="*/ 26 h 46"/>
                <a:gd name="T32" fmla="*/ 27 w 27"/>
                <a:gd name="T33" fmla="*/ 46 h 46"/>
                <a:gd name="T34" fmla="*/ 19 w 27"/>
                <a:gd name="T35" fmla="*/ 46 h 46"/>
                <a:gd name="T36" fmla="*/ 11 w 27"/>
                <a:gd name="T37" fmla="*/ 26 h 46"/>
                <a:gd name="T38" fmla="*/ 7 w 27"/>
                <a:gd name="T39" fmla="*/ 26 h 46"/>
                <a:gd name="T40" fmla="*/ 7 w 27"/>
                <a:gd name="T41" fmla="*/ 46 h 46"/>
                <a:gd name="T42" fmla="*/ 0 w 27"/>
                <a:gd name="T43" fmla="*/ 46 h 46"/>
                <a:gd name="T44" fmla="*/ 0 w 27"/>
                <a:gd name="T45" fmla="*/ 0 h 46"/>
                <a:gd name="T46" fmla="*/ 11 w 27"/>
                <a:gd name="T47" fmla="*/ 19 h 46"/>
                <a:gd name="T48" fmla="*/ 11 w 27"/>
                <a:gd name="T49" fmla="*/ 19 h 46"/>
                <a:gd name="T50" fmla="*/ 14 w 27"/>
                <a:gd name="T51" fmla="*/ 19 h 46"/>
                <a:gd name="T52" fmla="*/ 14 w 27"/>
                <a:gd name="T53" fmla="*/ 19 h 46"/>
                <a:gd name="T54" fmla="*/ 16 w 27"/>
                <a:gd name="T55" fmla="*/ 18 h 46"/>
                <a:gd name="T56" fmla="*/ 16 w 27"/>
                <a:gd name="T57" fmla="*/ 18 h 46"/>
                <a:gd name="T58" fmla="*/ 18 w 27"/>
                <a:gd name="T59" fmla="*/ 17 h 46"/>
                <a:gd name="T60" fmla="*/ 18 w 27"/>
                <a:gd name="T61" fmla="*/ 17 h 46"/>
                <a:gd name="T62" fmla="*/ 19 w 27"/>
                <a:gd name="T63" fmla="*/ 12 h 46"/>
                <a:gd name="T64" fmla="*/ 19 w 27"/>
                <a:gd name="T65" fmla="*/ 12 h 46"/>
                <a:gd name="T66" fmla="*/ 18 w 27"/>
                <a:gd name="T67" fmla="*/ 10 h 46"/>
                <a:gd name="T68" fmla="*/ 18 w 27"/>
                <a:gd name="T69" fmla="*/ 10 h 46"/>
                <a:gd name="T70" fmla="*/ 16 w 27"/>
                <a:gd name="T71" fmla="*/ 8 h 46"/>
                <a:gd name="T72" fmla="*/ 16 w 27"/>
                <a:gd name="T73" fmla="*/ 8 h 46"/>
                <a:gd name="T74" fmla="*/ 14 w 27"/>
                <a:gd name="T75" fmla="*/ 7 h 46"/>
                <a:gd name="T76" fmla="*/ 14 w 27"/>
                <a:gd name="T77" fmla="*/ 7 h 46"/>
                <a:gd name="T78" fmla="*/ 12 w 27"/>
                <a:gd name="T79" fmla="*/ 7 h 46"/>
                <a:gd name="T80" fmla="*/ 7 w 27"/>
                <a:gd name="T81" fmla="*/ 7 h 46"/>
                <a:gd name="T82" fmla="*/ 7 w 27"/>
                <a:gd name="T83" fmla="*/ 19 h 46"/>
                <a:gd name="T84" fmla="*/ 11 w 27"/>
                <a:gd name="T85" fmla="*/ 1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" h="46">
                  <a:moveTo>
                    <a:pt x="0" y="0"/>
                  </a:moveTo>
                  <a:lnTo>
                    <a:pt x="12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4" y="18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0" y="25"/>
                  </a:lnTo>
                  <a:lnTo>
                    <a:pt x="18" y="26"/>
                  </a:lnTo>
                  <a:lnTo>
                    <a:pt x="27" y="46"/>
                  </a:lnTo>
                  <a:lnTo>
                    <a:pt x="19" y="46"/>
                  </a:lnTo>
                  <a:lnTo>
                    <a:pt x="11" y="26"/>
                  </a:lnTo>
                  <a:lnTo>
                    <a:pt x="7" y="26"/>
                  </a:lnTo>
                  <a:lnTo>
                    <a:pt x="7" y="46"/>
                  </a:lnTo>
                  <a:lnTo>
                    <a:pt x="0" y="46"/>
                  </a:lnTo>
                  <a:lnTo>
                    <a:pt x="0" y="0"/>
                  </a:lnTo>
                  <a:close/>
                  <a:moveTo>
                    <a:pt x="11" y="19"/>
                  </a:moveTo>
                  <a:lnTo>
                    <a:pt x="11" y="19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2" y="7"/>
                  </a:lnTo>
                  <a:lnTo>
                    <a:pt x="7" y="7"/>
                  </a:lnTo>
                  <a:lnTo>
                    <a:pt x="7" y="19"/>
                  </a:lnTo>
                  <a:lnTo>
                    <a:pt x="11" y="19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7" name="Freeform 2116"/>
            <p:cNvSpPr>
              <a:spLocks/>
            </p:cNvSpPr>
            <p:nvPr/>
          </p:nvSpPr>
          <p:spPr bwMode="auto">
            <a:xfrm>
              <a:off x="3048" y="2103"/>
              <a:ext cx="24" cy="46"/>
            </a:xfrm>
            <a:custGeom>
              <a:avLst/>
              <a:gdLst>
                <a:gd name="T0" fmla="*/ 0 w 24"/>
                <a:gd name="T1" fmla="*/ 0 h 46"/>
                <a:gd name="T2" fmla="*/ 23 w 24"/>
                <a:gd name="T3" fmla="*/ 0 h 46"/>
                <a:gd name="T4" fmla="*/ 23 w 24"/>
                <a:gd name="T5" fmla="*/ 7 h 46"/>
                <a:gd name="T6" fmla="*/ 5 w 24"/>
                <a:gd name="T7" fmla="*/ 7 h 46"/>
                <a:gd name="T8" fmla="*/ 5 w 24"/>
                <a:gd name="T9" fmla="*/ 19 h 46"/>
                <a:gd name="T10" fmla="*/ 21 w 24"/>
                <a:gd name="T11" fmla="*/ 19 h 46"/>
                <a:gd name="T12" fmla="*/ 21 w 24"/>
                <a:gd name="T13" fmla="*/ 26 h 46"/>
                <a:gd name="T14" fmla="*/ 5 w 24"/>
                <a:gd name="T15" fmla="*/ 26 h 46"/>
                <a:gd name="T16" fmla="*/ 5 w 24"/>
                <a:gd name="T17" fmla="*/ 39 h 46"/>
                <a:gd name="T18" fmla="*/ 24 w 24"/>
                <a:gd name="T19" fmla="*/ 39 h 46"/>
                <a:gd name="T20" fmla="*/ 24 w 24"/>
                <a:gd name="T21" fmla="*/ 46 h 46"/>
                <a:gd name="T22" fmla="*/ 0 w 24"/>
                <a:gd name="T23" fmla="*/ 46 h 46"/>
                <a:gd name="T24" fmla="*/ 0 w 24"/>
                <a:gd name="T25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46">
                  <a:moveTo>
                    <a:pt x="0" y="0"/>
                  </a:moveTo>
                  <a:lnTo>
                    <a:pt x="23" y="0"/>
                  </a:lnTo>
                  <a:lnTo>
                    <a:pt x="23" y="7"/>
                  </a:lnTo>
                  <a:lnTo>
                    <a:pt x="5" y="7"/>
                  </a:lnTo>
                  <a:lnTo>
                    <a:pt x="5" y="19"/>
                  </a:lnTo>
                  <a:lnTo>
                    <a:pt x="21" y="19"/>
                  </a:lnTo>
                  <a:lnTo>
                    <a:pt x="21" y="26"/>
                  </a:lnTo>
                  <a:lnTo>
                    <a:pt x="5" y="26"/>
                  </a:lnTo>
                  <a:lnTo>
                    <a:pt x="5" y="39"/>
                  </a:lnTo>
                  <a:lnTo>
                    <a:pt x="24" y="39"/>
                  </a:lnTo>
                  <a:lnTo>
                    <a:pt x="24" y="46"/>
                  </a:lnTo>
                  <a:lnTo>
                    <a:pt x="0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8" name="Freeform 2117"/>
            <p:cNvSpPr>
              <a:spLocks/>
            </p:cNvSpPr>
            <p:nvPr/>
          </p:nvSpPr>
          <p:spPr bwMode="auto">
            <a:xfrm>
              <a:off x="3083" y="2103"/>
              <a:ext cx="37" cy="46"/>
            </a:xfrm>
            <a:custGeom>
              <a:avLst/>
              <a:gdLst>
                <a:gd name="T0" fmla="*/ 0 w 37"/>
                <a:gd name="T1" fmla="*/ 0 h 46"/>
                <a:gd name="T2" fmla="*/ 9 w 37"/>
                <a:gd name="T3" fmla="*/ 0 h 46"/>
                <a:gd name="T4" fmla="*/ 19 w 37"/>
                <a:gd name="T5" fmla="*/ 33 h 46"/>
                <a:gd name="T6" fmla="*/ 28 w 37"/>
                <a:gd name="T7" fmla="*/ 0 h 46"/>
                <a:gd name="T8" fmla="*/ 37 w 37"/>
                <a:gd name="T9" fmla="*/ 0 h 46"/>
                <a:gd name="T10" fmla="*/ 37 w 37"/>
                <a:gd name="T11" fmla="*/ 46 h 46"/>
                <a:gd name="T12" fmla="*/ 32 w 37"/>
                <a:gd name="T13" fmla="*/ 46 h 46"/>
                <a:gd name="T14" fmla="*/ 32 w 37"/>
                <a:gd name="T15" fmla="*/ 7 h 46"/>
                <a:gd name="T16" fmla="*/ 31 w 37"/>
                <a:gd name="T17" fmla="*/ 7 h 46"/>
                <a:gd name="T18" fmla="*/ 21 w 37"/>
                <a:gd name="T19" fmla="*/ 46 h 46"/>
                <a:gd name="T20" fmla="*/ 16 w 37"/>
                <a:gd name="T21" fmla="*/ 46 h 46"/>
                <a:gd name="T22" fmla="*/ 5 w 37"/>
                <a:gd name="T23" fmla="*/ 7 h 46"/>
                <a:gd name="T24" fmla="*/ 5 w 37"/>
                <a:gd name="T25" fmla="*/ 7 h 46"/>
                <a:gd name="T26" fmla="*/ 5 w 37"/>
                <a:gd name="T27" fmla="*/ 46 h 46"/>
                <a:gd name="T28" fmla="*/ 0 w 37"/>
                <a:gd name="T29" fmla="*/ 46 h 46"/>
                <a:gd name="T30" fmla="*/ 0 w 37"/>
                <a:gd name="T3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6">
                  <a:moveTo>
                    <a:pt x="0" y="0"/>
                  </a:moveTo>
                  <a:lnTo>
                    <a:pt x="9" y="0"/>
                  </a:lnTo>
                  <a:lnTo>
                    <a:pt x="19" y="33"/>
                  </a:lnTo>
                  <a:lnTo>
                    <a:pt x="28" y="0"/>
                  </a:lnTo>
                  <a:lnTo>
                    <a:pt x="37" y="0"/>
                  </a:lnTo>
                  <a:lnTo>
                    <a:pt x="37" y="46"/>
                  </a:lnTo>
                  <a:lnTo>
                    <a:pt x="32" y="46"/>
                  </a:lnTo>
                  <a:lnTo>
                    <a:pt x="32" y="7"/>
                  </a:lnTo>
                  <a:lnTo>
                    <a:pt x="31" y="7"/>
                  </a:lnTo>
                  <a:lnTo>
                    <a:pt x="21" y="46"/>
                  </a:lnTo>
                  <a:lnTo>
                    <a:pt x="16" y="46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46"/>
                  </a:lnTo>
                  <a:lnTo>
                    <a:pt x="0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9" name="Rectangle 2118"/>
            <p:cNvSpPr>
              <a:spLocks noChangeArrowheads="1"/>
            </p:cNvSpPr>
            <p:nvPr/>
          </p:nvSpPr>
          <p:spPr bwMode="auto">
            <a:xfrm>
              <a:off x="3153" y="2103"/>
              <a:ext cx="7" cy="46"/>
            </a:xfrm>
            <a:prstGeom prst="rect">
              <a:avLst/>
            </a:pr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0" name="Freeform 2119"/>
            <p:cNvSpPr>
              <a:spLocks noEditPoints="1"/>
            </p:cNvSpPr>
            <p:nvPr/>
          </p:nvSpPr>
          <p:spPr bwMode="auto">
            <a:xfrm>
              <a:off x="3172" y="2103"/>
              <a:ext cx="24" cy="46"/>
            </a:xfrm>
            <a:custGeom>
              <a:avLst/>
              <a:gdLst>
                <a:gd name="T0" fmla="*/ 0 w 24"/>
                <a:gd name="T1" fmla="*/ 0 h 46"/>
                <a:gd name="T2" fmla="*/ 12 w 24"/>
                <a:gd name="T3" fmla="*/ 0 h 46"/>
                <a:gd name="T4" fmla="*/ 12 w 24"/>
                <a:gd name="T5" fmla="*/ 0 h 46"/>
                <a:gd name="T6" fmla="*/ 16 w 24"/>
                <a:gd name="T7" fmla="*/ 0 h 46"/>
                <a:gd name="T8" fmla="*/ 16 w 24"/>
                <a:gd name="T9" fmla="*/ 0 h 46"/>
                <a:gd name="T10" fmla="*/ 20 w 24"/>
                <a:gd name="T11" fmla="*/ 3 h 46"/>
                <a:gd name="T12" fmla="*/ 20 w 24"/>
                <a:gd name="T13" fmla="*/ 3 h 46"/>
                <a:gd name="T14" fmla="*/ 24 w 24"/>
                <a:gd name="T15" fmla="*/ 7 h 46"/>
                <a:gd name="T16" fmla="*/ 24 w 24"/>
                <a:gd name="T17" fmla="*/ 7 h 46"/>
                <a:gd name="T18" fmla="*/ 24 w 24"/>
                <a:gd name="T19" fmla="*/ 14 h 46"/>
                <a:gd name="T20" fmla="*/ 24 w 24"/>
                <a:gd name="T21" fmla="*/ 14 h 46"/>
                <a:gd name="T22" fmla="*/ 23 w 24"/>
                <a:gd name="T23" fmla="*/ 21 h 46"/>
                <a:gd name="T24" fmla="*/ 23 w 24"/>
                <a:gd name="T25" fmla="*/ 21 h 46"/>
                <a:gd name="T26" fmla="*/ 20 w 24"/>
                <a:gd name="T27" fmla="*/ 25 h 46"/>
                <a:gd name="T28" fmla="*/ 20 w 24"/>
                <a:gd name="T29" fmla="*/ 25 h 46"/>
                <a:gd name="T30" fmla="*/ 16 w 24"/>
                <a:gd name="T31" fmla="*/ 26 h 46"/>
                <a:gd name="T32" fmla="*/ 16 w 24"/>
                <a:gd name="T33" fmla="*/ 26 h 46"/>
                <a:gd name="T34" fmla="*/ 11 w 24"/>
                <a:gd name="T35" fmla="*/ 27 h 46"/>
                <a:gd name="T36" fmla="*/ 7 w 24"/>
                <a:gd name="T37" fmla="*/ 27 h 46"/>
                <a:gd name="T38" fmla="*/ 7 w 24"/>
                <a:gd name="T39" fmla="*/ 46 h 46"/>
                <a:gd name="T40" fmla="*/ 0 w 24"/>
                <a:gd name="T41" fmla="*/ 46 h 46"/>
                <a:gd name="T42" fmla="*/ 0 w 24"/>
                <a:gd name="T43" fmla="*/ 0 h 46"/>
                <a:gd name="T44" fmla="*/ 9 w 24"/>
                <a:gd name="T45" fmla="*/ 21 h 46"/>
                <a:gd name="T46" fmla="*/ 9 w 24"/>
                <a:gd name="T47" fmla="*/ 21 h 46"/>
                <a:gd name="T48" fmla="*/ 12 w 24"/>
                <a:gd name="T49" fmla="*/ 19 h 46"/>
                <a:gd name="T50" fmla="*/ 12 w 24"/>
                <a:gd name="T51" fmla="*/ 19 h 46"/>
                <a:gd name="T52" fmla="*/ 15 w 24"/>
                <a:gd name="T53" fmla="*/ 19 h 46"/>
                <a:gd name="T54" fmla="*/ 15 w 24"/>
                <a:gd name="T55" fmla="*/ 19 h 46"/>
                <a:gd name="T56" fmla="*/ 17 w 24"/>
                <a:gd name="T57" fmla="*/ 17 h 46"/>
                <a:gd name="T58" fmla="*/ 17 w 24"/>
                <a:gd name="T59" fmla="*/ 17 h 46"/>
                <a:gd name="T60" fmla="*/ 17 w 24"/>
                <a:gd name="T61" fmla="*/ 14 h 46"/>
                <a:gd name="T62" fmla="*/ 17 w 24"/>
                <a:gd name="T63" fmla="*/ 14 h 46"/>
                <a:gd name="T64" fmla="*/ 17 w 24"/>
                <a:gd name="T65" fmla="*/ 10 h 46"/>
                <a:gd name="T66" fmla="*/ 17 w 24"/>
                <a:gd name="T67" fmla="*/ 10 h 46"/>
                <a:gd name="T68" fmla="*/ 16 w 24"/>
                <a:gd name="T69" fmla="*/ 8 h 46"/>
                <a:gd name="T70" fmla="*/ 16 w 24"/>
                <a:gd name="T71" fmla="*/ 8 h 46"/>
                <a:gd name="T72" fmla="*/ 13 w 24"/>
                <a:gd name="T73" fmla="*/ 7 h 46"/>
                <a:gd name="T74" fmla="*/ 13 w 24"/>
                <a:gd name="T75" fmla="*/ 7 h 46"/>
                <a:gd name="T76" fmla="*/ 11 w 24"/>
                <a:gd name="T77" fmla="*/ 7 h 46"/>
                <a:gd name="T78" fmla="*/ 7 w 24"/>
                <a:gd name="T79" fmla="*/ 7 h 46"/>
                <a:gd name="T80" fmla="*/ 7 w 24"/>
                <a:gd name="T81" fmla="*/ 21 h 46"/>
                <a:gd name="T82" fmla="*/ 9 w 24"/>
                <a:gd name="T83" fmla="*/ 2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" h="46">
                  <a:moveTo>
                    <a:pt x="0" y="0"/>
                  </a:moveTo>
                  <a:lnTo>
                    <a:pt x="12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3" y="21"/>
                  </a:lnTo>
                  <a:lnTo>
                    <a:pt x="23" y="21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1" y="27"/>
                  </a:lnTo>
                  <a:lnTo>
                    <a:pt x="7" y="27"/>
                  </a:lnTo>
                  <a:lnTo>
                    <a:pt x="7" y="46"/>
                  </a:lnTo>
                  <a:lnTo>
                    <a:pt x="0" y="46"/>
                  </a:lnTo>
                  <a:lnTo>
                    <a:pt x="0" y="0"/>
                  </a:lnTo>
                  <a:close/>
                  <a:moveTo>
                    <a:pt x="9" y="21"/>
                  </a:moveTo>
                  <a:lnTo>
                    <a:pt x="9" y="21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7" y="17"/>
                  </a:lnTo>
                  <a:lnTo>
                    <a:pt x="17" y="17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7"/>
                  </a:lnTo>
                  <a:lnTo>
                    <a:pt x="7" y="7"/>
                  </a:lnTo>
                  <a:lnTo>
                    <a:pt x="7" y="21"/>
                  </a:lnTo>
                  <a:lnTo>
                    <a:pt x="9" y="21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1" name="Freeform 2120"/>
            <p:cNvSpPr>
              <a:spLocks/>
            </p:cNvSpPr>
            <p:nvPr/>
          </p:nvSpPr>
          <p:spPr bwMode="auto">
            <a:xfrm>
              <a:off x="3204" y="2102"/>
              <a:ext cx="24" cy="49"/>
            </a:xfrm>
            <a:custGeom>
              <a:avLst/>
              <a:gdLst>
                <a:gd name="T0" fmla="*/ 20 w 24"/>
                <a:gd name="T1" fmla="*/ 11 h 49"/>
                <a:gd name="T2" fmla="*/ 18 w 24"/>
                <a:gd name="T3" fmla="*/ 8 h 49"/>
                <a:gd name="T4" fmla="*/ 14 w 24"/>
                <a:gd name="T5" fmla="*/ 7 h 49"/>
                <a:gd name="T6" fmla="*/ 12 w 24"/>
                <a:gd name="T7" fmla="*/ 7 h 49"/>
                <a:gd name="T8" fmla="*/ 10 w 24"/>
                <a:gd name="T9" fmla="*/ 8 h 49"/>
                <a:gd name="T10" fmla="*/ 8 w 24"/>
                <a:gd name="T11" fmla="*/ 11 h 49"/>
                <a:gd name="T12" fmla="*/ 8 w 24"/>
                <a:gd name="T13" fmla="*/ 13 h 49"/>
                <a:gd name="T14" fmla="*/ 10 w 24"/>
                <a:gd name="T15" fmla="*/ 16 h 49"/>
                <a:gd name="T16" fmla="*/ 12 w 24"/>
                <a:gd name="T17" fmla="*/ 19 h 49"/>
                <a:gd name="T18" fmla="*/ 16 w 24"/>
                <a:gd name="T19" fmla="*/ 20 h 49"/>
                <a:gd name="T20" fmla="*/ 20 w 24"/>
                <a:gd name="T21" fmla="*/ 23 h 49"/>
                <a:gd name="T22" fmla="*/ 23 w 24"/>
                <a:gd name="T23" fmla="*/ 27 h 49"/>
                <a:gd name="T24" fmla="*/ 24 w 24"/>
                <a:gd name="T25" fmla="*/ 34 h 49"/>
                <a:gd name="T26" fmla="*/ 24 w 24"/>
                <a:gd name="T27" fmla="*/ 40 h 49"/>
                <a:gd name="T28" fmla="*/ 22 w 24"/>
                <a:gd name="T29" fmla="*/ 45 h 49"/>
                <a:gd name="T30" fmla="*/ 16 w 24"/>
                <a:gd name="T31" fmla="*/ 47 h 49"/>
                <a:gd name="T32" fmla="*/ 12 w 24"/>
                <a:gd name="T33" fmla="*/ 49 h 49"/>
                <a:gd name="T34" fmla="*/ 6 w 24"/>
                <a:gd name="T35" fmla="*/ 47 h 49"/>
                <a:gd name="T36" fmla="*/ 0 w 24"/>
                <a:gd name="T37" fmla="*/ 42 h 49"/>
                <a:gd name="T38" fmla="*/ 6 w 24"/>
                <a:gd name="T39" fmla="*/ 36 h 49"/>
                <a:gd name="T40" fmla="*/ 8 w 24"/>
                <a:gd name="T41" fmla="*/ 39 h 49"/>
                <a:gd name="T42" fmla="*/ 12 w 24"/>
                <a:gd name="T43" fmla="*/ 40 h 49"/>
                <a:gd name="T44" fmla="*/ 15 w 24"/>
                <a:gd name="T45" fmla="*/ 40 h 49"/>
                <a:gd name="T46" fmla="*/ 16 w 24"/>
                <a:gd name="T47" fmla="*/ 39 h 49"/>
                <a:gd name="T48" fmla="*/ 18 w 24"/>
                <a:gd name="T49" fmla="*/ 38 h 49"/>
                <a:gd name="T50" fmla="*/ 19 w 24"/>
                <a:gd name="T51" fmla="*/ 35 h 49"/>
                <a:gd name="T52" fmla="*/ 18 w 24"/>
                <a:gd name="T53" fmla="*/ 31 h 49"/>
                <a:gd name="T54" fmla="*/ 14 w 24"/>
                <a:gd name="T55" fmla="*/ 28 h 49"/>
                <a:gd name="T56" fmla="*/ 10 w 24"/>
                <a:gd name="T57" fmla="*/ 27 h 49"/>
                <a:gd name="T58" fmla="*/ 6 w 24"/>
                <a:gd name="T59" fmla="*/ 24 h 49"/>
                <a:gd name="T60" fmla="*/ 3 w 24"/>
                <a:gd name="T61" fmla="*/ 20 h 49"/>
                <a:gd name="T62" fmla="*/ 2 w 24"/>
                <a:gd name="T63" fmla="*/ 13 h 49"/>
                <a:gd name="T64" fmla="*/ 3 w 24"/>
                <a:gd name="T65" fmla="*/ 7 h 49"/>
                <a:gd name="T66" fmla="*/ 6 w 24"/>
                <a:gd name="T67" fmla="*/ 3 h 49"/>
                <a:gd name="T68" fmla="*/ 10 w 24"/>
                <a:gd name="T69" fmla="*/ 0 h 49"/>
                <a:gd name="T70" fmla="*/ 15 w 24"/>
                <a:gd name="T71" fmla="*/ 0 h 49"/>
                <a:gd name="T72" fmla="*/ 20 w 24"/>
                <a:gd name="T73" fmla="*/ 0 h 49"/>
                <a:gd name="T74" fmla="*/ 20 w 24"/>
                <a:gd name="T75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" h="49">
                  <a:moveTo>
                    <a:pt x="20" y="11"/>
                  </a:moveTo>
                  <a:lnTo>
                    <a:pt x="20" y="11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2" y="45"/>
                  </a:lnTo>
                  <a:lnTo>
                    <a:pt x="22" y="45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3" y="45"/>
                  </a:lnTo>
                  <a:lnTo>
                    <a:pt x="0" y="42"/>
                  </a:lnTo>
                  <a:lnTo>
                    <a:pt x="6" y="36"/>
                  </a:lnTo>
                  <a:lnTo>
                    <a:pt x="6" y="36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8" y="31"/>
                  </a:lnTo>
                  <a:lnTo>
                    <a:pt x="18" y="31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0" y="27"/>
                  </a:lnTo>
                  <a:lnTo>
                    <a:pt x="10" y="27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3" y="7"/>
                  </a:lnTo>
                  <a:lnTo>
                    <a:pt x="3" y="7"/>
                  </a:lnTo>
                  <a:lnTo>
                    <a:pt x="6" y="3"/>
                  </a:lnTo>
                  <a:lnTo>
                    <a:pt x="6" y="3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4" y="4"/>
                  </a:lnTo>
                  <a:lnTo>
                    <a:pt x="20" y="11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2" name="Freeform 2121"/>
            <p:cNvSpPr>
              <a:spLocks/>
            </p:cNvSpPr>
            <p:nvPr/>
          </p:nvSpPr>
          <p:spPr bwMode="auto">
            <a:xfrm>
              <a:off x="3241" y="2103"/>
              <a:ext cx="28" cy="48"/>
            </a:xfrm>
            <a:custGeom>
              <a:avLst/>
              <a:gdLst>
                <a:gd name="T0" fmla="*/ 28 w 28"/>
                <a:gd name="T1" fmla="*/ 29 h 48"/>
                <a:gd name="T2" fmla="*/ 28 w 28"/>
                <a:gd name="T3" fmla="*/ 29 h 48"/>
                <a:gd name="T4" fmla="*/ 27 w 28"/>
                <a:gd name="T5" fmla="*/ 37 h 48"/>
                <a:gd name="T6" fmla="*/ 27 w 28"/>
                <a:gd name="T7" fmla="*/ 37 h 48"/>
                <a:gd name="T8" fmla="*/ 24 w 28"/>
                <a:gd name="T9" fmla="*/ 42 h 48"/>
                <a:gd name="T10" fmla="*/ 24 w 28"/>
                <a:gd name="T11" fmla="*/ 42 h 48"/>
                <a:gd name="T12" fmla="*/ 19 w 28"/>
                <a:gd name="T13" fmla="*/ 46 h 48"/>
                <a:gd name="T14" fmla="*/ 19 w 28"/>
                <a:gd name="T15" fmla="*/ 46 h 48"/>
                <a:gd name="T16" fmla="*/ 13 w 28"/>
                <a:gd name="T17" fmla="*/ 48 h 48"/>
                <a:gd name="T18" fmla="*/ 13 w 28"/>
                <a:gd name="T19" fmla="*/ 48 h 48"/>
                <a:gd name="T20" fmla="*/ 8 w 28"/>
                <a:gd name="T21" fmla="*/ 46 h 48"/>
                <a:gd name="T22" fmla="*/ 8 w 28"/>
                <a:gd name="T23" fmla="*/ 46 h 48"/>
                <a:gd name="T24" fmla="*/ 4 w 28"/>
                <a:gd name="T25" fmla="*/ 42 h 48"/>
                <a:gd name="T26" fmla="*/ 4 w 28"/>
                <a:gd name="T27" fmla="*/ 42 h 48"/>
                <a:gd name="T28" fmla="*/ 1 w 28"/>
                <a:gd name="T29" fmla="*/ 37 h 48"/>
                <a:gd name="T30" fmla="*/ 1 w 28"/>
                <a:gd name="T31" fmla="*/ 37 h 48"/>
                <a:gd name="T32" fmla="*/ 0 w 28"/>
                <a:gd name="T33" fmla="*/ 29 h 48"/>
                <a:gd name="T34" fmla="*/ 0 w 28"/>
                <a:gd name="T35" fmla="*/ 0 h 48"/>
                <a:gd name="T36" fmla="*/ 5 w 28"/>
                <a:gd name="T37" fmla="*/ 0 h 48"/>
                <a:gd name="T38" fmla="*/ 5 w 28"/>
                <a:gd name="T39" fmla="*/ 29 h 48"/>
                <a:gd name="T40" fmla="*/ 5 w 28"/>
                <a:gd name="T41" fmla="*/ 29 h 48"/>
                <a:gd name="T42" fmla="*/ 6 w 28"/>
                <a:gd name="T43" fmla="*/ 33 h 48"/>
                <a:gd name="T44" fmla="*/ 6 w 28"/>
                <a:gd name="T45" fmla="*/ 33 h 48"/>
                <a:gd name="T46" fmla="*/ 8 w 28"/>
                <a:gd name="T47" fmla="*/ 35 h 48"/>
                <a:gd name="T48" fmla="*/ 8 w 28"/>
                <a:gd name="T49" fmla="*/ 35 h 48"/>
                <a:gd name="T50" fmla="*/ 9 w 28"/>
                <a:gd name="T51" fmla="*/ 38 h 48"/>
                <a:gd name="T52" fmla="*/ 9 w 28"/>
                <a:gd name="T53" fmla="*/ 38 h 48"/>
                <a:gd name="T54" fmla="*/ 13 w 28"/>
                <a:gd name="T55" fmla="*/ 39 h 48"/>
                <a:gd name="T56" fmla="*/ 13 w 28"/>
                <a:gd name="T57" fmla="*/ 39 h 48"/>
                <a:gd name="T58" fmla="*/ 17 w 28"/>
                <a:gd name="T59" fmla="*/ 38 h 48"/>
                <a:gd name="T60" fmla="*/ 17 w 28"/>
                <a:gd name="T61" fmla="*/ 38 h 48"/>
                <a:gd name="T62" fmla="*/ 20 w 28"/>
                <a:gd name="T63" fmla="*/ 35 h 48"/>
                <a:gd name="T64" fmla="*/ 20 w 28"/>
                <a:gd name="T65" fmla="*/ 35 h 48"/>
                <a:gd name="T66" fmla="*/ 21 w 28"/>
                <a:gd name="T67" fmla="*/ 33 h 48"/>
                <a:gd name="T68" fmla="*/ 21 w 28"/>
                <a:gd name="T69" fmla="*/ 33 h 48"/>
                <a:gd name="T70" fmla="*/ 21 w 28"/>
                <a:gd name="T71" fmla="*/ 29 h 48"/>
                <a:gd name="T72" fmla="*/ 21 w 28"/>
                <a:gd name="T73" fmla="*/ 0 h 48"/>
                <a:gd name="T74" fmla="*/ 28 w 28"/>
                <a:gd name="T75" fmla="*/ 0 h 48"/>
                <a:gd name="T76" fmla="*/ 28 w 28"/>
                <a:gd name="T77" fmla="*/ 2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8" h="48">
                  <a:moveTo>
                    <a:pt x="28" y="29"/>
                  </a:moveTo>
                  <a:lnTo>
                    <a:pt x="28" y="29"/>
                  </a:lnTo>
                  <a:lnTo>
                    <a:pt x="27" y="37"/>
                  </a:lnTo>
                  <a:lnTo>
                    <a:pt x="27" y="37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19" y="46"/>
                  </a:lnTo>
                  <a:lnTo>
                    <a:pt x="19" y="46"/>
                  </a:lnTo>
                  <a:lnTo>
                    <a:pt x="13" y="48"/>
                  </a:lnTo>
                  <a:lnTo>
                    <a:pt x="13" y="48"/>
                  </a:lnTo>
                  <a:lnTo>
                    <a:pt x="8" y="46"/>
                  </a:lnTo>
                  <a:lnTo>
                    <a:pt x="8" y="46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" y="37"/>
                  </a:lnTo>
                  <a:lnTo>
                    <a:pt x="1" y="3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13" y="39"/>
                  </a:lnTo>
                  <a:lnTo>
                    <a:pt x="13" y="39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20" y="35"/>
                  </a:lnTo>
                  <a:lnTo>
                    <a:pt x="20" y="35"/>
                  </a:lnTo>
                  <a:lnTo>
                    <a:pt x="21" y="33"/>
                  </a:lnTo>
                  <a:lnTo>
                    <a:pt x="21" y="33"/>
                  </a:lnTo>
                  <a:lnTo>
                    <a:pt x="21" y="29"/>
                  </a:lnTo>
                  <a:lnTo>
                    <a:pt x="21" y="0"/>
                  </a:lnTo>
                  <a:lnTo>
                    <a:pt x="28" y="0"/>
                  </a:lnTo>
                  <a:lnTo>
                    <a:pt x="28" y="29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3" name="Freeform 2122"/>
            <p:cNvSpPr>
              <a:spLocks/>
            </p:cNvSpPr>
            <p:nvPr/>
          </p:nvSpPr>
          <p:spPr bwMode="auto">
            <a:xfrm>
              <a:off x="3281" y="2103"/>
              <a:ext cx="38" cy="46"/>
            </a:xfrm>
            <a:custGeom>
              <a:avLst/>
              <a:gdLst>
                <a:gd name="T0" fmla="*/ 0 w 38"/>
                <a:gd name="T1" fmla="*/ 0 h 46"/>
                <a:gd name="T2" fmla="*/ 10 w 38"/>
                <a:gd name="T3" fmla="*/ 0 h 46"/>
                <a:gd name="T4" fmla="*/ 19 w 38"/>
                <a:gd name="T5" fmla="*/ 33 h 46"/>
                <a:gd name="T6" fmla="*/ 28 w 38"/>
                <a:gd name="T7" fmla="*/ 0 h 46"/>
                <a:gd name="T8" fmla="*/ 38 w 38"/>
                <a:gd name="T9" fmla="*/ 0 h 46"/>
                <a:gd name="T10" fmla="*/ 38 w 38"/>
                <a:gd name="T11" fmla="*/ 46 h 46"/>
                <a:gd name="T12" fmla="*/ 33 w 38"/>
                <a:gd name="T13" fmla="*/ 46 h 46"/>
                <a:gd name="T14" fmla="*/ 33 w 38"/>
                <a:gd name="T15" fmla="*/ 7 h 46"/>
                <a:gd name="T16" fmla="*/ 33 w 38"/>
                <a:gd name="T17" fmla="*/ 7 h 46"/>
                <a:gd name="T18" fmla="*/ 22 w 38"/>
                <a:gd name="T19" fmla="*/ 46 h 46"/>
                <a:gd name="T20" fmla="*/ 18 w 38"/>
                <a:gd name="T21" fmla="*/ 46 h 46"/>
                <a:gd name="T22" fmla="*/ 7 w 38"/>
                <a:gd name="T23" fmla="*/ 7 h 46"/>
                <a:gd name="T24" fmla="*/ 7 w 38"/>
                <a:gd name="T25" fmla="*/ 7 h 46"/>
                <a:gd name="T26" fmla="*/ 7 w 38"/>
                <a:gd name="T27" fmla="*/ 46 h 46"/>
                <a:gd name="T28" fmla="*/ 0 w 38"/>
                <a:gd name="T29" fmla="*/ 46 h 46"/>
                <a:gd name="T30" fmla="*/ 0 w 38"/>
                <a:gd name="T3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6">
                  <a:moveTo>
                    <a:pt x="0" y="0"/>
                  </a:moveTo>
                  <a:lnTo>
                    <a:pt x="10" y="0"/>
                  </a:lnTo>
                  <a:lnTo>
                    <a:pt x="19" y="33"/>
                  </a:lnTo>
                  <a:lnTo>
                    <a:pt x="28" y="0"/>
                  </a:lnTo>
                  <a:lnTo>
                    <a:pt x="38" y="0"/>
                  </a:lnTo>
                  <a:lnTo>
                    <a:pt x="38" y="46"/>
                  </a:lnTo>
                  <a:lnTo>
                    <a:pt x="33" y="46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22" y="46"/>
                  </a:lnTo>
                  <a:lnTo>
                    <a:pt x="18" y="46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46"/>
                  </a:lnTo>
                  <a:lnTo>
                    <a:pt x="0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4" name="Freeform 2123"/>
            <p:cNvSpPr>
              <a:spLocks noEditPoints="1"/>
            </p:cNvSpPr>
            <p:nvPr/>
          </p:nvSpPr>
          <p:spPr bwMode="auto">
            <a:xfrm>
              <a:off x="3048" y="2032"/>
              <a:ext cx="27" cy="25"/>
            </a:xfrm>
            <a:custGeom>
              <a:avLst/>
              <a:gdLst>
                <a:gd name="T0" fmla="*/ 0 w 27"/>
                <a:gd name="T1" fmla="*/ 13 h 25"/>
                <a:gd name="T2" fmla="*/ 1 w 27"/>
                <a:gd name="T3" fmla="*/ 8 h 25"/>
                <a:gd name="T4" fmla="*/ 4 w 27"/>
                <a:gd name="T5" fmla="*/ 4 h 25"/>
                <a:gd name="T6" fmla="*/ 8 w 27"/>
                <a:gd name="T7" fmla="*/ 1 h 25"/>
                <a:gd name="T8" fmla="*/ 13 w 27"/>
                <a:gd name="T9" fmla="*/ 0 h 25"/>
                <a:gd name="T10" fmla="*/ 18 w 27"/>
                <a:gd name="T11" fmla="*/ 1 h 25"/>
                <a:gd name="T12" fmla="*/ 23 w 27"/>
                <a:gd name="T13" fmla="*/ 4 h 25"/>
                <a:gd name="T14" fmla="*/ 25 w 27"/>
                <a:gd name="T15" fmla="*/ 8 h 25"/>
                <a:gd name="T16" fmla="*/ 27 w 27"/>
                <a:gd name="T17" fmla="*/ 13 h 25"/>
                <a:gd name="T18" fmla="*/ 25 w 27"/>
                <a:gd name="T19" fmla="*/ 19 h 25"/>
                <a:gd name="T20" fmla="*/ 23 w 27"/>
                <a:gd name="T21" fmla="*/ 23 h 25"/>
                <a:gd name="T22" fmla="*/ 18 w 27"/>
                <a:gd name="T23" fmla="*/ 25 h 25"/>
                <a:gd name="T24" fmla="*/ 13 w 27"/>
                <a:gd name="T25" fmla="*/ 25 h 25"/>
                <a:gd name="T26" fmla="*/ 8 w 27"/>
                <a:gd name="T27" fmla="*/ 25 h 25"/>
                <a:gd name="T28" fmla="*/ 4 w 27"/>
                <a:gd name="T29" fmla="*/ 23 h 25"/>
                <a:gd name="T30" fmla="*/ 1 w 27"/>
                <a:gd name="T31" fmla="*/ 19 h 25"/>
                <a:gd name="T32" fmla="*/ 0 w 27"/>
                <a:gd name="T33" fmla="*/ 13 h 25"/>
                <a:gd name="T34" fmla="*/ 6 w 27"/>
                <a:gd name="T35" fmla="*/ 13 h 25"/>
                <a:gd name="T36" fmla="*/ 6 w 27"/>
                <a:gd name="T37" fmla="*/ 16 h 25"/>
                <a:gd name="T38" fmla="*/ 8 w 27"/>
                <a:gd name="T39" fmla="*/ 19 h 25"/>
                <a:gd name="T40" fmla="*/ 10 w 27"/>
                <a:gd name="T41" fmla="*/ 20 h 25"/>
                <a:gd name="T42" fmla="*/ 13 w 27"/>
                <a:gd name="T43" fmla="*/ 21 h 25"/>
                <a:gd name="T44" fmla="*/ 16 w 27"/>
                <a:gd name="T45" fmla="*/ 20 h 25"/>
                <a:gd name="T46" fmla="*/ 18 w 27"/>
                <a:gd name="T47" fmla="*/ 19 h 25"/>
                <a:gd name="T48" fmla="*/ 20 w 27"/>
                <a:gd name="T49" fmla="*/ 16 h 25"/>
                <a:gd name="T50" fmla="*/ 21 w 27"/>
                <a:gd name="T51" fmla="*/ 13 h 25"/>
                <a:gd name="T52" fmla="*/ 20 w 27"/>
                <a:gd name="T53" fmla="*/ 9 h 25"/>
                <a:gd name="T54" fmla="*/ 18 w 27"/>
                <a:gd name="T55" fmla="*/ 8 h 25"/>
                <a:gd name="T56" fmla="*/ 16 w 27"/>
                <a:gd name="T57" fmla="*/ 5 h 25"/>
                <a:gd name="T58" fmla="*/ 13 w 27"/>
                <a:gd name="T59" fmla="*/ 5 h 25"/>
                <a:gd name="T60" fmla="*/ 10 w 27"/>
                <a:gd name="T61" fmla="*/ 5 h 25"/>
                <a:gd name="T62" fmla="*/ 8 w 27"/>
                <a:gd name="T63" fmla="*/ 8 h 25"/>
                <a:gd name="T64" fmla="*/ 6 w 27"/>
                <a:gd name="T65" fmla="*/ 9 h 25"/>
                <a:gd name="T66" fmla="*/ 6 w 27"/>
                <a:gd name="T67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7" h="25">
                  <a:moveTo>
                    <a:pt x="0" y="13"/>
                  </a:moveTo>
                  <a:lnTo>
                    <a:pt x="0" y="13"/>
                  </a:lnTo>
                  <a:lnTo>
                    <a:pt x="1" y="8"/>
                  </a:lnTo>
                  <a:lnTo>
                    <a:pt x="1" y="8"/>
                  </a:lnTo>
                  <a:lnTo>
                    <a:pt x="4" y="4"/>
                  </a:lnTo>
                  <a:lnTo>
                    <a:pt x="4" y="4"/>
                  </a:lnTo>
                  <a:lnTo>
                    <a:pt x="8" y="1"/>
                  </a:lnTo>
                  <a:lnTo>
                    <a:pt x="8" y="1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18" y="1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0" y="13"/>
                  </a:lnTo>
                  <a:lnTo>
                    <a:pt x="0" y="13"/>
                  </a:lnTo>
                  <a:close/>
                  <a:moveTo>
                    <a:pt x="6" y="13"/>
                  </a:moveTo>
                  <a:lnTo>
                    <a:pt x="6" y="13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10" y="20"/>
                  </a:lnTo>
                  <a:lnTo>
                    <a:pt x="10" y="20"/>
                  </a:lnTo>
                  <a:lnTo>
                    <a:pt x="13" y="21"/>
                  </a:lnTo>
                  <a:lnTo>
                    <a:pt x="13" y="2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8" y="19"/>
                  </a:lnTo>
                  <a:lnTo>
                    <a:pt x="18" y="19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1" y="13"/>
                  </a:lnTo>
                  <a:lnTo>
                    <a:pt x="21" y="13"/>
                  </a:lnTo>
                  <a:lnTo>
                    <a:pt x="20" y="9"/>
                  </a:lnTo>
                  <a:lnTo>
                    <a:pt x="20" y="9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8" y="8"/>
                  </a:lnTo>
                  <a:lnTo>
                    <a:pt x="8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5" name="Freeform 2124"/>
            <p:cNvSpPr>
              <a:spLocks noEditPoints="1"/>
            </p:cNvSpPr>
            <p:nvPr/>
          </p:nvSpPr>
          <p:spPr bwMode="auto">
            <a:xfrm>
              <a:off x="3080" y="2033"/>
              <a:ext cx="18" cy="24"/>
            </a:xfrm>
            <a:custGeom>
              <a:avLst/>
              <a:gdLst>
                <a:gd name="T0" fmla="*/ 0 w 18"/>
                <a:gd name="T1" fmla="*/ 0 h 24"/>
                <a:gd name="T2" fmla="*/ 8 w 18"/>
                <a:gd name="T3" fmla="*/ 0 h 24"/>
                <a:gd name="T4" fmla="*/ 8 w 18"/>
                <a:gd name="T5" fmla="*/ 0 h 24"/>
                <a:gd name="T6" fmla="*/ 12 w 18"/>
                <a:gd name="T7" fmla="*/ 0 h 24"/>
                <a:gd name="T8" fmla="*/ 12 w 18"/>
                <a:gd name="T9" fmla="*/ 0 h 24"/>
                <a:gd name="T10" fmla="*/ 15 w 18"/>
                <a:gd name="T11" fmla="*/ 1 h 24"/>
                <a:gd name="T12" fmla="*/ 15 w 18"/>
                <a:gd name="T13" fmla="*/ 1 h 24"/>
                <a:gd name="T14" fmla="*/ 18 w 18"/>
                <a:gd name="T15" fmla="*/ 4 h 24"/>
                <a:gd name="T16" fmla="*/ 18 w 18"/>
                <a:gd name="T17" fmla="*/ 4 h 24"/>
                <a:gd name="T18" fmla="*/ 18 w 18"/>
                <a:gd name="T19" fmla="*/ 7 h 24"/>
                <a:gd name="T20" fmla="*/ 18 w 18"/>
                <a:gd name="T21" fmla="*/ 7 h 24"/>
                <a:gd name="T22" fmla="*/ 18 w 18"/>
                <a:gd name="T23" fmla="*/ 11 h 24"/>
                <a:gd name="T24" fmla="*/ 18 w 18"/>
                <a:gd name="T25" fmla="*/ 11 h 24"/>
                <a:gd name="T26" fmla="*/ 15 w 18"/>
                <a:gd name="T27" fmla="*/ 14 h 24"/>
                <a:gd name="T28" fmla="*/ 15 w 18"/>
                <a:gd name="T29" fmla="*/ 14 h 24"/>
                <a:gd name="T30" fmla="*/ 12 w 18"/>
                <a:gd name="T31" fmla="*/ 14 h 24"/>
                <a:gd name="T32" fmla="*/ 12 w 18"/>
                <a:gd name="T33" fmla="*/ 14 h 24"/>
                <a:gd name="T34" fmla="*/ 9 w 18"/>
                <a:gd name="T35" fmla="*/ 15 h 24"/>
                <a:gd name="T36" fmla="*/ 5 w 18"/>
                <a:gd name="T37" fmla="*/ 15 h 24"/>
                <a:gd name="T38" fmla="*/ 5 w 18"/>
                <a:gd name="T39" fmla="*/ 24 h 24"/>
                <a:gd name="T40" fmla="*/ 0 w 18"/>
                <a:gd name="T41" fmla="*/ 24 h 24"/>
                <a:gd name="T42" fmla="*/ 0 w 18"/>
                <a:gd name="T43" fmla="*/ 0 h 24"/>
                <a:gd name="T44" fmla="*/ 5 w 18"/>
                <a:gd name="T45" fmla="*/ 10 h 24"/>
                <a:gd name="T46" fmla="*/ 8 w 18"/>
                <a:gd name="T47" fmla="*/ 10 h 24"/>
                <a:gd name="T48" fmla="*/ 9 w 18"/>
                <a:gd name="T49" fmla="*/ 10 h 24"/>
                <a:gd name="T50" fmla="*/ 11 w 18"/>
                <a:gd name="T51" fmla="*/ 10 h 24"/>
                <a:gd name="T52" fmla="*/ 12 w 18"/>
                <a:gd name="T53" fmla="*/ 8 h 24"/>
                <a:gd name="T54" fmla="*/ 12 w 18"/>
                <a:gd name="T55" fmla="*/ 8 h 24"/>
                <a:gd name="T56" fmla="*/ 12 w 18"/>
                <a:gd name="T57" fmla="*/ 7 h 24"/>
                <a:gd name="T58" fmla="*/ 12 w 18"/>
                <a:gd name="T59" fmla="*/ 7 h 24"/>
                <a:gd name="T60" fmla="*/ 12 w 18"/>
                <a:gd name="T61" fmla="*/ 6 h 24"/>
                <a:gd name="T62" fmla="*/ 11 w 18"/>
                <a:gd name="T63" fmla="*/ 4 h 24"/>
                <a:gd name="T64" fmla="*/ 11 w 18"/>
                <a:gd name="T65" fmla="*/ 4 h 24"/>
                <a:gd name="T66" fmla="*/ 9 w 18"/>
                <a:gd name="T67" fmla="*/ 4 h 24"/>
                <a:gd name="T68" fmla="*/ 9 w 18"/>
                <a:gd name="T69" fmla="*/ 4 h 24"/>
                <a:gd name="T70" fmla="*/ 8 w 18"/>
                <a:gd name="T71" fmla="*/ 4 h 24"/>
                <a:gd name="T72" fmla="*/ 5 w 18"/>
                <a:gd name="T73" fmla="*/ 4 h 24"/>
                <a:gd name="T74" fmla="*/ 5 w 18"/>
                <a:gd name="T75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" h="24">
                  <a:moveTo>
                    <a:pt x="0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5" y="24"/>
                  </a:lnTo>
                  <a:lnTo>
                    <a:pt x="0" y="24"/>
                  </a:lnTo>
                  <a:lnTo>
                    <a:pt x="0" y="0"/>
                  </a:lnTo>
                  <a:close/>
                  <a:moveTo>
                    <a:pt x="5" y="10"/>
                  </a:moveTo>
                  <a:lnTo>
                    <a:pt x="8" y="10"/>
                  </a:lnTo>
                  <a:lnTo>
                    <a:pt x="9" y="10"/>
                  </a:lnTo>
                  <a:lnTo>
                    <a:pt x="11" y="10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6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6" name="Freeform 2125"/>
            <p:cNvSpPr>
              <a:spLocks/>
            </p:cNvSpPr>
            <p:nvPr/>
          </p:nvSpPr>
          <p:spPr bwMode="auto">
            <a:xfrm>
              <a:off x="3100" y="2033"/>
              <a:ext cx="20" cy="24"/>
            </a:xfrm>
            <a:custGeom>
              <a:avLst/>
              <a:gdLst>
                <a:gd name="T0" fmla="*/ 8 w 20"/>
                <a:gd name="T1" fmla="*/ 4 h 24"/>
                <a:gd name="T2" fmla="*/ 0 w 20"/>
                <a:gd name="T3" fmla="*/ 4 h 24"/>
                <a:gd name="T4" fmla="*/ 0 w 20"/>
                <a:gd name="T5" fmla="*/ 0 h 24"/>
                <a:gd name="T6" fmla="*/ 20 w 20"/>
                <a:gd name="T7" fmla="*/ 0 h 24"/>
                <a:gd name="T8" fmla="*/ 20 w 20"/>
                <a:gd name="T9" fmla="*/ 4 h 24"/>
                <a:gd name="T10" fmla="*/ 14 w 20"/>
                <a:gd name="T11" fmla="*/ 4 h 24"/>
                <a:gd name="T12" fmla="*/ 14 w 20"/>
                <a:gd name="T13" fmla="*/ 24 h 24"/>
                <a:gd name="T14" fmla="*/ 8 w 20"/>
                <a:gd name="T15" fmla="*/ 24 h 24"/>
                <a:gd name="T16" fmla="*/ 8 w 20"/>
                <a:gd name="T17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24">
                  <a:moveTo>
                    <a:pt x="8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"/>
                  </a:lnTo>
                  <a:lnTo>
                    <a:pt x="14" y="4"/>
                  </a:lnTo>
                  <a:lnTo>
                    <a:pt x="14" y="24"/>
                  </a:lnTo>
                  <a:lnTo>
                    <a:pt x="8" y="24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7" name="Rectangle 2126"/>
            <p:cNvSpPr>
              <a:spLocks noChangeArrowheads="1"/>
            </p:cNvSpPr>
            <p:nvPr/>
          </p:nvSpPr>
          <p:spPr bwMode="auto">
            <a:xfrm>
              <a:off x="3125" y="2033"/>
              <a:ext cx="5" cy="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8" name="Freeform 2127"/>
            <p:cNvSpPr>
              <a:spLocks noEditPoints="1"/>
            </p:cNvSpPr>
            <p:nvPr/>
          </p:nvSpPr>
          <p:spPr bwMode="auto">
            <a:xfrm>
              <a:off x="3135" y="2032"/>
              <a:ext cx="26" cy="25"/>
            </a:xfrm>
            <a:custGeom>
              <a:avLst/>
              <a:gdLst>
                <a:gd name="T0" fmla="*/ 0 w 26"/>
                <a:gd name="T1" fmla="*/ 13 h 25"/>
                <a:gd name="T2" fmla="*/ 0 w 26"/>
                <a:gd name="T3" fmla="*/ 8 h 25"/>
                <a:gd name="T4" fmla="*/ 4 w 26"/>
                <a:gd name="T5" fmla="*/ 4 h 25"/>
                <a:gd name="T6" fmla="*/ 8 w 26"/>
                <a:gd name="T7" fmla="*/ 1 h 25"/>
                <a:gd name="T8" fmla="*/ 12 w 26"/>
                <a:gd name="T9" fmla="*/ 0 h 25"/>
                <a:gd name="T10" fmla="*/ 18 w 26"/>
                <a:gd name="T11" fmla="*/ 1 h 25"/>
                <a:gd name="T12" fmla="*/ 22 w 26"/>
                <a:gd name="T13" fmla="*/ 4 h 25"/>
                <a:gd name="T14" fmla="*/ 25 w 26"/>
                <a:gd name="T15" fmla="*/ 8 h 25"/>
                <a:gd name="T16" fmla="*/ 26 w 26"/>
                <a:gd name="T17" fmla="*/ 13 h 25"/>
                <a:gd name="T18" fmla="*/ 25 w 26"/>
                <a:gd name="T19" fmla="*/ 19 h 25"/>
                <a:gd name="T20" fmla="*/ 22 w 26"/>
                <a:gd name="T21" fmla="*/ 23 h 25"/>
                <a:gd name="T22" fmla="*/ 18 w 26"/>
                <a:gd name="T23" fmla="*/ 25 h 25"/>
                <a:gd name="T24" fmla="*/ 12 w 26"/>
                <a:gd name="T25" fmla="*/ 25 h 25"/>
                <a:gd name="T26" fmla="*/ 8 w 26"/>
                <a:gd name="T27" fmla="*/ 25 h 25"/>
                <a:gd name="T28" fmla="*/ 4 w 26"/>
                <a:gd name="T29" fmla="*/ 23 h 25"/>
                <a:gd name="T30" fmla="*/ 0 w 26"/>
                <a:gd name="T31" fmla="*/ 19 h 25"/>
                <a:gd name="T32" fmla="*/ 0 w 26"/>
                <a:gd name="T33" fmla="*/ 13 h 25"/>
                <a:gd name="T34" fmla="*/ 6 w 26"/>
                <a:gd name="T35" fmla="*/ 13 h 25"/>
                <a:gd name="T36" fmla="*/ 6 w 26"/>
                <a:gd name="T37" fmla="*/ 16 h 25"/>
                <a:gd name="T38" fmla="*/ 7 w 26"/>
                <a:gd name="T39" fmla="*/ 19 h 25"/>
                <a:gd name="T40" fmla="*/ 10 w 26"/>
                <a:gd name="T41" fmla="*/ 20 h 25"/>
                <a:gd name="T42" fmla="*/ 12 w 26"/>
                <a:gd name="T43" fmla="*/ 21 h 25"/>
                <a:gd name="T44" fmla="*/ 17 w 26"/>
                <a:gd name="T45" fmla="*/ 20 h 25"/>
                <a:gd name="T46" fmla="*/ 19 w 26"/>
                <a:gd name="T47" fmla="*/ 19 h 25"/>
                <a:gd name="T48" fmla="*/ 21 w 26"/>
                <a:gd name="T49" fmla="*/ 16 h 25"/>
                <a:gd name="T50" fmla="*/ 21 w 26"/>
                <a:gd name="T51" fmla="*/ 13 h 25"/>
                <a:gd name="T52" fmla="*/ 21 w 26"/>
                <a:gd name="T53" fmla="*/ 9 h 25"/>
                <a:gd name="T54" fmla="*/ 19 w 26"/>
                <a:gd name="T55" fmla="*/ 8 h 25"/>
                <a:gd name="T56" fmla="*/ 17 w 26"/>
                <a:gd name="T57" fmla="*/ 5 h 25"/>
                <a:gd name="T58" fmla="*/ 12 w 26"/>
                <a:gd name="T59" fmla="*/ 5 h 25"/>
                <a:gd name="T60" fmla="*/ 10 w 26"/>
                <a:gd name="T61" fmla="*/ 5 h 25"/>
                <a:gd name="T62" fmla="*/ 7 w 26"/>
                <a:gd name="T63" fmla="*/ 8 h 25"/>
                <a:gd name="T64" fmla="*/ 6 w 26"/>
                <a:gd name="T65" fmla="*/ 9 h 25"/>
                <a:gd name="T66" fmla="*/ 6 w 26"/>
                <a:gd name="T67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" h="25">
                  <a:moveTo>
                    <a:pt x="0" y="13"/>
                  </a:moveTo>
                  <a:lnTo>
                    <a:pt x="0" y="13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lnTo>
                    <a:pt x="8" y="1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8" y="1"/>
                  </a:lnTo>
                  <a:lnTo>
                    <a:pt x="18" y="1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6" y="13"/>
                  </a:lnTo>
                  <a:lnTo>
                    <a:pt x="26" y="13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2" y="23"/>
                  </a:lnTo>
                  <a:lnTo>
                    <a:pt x="22" y="23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2" y="25"/>
                  </a:lnTo>
                  <a:lnTo>
                    <a:pt x="12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0" y="13"/>
                  </a:lnTo>
                  <a:close/>
                  <a:moveTo>
                    <a:pt x="6" y="13"/>
                  </a:moveTo>
                  <a:lnTo>
                    <a:pt x="6" y="13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10" y="20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3"/>
                  </a:lnTo>
                  <a:lnTo>
                    <a:pt x="21" y="13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7" y="8"/>
                  </a:lnTo>
                  <a:lnTo>
                    <a:pt x="7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9" name="Freeform 2128"/>
            <p:cNvSpPr>
              <a:spLocks/>
            </p:cNvSpPr>
            <p:nvPr/>
          </p:nvSpPr>
          <p:spPr bwMode="auto">
            <a:xfrm>
              <a:off x="3166" y="2033"/>
              <a:ext cx="23" cy="24"/>
            </a:xfrm>
            <a:custGeom>
              <a:avLst/>
              <a:gdLst>
                <a:gd name="T0" fmla="*/ 0 w 23"/>
                <a:gd name="T1" fmla="*/ 0 h 24"/>
                <a:gd name="T2" fmla="*/ 8 w 23"/>
                <a:gd name="T3" fmla="*/ 0 h 24"/>
                <a:gd name="T4" fmla="*/ 18 w 23"/>
                <a:gd name="T5" fmla="*/ 16 h 24"/>
                <a:gd name="T6" fmla="*/ 18 w 23"/>
                <a:gd name="T7" fmla="*/ 16 h 24"/>
                <a:gd name="T8" fmla="*/ 18 w 23"/>
                <a:gd name="T9" fmla="*/ 0 h 24"/>
                <a:gd name="T10" fmla="*/ 23 w 23"/>
                <a:gd name="T11" fmla="*/ 0 h 24"/>
                <a:gd name="T12" fmla="*/ 23 w 23"/>
                <a:gd name="T13" fmla="*/ 24 h 24"/>
                <a:gd name="T14" fmla="*/ 17 w 23"/>
                <a:gd name="T15" fmla="*/ 24 h 24"/>
                <a:gd name="T16" fmla="*/ 6 w 23"/>
                <a:gd name="T17" fmla="*/ 7 h 24"/>
                <a:gd name="T18" fmla="*/ 6 w 23"/>
                <a:gd name="T19" fmla="*/ 7 h 24"/>
                <a:gd name="T20" fmla="*/ 6 w 23"/>
                <a:gd name="T21" fmla="*/ 24 h 24"/>
                <a:gd name="T22" fmla="*/ 0 w 23"/>
                <a:gd name="T23" fmla="*/ 24 h 24"/>
                <a:gd name="T24" fmla="*/ 0 w 23"/>
                <a:gd name="T2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" h="24">
                  <a:moveTo>
                    <a:pt x="0" y="0"/>
                  </a:moveTo>
                  <a:lnTo>
                    <a:pt x="8" y="0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18" y="0"/>
                  </a:lnTo>
                  <a:lnTo>
                    <a:pt x="23" y="0"/>
                  </a:lnTo>
                  <a:lnTo>
                    <a:pt x="23" y="24"/>
                  </a:lnTo>
                  <a:lnTo>
                    <a:pt x="17" y="24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24"/>
                  </a:lnTo>
                  <a:lnTo>
                    <a:pt x="0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0" name="Freeform 2129"/>
            <p:cNvSpPr>
              <a:spLocks noEditPoints="1"/>
            </p:cNvSpPr>
            <p:nvPr/>
          </p:nvSpPr>
          <p:spPr bwMode="auto">
            <a:xfrm>
              <a:off x="3053" y="1922"/>
              <a:ext cx="62" cy="91"/>
            </a:xfrm>
            <a:custGeom>
              <a:avLst/>
              <a:gdLst>
                <a:gd name="T0" fmla="*/ 0 w 62"/>
                <a:gd name="T1" fmla="*/ 45 h 91"/>
                <a:gd name="T2" fmla="*/ 1 w 62"/>
                <a:gd name="T3" fmla="*/ 27 h 91"/>
                <a:gd name="T4" fmla="*/ 3 w 62"/>
                <a:gd name="T5" fmla="*/ 21 h 91"/>
                <a:gd name="T6" fmla="*/ 5 w 62"/>
                <a:gd name="T7" fmla="*/ 15 h 91"/>
                <a:gd name="T8" fmla="*/ 12 w 62"/>
                <a:gd name="T9" fmla="*/ 7 h 91"/>
                <a:gd name="T10" fmla="*/ 19 w 62"/>
                <a:gd name="T11" fmla="*/ 3 h 91"/>
                <a:gd name="T12" fmla="*/ 26 w 62"/>
                <a:gd name="T13" fmla="*/ 0 h 91"/>
                <a:gd name="T14" fmla="*/ 31 w 62"/>
                <a:gd name="T15" fmla="*/ 0 h 91"/>
                <a:gd name="T16" fmla="*/ 36 w 62"/>
                <a:gd name="T17" fmla="*/ 0 h 91"/>
                <a:gd name="T18" fmla="*/ 43 w 62"/>
                <a:gd name="T19" fmla="*/ 3 h 91"/>
                <a:gd name="T20" fmla="*/ 50 w 62"/>
                <a:gd name="T21" fmla="*/ 7 h 91"/>
                <a:gd name="T22" fmla="*/ 54 w 62"/>
                <a:gd name="T23" fmla="*/ 11 h 91"/>
                <a:gd name="T24" fmla="*/ 57 w 62"/>
                <a:gd name="T25" fmla="*/ 15 h 91"/>
                <a:gd name="T26" fmla="*/ 61 w 62"/>
                <a:gd name="T27" fmla="*/ 27 h 91"/>
                <a:gd name="T28" fmla="*/ 62 w 62"/>
                <a:gd name="T29" fmla="*/ 36 h 91"/>
                <a:gd name="T30" fmla="*/ 62 w 62"/>
                <a:gd name="T31" fmla="*/ 45 h 91"/>
                <a:gd name="T32" fmla="*/ 61 w 62"/>
                <a:gd name="T33" fmla="*/ 63 h 91"/>
                <a:gd name="T34" fmla="*/ 59 w 62"/>
                <a:gd name="T35" fmla="*/ 69 h 91"/>
                <a:gd name="T36" fmla="*/ 57 w 62"/>
                <a:gd name="T37" fmla="*/ 76 h 91"/>
                <a:gd name="T38" fmla="*/ 50 w 62"/>
                <a:gd name="T39" fmla="*/ 84 h 91"/>
                <a:gd name="T40" fmla="*/ 43 w 62"/>
                <a:gd name="T41" fmla="*/ 88 h 91"/>
                <a:gd name="T42" fmla="*/ 36 w 62"/>
                <a:gd name="T43" fmla="*/ 90 h 91"/>
                <a:gd name="T44" fmla="*/ 31 w 62"/>
                <a:gd name="T45" fmla="*/ 91 h 91"/>
                <a:gd name="T46" fmla="*/ 26 w 62"/>
                <a:gd name="T47" fmla="*/ 90 h 91"/>
                <a:gd name="T48" fmla="*/ 19 w 62"/>
                <a:gd name="T49" fmla="*/ 88 h 91"/>
                <a:gd name="T50" fmla="*/ 12 w 62"/>
                <a:gd name="T51" fmla="*/ 84 h 91"/>
                <a:gd name="T52" fmla="*/ 8 w 62"/>
                <a:gd name="T53" fmla="*/ 80 h 91"/>
                <a:gd name="T54" fmla="*/ 5 w 62"/>
                <a:gd name="T55" fmla="*/ 76 h 91"/>
                <a:gd name="T56" fmla="*/ 1 w 62"/>
                <a:gd name="T57" fmla="*/ 63 h 91"/>
                <a:gd name="T58" fmla="*/ 0 w 62"/>
                <a:gd name="T59" fmla="*/ 56 h 91"/>
                <a:gd name="T60" fmla="*/ 0 w 62"/>
                <a:gd name="T61" fmla="*/ 45 h 91"/>
                <a:gd name="T62" fmla="*/ 15 w 62"/>
                <a:gd name="T63" fmla="*/ 45 h 91"/>
                <a:gd name="T64" fmla="*/ 15 w 62"/>
                <a:gd name="T65" fmla="*/ 54 h 91"/>
                <a:gd name="T66" fmla="*/ 18 w 62"/>
                <a:gd name="T67" fmla="*/ 65 h 91"/>
                <a:gd name="T68" fmla="*/ 22 w 62"/>
                <a:gd name="T69" fmla="*/ 73 h 91"/>
                <a:gd name="T70" fmla="*/ 26 w 62"/>
                <a:gd name="T71" fmla="*/ 76 h 91"/>
                <a:gd name="T72" fmla="*/ 31 w 62"/>
                <a:gd name="T73" fmla="*/ 76 h 91"/>
                <a:gd name="T74" fmla="*/ 40 w 62"/>
                <a:gd name="T75" fmla="*/ 73 h 91"/>
                <a:gd name="T76" fmla="*/ 43 w 62"/>
                <a:gd name="T77" fmla="*/ 69 h 91"/>
                <a:gd name="T78" fmla="*/ 45 w 62"/>
                <a:gd name="T79" fmla="*/ 65 h 91"/>
                <a:gd name="T80" fmla="*/ 47 w 62"/>
                <a:gd name="T81" fmla="*/ 54 h 91"/>
                <a:gd name="T82" fmla="*/ 47 w 62"/>
                <a:gd name="T83" fmla="*/ 45 h 91"/>
                <a:gd name="T84" fmla="*/ 47 w 62"/>
                <a:gd name="T85" fmla="*/ 36 h 91"/>
                <a:gd name="T86" fmla="*/ 45 w 62"/>
                <a:gd name="T87" fmla="*/ 26 h 91"/>
                <a:gd name="T88" fmla="*/ 40 w 62"/>
                <a:gd name="T89" fmla="*/ 18 h 91"/>
                <a:gd name="T90" fmla="*/ 36 w 62"/>
                <a:gd name="T91" fmla="*/ 15 h 91"/>
                <a:gd name="T92" fmla="*/ 31 w 62"/>
                <a:gd name="T93" fmla="*/ 14 h 91"/>
                <a:gd name="T94" fmla="*/ 22 w 62"/>
                <a:gd name="T95" fmla="*/ 18 h 91"/>
                <a:gd name="T96" fmla="*/ 19 w 62"/>
                <a:gd name="T97" fmla="*/ 22 h 91"/>
                <a:gd name="T98" fmla="*/ 18 w 62"/>
                <a:gd name="T99" fmla="*/ 26 h 91"/>
                <a:gd name="T100" fmla="*/ 15 w 62"/>
                <a:gd name="T101" fmla="*/ 36 h 91"/>
                <a:gd name="T102" fmla="*/ 15 w 62"/>
                <a:gd name="T103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2" h="91">
                  <a:moveTo>
                    <a:pt x="0" y="45"/>
                  </a:moveTo>
                  <a:lnTo>
                    <a:pt x="0" y="45"/>
                  </a:lnTo>
                  <a:lnTo>
                    <a:pt x="0" y="36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21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8" y="11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4" y="11"/>
                  </a:lnTo>
                  <a:lnTo>
                    <a:pt x="57" y="15"/>
                  </a:lnTo>
                  <a:lnTo>
                    <a:pt x="57" y="15"/>
                  </a:lnTo>
                  <a:lnTo>
                    <a:pt x="59" y="21"/>
                  </a:lnTo>
                  <a:lnTo>
                    <a:pt x="61" y="27"/>
                  </a:lnTo>
                  <a:lnTo>
                    <a:pt x="61" y="27"/>
                  </a:lnTo>
                  <a:lnTo>
                    <a:pt x="62" y="36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2" y="56"/>
                  </a:lnTo>
                  <a:lnTo>
                    <a:pt x="61" y="63"/>
                  </a:lnTo>
                  <a:lnTo>
                    <a:pt x="61" y="63"/>
                  </a:lnTo>
                  <a:lnTo>
                    <a:pt x="59" y="69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4" y="80"/>
                  </a:lnTo>
                  <a:lnTo>
                    <a:pt x="50" y="84"/>
                  </a:lnTo>
                  <a:lnTo>
                    <a:pt x="50" y="84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1" y="91"/>
                  </a:lnTo>
                  <a:lnTo>
                    <a:pt x="31" y="91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2" y="84"/>
                  </a:lnTo>
                  <a:lnTo>
                    <a:pt x="12" y="84"/>
                  </a:lnTo>
                  <a:lnTo>
                    <a:pt x="8" y="80"/>
                  </a:lnTo>
                  <a:lnTo>
                    <a:pt x="5" y="76"/>
                  </a:lnTo>
                  <a:lnTo>
                    <a:pt x="5" y="76"/>
                  </a:lnTo>
                  <a:lnTo>
                    <a:pt x="3" y="69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0" y="56"/>
                  </a:lnTo>
                  <a:lnTo>
                    <a:pt x="0" y="45"/>
                  </a:lnTo>
                  <a:lnTo>
                    <a:pt x="0" y="45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5" y="54"/>
                  </a:lnTo>
                  <a:lnTo>
                    <a:pt x="15" y="54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19" y="6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6" y="76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6" y="76"/>
                  </a:lnTo>
                  <a:lnTo>
                    <a:pt x="40" y="73"/>
                  </a:lnTo>
                  <a:lnTo>
                    <a:pt x="40" y="73"/>
                  </a:lnTo>
                  <a:lnTo>
                    <a:pt x="43" y="69"/>
                  </a:lnTo>
                  <a:lnTo>
                    <a:pt x="45" y="65"/>
                  </a:lnTo>
                  <a:lnTo>
                    <a:pt x="45" y="65"/>
                  </a:lnTo>
                  <a:lnTo>
                    <a:pt x="47" y="54"/>
                  </a:lnTo>
                  <a:lnTo>
                    <a:pt x="47" y="54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47" y="36"/>
                  </a:lnTo>
                  <a:lnTo>
                    <a:pt x="47" y="36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3" y="22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15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26" y="15"/>
                  </a:lnTo>
                  <a:lnTo>
                    <a:pt x="22" y="18"/>
                  </a:lnTo>
                  <a:lnTo>
                    <a:pt x="22" y="18"/>
                  </a:lnTo>
                  <a:lnTo>
                    <a:pt x="19" y="22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1" name="Freeform 2130"/>
            <p:cNvSpPr>
              <a:spLocks/>
            </p:cNvSpPr>
            <p:nvPr/>
          </p:nvSpPr>
          <p:spPr bwMode="auto">
            <a:xfrm>
              <a:off x="3133" y="1924"/>
              <a:ext cx="59" cy="89"/>
            </a:xfrm>
            <a:custGeom>
              <a:avLst/>
              <a:gdLst>
                <a:gd name="T0" fmla="*/ 21 w 59"/>
                <a:gd name="T1" fmla="*/ 13 h 89"/>
                <a:gd name="T2" fmla="*/ 20 w 59"/>
                <a:gd name="T3" fmla="*/ 31 h 89"/>
                <a:gd name="T4" fmla="*/ 25 w 59"/>
                <a:gd name="T5" fmla="*/ 29 h 89"/>
                <a:gd name="T6" fmla="*/ 29 w 59"/>
                <a:gd name="T7" fmla="*/ 29 h 89"/>
                <a:gd name="T8" fmla="*/ 41 w 59"/>
                <a:gd name="T9" fmla="*/ 32 h 89"/>
                <a:gd name="T10" fmla="*/ 47 w 59"/>
                <a:gd name="T11" fmla="*/ 34 h 89"/>
                <a:gd name="T12" fmla="*/ 51 w 59"/>
                <a:gd name="T13" fmla="*/ 38 h 89"/>
                <a:gd name="T14" fmla="*/ 56 w 59"/>
                <a:gd name="T15" fmla="*/ 47 h 89"/>
                <a:gd name="T16" fmla="*/ 58 w 59"/>
                <a:gd name="T17" fmla="*/ 52 h 89"/>
                <a:gd name="T18" fmla="*/ 59 w 59"/>
                <a:gd name="T19" fmla="*/ 58 h 89"/>
                <a:gd name="T20" fmla="*/ 56 w 59"/>
                <a:gd name="T21" fmla="*/ 71 h 89"/>
                <a:gd name="T22" fmla="*/ 54 w 59"/>
                <a:gd name="T23" fmla="*/ 77 h 89"/>
                <a:gd name="T24" fmla="*/ 50 w 59"/>
                <a:gd name="T25" fmla="*/ 81 h 89"/>
                <a:gd name="T26" fmla="*/ 40 w 59"/>
                <a:gd name="T27" fmla="*/ 86 h 89"/>
                <a:gd name="T28" fmla="*/ 33 w 59"/>
                <a:gd name="T29" fmla="*/ 88 h 89"/>
                <a:gd name="T30" fmla="*/ 27 w 59"/>
                <a:gd name="T31" fmla="*/ 89 h 89"/>
                <a:gd name="T32" fmla="*/ 9 w 59"/>
                <a:gd name="T33" fmla="*/ 83 h 89"/>
                <a:gd name="T34" fmla="*/ 6 w 59"/>
                <a:gd name="T35" fmla="*/ 81 h 89"/>
                <a:gd name="T36" fmla="*/ 0 w 59"/>
                <a:gd name="T37" fmla="*/ 69 h 89"/>
                <a:gd name="T38" fmla="*/ 14 w 59"/>
                <a:gd name="T39" fmla="*/ 65 h 89"/>
                <a:gd name="T40" fmla="*/ 20 w 59"/>
                <a:gd name="T41" fmla="*/ 71 h 89"/>
                <a:gd name="T42" fmla="*/ 24 w 59"/>
                <a:gd name="T43" fmla="*/ 74 h 89"/>
                <a:gd name="T44" fmla="*/ 29 w 59"/>
                <a:gd name="T45" fmla="*/ 74 h 89"/>
                <a:gd name="T46" fmla="*/ 35 w 59"/>
                <a:gd name="T47" fmla="*/ 74 h 89"/>
                <a:gd name="T48" fmla="*/ 40 w 59"/>
                <a:gd name="T49" fmla="*/ 70 h 89"/>
                <a:gd name="T50" fmla="*/ 43 w 59"/>
                <a:gd name="T51" fmla="*/ 66 h 89"/>
                <a:gd name="T52" fmla="*/ 44 w 59"/>
                <a:gd name="T53" fmla="*/ 59 h 89"/>
                <a:gd name="T54" fmla="*/ 43 w 59"/>
                <a:gd name="T55" fmla="*/ 52 h 89"/>
                <a:gd name="T56" fmla="*/ 40 w 59"/>
                <a:gd name="T57" fmla="*/ 48 h 89"/>
                <a:gd name="T58" fmla="*/ 37 w 59"/>
                <a:gd name="T59" fmla="*/ 47 h 89"/>
                <a:gd name="T60" fmla="*/ 31 w 59"/>
                <a:gd name="T61" fmla="*/ 44 h 89"/>
                <a:gd name="T62" fmla="*/ 24 w 59"/>
                <a:gd name="T63" fmla="*/ 43 h 89"/>
                <a:gd name="T64" fmla="*/ 14 w 59"/>
                <a:gd name="T65" fmla="*/ 44 h 89"/>
                <a:gd name="T66" fmla="*/ 6 w 59"/>
                <a:gd name="T67" fmla="*/ 0 h 89"/>
                <a:gd name="T68" fmla="*/ 56 w 59"/>
                <a:gd name="T69" fmla="*/ 1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9" h="89">
                  <a:moveTo>
                    <a:pt x="56" y="13"/>
                  </a:moveTo>
                  <a:lnTo>
                    <a:pt x="21" y="13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25" y="29"/>
                  </a:lnTo>
                  <a:lnTo>
                    <a:pt x="25" y="29"/>
                  </a:lnTo>
                  <a:lnTo>
                    <a:pt x="29" y="29"/>
                  </a:lnTo>
                  <a:lnTo>
                    <a:pt x="29" y="29"/>
                  </a:lnTo>
                  <a:lnTo>
                    <a:pt x="36" y="29"/>
                  </a:lnTo>
                  <a:lnTo>
                    <a:pt x="41" y="32"/>
                  </a:lnTo>
                  <a:lnTo>
                    <a:pt x="41" y="32"/>
                  </a:lnTo>
                  <a:lnTo>
                    <a:pt x="47" y="34"/>
                  </a:lnTo>
                  <a:lnTo>
                    <a:pt x="51" y="38"/>
                  </a:lnTo>
                  <a:lnTo>
                    <a:pt x="51" y="38"/>
                  </a:lnTo>
                  <a:lnTo>
                    <a:pt x="54" y="42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8" y="52"/>
                  </a:lnTo>
                  <a:lnTo>
                    <a:pt x="59" y="58"/>
                  </a:lnTo>
                  <a:lnTo>
                    <a:pt x="59" y="58"/>
                  </a:lnTo>
                  <a:lnTo>
                    <a:pt x="58" y="65"/>
                  </a:lnTo>
                  <a:lnTo>
                    <a:pt x="56" y="71"/>
                  </a:lnTo>
                  <a:lnTo>
                    <a:pt x="56" y="71"/>
                  </a:lnTo>
                  <a:lnTo>
                    <a:pt x="54" y="77"/>
                  </a:lnTo>
                  <a:lnTo>
                    <a:pt x="50" y="81"/>
                  </a:lnTo>
                  <a:lnTo>
                    <a:pt x="50" y="81"/>
                  </a:lnTo>
                  <a:lnTo>
                    <a:pt x="46" y="83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3" y="88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17" y="88"/>
                  </a:lnTo>
                  <a:lnTo>
                    <a:pt x="9" y="83"/>
                  </a:lnTo>
                  <a:lnTo>
                    <a:pt x="9" y="83"/>
                  </a:lnTo>
                  <a:lnTo>
                    <a:pt x="6" y="81"/>
                  </a:lnTo>
                  <a:lnTo>
                    <a:pt x="4" y="78"/>
                  </a:lnTo>
                  <a:lnTo>
                    <a:pt x="0" y="69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7" y="69"/>
                  </a:lnTo>
                  <a:lnTo>
                    <a:pt x="20" y="71"/>
                  </a:lnTo>
                  <a:lnTo>
                    <a:pt x="20" y="71"/>
                  </a:lnTo>
                  <a:lnTo>
                    <a:pt x="24" y="74"/>
                  </a:lnTo>
                  <a:lnTo>
                    <a:pt x="29" y="74"/>
                  </a:lnTo>
                  <a:lnTo>
                    <a:pt x="29" y="74"/>
                  </a:lnTo>
                  <a:lnTo>
                    <a:pt x="35" y="74"/>
                  </a:lnTo>
                  <a:lnTo>
                    <a:pt x="35" y="74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55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0" y="48"/>
                  </a:lnTo>
                  <a:lnTo>
                    <a:pt x="37" y="47"/>
                  </a:lnTo>
                  <a:lnTo>
                    <a:pt x="37" y="47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14" y="44"/>
                  </a:lnTo>
                  <a:lnTo>
                    <a:pt x="14" y="44"/>
                  </a:lnTo>
                  <a:lnTo>
                    <a:pt x="5" y="47"/>
                  </a:lnTo>
                  <a:lnTo>
                    <a:pt x="6" y="0"/>
                  </a:lnTo>
                  <a:lnTo>
                    <a:pt x="56" y="0"/>
                  </a:lnTo>
                  <a:lnTo>
                    <a:pt x="56" y="13"/>
                  </a:lnTo>
                  <a:close/>
                </a:path>
              </a:pathLst>
            </a:custGeom>
            <a:solidFill>
              <a:srgbClr val="D92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2" name="Freeform 2131"/>
            <p:cNvSpPr>
              <a:spLocks noEditPoints="1"/>
            </p:cNvSpPr>
            <p:nvPr/>
          </p:nvSpPr>
          <p:spPr bwMode="auto">
            <a:xfrm>
              <a:off x="3926" y="2892"/>
              <a:ext cx="11" cy="17"/>
            </a:xfrm>
            <a:custGeom>
              <a:avLst/>
              <a:gdLst>
                <a:gd name="T0" fmla="*/ 0 w 11"/>
                <a:gd name="T1" fmla="*/ 0 h 17"/>
                <a:gd name="T2" fmla="*/ 0 w 11"/>
                <a:gd name="T3" fmla="*/ 0 h 17"/>
                <a:gd name="T4" fmla="*/ 4 w 11"/>
                <a:gd name="T5" fmla="*/ 0 h 17"/>
                <a:gd name="T6" fmla="*/ 4 w 11"/>
                <a:gd name="T7" fmla="*/ 0 h 17"/>
                <a:gd name="T8" fmla="*/ 7 w 11"/>
                <a:gd name="T9" fmla="*/ 0 h 17"/>
                <a:gd name="T10" fmla="*/ 10 w 11"/>
                <a:gd name="T11" fmla="*/ 1 h 17"/>
                <a:gd name="T12" fmla="*/ 10 w 11"/>
                <a:gd name="T13" fmla="*/ 1 h 17"/>
                <a:gd name="T14" fmla="*/ 11 w 11"/>
                <a:gd name="T15" fmla="*/ 2 h 17"/>
                <a:gd name="T16" fmla="*/ 11 w 11"/>
                <a:gd name="T17" fmla="*/ 5 h 17"/>
                <a:gd name="T18" fmla="*/ 11 w 11"/>
                <a:gd name="T19" fmla="*/ 5 h 17"/>
                <a:gd name="T20" fmla="*/ 11 w 11"/>
                <a:gd name="T21" fmla="*/ 6 h 17"/>
                <a:gd name="T22" fmla="*/ 10 w 11"/>
                <a:gd name="T23" fmla="*/ 9 h 17"/>
                <a:gd name="T24" fmla="*/ 10 w 11"/>
                <a:gd name="T25" fmla="*/ 9 h 17"/>
                <a:gd name="T26" fmla="*/ 7 w 11"/>
                <a:gd name="T27" fmla="*/ 11 h 17"/>
                <a:gd name="T28" fmla="*/ 4 w 11"/>
                <a:gd name="T29" fmla="*/ 11 h 17"/>
                <a:gd name="T30" fmla="*/ 4 w 11"/>
                <a:gd name="T31" fmla="*/ 11 h 17"/>
                <a:gd name="T32" fmla="*/ 2 w 11"/>
                <a:gd name="T33" fmla="*/ 11 h 17"/>
                <a:gd name="T34" fmla="*/ 2 w 11"/>
                <a:gd name="T35" fmla="*/ 17 h 17"/>
                <a:gd name="T36" fmla="*/ 0 w 11"/>
                <a:gd name="T37" fmla="*/ 17 h 17"/>
                <a:gd name="T38" fmla="*/ 0 w 11"/>
                <a:gd name="T39" fmla="*/ 0 h 17"/>
                <a:gd name="T40" fmla="*/ 2 w 11"/>
                <a:gd name="T41" fmla="*/ 8 h 17"/>
                <a:gd name="T42" fmla="*/ 2 w 11"/>
                <a:gd name="T43" fmla="*/ 8 h 17"/>
                <a:gd name="T44" fmla="*/ 4 w 11"/>
                <a:gd name="T45" fmla="*/ 9 h 17"/>
                <a:gd name="T46" fmla="*/ 4 w 11"/>
                <a:gd name="T47" fmla="*/ 9 h 17"/>
                <a:gd name="T48" fmla="*/ 7 w 11"/>
                <a:gd name="T49" fmla="*/ 8 h 17"/>
                <a:gd name="T50" fmla="*/ 9 w 11"/>
                <a:gd name="T51" fmla="*/ 5 h 17"/>
                <a:gd name="T52" fmla="*/ 9 w 11"/>
                <a:gd name="T53" fmla="*/ 5 h 17"/>
                <a:gd name="T54" fmla="*/ 7 w 11"/>
                <a:gd name="T55" fmla="*/ 2 h 17"/>
                <a:gd name="T56" fmla="*/ 4 w 11"/>
                <a:gd name="T57" fmla="*/ 1 h 17"/>
                <a:gd name="T58" fmla="*/ 4 w 11"/>
                <a:gd name="T59" fmla="*/ 1 h 17"/>
                <a:gd name="T60" fmla="*/ 2 w 11"/>
                <a:gd name="T61" fmla="*/ 1 h 17"/>
                <a:gd name="T62" fmla="*/ 2 w 11"/>
                <a:gd name="T63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" h="17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6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7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0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8"/>
                  </a:lnTo>
                  <a:lnTo>
                    <a:pt x="9" y="5"/>
                  </a:lnTo>
                  <a:lnTo>
                    <a:pt x="9" y="5"/>
                  </a:lnTo>
                  <a:lnTo>
                    <a:pt x="7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3" name="Freeform 2132"/>
            <p:cNvSpPr>
              <a:spLocks noEditPoints="1"/>
            </p:cNvSpPr>
            <p:nvPr/>
          </p:nvSpPr>
          <p:spPr bwMode="auto">
            <a:xfrm>
              <a:off x="3939" y="2896"/>
              <a:ext cx="10" cy="13"/>
            </a:xfrm>
            <a:custGeom>
              <a:avLst/>
              <a:gdLst>
                <a:gd name="T0" fmla="*/ 2 w 10"/>
                <a:gd name="T1" fmla="*/ 8 h 13"/>
                <a:gd name="T2" fmla="*/ 2 w 10"/>
                <a:gd name="T3" fmla="*/ 8 h 13"/>
                <a:gd name="T4" fmla="*/ 2 w 10"/>
                <a:gd name="T5" fmla="*/ 9 h 13"/>
                <a:gd name="T6" fmla="*/ 4 w 10"/>
                <a:gd name="T7" fmla="*/ 11 h 13"/>
                <a:gd name="T8" fmla="*/ 6 w 10"/>
                <a:gd name="T9" fmla="*/ 12 h 13"/>
                <a:gd name="T10" fmla="*/ 6 w 10"/>
                <a:gd name="T11" fmla="*/ 12 h 13"/>
                <a:gd name="T12" fmla="*/ 10 w 10"/>
                <a:gd name="T13" fmla="*/ 12 h 13"/>
                <a:gd name="T14" fmla="*/ 10 w 10"/>
                <a:gd name="T15" fmla="*/ 13 h 13"/>
                <a:gd name="T16" fmla="*/ 10 w 10"/>
                <a:gd name="T17" fmla="*/ 13 h 13"/>
                <a:gd name="T18" fmla="*/ 6 w 10"/>
                <a:gd name="T19" fmla="*/ 13 h 13"/>
                <a:gd name="T20" fmla="*/ 6 w 10"/>
                <a:gd name="T21" fmla="*/ 13 h 13"/>
                <a:gd name="T22" fmla="*/ 4 w 10"/>
                <a:gd name="T23" fmla="*/ 13 h 13"/>
                <a:gd name="T24" fmla="*/ 1 w 10"/>
                <a:gd name="T25" fmla="*/ 12 h 13"/>
                <a:gd name="T26" fmla="*/ 0 w 10"/>
                <a:gd name="T27" fmla="*/ 11 h 13"/>
                <a:gd name="T28" fmla="*/ 0 w 10"/>
                <a:gd name="T29" fmla="*/ 8 h 13"/>
                <a:gd name="T30" fmla="*/ 0 w 10"/>
                <a:gd name="T31" fmla="*/ 8 h 13"/>
                <a:gd name="T32" fmla="*/ 0 w 10"/>
                <a:gd name="T33" fmla="*/ 5 h 13"/>
                <a:gd name="T34" fmla="*/ 1 w 10"/>
                <a:gd name="T35" fmla="*/ 2 h 13"/>
                <a:gd name="T36" fmla="*/ 4 w 10"/>
                <a:gd name="T37" fmla="*/ 1 h 13"/>
                <a:gd name="T38" fmla="*/ 5 w 10"/>
                <a:gd name="T39" fmla="*/ 0 h 13"/>
                <a:gd name="T40" fmla="*/ 5 w 10"/>
                <a:gd name="T41" fmla="*/ 0 h 13"/>
                <a:gd name="T42" fmla="*/ 8 w 10"/>
                <a:gd name="T43" fmla="*/ 1 h 13"/>
                <a:gd name="T44" fmla="*/ 10 w 10"/>
                <a:gd name="T45" fmla="*/ 2 h 13"/>
                <a:gd name="T46" fmla="*/ 10 w 10"/>
                <a:gd name="T47" fmla="*/ 7 h 13"/>
                <a:gd name="T48" fmla="*/ 10 w 10"/>
                <a:gd name="T49" fmla="*/ 8 h 13"/>
                <a:gd name="T50" fmla="*/ 2 w 10"/>
                <a:gd name="T51" fmla="*/ 8 h 13"/>
                <a:gd name="T52" fmla="*/ 9 w 10"/>
                <a:gd name="T53" fmla="*/ 5 h 13"/>
                <a:gd name="T54" fmla="*/ 9 w 10"/>
                <a:gd name="T55" fmla="*/ 5 h 13"/>
                <a:gd name="T56" fmla="*/ 8 w 10"/>
                <a:gd name="T57" fmla="*/ 4 h 13"/>
                <a:gd name="T58" fmla="*/ 8 w 10"/>
                <a:gd name="T59" fmla="*/ 2 h 13"/>
                <a:gd name="T60" fmla="*/ 5 w 10"/>
                <a:gd name="T61" fmla="*/ 2 h 13"/>
                <a:gd name="T62" fmla="*/ 5 w 10"/>
                <a:gd name="T63" fmla="*/ 2 h 13"/>
                <a:gd name="T64" fmla="*/ 2 w 10"/>
                <a:gd name="T65" fmla="*/ 4 h 13"/>
                <a:gd name="T66" fmla="*/ 2 w 10"/>
                <a:gd name="T67" fmla="*/ 5 h 13"/>
                <a:gd name="T68" fmla="*/ 9 w 10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" h="13">
                  <a:moveTo>
                    <a:pt x="2" y="8"/>
                  </a:moveTo>
                  <a:lnTo>
                    <a:pt x="2" y="8"/>
                  </a:lnTo>
                  <a:lnTo>
                    <a:pt x="2" y="9"/>
                  </a:lnTo>
                  <a:lnTo>
                    <a:pt x="4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0" y="7"/>
                  </a:lnTo>
                  <a:lnTo>
                    <a:pt x="10" y="8"/>
                  </a:lnTo>
                  <a:lnTo>
                    <a:pt x="2" y="8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8" y="4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2" y="5"/>
                  </a:lnTo>
                  <a:lnTo>
                    <a:pt x="9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4" name="Rectangle 2133"/>
            <p:cNvSpPr>
              <a:spLocks noChangeArrowheads="1"/>
            </p:cNvSpPr>
            <p:nvPr/>
          </p:nvSpPr>
          <p:spPr bwMode="auto">
            <a:xfrm>
              <a:off x="3953" y="2890"/>
              <a:ext cx="2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5" name="Rectangle 2134"/>
            <p:cNvSpPr>
              <a:spLocks noChangeArrowheads="1"/>
            </p:cNvSpPr>
            <p:nvPr/>
          </p:nvSpPr>
          <p:spPr bwMode="auto">
            <a:xfrm>
              <a:off x="3959" y="2890"/>
              <a:ext cx="3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6" name="Freeform 2135"/>
            <p:cNvSpPr>
              <a:spLocks noEditPoints="1"/>
            </p:cNvSpPr>
            <p:nvPr/>
          </p:nvSpPr>
          <p:spPr bwMode="auto">
            <a:xfrm>
              <a:off x="3964" y="2896"/>
              <a:ext cx="12" cy="13"/>
            </a:xfrm>
            <a:custGeom>
              <a:avLst/>
              <a:gdLst>
                <a:gd name="T0" fmla="*/ 3 w 12"/>
                <a:gd name="T1" fmla="*/ 8 h 13"/>
                <a:gd name="T2" fmla="*/ 3 w 12"/>
                <a:gd name="T3" fmla="*/ 8 h 13"/>
                <a:gd name="T4" fmla="*/ 3 w 12"/>
                <a:gd name="T5" fmla="*/ 9 h 13"/>
                <a:gd name="T6" fmla="*/ 4 w 12"/>
                <a:gd name="T7" fmla="*/ 11 h 13"/>
                <a:gd name="T8" fmla="*/ 7 w 12"/>
                <a:gd name="T9" fmla="*/ 12 h 13"/>
                <a:gd name="T10" fmla="*/ 7 w 12"/>
                <a:gd name="T11" fmla="*/ 12 h 13"/>
                <a:gd name="T12" fmla="*/ 11 w 12"/>
                <a:gd name="T13" fmla="*/ 12 h 13"/>
                <a:gd name="T14" fmla="*/ 11 w 12"/>
                <a:gd name="T15" fmla="*/ 13 h 13"/>
                <a:gd name="T16" fmla="*/ 11 w 12"/>
                <a:gd name="T17" fmla="*/ 13 h 13"/>
                <a:gd name="T18" fmla="*/ 7 w 12"/>
                <a:gd name="T19" fmla="*/ 13 h 13"/>
                <a:gd name="T20" fmla="*/ 7 w 12"/>
                <a:gd name="T21" fmla="*/ 13 h 13"/>
                <a:gd name="T22" fmla="*/ 4 w 12"/>
                <a:gd name="T23" fmla="*/ 13 h 13"/>
                <a:gd name="T24" fmla="*/ 2 w 12"/>
                <a:gd name="T25" fmla="*/ 12 h 13"/>
                <a:gd name="T26" fmla="*/ 2 w 12"/>
                <a:gd name="T27" fmla="*/ 11 h 13"/>
                <a:gd name="T28" fmla="*/ 0 w 12"/>
                <a:gd name="T29" fmla="*/ 8 h 13"/>
                <a:gd name="T30" fmla="*/ 0 w 12"/>
                <a:gd name="T31" fmla="*/ 8 h 13"/>
                <a:gd name="T32" fmla="*/ 2 w 12"/>
                <a:gd name="T33" fmla="*/ 5 h 13"/>
                <a:gd name="T34" fmla="*/ 2 w 12"/>
                <a:gd name="T35" fmla="*/ 2 h 13"/>
                <a:gd name="T36" fmla="*/ 4 w 12"/>
                <a:gd name="T37" fmla="*/ 1 h 13"/>
                <a:gd name="T38" fmla="*/ 7 w 12"/>
                <a:gd name="T39" fmla="*/ 0 h 13"/>
                <a:gd name="T40" fmla="*/ 7 w 12"/>
                <a:gd name="T41" fmla="*/ 0 h 13"/>
                <a:gd name="T42" fmla="*/ 10 w 12"/>
                <a:gd name="T43" fmla="*/ 1 h 13"/>
                <a:gd name="T44" fmla="*/ 11 w 12"/>
                <a:gd name="T45" fmla="*/ 2 h 13"/>
                <a:gd name="T46" fmla="*/ 12 w 12"/>
                <a:gd name="T47" fmla="*/ 7 h 13"/>
                <a:gd name="T48" fmla="*/ 12 w 12"/>
                <a:gd name="T49" fmla="*/ 8 h 13"/>
                <a:gd name="T50" fmla="*/ 3 w 12"/>
                <a:gd name="T51" fmla="*/ 8 h 13"/>
                <a:gd name="T52" fmla="*/ 10 w 12"/>
                <a:gd name="T53" fmla="*/ 5 h 13"/>
                <a:gd name="T54" fmla="*/ 10 w 12"/>
                <a:gd name="T55" fmla="*/ 5 h 13"/>
                <a:gd name="T56" fmla="*/ 10 w 12"/>
                <a:gd name="T57" fmla="*/ 4 h 13"/>
                <a:gd name="T58" fmla="*/ 8 w 12"/>
                <a:gd name="T59" fmla="*/ 2 h 13"/>
                <a:gd name="T60" fmla="*/ 7 w 12"/>
                <a:gd name="T61" fmla="*/ 2 h 13"/>
                <a:gd name="T62" fmla="*/ 7 w 12"/>
                <a:gd name="T63" fmla="*/ 2 h 13"/>
                <a:gd name="T64" fmla="*/ 4 w 12"/>
                <a:gd name="T65" fmla="*/ 4 h 13"/>
                <a:gd name="T66" fmla="*/ 3 w 12"/>
                <a:gd name="T67" fmla="*/ 5 h 13"/>
                <a:gd name="T68" fmla="*/ 10 w 12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" h="13">
                  <a:moveTo>
                    <a:pt x="3" y="8"/>
                  </a:moveTo>
                  <a:lnTo>
                    <a:pt x="3" y="8"/>
                  </a:lnTo>
                  <a:lnTo>
                    <a:pt x="3" y="9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1" y="12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5"/>
                  </a:lnTo>
                  <a:lnTo>
                    <a:pt x="2" y="2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7"/>
                  </a:lnTo>
                  <a:lnTo>
                    <a:pt x="12" y="8"/>
                  </a:lnTo>
                  <a:lnTo>
                    <a:pt x="3" y="8"/>
                  </a:lnTo>
                  <a:close/>
                  <a:moveTo>
                    <a:pt x="10" y="5"/>
                  </a:moveTo>
                  <a:lnTo>
                    <a:pt x="10" y="5"/>
                  </a:lnTo>
                  <a:lnTo>
                    <a:pt x="10" y="4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5"/>
                  </a:lnTo>
                  <a:lnTo>
                    <a:pt x="10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7" name="Freeform 2136"/>
            <p:cNvSpPr>
              <a:spLocks/>
            </p:cNvSpPr>
            <p:nvPr/>
          </p:nvSpPr>
          <p:spPr bwMode="auto">
            <a:xfrm>
              <a:off x="3979" y="2896"/>
              <a:ext cx="11" cy="13"/>
            </a:xfrm>
            <a:custGeom>
              <a:avLst/>
              <a:gdLst>
                <a:gd name="T0" fmla="*/ 0 w 11"/>
                <a:gd name="T1" fmla="*/ 4 h 13"/>
                <a:gd name="T2" fmla="*/ 0 w 11"/>
                <a:gd name="T3" fmla="*/ 4 h 13"/>
                <a:gd name="T4" fmla="*/ 0 w 11"/>
                <a:gd name="T5" fmla="*/ 1 h 13"/>
                <a:gd name="T6" fmla="*/ 1 w 11"/>
                <a:gd name="T7" fmla="*/ 1 h 13"/>
                <a:gd name="T8" fmla="*/ 1 w 11"/>
                <a:gd name="T9" fmla="*/ 2 h 13"/>
                <a:gd name="T10" fmla="*/ 1 w 11"/>
                <a:gd name="T11" fmla="*/ 2 h 13"/>
                <a:gd name="T12" fmla="*/ 1 w 11"/>
                <a:gd name="T13" fmla="*/ 2 h 13"/>
                <a:gd name="T14" fmla="*/ 4 w 11"/>
                <a:gd name="T15" fmla="*/ 1 h 13"/>
                <a:gd name="T16" fmla="*/ 7 w 11"/>
                <a:gd name="T17" fmla="*/ 0 h 13"/>
                <a:gd name="T18" fmla="*/ 7 w 11"/>
                <a:gd name="T19" fmla="*/ 0 h 13"/>
                <a:gd name="T20" fmla="*/ 10 w 11"/>
                <a:gd name="T21" fmla="*/ 1 h 13"/>
                <a:gd name="T22" fmla="*/ 11 w 11"/>
                <a:gd name="T23" fmla="*/ 2 h 13"/>
                <a:gd name="T24" fmla="*/ 11 w 11"/>
                <a:gd name="T25" fmla="*/ 5 h 13"/>
                <a:gd name="T26" fmla="*/ 11 w 11"/>
                <a:gd name="T27" fmla="*/ 13 h 13"/>
                <a:gd name="T28" fmla="*/ 8 w 11"/>
                <a:gd name="T29" fmla="*/ 13 h 13"/>
                <a:gd name="T30" fmla="*/ 8 w 11"/>
                <a:gd name="T31" fmla="*/ 7 h 13"/>
                <a:gd name="T32" fmla="*/ 8 w 11"/>
                <a:gd name="T33" fmla="*/ 7 h 13"/>
                <a:gd name="T34" fmla="*/ 8 w 11"/>
                <a:gd name="T35" fmla="*/ 4 h 13"/>
                <a:gd name="T36" fmla="*/ 5 w 11"/>
                <a:gd name="T37" fmla="*/ 2 h 13"/>
                <a:gd name="T38" fmla="*/ 5 w 11"/>
                <a:gd name="T39" fmla="*/ 2 h 13"/>
                <a:gd name="T40" fmla="*/ 4 w 11"/>
                <a:gd name="T41" fmla="*/ 2 h 13"/>
                <a:gd name="T42" fmla="*/ 3 w 11"/>
                <a:gd name="T43" fmla="*/ 5 h 13"/>
                <a:gd name="T44" fmla="*/ 3 w 11"/>
                <a:gd name="T45" fmla="*/ 5 h 13"/>
                <a:gd name="T46" fmla="*/ 3 w 11"/>
                <a:gd name="T47" fmla="*/ 13 h 13"/>
                <a:gd name="T48" fmla="*/ 0 w 11"/>
                <a:gd name="T49" fmla="*/ 13 h 13"/>
                <a:gd name="T50" fmla="*/ 0 w 11"/>
                <a:gd name="T51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3">
                  <a:moveTo>
                    <a:pt x="0" y="4"/>
                  </a:moveTo>
                  <a:lnTo>
                    <a:pt x="0" y="4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11" y="13"/>
                  </a:lnTo>
                  <a:lnTo>
                    <a:pt x="8" y="13"/>
                  </a:lnTo>
                  <a:lnTo>
                    <a:pt x="8" y="7"/>
                  </a:lnTo>
                  <a:lnTo>
                    <a:pt x="8" y="7"/>
                  </a:lnTo>
                  <a:lnTo>
                    <a:pt x="8" y="4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8" name="Freeform 2137"/>
            <p:cNvSpPr>
              <a:spLocks/>
            </p:cNvSpPr>
            <p:nvPr/>
          </p:nvSpPr>
          <p:spPr bwMode="auto">
            <a:xfrm>
              <a:off x="3993" y="2893"/>
              <a:ext cx="6" cy="16"/>
            </a:xfrm>
            <a:custGeom>
              <a:avLst/>
              <a:gdLst>
                <a:gd name="T0" fmla="*/ 4 w 6"/>
                <a:gd name="T1" fmla="*/ 0 h 16"/>
                <a:gd name="T2" fmla="*/ 4 w 6"/>
                <a:gd name="T3" fmla="*/ 4 h 16"/>
                <a:gd name="T4" fmla="*/ 6 w 6"/>
                <a:gd name="T5" fmla="*/ 4 h 16"/>
                <a:gd name="T6" fmla="*/ 6 w 6"/>
                <a:gd name="T7" fmla="*/ 5 h 16"/>
                <a:gd name="T8" fmla="*/ 4 w 6"/>
                <a:gd name="T9" fmla="*/ 5 h 16"/>
                <a:gd name="T10" fmla="*/ 4 w 6"/>
                <a:gd name="T11" fmla="*/ 12 h 16"/>
                <a:gd name="T12" fmla="*/ 4 w 6"/>
                <a:gd name="T13" fmla="*/ 12 h 16"/>
                <a:gd name="T14" fmla="*/ 4 w 6"/>
                <a:gd name="T15" fmla="*/ 15 h 16"/>
                <a:gd name="T16" fmla="*/ 5 w 6"/>
                <a:gd name="T17" fmla="*/ 15 h 16"/>
                <a:gd name="T18" fmla="*/ 5 w 6"/>
                <a:gd name="T19" fmla="*/ 15 h 16"/>
                <a:gd name="T20" fmla="*/ 6 w 6"/>
                <a:gd name="T21" fmla="*/ 15 h 16"/>
                <a:gd name="T22" fmla="*/ 6 w 6"/>
                <a:gd name="T23" fmla="*/ 16 h 16"/>
                <a:gd name="T24" fmla="*/ 6 w 6"/>
                <a:gd name="T25" fmla="*/ 16 h 16"/>
                <a:gd name="T26" fmla="*/ 5 w 6"/>
                <a:gd name="T27" fmla="*/ 16 h 16"/>
                <a:gd name="T28" fmla="*/ 5 w 6"/>
                <a:gd name="T29" fmla="*/ 16 h 16"/>
                <a:gd name="T30" fmla="*/ 2 w 6"/>
                <a:gd name="T31" fmla="*/ 16 h 16"/>
                <a:gd name="T32" fmla="*/ 2 w 6"/>
                <a:gd name="T33" fmla="*/ 16 h 16"/>
                <a:gd name="T34" fmla="*/ 1 w 6"/>
                <a:gd name="T35" fmla="*/ 12 h 16"/>
                <a:gd name="T36" fmla="*/ 1 w 6"/>
                <a:gd name="T37" fmla="*/ 5 h 16"/>
                <a:gd name="T38" fmla="*/ 0 w 6"/>
                <a:gd name="T39" fmla="*/ 5 h 16"/>
                <a:gd name="T40" fmla="*/ 0 w 6"/>
                <a:gd name="T41" fmla="*/ 4 h 16"/>
                <a:gd name="T42" fmla="*/ 1 w 6"/>
                <a:gd name="T43" fmla="*/ 4 h 16"/>
                <a:gd name="T44" fmla="*/ 1 w 6"/>
                <a:gd name="T45" fmla="*/ 0 h 16"/>
                <a:gd name="T46" fmla="*/ 4 w 6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" h="16">
                  <a:moveTo>
                    <a:pt x="4" y="0"/>
                  </a:moveTo>
                  <a:lnTo>
                    <a:pt x="4" y="4"/>
                  </a:lnTo>
                  <a:lnTo>
                    <a:pt x="6" y="4"/>
                  </a:lnTo>
                  <a:lnTo>
                    <a:pt x="6" y="5"/>
                  </a:lnTo>
                  <a:lnTo>
                    <a:pt x="4" y="5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5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1" y="12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9" name="Freeform 2138"/>
            <p:cNvSpPr>
              <a:spLocks noEditPoints="1"/>
            </p:cNvSpPr>
            <p:nvPr/>
          </p:nvSpPr>
          <p:spPr bwMode="auto">
            <a:xfrm>
              <a:off x="4001" y="2896"/>
              <a:ext cx="12" cy="13"/>
            </a:xfrm>
            <a:custGeom>
              <a:avLst/>
              <a:gdLst>
                <a:gd name="T0" fmla="*/ 2 w 12"/>
                <a:gd name="T1" fmla="*/ 8 h 13"/>
                <a:gd name="T2" fmla="*/ 2 w 12"/>
                <a:gd name="T3" fmla="*/ 8 h 13"/>
                <a:gd name="T4" fmla="*/ 2 w 12"/>
                <a:gd name="T5" fmla="*/ 9 h 13"/>
                <a:gd name="T6" fmla="*/ 4 w 12"/>
                <a:gd name="T7" fmla="*/ 11 h 13"/>
                <a:gd name="T8" fmla="*/ 6 w 12"/>
                <a:gd name="T9" fmla="*/ 12 h 13"/>
                <a:gd name="T10" fmla="*/ 6 w 12"/>
                <a:gd name="T11" fmla="*/ 12 h 13"/>
                <a:gd name="T12" fmla="*/ 10 w 12"/>
                <a:gd name="T13" fmla="*/ 12 h 13"/>
                <a:gd name="T14" fmla="*/ 10 w 12"/>
                <a:gd name="T15" fmla="*/ 13 h 13"/>
                <a:gd name="T16" fmla="*/ 10 w 12"/>
                <a:gd name="T17" fmla="*/ 13 h 13"/>
                <a:gd name="T18" fmla="*/ 6 w 12"/>
                <a:gd name="T19" fmla="*/ 13 h 13"/>
                <a:gd name="T20" fmla="*/ 6 w 12"/>
                <a:gd name="T21" fmla="*/ 13 h 13"/>
                <a:gd name="T22" fmla="*/ 4 w 12"/>
                <a:gd name="T23" fmla="*/ 13 h 13"/>
                <a:gd name="T24" fmla="*/ 2 w 12"/>
                <a:gd name="T25" fmla="*/ 12 h 13"/>
                <a:gd name="T26" fmla="*/ 1 w 12"/>
                <a:gd name="T27" fmla="*/ 11 h 13"/>
                <a:gd name="T28" fmla="*/ 0 w 12"/>
                <a:gd name="T29" fmla="*/ 8 h 13"/>
                <a:gd name="T30" fmla="*/ 0 w 12"/>
                <a:gd name="T31" fmla="*/ 8 h 13"/>
                <a:gd name="T32" fmla="*/ 1 w 12"/>
                <a:gd name="T33" fmla="*/ 5 h 13"/>
                <a:gd name="T34" fmla="*/ 2 w 12"/>
                <a:gd name="T35" fmla="*/ 2 h 13"/>
                <a:gd name="T36" fmla="*/ 4 w 12"/>
                <a:gd name="T37" fmla="*/ 1 h 13"/>
                <a:gd name="T38" fmla="*/ 6 w 12"/>
                <a:gd name="T39" fmla="*/ 0 h 13"/>
                <a:gd name="T40" fmla="*/ 6 w 12"/>
                <a:gd name="T41" fmla="*/ 0 h 13"/>
                <a:gd name="T42" fmla="*/ 9 w 12"/>
                <a:gd name="T43" fmla="*/ 1 h 13"/>
                <a:gd name="T44" fmla="*/ 10 w 12"/>
                <a:gd name="T45" fmla="*/ 2 h 13"/>
                <a:gd name="T46" fmla="*/ 12 w 12"/>
                <a:gd name="T47" fmla="*/ 7 h 13"/>
                <a:gd name="T48" fmla="*/ 12 w 12"/>
                <a:gd name="T49" fmla="*/ 8 h 13"/>
                <a:gd name="T50" fmla="*/ 2 w 12"/>
                <a:gd name="T51" fmla="*/ 8 h 13"/>
                <a:gd name="T52" fmla="*/ 9 w 12"/>
                <a:gd name="T53" fmla="*/ 5 h 13"/>
                <a:gd name="T54" fmla="*/ 9 w 12"/>
                <a:gd name="T55" fmla="*/ 5 h 13"/>
                <a:gd name="T56" fmla="*/ 9 w 12"/>
                <a:gd name="T57" fmla="*/ 4 h 13"/>
                <a:gd name="T58" fmla="*/ 8 w 12"/>
                <a:gd name="T59" fmla="*/ 2 h 13"/>
                <a:gd name="T60" fmla="*/ 6 w 12"/>
                <a:gd name="T61" fmla="*/ 2 h 13"/>
                <a:gd name="T62" fmla="*/ 6 w 12"/>
                <a:gd name="T63" fmla="*/ 2 h 13"/>
                <a:gd name="T64" fmla="*/ 4 w 12"/>
                <a:gd name="T65" fmla="*/ 4 h 13"/>
                <a:gd name="T66" fmla="*/ 2 w 12"/>
                <a:gd name="T67" fmla="*/ 5 h 13"/>
                <a:gd name="T68" fmla="*/ 9 w 12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" h="13">
                  <a:moveTo>
                    <a:pt x="2" y="8"/>
                  </a:moveTo>
                  <a:lnTo>
                    <a:pt x="2" y="8"/>
                  </a:lnTo>
                  <a:lnTo>
                    <a:pt x="2" y="9"/>
                  </a:lnTo>
                  <a:lnTo>
                    <a:pt x="4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5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1"/>
                  </a:lnTo>
                  <a:lnTo>
                    <a:pt x="10" y="2"/>
                  </a:lnTo>
                  <a:lnTo>
                    <a:pt x="12" y="7"/>
                  </a:lnTo>
                  <a:lnTo>
                    <a:pt x="12" y="8"/>
                  </a:lnTo>
                  <a:lnTo>
                    <a:pt x="2" y="8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9" y="4"/>
                  </a:lnTo>
                  <a:lnTo>
                    <a:pt x="8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9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0" name="Freeform 2139"/>
            <p:cNvSpPr>
              <a:spLocks/>
            </p:cNvSpPr>
            <p:nvPr/>
          </p:nvSpPr>
          <p:spPr bwMode="auto">
            <a:xfrm>
              <a:off x="4014" y="2896"/>
              <a:ext cx="10" cy="13"/>
            </a:xfrm>
            <a:custGeom>
              <a:avLst/>
              <a:gdLst>
                <a:gd name="T0" fmla="*/ 2 w 10"/>
                <a:gd name="T1" fmla="*/ 11 h 13"/>
                <a:gd name="T2" fmla="*/ 2 w 10"/>
                <a:gd name="T3" fmla="*/ 11 h 13"/>
                <a:gd name="T4" fmla="*/ 4 w 10"/>
                <a:gd name="T5" fmla="*/ 12 h 13"/>
                <a:gd name="T6" fmla="*/ 4 w 10"/>
                <a:gd name="T7" fmla="*/ 12 h 13"/>
                <a:gd name="T8" fmla="*/ 7 w 10"/>
                <a:gd name="T9" fmla="*/ 12 h 13"/>
                <a:gd name="T10" fmla="*/ 7 w 10"/>
                <a:gd name="T11" fmla="*/ 11 h 13"/>
                <a:gd name="T12" fmla="*/ 7 w 10"/>
                <a:gd name="T13" fmla="*/ 11 h 13"/>
                <a:gd name="T14" fmla="*/ 7 w 10"/>
                <a:gd name="T15" fmla="*/ 9 h 13"/>
                <a:gd name="T16" fmla="*/ 4 w 10"/>
                <a:gd name="T17" fmla="*/ 8 h 13"/>
                <a:gd name="T18" fmla="*/ 4 w 10"/>
                <a:gd name="T19" fmla="*/ 8 h 13"/>
                <a:gd name="T20" fmla="*/ 2 w 10"/>
                <a:gd name="T21" fmla="*/ 7 h 13"/>
                <a:gd name="T22" fmla="*/ 2 w 10"/>
                <a:gd name="T23" fmla="*/ 4 h 13"/>
                <a:gd name="T24" fmla="*/ 2 w 10"/>
                <a:gd name="T25" fmla="*/ 4 h 13"/>
                <a:gd name="T26" fmla="*/ 3 w 10"/>
                <a:gd name="T27" fmla="*/ 1 h 13"/>
                <a:gd name="T28" fmla="*/ 6 w 10"/>
                <a:gd name="T29" fmla="*/ 0 h 13"/>
                <a:gd name="T30" fmla="*/ 6 w 10"/>
                <a:gd name="T31" fmla="*/ 0 h 13"/>
                <a:gd name="T32" fmla="*/ 8 w 10"/>
                <a:gd name="T33" fmla="*/ 1 h 13"/>
                <a:gd name="T34" fmla="*/ 8 w 10"/>
                <a:gd name="T35" fmla="*/ 2 h 13"/>
                <a:gd name="T36" fmla="*/ 8 w 10"/>
                <a:gd name="T37" fmla="*/ 2 h 13"/>
                <a:gd name="T38" fmla="*/ 6 w 10"/>
                <a:gd name="T39" fmla="*/ 2 h 13"/>
                <a:gd name="T40" fmla="*/ 6 w 10"/>
                <a:gd name="T41" fmla="*/ 2 h 13"/>
                <a:gd name="T42" fmla="*/ 4 w 10"/>
                <a:gd name="T43" fmla="*/ 2 h 13"/>
                <a:gd name="T44" fmla="*/ 3 w 10"/>
                <a:gd name="T45" fmla="*/ 4 h 13"/>
                <a:gd name="T46" fmla="*/ 3 w 10"/>
                <a:gd name="T47" fmla="*/ 4 h 13"/>
                <a:gd name="T48" fmla="*/ 4 w 10"/>
                <a:gd name="T49" fmla="*/ 5 h 13"/>
                <a:gd name="T50" fmla="*/ 6 w 10"/>
                <a:gd name="T51" fmla="*/ 7 h 13"/>
                <a:gd name="T52" fmla="*/ 6 w 10"/>
                <a:gd name="T53" fmla="*/ 7 h 13"/>
                <a:gd name="T54" fmla="*/ 8 w 10"/>
                <a:gd name="T55" fmla="*/ 8 h 13"/>
                <a:gd name="T56" fmla="*/ 10 w 10"/>
                <a:gd name="T57" fmla="*/ 11 h 13"/>
                <a:gd name="T58" fmla="*/ 10 w 10"/>
                <a:gd name="T59" fmla="*/ 11 h 13"/>
                <a:gd name="T60" fmla="*/ 8 w 10"/>
                <a:gd name="T61" fmla="*/ 13 h 13"/>
                <a:gd name="T62" fmla="*/ 4 w 10"/>
                <a:gd name="T63" fmla="*/ 13 h 13"/>
                <a:gd name="T64" fmla="*/ 4 w 10"/>
                <a:gd name="T65" fmla="*/ 13 h 13"/>
                <a:gd name="T66" fmla="*/ 0 w 10"/>
                <a:gd name="T67" fmla="*/ 13 h 13"/>
                <a:gd name="T68" fmla="*/ 2 w 10"/>
                <a:gd name="T6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9"/>
                  </a:lnTo>
                  <a:lnTo>
                    <a:pt x="4" y="8"/>
                  </a:lnTo>
                  <a:lnTo>
                    <a:pt x="4" y="8"/>
                  </a:lnTo>
                  <a:lnTo>
                    <a:pt x="2" y="7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8" y="2"/>
                  </a:lnTo>
                  <a:lnTo>
                    <a:pt x="8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5"/>
                  </a:lnTo>
                  <a:lnTo>
                    <a:pt x="6" y="7"/>
                  </a:lnTo>
                  <a:lnTo>
                    <a:pt x="6" y="7"/>
                  </a:lnTo>
                  <a:lnTo>
                    <a:pt x="8" y="8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0" y="13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1" name="Freeform 2140"/>
            <p:cNvSpPr>
              <a:spLocks noEditPoints="1"/>
            </p:cNvSpPr>
            <p:nvPr/>
          </p:nvSpPr>
          <p:spPr bwMode="auto">
            <a:xfrm>
              <a:off x="4025" y="2896"/>
              <a:ext cx="12" cy="19"/>
            </a:xfrm>
            <a:custGeom>
              <a:avLst/>
              <a:gdLst>
                <a:gd name="T0" fmla="*/ 9 w 12"/>
                <a:gd name="T1" fmla="*/ 12 h 19"/>
                <a:gd name="T2" fmla="*/ 9 w 12"/>
                <a:gd name="T3" fmla="*/ 12 h 19"/>
                <a:gd name="T4" fmla="*/ 9 w 12"/>
                <a:gd name="T5" fmla="*/ 12 h 19"/>
                <a:gd name="T6" fmla="*/ 8 w 12"/>
                <a:gd name="T7" fmla="*/ 13 h 19"/>
                <a:gd name="T8" fmla="*/ 5 w 12"/>
                <a:gd name="T9" fmla="*/ 13 h 19"/>
                <a:gd name="T10" fmla="*/ 5 w 12"/>
                <a:gd name="T11" fmla="*/ 13 h 19"/>
                <a:gd name="T12" fmla="*/ 4 w 12"/>
                <a:gd name="T13" fmla="*/ 13 h 19"/>
                <a:gd name="T14" fmla="*/ 1 w 12"/>
                <a:gd name="T15" fmla="*/ 12 h 19"/>
                <a:gd name="T16" fmla="*/ 1 w 12"/>
                <a:gd name="T17" fmla="*/ 11 h 19"/>
                <a:gd name="T18" fmla="*/ 0 w 12"/>
                <a:gd name="T19" fmla="*/ 8 h 19"/>
                <a:gd name="T20" fmla="*/ 0 w 12"/>
                <a:gd name="T21" fmla="*/ 8 h 19"/>
                <a:gd name="T22" fmla="*/ 1 w 12"/>
                <a:gd name="T23" fmla="*/ 4 h 19"/>
                <a:gd name="T24" fmla="*/ 3 w 12"/>
                <a:gd name="T25" fmla="*/ 2 h 19"/>
                <a:gd name="T26" fmla="*/ 4 w 12"/>
                <a:gd name="T27" fmla="*/ 1 h 19"/>
                <a:gd name="T28" fmla="*/ 7 w 12"/>
                <a:gd name="T29" fmla="*/ 0 h 19"/>
                <a:gd name="T30" fmla="*/ 7 w 12"/>
                <a:gd name="T31" fmla="*/ 0 h 19"/>
                <a:gd name="T32" fmla="*/ 8 w 12"/>
                <a:gd name="T33" fmla="*/ 1 h 19"/>
                <a:gd name="T34" fmla="*/ 11 w 12"/>
                <a:gd name="T35" fmla="*/ 2 h 19"/>
                <a:gd name="T36" fmla="*/ 11 w 12"/>
                <a:gd name="T37" fmla="*/ 2 h 19"/>
                <a:gd name="T38" fmla="*/ 11 w 12"/>
                <a:gd name="T39" fmla="*/ 1 h 19"/>
                <a:gd name="T40" fmla="*/ 12 w 12"/>
                <a:gd name="T41" fmla="*/ 1 h 19"/>
                <a:gd name="T42" fmla="*/ 12 w 12"/>
                <a:gd name="T43" fmla="*/ 1 h 19"/>
                <a:gd name="T44" fmla="*/ 12 w 12"/>
                <a:gd name="T45" fmla="*/ 4 h 19"/>
                <a:gd name="T46" fmla="*/ 12 w 12"/>
                <a:gd name="T47" fmla="*/ 19 h 19"/>
                <a:gd name="T48" fmla="*/ 9 w 12"/>
                <a:gd name="T49" fmla="*/ 19 h 19"/>
                <a:gd name="T50" fmla="*/ 9 w 12"/>
                <a:gd name="T51" fmla="*/ 12 h 19"/>
                <a:gd name="T52" fmla="*/ 9 w 12"/>
                <a:gd name="T53" fmla="*/ 7 h 19"/>
                <a:gd name="T54" fmla="*/ 9 w 12"/>
                <a:gd name="T55" fmla="*/ 5 h 19"/>
                <a:gd name="T56" fmla="*/ 9 w 12"/>
                <a:gd name="T57" fmla="*/ 5 h 19"/>
                <a:gd name="T58" fmla="*/ 9 w 12"/>
                <a:gd name="T59" fmla="*/ 2 h 19"/>
                <a:gd name="T60" fmla="*/ 7 w 12"/>
                <a:gd name="T61" fmla="*/ 2 h 19"/>
                <a:gd name="T62" fmla="*/ 7 w 12"/>
                <a:gd name="T63" fmla="*/ 2 h 19"/>
                <a:gd name="T64" fmla="*/ 4 w 12"/>
                <a:gd name="T65" fmla="*/ 4 h 19"/>
                <a:gd name="T66" fmla="*/ 3 w 12"/>
                <a:gd name="T67" fmla="*/ 7 h 19"/>
                <a:gd name="T68" fmla="*/ 3 w 12"/>
                <a:gd name="T69" fmla="*/ 7 h 19"/>
                <a:gd name="T70" fmla="*/ 4 w 12"/>
                <a:gd name="T71" fmla="*/ 11 h 19"/>
                <a:gd name="T72" fmla="*/ 5 w 12"/>
                <a:gd name="T73" fmla="*/ 12 h 19"/>
                <a:gd name="T74" fmla="*/ 7 w 12"/>
                <a:gd name="T75" fmla="*/ 12 h 19"/>
                <a:gd name="T76" fmla="*/ 7 w 12"/>
                <a:gd name="T77" fmla="*/ 12 h 19"/>
                <a:gd name="T78" fmla="*/ 8 w 12"/>
                <a:gd name="T79" fmla="*/ 12 h 19"/>
                <a:gd name="T80" fmla="*/ 9 w 12"/>
                <a:gd name="T81" fmla="*/ 9 h 19"/>
                <a:gd name="T82" fmla="*/ 9 w 12"/>
                <a:gd name="T83" fmla="*/ 8 h 19"/>
                <a:gd name="T84" fmla="*/ 9 w 12"/>
                <a:gd name="T85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" h="19">
                  <a:moveTo>
                    <a:pt x="9" y="12"/>
                  </a:moveTo>
                  <a:lnTo>
                    <a:pt x="9" y="12"/>
                  </a:lnTo>
                  <a:lnTo>
                    <a:pt x="9" y="12"/>
                  </a:lnTo>
                  <a:lnTo>
                    <a:pt x="8" y="13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1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4"/>
                  </a:lnTo>
                  <a:lnTo>
                    <a:pt x="12" y="19"/>
                  </a:lnTo>
                  <a:lnTo>
                    <a:pt x="9" y="19"/>
                  </a:lnTo>
                  <a:lnTo>
                    <a:pt x="9" y="12"/>
                  </a:lnTo>
                  <a:close/>
                  <a:moveTo>
                    <a:pt x="9" y="7"/>
                  </a:moveTo>
                  <a:lnTo>
                    <a:pt x="9" y="5"/>
                  </a:lnTo>
                  <a:lnTo>
                    <a:pt x="9" y="5"/>
                  </a:lnTo>
                  <a:lnTo>
                    <a:pt x="9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11"/>
                  </a:lnTo>
                  <a:lnTo>
                    <a:pt x="5" y="12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8" y="12"/>
                  </a:lnTo>
                  <a:lnTo>
                    <a:pt x="9" y="9"/>
                  </a:lnTo>
                  <a:lnTo>
                    <a:pt x="9" y="8"/>
                  </a:lnTo>
                  <a:lnTo>
                    <a:pt x="9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2" name="Freeform 2141"/>
            <p:cNvSpPr>
              <a:spLocks/>
            </p:cNvSpPr>
            <p:nvPr/>
          </p:nvSpPr>
          <p:spPr bwMode="auto">
            <a:xfrm>
              <a:off x="4041" y="2897"/>
              <a:ext cx="11" cy="12"/>
            </a:xfrm>
            <a:custGeom>
              <a:avLst/>
              <a:gdLst>
                <a:gd name="T0" fmla="*/ 11 w 11"/>
                <a:gd name="T1" fmla="*/ 10 h 12"/>
                <a:gd name="T2" fmla="*/ 11 w 11"/>
                <a:gd name="T3" fmla="*/ 10 h 12"/>
                <a:gd name="T4" fmla="*/ 11 w 11"/>
                <a:gd name="T5" fmla="*/ 12 h 12"/>
                <a:gd name="T6" fmla="*/ 10 w 11"/>
                <a:gd name="T7" fmla="*/ 12 h 12"/>
                <a:gd name="T8" fmla="*/ 10 w 11"/>
                <a:gd name="T9" fmla="*/ 11 h 12"/>
                <a:gd name="T10" fmla="*/ 8 w 11"/>
                <a:gd name="T11" fmla="*/ 11 h 12"/>
                <a:gd name="T12" fmla="*/ 8 w 11"/>
                <a:gd name="T13" fmla="*/ 11 h 12"/>
                <a:gd name="T14" fmla="*/ 7 w 11"/>
                <a:gd name="T15" fmla="*/ 12 h 12"/>
                <a:gd name="T16" fmla="*/ 4 w 11"/>
                <a:gd name="T17" fmla="*/ 12 h 12"/>
                <a:gd name="T18" fmla="*/ 4 w 11"/>
                <a:gd name="T19" fmla="*/ 12 h 12"/>
                <a:gd name="T20" fmla="*/ 2 w 11"/>
                <a:gd name="T21" fmla="*/ 12 h 12"/>
                <a:gd name="T22" fmla="*/ 0 w 11"/>
                <a:gd name="T23" fmla="*/ 10 h 12"/>
                <a:gd name="T24" fmla="*/ 0 w 11"/>
                <a:gd name="T25" fmla="*/ 7 h 12"/>
                <a:gd name="T26" fmla="*/ 0 w 11"/>
                <a:gd name="T27" fmla="*/ 0 h 12"/>
                <a:gd name="T28" fmla="*/ 3 w 11"/>
                <a:gd name="T29" fmla="*/ 0 h 12"/>
                <a:gd name="T30" fmla="*/ 3 w 11"/>
                <a:gd name="T31" fmla="*/ 7 h 12"/>
                <a:gd name="T32" fmla="*/ 3 w 11"/>
                <a:gd name="T33" fmla="*/ 7 h 12"/>
                <a:gd name="T34" fmla="*/ 3 w 11"/>
                <a:gd name="T35" fmla="*/ 10 h 12"/>
                <a:gd name="T36" fmla="*/ 6 w 11"/>
                <a:gd name="T37" fmla="*/ 11 h 12"/>
                <a:gd name="T38" fmla="*/ 6 w 11"/>
                <a:gd name="T39" fmla="*/ 11 h 12"/>
                <a:gd name="T40" fmla="*/ 7 w 11"/>
                <a:gd name="T41" fmla="*/ 10 h 12"/>
                <a:gd name="T42" fmla="*/ 8 w 11"/>
                <a:gd name="T43" fmla="*/ 8 h 12"/>
                <a:gd name="T44" fmla="*/ 8 w 11"/>
                <a:gd name="T45" fmla="*/ 8 h 12"/>
                <a:gd name="T46" fmla="*/ 8 w 11"/>
                <a:gd name="T47" fmla="*/ 0 h 12"/>
                <a:gd name="T48" fmla="*/ 11 w 11"/>
                <a:gd name="T49" fmla="*/ 0 h 12"/>
                <a:gd name="T50" fmla="*/ 11 w 11"/>
                <a:gd name="T51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lnTo>
                    <a:pt x="11" y="10"/>
                  </a:lnTo>
                  <a:lnTo>
                    <a:pt x="11" y="12"/>
                  </a:lnTo>
                  <a:lnTo>
                    <a:pt x="10" y="12"/>
                  </a:lnTo>
                  <a:lnTo>
                    <a:pt x="10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10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7" y="10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3" name="Freeform 2142"/>
            <p:cNvSpPr>
              <a:spLocks noEditPoints="1"/>
            </p:cNvSpPr>
            <p:nvPr/>
          </p:nvSpPr>
          <p:spPr bwMode="auto">
            <a:xfrm>
              <a:off x="4055" y="2896"/>
              <a:ext cx="12" cy="13"/>
            </a:xfrm>
            <a:custGeom>
              <a:avLst/>
              <a:gdLst>
                <a:gd name="T0" fmla="*/ 2 w 12"/>
                <a:gd name="T1" fmla="*/ 8 h 13"/>
                <a:gd name="T2" fmla="*/ 2 w 12"/>
                <a:gd name="T3" fmla="*/ 8 h 13"/>
                <a:gd name="T4" fmla="*/ 2 w 12"/>
                <a:gd name="T5" fmla="*/ 9 h 13"/>
                <a:gd name="T6" fmla="*/ 4 w 12"/>
                <a:gd name="T7" fmla="*/ 11 h 13"/>
                <a:gd name="T8" fmla="*/ 6 w 12"/>
                <a:gd name="T9" fmla="*/ 12 h 13"/>
                <a:gd name="T10" fmla="*/ 6 w 12"/>
                <a:gd name="T11" fmla="*/ 12 h 13"/>
                <a:gd name="T12" fmla="*/ 10 w 12"/>
                <a:gd name="T13" fmla="*/ 12 h 13"/>
                <a:gd name="T14" fmla="*/ 10 w 12"/>
                <a:gd name="T15" fmla="*/ 13 h 13"/>
                <a:gd name="T16" fmla="*/ 10 w 12"/>
                <a:gd name="T17" fmla="*/ 13 h 13"/>
                <a:gd name="T18" fmla="*/ 6 w 12"/>
                <a:gd name="T19" fmla="*/ 13 h 13"/>
                <a:gd name="T20" fmla="*/ 6 w 12"/>
                <a:gd name="T21" fmla="*/ 13 h 13"/>
                <a:gd name="T22" fmla="*/ 4 w 12"/>
                <a:gd name="T23" fmla="*/ 13 h 13"/>
                <a:gd name="T24" fmla="*/ 2 w 12"/>
                <a:gd name="T25" fmla="*/ 12 h 13"/>
                <a:gd name="T26" fmla="*/ 1 w 12"/>
                <a:gd name="T27" fmla="*/ 11 h 13"/>
                <a:gd name="T28" fmla="*/ 0 w 12"/>
                <a:gd name="T29" fmla="*/ 8 h 13"/>
                <a:gd name="T30" fmla="*/ 0 w 12"/>
                <a:gd name="T31" fmla="*/ 8 h 13"/>
                <a:gd name="T32" fmla="*/ 1 w 12"/>
                <a:gd name="T33" fmla="*/ 5 h 13"/>
                <a:gd name="T34" fmla="*/ 1 w 12"/>
                <a:gd name="T35" fmla="*/ 2 h 13"/>
                <a:gd name="T36" fmla="*/ 4 w 12"/>
                <a:gd name="T37" fmla="*/ 1 h 13"/>
                <a:gd name="T38" fmla="*/ 6 w 12"/>
                <a:gd name="T39" fmla="*/ 0 h 13"/>
                <a:gd name="T40" fmla="*/ 6 w 12"/>
                <a:gd name="T41" fmla="*/ 0 h 13"/>
                <a:gd name="T42" fmla="*/ 9 w 12"/>
                <a:gd name="T43" fmla="*/ 1 h 13"/>
                <a:gd name="T44" fmla="*/ 10 w 12"/>
                <a:gd name="T45" fmla="*/ 2 h 13"/>
                <a:gd name="T46" fmla="*/ 12 w 12"/>
                <a:gd name="T47" fmla="*/ 7 h 13"/>
                <a:gd name="T48" fmla="*/ 12 w 12"/>
                <a:gd name="T49" fmla="*/ 8 h 13"/>
                <a:gd name="T50" fmla="*/ 2 w 12"/>
                <a:gd name="T51" fmla="*/ 8 h 13"/>
                <a:gd name="T52" fmla="*/ 9 w 12"/>
                <a:gd name="T53" fmla="*/ 5 h 13"/>
                <a:gd name="T54" fmla="*/ 9 w 12"/>
                <a:gd name="T55" fmla="*/ 5 h 13"/>
                <a:gd name="T56" fmla="*/ 9 w 12"/>
                <a:gd name="T57" fmla="*/ 4 h 13"/>
                <a:gd name="T58" fmla="*/ 8 w 12"/>
                <a:gd name="T59" fmla="*/ 2 h 13"/>
                <a:gd name="T60" fmla="*/ 6 w 12"/>
                <a:gd name="T61" fmla="*/ 2 h 13"/>
                <a:gd name="T62" fmla="*/ 6 w 12"/>
                <a:gd name="T63" fmla="*/ 2 h 13"/>
                <a:gd name="T64" fmla="*/ 4 w 12"/>
                <a:gd name="T65" fmla="*/ 4 h 13"/>
                <a:gd name="T66" fmla="*/ 2 w 12"/>
                <a:gd name="T67" fmla="*/ 5 h 13"/>
                <a:gd name="T68" fmla="*/ 9 w 12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" h="13">
                  <a:moveTo>
                    <a:pt x="2" y="8"/>
                  </a:moveTo>
                  <a:lnTo>
                    <a:pt x="2" y="8"/>
                  </a:lnTo>
                  <a:lnTo>
                    <a:pt x="2" y="9"/>
                  </a:lnTo>
                  <a:lnTo>
                    <a:pt x="4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1"/>
                  </a:lnTo>
                  <a:lnTo>
                    <a:pt x="10" y="2"/>
                  </a:lnTo>
                  <a:lnTo>
                    <a:pt x="12" y="7"/>
                  </a:lnTo>
                  <a:lnTo>
                    <a:pt x="12" y="8"/>
                  </a:lnTo>
                  <a:lnTo>
                    <a:pt x="2" y="8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9" y="4"/>
                  </a:lnTo>
                  <a:lnTo>
                    <a:pt x="8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9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4" name="Freeform 2143"/>
            <p:cNvSpPr>
              <a:spLocks/>
            </p:cNvSpPr>
            <p:nvPr/>
          </p:nvSpPr>
          <p:spPr bwMode="auto">
            <a:xfrm>
              <a:off x="4074" y="2890"/>
              <a:ext cx="8" cy="19"/>
            </a:xfrm>
            <a:custGeom>
              <a:avLst/>
              <a:gdLst>
                <a:gd name="T0" fmla="*/ 1 w 8"/>
                <a:gd name="T1" fmla="*/ 19 h 19"/>
                <a:gd name="T2" fmla="*/ 1 w 8"/>
                <a:gd name="T3" fmla="*/ 8 h 19"/>
                <a:gd name="T4" fmla="*/ 0 w 8"/>
                <a:gd name="T5" fmla="*/ 8 h 19"/>
                <a:gd name="T6" fmla="*/ 0 w 8"/>
                <a:gd name="T7" fmla="*/ 7 h 19"/>
                <a:gd name="T8" fmla="*/ 1 w 8"/>
                <a:gd name="T9" fmla="*/ 7 h 19"/>
                <a:gd name="T10" fmla="*/ 1 w 8"/>
                <a:gd name="T11" fmla="*/ 6 h 19"/>
                <a:gd name="T12" fmla="*/ 1 w 8"/>
                <a:gd name="T13" fmla="*/ 6 h 19"/>
                <a:gd name="T14" fmla="*/ 2 w 8"/>
                <a:gd name="T15" fmla="*/ 3 h 19"/>
                <a:gd name="T16" fmla="*/ 2 w 8"/>
                <a:gd name="T17" fmla="*/ 2 h 19"/>
                <a:gd name="T18" fmla="*/ 2 w 8"/>
                <a:gd name="T19" fmla="*/ 2 h 19"/>
                <a:gd name="T20" fmla="*/ 6 w 8"/>
                <a:gd name="T21" fmla="*/ 0 h 19"/>
                <a:gd name="T22" fmla="*/ 6 w 8"/>
                <a:gd name="T23" fmla="*/ 0 h 19"/>
                <a:gd name="T24" fmla="*/ 8 w 8"/>
                <a:gd name="T25" fmla="*/ 0 h 19"/>
                <a:gd name="T26" fmla="*/ 8 w 8"/>
                <a:gd name="T27" fmla="*/ 3 h 19"/>
                <a:gd name="T28" fmla="*/ 8 w 8"/>
                <a:gd name="T29" fmla="*/ 3 h 19"/>
                <a:gd name="T30" fmla="*/ 6 w 8"/>
                <a:gd name="T31" fmla="*/ 2 h 19"/>
                <a:gd name="T32" fmla="*/ 6 w 8"/>
                <a:gd name="T33" fmla="*/ 2 h 19"/>
                <a:gd name="T34" fmla="*/ 4 w 8"/>
                <a:gd name="T35" fmla="*/ 3 h 19"/>
                <a:gd name="T36" fmla="*/ 4 w 8"/>
                <a:gd name="T37" fmla="*/ 6 h 19"/>
                <a:gd name="T38" fmla="*/ 4 w 8"/>
                <a:gd name="T39" fmla="*/ 7 h 19"/>
                <a:gd name="T40" fmla="*/ 6 w 8"/>
                <a:gd name="T41" fmla="*/ 7 h 19"/>
                <a:gd name="T42" fmla="*/ 6 w 8"/>
                <a:gd name="T43" fmla="*/ 8 h 19"/>
                <a:gd name="T44" fmla="*/ 4 w 8"/>
                <a:gd name="T45" fmla="*/ 8 h 19"/>
                <a:gd name="T46" fmla="*/ 4 w 8"/>
                <a:gd name="T47" fmla="*/ 19 h 19"/>
                <a:gd name="T48" fmla="*/ 1 w 8"/>
                <a:gd name="T4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" h="19">
                  <a:moveTo>
                    <a:pt x="1" y="19"/>
                  </a:moveTo>
                  <a:lnTo>
                    <a:pt x="1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6"/>
                  </a:lnTo>
                  <a:lnTo>
                    <a:pt x="4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19"/>
                  </a:lnTo>
                  <a:lnTo>
                    <a:pt x="1" y="1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5" name="Freeform 2144"/>
            <p:cNvSpPr>
              <a:spLocks noEditPoints="1"/>
            </p:cNvSpPr>
            <p:nvPr/>
          </p:nvSpPr>
          <p:spPr bwMode="auto">
            <a:xfrm>
              <a:off x="4082" y="2896"/>
              <a:ext cx="10" cy="13"/>
            </a:xfrm>
            <a:custGeom>
              <a:avLst/>
              <a:gdLst>
                <a:gd name="T0" fmla="*/ 2 w 10"/>
                <a:gd name="T1" fmla="*/ 8 h 13"/>
                <a:gd name="T2" fmla="*/ 2 w 10"/>
                <a:gd name="T3" fmla="*/ 8 h 13"/>
                <a:gd name="T4" fmla="*/ 2 w 10"/>
                <a:gd name="T5" fmla="*/ 9 h 13"/>
                <a:gd name="T6" fmla="*/ 4 w 10"/>
                <a:gd name="T7" fmla="*/ 11 h 13"/>
                <a:gd name="T8" fmla="*/ 6 w 10"/>
                <a:gd name="T9" fmla="*/ 12 h 13"/>
                <a:gd name="T10" fmla="*/ 6 w 10"/>
                <a:gd name="T11" fmla="*/ 12 h 13"/>
                <a:gd name="T12" fmla="*/ 10 w 10"/>
                <a:gd name="T13" fmla="*/ 12 h 13"/>
                <a:gd name="T14" fmla="*/ 10 w 10"/>
                <a:gd name="T15" fmla="*/ 13 h 13"/>
                <a:gd name="T16" fmla="*/ 10 w 10"/>
                <a:gd name="T17" fmla="*/ 13 h 13"/>
                <a:gd name="T18" fmla="*/ 6 w 10"/>
                <a:gd name="T19" fmla="*/ 13 h 13"/>
                <a:gd name="T20" fmla="*/ 6 w 10"/>
                <a:gd name="T21" fmla="*/ 13 h 13"/>
                <a:gd name="T22" fmla="*/ 4 w 10"/>
                <a:gd name="T23" fmla="*/ 13 h 13"/>
                <a:gd name="T24" fmla="*/ 1 w 10"/>
                <a:gd name="T25" fmla="*/ 12 h 13"/>
                <a:gd name="T26" fmla="*/ 0 w 10"/>
                <a:gd name="T27" fmla="*/ 11 h 13"/>
                <a:gd name="T28" fmla="*/ 0 w 10"/>
                <a:gd name="T29" fmla="*/ 8 h 13"/>
                <a:gd name="T30" fmla="*/ 0 w 10"/>
                <a:gd name="T31" fmla="*/ 8 h 13"/>
                <a:gd name="T32" fmla="*/ 0 w 10"/>
                <a:gd name="T33" fmla="*/ 5 h 13"/>
                <a:gd name="T34" fmla="*/ 1 w 10"/>
                <a:gd name="T35" fmla="*/ 2 h 13"/>
                <a:gd name="T36" fmla="*/ 4 w 10"/>
                <a:gd name="T37" fmla="*/ 1 h 13"/>
                <a:gd name="T38" fmla="*/ 5 w 10"/>
                <a:gd name="T39" fmla="*/ 0 h 13"/>
                <a:gd name="T40" fmla="*/ 5 w 10"/>
                <a:gd name="T41" fmla="*/ 0 h 13"/>
                <a:gd name="T42" fmla="*/ 8 w 10"/>
                <a:gd name="T43" fmla="*/ 1 h 13"/>
                <a:gd name="T44" fmla="*/ 10 w 10"/>
                <a:gd name="T45" fmla="*/ 2 h 13"/>
                <a:gd name="T46" fmla="*/ 10 w 10"/>
                <a:gd name="T47" fmla="*/ 7 h 13"/>
                <a:gd name="T48" fmla="*/ 10 w 10"/>
                <a:gd name="T49" fmla="*/ 8 h 13"/>
                <a:gd name="T50" fmla="*/ 2 w 10"/>
                <a:gd name="T51" fmla="*/ 8 h 13"/>
                <a:gd name="T52" fmla="*/ 9 w 10"/>
                <a:gd name="T53" fmla="*/ 5 h 13"/>
                <a:gd name="T54" fmla="*/ 9 w 10"/>
                <a:gd name="T55" fmla="*/ 5 h 13"/>
                <a:gd name="T56" fmla="*/ 8 w 10"/>
                <a:gd name="T57" fmla="*/ 4 h 13"/>
                <a:gd name="T58" fmla="*/ 6 w 10"/>
                <a:gd name="T59" fmla="*/ 2 h 13"/>
                <a:gd name="T60" fmla="*/ 5 w 10"/>
                <a:gd name="T61" fmla="*/ 2 h 13"/>
                <a:gd name="T62" fmla="*/ 5 w 10"/>
                <a:gd name="T63" fmla="*/ 2 h 13"/>
                <a:gd name="T64" fmla="*/ 2 w 10"/>
                <a:gd name="T65" fmla="*/ 4 h 13"/>
                <a:gd name="T66" fmla="*/ 2 w 10"/>
                <a:gd name="T67" fmla="*/ 5 h 13"/>
                <a:gd name="T68" fmla="*/ 9 w 10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" h="13">
                  <a:moveTo>
                    <a:pt x="2" y="8"/>
                  </a:moveTo>
                  <a:lnTo>
                    <a:pt x="2" y="8"/>
                  </a:lnTo>
                  <a:lnTo>
                    <a:pt x="2" y="9"/>
                  </a:lnTo>
                  <a:lnTo>
                    <a:pt x="4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0" y="7"/>
                  </a:lnTo>
                  <a:lnTo>
                    <a:pt x="10" y="8"/>
                  </a:lnTo>
                  <a:lnTo>
                    <a:pt x="2" y="8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8" y="4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2" y="5"/>
                  </a:lnTo>
                  <a:lnTo>
                    <a:pt x="9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6" name="Freeform 2145"/>
            <p:cNvSpPr>
              <a:spLocks/>
            </p:cNvSpPr>
            <p:nvPr/>
          </p:nvSpPr>
          <p:spPr bwMode="auto">
            <a:xfrm>
              <a:off x="4095" y="2896"/>
              <a:ext cx="7" cy="13"/>
            </a:xfrm>
            <a:custGeom>
              <a:avLst/>
              <a:gdLst>
                <a:gd name="T0" fmla="*/ 2 w 7"/>
                <a:gd name="T1" fmla="*/ 5 h 13"/>
                <a:gd name="T2" fmla="*/ 2 w 7"/>
                <a:gd name="T3" fmla="*/ 5 h 13"/>
                <a:gd name="T4" fmla="*/ 0 w 7"/>
                <a:gd name="T5" fmla="*/ 1 h 13"/>
                <a:gd name="T6" fmla="*/ 3 w 7"/>
                <a:gd name="T7" fmla="*/ 1 h 13"/>
                <a:gd name="T8" fmla="*/ 3 w 7"/>
                <a:gd name="T9" fmla="*/ 4 h 13"/>
                <a:gd name="T10" fmla="*/ 3 w 7"/>
                <a:gd name="T11" fmla="*/ 4 h 13"/>
                <a:gd name="T12" fmla="*/ 3 w 7"/>
                <a:gd name="T13" fmla="*/ 4 h 13"/>
                <a:gd name="T14" fmla="*/ 4 w 7"/>
                <a:gd name="T15" fmla="*/ 1 h 13"/>
                <a:gd name="T16" fmla="*/ 7 w 7"/>
                <a:gd name="T17" fmla="*/ 0 h 13"/>
                <a:gd name="T18" fmla="*/ 7 w 7"/>
                <a:gd name="T19" fmla="*/ 0 h 13"/>
                <a:gd name="T20" fmla="*/ 7 w 7"/>
                <a:gd name="T21" fmla="*/ 2 h 13"/>
                <a:gd name="T22" fmla="*/ 7 w 7"/>
                <a:gd name="T23" fmla="*/ 2 h 13"/>
                <a:gd name="T24" fmla="*/ 7 w 7"/>
                <a:gd name="T25" fmla="*/ 2 h 13"/>
                <a:gd name="T26" fmla="*/ 4 w 7"/>
                <a:gd name="T27" fmla="*/ 4 h 13"/>
                <a:gd name="T28" fmla="*/ 3 w 7"/>
                <a:gd name="T29" fmla="*/ 5 h 13"/>
                <a:gd name="T30" fmla="*/ 3 w 7"/>
                <a:gd name="T31" fmla="*/ 7 h 13"/>
                <a:gd name="T32" fmla="*/ 3 w 7"/>
                <a:gd name="T33" fmla="*/ 13 h 13"/>
                <a:gd name="T34" fmla="*/ 2 w 7"/>
                <a:gd name="T35" fmla="*/ 13 h 13"/>
                <a:gd name="T36" fmla="*/ 2 w 7"/>
                <a:gd name="T37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" h="13">
                  <a:moveTo>
                    <a:pt x="2" y="5"/>
                  </a:moveTo>
                  <a:lnTo>
                    <a:pt x="2" y="5"/>
                  </a:lnTo>
                  <a:lnTo>
                    <a:pt x="0" y="1"/>
                  </a:lnTo>
                  <a:lnTo>
                    <a:pt x="3" y="1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13"/>
                  </a:lnTo>
                  <a:lnTo>
                    <a:pt x="2" y="13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7" name="Freeform 2146"/>
            <p:cNvSpPr>
              <a:spLocks/>
            </p:cNvSpPr>
            <p:nvPr/>
          </p:nvSpPr>
          <p:spPr bwMode="auto">
            <a:xfrm>
              <a:off x="4105" y="2896"/>
              <a:ext cx="19" cy="13"/>
            </a:xfrm>
            <a:custGeom>
              <a:avLst/>
              <a:gdLst>
                <a:gd name="T0" fmla="*/ 0 w 19"/>
                <a:gd name="T1" fmla="*/ 4 h 13"/>
                <a:gd name="T2" fmla="*/ 0 w 19"/>
                <a:gd name="T3" fmla="*/ 4 h 13"/>
                <a:gd name="T4" fmla="*/ 0 w 19"/>
                <a:gd name="T5" fmla="*/ 1 h 13"/>
                <a:gd name="T6" fmla="*/ 2 w 19"/>
                <a:gd name="T7" fmla="*/ 1 h 13"/>
                <a:gd name="T8" fmla="*/ 2 w 19"/>
                <a:gd name="T9" fmla="*/ 2 h 13"/>
                <a:gd name="T10" fmla="*/ 2 w 19"/>
                <a:gd name="T11" fmla="*/ 2 h 13"/>
                <a:gd name="T12" fmla="*/ 2 w 19"/>
                <a:gd name="T13" fmla="*/ 2 h 13"/>
                <a:gd name="T14" fmla="*/ 4 w 19"/>
                <a:gd name="T15" fmla="*/ 1 h 13"/>
                <a:gd name="T16" fmla="*/ 6 w 19"/>
                <a:gd name="T17" fmla="*/ 0 h 13"/>
                <a:gd name="T18" fmla="*/ 6 w 19"/>
                <a:gd name="T19" fmla="*/ 0 h 13"/>
                <a:gd name="T20" fmla="*/ 8 w 19"/>
                <a:gd name="T21" fmla="*/ 1 h 13"/>
                <a:gd name="T22" fmla="*/ 9 w 19"/>
                <a:gd name="T23" fmla="*/ 2 h 13"/>
                <a:gd name="T24" fmla="*/ 9 w 19"/>
                <a:gd name="T25" fmla="*/ 2 h 13"/>
                <a:gd name="T26" fmla="*/ 9 w 19"/>
                <a:gd name="T27" fmla="*/ 2 h 13"/>
                <a:gd name="T28" fmla="*/ 10 w 19"/>
                <a:gd name="T29" fmla="*/ 1 h 13"/>
                <a:gd name="T30" fmla="*/ 10 w 19"/>
                <a:gd name="T31" fmla="*/ 1 h 13"/>
                <a:gd name="T32" fmla="*/ 14 w 19"/>
                <a:gd name="T33" fmla="*/ 0 h 13"/>
                <a:gd name="T34" fmla="*/ 14 w 19"/>
                <a:gd name="T35" fmla="*/ 0 h 13"/>
                <a:gd name="T36" fmla="*/ 17 w 19"/>
                <a:gd name="T37" fmla="*/ 1 h 13"/>
                <a:gd name="T38" fmla="*/ 17 w 19"/>
                <a:gd name="T39" fmla="*/ 4 h 13"/>
                <a:gd name="T40" fmla="*/ 19 w 19"/>
                <a:gd name="T41" fmla="*/ 7 h 13"/>
                <a:gd name="T42" fmla="*/ 19 w 19"/>
                <a:gd name="T43" fmla="*/ 13 h 13"/>
                <a:gd name="T44" fmla="*/ 16 w 19"/>
                <a:gd name="T45" fmla="*/ 13 h 13"/>
                <a:gd name="T46" fmla="*/ 16 w 19"/>
                <a:gd name="T47" fmla="*/ 7 h 13"/>
                <a:gd name="T48" fmla="*/ 16 w 19"/>
                <a:gd name="T49" fmla="*/ 7 h 13"/>
                <a:gd name="T50" fmla="*/ 16 w 19"/>
                <a:gd name="T51" fmla="*/ 4 h 13"/>
                <a:gd name="T52" fmla="*/ 13 w 19"/>
                <a:gd name="T53" fmla="*/ 2 h 13"/>
                <a:gd name="T54" fmla="*/ 13 w 19"/>
                <a:gd name="T55" fmla="*/ 2 h 13"/>
                <a:gd name="T56" fmla="*/ 12 w 19"/>
                <a:gd name="T57" fmla="*/ 2 h 13"/>
                <a:gd name="T58" fmla="*/ 10 w 19"/>
                <a:gd name="T59" fmla="*/ 4 h 13"/>
                <a:gd name="T60" fmla="*/ 10 w 19"/>
                <a:gd name="T61" fmla="*/ 5 h 13"/>
                <a:gd name="T62" fmla="*/ 10 w 19"/>
                <a:gd name="T63" fmla="*/ 13 h 13"/>
                <a:gd name="T64" fmla="*/ 8 w 19"/>
                <a:gd name="T65" fmla="*/ 13 h 13"/>
                <a:gd name="T66" fmla="*/ 8 w 19"/>
                <a:gd name="T67" fmla="*/ 5 h 13"/>
                <a:gd name="T68" fmla="*/ 8 w 19"/>
                <a:gd name="T69" fmla="*/ 5 h 13"/>
                <a:gd name="T70" fmla="*/ 8 w 19"/>
                <a:gd name="T71" fmla="*/ 4 h 13"/>
                <a:gd name="T72" fmla="*/ 5 w 19"/>
                <a:gd name="T73" fmla="*/ 2 h 13"/>
                <a:gd name="T74" fmla="*/ 5 w 19"/>
                <a:gd name="T75" fmla="*/ 2 h 13"/>
                <a:gd name="T76" fmla="*/ 4 w 19"/>
                <a:gd name="T77" fmla="*/ 2 h 13"/>
                <a:gd name="T78" fmla="*/ 2 w 19"/>
                <a:gd name="T79" fmla="*/ 5 h 13"/>
                <a:gd name="T80" fmla="*/ 2 w 19"/>
                <a:gd name="T81" fmla="*/ 5 h 13"/>
                <a:gd name="T82" fmla="*/ 2 w 19"/>
                <a:gd name="T83" fmla="*/ 13 h 13"/>
                <a:gd name="T84" fmla="*/ 0 w 19"/>
                <a:gd name="T85" fmla="*/ 13 h 13"/>
                <a:gd name="T86" fmla="*/ 0 w 19"/>
                <a:gd name="T8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3">
                  <a:moveTo>
                    <a:pt x="0" y="4"/>
                  </a:moveTo>
                  <a:lnTo>
                    <a:pt x="0" y="4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7" y="1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19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4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10" y="5"/>
                  </a:lnTo>
                  <a:lnTo>
                    <a:pt x="10" y="13"/>
                  </a:lnTo>
                  <a:lnTo>
                    <a:pt x="8" y="13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4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8" name="Freeform 2147"/>
            <p:cNvSpPr>
              <a:spLocks noEditPoints="1"/>
            </p:cNvSpPr>
            <p:nvPr/>
          </p:nvSpPr>
          <p:spPr bwMode="auto">
            <a:xfrm>
              <a:off x="4126" y="2896"/>
              <a:ext cx="11" cy="13"/>
            </a:xfrm>
            <a:custGeom>
              <a:avLst/>
              <a:gdLst>
                <a:gd name="T0" fmla="*/ 3 w 11"/>
                <a:gd name="T1" fmla="*/ 8 h 13"/>
                <a:gd name="T2" fmla="*/ 3 w 11"/>
                <a:gd name="T3" fmla="*/ 8 h 13"/>
                <a:gd name="T4" fmla="*/ 3 w 11"/>
                <a:gd name="T5" fmla="*/ 9 h 13"/>
                <a:gd name="T6" fmla="*/ 4 w 11"/>
                <a:gd name="T7" fmla="*/ 11 h 13"/>
                <a:gd name="T8" fmla="*/ 7 w 11"/>
                <a:gd name="T9" fmla="*/ 12 h 13"/>
                <a:gd name="T10" fmla="*/ 7 w 11"/>
                <a:gd name="T11" fmla="*/ 12 h 13"/>
                <a:gd name="T12" fmla="*/ 10 w 11"/>
                <a:gd name="T13" fmla="*/ 12 h 13"/>
                <a:gd name="T14" fmla="*/ 11 w 11"/>
                <a:gd name="T15" fmla="*/ 13 h 13"/>
                <a:gd name="T16" fmla="*/ 11 w 11"/>
                <a:gd name="T17" fmla="*/ 13 h 13"/>
                <a:gd name="T18" fmla="*/ 7 w 11"/>
                <a:gd name="T19" fmla="*/ 13 h 13"/>
                <a:gd name="T20" fmla="*/ 7 w 11"/>
                <a:gd name="T21" fmla="*/ 13 h 13"/>
                <a:gd name="T22" fmla="*/ 4 w 11"/>
                <a:gd name="T23" fmla="*/ 13 h 13"/>
                <a:gd name="T24" fmla="*/ 2 w 11"/>
                <a:gd name="T25" fmla="*/ 12 h 13"/>
                <a:gd name="T26" fmla="*/ 0 w 11"/>
                <a:gd name="T27" fmla="*/ 11 h 13"/>
                <a:gd name="T28" fmla="*/ 0 w 11"/>
                <a:gd name="T29" fmla="*/ 8 h 13"/>
                <a:gd name="T30" fmla="*/ 0 w 11"/>
                <a:gd name="T31" fmla="*/ 8 h 13"/>
                <a:gd name="T32" fmla="*/ 0 w 11"/>
                <a:gd name="T33" fmla="*/ 5 h 13"/>
                <a:gd name="T34" fmla="*/ 2 w 11"/>
                <a:gd name="T35" fmla="*/ 2 h 13"/>
                <a:gd name="T36" fmla="*/ 3 w 11"/>
                <a:gd name="T37" fmla="*/ 1 h 13"/>
                <a:gd name="T38" fmla="*/ 6 w 11"/>
                <a:gd name="T39" fmla="*/ 0 h 13"/>
                <a:gd name="T40" fmla="*/ 6 w 11"/>
                <a:gd name="T41" fmla="*/ 0 h 13"/>
                <a:gd name="T42" fmla="*/ 8 w 11"/>
                <a:gd name="T43" fmla="*/ 1 h 13"/>
                <a:gd name="T44" fmla="*/ 11 w 11"/>
                <a:gd name="T45" fmla="*/ 2 h 13"/>
                <a:gd name="T46" fmla="*/ 11 w 11"/>
                <a:gd name="T47" fmla="*/ 7 h 13"/>
                <a:gd name="T48" fmla="*/ 11 w 11"/>
                <a:gd name="T49" fmla="*/ 8 h 13"/>
                <a:gd name="T50" fmla="*/ 3 w 11"/>
                <a:gd name="T51" fmla="*/ 8 h 13"/>
                <a:gd name="T52" fmla="*/ 10 w 11"/>
                <a:gd name="T53" fmla="*/ 5 h 13"/>
                <a:gd name="T54" fmla="*/ 10 w 11"/>
                <a:gd name="T55" fmla="*/ 5 h 13"/>
                <a:gd name="T56" fmla="*/ 8 w 11"/>
                <a:gd name="T57" fmla="*/ 4 h 13"/>
                <a:gd name="T58" fmla="*/ 7 w 11"/>
                <a:gd name="T59" fmla="*/ 2 h 13"/>
                <a:gd name="T60" fmla="*/ 6 w 11"/>
                <a:gd name="T61" fmla="*/ 2 h 13"/>
                <a:gd name="T62" fmla="*/ 6 w 11"/>
                <a:gd name="T63" fmla="*/ 2 h 13"/>
                <a:gd name="T64" fmla="*/ 3 w 11"/>
                <a:gd name="T65" fmla="*/ 4 h 13"/>
                <a:gd name="T66" fmla="*/ 3 w 11"/>
                <a:gd name="T67" fmla="*/ 5 h 13"/>
                <a:gd name="T68" fmla="*/ 10 w 11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" h="13">
                  <a:moveTo>
                    <a:pt x="3" y="8"/>
                  </a:moveTo>
                  <a:lnTo>
                    <a:pt x="3" y="8"/>
                  </a:lnTo>
                  <a:lnTo>
                    <a:pt x="3" y="9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11" y="2"/>
                  </a:lnTo>
                  <a:lnTo>
                    <a:pt x="11" y="7"/>
                  </a:lnTo>
                  <a:lnTo>
                    <a:pt x="11" y="8"/>
                  </a:lnTo>
                  <a:lnTo>
                    <a:pt x="3" y="8"/>
                  </a:lnTo>
                  <a:close/>
                  <a:moveTo>
                    <a:pt x="10" y="5"/>
                  </a:moveTo>
                  <a:lnTo>
                    <a:pt x="10" y="5"/>
                  </a:lnTo>
                  <a:lnTo>
                    <a:pt x="8" y="4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3" y="4"/>
                  </a:lnTo>
                  <a:lnTo>
                    <a:pt x="3" y="5"/>
                  </a:lnTo>
                  <a:lnTo>
                    <a:pt x="10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9" name="Freeform 2148"/>
            <p:cNvSpPr>
              <a:spLocks/>
            </p:cNvSpPr>
            <p:nvPr/>
          </p:nvSpPr>
          <p:spPr bwMode="auto">
            <a:xfrm>
              <a:off x="4140" y="2896"/>
              <a:ext cx="12" cy="13"/>
            </a:xfrm>
            <a:custGeom>
              <a:avLst/>
              <a:gdLst>
                <a:gd name="T0" fmla="*/ 0 w 12"/>
                <a:gd name="T1" fmla="*/ 4 h 13"/>
                <a:gd name="T2" fmla="*/ 0 w 12"/>
                <a:gd name="T3" fmla="*/ 4 h 13"/>
                <a:gd name="T4" fmla="*/ 0 w 12"/>
                <a:gd name="T5" fmla="*/ 1 h 13"/>
                <a:gd name="T6" fmla="*/ 2 w 12"/>
                <a:gd name="T7" fmla="*/ 1 h 13"/>
                <a:gd name="T8" fmla="*/ 2 w 12"/>
                <a:gd name="T9" fmla="*/ 2 h 13"/>
                <a:gd name="T10" fmla="*/ 2 w 12"/>
                <a:gd name="T11" fmla="*/ 2 h 13"/>
                <a:gd name="T12" fmla="*/ 2 w 12"/>
                <a:gd name="T13" fmla="*/ 2 h 13"/>
                <a:gd name="T14" fmla="*/ 4 w 12"/>
                <a:gd name="T15" fmla="*/ 1 h 13"/>
                <a:gd name="T16" fmla="*/ 6 w 12"/>
                <a:gd name="T17" fmla="*/ 0 h 13"/>
                <a:gd name="T18" fmla="*/ 6 w 12"/>
                <a:gd name="T19" fmla="*/ 0 h 13"/>
                <a:gd name="T20" fmla="*/ 9 w 12"/>
                <a:gd name="T21" fmla="*/ 1 h 13"/>
                <a:gd name="T22" fmla="*/ 11 w 12"/>
                <a:gd name="T23" fmla="*/ 2 h 13"/>
                <a:gd name="T24" fmla="*/ 12 w 12"/>
                <a:gd name="T25" fmla="*/ 5 h 13"/>
                <a:gd name="T26" fmla="*/ 12 w 12"/>
                <a:gd name="T27" fmla="*/ 13 h 13"/>
                <a:gd name="T28" fmla="*/ 9 w 12"/>
                <a:gd name="T29" fmla="*/ 13 h 13"/>
                <a:gd name="T30" fmla="*/ 9 w 12"/>
                <a:gd name="T31" fmla="*/ 7 h 13"/>
                <a:gd name="T32" fmla="*/ 9 w 12"/>
                <a:gd name="T33" fmla="*/ 7 h 13"/>
                <a:gd name="T34" fmla="*/ 8 w 12"/>
                <a:gd name="T35" fmla="*/ 4 h 13"/>
                <a:gd name="T36" fmla="*/ 6 w 12"/>
                <a:gd name="T37" fmla="*/ 2 h 13"/>
                <a:gd name="T38" fmla="*/ 6 w 12"/>
                <a:gd name="T39" fmla="*/ 2 h 13"/>
                <a:gd name="T40" fmla="*/ 4 w 12"/>
                <a:gd name="T41" fmla="*/ 2 h 13"/>
                <a:gd name="T42" fmla="*/ 2 w 12"/>
                <a:gd name="T43" fmla="*/ 5 h 13"/>
                <a:gd name="T44" fmla="*/ 2 w 12"/>
                <a:gd name="T45" fmla="*/ 5 h 13"/>
                <a:gd name="T46" fmla="*/ 2 w 12"/>
                <a:gd name="T47" fmla="*/ 13 h 13"/>
                <a:gd name="T48" fmla="*/ 0 w 12"/>
                <a:gd name="T49" fmla="*/ 13 h 13"/>
                <a:gd name="T50" fmla="*/ 0 w 12"/>
                <a:gd name="T51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" h="13">
                  <a:moveTo>
                    <a:pt x="0" y="4"/>
                  </a:moveTo>
                  <a:lnTo>
                    <a:pt x="0" y="4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1"/>
                  </a:lnTo>
                  <a:lnTo>
                    <a:pt x="11" y="2"/>
                  </a:lnTo>
                  <a:lnTo>
                    <a:pt x="12" y="5"/>
                  </a:lnTo>
                  <a:lnTo>
                    <a:pt x="12" y="13"/>
                  </a:lnTo>
                  <a:lnTo>
                    <a:pt x="9" y="13"/>
                  </a:lnTo>
                  <a:lnTo>
                    <a:pt x="9" y="7"/>
                  </a:lnTo>
                  <a:lnTo>
                    <a:pt x="9" y="7"/>
                  </a:lnTo>
                  <a:lnTo>
                    <a:pt x="8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0" name="Freeform 2149"/>
            <p:cNvSpPr>
              <a:spLocks/>
            </p:cNvSpPr>
            <p:nvPr/>
          </p:nvSpPr>
          <p:spPr bwMode="auto">
            <a:xfrm>
              <a:off x="4153" y="2893"/>
              <a:ext cx="8" cy="16"/>
            </a:xfrm>
            <a:custGeom>
              <a:avLst/>
              <a:gdLst>
                <a:gd name="T0" fmla="*/ 4 w 8"/>
                <a:gd name="T1" fmla="*/ 0 h 16"/>
                <a:gd name="T2" fmla="*/ 4 w 8"/>
                <a:gd name="T3" fmla="*/ 4 h 16"/>
                <a:gd name="T4" fmla="*/ 8 w 8"/>
                <a:gd name="T5" fmla="*/ 4 h 16"/>
                <a:gd name="T6" fmla="*/ 8 w 8"/>
                <a:gd name="T7" fmla="*/ 5 h 16"/>
                <a:gd name="T8" fmla="*/ 4 w 8"/>
                <a:gd name="T9" fmla="*/ 5 h 16"/>
                <a:gd name="T10" fmla="*/ 4 w 8"/>
                <a:gd name="T11" fmla="*/ 12 h 16"/>
                <a:gd name="T12" fmla="*/ 4 w 8"/>
                <a:gd name="T13" fmla="*/ 12 h 16"/>
                <a:gd name="T14" fmla="*/ 6 w 8"/>
                <a:gd name="T15" fmla="*/ 15 h 16"/>
                <a:gd name="T16" fmla="*/ 7 w 8"/>
                <a:gd name="T17" fmla="*/ 15 h 16"/>
                <a:gd name="T18" fmla="*/ 7 w 8"/>
                <a:gd name="T19" fmla="*/ 15 h 16"/>
                <a:gd name="T20" fmla="*/ 8 w 8"/>
                <a:gd name="T21" fmla="*/ 15 h 16"/>
                <a:gd name="T22" fmla="*/ 8 w 8"/>
                <a:gd name="T23" fmla="*/ 16 h 16"/>
                <a:gd name="T24" fmla="*/ 8 w 8"/>
                <a:gd name="T25" fmla="*/ 16 h 16"/>
                <a:gd name="T26" fmla="*/ 6 w 8"/>
                <a:gd name="T27" fmla="*/ 16 h 16"/>
                <a:gd name="T28" fmla="*/ 6 w 8"/>
                <a:gd name="T29" fmla="*/ 16 h 16"/>
                <a:gd name="T30" fmla="*/ 3 w 8"/>
                <a:gd name="T31" fmla="*/ 16 h 16"/>
                <a:gd name="T32" fmla="*/ 3 w 8"/>
                <a:gd name="T33" fmla="*/ 16 h 16"/>
                <a:gd name="T34" fmla="*/ 3 w 8"/>
                <a:gd name="T35" fmla="*/ 12 h 16"/>
                <a:gd name="T36" fmla="*/ 3 w 8"/>
                <a:gd name="T37" fmla="*/ 5 h 16"/>
                <a:gd name="T38" fmla="*/ 0 w 8"/>
                <a:gd name="T39" fmla="*/ 5 h 16"/>
                <a:gd name="T40" fmla="*/ 0 w 8"/>
                <a:gd name="T41" fmla="*/ 4 h 16"/>
                <a:gd name="T42" fmla="*/ 3 w 8"/>
                <a:gd name="T43" fmla="*/ 4 h 16"/>
                <a:gd name="T44" fmla="*/ 3 w 8"/>
                <a:gd name="T45" fmla="*/ 0 h 16"/>
                <a:gd name="T46" fmla="*/ 4 w 8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" h="16">
                  <a:moveTo>
                    <a:pt x="4" y="0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5"/>
                  </a:lnTo>
                  <a:lnTo>
                    <a:pt x="4" y="5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6" y="15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3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1" name="Freeform 2150"/>
            <p:cNvSpPr>
              <a:spLocks/>
            </p:cNvSpPr>
            <p:nvPr/>
          </p:nvSpPr>
          <p:spPr bwMode="auto">
            <a:xfrm>
              <a:off x="4164" y="2897"/>
              <a:ext cx="11" cy="12"/>
            </a:xfrm>
            <a:custGeom>
              <a:avLst/>
              <a:gdLst>
                <a:gd name="T0" fmla="*/ 11 w 11"/>
                <a:gd name="T1" fmla="*/ 10 h 12"/>
                <a:gd name="T2" fmla="*/ 11 w 11"/>
                <a:gd name="T3" fmla="*/ 10 h 12"/>
                <a:gd name="T4" fmla="*/ 11 w 11"/>
                <a:gd name="T5" fmla="*/ 12 h 12"/>
                <a:gd name="T6" fmla="*/ 8 w 11"/>
                <a:gd name="T7" fmla="*/ 12 h 12"/>
                <a:gd name="T8" fmla="*/ 8 w 11"/>
                <a:gd name="T9" fmla="*/ 11 h 12"/>
                <a:gd name="T10" fmla="*/ 8 w 11"/>
                <a:gd name="T11" fmla="*/ 11 h 12"/>
                <a:gd name="T12" fmla="*/ 8 w 11"/>
                <a:gd name="T13" fmla="*/ 11 h 12"/>
                <a:gd name="T14" fmla="*/ 7 w 11"/>
                <a:gd name="T15" fmla="*/ 12 h 12"/>
                <a:gd name="T16" fmla="*/ 4 w 11"/>
                <a:gd name="T17" fmla="*/ 12 h 12"/>
                <a:gd name="T18" fmla="*/ 4 w 11"/>
                <a:gd name="T19" fmla="*/ 12 h 12"/>
                <a:gd name="T20" fmla="*/ 1 w 11"/>
                <a:gd name="T21" fmla="*/ 12 h 12"/>
                <a:gd name="T22" fmla="*/ 0 w 11"/>
                <a:gd name="T23" fmla="*/ 10 h 12"/>
                <a:gd name="T24" fmla="*/ 0 w 11"/>
                <a:gd name="T25" fmla="*/ 7 h 12"/>
                <a:gd name="T26" fmla="*/ 0 w 11"/>
                <a:gd name="T27" fmla="*/ 0 h 12"/>
                <a:gd name="T28" fmla="*/ 3 w 11"/>
                <a:gd name="T29" fmla="*/ 0 h 12"/>
                <a:gd name="T30" fmla="*/ 3 w 11"/>
                <a:gd name="T31" fmla="*/ 7 h 12"/>
                <a:gd name="T32" fmla="*/ 3 w 11"/>
                <a:gd name="T33" fmla="*/ 7 h 12"/>
                <a:gd name="T34" fmla="*/ 3 w 11"/>
                <a:gd name="T35" fmla="*/ 10 h 12"/>
                <a:gd name="T36" fmla="*/ 5 w 11"/>
                <a:gd name="T37" fmla="*/ 11 h 12"/>
                <a:gd name="T38" fmla="*/ 5 w 11"/>
                <a:gd name="T39" fmla="*/ 11 h 12"/>
                <a:gd name="T40" fmla="*/ 7 w 11"/>
                <a:gd name="T41" fmla="*/ 10 h 12"/>
                <a:gd name="T42" fmla="*/ 8 w 11"/>
                <a:gd name="T43" fmla="*/ 8 h 12"/>
                <a:gd name="T44" fmla="*/ 8 w 11"/>
                <a:gd name="T45" fmla="*/ 8 h 12"/>
                <a:gd name="T46" fmla="*/ 8 w 11"/>
                <a:gd name="T47" fmla="*/ 0 h 12"/>
                <a:gd name="T48" fmla="*/ 11 w 11"/>
                <a:gd name="T49" fmla="*/ 0 h 12"/>
                <a:gd name="T50" fmla="*/ 11 w 11"/>
                <a:gd name="T51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lnTo>
                    <a:pt x="11" y="10"/>
                  </a:lnTo>
                  <a:lnTo>
                    <a:pt x="11" y="12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7" y="10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2" name="Freeform 2151"/>
            <p:cNvSpPr>
              <a:spLocks/>
            </p:cNvSpPr>
            <p:nvPr/>
          </p:nvSpPr>
          <p:spPr bwMode="auto">
            <a:xfrm>
              <a:off x="4179" y="2896"/>
              <a:ext cx="19" cy="13"/>
            </a:xfrm>
            <a:custGeom>
              <a:avLst/>
              <a:gdLst>
                <a:gd name="T0" fmla="*/ 0 w 19"/>
                <a:gd name="T1" fmla="*/ 4 h 13"/>
                <a:gd name="T2" fmla="*/ 0 w 19"/>
                <a:gd name="T3" fmla="*/ 4 h 13"/>
                <a:gd name="T4" fmla="*/ 0 w 19"/>
                <a:gd name="T5" fmla="*/ 1 h 13"/>
                <a:gd name="T6" fmla="*/ 1 w 19"/>
                <a:gd name="T7" fmla="*/ 1 h 13"/>
                <a:gd name="T8" fmla="*/ 1 w 19"/>
                <a:gd name="T9" fmla="*/ 2 h 13"/>
                <a:gd name="T10" fmla="*/ 1 w 19"/>
                <a:gd name="T11" fmla="*/ 2 h 13"/>
                <a:gd name="T12" fmla="*/ 1 w 19"/>
                <a:gd name="T13" fmla="*/ 2 h 13"/>
                <a:gd name="T14" fmla="*/ 4 w 19"/>
                <a:gd name="T15" fmla="*/ 1 h 13"/>
                <a:gd name="T16" fmla="*/ 5 w 19"/>
                <a:gd name="T17" fmla="*/ 0 h 13"/>
                <a:gd name="T18" fmla="*/ 5 w 19"/>
                <a:gd name="T19" fmla="*/ 0 h 13"/>
                <a:gd name="T20" fmla="*/ 8 w 19"/>
                <a:gd name="T21" fmla="*/ 1 h 13"/>
                <a:gd name="T22" fmla="*/ 9 w 19"/>
                <a:gd name="T23" fmla="*/ 2 h 13"/>
                <a:gd name="T24" fmla="*/ 9 w 19"/>
                <a:gd name="T25" fmla="*/ 2 h 13"/>
                <a:gd name="T26" fmla="*/ 9 w 19"/>
                <a:gd name="T27" fmla="*/ 2 h 13"/>
                <a:gd name="T28" fmla="*/ 11 w 19"/>
                <a:gd name="T29" fmla="*/ 1 h 13"/>
                <a:gd name="T30" fmla="*/ 11 w 19"/>
                <a:gd name="T31" fmla="*/ 1 h 13"/>
                <a:gd name="T32" fmla="*/ 13 w 19"/>
                <a:gd name="T33" fmla="*/ 0 h 13"/>
                <a:gd name="T34" fmla="*/ 13 w 19"/>
                <a:gd name="T35" fmla="*/ 0 h 13"/>
                <a:gd name="T36" fmla="*/ 16 w 19"/>
                <a:gd name="T37" fmla="*/ 1 h 13"/>
                <a:gd name="T38" fmla="*/ 17 w 19"/>
                <a:gd name="T39" fmla="*/ 4 h 13"/>
                <a:gd name="T40" fmla="*/ 19 w 19"/>
                <a:gd name="T41" fmla="*/ 7 h 13"/>
                <a:gd name="T42" fmla="*/ 19 w 19"/>
                <a:gd name="T43" fmla="*/ 13 h 13"/>
                <a:gd name="T44" fmla="*/ 16 w 19"/>
                <a:gd name="T45" fmla="*/ 13 h 13"/>
                <a:gd name="T46" fmla="*/ 16 w 19"/>
                <a:gd name="T47" fmla="*/ 7 h 13"/>
                <a:gd name="T48" fmla="*/ 16 w 19"/>
                <a:gd name="T49" fmla="*/ 7 h 13"/>
                <a:gd name="T50" fmla="*/ 15 w 19"/>
                <a:gd name="T51" fmla="*/ 4 h 13"/>
                <a:gd name="T52" fmla="*/ 13 w 19"/>
                <a:gd name="T53" fmla="*/ 2 h 13"/>
                <a:gd name="T54" fmla="*/ 13 w 19"/>
                <a:gd name="T55" fmla="*/ 2 h 13"/>
                <a:gd name="T56" fmla="*/ 11 w 19"/>
                <a:gd name="T57" fmla="*/ 2 h 13"/>
                <a:gd name="T58" fmla="*/ 11 w 19"/>
                <a:gd name="T59" fmla="*/ 4 h 13"/>
                <a:gd name="T60" fmla="*/ 11 w 19"/>
                <a:gd name="T61" fmla="*/ 5 h 13"/>
                <a:gd name="T62" fmla="*/ 11 w 19"/>
                <a:gd name="T63" fmla="*/ 13 h 13"/>
                <a:gd name="T64" fmla="*/ 8 w 19"/>
                <a:gd name="T65" fmla="*/ 13 h 13"/>
                <a:gd name="T66" fmla="*/ 8 w 19"/>
                <a:gd name="T67" fmla="*/ 5 h 13"/>
                <a:gd name="T68" fmla="*/ 8 w 19"/>
                <a:gd name="T69" fmla="*/ 5 h 13"/>
                <a:gd name="T70" fmla="*/ 7 w 19"/>
                <a:gd name="T71" fmla="*/ 4 h 13"/>
                <a:gd name="T72" fmla="*/ 5 w 19"/>
                <a:gd name="T73" fmla="*/ 2 h 13"/>
                <a:gd name="T74" fmla="*/ 5 w 19"/>
                <a:gd name="T75" fmla="*/ 2 h 13"/>
                <a:gd name="T76" fmla="*/ 3 w 19"/>
                <a:gd name="T77" fmla="*/ 2 h 13"/>
                <a:gd name="T78" fmla="*/ 3 w 19"/>
                <a:gd name="T79" fmla="*/ 5 h 13"/>
                <a:gd name="T80" fmla="*/ 3 w 19"/>
                <a:gd name="T81" fmla="*/ 5 h 13"/>
                <a:gd name="T82" fmla="*/ 3 w 19"/>
                <a:gd name="T83" fmla="*/ 13 h 13"/>
                <a:gd name="T84" fmla="*/ 0 w 19"/>
                <a:gd name="T85" fmla="*/ 13 h 13"/>
                <a:gd name="T86" fmla="*/ 0 w 19"/>
                <a:gd name="T8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3">
                  <a:moveTo>
                    <a:pt x="0" y="4"/>
                  </a:moveTo>
                  <a:lnTo>
                    <a:pt x="0" y="4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6" y="1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19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5" y="4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1" y="2"/>
                  </a:lnTo>
                  <a:lnTo>
                    <a:pt x="11" y="4"/>
                  </a:lnTo>
                  <a:lnTo>
                    <a:pt x="11" y="5"/>
                  </a:lnTo>
                  <a:lnTo>
                    <a:pt x="11" y="13"/>
                  </a:lnTo>
                  <a:lnTo>
                    <a:pt x="8" y="13"/>
                  </a:lnTo>
                  <a:lnTo>
                    <a:pt x="8" y="5"/>
                  </a:lnTo>
                  <a:lnTo>
                    <a:pt x="8" y="5"/>
                  </a:lnTo>
                  <a:lnTo>
                    <a:pt x="7" y="4"/>
                  </a:lnTo>
                  <a:lnTo>
                    <a:pt x="5" y="2"/>
                  </a:lnTo>
                  <a:lnTo>
                    <a:pt x="5" y="2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3" name="Freeform 2152"/>
            <p:cNvSpPr>
              <a:spLocks noEditPoints="1"/>
            </p:cNvSpPr>
            <p:nvPr/>
          </p:nvSpPr>
          <p:spPr bwMode="auto">
            <a:xfrm>
              <a:off x="4206" y="2890"/>
              <a:ext cx="12" cy="19"/>
            </a:xfrm>
            <a:custGeom>
              <a:avLst/>
              <a:gdLst>
                <a:gd name="T0" fmla="*/ 12 w 12"/>
                <a:gd name="T1" fmla="*/ 0 h 19"/>
                <a:gd name="T2" fmla="*/ 12 w 12"/>
                <a:gd name="T3" fmla="*/ 17 h 19"/>
                <a:gd name="T4" fmla="*/ 12 w 12"/>
                <a:gd name="T5" fmla="*/ 17 h 19"/>
                <a:gd name="T6" fmla="*/ 12 w 12"/>
                <a:gd name="T7" fmla="*/ 19 h 19"/>
                <a:gd name="T8" fmla="*/ 9 w 12"/>
                <a:gd name="T9" fmla="*/ 19 h 19"/>
                <a:gd name="T10" fmla="*/ 9 w 12"/>
                <a:gd name="T11" fmla="*/ 18 h 19"/>
                <a:gd name="T12" fmla="*/ 9 w 12"/>
                <a:gd name="T13" fmla="*/ 18 h 19"/>
                <a:gd name="T14" fmla="*/ 9 w 12"/>
                <a:gd name="T15" fmla="*/ 18 h 19"/>
                <a:gd name="T16" fmla="*/ 8 w 12"/>
                <a:gd name="T17" fmla="*/ 19 h 19"/>
                <a:gd name="T18" fmla="*/ 5 w 12"/>
                <a:gd name="T19" fmla="*/ 19 h 19"/>
                <a:gd name="T20" fmla="*/ 5 w 12"/>
                <a:gd name="T21" fmla="*/ 19 h 19"/>
                <a:gd name="T22" fmla="*/ 3 w 12"/>
                <a:gd name="T23" fmla="*/ 19 h 19"/>
                <a:gd name="T24" fmla="*/ 1 w 12"/>
                <a:gd name="T25" fmla="*/ 18 h 19"/>
                <a:gd name="T26" fmla="*/ 0 w 12"/>
                <a:gd name="T27" fmla="*/ 17 h 19"/>
                <a:gd name="T28" fmla="*/ 0 w 12"/>
                <a:gd name="T29" fmla="*/ 14 h 19"/>
                <a:gd name="T30" fmla="*/ 0 w 12"/>
                <a:gd name="T31" fmla="*/ 14 h 19"/>
                <a:gd name="T32" fmla="*/ 0 w 12"/>
                <a:gd name="T33" fmla="*/ 10 h 19"/>
                <a:gd name="T34" fmla="*/ 1 w 12"/>
                <a:gd name="T35" fmla="*/ 8 h 19"/>
                <a:gd name="T36" fmla="*/ 3 w 12"/>
                <a:gd name="T37" fmla="*/ 7 h 19"/>
                <a:gd name="T38" fmla="*/ 5 w 12"/>
                <a:gd name="T39" fmla="*/ 6 h 19"/>
                <a:gd name="T40" fmla="*/ 5 w 12"/>
                <a:gd name="T41" fmla="*/ 6 h 19"/>
                <a:gd name="T42" fmla="*/ 8 w 12"/>
                <a:gd name="T43" fmla="*/ 7 h 19"/>
                <a:gd name="T44" fmla="*/ 9 w 12"/>
                <a:gd name="T45" fmla="*/ 8 h 19"/>
                <a:gd name="T46" fmla="*/ 9 w 12"/>
                <a:gd name="T47" fmla="*/ 8 h 19"/>
                <a:gd name="T48" fmla="*/ 9 w 12"/>
                <a:gd name="T49" fmla="*/ 0 h 19"/>
                <a:gd name="T50" fmla="*/ 12 w 12"/>
                <a:gd name="T51" fmla="*/ 0 h 19"/>
                <a:gd name="T52" fmla="*/ 9 w 12"/>
                <a:gd name="T53" fmla="*/ 13 h 19"/>
                <a:gd name="T54" fmla="*/ 9 w 12"/>
                <a:gd name="T55" fmla="*/ 11 h 19"/>
                <a:gd name="T56" fmla="*/ 9 w 12"/>
                <a:gd name="T57" fmla="*/ 11 h 19"/>
                <a:gd name="T58" fmla="*/ 8 w 12"/>
                <a:gd name="T59" fmla="*/ 8 h 19"/>
                <a:gd name="T60" fmla="*/ 5 w 12"/>
                <a:gd name="T61" fmla="*/ 8 h 19"/>
                <a:gd name="T62" fmla="*/ 5 w 12"/>
                <a:gd name="T63" fmla="*/ 8 h 19"/>
                <a:gd name="T64" fmla="*/ 4 w 12"/>
                <a:gd name="T65" fmla="*/ 8 h 19"/>
                <a:gd name="T66" fmla="*/ 3 w 12"/>
                <a:gd name="T67" fmla="*/ 10 h 19"/>
                <a:gd name="T68" fmla="*/ 3 w 12"/>
                <a:gd name="T69" fmla="*/ 13 h 19"/>
                <a:gd name="T70" fmla="*/ 3 w 12"/>
                <a:gd name="T71" fmla="*/ 13 h 19"/>
                <a:gd name="T72" fmla="*/ 3 w 12"/>
                <a:gd name="T73" fmla="*/ 17 h 19"/>
                <a:gd name="T74" fmla="*/ 4 w 12"/>
                <a:gd name="T75" fmla="*/ 18 h 19"/>
                <a:gd name="T76" fmla="*/ 5 w 12"/>
                <a:gd name="T77" fmla="*/ 18 h 19"/>
                <a:gd name="T78" fmla="*/ 5 w 12"/>
                <a:gd name="T79" fmla="*/ 18 h 19"/>
                <a:gd name="T80" fmla="*/ 8 w 12"/>
                <a:gd name="T81" fmla="*/ 17 h 19"/>
                <a:gd name="T82" fmla="*/ 9 w 12"/>
                <a:gd name="T83" fmla="*/ 15 h 19"/>
                <a:gd name="T84" fmla="*/ 9 w 12"/>
                <a:gd name="T85" fmla="*/ 14 h 19"/>
                <a:gd name="T86" fmla="*/ 9 w 12"/>
                <a:gd name="T87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" h="19">
                  <a:moveTo>
                    <a:pt x="12" y="0"/>
                  </a:moveTo>
                  <a:lnTo>
                    <a:pt x="12" y="17"/>
                  </a:lnTo>
                  <a:lnTo>
                    <a:pt x="12" y="17"/>
                  </a:lnTo>
                  <a:lnTo>
                    <a:pt x="12" y="19"/>
                  </a:lnTo>
                  <a:lnTo>
                    <a:pt x="9" y="1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8" y="19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1" y="18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1" y="8"/>
                  </a:lnTo>
                  <a:lnTo>
                    <a:pt x="3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8" y="7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0"/>
                  </a:lnTo>
                  <a:lnTo>
                    <a:pt x="12" y="0"/>
                  </a:lnTo>
                  <a:close/>
                  <a:moveTo>
                    <a:pt x="9" y="13"/>
                  </a:moveTo>
                  <a:lnTo>
                    <a:pt x="9" y="11"/>
                  </a:lnTo>
                  <a:lnTo>
                    <a:pt x="9" y="11"/>
                  </a:lnTo>
                  <a:lnTo>
                    <a:pt x="8" y="8"/>
                  </a:lnTo>
                  <a:lnTo>
                    <a:pt x="5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7"/>
                  </a:lnTo>
                  <a:lnTo>
                    <a:pt x="4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8" y="17"/>
                  </a:lnTo>
                  <a:lnTo>
                    <a:pt x="9" y="15"/>
                  </a:lnTo>
                  <a:lnTo>
                    <a:pt x="9" y="14"/>
                  </a:lnTo>
                  <a:lnTo>
                    <a:pt x="9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4" name="Freeform 2153"/>
            <p:cNvSpPr>
              <a:spLocks noEditPoints="1"/>
            </p:cNvSpPr>
            <p:nvPr/>
          </p:nvSpPr>
          <p:spPr bwMode="auto">
            <a:xfrm>
              <a:off x="4221" y="2896"/>
              <a:ext cx="12" cy="13"/>
            </a:xfrm>
            <a:custGeom>
              <a:avLst/>
              <a:gdLst>
                <a:gd name="T0" fmla="*/ 12 w 12"/>
                <a:gd name="T1" fmla="*/ 7 h 13"/>
                <a:gd name="T2" fmla="*/ 12 w 12"/>
                <a:gd name="T3" fmla="*/ 7 h 13"/>
                <a:gd name="T4" fmla="*/ 12 w 12"/>
                <a:gd name="T5" fmla="*/ 11 h 13"/>
                <a:gd name="T6" fmla="*/ 11 w 12"/>
                <a:gd name="T7" fmla="*/ 12 h 13"/>
                <a:gd name="T8" fmla="*/ 8 w 12"/>
                <a:gd name="T9" fmla="*/ 13 h 13"/>
                <a:gd name="T10" fmla="*/ 6 w 12"/>
                <a:gd name="T11" fmla="*/ 13 h 13"/>
                <a:gd name="T12" fmla="*/ 6 w 12"/>
                <a:gd name="T13" fmla="*/ 13 h 13"/>
                <a:gd name="T14" fmla="*/ 4 w 12"/>
                <a:gd name="T15" fmla="*/ 13 h 13"/>
                <a:gd name="T16" fmla="*/ 1 w 12"/>
                <a:gd name="T17" fmla="*/ 12 h 13"/>
                <a:gd name="T18" fmla="*/ 0 w 12"/>
                <a:gd name="T19" fmla="*/ 11 h 13"/>
                <a:gd name="T20" fmla="*/ 0 w 12"/>
                <a:gd name="T21" fmla="*/ 8 h 13"/>
                <a:gd name="T22" fmla="*/ 0 w 12"/>
                <a:gd name="T23" fmla="*/ 8 h 13"/>
                <a:gd name="T24" fmla="*/ 0 w 12"/>
                <a:gd name="T25" fmla="*/ 4 h 13"/>
                <a:gd name="T26" fmla="*/ 1 w 12"/>
                <a:gd name="T27" fmla="*/ 2 h 13"/>
                <a:gd name="T28" fmla="*/ 4 w 12"/>
                <a:gd name="T29" fmla="*/ 1 h 13"/>
                <a:gd name="T30" fmla="*/ 6 w 12"/>
                <a:gd name="T31" fmla="*/ 0 h 13"/>
                <a:gd name="T32" fmla="*/ 6 w 12"/>
                <a:gd name="T33" fmla="*/ 0 h 13"/>
                <a:gd name="T34" fmla="*/ 9 w 12"/>
                <a:gd name="T35" fmla="*/ 1 h 13"/>
                <a:gd name="T36" fmla="*/ 11 w 12"/>
                <a:gd name="T37" fmla="*/ 2 h 13"/>
                <a:gd name="T38" fmla="*/ 12 w 12"/>
                <a:gd name="T39" fmla="*/ 4 h 13"/>
                <a:gd name="T40" fmla="*/ 12 w 12"/>
                <a:gd name="T41" fmla="*/ 7 h 13"/>
                <a:gd name="T42" fmla="*/ 12 w 12"/>
                <a:gd name="T43" fmla="*/ 7 h 13"/>
                <a:gd name="T44" fmla="*/ 2 w 12"/>
                <a:gd name="T45" fmla="*/ 7 h 13"/>
                <a:gd name="T46" fmla="*/ 2 w 12"/>
                <a:gd name="T47" fmla="*/ 7 h 13"/>
                <a:gd name="T48" fmla="*/ 4 w 12"/>
                <a:gd name="T49" fmla="*/ 11 h 13"/>
                <a:gd name="T50" fmla="*/ 6 w 12"/>
                <a:gd name="T51" fmla="*/ 12 h 13"/>
                <a:gd name="T52" fmla="*/ 6 w 12"/>
                <a:gd name="T53" fmla="*/ 12 h 13"/>
                <a:gd name="T54" fmla="*/ 9 w 12"/>
                <a:gd name="T55" fmla="*/ 11 h 13"/>
                <a:gd name="T56" fmla="*/ 11 w 12"/>
                <a:gd name="T57" fmla="*/ 7 h 13"/>
                <a:gd name="T58" fmla="*/ 11 w 12"/>
                <a:gd name="T59" fmla="*/ 7 h 13"/>
                <a:gd name="T60" fmla="*/ 9 w 12"/>
                <a:gd name="T61" fmla="*/ 4 h 13"/>
                <a:gd name="T62" fmla="*/ 8 w 12"/>
                <a:gd name="T63" fmla="*/ 2 h 13"/>
                <a:gd name="T64" fmla="*/ 6 w 12"/>
                <a:gd name="T65" fmla="*/ 2 h 13"/>
                <a:gd name="T66" fmla="*/ 6 w 12"/>
                <a:gd name="T67" fmla="*/ 2 h 13"/>
                <a:gd name="T68" fmla="*/ 4 w 12"/>
                <a:gd name="T69" fmla="*/ 2 h 13"/>
                <a:gd name="T70" fmla="*/ 2 w 12"/>
                <a:gd name="T71" fmla="*/ 4 h 13"/>
                <a:gd name="T72" fmla="*/ 2 w 12"/>
                <a:gd name="T73" fmla="*/ 7 h 13"/>
                <a:gd name="T74" fmla="*/ 2 w 12"/>
                <a:gd name="T7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lnTo>
                    <a:pt x="12" y="7"/>
                  </a:lnTo>
                  <a:lnTo>
                    <a:pt x="12" y="11"/>
                  </a:lnTo>
                  <a:lnTo>
                    <a:pt x="11" y="12"/>
                  </a:lnTo>
                  <a:lnTo>
                    <a:pt x="8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" y="2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1"/>
                  </a:lnTo>
                  <a:lnTo>
                    <a:pt x="11" y="2"/>
                  </a:lnTo>
                  <a:lnTo>
                    <a:pt x="12" y="4"/>
                  </a:lnTo>
                  <a:lnTo>
                    <a:pt x="12" y="7"/>
                  </a:lnTo>
                  <a:lnTo>
                    <a:pt x="12" y="7"/>
                  </a:lnTo>
                  <a:close/>
                  <a:moveTo>
                    <a:pt x="2" y="7"/>
                  </a:moveTo>
                  <a:lnTo>
                    <a:pt x="2" y="7"/>
                  </a:lnTo>
                  <a:lnTo>
                    <a:pt x="4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9" y="11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9" y="4"/>
                  </a:lnTo>
                  <a:lnTo>
                    <a:pt x="8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7"/>
                  </a:lnTo>
                  <a:lnTo>
                    <a:pt x="2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5" name="Rectangle 2154"/>
            <p:cNvSpPr>
              <a:spLocks noChangeArrowheads="1"/>
            </p:cNvSpPr>
            <p:nvPr/>
          </p:nvSpPr>
          <p:spPr bwMode="auto">
            <a:xfrm>
              <a:off x="4237" y="2890"/>
              <a:ext cx="1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6" name="Freeform 2155"/>
            <p:cNvSpPr>
              <a:spLocks noEditPoints="1"/>
            </p:cNvSpPr>
            <p:nvPr/>
          </p:nvSpPr>
          <p:spPr bwMode="auto">
            <a:xfrm>
              <a:off x="4242" y="2896"/>
              <a:ext cx="12" cy="13"/>
            </a:xfrm>
            <a:custGeom>
              <a:avLst/>
              <a:gdLst>
                <a:gd name="T0" fmla="*/ 12 w 12"/>
                <a:gd name="T1" fmla="*/ 7 h 13"/>
                <a:gd name="T2" fmla="*/ 12 w 12"/>
                <a:gd name="T3" fmla="*/ 7 h 13"/>
                <a:gd name="T4" fmla="*/ 11 w 12"/>
                <a:gd name="T5" fmla="*/ 11 h 13"/>
                <a:gd name="T6" fmla="*/ 10 w 12"/>
                <a:gd name="T7" fmla="*/ 12 h 13"/>
                <a:gd name="T8" fmla="*/ 8 w 12"/>
                <a:gd name="T9" fmla="*/ 13 h 13"/>
                <a:gd name="T10" fmla="*/ 6 w 12"/>
                <a:gd name="T11" fmla="*/ 13 h 13"/>
                <a:gd name="T12" fmla="*/ 6 w 12"/>
                <a:gd name="T13" fmla="*/ 13 h 13"/>
                <a:gd name="T14" fmla="*/ 3 w 12"/>
                <a:gd name="T15" fmla="*/ 13 h 13"/>
                <a:gd name="T16" fmla="*/ 2 w 12"/>
                <a:gd name="T17" fmla="*/ 12 h 13"/>
                <a:gd name="T18" fmla="*/ 0 w 12"/>
                <a:gd name="T19" fmla="*/ 11 h 13"/>
                <a:gd name="T20" fmla="*/ 0 w 12"/>
                <a:gd name="T21" fmla="*/ 8 h 13"/>
                <a:gd name="T22" fmla="*/ 0 w 12"/>
                <a:gd name="T23" fmla="*/ 8 h 13"/>
                <a:gd name="T24" fmla="*/ 0 w 12"/>
                <a:gd name="T25" fmla="*/ 4 h 13"/>
                <a:gd name="T26" fmla="*/ 2 w 12"/>
                <a:gd name="T27" fmla="*/ 2 h 13"/>
                <a:gd name="T28" fmla="*/ 3 w 12"/>
                <a:gd name="T29" fmla="*/ 1 h 13"/>
                <a:gd name="T30" fmla="*/ 6 w 12"/>
                <a:gd name="T31" fmla="*/ 0 h 13"/>
                <a:gd name="T32" fmla="*/ 6 w 12"/>
                <a:gd name="T33" fmla="*/ 0 h 13"/>
                <a:gd name="T34" fmla="*/ 8 w 12"/>
                <a:gd name="T35" fmla="*/ 1 h 13"/>
                <a:gd name="T36" fmla="*/ 11 w 12"/>
                <a:gd name="T37" fmla="*/ 2 h 13"/>
                <a:gd name="T38" fmla="*/ 12 w 12"/>
                <a:gd name="T39" fmla="*/ 4 h 13"/>
                <a:gd name="T40" fmla="*/ 12 w 12"/>
                <a:gd name="T41" fmla="*/ 7 h 13"/>
                <a:gd name="T42" fmla="*/ 12 w 12"/>
                <a:gd name="T43" fmla="*/ 7 h 13"/>
                <a:gd name="T44" fmla="*/ 2 w 12"/>
                <a:gd name="T45" fmla="*/ 7 h 13"/>
                <a:gd name="T46" fmla="*/ 2 w 12"/>
                <a:gd name="T47" fmla="*/ 7 h 13"/>
                <a:gd name="T48" fmla="*/ 3 w 12"/>
                <a:gd name="T49" fmla="*/ 11 h 13"/>
                <a:gd name="T50" fmla="*/ 6 w 12"/>
                <a:gd name="T51" fmla="*/ 12 h 13"/>
                <a:gd name="T52" fmla="*/ 6 w 12"/>
                <a:gd name="T53" fmla="*/ 12 h 13"/>
                <a:gd name="T54" fmla="*/ 8 w 12"/>
                <a:gd name="T55" fmla="*/ 11 h 13"/>
                <a:gd name="T56" fmla="*/ 10 w 12"/>
                <a:gd name="T57" fmla="*/ 7 h 13"/>
                <a:gd name="T58" fmla="*/ 10 w 12"/>
                <a:gd name="T59" fmla="*/ 7 h 13"/>
                <a:gd name="T60" fmla="*/ 8 w 12"/>
                <a:gd name="T61" fmla="*/ 4 h 13"/>
                <a:gd name="T62" fmla="*/ 8 w 12"/>
                <a:gd name="T63" fmla="*/ 2 h 13"/>
                <a:gd name="T64" fmla="*/ 6 w 12"/>
                <a:gd name="T65" fmla="*/ 2 h 13"/>
                <a:gd name="T66" fmla="*/ 6 w 12"/>
                <a:gd name="T67" fmla="*/ 2 h 13"/>
                <a:gd name="T68" fmla="*/ 4 w 12"/>
                <a:gd name="T69" fmla="*/ 2 h 13"/>
                <a:gd name="T70" fmla="*/ 3 w 12"/>
                <a:gd name="T71" fmla="*/ 4 h 13"/>
                <a:gd name="T72" fmla="*/ 2 w 12"/>
                <a:gd name="T73" fmla="*/ 7 h 13"/>
                <a:gd name="T74" fmla="*/ 2 w 12"/>
                <a:gd name="T7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lnTo>
                    <a:pt x="12" y="7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8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3" y="13"/>
                  </a:lnTo>
                  <a:lnTo>
                    <a:pt x="2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11" y="2"/>
                  </a:lnTo>
                  <a:lnTo>
                    <a:pt x="12" y="4"/>
                  </a:lnTo>
                  <a:lnTo>
                    <a:pt x="12" y="7"/>
                  </a:lnTo>
                  <a:lnTo>
                    <a:pt x="12" y="7"/>
                  </a:lnTo>
                  <a:close/>
                  <a:moveTo>
                    <a:pt x="2" y="7"/>
                  </a:moveTo>
                  <a:lnTo>
                    <a:pt x="2" y="7"/>
                  </a:lnTo>
                  <a:lnTo>
                    <a:pt x="3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8" y="4"/>
                  </a:lnTo>
                  <a:lnTo>
                    <a:pt x="8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2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7" name="Freeform 2156"/>
            <p:cNvSpPr>
              <a:spLocks/>
            </p:cNvSpPr>
            <p:nvPr/>
          </p:nvSpPr>
          <p:spPr bwMode="auto">
            <a:xfrm>
              <a:off x="4257" y="2896"/>
              <a:ext cx="7" cy="13"/>
            </a:xfrm>
            <a:custGeom>
              <a:avLst/>
              <a:gdLst>
                <a:gd name="T0" fmla="*/ 0 w 7"/>
                <a:gd name="T1" fmla="*/ 5 h 13"/>
                <a:gd name="T2" fmla="*/ 0 w 7"/>
                <a:gd name="T3" fmla="*/ 5 h 13"/>
                <a:gd name="T4" fmla="*/ 0 w 7"/>
                <a:gd name="T5" fmla="*/ 1 h 13"/>
                <a:gd name="T6" fmla="*/ 3 w 7"/>
                <a:gd name="T7" fmla="*/ 1 h 13"/>
                <a:gd name="T8" fmla="*/ 3 w 7"/>
                <a:gd name="T9" fmla="*/ 4 h 13"/>
                <a:gd name="T10" fmla="*/ 3 w 7"/>
                <a:gd name="T11" fmla="*/ 4 h 13"/>
                <a:gd name="T12" fmla="*/ 3 w 7"/>
                <a:gd name="T13" fmla="*/ 4 h 13"/>
                <a:gd name="T14" fmla="*/ 4 w 7"/>
                <a:gd name="T15" fmla="*/ 1 h 13"/>
                <a:gd name="T16" fmla="*/ 6 w 7"/>
                <a:gd name="T17" fmla="*/ 0 h 13"/>
                <a:gd name="T18" fmla="*/ 7 w 7"/>
                <a:gd name="T19" fmla="*/ 0 h 13"/>
                <a:gd name="T20" fmla="*/ 7 w 7"/>
                <a:gd name="T21" fmla="*/ 2 h 13"/>
                <a:gd name="T22" fmla="*/ 6 w 7"/>
                <a:gd name="T23" fmla="*/ 2 h 13"/>
                <a:gd name="T24" fmla="*/ 6 w 7"/>
                <a:gd name="T25" fmla="*/ 2 h 13"/>
                <a:gd name="T26" fmla="*/ 4 w 7"/>
                <a:gd name="T27" fmla="*/ 4 h 13"/>
                <a:gd name="T28" fmla="*/ 3 w 7"/>
                <a:gd name="T29" fmla="*/ 5 h 13"/>
                <a:gd name="T30" fmla="*/ 3 w 7"/>
                <a:gd name="T31" fmla="*/ 7 h 13"/>
                <a:gd name="T32" fmla="*/ 3 w 7"/>
                <a:gd name="T33" fmla="*/ 13 h 13"/>
                <a:gd name="T34" fmla="*/ 0 w 7"/>
                <a:gd name="T35" fmla="*/ 13 h 13"/>
                <a:gd name="T36" fmla="*/ 0 w 7"/>
                <a:gd name="T37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" h="13">
                  <a:moveTo>
                    <a:pt x="0" y="5"/>
                  </a:moveTo>
                  <a:lnTo>
                    <a:pt x="0" y="5"/>
                  </a:lnTo>
                  <a:lnTo>
                    <a:pt x="0" y="1"/>
                  </a:lnTo>
                  <a:lnTo>
                    <a:pt x="3" y="1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1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8" name="Freeform 2157"/>
            <p:cNvSpPr>
              <a:spLocks/>
            </p:cNvSpPr>
            <p:nvPr/>
          </p:nvSpPr>
          <p:spPr bwMode="auto">
            <a:xfrm>
              <a:off x="4264" y="2907"/>
              <a:ext cx="3" cy="2"/>
            </a:xfrm>
            <a:custGeom>
              <a:avLst/>
              <a:gdLst>
                <a:gd name="T0" fmla="*/ 0 w 3"/>
                <a:gd name="T1" fmla="*/ 1 h 2"/>
                <a:gd name="T2" fmla="*/ 0 w 3"/>
                <a:gd name="T3" fmla="*/ 1 h 2"/>
                <a:gd name="T4" fmla="*/ 0 w 3"/>
                <a:gd name="T5" fmla="*/ 0 h 2"/>
                <a:gd name="T6" fmla="*/ 1 w 3"/>
                <a:gd name="T7" fmla="*/ 0 h 2"/>
                <a:gd name="T8" fmla="*/ 1 w 3"/>
                <a:gd name="T9" fmla="*/ 0 h 2"/>
                <a:gd name="T10" fmla="*/ 3 w 3"/>
                <a:gd name="T11" fmla="*/ 0 h 2"/>
                <a:gd name="T12" fmla="*/ 3 w 3"/>
                <a:gd name="T13" fmla="*/ 1 h 2"/>
                <a:gd name="T14" fmla="*/ 3 w 3"/>
                <a:gd name="T15" fmla="*/ 1 h 2"/>
                <a:gd name="T16" fmla="*/ 3 w 3"/>
                <a:gd name="T17" fmla="*/ 2 h 2"/>
                <a:gd name="T18" fmla="*/ 1 w 3"/>
                <a:gd name="T19" fmla="*/ 2 h 2"/>
                <a:gd name="T20" fmla="*/ 1 w 3"/>
                <a:gd name="T21" fmla="*/ 2 h 2"/>
                <a:gd name="T22" fmla="*/ 0 w 3"/>
                <a:gd name="T23" fmla="*/ 2 h 2"/>
                <a:gd name="T24" fmla="*/ 0 w 3"/>
                <a:gd name="T25" fmla="*/ 1 h 2"/>
                <a:gd name="T26" fmla="*/ 0 w 3"/>
                <a:gd name="T2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9" name="Freeform 2158"/>
            <p:cNvSpPr>
              <a:spLocks noEditPoints="1"/>
            </p:cNvSpPr>
            <p:nvPr/>
          </p:nvSpPr>
          <p:spPr bwMode="auto">
            <a:xfrm>
              <a:off x="4275" y="2892"/>
              <a:ext cx="15" cy="17"/>
            </a:xfrm>
            <a:custGeom>
              <a:avLst/>
              <a:gdLst>
                <a:gd name="T0" fmla="*/ 4 w 15"/>
                <a:gd name="T1" fmla="*/ 12 h 17"/>
                <a:gd name="T2" fmla="*/ 2 w 15"/>
                <a:gd name="T3" fmla="*/ 17 h 17"/>
                <a:gd name="T4" fmla="*/ 0 w 15"/>
                <a:gd name="T5" fmla="*/ 17 h 17"/>
                <a:gd name="T6" fmla="*/ 5 w 15"/>
                <a:gd name="T7" fmla="*/ 0 h 17"/>
                <a:gd name="T8" fmla="*/ 8 w 15"/>
                <a:gd name="T9" fmla="*/ 0 h 17"/>
                <a:gd name="T10" fmla="*/ 15 w 15"/>
                <a:gd name="T11" fmla="*/ 17 h 17"/>
                <a:gd name="T12" fmla="*/ 12 w 15"/>
                <a:gd name="T13" fmla="*/ 17 h 17"/>
                <a:gd name="T14" fmla="*/ 11 w 15"/>
                <a:gd name="T15" fmla="*/ 12 h 17"/>
                <a:gd name="T16" fmla="*/ 4 w 15"/>
                <a:gd name="T17" fmla="*/ 12 h 17"/>
                <a:gd name="T18" fmla="*/ 9 w 15"/>
                <a:gd name="T19" fmla="*/ 11 h 17"/>
                <a:gd name="T20" fmla="*/ 8 w 15"/>
                <a:gd name="T21" fmla="*/ 5 h 17"/>
                <a:gd name="T22" fmla="*/ 8 w 15"/>
                <a:gd name="T23" fmla="*/ 5 h 17"/>
                <a:gd name="T24" fmla="*/ 6 w 15"/>
                <a:gd name="T25" fmla="*/ 1 h 17"/>
                <a:gd name="T26" fmla="*/ 6 w 15"/>
                <a:gd name="T27" fmla="*/ 1 h 17"/>
                <a:gd name="T28" fmla="*/ 6 w 15"/>
                <a:gd name="T29" fmla="*/ 1 h 17"/>
                <a:gd name="T30" fmla="*/ 6 w 15"/>
                <a:gd name="T31" fmla="*/ 5 h 17"/>
                <a:gd name="T32" fmla="*/ 4 w 15"/>
                <a:gd name="T33" fmla="*/ 11 h 17"/>
                <a:gd name="T34" fmla="*/ 9 w 15"/>
                <a:gd name="T35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" h="17">
                  <a:moveTo>
                    <a:pt x="4" y="12"/>
                  </a:moveTo>
                  <a:lnTo>
                    <a:pt x="2" y="17"/>
                  </a:lnTo>
                  <a:lnTo>
                    <a:pt x="0" y="17"/>
                  </a:lnTo>
                  <a:lnTo>
                    <a:pt x="5" y="0"/>
                  </a:lnTo>
                  <a:lnTo>
                    <a:pt x="8" y="0"/>
                  </a:lnTo>
                  <a:lnTo>
                    <a:pt x="15" y="17"/>
                  </a:lnTo>
                  <a:lnTo>
                    <a:pt x="12" y="17"/>
                  </a:lnTo>
                  <a:lnTo>
                    <a:pt x="11" y="12"/>
                  </a:lnTo>
                  <a:lnTo>
                    <a:pt x="4" y="12"/>
                  </a:lnTo>
                  <a:close/>
                  <a:moveTo>
                    <a:pt x="9" y="11"/>
                  </a:moveTo>
                  <a:lnTo>
                    <a:pt x="8" y="5"/>
                  </a:lnTo>
                  <a:lnTo>
                    <a:pt x="8" y="5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5"/>
                  </a:lnTo>
                  <a:lnTo>
                    <a:pt x="4" y="11"/>
                  </a:lnTo>
                  <a:lnTo>
                    <a:pt x="9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0" name="Rectangle 2159"/>
            <p:cNvSpPr>
              <a:spLocks noChangeArrowheads="1"/>
            </p:cNvSpPr>
            <p:nvPr/>
          </p:nvSpPr>
          <p:spPr bwMode="auto">
            <a:xfrm>
              <a:off x="4292" y="2890"/>
              <a:ext cx="3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1" name="Freeform 2160"/>
            <p:cNvSpPr>
              <a:spLocks noEditPoints="1"/>
            </p:cNvSpPr>
            <p:nvPr/>
          </p:nvSpPr>
          <p:spPr bwMode="auto">
            <a:xfrm>
              <a:off x="4298" y="2892"/>
              <a:ext cx="2" cy="17"/>
            </a:xfrm>
            <a:custGeom>
              <a:avLst/>
              <a:gdLst>
                <a:gd name="T0" fmla="*/ 2 w 2"/>
                <a:gd name="T1" fmla="*/ 1 h 17"/>
                <a:gd name="T2" fmla="*/ 2 w 2"/>
                <a:gd name="T3" fmla="*/ 1 h 17"/>
                <a:gd name="T4" fmla="*/ 2 w 2"/>
                <a:gd name="T5" fmla="*/ 2 h 17"/>
                <a:gd name="T6" fmla="*/ 1 w 2"/>
                <a:gd name="T7" fmla="*/ 2 h 17"/>
                <a:gd name="T8" fmla="*/ 1 w 2"/>
                <a:gd name="T9" fmla="*/ 2 h 17"/>
                <a:gd name="T10" fmla="*/ 1 w 2"/>
                <a:gd name="T11" fmla="*/ 2 h 17"/>
                <a:gd name="T12" fmla="*/ 0 w 2"/>
                <a:gd name="T13" fmla="*/ 1 h 17"/>
                <a:gd name="T14" fmla="*/ 0 w 2"/>
                <a:gd name="T15" fmla="*/ 1 h 17"/>
                <a:gd name="T16" fmla="*/ 1 w 2"/>
                <a:gd name="T17" fmla="*/ 0 h 17"/>
                <a:gd name="T18" fmla="*/ 1 w 2"/>
                <a:gd name="T19" fmla="*/ 0 h 17"/>
                <a:gd name="T20" fmla="*/ 1 w 2"/>
                <a:gd name="T21" fmla="*/ 0 h 17"/>
                <a:gd name="T22" fmla="*/ 2 w 2"/>
                <a:gd name="T23" fmla="*/ 0 h 17"/>
                <a:gd name="T24" fmla="*/ 2 w 2"/>
                <a:gd name="T25" fmla="*/ 1 h 17"/>
                <a:gd name="T26" fmla="*/ 2 w 2"/>
                <a:gd name="T27" fmla="*/ 1 h 17"/>
                <a:gd name="T28" fmla="*/ 1 w 2"/>
                <a:gd name="T29" fmla="*/ 17 h 17"/>
                <a:gd name="T30" fmla="*/ 1 w 2"/>
                <a:gd name="T31" fmla="*/ 5 h 17"/>
                <a:gd name="T32" fmla="*/ 2 w 2"/>
                <a:gd name="T33" fmla="*/ 5 h 17"/>
                <a:gd name="T34" fmla="*/ 2 w 2"/>
                <a:gd name="T35" fmla="*/ 17 h 17"/>
                <a:gd name="T36" fmla="*/ 1 w 2"/>
                <a:gd name="T3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" h="17">
                  <a:moveTo>
                    <a:pt x="2" y="1"/>
                  </a:move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1" y="17"/>
                  </a:moveTo>
                  <a:lnTo>
                    <a:pt x="1" y="5"/>
                  </a:lnTo>
                  <a:lnTo>
                    <a:pt x="2" y="5"/>
                  </a:lnTo>
                  <a:lnTo>
                    <a:pt x="2" y="17"/>
                  </a:lnTo>
                  <a:lnTo>
                    <a:pt x="1" y="1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2" name="Freeform 2161"/>
            <p:cNvSpPr>
              <a:spLocks noEditPoints="1"/>
            </p:cNvSpPr>
            <p:nvPr/>
          </p:nvSpPr>
          <p:spPr bwMode="auto">
            <a:xfrm>
              <a:off x="4303" y="2896"/>
              <a:ext cx="12" cy="19"/>
            </a:xfrm>
            <a:custGeom>
              <a:avLst/>
              <a:gdLst>
                <a:gd name="T0" fmla="*/ 11 w 12"/>
                <a:gd name="T1" fmla="*/ 12 h 19"/>
                <a:gd name="T2" fmla="*/ 11 w 12"/>
                <a:gd name="T3" fmla="*/ 12 h 19"/>
                <a:gd name="T4" fmla="*/ 11 w 12"/>
                <a:gd name="T5" fmla="*/ 12 h 19"/>
                <a:gd name="T6" fmla="*/ 8 w 12"/>
                <a:gd name="T7" fmla="*/ 13 h 19"/>
                <a:gd name="T8" fmla="*/ 7 w 12"/>
                <a:gd name="T9" fmla="*/ 13 h 19"/>
                <a:gd name="T10" fmla="*/ 7 w 12"/>
                <a:gd name="T11" fmla="*/ 13 h 19"/>
                <a:gd name="T12" fmla="*/ 4 w 12"/>
                <a:gd name="T13" fmla="*/ 13 h 19"/>
                <a:gd name="T14" fmla="*/ 3 w 12"/>
                <a:gd name="T15" fmla="*/ 12 h 19"/>
                <a:gd name="T16" fmla="*/ 1 w 12"/>
                <a:gd name="T17" fmla="*/ 11 h 19"/>
                <a:gd name="T18" fmla="*/ 0 w 12"/>
                <a:gd name="T19" fmla="*/ 8 h 19"/>
                <a:gd name="T20" fmla="*/ 0 w 12"/>
                <a:gd name="T21" fmla="*/ 8 h 19"/>
                <a:gd name="T22" fmla="*/ 1 w 12"/>
                <a:gd name="T23" fmla="*/ 4 h 19"/>
                <a:gd name="T24" fmla="*/ 3 w 12"/>
                <a:gd name="T25" fmla="*/ 2 h 19"/>
                <a:gd name="T26" fmla="*/ 4 w 12"/>
                <a:gd name="T27" fmla="*/ 1 h 19"/>
                <a:gd name="T28" fmla="*/ 7 w 12"/>
                <a:gd name="T29" fmla="*/ 0 h 19"/>
                <a:gd name="T30" fmla="*/ 7 w 12"/>
                <a:gd name="T31" fmla="*/ 0 h 19"/>
                <a:gd name="T32" fmla="*/ 10 w 12"/>
                <a:gd name="T33" fmla="*/ 1 h 19"/>
                <a:gd name="T34" fmla="*/ 11 w 12"/>
                <a:gd name="T35" fmla="*/ 2 h 19"/>
                <a:gd name="T36" fmla="*/ 11 w 12"/>
                <a:gd name="T37" fmla="*/ 2 h 19"/>
                <a:gd name="T38" fmla="*/ 11 w 12"/>
                <a:gd name="T39" fmla="*/ 1 h 19"/>
                <a:gd name="T40" fmla="*/ 12 w 12"/>
                <a:gd name="T41" fmla="*/ 1 h 19"/>
                <a:gd name="T42" fmla="*/ 12 w 12"/>
                <a:gd name="T43" fmla="*/ 1 h 19"/>
                <a:gd name="T44" fmla="*/ 12 w 12"/>
                <a:gd name="T45" fmla="*/ 4 h 19"/>
                <a:gd name="T46" fmla="*/ 12 w 12"/>
                <a:gd name="T47" fmla="*/ 19 h 19"/>
                <a:gd name="T48" fmla="*/ 11 w 12"/>
                <a:gd name="T49" fmla="*/ 19 h 19"/>
                <a:gd name="T50" fmla="*/ 11 w 12"/>
                <a:gd name="T51" fmla="*/ 12 h 19"/>
                <a:gd name="T52" fmla="*/ 11 w 12"/>
                <a:gd name="T53" fmla="*/ 7 h 19"/>
                <a:gd name="T54" fmla="*/ 11 w 12"/>
                <a:gd name="T55" fmla="*/ 5 h 19"/>
                <a:gd name="T56" fmla="*/ 11 w 12"/>
                <a:gd name="T57" fmla="*/ 5 h 19"/>
                <a:gd name="T58" fmla="*/ 10 w 12"/>
                <a:gd name="T59" fmla="*/ 2 h 19"/>
                <a:gd name="T60" fmla="*/ 7 w 12"/>
                <a:gd name="T61" fmla="*/ 2 h 19"/>
                <a:gd name="T62" fmla="*/ 7 w 12"/>
                <a:gd name="T63" fmla="*/ 2 h 19"/>
                <a:gd name="T64" fmla="*/ 4 w 12"/>
                <a:gd name="T65" fmla="*/ 4 h 19"/>
                <a:gd name="T66" fmla="*/ 3 w 12"/>
                <a:gd name="T67" fmla="*/ 7 h 19"/>
                <a:gd name="T68" fmla="*/ 3 w 12"/>
                <a:gd name="T69" fmla="*/ 7 h 19"/>
                <a:gd name="T70" fmla="*/ 4 w 12"/>
                <a:gd name="T71" fmla="*/ 11 h 19"/>
                <a:gd name="T72" fmla="*/ 5 w 12"/>
                <a:gd name="T73" fmla="*/ 12 h 19"/>
                <a:gd name="T74" fmla="*/ 7 w 12"/>
                <a:gd name="T75" fmla="*/ 12 h 19"/>
                <a:gd name="T76" fmla="*/ 7 w 12"/>
                <a:gd name="T77" fmla="*/ 12 h 19"/>
                <a:gd name="T78" fmla="*/ 10 w 12"/>
                <a:gd name="T79" fmla="*/ 12 h 19"/>
                <a:gd name="T80" fmla="*/ 11 w 12"/>
                <a:gd name="T81" fmla="*/ 9 h 19"/>
                <a:gd name="T82" fmla="*/ 11 w 12"/>
                <a:gd name="T83" fmla="*/ 8 h 19"/>
                <a:gd name="T84" fmla="*/ 11 w 12"/>
                <a:gd name="T85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" h="19">
                  <a:moveTo>
                    <a:pt x="11" y="12"/>
                  </a:moveTo>
                  <a:lnTo>
                    <a:pt x="11" y="12"/>
                  </a:lnTo>
                  <a:lnTo>
                    <a:pt x="11" y="12"/>
                  </a:lnTo>
                  <a:lnTo>
                    <a:pt x="8" y="13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3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4"/>
                  </a:lnTo>
                  <a:lnTo>
                    <a:pt x="12" y="19"/>
                  </a:lnTo>
                  <a:lnTo>
                    <a:pt x="11" y="19"/>
                  </a:lnTo>
                  <a:lnTo>
                    <a:pt x="11" y="12"/>
                  </a:lnTo>
                  <a:close/>
                  <a:moveTo>
                    <a:pt x="11" y="7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11"/>
                  </a:lnTo>
                  <a:lnTo>
                    <a:pt x="5" y="12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0" y="12"/>
                  </a:lnTo>
                  <a:lnTo>
                    <a:pt x="11" y="9"/>
                  </a:lnTo>
                  <a:lnTo>
                    <a:pt x="11" y="8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3" name="Freeform 2162"/>
            <p:cNvSpPr>
              <a:spLocks/>
            </p:cNvSpPr>
            <p:nvPr/>
          </p:nvSpPr>
          <p:spPr bwMode="auto">
            <a:xfrm>
              <a:off x="4319" y="2897"/>
              <a:ext cx="11" cy="12"/>
            </a:xfrm>
            <a:custGeom>
              <a:avLst/>
              <a:gdLst>
                <a:gd name="T0" fmla="*/ 11 w 11"/>
                <a:gd name="T1" fmla="*/ 10 h 12"/>
                <a:gd name="T2" fmla="*/ 11 w 11"/>
                <a:gd name="T3" fmla="*/ 10 h 12"/>
                <a:gd name="T4" fmla="*/ 11 w 11"/>
                <a:gd name="T5" fmla="*/ 12 h 12"/>
                <a:gd name="T6" fmla="*/ 10 w 11"/>
                <a:gd name="T7" fmla="*/ 12 h 12"/>
                <a:gd name="T8" fmla="*/ 10 w 11"/>
                <a:gd name="T9" fmla="*/ 11 h 12"/>
                <a:gd name="T10" fmla="*/ 10 w 11"/>
                <a:gd name="T11" fmla="*/ 11 h 12"/>
                <a:gd name="T12" fmla="*/ 10 w 11"/>
                <a:gd name="T13" fmla="*/ 11 h 12"/>
                <a:gd name="T14" fmla="*/ 8 w 11"/>
                <a:gd name="T15" fmla="*/ 12 h 12"/>
                <a:gd name="T16" fmla="*/ 6 w 11"/>
                <a:gd name="T17" fmla="*/ 12 h 12"/>
                <a:gd name="T18" fmla="*/ 6 w 11"/>
                <a:gd name="T19" fmla="*/ 12 h 12"/>
                <a:gd name="T20" fmla="*/ 2 w 11"/>
                <a:gd name="T21" fmla="*/ 12 h 12"/>
                <a:gd name="T22" fmla="*/ 2 w 11"/>
                <a:gd name="T23" fmla="*/ 10 h 12"/>
                <a:gd name="T24" fmla="*/ 0 w 11"/>
                <a:gd name="T25" fmla="*/ 7 h 12"/>
                <a:gd name="T26" fmla="*/ 0 w 11"/>
                <a:gd name="T27" fmla="*/ 0 h 12"/>
                <a:gd name="T28" fmla="*/ 3 w 11"/>
                <a:gd name="T29" fmla="*/ 0 h 12"/>
                <a:gd name="T30" fmla="*/ 3 w 11"/>
                <a:gd name="T31" fmla="*/ 7 h 12"/>
                <a:gd name="T32" fmla="*/ 3 w 11"/>
                <a:gd name="T33" fmla="*/ 7 h 12"/>
                <a:gd name="T34" fmla="*/ 3 w 11"/>
                <a:gd name="T35" fmla="*/ 10 h 12"/>
                <a:gd name="T36" fmla="*/ 6 w 11"/>
                <a:gd name="T37" fmla="*/ 11 h 12"/>
                <a:gd name="T38" fmla="*/ 6 w 11"/>
                <a:gd name="T39" fmla="*/ 11 h 12"/>
                <a:gd name="T40" fmla="*/ 8 w 11"/>
                <a:gd name="T41" fmla="*/ 10 h 12"/>
                <a:gd name="T42" fmla="*/ 8 w 11"/>
                <a:gd name="T43" fmla="*/ 8 h 12"/>
                <a:gd name="T44" fmla="*/ 10 w 11"/>
                <a:gd name="T45" fmla="*/ 8 h 12"/>
                <a:gd name="T46" fmla="*/ 10 w 11"/>
                <a:gd name="T47" fmla="*/ 0 h 12"/>
                <a:gd name="T48" fmla="*/ 11 w 11"/>
                <a:gd name="T49" fmla="*/ 0 h 12"/>
                <a:gd name="T50" fmla="*/ 11 w 11"/>
                <a:gd name="T51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lnTo>
                    <a:pt x="11" y="10"/>
                  </a:lnTo>
                  <a:lnTo>
                    <a:pt x="11" y="12"/>
                  </a:lnTo>
                  <a:lnTo>
                    <a:pt x="10" y="12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10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8" y="10"/>
                  </a:lnTo>
                  <a:lnTo>
                    <a:pt x="8" y="8"/>
                  </a:lnTo>
                  <a:lnTo>
                    <a:pt x="10" y="8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4" name="Freeform 2163"/>
            <p:cNvSpPr>
              <a:spLocks noEditPoints="1"/>
            </p:cNvSpPr>
            <p:nvPr/>
          </p:nvSpPr>
          <p:spPr bwMode="auto">
            <a:xfrm>
              <a:off x="4333" y="2896"/>
              <a:ext cx="11" cy="13"/>
            </a:xfrm>
            <a:custGeom>
              <a:avLst/>
              <a:gdLst>
                <a:gd name="T0" fmla="*/ 9 w 11"/>
                <a:gd name="T1" fmla="*/ 13 h 13"/>
                <a:gd name="T2" fmla="*/ 8 w 11"/>
                <a:gd name="T3" fmla="*/ 12 h 13"/>
                <a:gd name="T4" fmla="*/ 8 w 11"/>
                <a:gd name="T5" fmla="*/ 12 h 13"/>
                <a:gd name="T6" fmla="*/ 8 w 11"/>
                <a:gd name="T7" fmla="*/ 12 h 13"/>
                <a:gd name="T8" fmla="*/ 7 w 11"/>
                <a:gd name="T9" fmla="*/ 13 h 13"/>
                <a:gd name="T10" fmla="*/ 4 w 11"/>
                <a:gd name="T11" fmla="*/ 13 h 13"/>
                <a:gd name="T12" fmla="*/ 4 w 11"/>
                <a:gd name="T13" fmla="*/ 13 h 13"/>
                <a:gd name="T14" fmla="*/ 1 w 11"/>
                <a:gd name="T15" fmla="*/ 13 h 13"/>
                <a:gd name="T16" fmla="*/ 0 w 11"/>
                <a:gd name="T17" fmla="*/ 11 h 13"/>
                <a:gd name="T18" fmla="*/ 0 w 11"/>
                <a:gd name="T19" fmla="*/ 11 h 13"/>
                <a:gd name="T20" fmla="*/ 1 w 11"/>
                <a:gd name="T21" fmla="*/ 8 h 13"/>
                <a:gd name="T22" fmla="*/ 2 w 11"/>
                <a:gd name="T23" fmla="*/ 7 h 13"/>
                <a:gd name="T24" fmla="*/ 8 w 11"/>
                <a:gd name="T25" fmla="*/ 5 h 13"/>
                <a:gd name="T26" fmla="*/ 8 w 11"/>
                <a:gd name="T27" fmla="*/ 5 h 13"/>
                <a:gd name="T28" fmla="*/ 8 w 11"/>
                <a:gd name="T29" fmla="*/ 5 h 13"/>
                <a:gd name="T30" fmla="*/ 8 w 11"/>
                <a:gd name="T31" fmla="*/ 4 h 13"/>
                <a:gd name="T32" fmla="*/ 5 w 11"/>
                <a:gd name="T33" fmla="*/ 2 h 13"/>
                <a:gd name="T34" fmla="*/ 5 w 11"/>
                <a:gd name="T35" fmla="*/ 2 h 13"/>
                <a:gd name="T36" fmla="*/ 2 w 11"/>
                <a:gd name="T37" fmla="*/ 2 h 13"/>
                <a:gd name="T38" fmla="*/ 1 w 11"/>
                <a:gd name="T39" fmla="*/ 1 h 13"/>
                <a:gd name="T40" fmla="*/ 1 w 11"/>
                <a:gd name="T41" fmla="*/ 1 h 13"/>
                <a:gd name="T42" fmla="*/ 5 w 11"/>
                <a:gd name="T43" fmla="*/ 0 h 13"/>
                <a:gd name="T44" fmla="*/ 5 w 11"/>
                <a:gd name="T45" fmla="*/ 0 h 13"/>
                <a:gd name="T46" fmla="*/ 8 w 11"/>
                <a:gd name="T47" fmla="*/ 1 h 13"/>
                <a:gd name="T48" fmla="*/ 9 w 11"/>
                <a:gd name="T49" fmla="*/ 2 h 13"/>
                <a:gd name="T50" fmla="*/ 11 w 11"/>
                <a:gd name="T51" fmla="*/ 5 h 13"/>
                <a:gd name="T52" fmla="*/ 11 w 11"/>
                <a:gd name="T53" fmla="*/ 11 h 13"/>
                <a:gd name="T54" fmla="*/ 11 w 11"/>
                <a:gd name="T55" fmla="*/ 11 h 13"/>
                <a:gd name="T56" fmla="*/ 11 w 11"/>
                <a:gd name="T57" fmla="*/ 13 h 13"/>
                <a:gd name="T58" fmla="*/ 9 w 11"/>
                <a:gd name="T59" fmla="*/ 13 h 13"/>
                <a:gd name="T60" fmla="*/ 8 w 11"/>
                <a:gd name="T61" fmla="*/ 7 h 13"/>
                <a:gd name="T62" fmla="*/ 8 w 11"/>
                <a:gd name="T63" fmla="*/ 7 h 13"/>
                <a:gd name="T64" fmla="*/ 5 w 11"/>
                <a:gd name="T65" fmla="*/ 8 h 13"/>
                <a:gd name="T66" fmla="*/ 4 w 11"/>
                <a:gd name="T67" fmla="*/ 8 h 13"/>
                <a:gd name="T68" fmla="*/ 2 w 11"/>
                <a:gd name="T69" fmla="*/ 9 h 13"/>
                <a:gd name="T70" fmla="*/ 2 w 11"/>
                <a:gd name="T71" fmla="*/ 9 h 13"/>
                <a:gd name="T72" fmla="*/ 4 w 11"/>
                <a:gd name="T73" fmla="*/ 12 h 13"/>
                <a:gd name="T74" fmla="*/ 5 w 11"/>
                <a:gd name="T75" fmla="*/ 12 h 13"/>
                <a:gd name="T76" fmla="*/ 5 w 11"/>
                <a:gd name="T77" fmla="*/ 12 h 13"/>
                <a:gd name="T78" fmla="*/ 7 w 11"/>
                <a:gd name="T79" fmla="*/ 12 h 13"/>
                <a:gd name="T80" fmla="*/ 8 w 11"/>
                <a:gd name="T81" fmla="*/ 11 h 13"/>
                <a:gd name="T82" fmla="*/ 8 w 11"/>
                <a:gd name="T83" fmla="*/ 9 h 13"/>
                <a:gd name="T84" fmla="*/ 8 w 11"/>
                <a:gd name="T8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" h="13">
                  <a:moveTo>
                    <a:pt x="9" y="13"/>
                  </a:move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" y="13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1" y="8"/>
                  </a:lnTo>
                  <a:lnTo>
                    <a:pt x="2" y="7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4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2"/>
                  </a:lnTo>
                  <a:lnTo>
                    <a:pt x="11" y="5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11" y="13"/>
                  </a:lnTo>
                  <a:lnTo>
                    <a:pt x="9" y="13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5" y="8"/>
                  </a:lnTo>
                  <a:lnTo>
                    <a:pt x="4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7" y="12"/>
                  </a:lnTo>
                  <a:lnTo>
                    <a:pt x="8" y="11"/>
                  </a:lnTo>
                  <a:lnTo>
                    <a:pt x="8" y="9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5" name="Freeform 2164"/>
            <p:cNvSpPr>
              <a:spLocks/>
            </p:cNvSpPr>
            <p:nvPr/>
          </p:nvSpPr>
          <p:spPr bwMode="auto">
            <a:xfrm>
              <a:off x="4348" y="2896"/>
              <a:ext cx="17" cy="13"/>
            </a:xfrm>
            <a:custGeom>
              <a:avLst/>
              <a:gdLst>
                <a:gd name="T0" fmla="*/ 0 w 17"/>
                <a:gd name="T1" fmla="*/ 4 h 13"/>
                <a:gd name="T2" fmla="*/ 0 w 17"/>
                <a:gd name="T3" fmla="*/ 4 h 13"/>
                <a:gd name="T4" fmla="*/ 0 w 17"/>
                <a:gd name="T5" fmla="*/ 1 h 13"/>
                <a:gd name="T6" fmla="*/ 1 w 17"/>
                <a:gd name="T7" fmla="*/ 1 h 13"/>
                <a:gd name="T8" fmla="*/ 1 w 17"/>
                <a:gd name="T9" fmla="*/ 2 h 13"/>
                <a:gd name="T10" fmla="*/ 1 w 17"/>
                <a:gd name="T11" fmla="*/ 2 h 13"/>
                <a:gd name="T12" fmla="*/ 1 w 17"/>
                <a:gd name="T13" fmla="*/ 2 h 13"/>
                <a:gd name="T14" fmla="*/ 2 w 17"/>
                <a:gd name="T15" fmla="*/ 1 h 13"/>
                <a:gd name="T16" fmla="*/ 5 w 17"/>
                <a:gd name="T17" fmla="*/ 0 h 13"/>
                <a:gd name="T18" fmla="*/ 5 w 17"/>
                <a:gd name="T19" fmla="*/ 0 h 13"/>
                <a:gd name="T20" fmla="*/ 8 w 17"/>
                <a:gd name="T21" fmla="*/ 1 h 13"/>
                <a:gd name="T22" fmla="*/ 9 w 17"/>
                <a:gd name="T23" fmla="*/ 2 h 13"/>
                <a:gd name="T24" fmla="*/ 9 w 17"/>
                <a:gd name="T25" fmla="*/ 2 h 13"/>
                <a:gd name="T26" fmla="*/ 9 w 17"/>
                <a:gd name="T27" fmla="*/ 2 h 13"/>
                <a:gd name="T28" fmla="*/ 10 w 17"/>
                <a:gd name="T29" fmla="*/ 1 h 13"/>
                <a:gd name="T30" fmla="*/ 10 w 17"/>
                <a:gd name="T31" fmla="*/ 1 h 13"/>
                <a:gd name="T32" fmla="*/ 13 w 17"/>
                <a:gd name="T33" fmla="*/ 0 h 13"/>
                <a:gd name="T34" fmla="*/ 13 w 17"/>
                <a:gd name="T35" fmla="*/ 0 h 13"/>
                <a:gd name="T36" fmla="*/ 16 w 17"/>
                <a:gd name="T37" fmla="*/ 1 h 13"/>
                <a:gd name="T38" fmla="*/ 17 w 17"/>
                <a:gd name="T39" fmla="*/ 4 h 13"/>
                <a:gd name="T40" fmla="*/ 17 w 17"/>
                <a:gd name="T41" fmla="*/ 7 h 13"/>
                <a:gd name="T42" fmla="*/ 17 w 17"/>
                <a:gd name="T43" fmla="*/ 13 h 13"/>
                <a:gd name="T44" fmla="*/ 16 w 17"/>
                <a:gd name="T45" fmla="*/ 13 h 13"/>
                <a:gd name="T46" fmla="*/ 16 w 17"/>
                <a:gd name="T47" fmla="*/ 7 h 13"/>
                <a:gd name="T48" fmla="*/ 16 w 17"/>
                <a:gd name="T49" fmla="*/ 7 h 13"/>
                <a:gd name="T50" fmla="*/ 14 w 17"/>
                <a:gd name="T51" fmla="*/ 4 h 13"/>
                <a:gd name="T52" fmla="*/ 13 w 17"/>
                <a:gd name="T53" fmla="*/ 2 h 13"/>
                <a:gd name="T54" fmla="*/ 13 w 17"/>
                <a:gd name="T55" fmla="*/ 2 h 13"/>
                <a:gd name="T56" fmla="*/ 10 w 17"/>
                <a:gd name="T57" fmla="*/ 2 h 13"/>
                <a:gd name="T58" fmla="*/ 10 w 17"/>
                <a:gd name="T59" fmla="*/ 4 h 13"/>
                <a:gd name="T60" fmla="*/ 9 w 17"/>
                <a:gd name="T61" fmla="*/ 5 h 13"/>
                <a:gd name="T62" fmla="*/ 9 w 17"/>
                <a:gd name="T63" fmla="*/ 13 h 13"/>
                <a:gd name="T64" fmla="*/ 8 w 17"/>
                <a:gd name="T65" fmla="*/ 13 h 13"/>
                <a:gd name="T66" fmla="*/ 8 w 17"/>
                <a:gd name="T67" fmla="*/ 5 h 13"/>
                <a:gd name="T68" fmla="*/ 8 w 17"/>
                <a:gd name="T69" fmla="*/ 5 h 13"/>
                <a:gd name="T70" fmla="*/ 6 w 17"/>
                <a:gd name="T71" fmla="*/ 4 h 13"/>
                <a:gd name="T72" fmla="*/ 5 w 17"/>
                <a:gd name="T73" fmla="*/ 2 h 13"/>
                <a:gd name="T74" fmla="*/ 5 w 17"/>
                <a:gd name="T75" fmla="*/ 2 h 13"/>
                <a:gd name="T76" fmla="*/ 2 w 17"/>
                <a:gd name="T77" fmla="*/ 2 h 13"/>
                <a:gd name="T78" fmla="*/ 2 w 17"/>
                <a:gd name="T79" fmla="*/ 5 h 13"/>
                <a:gd name="T80" fmla="*/ 1 w 17"/>
                <a:gd name="T81" fmla="*/ 5 h 13"/>
                <a:gd name="T82" fmla="*/ 1 w 17"/>
                <a:gd name="T83" fmla="*/ 13 h 13"/>
                <a:gd name="T84" fmla="*/ 0 w 17"/>
                <a:gd name="T85" fmla="*/ 13 h 13"/>
                <a:gd name="T86" fmla="*/ 0 w 17"/>
                <a:gd name="T8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7" h="13">
                  <a:moveTo>
                    <a:pt x="0" y="4"/>
                  </a:moveTo>
                  <a:lnTo>
                    <a:pt x="0" y="4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6" y="1"/>
                  </a:lnTo>
                  <a:lnTo>
                    <a:pt x="17" y="4"/>
                  </a:lnTo>
                  <a:lnTo>
                    <a:pt x="17" y="7"/>
                  </a:lnTo>
                  <a:lnTo>
                    <a:pt x="17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10" y="4"/>
                  </a:lnTo>
                  <a:lnTo>
                    <a:pt x="9" y="5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8" y="5"/>
                  </a:lnTo>
                  <a:lnTo>
                    <a:pt x="8" y="5"/>
                  </a:lnTo>
                  <a:lnTo>
                    <a:pt x="6" y="4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2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13"/>
                  </a:lnTo>
                  <a:lnTo>
                    <a:pt x="0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6" name="Freeform 2165"/>
            <p:cNvSpPr>
              <a:spLocks noEditPoints="1"/>
            </p:cNvSpPr>
            <p:nvPr/>
          </p:nvSpPr>
          <p:spPr bwMode="auto">
            <a:xfrm>
              <a:off x="3925" y="2928"/>
              <a:ext cx="12" cy="19"/>
            </a:xfrm>
            <a:custGeom>
              <a:avLst/>
              <a:gdLst>
                <a:gd name="T0" fmla="*/ 10 w 12"/>
                <a:gd name="T1" fmla="*/ 11 h 19"/>
                <a:gd name="T2" fmla="*/ 10 w 12"/>
                <a:gd name="T3" fmla="*/ 11 h 19"/>
                <a:gd name="T4" fmla="*/ 10 w 12"/>
                <a:gd name="T5" fmla="*/ 11 h 19"/>
                <a:gd name="T6" fmla="*/ 8 w 12"/>
                <a:gd name="T7" fmla="*/ 14 h 19"/>
                <a:gd name="T8" fmla="*/ 5 w 12"/>
                <a:gd name="T9" fmla="*/ 14 h 19"/>
                <a:gd name="T10" fmla="*/ 5 w 12"/>
                <a:gd name="T11" fmla="*/ 14 h 19"/>
                <a:gd name="T12" fmla="*/ 3 w 12"/>
                <a:gd name="T13" fmla="*/ 14 h 19"/>
                <a:gd name="T14" fmla="*/ 1 w 12"/>
                <a:gd name="T15" fmla="*/ 12 h 19"/>
                <a:gd name="T16" fmla="*/ 0 w 12"/>
                <a:gd name="T17" fmla="*/ 10 h 19"/>
                <a:gd name="T18" fmla="*/ 0 w 12"/>
                <a:gd name="T19" fmla="*/ 7 h 19"/>
                <a:gd name="T20" fmla="*/ 0 w 12"/>
                <a:gd name="T21" fmla="*/ 7 h 19"/>
                <a:gd name="T22" fmla="*/ 0 w 12"/>
                <a:gd name="T23" fmla="*/ 4 h 19"/>
                <a:gd name="T24" fmla="*/ 1 w 12"/>
                <a:gd name="T25" fmla="*/ 2 h 19"/>
                <a:gd name="T26" fmla="*/ 4 w 12"/>
                <a:gd name="T27" fmla="*/ 0 h 19"/>
                <a:gd name="T28" fmla="*/ 5 w 12"/>
                <a:gd name="T29" fmla="*/ 0 h 19"/>
                <a:gd name="T30" fmla="*/ 5 w 12"/>
                <a:gd name="T31" fmla="*/ 0 h 19"/>
                <a:gd name="T32" fmla="*/ 8 w 12"/>
                <a:gd name="T33" fmla="*/ 2 h 19"/>
                <a:gd name="T34" fmla="*/ 10 w 12"/>
                <a:gd name="T35" fmla="*/ 3 h 19"/>
                <a:gd name="T36" fmla="*/ 10 w 12"/>
                <a:gd name="T37" fmla="*/ 3 h 19"/>
                <a:gd name="T38" fmla="*/ 10 w 12"/>
                <a:gd name="T39" fmla="*/ 0 h 19"/>
                <a:gd name="T40" fmla="*/ 12 w 12"/>
                <a:gd name="T41" fmla="*/ 0 h 19"/>
                <a:gd name="T42" fmla="*/ 12 w 12"/>
                <a:gd name="T43" fmla="*/ 0 h 19"/>
                <a:gd name="T44" fmla="*/ 12 w 12"/>
                <a:gd name="T45" fmla="*/ 4 h 19"/>
                <a:gd name="T46" fmla="*/ 12 w 12"/>
                <a:gd name="T47" fmla="*/ 19 h 19"/>
                <a:gd name="T48" fmla="*/ 10 w 12"/>
                <a:gd name="T49" fmla="*/ 19 h 19"/>
                <a:gd name="T50" fmla="*/ 10 w 12"/>
                <a:gd name="T51" fmla="*/ 11 h 19"/>
                <a:gd name="T52" fmla="*/ 10 w 12"/>
                <a:gd name="T53" fmla="*/ 6 h 19"/>
                <a:gd name="T54" fmla="*/ 10 w 12"/>
                <a:gd name="T55" fmla="*/ 6 h 19"/>
                <a:gd name="T56" fmla="*/ 10 w 12"/>
                <a:gd name="T57" fmla="*/ 6 h 19"/>
                <a:gd name="T58" fmla="*/ 8 w 12"/>
                <a:gd name="T59" fmla="*/ 3 h 19"/>
                <a:gd name="T60" fmla="*/ 7 w 12"/>
                <a:gd name="T61" fmla="*/ 3 h 19"/>
                <a:gd name="T62" fmla="*/ 7 w 12"/>
                <a:gd name="T63" fmla="*/ 3 h 19"/>
                <a:gd name="T64" fmla="*/ 3 w 12"/>
                <a:gd name="T65" fmla="*/ 4 h 19"/>
                <a:gd name="T66" fmla="*/ 3 w 12"/>
                <a:gd name="T67" fmla="*/ 7 h 19"/>
                <a:gd name="T68" fmla="*/ 3 w 12"/>
                <a:gd name="T69" fmla="*/ 7 h 19"/>
                <a:gd name="T70" fmla="*/ 3 w 12"/>
                <a:gd name="T71" fmla="*/ 11 h 19"/>
                <a:gd name="T72" fmla="*/ 4 w 12"/>
                <a:gd name="T73" fmla="*/ 11 h 19"/>
                <a:gd name="T74" fmla="*/ 7 w 12"/>
                <a:gd name="T75" fmla="*/ 12 h 19"/>
                <a:gd name="T76" fmla="*/ 7 w 12"/>
                <a:gd name="T77" fmla="*/ 12 h 19"/>
                <a:gd name="T78" fmla="*/ 8 w 12"/>
                <a:gd name="T79" fmla="*/ 11 h 19"/>
                <a:gd name="T80" fmla="*/ 10 w 12"/>
                <a:gd name="T81" fmla="*/ 10 h 19"/>
                <a:gd name="T82" fmla="*/ 10 w 12"/>
                <a:gd name="T83" fmla="*/ 8 h 19"/>
                <a:gd name="T84" fmla="*/ 10 w 12"/>
                <a:gd name="T85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" h="19">
                  <a:moveTo>
                    <a:pt x="10" y="11"/>
                  </a:moveTo>
                  <a:lnTo>
                    <a:pt x="10" y="11"/>
                  </a:lnTo>
                  <a:lnTo>
                    <a:pt x="10" y="11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3" y="14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2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12" y="19"/>
                  </a:lnTo>
                  <a:lnTo>
                    <a:pt x="10" y="19"/>
                  </a:lnTo>
                  <a:lnTo>
                    <a:pt x="10" y="11"/>
                  </a:lnTo>
                  <a:close/>
                  <a:moveTo>
                    <a:pt x="10" y="6"/>
                  </a:moveTo>
                  <a:lnTo>
                    <a:pt x="10" y="6"/>
                  </a:lnTo>
                  <a:lnTo>
                    <a:pt x="10" y="6"/>
                  </a:lnTo>
                  <a:lnTo>
                    <a:pt x="8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3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8" y="11"/>
                  </a:lnTo>
                  <a:lnTo>
                    <a:pt x="10" y="10"/>
                  </a:lnTo>
                  <a:lnTo>
                    <a:pt x="10" y="8"/>
                  </a:lnTo>
                  <a:lnTo>
                    <a:pt x="1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7" name="Freeform 2166"/>
            <p:cNvSpPr>
              <a:spLocks/>
            </p:cNvSpPr>
            <p:nvPr/>
          </p:nvSpPr>
          <p:spPr bwMode="auto">
            <a:xfrm>
              <a:off x="3941" y="2928"/>
              <a:ext cx="11" cy="14"/>
            </a:xfrm>
            <a:custGeom>
              <a:avLst/>
              <a:gdLst>
                <a:gd name="T0" fmla="*/ 11 w 11"/>
                <a:gd name="T1" fmla="*/ 10 h 14"/>
                <a:gd name="T2" fmla="*/ 11 w 11"/>
                <a:gd name="T3" fmla="*/ 10 h 14"/>
                <a:gd name="T4" fmla="*/ 11 w 11"/>
                <a:gd name="T5" fmla="*/ 14 h 14"/>
                <a:gd name="T6" fmla="*/ 8 w 11"/>
                <a:gd name="T7" fmla="*/ 14 h 14"/>
                <a:gd name="T8" fmla="*/ 8 w 11"/>
                <a:gd name="T9" fmla="*/ 11 h 14"/>
                <a:gd name="T10" fmla="*/ 8 w 11"/>
                <a:gd name="T11" fmla="*/ 11 h 14"/>
                <a:gd name="T12" fmla="*/ 8 w 11"/>
                <a:gd name="T13" fmla="*/ 11 h 14"/>
                <a:gd name="T14" fmla="*/ 7 w 11"/>
                <a:gd name="T15" fmla="*/ 14 h 14"/>
                <a:gd name="T16" fmla="*/ 4 w 11"/>
                <a:gd name="T17" fmla="*/ 14 h 14"/>
                <a:gd name="T18" fmla="*/ 4 w 11"/>
                <a:gd name="T19" fmla="*/ 14 h 14"/>
                <a:gd name="T20" fmla="*/ 2 w 11"/>
                <a:gd name="T21" fmla="*/ 12 h 14"/>
                <a:gd name="T22" fmla="*/ 0 w 11"/>
                <a:gd name="T23" fmla="*/ 11 h 14"/>
                <a:gd name="T24" fmla="*/ 0 w 11"/>
                <a:gd name="T25" fmla="*/ 8 h 14"/>
                <a:gd name="T26" fmla="*/ 0 w 11"/>
                <a:gd name="T27" fmla="*/ 0 h 14"/>
                <a:gd name="T28" fmla="*/ 2 w 11"/>
                <a:gd name="T29" fmla="*/ 0 h 14"/>
                <a:gd name="T30" fmla="*/ 2 w 11"/>
                <a:gd name="T31" fmla="*/ 8 h 14"/>
                <a:gd name="T32" fmla="*/ 2 w 11"/>
                <a:gd name="T33" fmla="*/ 8 h 14"/>
                <a:gd name="T34" fmla="*/ 3 w 11"/>
                <a:gd name="T35" fmla="*/ 11 h 14"/>
                <a:gd name="T36" fmla="*/ 6 w 11"/>
                <a:gd name="T37" fmla="*/ 12 h 14"/>
                <a:gd name="T38" fmla="*/ 6 w 11"/>
                <a:gd name="T39" fmla="*/ 12 h 14"/>
                <a:gd name="T40" fmla="*/ 7 w 11"/>
                <a:gd name="T41" fmla="*/ 11 h 14"/>
                <a:gd name="T42" fmla="*/ 8 w 11"/>
                <a:gd name="T43" fmla="*/ 10 h 14"/>
                <a:gd name="T44" fmla="*/ 8 w 11"/>
                <a:gd name="T45" fmla="*/ 8 h 14"/>
                <a:gd name="T46" fmla="*/ 8 w 11"/>
                <a:gd name="T47" fmla="*/ 0 h 14"/>
                <a:gd name="T48" fmla="*/ 11 w 11"/>
                <a:gd name="T49" fmla="*/ 0 h 14"/>
                <a:gd name="T50" fmla="*/ 11 w 11"/>
                <a:gd name="T5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4">
                  <a:moveTo>
                    <a:pt x="11" y="10"/>
                  </a:moveTo>
                  <a:lnTo>
                    <a:pt x="11" y="10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8" name="Freeform 2167"/>
            <p:cNvSpPr>
              <a:spLocks noEditPoints="1"/>
            </p:cNvSpPr>
            <p:nvPr/>
          </p:nvSpPr>
          <p:spPr bwMode="auto">
            <a:xfrm>
              <a:off x="3955" y="2928"/>
              <a:ext cx="11" cy="14"/>
            </a:xfrm>
            <a:custGeom>
              <a:avLst/>
              <a:gdLst>
                <a:gd name="T0" fmla="*/ 8 w 11"/>
                <a:gd name="T1" fmla="*/ 14 h 14"/>
                <a:gd name="T2" fmla="*/ 8 w 11"/>
                <a:gd name="T3" fmla="*/ 12 h 14"/>
                <a:gd name="T4" fmla="*/ 8 w 11"/>
                <a:gd name="T5" fmla="*/ 12 h 14"/>
                <a:gd name="T6" fmla="*/ 8 w 11"/>
                <a:gd name="T7" fmla="*/ 12 h 14"/>
                <a:gd name="T8" fmla="*/ 7 w 11"/>
                <a:gd name="T9" fmla="*/ 14 h 14"/>
                <a:gd name="T10" fmla="*/ 4 w 11"/>
                <a:gd name="T11" fmla="*/ 14 h 14"/>
                <a:gd name="T12" fmla="*/ 4 w 11"/>
                <a:gd name="T13" fmla="*/ 14 h 14"/>
                <a:gd name="T14" fmla="*/ 1 w 11"/>
                <a:gd name="T15" fmla="*/ 12 h 14"/>
                <a:gd name="T16" fmla="*/ 0 w 11"/>
                <a:gd name="T17" fmla="*/ 10 h 14"/>
                <a:gd name="T18" fmla="*/ 0 w 11"/>
                <a:gd name="T19" fmla="*/ 10 h 14"/>
                <a:gd name="T20" fmla="*/ 0 w 11"/>
                <a:gd name="T21" fmla="*/ 8 h 14"/>
                <a:gd name="T22" fmla="*/ 1 w 11"/>
                <a:gd name="T23" fmla="*/ 7 h 14"/>
                <a:gd name="T24" fmla="*/ 8 w 11"/>
                <a:gd name="T25" fmla="*/ 6 h 14"/>
                <a:gd name="T26" fmla="*/ 8 w 11"/>
                <a:gd name="T27" fmla="*/ 6 h 14"/>
                <a:gd name="T28" fmla="*/ 8 w 11"/>
                <a:gd name="T29" fmla="*/ 6 h 14"/>
                <a:gd name="T30" fmla="*/ 7 w 11"/>
                <a:gd name="T31" fmla="*/ 3 h 14"/>
                <a:gd name="T32" fmla="*/ 5 w 11"/>
                <a:gd name="T33" fmla="*/ 2 h 14"/>
                <a:gd name="T34" fmla="*/ 5 w 11"/>
                <a:gd name="T35" fmla="*/ 2 h 14"/>
                <a:gd name="T36" fmla="*/ 1 w 11"/>
                <a:gd name="T37" fmla="*/ 3 h 14"/>
                <a:gd name="T38" fmla="*/ 1 w 11"/>
                <a:gd name="T39" fmla="*/ 2 h 14"/>
                <a:gd name="T40" fmla="*/ 1 w 11"/>
                <a:gd name="T41" fmla="*/ 2 h 14"/>
                <a:gd name="T42" fmla="*/ 5 w 11"/>
                <a:gd name="T43" fmla="*/ 0 h 14"/>
                <a:gd name="T44" fmla="*/ 5 w 11"/>
                <a:gd name="T45" fmla="*/ 0 h 14"/>
                <a:gd name="T46" fmla="*/ 8 w 11"/>
                <a:gd name="T47" fmla="*/ 2 h 14"/>
                <a:gd name="T48" fmla="*/ 9 w 11"/>
                <a:gd name="T49" fmla="*/ 2 h 14"/>
                <a:gd name="T50" fmla="*/ 9 w 11"/>
                <a:gd name="T51" fmla="*/ 6 h 14"/>
                <a:gd name="T52" fmla="*/ 9 w 11"/>
                <a:gd name="T53" fmla="*/ 11 h 14"/>
                <a:gd name="T54" fmla="*/ 9 w 11"/>
                <a:gd name="T55" fmla="*/ 11 h 14"/>
                <a:gd name="T56" fmla="*/ 11 w 11"/>
                <a:gd name="T57" fmla="*/ 14 h 14"/>
                <a:gd name="T58" fmla="*/ 8 w 11"/>
                <a:gd name="T59" fmla="*/ 14 h 14"/>
                <a:gd name="T60" fmla="*/ 8 w 11"/>
                <a:gd name="T61" fmla="*/ 7 h 14"/>
                <a:gd name="T62" fmla="*/ 8 w 11"/>
                <a:gd name="T63" fmla="*/ 7 h 14"/>
                <a:gd name="T64" fmla="*/ 4 w 11"/>
                <a:gd name="T65" fmla="*/ 7 h 14"/>
                <a:gd name="T66" fmla="*/ 2 w 11"/>
                <a:gd name="T67" fmla="*/ 8 h 14"/>
                <a:gd name="T68" fmla="*/ 2 w 11"/>
                <a:gd name="T69" fmla="*/ 10 h 14"/>
                <a:gd name="T70" fmla="*/ 2 w 11"/>
                <a:gd name="T71" fmla="*/ 10 h 14"/>
                <a:gd name="T72" fmla="*/ 2 w 11"/>
                <a:gd name="T73" fmla="*/ 11 h 14"/>
                <a:gd name="T74" fmla="*/ 4 w 11"/>
                <a:gd name="T75" fmla="*/ 12 h 14"/>
                <a:gd name="T76" fmla="*/ 4 w 11"/>
                <a:gd name="T77" fmla="*/ 12 h 14"/>
                <a:gd name="T78" fmla="*/ 7 w 11"/>
                <a:gd name="T79" fmla="*/ 11 h 14"/>
                <a:gd name="T80" fmla="*/ 8 w 11"/>
                <a:gd name="T81" fmla="*/ 10 h 14"/>
                <a:gd name="T82" fmla="*/ 8 w 11"/>
                <a:gd name="T83" fmla="*/ 10 h 14"/>
                <a:gd name="T84" fmla="*/ 8 w 11"/>
                <a:gd name="T8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" h="14">
                  <a:moveTo>
                    <a:pt x="8" y="14"/>
                  </a:move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7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2"/>
                  </a:lnTo>
                  <a:lnTo>
                    <a:pt x="9" y="2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8" y="14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4" y="7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7" y="11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9" name="Freeform 2168"/>
            <p:cNvSpPr>
              <a:spLocks/>
            </p:cNvSpPr>
            <p:nvPr/>
          </p:nvSpPr>
          <p:spPr bwMode="auto">
            <a:xfrm>
              <a:off x="3968" y="2928"/>
              <a:ext cx="19" cy="14"/>
            </a:xfrm>
            <a:custGeom>
              <a:avLst/>
              <a:gdLst>
                <a:gd name="T0" fmla="*/ 0 w 19"/>
                <a:gd name="T1" fmla="*/ 4 h 14"/>
                <a:gd name="T2" fmla="*/ 0 w 19"/>
                <a:gd name="T3" fmla="*/ 4 h 14"/>
                <a:gd name="T4" fmla="*/ 0 w 19"/>
                <a:gd name="T5" fmla="*/ 0 h 14"/>
                <a:gd name="T6" fmla="*/ 3 w 19"/>
                <a:gd name="T7" fmla="*/ 0 h 14"/>
                <a:gd name="T8" fmla="*/ 3 w 19"/>
                <a:gd name="T9" fmla="*/ 3 h 14"/>
                <a:gd name="T10" fmla="*/ 3 w 19"/>
                <a:gd name="T11" fmla="*/ 3 h 14"/>
                <a:gd name="T12" fmla="*/ 3 w 19"/>
                <a:gd name="T13" fmla="*/ 3 h 14"/>
                <a:gd name="T14" fmla="*/ 4 w 19"/>
                <a:gd name="T15" fmla="*/ 2 h 14"/>
                <a:gd name="T16" fmla="*/ 7 w 19"/>
                <a:gd name="T17" fmla="*/ 0 h 14"/>
                <a:gd name="T18" fmla="*/ 7 w 19"/>
                <a:gd name="T19" fmla="*/ 0 h 14"/>
                <a:gd name="T20" fmla="*/ 8 w 19"/>
                <a:gd name="T21" fmla="*/ 2 h 14"/>
                <a:gd name="T22" fmla="*/ 11 w 19"/>
                <a:gd name="T23" fmla="*/ 3 h 14"/>
                <a:gd name="T24" fmla="*/ 11 w 19"/>
                <a:gd name="T25" fmla="*/ 3 h 14"/>
                <a:gd name="T26" fmla="*/ 11 w 19"/>
                <a:gd name="T27" fmla="*/ 3 h 14"/>
                <a:gd name="T28" fmla="*/ 12 w 19"/>
                <a:gd name="T29" fmla="*/ 2 h 14"/>
                <a:gd name="T30" fmla="*/ 12 w 19"/>
                <a:gd name="T31" fmla="*/ 2 h 14"/>
                <a:gd name="T32" fmla="*/ 15 w 19"/>
                <a:gd name="T33" fmla="*/ 0 h 14"/>
                <a:gd name="T34" fmla="*/ 15 w 19"/>
                <a:gd name="T35" fmla="*/ 0 h 14"/>
                <a:gd name="T36" fmla="*/ 18 w 19"/>
                <a:gd name="T37" fmla="*/ 2 h 14"/>
                <a:gd name="T38" fmla="*/ 19 w 19"/>
                <a:gd name="T39" fmla="*/ 3 h 14"/>
                <a:gd name="T40" fmla="*/ 19 w 19"/>
                <a:gd name="T41" fmla="*/ 6 h 14"/>
                <a:gd name="T42" fmla="*/ 19 w 19"/>
                <a:gd name="T43" fmla="*/ 14 h 14"/>
                <a:gd name="T44" fmla="*/ 16 w 19"/>
                <a:gd name="T45" fmla="*/ 14 h 14"/>
                <a:gd name="T46" fmla="*/ 16 w 19"/>
                <a:gd name="T47" fmla="*/ 7 h 14"/>
                <a:gd name="T48" fmla="*/ 16 w 19"/>
                <a:gd name="T49" fmla="*/ 7 h 14"/>
                <a:gd name="T50" fmla="*/ 16 w 19"/>
                <a:gd name="T51" fmla="*/ 3 h 14"/>
                <a:gd name="T52" fmla="*/ 14 w 19"/>
                <a:gd name="T53" fmla="*/ 3 h 14"/>
                <a:gd name="T54" fmla="*/ 14 w 19"/>
                <a:gd name="T55" fmla="*/ 3 h 14"/>
                <a:gd name="T56" fmla="*/ 12 w 19"/>
                <a:gd name="T57" fmla="*/ 3 h 14"/>
                <a:gd name="T58" fmla="*/ 11 w 19"/>
                <a:gd name="T59" fmla="*/ 4 h 14"/>
                <a:gd name="T60" fmla="*/ 11 w 19"/>
                <a:gd name="T61" fmla="*/ 6 h 14"/>
                <a:gd name="T62" fmla="*/ 11 w 19"/>
                <a:gd name="T63" fmla="*/ 14 h 14"/>
                <a:gd name="T64" fmla="*/ 8 w 19"/>
                <a:gd name="T65" fmla="*/ 14 h 14"/>
                <a:gd name="T66" fmla="*/ 8 w 19"/>
                <a:gd name="T67" fmla="*/ 6 h 14"/>
                <a:gd name="T68" fmla="*/ 8 w 19"/>
                <a:gd name="T69" fmla="*/ 6 h 14"/>
                <a:gd name="T70" fmla="*/ 8 w 19"/>
                <a:gd name="T71" fmla="*/ 3 h 14"/>
                <a:gd name="T72" fmla="*/ 6 w 19"/>
                <a:gd name="T73" fmla="*/ 3 h 14"/>
                <a:gd name="T74" fmla="*/ 6 w 19"/>
                <a:gd name="T75" fmla="*/ 3 h 14"/>
                <a:gd name="T76" fmla="*/ 4 w 19"/>
                <a:gd name="T77" fmla="*/ 3 h 14"/>
                <a:gd name="T78" fmla="*/ 3 w 19"/>
                <a:gd name="T79" fmla="*/ 4 h 14"/>
                <a:gd name="T80" fmla="*/ 3 w 19"/>
                <a:gd name="T81" fmla="*/ 6 h 14"/>
                <a:gd name="T82" fmla="*/ 3 w 19"/>
                <a:gd name="T83" fmla="*/ 14 h 14"/>
                <a:gd name="T84" fmla="*/ 0 w 19"/>
                <a:gd name="T85" fmla="*/ 14 h 14"/>
                <a:gd name="T86" fmla="*/ 0 w 19"/>
                <a:gd name="T8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4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2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8" y="2"/>
                  </a:lnTo>
                  <a:lnTo>
                    <a:pt x="19" y="3"/>
                  </a:lnTo>
                  <a:lnTo>
                    <a:pt x="19" y="6"/>
                  </a:lnTo>
                  <a:lnTo>
                    <a:pt x="19" y="14"/>
                  </a:lnTo>
                  <a:lnTo>
                    <a:pt x="16" y="14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1" y="6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6"/>
                  </a:lnTo>
                  <a:lnTo>
                    <a:pt x="3" y="14"/>
                  </a:lnTo>
                  <a:lnTo>
                    <a:pt x="0" y="1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0" name="Rectangle 2169"/>
            <p:cNvSpPr>
              <a:spLocks noChangeArrowheads="1"/>
            </p:cNvSpPr>
            <p:nvPr/>
          </p:nvSpPr>
          <p:spPr bwMode="auto">
            <a:xfrm>
              <a:off x="3991" y="2923"/>
              <a:ext cx="2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1" name="Freeform 2170"/>
            <p:cNvSpPr>
              <a:spLocks noEditPoints="1"/>
            </p:cNvSpPr>
            <p:nvPr/>
          </p:nvSpPr>
          <p:spPr bwMode="auto">
            <a:xfrm>
              <a:off x="3997" y="2928"/>
              <a:ext cx="10" cy="14"/>
            </a:xfrm>
            <a:custGeom>
              <a:avLst/>
              <a:gdLst>
                <a:gd name="T0" fmla="*/ 1 w 10"/>
                <a:gd name="T1" fmla="*/ 7 h 14"/>
                <a:gd name="T2" fmla="*/ 1 w 10"/>
                <a:gd name="T3" fmla="*/ 7 h 14"/>
                <a:gd name="T4" fmla="*/ 2 w 10"/>
                <a:gd name="T5" fmla="*/ 10 h 14"/>
                <a:gd name="T6" fmla="*/ 2 w 10"/>
                <a:gd name="T7" fmla="*/ 11 h 14"/>
                <a:gd name="T8" fmla="*/ 6 w 10"/>
                <a:gd name="T9" fmla="*/ 12 h 14"/>
                <a:gd name="T10" fmla="*/ 6 w 10"/>
                <a:gd name="T11" fmla="*/ 12 h 14"/>
                <a:gd name="T12" fmla="*/ 9 w 10"/>
                <a:gd name="T13" fmla="*/ 11 h 14"/>
                <a:gd name="T14" fmla="*/ 10 w 10"/>
                <a:gd name="T15" fmla="*/ 14 h 14"/>
                <a:gd name="T16" fmla="*/ 10 w 10"/>
                <a:gd name="T17" fmla="*/ 14 h 14"/>
                <a:gd name="T18" fmla="*/ 5 w 10"/>
                <a:gd name="T19" fmla="*/ 14 h 14"/>
                <a:gd name="T20" fmla="*/ 5 w 10"/>
                <a:gd name="T21" fmla="*/ 14 h 14"/>
                <a:gd name="T22" fmla="*/ 2 w 10"/>
                <a:gd name="T23" fmla="*/ 14 h 14"/>
                <a:gd name="T24" fmla="*/ 1 w 10"/>
                <a:gd name="T25" fmla="*/ 12 h 14"/>
                <a:gd name="T26" fmla="*/ 0 w 10"/>
                <a:gd name="T27" fmla="*/ 10 h 14"/>
                <a:gd name="T28" fmla="*/ 0 w 10"/>
                <a:gd name="T29" fmla="*/ 7 h 14"/>
                <a:gd name="T30" fmla="*/ 0 w 10"/>
                <a:gd name="T31" fmla="*/ 7 h 14"/>
                <a:gd name="T32" fmla="*/ 0 w 10"/>
                <a:gd name="T33" fmla="*/ 4 h 14"/>
                <a:gd name="T34" fmla="*/ 1 w 10"/>
                <a:gd name="T35" fmla="*/ 3 h 14"/>
                <a:gd name="T36" fmla="*/ 2 w 10"/>
                <a:gd name="T37" fmla="*/ 2 h 14"/>
                <a:gd name="T38" fmla="*/ 5 w 10"/>
                <a:gd name="T39" fmla="*/ 0 h 14"/>
                <a:gd name="T40" fmla="*/ 5 w 10"/>
                <a:gd name="T41" fmla="*/ 0 h 14"/>
                <a:gd name="T42" fmla="*/ 8 w 10"/>
                <a:gd name="T43" fmla="*/ 2 h 14"/>
                <a:gd name="T44" fmla="*/ 9 w 10"/>
                <a:gd name="T45" fmla="*/ 3 h 14"/>
                <a:gd name="T46" fmla="*/ 10 w 10"/>
                <a:gd name="T47" fmla="*/ 7 h 14"/>
                <a:gd name="T48" fmla="*/ 10 w 10"/>
                <a:gd name="T49" fmla="*/ 7 h 14"/>
                <a:gd name="T50" fmla="*/ 1 w 10"/>
                <a:gd name="T51" fmla="*/ 7 h 14"/>
                <a:gd name="T52" fmla="*/ 8 w 10"/>
                <a:gd name="T53" fmla="*/ 6 h 14"/>
                <a:gd name="T54" fmla="*/ 8 w 10"/>
                <a:gd name="T55" fmla="*/ 6 h 14"/>
                <a:gd name="T56" fmla="*/ 8 w 10"/>
                <a:gd name="T57" fmla="*/ 3 h 14"/>
                <a:gd name="T58" fmla="*/ 6 w 10"/>
                <a:gd name="T59" fmla="*/ 3 h 14"/>
                <a:gd name="T60" fmla="*/ 5 w 10"/>
                <a:gd name="T61" fmla="*/ 2 h 14"/>
                <a:gd name="T62" fmla="*/ 5 w 10"/>
                <a:gd name="T63" fmla="*/ 2 h 14"/>
                <a:gd name="T64" fmla="*/ 2 w 10"/>
                <a:gd name="T65" fmla="*/ 3 h 14"/>
                <a:gd name="T66" fmla="*/ 1 w 10"/>
                <a:gd name="T67" fmla="*/ 6 h 14"/>
                <a:gd name="T68" fmla="*/ 8 w 10"/>
                <a:gd name="T6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" h="14">
                  <a:moveTo>
                    <a:pt x="1" y="7"/>
                  </a:moveTo>
                  <a:lnTo>
                    <a:pt x="1" y="7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9" y="11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2" y="14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2"/>
                  </a:lnTo>
                  <a:lnTo>
                    <a:pt x="9" y="3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" y="7"/>
                  </a:lnTo>
                  <a:close/>
                  <a:moveTo>
                    <a:pt x="8" y="6"/>
                  </a:moveTo>
                  <a:lnTo>
                    <a:pt x="8" y="6"/>
                  </a:lnTo>
                  <a:lnTo>
                    <a:pt x="8" y="3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3"/>
                  </a:lnTo>
                  <a:lnTo>
                    <a:pt x="1" y="6"/>
                  </a:lnTo>
                  <a:lnTo>
                    <a:pt x="8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2" name="Freeform 2171"/>
            <p:cNvSpPr>
              <a:spLocks/>
            </p:cNvSpPr>
            <p:nvPr/>
          </p:nvSpPr>
          <p:spPr bwMode="auto">
            <a:xfrm>
              <a:off x="4010" y="2928"/>
              <a:ext cx="10" cy="14"/>
            </a:xfrm>
            <a:custGeom>
              <a:avLst/>
              <a:gdLst>
                <a:gd name="T0" fmla="*/ 10 w 10"/>
                <a:gd name="T1" fmla="*/ 14 h 14"/>
                <a:gd name="T2" fmla="*/ 10 w 10"/>
                <a:gd name="T3" fmla="*/ 14 h 14"/>
                <a:gd name="T4" fmla="*/ 6 w 10"/>
                <a:gd name="T5" fmla="*/ 14 h 14"/>
                <a:gd name="T6" fmla="*/ 6 w 10"/>
                <a:gd name="T7" fmla="*/ 14 h 14"/>
                <a:gd name="T8" fmla="*/ 3 w 10"/>
                <a:gd name="T9" fmla="*/ 14 h 14"/>
                <a:gd name="T10" fmla="*/ 1 w 10"/>
                <a:gd name="T11" fmla="*/ 12 h 14"/>
                <a:gd name="T12" fmla="*/ 0 w 10"/>
                <a:gd name="T13" fmla="*/ 10 h 14"/>
                <a:gd name="T14" fmla="*/ 0 w 10"/>
                <a:gd name="T15" fmla="*/ 7 h 14"/>
                <a:gd name="T16" fmla="*/ 0 w 10"/>
                <a:gd name="T17" fmla="*/ 7 h 14"/>
                <a:gd name="T18" fmla="*/ 0 w 10"/>
                <a:gd name="T19" fmla="*/ 4 h 14"/>
                <a:gd name="T20" fmla="*/ 1 w 10"/>
                <a:gd name="T21" fmla="*/ 3 h 14"/>
                <a:gd name="T22" fmla="*/ 4 w 10"/>
                <a:gd name="T23" fmla="*/ 2 h 14"/>
                <a:gd name="T24" fmla="*/ 7 w 10"/>
                <a:gd name="T25" fmla="*/ 0 h 14"/>
                <a:gd name="T26" fmla="*/ 7 w 10"/>
                <a:gd name="T27" fmla="*/ 0 h 14"/>
                <a:gd name="T28" fmla="*/ 10 w 10"/>
                <a:gd name="T29" fmla="*/ 2 h 14"/>
                <a:gd name="T30" fmla="*/ 10 w 10"/>
                <a:gd name="T31" fmla="*/ 3 h 14"/>
                <a:gd name="T32" fmla="*/ 10 w 10"/>
                <a:gd name="T33" fmla="*/ 3 h 14"/>
                <a:gd name="T34" fmla="*/ 7 w 10"/>
                <a:gd name="T35" fmla="*/ 3 h 14"/>
                <a:gd name="T36" fmla="*/ 7 w 10"/>
                <a:gd name="T37" fmla="*/ 3 h 14"/>
                <a:gd name="T38" fmla="*/ 4 w 10"/>
                <a:gd name="T39" fmla="*/ 3 h 14"/>
                <a:gd name="T40" fmla="*/ 3 w 10"/>
                <a:gd name="T41" fmla="*/ 4 h 14"/>
                <a:gd name="T42" fmla="*/ 1 w 10"/>
                <a:gd name="T43" fmla="*/ 7 h 14"/>
                <a:gd name="T44" fmla="*/ 1 w 10"/>
                <a:gd name="T45" fmla="*/ 7 h 14"/>
                <a:gd name="T46" fmla="*/ 3 w 10"/>
                <a:gd name="T47" fmla="*/ 11 h 14"/>
                <a:gd name="T48" fmla="*/ 7 w 10"/>
                <a:gd name="T49" fmla="*/ 12 h 14"/>
                <a:gd name="T50" fmla="*/ 7 w 10"/>
                <a:gd name="T51" fmla="*/ 12 h 14"/>
                <a:gd name="T52" fmla="*/ 10 w 10"/>
                <a:gd name="T53" fmla="*/ 11 h 14"/>
                <a:gd name="T54" fmla="*/ 10 w 10"/>
                <a:gd name="T5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" h="14">
                  <a:moveTo>
                    <a:pt x="10" y="14"/>
                  </a:moveTo>
                  <a:lnTo>
                    <a:pt x="10" y="14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3" y="14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3"/>
                  </a:lnTo>
                  <a:lnTo>
                    <a:pt x="3" y="4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0" y="11"/>
                  </a:lnTo>
                  <a:lnTo>
                    <a:pt x="10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3" name="Freeform 2172"/>
            <p:cNvSpPr>
              <a:spLocks/>
            </p:cNvSpPr>
            <p:nvPr/>
          </p:nvSpPr>
          <p:spPr bwMode="auto">
            <a:xfrm>
              <a:off x="4021" y="2925"/>
              <a:ext cx="8" cy="17"/>
            </a:xfrm>
            <a:custGeom>
              <a:avLst/>
              <a:gdLst>
                <a:gd name="T0" fmla="*/ 5 w 8"/>
                <a:gd name="T1" fmla="*/ 0 h 17"/>
                <a:gd name="T2" fmla="*/ 5 w 8"/>
                <a:gd name="T3" fmla="*/ 3 h 17"/>
                <a:gd name="T4" fmla="*/ 8 w 8"/>
                <a:gd name="T5" fmla="*/ 3 h 17"/>
                <a:gd name="T6" fmla="*/ 8 w 8"/>
                <a:gd name="T7" fmla="*/ 6 h 17"/>
                <a:gd name="T8" fmla="*/ 5 w 8"/>
                <a:gd name="T9" fmla="*/ 6 h 17"/>
                <a:gd name="T10" fmla="*/ 5 w 8"/>
                <a:gd name="T11" fmla="*/ 13 h 17"/>
                <a:gd name="T12" fmla="*/ 5 w 8"/>
                <a:gd name="T13" fmla="*/ 13 h 17"/>
                <a:gd name="T14" fmla="*/ 5 w 8"/>
                <a:gd name="T15" fmla="*/ 14 h 17"/>
                <a:gd name="T16" fmla="*/ 7 w 8"/>
                <a:gd name="T17" fmla="*/ 15 h 17"/>
                <a:gd name="T18" fmla="*/ 7 w 8"/>
                <a:gd name="T19" fmla="*/ 15 h 17"/>
                <a:gd name="T20" fmla="*/ 8 w 8"/>
                <a:gd name="T21" fmla="*/ 15 h 17"/>
                <a:gd name="T22" fmla="*/ 8 w 8"/>
                <a:gd name="T23" fmla="*/ 17 h 17"/>
                <a:gd name="T24" fmla="*/ 8 w 8"/>
                <a:gd name="T25" fmla="*/ 17 h 17"/>
                <a:gd name="T26" fmla="*/ 5 w 8"/>
                <a:gd name="T27" fmla="*/ 17 h 17"/>
                <a:gd name="T28" fmla="*/ 5 w 8"/>
                <a:gd name="T29" fmla="*/ 17 h 17"/>
                <a:gd name="T30" fmla="*/ 3 w 8"/>
                <a:gd name="T31" fmla="*/ 15 h 17"/>
                <a:gd name="T32" fmla="*/ 3 w 8"/>
                <a:gd name="T33" fmla="*/ 15 h 17"/>
                <a:gd name="T34" fmla="*/ 3 w 8"/>
                <a:gd name="T35" fmla="*/ 13 h 17"/>
                <a:gd name="T36" fmla="*/ 3 w 8"/>
                <a:gd name="T37" fmla="*/ 6 h 17"/>
                <a:gd name="T38" fmla="*/ 0 w 8"/>
                <a:gd name="T39" fmla="*/ 6 h 17"/>
                <a:gd name="T40" fmla="*/ 0 w 8"/>
                <a:gd name="T41" fmla="*/ 3 h 17"/>
                <a:gd name="T42" fmla="*/ 3 w 8"/>
                <a:gd name="T43" fmla="*/ 3 h 17"/>
                <a:gd name="T44" fmla="*/ 3 w 8"/>
                <a:gd name="T45" fmla="*/ 0 h 17"/>
                <a:gd name="T46" fmla="*/ 5 w 8"/>
                <a:gd name="T4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5" y="3"/>
                  </a:lnTo>
                  <a:lnTo>
                    <a:pt x="8" y="3"/>
                  </a:lnTo>
                  <a:lnTo>
                    <a:pt x="8" y="6"/>
                  </a:lnTo>
                  <a:lnTo>
                    <a:pt x="5" y="6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8" y="17"/>
                  </a:lnTo>
                  <a:lnTo>
                    <a:pt x="8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4" name="Freeform 2173"/>
            <p:cNvSpPr>
              <a:spLocks/>
            </p:cNvSpPr>
            <p:nvPr/>
          </p:nvSpPr>
          <p:spPr bwMode="auto">
            <a:xfrm>
              <a:off x="4032" y="2928"/>
              <a:ext cx="11" cy="14"/>
            </a:xfrm>
            <a:custGeom>
              <a:avLst/>
              <a:gdLst>
                <a:gd name="T0" fmla="*/ 11 w 11"/>
                <a:gd name="T1" fmla="*/ 10 h 14"/>
                <a:gd name="T2" fmla="*/ 11 w 11"/>
                <a:gd name="T3" fmla="*/ 10 h 14"/>
                <a:gd name="T4" fmla="*/ 11 w 11"/>
                <a:gd name="T5" fmla="*/ 14 h 14"/>
                <a:gd name="T6" fmla="*/ 9 w 11"/>
                <a:gd name="T7" fmla="*/ 14 h 14"/>
                <a:gd name="T8" fmla="*/ 8 w 11"/>
                <a:gd name="T9" fmla="*/ 11 h 14"/>
                <a:gd name="T10" fmla="*/ 8 w 11"/>
                <a:gd name="T11" fmla="*/ 11 h 14"/>
                <a:gd name="T12" fmla="*/ 8 w 11"/>
                <a:gd name="T13" fmla="*/ 11 h 14"/>
                <a:gd name="T14" fmla="*/ 6 w 11"/>
                <a:gd name="T15" fmla="*/ 14 h 14"/>
                <a:gd name="T16" fmla="*/ 4 w 11"/>
                <a:gd name="T17" fmla="*/ 14 h 14"/>
                <a:gd name="T18" fmla="*/ 4 w 11"/>
                <a:gd name="T19" fmla="*/ 14 h 14"/>
                <a:gd name="T20" fmla="*/ 1 w 11"/>
                <a:gd name="T21" fmla="*/ 12 h 14"/>
                <a:gd name="T22" fmla="*/ 0 w 11"/>
                <a:gd name="T23" fmla="*/ 11 h 14"/>
                <a:gd name="T24" fmla="*/ 0 w 11"/>
                <a:gd name="T25" fmla="*/ 8 h 14"/>
                <a:gd name="T26" fmla="*/ 0 w 11"/>
                <a:gd name="T27" fmla="*/ 0 h 14"/>
                <a:gd name="T28" fmla="*/ 2 w 11"/>
                <a:gd name="T29" fmla="*/ 0 h 14"/>
                <a:gd name="T30" fmla="*/ 2 w 11"/>
                <a:gd name="T31" fmla="*/ 8 h 14"/>
                <a:gd name="T32" fmla="*/ 2 w 11"/>
                <a:gd name="T33" fmla="*/ 8 h 14"/>
                <a:gd name="T34" fmla="*/ 2 w 11"/>
                <a:gd name="T35" fmla="*/ 11 h 14"/>
                <a:gd name="T36" fmla="*/ 5 w 11"/>
                <a:gd name="T37" fmla="*/ 12 h 14"/>
                <a:gd name="T38" fmla="*/ 5 w 11"/>
                <a:gd name="T39" fmla="*/ 12 h 14"/>
                <a:gd name="T40" fmla="*/ 6 w 11"/>
                <a:gd name="T41" fmla="*/ 11 h 14"/>
                <a:gd name="T42" fmla="*/ 8 w 11"/>
                <a:gd name="T43" fmla="*/ 10 h 14"/>
                <a:gd name="T44" fmla="*/ 8 w 11"/>
                <a:gd name="T45" fmla="*/ 8 h 14"/>
                <a:gd name="T46" fmla="*/ 8 w 11"/>
                <a:gd name="T47" fmla="*/ 0 h 14"/>
                <a:gd name="T48" fmla="*/ 11 w 11"/>
                <a:gd name="T49" fmla="*/ 0 h 14"/>
                <a:gd name="T50" fmla="*/ 11 w 11"/>
                <a:gd name="T5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4">
                  <a:moveTo>
                    <a:pt x="11" y="10"/>
                  </a:moveTo>
                  <a:lnTo>
                    <a:pt x="11" y="10"/>
                  </a:lnTo>
                  <a:lnTo>
                    <a:pt x="11" y="14"/>
                  </a:lnTo>
                  <a:lnTo>
                    <a:pt x="9" y="14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6" y="11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5" name="Freeform 2174"/>
            <p:cNvSpPr>
              <a:spLocks/>
            </p:cNvSpPr>
            <p:nvPr/>
          </p:nvSpPr>
          <p:spPr bwMode="auto">
            <a:xfrm>
              <a:off x="4045" y="2928"/>
              <a:ext cx="8" cy="14"/>
            </a:xfrm>
            <a:custGeom>
              <a:avLst/>
              <a:gdLst>
                <a:gd name="T0" fmla="*/ 2 w 8"/>
                <a:gd name="T1" fmla="*/ 11 h 14"/>
                <a:gd name="T2" fmla="*/ 2 w 8"/>
                <a:gd name="T3" fmla="*/ 11 h 14"/>
                <a:gd name="T4" fmla="*/ 4 w 8"/>
                <a:gd name="T5" fmla="*/ 12 h 14"/>
                <a:gd name="T6" fmla="*/ 4 w 8"/>
                <a:gd name="T7" fmla="*/ 12 h 14"/>
                <a:gd name="T8" fmla="*/ 6 w 8"/>
                <a:gd name="T9" fmla="*/ 11 h 14"/>
                <a:gd name="T10" fmla="*/ 7 w 8"/>
                <a:gd name="T11" fmla="*/ 10 h 14"/>
                <a:gd name="T12" fmla="*/ 7 w 8"/>
                <a:gd name="T13" fmla="*/ 10 h 14"/>
                <a:gd name="T14" fmla="*/ 6 w 8"/>
                <a:gd name="T15" fmla="*/ 8 h 14"/>
                <a:gd name="T16" fmla="*/ 4 w 8"/>
                <a:gd name="T17" fmla="*/ 8 h 14"/>
                <a:gd name="T18" fmla="*/ 4 w 8"/>
                <a:gd name="T19" fmla="*/ 8 h 14"/>
                <a:gd name="T20" fmla="*/ 2 w 8"/>
                <a:gd name="T21" fmla="*/ 7 h 14"/>
                <a:gd name="T22" fmla="*/ 0 w 8"/>
                <a:gd name="T23" fmla="*/ 4 h 14"/>
                <a:gd name="T24" fmla="*/ 0 w 8"/>
                <a:gd name="T25" fmla="*/ 4 h 14"/>
                <a:gd name="T26" fmla="*/ 2 w 8"/>
                <a:gd name="T27" fmla="*/ 2 h 14"/>
                <a:gd name="T28" fmla="*/ 6 w 8"/>
                <a:gd name="T29" fmla="*/ 0 h 14"/>
                <a:gd name="T30" fmla="*/ 6 w 8"/>
                <a:gd name="T31" fmla="*/ 0 h 14"/>
                <a:gd name="T32" fmla="*/ 8 w 8"/>
                <a:gd name="T33" fmla="*/ 2 h 14"/>
                <a:gd name="T34" fmla="*/ 8 w 8"/>
                <a:gd name="T35" fmla="*/ 3 h 14"/>
                <a:gd name="T36" fmla="*/ 8 w 8"/>
                <a:gd name="T37" fmla="*/ 3 h 14"/>
                <a:gd name="T38" fmla="*/ 6 w 8"/>
                <a:gd name="T39" fmla="*/ 2 h 14"/>
                <a:gd name="T40" fmla="*/ 6 w 8"/>
                <a:gd name="T41" fmla="*/ 2 h 14"/>
                <a:gd name="T42" fmla="*/ 4 w 8"/>
                <a:gd name="T43" fmla="*/ 3 h 14"/>
                <a:gd name="T44" fmla="*/ 3 w 8"/>
                <a:gd name="T45" fmla="*/ 4 h 14"/>
                <a:gd name="T46" fmla="*/ 3 w 8"/>
                <a:gd name="T47" fmla="*/ 4 h 14"/>
                <a:gd name="T48" fmla="*/ 4 w 8"/>
                <a:gd name="T49" fmla="*/ 6 h 14"/>
                <a:gd name="T50" fmla="*/ 6 w 8"/>
                <a:gd name="T51" fmla="*/ 6 h 14"/>
                <a:gd name="T52" fmla="*/ 6 w 8"/>
                <a:gd name="T53" fmla="*/ 6 h 14"/>
                <a:gd name="T54" fmla="*/ 8 w 8"/>
                <a:gd name="T55" fmla="*/ 8 h 14"/>
                <a:gd name="T56" fmla="*/ 8 w 8"/>
                <a:gd name="T57" fmla="*/ 10 h 14"/>
                <a:gd name="T58" fmla="*/ 8 w 8"/>
                <a:gd name="T59" fmla="*/ 10 h 14"/>
                <a:gd name="T60" fmla="*/ 8 w 8"/>
                <a:gd name="T61" fmla="*/ 12 h 14"/>
                <a:gd name="T62" fmla="*/ 4 w 8"/>
                <a:gd name="T63" fmla="*/ 14 h 14"/>
                <a:gd name="T64" fmla="*/ 4 w 8"/>
                <a:gd name="T65" fmla="*/ 14 h 14"/>
                <a:gd name="T66" fmla="*/ 0 w 8"/>
                <a:gd name="T67" fmla="*/ 14 h 14"/>
                <a:gd name="T68" fmla="*/ 2 w 8"/>
                <a:gd name="T6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" h="14">
                  <a:moveTo>
                    <a:pt x="2" y="11"/>
                  </a:move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6" y="11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6" name="Freeform 2175"/>
            <p:cNvSpPr>
              <a:spLocks/>
            </p:cNvSpPr>
            <p:nvPr/>
          </p:nvSpPr>
          <p:spPr bwMode="auto">
            <a:xfrm>
              <a:off x="4055" y="2938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2 w 5"/>
                <a:gd name="T5" fmla="*/ 1 h 6"/>
                <a:gd name="T6" fmla="*/ 5 w 5"/>
                <a:gd name="T7" fmla="*/ 0 h 6"/>
                <a:gd name="T8" fmla="*/ 5 w 5"/>
                <a:gd name="T9" fmla="*/ 0 h 6"/>
                <a:gd name="T10" fmla="*/ 2 w 5"/>
                <a:gd name="T11" fmla="*/ 6 h 6"/>
                <a:gd name="T12" fmla="*/ 0 w 5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2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7" name="Freeform 2176"/>
            <p:cNvSpPr>
              <a:spLocks/>
            </p:cNvSpPr>
            <p:nvPr/>
          </p:nvSpPr>
          <p:spPr bwMode="auto">
            <a:xfrm>
              <a:off x="4067" y="2923"/>
              <a:ext cx="8" cy="19"/>
            </a:xfrm>
            <a:custGeom>
              <a:avLst/>
              <a:gdLst>
                <a:gd name="T0" fmla="*/ 1 w 8"/>
                <a:gd name="T1" fmla="*/ 19 h 19"/>
                <a:gd name="T2" fmla="*/ 1 w 8"/>
                <a:gd name="T3" fmla="*/ 8 h 19"/>
                <a:gd name="T4" fmla="*/ 0 w 8"/>
                <a:gd name="T5" fmla="*/ 8 h 19"/>
                <a:gd name="T6" fmla="*/ 0 w 8"/>
                <a:gd name="T7" fmla="*/ 5 h 19"/>
                <a:gd name="T8" fmla="*/ 1 w 8"/>
                <a:gd name="T9" fmla="*/ 5 h 19"/>
                <a:gd name="T10" fmla="*/ 1 w 8"/>
                <a:gd name="T11" fmla="*/ 5 h 19"/>
                <a:gd name="T12" fmla="*/ 1 w 8"/>
                <a:gd name="T13" fmla="*/ 5 h 19"/>
                <a:gd name="T14" fmla="*/ 1 w 8"/>
                <a:gd name="T15" fmla="*/ 2 h 19"/>
                <a:gd name="T16" fmla="*/ 3 w 8"/>
                <a:gd name="T17" fmla="*/ 1 h 19"/>
                <a:gd name="T18" fmla="*/ 3 w 8"/>
                <a:gd name="T19" fmla="*/ 1 h 19"/>
                <a:gd name="T20" fmla="*/ 5 w 8"/>
                <a:gd name="T21" fmla="*/ 0 h 19"/>
                <a:gd name="T22" fmla="*/ 5 w 8"/>
                <a:gd name="T23" fmla="*/ 0 h 19"/>
                <a:gd name="T24" fmla="*/ 8 w 8"/>
                <a:gd name="T25" fmla="*/ 0 h 19"/>
                <a:gd name="T26" fmla="*/ 8 w 8"/>
                <a:gd name="T27" fmla="*/ 1 h 19"/>
                <a:gd name="T28" fmla="*/ 8 w 8"/>
                <a:gd name="T29" fmla="*/ 1 h 19"/>
                <a:gd name="T30" fmla="*/ 7 w 8"/>
                <a:gd name="T31" fmla="*/ 1 h 19"/>
                <a:gd name="T32" fmla="*/ 7 w 8"/>
                <a:gd name="T33" fmla="*/ 1 h 19"/>
                <a:gd name="T34" fmla="*/ 4 w 8"/>
                <a:gd name="T35" fmla="*/ 2 h 19"/>
                <a:gd name="T36" fmla="*/ 4 w 8"/>
                <a:gd name="T37" fmla="*/ 5 h 19"/>
                <a:gd name="T38" fmla="*/ 4 w 8"/>
                <a:gd name="T39" fmla="*/ 5 h 19"/>
                <a:gd name="T40" fmla="*/ 7 w 8"/>
                <a:gd name="T41" fmla="*/ 5 h 19"/>
                <a:gd name="T42" fmla="*/ 7 w 8"/>
                <a:gd name="T43" fmla="*/ 8 h 19"/>
                <a:gd name="T44" fmla="*/ 4 w 8"/>
                <a:gd name="T45" fmla="*/ 8 h 19"/>
                <a:gd name="T46" fmla="*/ 4 w 8"/>
                <a:gd name="T47" fmla="*/ 19 h 19"/>
                <a:gd name="T48" fmla="*/ 1 w 8"/>
                <a:gd name="T4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" h="19">
                  <a:moveTo>
                    <a:pt x="1" y="19"/>
                  </a:moveTo>
                  <a:lnTo>
                    <a:pt x="1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4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8"/>
                  </a:lnTo>
                  <a:lnTo>
                    <a:pt x="4" y="8"/>
                  </a:lnTo>
                  <a:lnTo>
                    <a:pt x="4" y="19"/>
                  </a:lnTo>
                  <a:lnTo>
                    <a:pt x="1" y="1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8" name="Freeform 2177"/>
            <p:cNvSpPr>
              <a:spLocks noEditPoints="1"/>
            </p:cNvSpPr>
            <p:nvPr/>
          </p:nvSpPr>
          <p:spPr bwMode="auto">
            <a:xfrm>
              <a:off x="4075" y="2928"/>
              <a:ext cx="9" cy="14"/>
            </a:xfrm>
            <a:custGeom>
              <a:avLst/>
              <a:gdLst>
                <a:gd name="T0" fmla="*/ 8 w 9"/>
                <a:gd name="T1" fmla="*/ 14 h 14"/>
                <a:gd name="T2" fmla="*/ 8 w 9"/>
                <a:gd name="T3" fmla="*/ 12 h 14"/>
                <a:gd name="T4" fmla="*/ 8 w 9"/>
                <a:gd name="T5" fmla="*/ 12 h 14"/>
                <a:gd name="T6" fmla="*/ 8 w 9"/>
                <a:gd name="T7" fmla="*/ 12 h 14"/>
                <a:gd name="T8" fmla="*/ 7 w 9"/>
                <a:gd name="T9" fmla="*/ 14 h 14"/>
                <a:gd name="T10" fmla="*/ 4 w 9"/>
                <a:gd name="T11" fmla="*/ 14 h 14"/>
                <a:gd name="T12" fmla="*/ 4 w 9"/>
                <a:gd name="T13" fmla="*/ 14 h 14"/>
                <a:gd name="T14" fmla="*/ 1 w 9"/>
                <a:gd name="T15" fmla="*/ 12 h 14"/>
                <a:gd name="T16" fmla="*/ 0 w 9"/>
                <a:gd name="T17" fmla="*/ 10 h 14"/>
                <a:gd name="T18" fmla="*/ 0 w 9"/>
                <a:gd name="T19" fmla="*/ 10 h 14"/>
                <a:gd name="T20" fmla="*/ 0 w 9"/>
                <a:gd name="T21" fmla="*/ 8 h 14"/>
                <a:gd name="T22" fmla="*/ 1 w 9"/>
                <a:gd name="T23" fmla="*/ 7 h 14"/>
                <a:gd name="T24" fmla="*/ 8 w 9"/>
                <a:gd name="T25" fmla="*/ 6 h 14"/>
                <a:gd name="T26" fmla="*/ 8 w 9"/>
                <a:gd name="T27" fmla="*/ 6 h 14"/>
                <a:gd name="T28" fmla="*/ 8 w 9"/>
                <a:gd name="T29" fmla="*/ 6 h 14"/>
                <a:gd name="T30" fmla="*/ 7 w 9"/>
                <a:gd name="T31" fmla="*/ 3 h 14"/>
                <a:gd name="T32" fmla="*/ 4 w 9"/>
                <a:gd name="T33" fmla="*/ 2 h 14"/>
                <a:gd name="T34" fmla="*/ 4 w 9"/>
                <a:gd name="T35" fmla="*/ 2 h 14"/>
                <a:gd name="T36" fmla="*/ 1 w 9"/>
                <a:gd name="T37" fmla="*/ 3 h 14"/>
                <a:gd name="T38" fmla="*/ 1 w 9"/>
                <a:gd name="T39" fmla="*/ 2 h 14"/>
                <a:gd name="T40" fmla="*/ 1 w 9"/>
                <a:gd name="T41" fmla="*/ 2 h 14"/>
                <a:gd name="T42" fmla="*/ 5 w 9"/>
                <a:gd name="T43" fmla="*/ 0 h 14"/>
                <a:gd name="T44" fmla="*/ 5 w 9"/>
                <a:gd name="T45" fmla="*/ 0 h 14"/>
                <a:gd name="T46" fmla="*/ 7 w 9"/>
                <a:gd name="T47" fmla="*/ 2 h 14"/>
                <a:gd name="T48" fmla="*/ 9 w 9"/>
                <a:gd name="T49" fmla="*/ 2 h 14"/>
                <a:gd name="T50" fmla="*/ 9 w 9"/>
                <a:gd name="T51" fmla="*/ 6 h 14"/>
                <a:gd name="T52" fmla="*/ 9 w 9"/>
                <a:gd name="T53" fmla="*/ 11 h 14"/>
                <a:gd name="T54" fmla="*/ 9 w 9"/>
                <a:gd name="T55" fmla="*/ 11 h 14"/>
                <a:gd name="T56" fmla="*/ 9 w 9"/>
                <a:gd name="T57" fmla="*/ 14 h 14"/>
                <a:gd name="T58" fmla="*/ 8 w 9"/>
                <a:gd name="T59" fmla="*/ 14 h 14"/>
                <a:gd name="T60" fmla="*/ 8 w 9"/>
                <a:gd name="T61" fmla="*/ 7 h 14"/>
                <a:gd name="T62" fmla="*/ 8 w 9"/>
                <a:gd name="T63" fmla="*/ 7 h 14"/>
                <a:gd name="T64" fmla="*/ 4 w 9"/>
                <a:gd name="T65" fmla="*/ 7 h 14"/>
                <a:gd name="T66" fmla="*/ 3 w 9"/>
                <a:gd name="T67" fmla="*/ 8 h 14"/>
                <a:gd name="T68" fmla="*/ 3 w 9"/>
                <a:gd name="T69" fmla="*/ 10 h 14"/>
                <a:gd name="T70" fmla="*/ 3 w 9"/>
                <a:gd name="T71" fmla="*/ 10 h 14"/>
                <a:gd name="T72" fmla="*/ 3 w 9"/>
                <a:gd name="T73" fmla="*/ 11 h 14"/>
                <a:gd name="T74" fmla="*/ 4 w 9"/>
                <a:gd name="T75" fmla="*/ 12 h 14"/>
                <a:gd name="T76" fmla="*/ 4 w 9"/>
                <a:gd name="T77" fmla="*/ 12 h 14"/>
                <a:gd name="T78" fmla="*/ 7 w 9"/>
                <a:gd name="T79" fmla="*/ 11 h 14"/>
                <a:gd name="T80" fmla="*/ 8 w 9"/>
                <a:gd name="T81" fmla="*/ 10 h 14"/>
                <a:gd name="T82" fmla="*/ 8 w 9"/>
                <a:gd name="T83" fmla="*/ 10 h 14"/>
                <a:gd name="T84" fmla="*/ 8 w 9"/>
                <a:gd name="T8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" h="14">
                  <a:moveTo>
                    <a:pt x="8" y="14"/>
                  </a:move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7" y="3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7" y="2"/>
                  </a:lnTo>
                  <a:lnTo>
                    <a:pt x="9" y="2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4"/>
                  </a:lnTo>
                  <a:lnTo>
                    <a:pt x="8" y="14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7" y="11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9" name="Freeform 2178"/>
            <p:cNvSpPr>
              <a:spLocks/>
            </p:cNvSpPr>
            <p:nvPr/>
          </p:nvSpPr>
          <p:spPr bwMode="auto">
            <a:xfrm>
              <a:off x="4087" y="2928"/>
              <a:ext cx="11" cy="14"/>
            </a:xfrm>
            <a:custGeom>
              <a:avLst/>
              <a:gdLst>
                <a:gd name="T0" fmla="*/ 11 w 11"/>
                <a:gd name="T1" fmla="*/ 14 h 14"/>
                <a:gd name="T2" fmla="*/ 11 w 11"/>
                <a:gd name="T3" fmla="*/ 14 h 14"/>
                <a:gd name="T4" fmla="*/ 7 w 11"/>
                <a:gd name="T5" fmla="*/ 14 h 14"/>
                <a:gd name="T6" fmla="*/ 7 w 11"/>
                <a:gd name="T7" fmla="*/ 14 h 14"/>
                <a:gd name="T8" fmla="*/ 4 w 11"/>
                <a:gd name="T9" fmla="*/ 14 h 14"/>
                <a:gd name="T10" fmla="*/ 3 w 11"/>
                <a:gd name="T11" fmla="*/ 12 h 14"/>
                <a:gd name="T12" fmla="*/ 1 w 11"/>
                <a:gd name="T13" fmla="*/ 10 h 14"/>
                <a:gd name="T14" fmla="*/ 0 w 11"/>
                <a:gd name="T15" fmla="*/ 7 h 14"/>
                <a:gd name="T16" fmla="*/ 0 w 11"/>
                <a:gd name="T17" fmla="*/ 7 h 14"/>
                <a:gd name="T18" fmla="*/ 1 w 11"/>
                <a:gd name="T19" fmla="*/ 4 h 14"/>
                <a:gd name="T20" fmla="*/ 3 w 11"/>
                <a:gd name="T21" fmla="*/ 3 h 14"/>
                <a:gd name="T22" fmla="*/ 4 w 11"/>
                <a:gd name="T23" fmla="*/ 2 h 14"/>
                <a:gd name="T24" fmla="*/ 8 w 11"/>
                <a:gd name="T25" fmla="*/ 0 h 14"/>
                <a:gd name="T26" fmla="*/ 8 w 11"/>
                <a:gd name="T27" fmla="*/ 0 h 14"/>
                <a:gd name="T28" fmla="*/ 11 w 11"/>
                <a:gd name="T29" fmla="*/ 2 h 14"/>
                <a:gd name="T30" fmla="*/ 11 w 11"/>
                <a:gd name="T31" fmla="*/ 3 h 14"/>
                <a:gd name="T32" fmla="*/ 11 w 11"/>
                <a:gd name="T33" fmla="*/ 3 h 14"/>
                <a:gd name="T34" fmla="*/ 8 w 11"/>
                <a:gd name="T35" fmla="*/ 3 h 14"/>
                <a:gd name="T36" fmla="*/ 8 w 11"/>
                <a:gd name="T37" fmla="*/ 3 h 14"/>
                <a:gd name="T38" fmla="*/ 5 w 11"/>
                <a:gd name="T39" fmla="*/ 3 h 14"/>
                <a:gd name="T40" fmla="*/ 4 w 11"/>
                <a:gd name="T41" fmla="*/ 4 h 14"/>
                <a:gd name="T42" fmla="*/ 3 w 11"/>
                <a:gd name="T43" fmla="*/ 7 h 14"/>
                <a:gd name="T44" fmla="*/ 3 w 11"/>
                <a:gd name="T45" fmla="*/ 7 h 14"/>
                <a:gd name="T46" fmla="*/ 4 w 11"/>
                <a:gd name="T47" fmla="*/ 11 h 14"/>
                <a:gd name="T48" fmla="*/ 8 w 11"/>
                <a:gd name="T49" fmla="*/ 12 h 14"/>
                <a:gd name="T50" fmla="*/ 8 w 11"/>
                <a:gd name="T51" fmla="*/ 12 h 14"/>
                <a:gd name="T52" fmla="*/ 11 w 11"/>
                <a:gd name="T53" fmla="*/ 11 h 14"/>
                <a:gd name="T54" fmla="*/ 11 w 11"/>
                <a:gd name="T5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lnTo>
                    <a:pt x="11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3" y="12"/>
                  </a:lnTo>
                  <a:lnTo>
                    <a:pt x="1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11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1" y="11"/>
                  </a:lnTo>
                  <a:lnTo>
                    <a:pt x="11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0" name="Freeform 2179"/>
            <p:cNvSpPr>
              <a:spLocks noEditPoints="1"/>
            </p:cNvSpPr>
            <p:nvPr/>
          </p:nvSpPr>
          <p:spPr bwMode="auto">
            <a:xfrm>
              <a:off x="4101" y="2924"/>
              <a:ext cx="2" cy="18"/>
            </a:xfrm>
            <a:custGeom>
              <a:avLst/>
              <a:gdLst>
                <a:gd name="T0" fmla="*/ 2 w 2"/>
                <a:gd name="T1" fmla="*/ 1 h 18"/>
                <a:gd name="T2" fmla="*/ 2 w 2"/>
                <a:gd name="T3" fmla="*/ 1 h 18"/>
                <a:gd name="T4" fmla="*/ 2 w 2"/>
                <a:gd name="T5" fmla="*/ 1 h 18"/>
                <a:gd name="T6" fmla="*/ 1 w 2"/>
                <a:gd name="T7" fmla="*/ 3 h 18"/>
                <a:gd name="T8" fmla="*/ 1 w 2"/>
                <a:gd name="T9" fmla="*/ 3 h 18"/>
                <a:gd name="T10" fmla="*/ 0 w 2"/>
                <a:gd name="T11" fmla="*/ 1 h 18"/>
                <a:gd name="T12" fmla="*/ 0 w 2"/>
                <a:gd name="T13" fmla="*/ 1 h 18"/>
                <a:gd name="T14" fmla="*/ 0 w 2"/>
                <a:gd name="T15" fmla="*/ 1 h 18"/>
                <a:gd name="T16" fmla="*/ 0 w 2"/>
                <a:gd name="T17" fmla="*/ 0 h 18"/>
                <a:gd name="T18" fmla="*/ 1 w 2"/>
                <a:gd name="T19" fmla="*/ 0 h 18"/>
                <a:gd name="T20" fmla="*/ 1 w 2"/>
                <a:gd name="T21" fmla="*/ 0 h 18"/>
                <a:gd name="T22" fmla="*/ 2 w 2"/>
                <a:gd name="T23" fmla="*/ 0 h 18"/>
                <a:gd name="T24" fmla="*/ 2 w 2"/>
                <a:gd name="T25" fmla="*/ 1 h 18"/>
                <a:gd name="T26" fmla="*/ 2 w 2"/>
                <a:gd name="T27" fmla="*/ 1 h 18"/>
                <a:gd name="T28" fmla="*/ 0 w 2"/>
                <a:gd name="T29" fmla="*/ 18 h 18"/>
                <a:gd name="T30" fmla="*/ 0 w 2"/>
                <a:gd name="T31" fmla="*/ 4 h 18"/>
                <a:gd name="T32" fmla="*/ 2 w 2"/>
                <a:gd name="T33" fmla="*/ 4 h 18"/>
                <a:gd name="T34" fmla="*/ 2 w 2"/>
                <a:gd name="T35" fmla="*/ 18 h 18"/>
                <a:gd name="T36" fmla="*/ 0 w 2"/>
                <a:gd name="T3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" h="18"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0" y="18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2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1" name="Rectangle 2180"/>
            <p:cNvSpPr>
              <a:spLocks noChangeArrowheads="1"/>
            </p:cNvSpPr>
            <p:nvPr/>
          </p:nvSpPr>
          <p:spPr bwMode="auto">
            <a:xfrm>
              <a:off x="4107" y="2923"/>
              <a:ext cx="2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2" name="Freeform 2181"/>
            <p:cNvSpPr>
              <a:spLocks noEditPoints="1"/>
            </p:cNvSpPr>
            <p:nvPr/>
          </p:nvSpPr>
          <p:spPr bwMode="auto">
            <a:xfrm>
              <a:off x="4113" y="2924"/>
              <a:ext cx="2" cy="18"/>
            </a:xfrm>
            <a:custGeom>
              <a:avLst/>
              <a:gdLst>
                <a:gd name="T0" fmla="*/ 2 w 2"/>
                <a:gd name="T1" fmla="*/ 1 h 18"/>
                <a:gd name="T2" fmla="*/ 2 w 2"/>
                <a:gd name="T3" fmla="*/ 1 h 18"/>
                <a:gd name="T4" fmla="*/ 2 w 2"/>
                <a:gd name="T5" fmla="*/ 1 h 18"/>
                <a:gd name="T6" fmla="*/ 1 w 2"/>
                <a:gd name="T7" fmla="*/ 3 h 18"/>
                <a:gd name="T8" fmla="*/ 1 w 2"/>
                <a:gd name="T9" fmla="*/ 3 h 18"/>
                <a:gd name="T10" fmla="*/ 0 w 2"/>
                <a:gd name="T11" fmla="*/ 1 h 18"/>
                <a:gd name="T12" fmla="*/ 0 w 2"/>
                <a:gd name="T13" fmla="*/ 1 h 18"/>
                <a:gd name="T14" fmla="*/ 0 w 2"/>
                <a:gd name="T15" fmla="*/ 1 h 18"/>
                <a:gd name="T16" fmla="*/ 0 w 2"/>
                <a:gd name="T17" fmla="*/ 0 h 18"/>
                <a:gd name="T18" fmla="*/ 1 w 2"/>
                <a:gd name="T19" fmla="*/ 0 h 18"/>
                <a:gd name="T20" fmla="*/ 1 w 2"/>
                <a:gd name="T21" fmla="*/ 0 h 18"/>
                <a:gd name="T22" fmla="*/ 2 w 2"/>
                <a:gd name="T23" fmla="*/ 0 h 18"/>
                <a:gd name="T24" fmla="*/ 2 w 2"/>
                <a:gd name="T25" fmla="*/ 1 h 18"/>
                <a:gd name="T26" fmla="*/ 2 w 2"/>
                <a:gd name="T27" fmla="*/ 1 h 18"/>
                <a:gd name="T28" fmla="*/ 0 w 2"/>
                <a:gd name="T29" fmla="*/ 18 h 18"/>
                <a:gd name="T30" fmla="*/ 0 w 2"/>
                <a:gd name="T31" fmla="*/ 4 h 18"/>
                <a:gd name="T32" fmla="*/ 2 w 2"/>
                <a:gd name="T33" fmla="*/ 4 h 18"/>
                <a:gd name="T34" fmla="*/ 2 w 2"/>
                <a:gd name="T35" fmla="*/ 18 h 18"/>
                <a:gd name="T36" fmla="*/ 0 w 2"/>
                <a:gd name="T3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" h="18"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0" y="18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2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3" name="Freeform 2182"/>
            <p:cNvSpPr>
              <a:spLocks/>
            </p:cNvSpPr>
            <p:nvPr/>
          </p:nvSpPr>
          <p:spPr bwMode="auto">
            <a:xfrm>
              <a:off x="4118" y="2928"/>
              <a:ext cx="10" cy="14"/>
            </a:xfrm>
            <a:custGeom>
              <a:avLst/>
              <a:gdLst>
                <a:gd name="T0" fmla="*/ 1 w 10"/>
                <a:gd name="T1" fmla="*/ 11 h 14"/>
                <a:gd name="T2" fmla="*/ 1 w 10"/>
                <a:gd name="T3" fmla="*/ 11 h 14"/>
                <a:gd name="T4" fmla="*/ 4 w 10"/>
                <a:gd name="T5" fmla="*/ 12 h 14"/>
                <a:gd name="T6" fmla="*/ 4 w 10"/>
                <a:gd name="T7" fmla="*/ 12 h 14"/>
                <a:gd name="T8" fmla="*/ 6 w 10"/>
                <a:gd name="T9" fmla="*/ 11 h 14"/>
                <a:gd name="T10" fmla="*/ 7 w 10"/>
                <a:gd name="T11" fmla="*/ 10 h 14"/>
                <a:gd name="T12" fmla="*/ 7 w 10"/>
                <a:gd name="T13" fmla="*/ 10 h 14"/>
                <a:gd name="T14" fmla="*/ 6 w 10"/>
                <a:gd name="T15" fmla="*/ 8 h 14"/>
                <a:gd name="T16" fmla="*/ 4 w 10"/>
                <a:gd name="T17" fmla="*/ 8 h 14"/>
                <a:gd name="T18" fmla="*/ 4 w 10"/>
                <a:gd name="T19" fmla="*/ 8 h 14"/>
                <a:gd name="T20" fmla="*/ 1 w 10"/>
                <a:gd name="T21" fmla="*/ 7 h 14"/>
                <a:gd name="T22" fmla="*/ 1 w 10"/>
                <a:gd name="T23" fmla="*/ 4 h 14"/>
                <a:gd name="T24" fmla="*/ 1 w 10"/>
                <a:gd name="T25" fmla="*/ 4 h 14"/>
                <a:gd name="T26" fmla="*/ 1 w 10"/>
                <a:gd name="T27" fmla="*/ 2 h 14"/>
                <a:gd name="T28" fmla="*/ 6 w 10"/>
                <a:gd name="T29" fmla="*/ 0 h 14"/>
                <a:gd name="T30" fmla="*/ 6 w 10"/>
                <a:gd name="T31" fmla="*/ 0 h 14"/>
                <a:gd name="T32" fmla="*/ 8 w 10"/>
                <a:gd name="T33" fmla="*/ 2 h 14"/>
                <a:gd name="T34" fmla="*/ 8 w 10"/>
                <a:gd name="T35" fmla="*/ 3 h 14"/>
                <a:gd name="T36" fmla="*/ 8 w 10"/>
                <a:gd name="T37" fmla="*/ 3 h 14"/>
                <a:gd name="T38" fmla="*/ 6 w 10"/>
                <a:gd name="T39" fmla="*/ 2 h 14"/>
                <a:gd name="T40" fmla="*/ 6 w 10"/>
                <a:gd name="T41" fmla="*/ 2 h 14"/>
                <a:gd name="T42" fmla="*/ 4 w 10"/>
                <a:gd name="T43" fmla="*/ 3 h 14"/>
                <a:gd name="T44" fmla="*/ 3 w 10"/>
                <a:gd name="T45" fmla="*/ 4 h 14"/>
                <a:gd name="T46" fmla="*/ 3 w 10"/>
                <a:gd name="T47" fmla="*/ 4 h 14"/>
                <a:gd name="T48" fmla="*/ 4 w 10"/>
                <a:gd name="T49" fmla="*/ 6 h 14"/>
                <a:gd name="T50" fmla="*/ 6 w 10"/>
                <a:gd name="T51" fmla="*/ 6 h 14"/>
                <a:gd name="T52" fmla="*/ 6 w 10"/>
                <a:gd name="T53" fmla="*/ 6 h 14"/>
                <a:gd name="T54" fmla="*/ 8 w 10"/>
                <a:gd name="T55" fmla="*/ 8 h 14"/>
                <a:gd name="T56" fmla="*/ 10 w 10"/>
                <a:gd name="T57" fmla="*/ 10 h 14"/>
                <a:gd name="T58" fmla="*/ 10 w 10"/>
                <a:gd name="T59" fmla="*/ 10 h 14"/>
                <a:gd name="T60" fmla="*/ 8 w 10"/>
                <a:gd name="T61" fmla="*/ 12 h 14"/>
                <a:gd name="T62" fmla="*/ 4 w 10"/>
                <a:gd name="T63" fmla="*/ 14 h 14"/>
                <a:gd name="T64" fmla="*/ 4 w 10"/>
                <a:gd name="T65" fmla="*/ 14 h 14"/>
                <a:gd name="T66" fmla="*/ 0 w 10"/>
                <a:gd name="T67" fmla="*/ 14 h 14"/>
                <a:gd name="T68" fmla="*/ 1 w 10"/>
                <a:gd name="T6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" h="14">
                  <a:moveTo>
                    <a:pt x="1" y="11"/>
                  </a:moveTo>
                  <a:lnTo>
                    <a:pt x="1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6" y="11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1" y="7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8" y="8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4" name="Freeform 2183"/>
            <p:cNvSpPr>
              <a:spLocks noEditPoints="1"/>
            </p:cNvSpPr>
            <p:nvPr/>
          </p:nvSpPr>
          <p:spPr bwMode="auto">
            <a:xfrm>
              <a:off x="4130" y="2924"/>
              <a:ext cx="3" cy="18"/>
            </a:xfrm>
            <a:custGeom>
              <a:avLst/>
              <a:gdLst>
                <a:gd name="T0" fmla="*/ 3 w 3"/>
                <a:gd name="T1" fmla="*/ 1 h 18"/>
                <a:gd name="T2" fmla="*/ 3 w 3"/>
                <a:gd name="T3" fmla="*/ 1 h 18"/>
                <a:gd name="T4" fmla="*/ 2 w 3"/>
                <a:gd name="T5" fmla="*/ 1 h 18"/>
                <a:gd name="T6" fmla="*/ 2 w 3"/>
                <a:gd name="T7" fmla="*/ 3 h 18"/>
                <a:gd name="T8" fmla="*/ 2 w 3"/>
                <a:gd name="T9" fmla="*/ 3 h 18"/>
                <a:gd name="T10" fmla="*/ 0 w 3"/>
                <a:gd name="T11" fmla="*/ 1 h 18"/>
                <a:gd name="T12" fmla="*/ 0 w 3"/>
                <a:gd name="T13" fmla="*/ 1 h 18"/>
                <a:gd name="T14" fmla="*/ 0 w 3"/>
                <a:gd name="T15" fmla="*/ 1 h 18"/>
                <a:gd name="T16" fmla="*/ 0 w 3"/>
                <a:gd name="T17" fmla="*/ 0 h 18"/>
                <a:gd name="T18" fmla="*/ 2 w 3"/>
                <a:gd name="T19" fmla="*/ 0 h 18"/>
                <a:gd name="T20" fmla="*/ 2 w 3"/>
                <a:gd name="T21" fmla="*/ 0 h 18"/>
                <a:gd name="T22" fmla="*/ 2 w 3"/>
                <a:gd name="T23" fmla="*/ 0 h 18"/>
                <a:gd name="T24" fmla="*/ 3 w 3"/>
                <a:gd name="T25" fmla="*/ 1 h 18"/>
                <a:gd name="T26" fmla="*/ 3 w 3"/>
                <a:gd name="T27" fmla="*/ 1 h 18"/>
                <a:gd name="T28" fmla="*/ 0 w 3"/>
                <a:gd name="T29" fmla="*/ 18 h 18"/>
                <a:gd name="T30" fmla="*/ 0 w 3"/>
                <a:gd name="T31" fmla="*/ 4 h 18"/>
                <a:gd name="T32" fmla="*/ 2 w 3"/>
                <a:gd name="T33" fmla="*/ 4 h 18"/>
                <a:gd name="T34" fmla="*/ 2 w 3"/>
                <a:gd name="T35" fmla="*/ 18 h 18"/>
                <a:gd name="T36" fmla="*/ 0 w 3"/>
                <a:gd name="T3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" h="18"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0" y="18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2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5" name="Freeform 2184"/>
            <p:cNvSpPr>
              <a:spLocks/>
            </p:cNvSpPr>
            <p:nvPr/>
          </p:nvSpPr>
          <p:spPr bwMode="auto">
            <a:xfrm>
              <a:off x="4136" y="2928"/>
              <a:ext cx="8" cy="14"/>
            </a:xfrm>
            <a:custGeom>
              <a:avLst/>
              <a:gdLst>
                <a:gd name="T0" fmla="*/ 0 w 8"/>
                <a:gd name="T1" fmla="*/ 11 h 14"/>
                <a:gd name="T2" fmla="*/ 0 w 8"/>
                <a:gd name="T3" fmla="*/ 11 h 14"/>
                <a:gd name="T4" fmla="*/ 2 w 8"/>
                <a:gd name="T5" fmla="*/ 12 h 14"/>
                <a:gd name="T6" fmla="*/ 2 w 8"/>
                <a:gd name="T7" fmla="*/ 12 h 14"/>
                <a:gd name="T8" fmla="*/ 5 w 8"/>
                <a:gd name="T9" fmla="*/ 11 h 14"/>
                <a:gd name="T10" fmla="*/ 5 w 8"/>
                <a:gd name="T11" fmla="*/ 10 h 14"/>
                <a:gd name="T12" fmla="*/ 5 w 8"/>
                <a:gd name="T13" fmla="*/ 10 h 14"/>
                <a:gd name="T14" fmla="*/ 5 w 8"/>
                <a:gd name="T15" fmla="*/ 8 h 14"/>
                <a:gd name="T16" fmla="*/ 4 w 8"/>
                <a:gd name="T17" fmla="*/ 8 h 14"/>
                <a:gd name="T18" fmla="*/ 4 w 8"/>
                <a:gd name="T19" fmla="*/ 8 h 14"/>
                <a:gd name="T20" fmla="*/ 1 w 8"/>
                <a:gd name="T21" fmla="*/ 7 h 14"/>
                <a:gd name="T22" fmla="*/ 0 w 8"/>
                <a:gd name="T23" fmla="*/ 4 h 14"/>
                <a:gd name="T24" fmla="*/ 0 w 8"/>
                <a:gd name="T25" fmla="*/ 4 h 14"/>
                <a:gd name="T26" fmla="*/ 1 w 8"/>
                <a:gd name="T27" fmla="*/ 2 h 14"/>
                <a:gd name="T28" fmla="*/ 4 w 8"/>
                <a:gd name="T29" fmla="*/ 0 h 14"/>
                <a:gd name="T30" fmla="*/ 4 w 8"/>
                <a:gd name="T31" fmla="*/ 0 h 14"/>
                <a:gd name="T32" fmla="*/ 8 w 8"/>
                <a:gd name="T33" fmla="*/ 2 h 14"/>
                <a:gd name="T34" fmla="*/ 6 w 8"/>
                <a:gd name="T35" fmla="*/ 3 h 14"/>
                <a:gd name="T36" fmla="*/ 6 w 8"/>
                <a:gd name="T37" fmla="*/ 3 h 14"/>
                <a:gd name="T38" fmla="*/ 4 w 8"/>
                <a:gd name="T39" fmla="*/ 2 h 14"/>
                <a:gd name="T40" fmla="*/ 4 w 8"/>
                <a:gd name="T41" fmla="*/ 2 h 14"/>
                <a:gd name="T42" fmla="*/ 2 w 8"/>
                <a:gd name="T43" fmla="*/ 3 h 14"/>
                <a:gd name="T44" fmla="*/ 2 w 8"/>
                <a:gd name="T45" fmla="*/ 4 h 14"/>
                <a:gd name="T46" fmla="*/ 2 w 8"/>
                <a:gd name="T47" fmla="*/ 4 h 14"/>
                <a:gd name="T48" fmla="*/ 2 w 8"/>
                <a:gd name="T49" fmla="*/ 6 h 14"/>
                <a:gd name="T50" fmla="*/ 4 w 8"/>
                <a:gd name="T51" fmla="*/ 6 h 14"/>
                <a:gd name="T52" fmla="*/ 4 w 8"/>
                <a:gd name="T53" fmla="*/ 6 h 14"/>
                <a:gd name="T54" fmla="*/ 6 w 8"/>
                <a:gd name="T55" fmla="*/ 8 h 14"/>
                <a:gd name="T56" fmla="*/ 8 w 8"/>
                <a:gd name="T57" fmla="*/ 10 h 14"/>
                <a:gd name="T58" fmla="*/ 8 w 8"/>
                <a:gd name="T59" fmla="*/ 10 h 14"/>
                <a:gd name="T60" fmla="*/ 6 w 8"/>
                <a:gd name="T61" fmla="*/ 12 h 14"/>
                <a:gd name="T62" fmla="*/ 2 w 8"/>
                <a:gd name="T63" fmla="*/ 14 h 14"/>
                <a:gd name="T64" fmla="*/ 2 w 8"/>
                <a:gd name="T65" fmla="*/ 14 h 14"/>
                <a:gd name="T66" fmla="*/ 0 w 8"/>
                <a:gd name="T67" fmla="*/ 14 h 14"/>
                <a:gd name="T68" fmla="*/ 0 w 8"/>
                <a:gd name="T6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" h="14">
                  <a:moveTo>
                    <a:pt x="0" y="11"/>
                  </a:moveTo>
                  <a:lnTo>
                    <a:pt x="0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1" y="7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6" name="Freeform 2185"/>
            <p:cNvSpPr>
              <a:spLocks noEditPoints="1"/>
            </p:cNvSpPr>
            <p:nvPr/>
          </p:nvSpPr>
          <p:spPr bwMode="auto">
            <a:xfrm>
              <a:off x="4152" y="2928"/>
              <a:ext cx="9" cy="14"/>
            </a:xfrm>
            <a:custGeom>
              <a:avLst/>
              <a:gdLst>
                <a:gd name="T0" fmla="*/ 8 w 9"/>
                <a:gd name="T1" fmla="*/ 14 h 14"/>
                <a:gd name="T2" fmla="*/ 8 w 9"/>
                <a:gd name="T3" fmla="*/ 12 h 14"/>
                <a:gd name="T4" fmla="*/ 8 w 9"/>
                <a:gd name="T5" fmla="*/ 12 h 14"/>
                <a:gd name="T6" fmla="*/ 8 w 9"/>
                <a:gd name="T7" fmla="*/ 12 h 14"/>
                <a:gd name="T8" fmla="*/ 5 w 9"/>
                <a:gd name="T9" fmla="*/ 14 h 14"/>
                <a:gd name="T10" fmla="*/ 4 w 9"/>
                <a:gd name="T11" fmla="*/ 14 h 14"/>
                <a:gd name="T12" fmla="*/ 4 w 9"/>
                <a:gd name="T13" fmla="*/ 14 h 14"/>
                <a:gd name="T14" fmla="*/ 0 w 9"/>
                <a:gd name="T15" fmla="*/ 12 h 14"/>
                <a:gd name="T16" fmla="*/ 0 w 9"/>
                <a:gd name="T17" fmla="*/ 10 h 14"/>
                <a:gd name="T18" fmla="*/ 0 w 9"/>
                <a:gd name="T19" fmla="*/ 10 h 14"/>
                <a:gd name="T20" fmla="*/ 0 w 9"/>
                <a:gd name="T21" fmla="*/ 8 h 14"/>
                <a:gd name="T22" fmla="*/ 1 w 9"/>
                <a:gd name="T23" fmla="*/ 7 h 14"/>
                <a:gd name="T24" fmla="*/ 7 w 9"/>
                <a:gd name="T25" fmla="*/ 6 h 14"/>
                <a:gd name="T26" fmla="*/ 7 w 9"/>
                <a:gd name="T27" fmla="*/ 6 h 14"/>
                <a:gd name="T28" fmla="*/ 7 w 9"/>
                <a:gd name="T29" fmla="*/ 6 h 14"/>
                <a:gd name="T30" fmla="*/ 7 w 9"/>
                <a:gd name="T31" fmla="*/ 3 h 14"/>
                <a:gd name="T32" fmla="*/ 4 w 9"/>
                <a:gd name="T33" fmla="*/ 2 h 14"/>
                <a:gd name="T34" fmla="*/ 4 w 9"/>
                <a:gd name="T35" fmla="*/ 2 h 14"/>
                <a:gd name="T36" fmla="*/ 1 w 9"/>
                <a:gd name="T37" fmla="*/ 3 h 14"/>
                <a:gd name="T38" fmla="*/ 0 w 9"/>
                <a:gd name="T39" fmla="*/ 2 h 14"/>
                <a:gd name="T40" fmla="*/ 0 w 9"/>
                <a:gd name="T41" fmla="*/ 2 h 14"/>
                <a:gd name="T42" fmla="*/ 4 w 9"/>
                <a:gd name="T43" fmla="*/ 0 h 14"/>
                <a:gd name="T44" fmla="*/ 4 w 9"/>
                <a:gd name="T45" fmla="*/ 0 h 14"/>
                <a:gd name="T46" fmla="*/ 7 w 9"/>
                <a:gd name="T47" fmla="*/ 2 h 14"/>
                <a:gd name="T48" fmla="*/ 8 w 9"/>
                <a:gd name="T49" fmla="*/ 2 h 14"/>
                <a:gd name="T50" fmla="*/ 9 w 9"/>
                <a:gd name="T51" fmla="*/ 6 h 14"/>
                <a:gd name="T52" fmla="*/ 9 w 9"/>
                <a:gd name="T53" fmla="*/ 11 h 14"/>
                <a:gd name="T54" fmla="*/ 9 w 9"/>
                <a:gd name="T55" fmla="*/ 11 h 14"/>
                <a:gd name="T56" fmla="*/ 9 w 9"/>
                <a:gd name="T57" fmla="*/ 14 h 14"/>
                <a:gd name="T58" fmla="*/ 8 w 9"/>
                <a:gd name="T59" fmla="*/ 14 h 14"/>
                <a:gd name="T60" fmla="*/ 7 w 9"/>
                <a:gd name="T61" fmla="*/ 7 h 14"/>
                <a:gd name="T62" fmla="*/ 7 w 9"/>
                <a:gd name="T63" fmla="*/ 7 h 14"/>
                <a:gd name="T64" fmla="*/ 4 w 9"/>
                <a:gd name="T65" fmla="*/ 7 h 14"/>
                <a:gd name="T66" fmla="*/ 3 w 9"/>
                <a:gd name="T67" fmla="*/ 8 h 14"/>
                <a:gd name="T68" fmla="*/ 1 w 9"/>
                <a:gd name="T69" fmla="*/ 10 h 14"/>
                <a:gd name="T70" fmla="*/ 1 w 9"/>
                <a:gd name="T71" fmla="*/ 10 h 14"/>
                <a:gd name="T72" fmla="*/ 3 w 9"/>
                <a:gd name="T73" fmla="*/ 11 h 14"/>
                <a:gd name="T74" fmla="*/ 4 w 9"/>
                <a:gd name="T75" fmla="*/ 12 h 14"/>
                <a:gd name="T76" fmla="*/ 4 w 9"/>
                <a:gd name="T77" fmla="*/ 12 h 14"/>
                <a:gd name="T78" fmla="*/ 7 w 9"/>
                <a:gd name="T79" fmla="*/ 11 h 14"/>
                <a:gd name="T80" fmla="*/ 7 w 9"/>
                <a:gd name="T81" fmla="*/ 10 h 14"/>
                <a:gd name="T82" fmla="*/ 7 w 9"/>
                <a:gd name="T83" fmla="*/ 10 h 14"/>
                <a:gd name="T84" fmla="*/ 7 w 9"/>
                <a:gd name="T8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" h="14">
                  <a:moveTo>
                    <a:pt x="8" y="14"/>
                  </a:move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5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3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4"/>
                  </a:lnTo>
                  <a:lnTo>
                    <a:pt x="8" y="14"/>
                  </a:lnTo>
                  <a:close/>
                  <a:moveTo>
                    <a:pt x="7" y="7"/>
                  </a:moveTo>
                  <a:lnTo>
                    <a:pt x="7" y="7"/>
                  </a:lnTo>
                  <a:lnTo>
                    <a:pt x="4" y="7"/>
                  </a:lnTo>
                  <a:lnTo>
                    <a:pt x="3" y="8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3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7" name="Freeform 2186"/>
            <p:cNvSpPr>
              <a:spLocks/>
            </p:cNvSpPr>
            <p:nvPr/>
          </p:nvSpPr>
          <p:spPr bwMode="auto">
            <a:xfrm>
              <a:off x="4165" y="2928"/>
              <a:ext cx="11" cy="14"/>
            </a:xfrm>
            <a:custGeom>
              <a:avLst/>
              <a:gdLst>
                <a:gd name="T0" fmla="*/ 11 w 11"/>
                <a:gd name="T1" fmla="*/ 10 h 14"/>
                <a:gd name="T2" fmla="*/ 11 w 11"/>
                <a:gd name="T3" fmla="*/ 10 h 14"/>
                <a:gd name="T4" fmla="*/ 11 w 11"/>
                <a:gd name="T5" fmla="*/ 14 h 14"/>
                <a:gd name="T6" fmla="*/ 8 w 11"/>
                <a:gd name="T7" fmla="*/ 14 h 14"/>
                <a:gd name="T8" fmla="*/ 8 w 11"/>
                <a:gd name="T9" fmla="*/ 11 h 14"/>
                <a:gd name="T10" fmla="*/ 8 w 11"/>
                <a:gd name="T11" fmla="*/ 11 h 14"/>
                <a:gd name="T12" fmla="*/ 8 w 11"/>
                <a:gd name="T13" fmla="*/ 11 h 14"/>
                <a:gd name="T14" fmla="*/ 7 w 11"/>
                <a:gd name="T15" fmla="*/ 14 h 14"/>
                <a:gd name="T16" fmla="*/ 4 w 11"/>
                <a:gd name="T17" fmla="*/ 14 h 14"/>
                <a:gd name="T18" fmla="*/ 4 w 11"/>
                <a:gd name="T19" fmla="*/ 14 h 14"/>
                <a:gd name="T20" fmla="*/ 2 w 11"/>
                <a:gd name="T21" fmla="*/ 12 h 14"/>
                <a:gd name="T22" fmla="*/ 0 w 11"/>
                <a:gd name="T23" fmla="*/ 11 h 14"/>
                <a:gd name="T24" fmla="*/ 0 w 11"/>
                <a:gd name="T25" fmla="*/ 8 h 14"/>
                <a:gd name="T26" fmla="*/ 0 w 11"/>
                <a:gd name="T27" fmla="*/ 0 h 14"/>
                <a:gd name="T28" fmla="*/ 3 w 11"/>
                <a:gd name="T29" fmla="*/ 0 h 14"/>
                <a:gd name="T30" fmla="*/ 3 w 11"/>
                <a:gd name="T31" fmla="*/ 8 h 14"/>
                <a:gd name="T32" fmla="*/ 3 w 11"/>
                <a:gd name="T33" fmla="*/ 8 h 14"/>
                <a:gd name="T34" fmla="*/ 3 w 11"/>
                <a:gd name="T35" fmla="*/ 11 h 14"/>
                <a:gd name="T36" fmla="*/ 6 w 11"/>
                <a:gd name="T37" fmla="*/ 12 h 14"/>
                <a:gd name="T38" fmla="*/ 6 w 11"/>
                <a:gd name="T39" fmla="*/ 12 h 14"/>
                <a:gd name="T40" fmla="*/ 7 w 11"/>
                <a:gd name="T41" fmla="*/ 11 h 14"/>
                <a:gd name="T42" fmla="*/ 8 w 11"/>
                <a:gd name="T43" fmla="*/ 10 h 14"/>
                <a:gd name="T44" fmla="*/ 8 w 11"/>
                <a:gd name="T45" fmla="*/ 8 h 14"/>
                <a:gd name="T46" fmla="*/ 8 w 11"/>
                <a:gd name="T47" fmla="*/ 0 h 14"/>
                <a:gd name="T48" fmla="*/ 11 w 11"/>
                <a:gd name="T49" fmla="*/ 0 h 14"/>
                <a:gd name="T50" fmla="*/ 11 w 11"/>
                <a:gd name="T5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4">
                  <a:moveTo>
                    <a:pt x="11" y="10"/>
                  </a:moveTo>
                  <a:lnTo>
                    <a:pt x="11" y="10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8" name="Freeform 2187"/>
            <p:cNvSpPr>
              <a:spLocks/>
            </p:cNvSpPr>
            <p:nvPr/>
          </p:nvSpPr>
          <p:spPr bwMode="auto">
            <a:xfrm>
              <a:off x="4179" y="2928"/>
              <a:ext cx="11" cy="14"/>
            </a:xfrm>
            <a:custGeom>
              <a:avLst/>
              <a:gdLst>
                <a:gd name="T0" fmla="*/ 11 w 11"/>
                <a:gd name="T1" fmla="*/ 14 h 14"/>
                <a:gd name="T2" fmla="*/ 11 w 11"/>
                <a:gd name="T3" fmla="*/ 14 h 14"/>
                <a:gd name="T4" fmla="*/ 7 w 11"/>
                <a:gd name="T5" fmla="*/ 14 h 14"/>
                <a:gd name="T6" fmla="*/ 7 w 11"/>
                <a:gd name="T7" fmla="*/ 14 h 14"/>
                <a:gd name="T8" fmla="*/ 4 w 11"/>
                <a:gd name="T9" fmla="*/ 14 h 14"/>
                <a:gd name="T10" fmla="*/ 1 w 11"/>
                <a:gd name="T11" fmla="*/ 12 h 14"/>
                <a:gd name="T12" fmla="*/ 0 w 11"/>
                <a:gd name="T13" fmla="*/ 10 h 14"/>
                <a:gd name="T14" fmla="*/ 0 w 11"/>
                <a:gd name="T15" fmla="*/ 7 h 14"/>
                <a:gd name="T16" fmla="*/ 0 w 11"/>
                <a:gd name="T17" fmla="*/ 7 h 14"/>
                <a:gd name="T18" fmla="*/ 1 w 11"/>
                <a:gd name="T19" fmla="*/ 4 h 14"/>
                <a:gd name="T20" fmla="*/ 3 w 11"/>
                <a:gd name="T21" fmla="*/ 3 h 14"/>
                <a:gd name="T22" fmla="*/ 4 w 11"/>
                <a:gd name="T23" fmla="*/ 2 h 14"/>
                <a:gd name="T24" fmla="*/ 7 w 11"/>
                <a:gd name="T25" fmla="*/ 0 h 14"/>
                <a:gd name="T26" fmla="*/ 7 w 11"/>
                <a:gd name="T27" fmla="*/ 0 h 14"/>
                <a:gd name="T28" fmla="*/ 11 w 11"/>
                <a:gd name="T29" fmla="*/ 2 h 14"/>
                <a:gd name="T30" fmla="*/ 9 w 11"/>
                <a:gd name="T31" fmla="*/ 3 h 14"/>
                <a:gd name="T32" fmla="*/ 9 w 11"/>
                <a:gd name="T33" fmla="*/ 3 h 14"/>
                <a:gd name="T34" fmla="*/ 7 w 11"/>
                <a:gd name="T35" fmla="*/ 3 h 14"/>
                <a:gd name="T36" fmla="*/ 7 w 11"/>
                <a:gd name="T37" fmla="*/ 3 h 14"/>
                <a:gd name="T38" fmla="*/ 5 w 11"/>
                <a:gd name="T39" fmla="*/ 3 h 14"/>
                <a:gd name="T40" fmla="*/ 4 w 11"/>
                <a:gd name="T41" fmla="*/ 4 h 14"/>
                <a:gd name="T42" fmla="*/ 3 w 11"/>
                <a:gd name="T43" fmla="*/ 7 h 14"/>
                <a:gd name="T44" fmla="*/ 3 w 11"/>
                <a:gd name="T45" fmla="*/ 7 h 14"/>
                <a:gd name="T46" fmla="*/ 4 w 11"/>
                <a:gd name="T47" fmla="*/ 11 h 14"/>
                <a:gd name="T48" fmla="*/ 7 w 11"/>
                <a:gd name="T49" fmla="*/ 12 h 14"/>
                <a:gd name="T50" fmla="*/ 7 w 11"/>
                <a:gd name="T51" fmla="*/ 12 h 14"/>
                <a:gd name="T52" fmla="*/ 9 w 11"/>
                <a:gd name="T53" fmla="*/ 11 h 14"/>
                <a:gd name="T54" fmla="*/ 11 w 11"/>
                <a:gd name="T5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lnTo>
                    <a:pt x="11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11" y="2"/>
                  </a:lnTo>
                  <a:lnTo>
                    <a:pt x="9" y="3"/>
                  </a:lnTo>
                  <a:lnTo>
                    <a:pt x="9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9" y="11"/>
                  </a:lnTo>
                  <a:lnTo>
                    <a:pt x="11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9" name="Freeform 2188"/>
            <p:cNvSpPr>
              <a:spLocks/>
            </p:cNvSpPr>
            <p:nvPr/>
          </p:nvSpPr>
          <p:spPr bwMode="auto">
            <a:xfrm>
              <a:off x="4191" y="2925"/>
              <a:ext cx="8" cy="17"/>
            </a:xfrm>
            <a:custGeom>
              <a:avLst/>
              <a:gdLst>
                <a:gd name="T0" fmla="*/ 4 w 8"/>
                <a:gd name="T1" fmla="*/ 0 h 17"/>
                <a:gd name="T2" fmla="*/ 4 w 8"/>
                <a:gd name="T3" fmla="*/ 3 h 17"/>
                <a:gd name="T4" fmla="*/ 8 w 8"/>
                <a:gd name="T5" fmla="*/ 3 h 17"/>
                <a:gd name="T6" fmla="*/ 8 w 8"/>
                <a:gd name="T7" fmla="*/ 6 h 17"/>
                <a:gd name="T8" fmla="*/ 4 w 8"/>
                <a:gd name="T9" fmla="*/ 6 h 17"/>
                <a:gd name="T10" fmla="*/ 4 w 8"/>
                <a:gd name="T11" fmla="*/ 13 h 17"/>
                <a:gd name="T12" fmla="*/ 4 w 8"/>
                <a:gd name="T13" fmla="*/ 13 h 17"/>
                <a:gd name="T14" fmla="*/ 4 w 8"/>
                <a:gd name="T15" fmla="*/ 14 h 17"/>
                <a:gd name="T16" fmla="*/ 5 w 8"/>
                <a:gd name="T17" fmla="*/ 15 h 17"/>
                <a:gd name="T18" fmla="*/ 5 w 8"/>
                <a:gd name="T19" fmla="*/ 15 h 17"/>
                <a:gd name="T20" fmla="*/ 7 w 8"/>
                <a:gd name="T21" fmla="*/ 15 h 17"/>
                <a:gd name="T22" fmla="*/ 7 w 8"/>
                <a:gd name="T23" fmla="*/ 17 h 17"/>
                <a:gd name="T24" fmla="*/ 7 w 8"/>
                <a:gd name="T25" fmla="*/ 17 h 17"/>
                <a:gd name="T26" fmla="*/ 5 w 8"/>
                <a:gd name="T27" fmla="*/ 17 h 17"/>
                <a:gd name="T28" fmla="*/ 5 w 8"/>
                <a:gd name="T29" fmla="*/ 17 h 17"/>
                <a:gd name="T30" fmla="*/ 3 w 8"/>
                <a:gd name="T31" fmla="*/ 15 h 17"/>
                <a:gd name="T32" fmla="*/ 3 w 8"/>
                <a:gd name="T33" fmla="*/ 15 h 17"/>
                <a:gd name="T34" fmla="*/ 1 w 8"/>
                <a:gd name="T35" fmla="*/ 13 h 17"/>
                <a:gd name="T36" fmla="*/ 1 w 8"/>
                <a:gd name="T37" fmla="*/ 6 h 17"/>
                <a:gd name="T38" fmla="*/ 0 w 8"/>
                <a:gd name="T39" fmla="*/ 6 h 17"/>
                <a:gd name="T40" fmla="*/ 0 w 8"/>
                <a:gd name="T41" fmla="*/ 3 h 17"/>
                <a:gd name="T42" fmla="*/ 1 w 8"/>
                <a:gd name="T43" fmla="*/ 3 h 17"/>
                <a:gd name="T44" fmla="*/ 1 w 8"/>
                <a:gd name="T45" fmla="*/ 0 h 17"/>
                <a:gd name="T46" fmla="*/ 4 w 8"/>
                <a:gd name="T4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" h="17">
                  <a:moveTo>
                    <a:pt x="4" y="0"/>
                  </a:moveTo>
                  <a:lnTo>
                    <a:pt x="4" y="3"/>
                  </a:lnTo>
                  <a:lnTo>
                    <a:pt x="8" y="3"/>
                  </a:lnTo>
                  <a:lnTo>
                    <a:pt x="8" y="6"/>
                  </a:lnTo>
                  <a:lnTo>
                    <a:pt x="4" y="6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1" y="13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0" name="Freeform 2189"/>
            <p:cNvSpPr>
              <a:spLocks noEditPoints="1"/>
            </p:cNvSpPr>
            <p:nvPr/>
          </p:nvSpPr>
          <p:spPr bwMode="auto">
            <a:xfrm>
              <a:off x="4200" y="2928"/>
              <a:ext cx="13" cy="14"/>
            </a:xfrm>
            <a:custGeom>
              <a:avLst/>
              <a:gdLst>
                <a:gd name="T0" fmla="*/ 13 w 13"/>
                <a:gd name="T1" fmla="*/ 7 h 14"/>
                <a:gd name="T2" fmla="*/ 13 w 13"/>
                <a:gd name="T3" fmla="*/ 7 h 14"/>
                <a:gd name="T4" fmla="*/ 13 w 13"/>
                <a:gd name="T5" fmla="*/ 10 h 14"/>
                <a:gd name="T6" fmla="*/ 11 w 13"/>
                <a:gd name="T7" fmla="*/ 12 h 14"/>
                <a:gd name="T8" fmla="*/ 9 w 13"/>
                <a:gd name="T9" fmla="*/ 14 h 14"/>
                <a:gd name="T10" fmla="*/ 6 w 13"/>
                <a:gd name="T11" fmla="*/ 14 h 14"/>
                <a:gd name="T12" fmla="*/ 6 w 13"/>
                <a:gd name="T13" fmla="*/ 14 h 14"/>
                <a:gd name="T14" fmla="*/ 3 w 13"/>
                <a:gd name="T15" fmla="*/ 14 h 14"/>
                <a:gd name="T16" fmla="*/ 2 w 13"/>
                <a:gd name="T17" fmla="*/ 12 h 14"/>
                <a:gd name="T18" fmla="*/ 0 w 13"/>
                <a:gd name="T19" fmla="*/ 10 h 14"/>
                <a:gd name="T20" fmla="*/ 0 w 13"/>
                <a:gd name="T21" fmla="*/ 7 h 14"/>
                <a:gd name="T22" fmla="*/ 0 w 13"/>
                <a:gd name="T23" fmla="*/ 7 h 14"/>
                <a:gd name="T24" fmla="*/ 0 w 13"/>
                <a:gd name="T25" fmla="*/ 4 h 14"/>
                <a:gd name="T26" fmla="*/ 2 w 13"/>
                <a:gd name="T27" fmla="*/ 3 h 14"/>
                <a:gd name="T28" fmla="*/ 5 w 13"/>
                <a:gd name="T29" fmla="*/ 2 h 14"/>
                <a:gd name="T30" fmla="*/ 6 w 13"/>
                <a:gd name="T31" fmla="*/ 0 h 14"/>
                <a:gd name="T32" fmla="*/ 6 w 13"/>
                <a:gd name="T33" fmla="*/ 0 h 14"/>
                <a:gd name="T34" fmla="*/ 9 w 13"/>
                <a:gd name="T35" fmla="*/ 2 h 14"/>
                <a:gd name="T36" fmla="*/ 11 w 13"/>
                <a:gd name="T37" fmla="*/ 3 h 14"/>
                <a:gd name="T38" fmla="*/ 13 w 13"/>
                <a:gd name="T39" fmla="*/ 4 h 14"/>
                <a:gd name="T40" fmla="*/ 13 w 13"/>
                <a:gd name="T41" fmla="*/ 7 h 14"/>
                <a:gd name="T42" fmla="*/ 13 w 13"/>
                <a:gd name="T43" fmla="*/ 7 h 14"/>
                <a:gd name="T44" fmla="*/ 2 w 13"/>
                <a:gd name="T45" fmla="*/ 7 h 14"/>
                <a:gd name="T46" fmla="*/ 2 w 13"/>
                <a:gd name="T47" fmla="*/ 7 h 14"/>
                <a:gd name="T48" fmla="*/ 3 w 13"/>
                <a:gd name="T49" fmla="*/ 11 h 14"/>
                <a:gd name="T50" fmla="*/ 6 w 13"/>
                <a:gd name="T51" fmla="*/ 12 h 14"/>
                <a:gd name="T52" fmla="*/ 6 w 13"/>
                <a:gd name="T53" fmla="*/ 12 h 14"/>
                <a:gd name="T54" fmla="*/ 9 w 13"/>
                <a:gd name="T55" fmla="*/ 11 h 14"/>
                <a:gd name="T56" fmla="*/ 10 w 13"/>
                <a:gd name="T57" fmla="*/ 7 h 14"/>
                <a:gd name="T58" fmla="*/ 10 w 13"/>
                <a:gd name="T59" fmla="*/ 7 h 14"/>
                <a:gd name="T60" fmla="*/ 10 w 13"/>
                <a:gd name="T61" fmla="*/ 4 h 14"/>
                <a:gd name="T62" fmla="*/ 9 w 13"/>
                <a:gd name="T63" fmla="*/ 3 h 14"/>
                <a:gd name="T64" fmla="*/ 6 w 13"/>
                <a:gd name="T65" fmla="*/ 2 h 14"/>
                <a:gd name="T66" fmla="*/ 6 w 13"/>
                <a:gd name="T67" fmla="*/ 2 h 14"/>
                <a:gd name="T68" fmla="*/ 5 w 13"/>
                <a:gd name="T69" fmla="*/ 3 h 14"/>
                <a:gd name="T70" fmla="*/ 3 w 13"/>
                <a:gd name="T71" fmla="*/ 4 h 14"/>
                <a:gd name="T72" fmla="*/ 2 w 13"/>
                <a:gd name="T73" fmla="*/ 7 h 14"/>
                <a:gd name="T74" fmla="*/ 2 w 13"/>
                <a:gd name="T7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" h="14">
                  <a:moveTo>
                    <a:pt x="13" y="7"/>
                  </a:moveTo>
                  <a:lnTo>
                    <a:pt x="13" y="7"/>
                  </a:lnTo>
                  <a:lnTo>
                    <a:pt x="13" y="10"/>
                  </a:lnTo>
                  <a:lnTo>
                    <a:pt x="11" y="12"/>
                  </a:lnTo>
                  <a:lnTo>
                    <a:pt x="9" y="14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3" y="14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5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2"/>
                  </a:lnTo>
                  <a:lnTo>
                    <a:pt x="11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3" y="7"/>
                  </a:lnTo>
                  <a:close/>
                  <a:moveTo>
                    <a:pt x="2" y="7"/>
                  </a:moveTo>
                  <a:lnTo>
                    <a:pt x="2" y="7"/>
                  </a:lnTo>
                  <a:lnTo>
                    <a:pt x="3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9" y="11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4"/>
                  </a:lnTo>
                  <a:lnTo>
                    <a:pt x="9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3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1" name="Freeform 2190"/>
            <p:cNvSpPr>
              <a:spLocks/>
            </p:cNvSpPr>
            <p:nvPr/>
          </p:nvSpPr>
          <p:spPr bwMode="auto">
            <a:xfrm>
              <a:off x="4215" y="2928"/>
              <a:ext cx="7" cy="14"/>
            </a:xfrm>
            <a:custGeom>
              <a:avLst/>
              <a:gdLst>
                <a:gd name="T0" fmla="*/ 0 w 7"/>
                <a:gd name="T1" fmla="*/ 4 h 14"/>
                <a:gd name="T2" fmla="*/ 0 w 7"/>
                <a:gd name="T3" fmla="*/ 4 h 14"/>
                <a:gd name="T4" fmla="*/ 0 w 7"/>
                <a:gd name="T5" fmla="*/ 0 h 14"/>
                <a:gd name="T6" fmla="*/ 3 w 7"/>
                <a:gd name="T7" fmla="*/ 0 h 14"/>
                <a:gd name="T8" fmla="*/ 3 w 7"/>
                <a:gd name="T9" fmla="*/ 3 h 14"/>
                <a:gd name="T10" fmla="*/ 3 w 7"/>
                <a:gd name="T11" fmla="*/ 3 h 14"/>
                <a:gd name="T12" fmla="*/ 3 w 7"/>
                <a:gd name="T13" fmla="*/ 3 h 14"/>
                <a:gd name="T14" fmla="*/ 4 w 7"/>
                <a:gd name="T15" fmla="*/ 2 h 14"/>
                <a:gd name="T16" fmla="*/ 6 w 7"/>
                <a:gd name="T17" fmla="*/ 0 h 14"/>
                <a:gd name="T18" fmla="*/ 7 w 7"/>
                <a:gd name="T19" fmla="*/ 0 h 14"/>
                <a:gd name="T20" fmla="*/ 7 w 7"/>
                <a:gd name="T21" fmla="*/ 3 h 14"/>
                <a:gd name="T22" fmla="*/ 6 w 7"/>
                <a:gd name="T23" fmla="*/ 3 h 14"/>
                <a:gd name="T24" fmla="*/ 6 w 7"/>
                <a:gd name="T25" fmla="*/ 3 h 14"/>
                <a:gd name="T26" fmla="*/ 4 w 7"/>
                <a:gd name="T27" fmla="*/ 3 h 14"/>
                <a:gd name="T28" fmla="*/ 3 w 7"/>
                <a:gd name="T29" fmla="*/ 6 h 14"/>
                <a:gd name="T30" fmla="*/ 3 w 7"/>
                <a:gd name="T31" fmla="*/ 7 h 14"/>
                <a:gd name="T32" fmla="*/ 3 w 7"/>
                <a:gd name="T33" fmla="*/ 14 h 14"/>
                <a:gd name="T34" fmla="*/ 0 w 7"/>
                <a:gd name="T35" fmla="*/ 14 h 14"/>
                <a:gd name="T36" fmla="*/ 0 w 7"/>
                <a:gd name="T3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" h="14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4" y="3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14"/>
                  </a:lnTo>
                  <a:lnTo>
                    <a:pt x="0" y="1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2" name="Freeform 2191"/>
            <p:cNvSpPr>
              <a:spLocks/>
            </p:cNvSpPr>
            <p:nvPr/>
          </p:nvSpPr>
          <p:spPr bwMode="auto">
            <a:xfrm>
              <a:off x="4222" y="2938"/>
              <a:ext cx="4" cy="6"/>
            </a:xfrm>
            <a:custGeom>
              <a:avLst/>
              <a:gdLst>
                <a:gd name="T0" fmla="*/ 0 w 4"/>
                <a:gd name="T1" fmla="*/ 6 h 6"/>
                <a:gd name="T2" fmla="*/ 0 w 4"/>
                <a:gd name="T3" fmla="*/ 6 h 6"/>
                <a:gd name="T4" fmla="*/ 1 w 4"/>
                <a:gd name="T5" fmla="*/ 1 h 6"/>
                <a:gd name="T6" fmla="*/ 4 w 4"/>
                <a:gd name="T7" fmla="*/ 0 h 6"/>
                <a:gd name="T8" fmla="*/ 4 w 4"/>
                <a:gd name="T9" fmla="*/ 0 h 6"/>
                <a:gd name="T10" fmla="*/ 1 w 4"/>
                <a:gd name="T11" fmla="*/ 6 h 6"/>
                <a:gd name="T12" fmla="*/ 0 w 4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lnTo>
                    <a:pt x="0" y="6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3" name="Freeform 2192"/>
            <p:cNvSpPr>
              <a:spLocks/>
            </p:cNvSpPr>
            <p:nvPr/>
          </p:nvSpPr>
          <p:spPr bwMode="auto">
            <a:xfrm>
              <a:off x="4234" y="2928"/>
              <a:ext cx="11" cy="14"/>
            </a:xfrm>
            <a:custGeom>
              <a:avLst/>
              <a:gdLst>
                <a:gd name="T0" fmla="*/ 11 w 11"/>
                <a:gd name="T1" fmla="*/ 10 h 14"/>
                <a:gd name="T2" fmla="*/ 11 w 11"/>
                <a:gd name="T3" fmla="*/ 10 h 14"/>
                <a:gd name="T4" fmla="*/ 11 w 11"/>
                <a:gd name="T5" fmla="*/ 14 h 14"/>
                <a:gd name="T6" fmla="*/ 10 w 11"/>
                <a:gd name="T7" fmla="*/ 14 h 14"/>
                <a:gd name="T8" fmla="*/ 8 w 11"/>
                <a:gd name="T9" fmla="*/ 11 h 14"/>
                <a:gd name="T10" fmla="*/ 8 w 11"/>
                <a:gd name="T11" fmla="*/ 11 h 14"/>
                <a:gd name="T12" fmla="*/ 8 w 11"/>
                <a:gd name="T13" fmla="*/ 11 h 14"/>
                <a:gd name="T14" fmla="*/ 7 w 11"/>
                <a:gd name="T15" fmla="*/ 14 h 14"/>
                <a:gd name="T16" fmla="*/ 4 w 11"/>
                <a:gd name="T17" fmla="*/ 14 h 14"/>
                <a:gd name="T18" fmla="*/ 4 w 11"/>
                <a:gd name="T19" fmla="*/ 14 h 14"/>
                <a:gd name="T20" fmla="*/ 2 w 11"/>
                <a:gd name="T21" fmla="*/ 12 h 14"/>
                <a:gd name="T22" fmla="*/ 0 w 11"/>
                <a:gd name="T23" fmla="*/ 11 h 14"/>
                <a:gd name="T24" fmla="*/ 0 w 11"/>
                <a:gd name="T25" fmla="*/ 8 h 14"/>
                <a:gd name="T26" fmla="*/ 0 w 11"/>
                <a:gd name="T27" fmla="*/ 0 h 14"/>
                <a:gd name="T28" fmla="*/ 3 w 11"/>
                <a:gd name="T29" fmla="*/ 0 h 14"/>
                <a:gd name="T30" fmla="*/ 3 w 11"/>
                <a:gd name="T31" fmla="*/ 8 h 14"/>
                <a:gd name="T32" fmla="*/ 3 w 11"/>
                <a:gd name="T33" fmla="*/ 8 h 14"/>
                <a:gd name="T34" fmla="*/ 3 w 11"/>
                <a:gd name="T35" fmla="*/ 11 h 14"/>
                <a:gd name="T36" fmla="*/ 6 w 11"/>
                <a:gd name="T37" fmla="*/ 12 h 14"/>
                <a:gd name="T38" fmla="*/ 6 w 11"/>
                <a:gd name="T39" fmla="*/ 12 h 14"/>
                <a:gd name="T40" fmla="*/ 7 w 11"/>
                <a:gd name="T41" fmla="*/ 11 h 14"/>
                <a:gd name="T42" fmla="*/ 8 w 11"/>
                <a:gd name="T43" fmla="*/ 10 h 14"/>
                <a:gd name="T44" fmla="*/ 8 w 11"/>
                <a:gd name="T45" fmla="*/ 8 h 14"/>
                <a:gd name="T46" fmla="*/ 8 w 11"/>
                <a:gd name="T47" fmla="*/ 0 h 14"/>
                <a:gd name="T48" fmla="*/ 11 w 11"/>
                <a:gd name="T49" fmla="*/ 0 h 14"/>
                <a:gd name="T50" fmla="*/ 11 w 11"/>
                <a:gd name="T5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4">
                  <a:moveTo>
                    <a:pt x="11" y="10"/>
                  </a:moveTo>
                  <a:lnTo>
                    <a:pt x="11" y="10"/>
                  </a:lnTo>
                  <a:lnTo>
                    <a:pt x="11" y="14"/>
                  </a:lnTo>
                  <a:lnTo>
                    <a:pt x="10" y="14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4" name="Rectangle 2193"/>
            <p:cNvSpPr>
              <a:spLocks noChangeArrowheads="1"/>
            </p:cNvSpPr>
            <p:nvPr/>
          </p:nvSpPr>
          <p:spPr bwMode="auto">
            <a:xfrm>
              <a:off x="4249" y="2923"/>
              <a:ext cx="3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5" name="Freeform 2194"/>
            <p:cNvSpPr>
              <a:spLocks/>
            </p:cNvSpPr>
            <p:nvPr/>
          </p:nvSpPr>
          <p:spPr bwMode="auto">
            <a:xfrm>
              <a:off x="4253" y="2925"/>
              <a:ext cx="8" cy="17"/>
            </a:xfrm>
            <a:custGeom>
              <a:avLst/>
              <a:gdLst>
                <a:gd name="T0" fmla="*/ 6 w 8"/>
                <a:gd name="T1" fmla="*/ 0 h 17"/>
                <a:gd name="T2" fmla="*/ 6 w 8"/>
                <a:gd name="T3" fmla="*/ 3 h 17"/>
                <a:gd name="T4" fmla="*/ 8 w 8"/>
                <a:gd name="T5" fmla="*/ 3 h 17"/>
                <a:gd name="T6" fmla="*/ 8 w 8"/>
                <a:gd name="T7" fmla="*/ 6 h 17"/>
                <a:gd name="T8" fmla="*/ 6 w 8"/>
                <a:gd name="T9" fmla="*/ 6 h 17"/>
                <a:gd name="T10" fmla="*/ 6 w 8"/>
                <a:gd name="T11" fmla="*/ 13 h 17"/>
                <a:gd name="T12" fmla="*/ 6 w 8"/>
                <a:gd name="T13" fmla="*/ 13 h 17"/>
                <a:gd name="T14" fmla="*/ 6 w 8"/>
                <a:gd name="T15" fmla="*/ 14 h 17"/>
                <a:gd name="T16" fmla="*/ 7 w 8"/>
                <a:gd name="T17" fmla="*/ 15 h 17"/>
                <a:gd name="T18" fmla="*/ 7 w 8"/>
                <a:gd name="T19" fmla="*/ 15 h 17"/>
                <a:gd name="T20" fmla="*/ 8 w 8"/>
                <a:gd name="T21" fmla="*/ 15 h 17"/>
                <a:gd name="T22" fmla="*/ 8 w 8"/>
                <a:gd name="T23" fmla="*/ 17 h 17"/>
                <a:gd name="T24" fmla="*/ 8 w 8"/>
                <a:gd name="T25" fmla="*/ 17 h 17"/>
                <a:gd name="T26" fmla="*/ 6 w 8"/>
                <a:gd name="T27" fmla="*/ 17 h 17"/>
                <a:gd name="T28" fmla="*/ 6 w 8"/>
                <a:gd name="T29" fmla="*/ 17 h 17"/>
                <a:gd name="T30" fmla="*/ 4 w 8"/>
                <a:gd name="T31" fmla="*/ 15 h 17"/>
                <a:gd name="T32" fmla="*/ 4 w 8"/>
                <a:gd name="T33" fmla="*/ 15 h 17"/>
                <a:gd name="T34" fmla="*/ 3 w 8"/>
                <a:gd name="T35" fmla="*/ 13 h 17"/>
                <a:gd name="T36" fmla="*/ 3 w 8"/>
                <a:gd name="T37" fmla="*/ 6 h 17"/>
                <a:gd name="T38" fmla="*/ 0 w 8"/>
                <a:gd name="T39" fmla="*/ 6 h 17"/>
                <a:gd name="T40" fmla="*/ 0 w 8"/>
                <a:gd name="T41" fmla="*/ 3 h 17"/>
                <a:gd name="T42" fmla="*/ 3 w 8"/>
                <a:gd name="T43" fmla="*/ 3 h 17"/>
                <a:gd name="T44" fmla="*/ 3 w 8"/>
                <a:gd name="T45" fmla="*/ 0 h 17"/>
                <a:gd name="T46" fmla="*/ 6 w 8"/>
                <a:gd name="T4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" h="17">
                  <a:moveTo>
                    <a:pt x="6" y="0"/>
                  </a:moveTo>
                  <a:lnTo>
                    <a:pt x="6" y="3"/>
                  </a:lnTo>
                  <a:lnTo>
                    <a:pt x="8" y="3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8" y="17"/>
                  </a:lnTo>
                  <a:lnTo>
                    <a:pt x="8" y="17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3" y="1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6" name="Freeform 2195"/>
            <p:cNvSpPr>
              <a:spLocks/>
            </p:cNvSpPr>
            <p:nvPr/>
          </p:nvSpPr>
          <p:spPr bwMode="auto">
            <a:xfrm>
              <a:off x="4264" y="2928"/>
              <a:ext cx="7" cy="14"/>
            </a:xfrm>
            <a:custGeom>
              <a:avLst/>
              <a:gdLst>
                <a:gd name="T0" fmla="*/ 0 w 7"/>
                <a:gd name="T1" fmla="*/ 4 h 14"/>
                <a:gd name="T2" fmla="*/ 0 w 7"/>
                <a:gd name="T3" fmla="*/ 4 h 14"/>
                <a:gd name="T4" fmla="*/ 0 w 7"/>
                <a:gd name="T5" fmla="*/ 0 h 14"/>
                <a:gd name="T6" fmla="*/ 3 w 7"/>
                <a:gd name="T7" fmla="*/ 0 h 14"/>
                <a:gd name="T8" fmla="*/ 3 w 7"/>
                <a:gd name="T9" fmla="*/ 3 h 14"/>
                <a:gd name="T10" fmla="*/ 3 w 7"/>
                <a:gd name="T11" fmla="*/ 3 h 14"/>
                <a:gd name="T12" fmla="*/ 3 w 7"/>
                <a:gd name="T13" fmla="*/ 3 h 14"/>
                <a:gd name="T14" fmla="*/ 4 w 7"/>
                <a:gd name="T15" fmla="*/ 2 h 14"/>
                <a:gd name="T16" fmla="*/ 5 w 7"/>
                <a:gd name="T17" fmla="*/ 0 h 14"/>
                <a:gd name="T18" fmla="*/ 7 w 7"/>
                <a:gd name="T19" fmla="*/ 0 h 14"/>
                <a:gd name="T20" fmla="*/ 7 w 7"/>
                <a:gd name="T21" fmla="*/ 3 h 14"/>
                <a:gd name="T22" fmla="*/ 5 w 7"/>
                <a:gd name="T23" fmla="*/ 3 h 14"/>
                <a:gd name="T24" fmla="*/ 5 w 7"/>
                <a:gd name="T25" fmla="*/ 3 h 14"/>
                <a:gd name="T26" fmla="*/ 4 w 7"/>
                <a:gd name="T27" fmla="*/ 3 h 14"/>
                <a:gd name="T28" fmla="*/ 3 w 7"/>
                <a:gd name="T29" fmla="*/ 6 h 14"/>
                <a:gd name="T30" fmla="*/ 3 w 7"/>
                <a:gd name="T31" fmla="*/ 7 h 14"/>
                <a:gd name="T32" fmla="*/ 3 w 7"/>
                <a:gd name="T33" fmla="*/ 14 h 14"/>
                <a:gd name="T34" fmla="*/ 0 w 7"/>
                <a:gd name="T35" fmla="*/ 14 h 14"/>
                <a:gd name="T36" fmla="*/ 0 w 7"/>
                <a:gd name="T3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" h="14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0"/>
                  </a:lnTo>
                  <a:lnTo>
                    <a:pt x="7" y="0"/>
                  </a:lnTo>
                  <a:lnTo>
                    <a:pt x="7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14"/>
                  </a:lnTo>
                  <a:lnTo>
                    <a:pt x="0" y="1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7" name="Freeform 2196"/>
            <p:cNvSpPr>
              <a:spLocks noEditPoints="1"/>
            </p:cNvSpPr>
            <p:nvPr/>
          </p:nvSpPr>
          <p:spPr bwMode="auto">
            <a:xfrm>
              <a:off x="4272" y="2924"/>
              <a:ext cx="4" cy="18"/>
            </a:xfrm>
            <a:custGeom>
              <a:avLst/>
              <a:gdLst>
                <a:gd name="T0" fmla="*/ 4 w 4"/>
                <a:gd name="T1" fmla="*/ 1 h 18"/>
                <a:gd name="T2" fmla="*/ 4 w 4"/>
                <a:gd name="T3" fmla="*/ 1 h 18"/>
                <a:gd name="T4" fmla="*/ 3 w 4"/>
                <a:gd name="T5" fmla="*/ 1 h 18"/>
                <a:gd name="T6" fmla="*/ 1 w 4"/>
                <a:gd name="T7" fmla="*/ 3 h 18"/>
                <a:gd name="T8" fmla="*/ 1 w 4"/>
                <a:gd name="T9" fmla="*/ 3 h 18"/>
                <a:gd name="T10" fmla="*/ 1 w 4"/>
                <a:gd name="T11" fmla="*/ 1 h 18"/>
                <a:gd name="T12" fmla="*/ 0 w 4"/>
                <a:gd name="T13" fmla="*/ 1 h 18"/>
                <a:gd name="T14" fmla="*/ 0 w 4"/>
                <a:gd name="T15" fmla="*/ 1 h 18"/>
                <a:gd name="T16" fmla="*/ 1 w 4"/>
                <a:gd name="T17" fmla="*/ 0 h 18"/>
                <a:gd name="T18" fmla="*/ 3 w 4"/>
                <a:gd name="T19" fmla="*/ 0 h 18"/>
                <a:gd name="T20" fmla="*/ 3 w 4"/>
                <a:gd name="T21" fmla="*/ 0 h 18"/>
                <a:gd name="T22" fmla="*/ 3 w 4"/>
                <a:gd name="T23" fmla="*/ 0 h 18"/>
                <a:gd name="T24" fmla="*/ 4 w 4"/>
                <a:gd name="T25" fmla="*/ 1 h 18"/>
                <a:gd name="T26" fmla="*/ 4 w 4"/>
                <a:gd name="T27" fmla="*/ 1 h 18"/>
                <a:gd name="T28" fmla="*/ 1 w 4"/>
                <a:gd name="T29" fmla="*/ 18 h 18"/>
                <a:gd name="T30" fmla="*/ 1 w 4"/>
                <a:gd name="T31" fmla="*/ 4 h 18"/>
                <a:gd name="T32" fmla="*/ 3 w 4"/>
                <a:gd name="T33" fmla="*/ 4 h 18"/>
                <a:gd name="T34" fmla="*/ 3 w 4"/>
                <a:gd name="T35" fmla="*/ 18 h 18"/>
                <a:gd name="T36" fmla="*/ 1 w 4"/>
                <a:gd name="T3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" h="18">
                  <a:moveTo>
                    <a:pt x="4" y="1"/>
                  </a:moveTo>
                  <a:lnTo>
                    <a:pt x="4" y="1"/>
                  </a:lnTo>
                  <a:lnTo>
                    <a:pt x="3" y="1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1"/>
                  </a:lnTo>
                  <a:lnTo>
                    <a:pt x="4" y="1"/>
                  </a:lnTo>
                  <a:close/>
                  <a:moveTo>
                    <a:pt x="1" y="18"/>
                  </a:moveTo>
                  <a:lnTo>
                    <a:pt x="1" y="4"/>
                  </a:lnTo>
                  <a:lnTo>
                    <a:pt x="3" y="4"/>
                  </a:lnTo>
                  <a:lnTo>
                    <a:pt x="3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8" name="Freeform 2197"/>
            <p:cNvSpPr>
              <a:spLocks/>
            </p:cNvSpPr>
            <p:nvPr/>
          </p:nvSpPr>
          <p:spPr bwMode="auto">
            <a:xfrm>
              <a:off x="4279" y="2928"/>
              <a:ext cx="9" cy="14"/>
            </a:xfrm>
            <a:custGeom>
              <a:avLst/>
              <a:gdLst>
                <a:gd name="T0" fmla="*/ 9 w 9"/>
                <a:gd name="T1" fmla="*/ 14 h 14"/>
                <a:gd name="T2" fmla="*/ 9 w 9"/>
                <a:gd name="T3" fmla="*/ 14 h 14"/>
                <a:gd name="T4" fmla="*/ 5 w 9"/>
                <a:gd name="T5" fmla="*/ 14 h 14"/>
                <a:gd name="T6" fmla="*/ 5 w 9"/>
                <a:gd name="T7" fmla="*/ 14 h 14"/>
                <a:gd name="T8" fmla="*/ 2 w 9"/>
                <a:gd name="T9" fmla="*/ 14 h 14"/>
                <a:gd name="T10" fmla="*/ 1 w 9"/>
                <a:gd name="T11" fmla="*/ 12 h 14"/>
                <a:gd name="T12" fmla="*/ 0 w 9"/>
                <a:gd name="T13" fmla="*/ 10 h 14"/>
                <a:gd name="T14" fmla="*/ 0 w 9"/>
                <a:gd name="T15" fmla="*/ 7 h 14"/>
                <a:gd name="T16" fmla="*/ 0 w 9"/>
                <a:gd name="T17" fmla="*/ 7 h 14"/>
                <a:gd name="T18" fmla="*/ 0 w 9"/>
                <a:gd name="T19" fmla="*/ 4 h 14"/>
                <a:gd name="T20" fmla="*/ 1 w 9"/>
                <a:gd name="T21" fmla="*/ 3 h 14"/>
                <a:gd name="T22" fmla="*/ 4 w 9"/>
                <a:gd name="T23" fmla="*/ 2 h 14"/>
                <a:gd name="T24" fmla="*/ 7 w 9"/>
                <a:gd name="T25" fmla="*/ 0 h 14"/>
                <a:gd name="T26" fmla="*/ 7 w 9"/>
                <a:gd name="T27" fmla="*/ 0 h 14"/>
                <a:gd name="T28" fmla="*/ 9 w 9"/>
                <a:gd name="T29" fmla="*/ 2 h 14"/>
                <a:gd name="T30" fmla="*/ 9 w 9"/>
                <a:gd name="T31" fmla="*/ 3 h 14"/>
                <a:gd name="T32" fmla="*/ 9 w 9"/>
                <a:gd name="T33" fmla="*/ 3 h 14"/>
                <a:gd name="T34" fmla="*/ 7 w 9"/>
                <a:gd name="T35" fmla="*/ 3 h 14"/>
                <a:gd name="T36" fmla="*/ 7 w 9"/>
                <a:gd name="T37" fmla="*/ 3 h 14"/>
                <a:gd name="T38" fmla="*/ 4 w 9"/>
                <a:gd name="T39" fmla="*/ 3 h 14"/>
                <a:gd name="T40" fmla="*/ 2 w 9"/>
                <a:gd name="T41" fmla="*/ 4 h 14"/>
                <a:gd name="T42" fmla="*/ 1 w 9"/>
                <a:gd name="T43" fmla="*/ 7 h 14"/>
                <a:gd name="T44" fmla="*/ 1 w 9"/>
                <a:gd name="T45" fmla="*/ 7 h 14"/>
                <a:gd name="T46" fmla="*/ 2 w 9"/>
                <a:gd name="T47" fmla="*/ 11 h 14"/>
                <a:gd name="T48" fmla="*/ 7 w 9"/>
                <a:gd name="T49" fmla="*/ 12 h 14"/>
                <a:gd name="T50" fmla="*/ 7 w 9"/>
                <a:gd name="T51" fmla="*/ 12 h 14"/>
                <a:gd name="T52" fmla="*/ 9 w 9"/>
                <a:gd name="T53" fmla="*/ 11 h 14"/>
                <a:gd name="T54" fmla="*/ 9 w 9"/>
                <a:gd name="T5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" h="14">
                  <a:moveTo>
                    <a:pt x="9" y="14"/>
                  </a:moveTo>
                  <a:lnTo>
                    <a:pt x="9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2" y="14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2"/>
                  </a:lnTo>
                  <a:lnTo>
                    <a:pt x="9" y="3"/>
                  </a:lnTo>
                  <a:lnTo>
                    <a:pt x="9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4" y="3"/>
                  </a:lnTo>
                  <a:lnTo>
                    <a:pt x="2" y="4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9" y="11"/>
                  </a:lnTo>
                  <a:lnTo>
                    <a:pt x="9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9" name="Freeform 2198"/>
            <p:cNvSpPr>
              <a:spLocks noEditPoints="1"/>
            </p:cNvSpPr>
            <p:nvPr/>
          </p:nvSpPr>
          <p:spPr bwMode="auto">
            <a:xfrm>
              <a:off x="4290" y="2928"/>
              <a:ext cx="12" cy="14"/>
            </a:xfrm>
            <a:custGeom>
              <a:avLst/>
              <a:gdLst>
                <a:gd name="T0" fmla="*/ 2 w 12"/>
                <a:gd name="T1" fmla="*/ 7 h 14"/>
                <a:gd name="T2" fmla="*/ 2 w 12"/>
                <a:gd name="T3" fmla="*/ 7 h 14"/>
                <a:gd name="T4" fmla="*/ 2 w 12"/>
                <a:gd name="T5" fmla="*/ 10 h 14"/>
                <a:gd name="T6" fmla="*/ 4 w 12"/>
                <a:gd name="T7" fmla="*/ 11 h 14"/>
                <a:gd name="T8" fmla="*/ 6 w 12"/>
                <a:gd name="T9" fmla="*/ 12 h 14"/>
                <a:gd name="T10" fmla="*/ 6 w 12"/>
                <a:gd name="T11" fmla="*/ 12 h 14"/>
                <a:gd name="T12" fmla="*/ 10 w 12"/>
                <a:gd name="T13" fmla="*/ 11 h 14"/>
                <a:gd name="T14" fmla="*/ 10 w 12"/>
                <a:gd name="T15" fmla="*/ 14 h 14"/>
                <a:gd name="T16" fmla="*/ 10 w 12"/>
                <a:gd name="T17" fmla="*/ 14 h 14"/>
                <a:gd name="T18" fmla="*/ 6 w 12"/>
                <a:gd name="T19" fmla="*/ 14 h 14"/>
                <a:gd name="T20" fmla="*/ 6 w 12"/>
                <a:gd name="T21" fmla="*/ 14 h 14"/>
                <a:gd name="T22" fmla="*/ 4 w 12"/>
                <a:gd name="T23" fmla="*/ 14 h 14"/>
                <a:gd name="T24" fmla="*/ 2 w 12"/>
                <a:gd name="T25" fmla="*/ 12 h 14"/>
                <a:gd name="T26" fmla="*/ 1 w 12"/>
                <a:gd name="T27" fmla="*/ 10 h 14"/>
                <a:gd name="T28" fmla="*/ 0 w 12"/>
                <a:gd name="T29" fmla="*/ 7 h 14"/>
                <a:gd name="T30" fmla="*/ 0 w 12"/>
                <a:gd name="T31" fmla="*/ 7 h 14"/>
                <a:gd name="T32" fmla="*/ 1 w 12"/>
                <a:gd name="T33" fmla="*/ 4 h 14"/>
                <a:gd name="T34" fmla="*/ 2 w 12"/>
                <a:gd name="T35" fmla="*/ 3 h 14"/>
                <a:gd name="T36" fmla="*/ 4 w 12"/>
                <a:gd name="T37" fmla="*/ 2 h 14"/>
                <a:gd name="T38" fmla="*/ 6 w 12"/>
                <a:gd name="T39" fmla="*/ 0 h 14"/>
                <a:gd name="T40" fmla="*/ 6 w 12"/>
                <a:gd name="T41" fmla="*/ 0 h 14"/>
                <a:gd name="T42" fmla="*/ 9 w 12"/>
                <a:gd name="T43" fmla="*/ 2 h 14"/>
                <a:gd name="T44" fmla="*/ 10 w 12"/>
                <a:gd name="T45" fmla="*/ 3 h 14"/>
                <a:gd name="T46" fmla="*/ 12 w 12"/>
                <a:gd name="T47" fmla="*/ 7 h 14"/>
                <a:gd name="T48" fmla="*/ 12 w 12"/>
                <a:gd name="T49" fmla="*/ 7 h 14"/>
                <a:gd name="T50" fmla="*/ 2 w 12"/>
                <a:gd name="T51" fmla="*/ 7 h 14"/>
                <a:gd name="T52" fmla="*/ 9 w 12"/>
                <a:gd name="T53" fmla="*/ 6 h 14"/>
                <a:gd name="T54" fmla="*/ 9 w 12"/>
                <a:gd name="T55" fmla="*/ 6 h 14"/>
                <a:gd name="T56" fmla="*/ 9 w 12"/>
                <a:gd name="T57" fmla="*/ 3 h 14"/>
                <a:gd name="T58" fmla="*/ 8 w 12"/>
                <a:gd name="T59" fmla="*/ 3 h 14"/>
                <a:gd name="T60" fmla="*/ 6 w 12"/>
                <a:gd name="T61" fmla="*/ 2 h 14"/>
                <a:gd name="T62" fmla="*/ 6 w 12"/>
                <a:gd name="T63" fmla="*/ 2 h 14"/>
                <a:gd name="T64" fmla="*/ 4 w 12"/>
                <a:gd name="T65" fmla="*/ 3 h 14"/>
                <a:gd name="T66" fmla="*/ 2 w 12"/>
                <a:gd name="T67" fmla="*/ 6 h 14"/>
                <a:gd name="T68" fmla="*/ 9 w 12"/>
                <a:gd name="T6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" h="14">
                  <a:moveTo>
                    <a:pt x="2" y="7"/>
                  </a:moveTo>
                  <a:lnTo>
                    <a:pt x="2" y="7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0" y="11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1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2"/>
                  </a:lnTo>
                  <a:lnTo>
                    <a:pt x="10" y="3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2" y="7"/>
                  </a:lnTo>
                  <a:close/>
                  <a:moveTo>
                    <a:pt x="9" y="6"/>
                  </a:moveTo>
                  <a:lnTo>
                    <a:pt x="9" y="6"/>
                  </a:lnTo>
                  <a:lnTo>
                    <a:pt x="9" y="3"/>
                  </a:lnTo>
                  <a:lnTo>
                    <a:pt x="8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3"/>
                  </a:lnTo>
                  <a:lnTo>
                    <a:pt x="2" y="6"/>
                  </a:lnTo>
                  <a:lnTo>
                    <a:pt x="9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" name="Freeform 2199"/>
            <p:cNvSpPr>
              <a:spLocks/>
            </p:cNvSpPr>
            <p:nvPr/>
          </p:nvSpPr>
          <p:spPr bwMode="auto">
            <a:xfrm>
              <a:off x="4303" y="2928"/>
              <a:ext cx="10" cy="14"/>
            </a:xfrm>
            <a:custGeom>
              <a:avLst/>
              <a:gdLst>
                <a:gd name="T0" fmla="*/ 1 w 10"/>
                <a:gd name="T1" fmla="*/ 11 h 14"/>
                <a:gd name="T2" fmla="*/ 1 w 10"/>
                <a:gd name="T3" fmla="*/ 11 h 14"/>
                <a:gd name="T4" fmla="*/ 4 w 10"/>
                <a:gd name="T5" fmla="*/ 12 h 14"/>
                <a:gd name="T6" fmla="*/ 4 w 10"/>
                <a:gd name="T7" fmla="*/ 12 h 14"/>
                <a:gd name="T8" fmla="*/ 5 w 10"/>
                <a:gd name="T9" fmla="*/ 11 h 14"/>
                <a:gd name="T10" fmla="*/ 7 w 10"/>
                <a:gd name="T11" fmla="*/ 10 h 14"/>
                <a:gd name="T12" fmla="*/ 7 w 10"/>
                <a:gd name="T13" fmla="*/ 10 h 14"/>
                <a:gd name="T14" fmla="*/ 5 w 10"/>
                <a:gd name="T15" fmla="*/ 8 h 14"/>
                <a:gd name="T16" fmla="*/ 4 w 10"/>
                <a:gd name="T17" fmla="*/ 8 h 14"/>
                <a:gd name="T18" fmla="*/ 4 w 10"/>
                <a:gd name="T19" fmla="*/ 8 h 14"/>
                <a:gd name="T20" fmla="*/ 1 w 10"/>
                <a:gd name="T21" fmla="*/ 7 h 14"/>
                <a:gd name="T22" fmla="*/ 1 w 10"/>
                <a:gd name="T23" fmla="*/ 4 h 14"/>
                <a:gd name="T24" fmla="*/ 1 w 10"/>
                <a:gd name="T25" fmla="*/ 4 h 14"/>
                <a:gd name="T26" fmla="*/ 1 w 10"/>
                <a:gd name="T27" fmla="*/ 2 h 14"/>
                <a:gd name="T28" fmla="*/ 5 w 10"/>
                <a:gd name="T29" fmla="*/ 0 h 14"/>
                <a:gd name="T30" fmla="*/ 5 w 10"/>
                <a:gd name="T31" fmla="*/ 0 h 14"/>
                <a:gd name="T32" fmla="*/ 8 w 10"/>
                <a:gd name="T33" fmla="*/ 2 h 14"/>
                <a:gd name="T34" fmla="*/ 8 w 10"/>
                <a:gd name="T35" fmla="*/ 3 h 14"/>
                <a:gd name="T36" fmla="*/ 8 w 10"/>
                <a:gd name="T37" fmla="*/ 3 h 14"/>
                <a:gd name="T38" fmla="*/ 5 w 10"/>
                <a:gd name="T39" fmla="*/ 2 h 14"/>
                <a:gd name="T40" fmla="*/ 5 w 10"/>
                <a:gd name="T41" fmla="*/ 2 h 14"/>
                <a:gd name="T42" fmla="*/ 4 w 10"/>
                <a:gd name="T43" fmla="*/ 3 h 14"/>
                <a:gd name="T44" fmla="*/ 3 w 10"/>
                <a:gd name="T45" fmla="*/ 4 h 14"/>
                <a:gd name="T46" fmla="*/ 3 w 10"/>
                <a:gd name="T47" fmla="*/ 4 h 14"/>
                <a:gd name="T48" fmla="*/ 4 w 10"/>
                <a:gd name="T49" fmla="*/ 6 h 14"/>
                <a:gd name="T50" fmla="*/ 5 w 10"/>
                <a:gd name="T51" fmla="*/ 6 h 14"/>
                <a:gd name="T52" fmla="*/ 5 w 10"/>
                <a:gd name="T53" fmla="*/ 6 h 14"/>
                <a:gd name="T54" fmla="*/ 8 w 10"/>
                <a:gd name="T55" fmla="*/ 8 h 14"/>
                <a:gd name="T56" fmla="*/ 10 w 10"/>
                <a:gd name="T57" fmla="*/ 10 h 14"/>
                <a:gd name="T58" fmla="*/ 10 w 10"/>
                <a:gd name="T59" fmla="*/ 10 h 14"/>
                <a:gd name="T60" fmla="*/ 8 w 10"/>
                <a:gd name="T61" fmla="*/ 12 h 14"/>
                <a:gd name="T62" fmla="*/ 4 w 10"/>
                <a:gd name="T63" fmla="*/ 14 h 14"/>
                <a:gd name="T64" fmla="*/ 4 w 10"/>
                <a:gd name="T65" fmla="*/ 14 h 14"/>
                <a:gd name="T66" fmla="*/ 0 w 10"/>
                <a:gd name="T67" fmla="*/ 14 h 14"/>
                <a:gd name="T68" fmla="*/ 1 w 10"/>
                <a:gd name="T6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" h="14">
                  <a:moveTo>
                    <a:pt x="1" y="11"/>
                  </a:moveTo>
                  <a:lnTo>
                    <a:pt x="1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1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1" y="7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8" y="8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1" name="Freeform 2200"/>
            <p:cNvSpPr>
              <a:spLocks/>
            </p:cNvSpPr>
            <p:nvPr/>
          </p:nvSpPr>
          <p:spPr bwMode="auto">
            <a:xfrm>
              <a:off x="4321" y="2928"/>
              <a:ext cx="10" cy="14"/>
            </a:xfrm>
            <a:custGeom>
              <a:avLst/>
              <a:gdLst>
                <a:gd name="T0" fmla="*/ 10 w 10"/>
                <a:gd name="T1" fmla="*/ 10 h 14"/>
                <a:gd name="T2" fmla="*/ 10 w 10"/>
                <a:gd name="T3" fmla="*/ 10 h 14"/>
                <a:gd name="T4" fmla="*/ 10 w 10"/>
                <a:gd name="T5" fmla="*/ 14 h 14"/>
                <a:gd name="T6" fmla="*/ 9 w 10"/>
                <a:gd name="T7" fmla="*/ 14 h 14"/>
                <a:gd name="T8" fmla="*/ 8 w 10"/>
                <a:gd name="T9" fmla="*/ 11 h 14"/>
                <a:gd name="T10" fmla="*/ 8 w 10"/>
                <a:gd name="T11" fmla="*/ 11 h 14"/>
                <a:gd name="T12" fmla="*/ 8 w 10"/>
                <a:gd name="T13" fmla="*/ 11 h 14"/>
                <a:gd name="T14" fmla="*/ 6 w 10"/>
                <a:gd name="T15" fmla="*/ 14 h 14"/>
                <a:gd name="T16" fmla="*/ 4 w 10"/>
                <a:gd name="T17" fmla="*/ 14 h 14"/>
                <a:gd name="T18" fmla="*/ 4 w 10"/>
                <a:gd name="T19" fmla="*/ 14 h 14"/>
                <a:gd name="T20" fmla="*/ 1 w 10"/>
                <a:gd name="T21" fmla="*/ 12 h 14"/>
                <a:gd name="T22" fmla="*/ 0 w 10"/>
                <a:gd name="T23" fmla="*/ 11 h 14"/>
                <a:gd name="T24" fmla="*/ 0 w 10"/>
                <a:gd name="T25" fmla="*/ 8 h 14"/>
                <a:gd name="T26" fmla="*/ 0 w 10"/>
                <a:gd name="T27" fmla="*/ 0 h 14"/>
                <a:gd name="T28" fmla="*/ 2 w 10"/>
                <a:gd name="T29" fmla="*/ 0 h 14"/>
                <a:gd name="T30" fmla="*/ 2 w 10"/>
                <a:gd name="T31" fmla="*/ 8 h 14"/>
                <a:gd name="T32" fmla="*/ 2 w 10"/>
                <a:gd name="T33" fmla="*/ 8 h 14"/>
                <a:gd name="T34" fmla="*/ 2 w 10"/>
                <a:gd name="T35" fmla="*/ 11 h 14"/>
                <a:gd name="T36" fmla="*/ 5 w 10"/>
                <a:gd name="T37" fmla="*/ 12 h 14"/>
                <a:gd name="T38" fmla="*/ 5 w 10"/>
                <a:gd name="T39" fmla="*/ 12 h 14"/>
                <a:gd name="T40" fmla="*/ 6 w 10"/>
                <a:gd name="T41" fmla="*/ 11 h 14"/>
                <a:gd name="T42" fmla="*/ 8 w 10"/>
                <a:gd name="T43" fmla="*/ 10 h 14"/>
                <a:gd name="T44" fmla="*/ 8 w 10"/>
                <a:gd name="T45" fmla="*/ 8 h 14"/>
                <a:gd name="T46" fmla="*/ 8 w 10"/>
                <a:gd name="T47" fmla="*/ 0 h 14"/>
                <a:gd name="T48" fmla="*/ 10 w 10"/>
                <a:gd name="T49" fmla="*/ 0 h 14"/>
                <a:gd name="T50" fmla="*/ 10 w 10"/>
                <a:gd name="T5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" h="14">
                  <a:moveTo>
                    <a:pt x="10" y="10"/>
                  </a:moveTo>
                  <a:lnTo>
                    <a:pt x="10" y="10"/>
                  </a:lnTo>
                  <a:lnTo>
                    <a:pt x="10" y="14"/>
                  </a:lnTo>
                  <a:lnTo>
                    <a:pt x="9" y="14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6" y="11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2" name="Freeform 2201"/>
            <p:cNvSpPr>
              <a:spLocks/>
            </p:cNvSpPr>
            <p:nvPr/>
          </p:nvSpPr>
          <p:spPr bwMode="auto">
            <a:xfrm>
              <a:off x="4334" y="2925"/>
              <a:ext cx="7" cy="17"/>
            </a:xfrm>
            <a:custGeom>
              <a:avLst/>
              <a:gdLst>
                <a:gd name="T0" fmla="*/ 4 w 7"/>
                <a:gd name="T1" fmla="*/ 0 h 17"/>
                <a:gd name="T2" fmla="*/ 4 w 7"/>
                <a:gd name="T3" fmla="*/ 3 h 17"/>
                <a:gd name="T4" fmla="*/ 7 w 7"/>
                <a:gd name="T5" fmla="*/ 3 h 17"/>
                <a:gd name="T6" fmla="*/ 7 w 7"/>
                <a:gd name="T7" fmla="*/ 6 h 17"/>
                <a:gd name="T8" fmla="*/ 4 w 7"/>
                <a:gd name="T9" fmla="*/ 6 h 17"/>
                <a:gd name="T10" fmla="*/ 4 w 7"/>
                <a:gd name="T11" fmla="*/ 13 h 17"/>
                <a:gd name="T12" fmla="*/ 4 w 7"/>
                <a:gd name="T13" fmla="*/ 13 h 17"/>
                <a:gd name="T14" fmla="*/ 4 w 7"/>
                <a:gd name="T15" fmla="*/ 14 h 17"/>
                <a:gd name="T16" fmla="*/ 6 w 7"/>
                <a:gd name="T17" fmla="*/ 15 h 17"/>
                <a:gd name="T18" fmla="*/ 6 w 7"/>
                <a:gd name="T19" fmla="*/ 15 h 17"/>
                <a:gd name="T20" fmla="*/ 7 w 7"/>
                <a:gd name="T21" fmla="*/ 15 h 17"/>
                <a:gd name="T22" fmla="*/ 7 w 7"/>
                <a:gd name="T23" fmla="*/ 17 h 17"/>
                <a:gd name="T24" fmla="*/ 7 w 7"/>
                <a:gd name="T25" fmla="*/ 17 h 17"/>
                <a:gd name="T26" fmla="*/ 6 w 7"/>
                <a:gd name="T27" fmla="*/ 17 h 17"/>
                <a:gd name="T28" fmla="*/ 6 w 7"/>
                <a:gd name="T29" fmla="*/ 17 h 17"/>
                <a:gd name="T30" fmla="*/ 3 w 7"/>
                <a:gd name="T31" fmla="*/ 15 h 17"/>
                <a:gd name="T32" fmla="*/ 3 w 7"/>
                <a:gd name="T33" fmla="*/ 15 h 17"/>
                <a:gd name="T34" fmla="*/ 1 w 7"/>
                <a:gd name="T35" fmla="*/ 13 h 17"/>
                <a:gd name="T36" fmla="*/ 1 w 7"/>
                <a:gd name="T37" fmla="*/ 6 h 17"/>
                <a:gd name="T38" fmla="*/ 0 w 7"/>
                <a:gd name="T39" fmla="*/ 6 h 17"/>
                <a:gd name="T40" fmla="*/ 0 w 7"/>
                <a:gd name="T41" fmla="*/ 3 h 17"/>
                <a:gd name="T42" fmla="*/ 1 w 7"/>
                <a:gd name="T43" fmla="*/ 3 h 17"/>
                <a:gd name="T44" fmla="*/ 1 w 7"/>
                <a:gd name="T45" fmla="*/ 0 h 17"/>
                <a:gd name="T46" fmla="*/ 4 w 7"/>
                <a:gd name="T4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" h="17">
                  <a:moveTo>
                    <a:pt x="4" y="0"/>
                  </a:moveTo>
                  <a:lnTo>
                    <a:pt x="4" y="3"/>
                  </a:lnTo>
                  <a:lnTo>
                    <a:pt x="7" y="3"/>
                  </a:lnTo>
                  <a:lnTo>
                    <a:pt x="7" y="6"/>
                  </a:lnTo>
                  <a:lnTo>
                    <a:pt x="4" y="6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7" y="15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1" y="13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3" name="Freeform 2202"/>
            <p:cNvSpPr>
              <a:spLocks/>
            </p:cNvSpPr>
            <p:nvPr/>
          </p:nvSpPr>
          <p:spPr bwMode="auto">
            <a:xfrm>
              <a:off x="4342" y="2938"/>
              <a:ext cx="4" cy="6"/>
            </a:xfrm>
            <a:custGeom>
              <a:avLst/>
              <a:gdLst>
                <a:gd name="T0" fmla="*/ 0 w 4"/>
                <a:gd name="T1" fmla="*/ 6 h 6"/>
                <a:gd name="T2" fmla="*/ 0 w 4"/>
                <a:gd name="T3" fmla="*/ 6 h 6"/>
                <a:gd name="T4" fmla="*/ 2 w 4"/>
                <a:gd name="T5" fmla="*/ 1 h 6"/>
                <a:gd name="T6" fmla="*/ 4 w 4"/>
                <a:gd name="T7" fmla="*/ 0 h 6"/>
                <a:gd name="T8" fmla="*/ 4 w 4"/>
                <a:gd name="T9" fmla="*/ 0 h 6"/>
                <a:gd name="T10" fmla="*/ 2 w 4"/>
                <a:gd name="T11" fmla="*/ 6 h 6"/>
                <a:gd name="T12" fmla="*/ 0 w 4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lnTo>
                    <a:pt x="0" y="6"/>
                  </a:lnTo>
                  <a:lnTo>
                    <a:pt x="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4" name="Freeform 2203"/>
            <p:cNvSpPr>
              <a:spLocks noEditPoints="1"/>
            </p:cNvSpPr>
            <p:nvPr/>
          </p:nvSpPr>
          <p:spPr bwMode="auto">
            <a:xfrm>
              <a:off x="3925" y="2961"/>
              <a:ext cx="11" cy="13"/>
            </a:xfrm>
            <a:custGeom>
              <a:avLst/>
              <a:gdLst>
                <a:gd name="T0" fmla="*/ 3 w 11"/>
                <a:gd name="T1" fmla="*/ 6 h 13"/>
                <a:gd name="T2" fmla="*/ 3 w 11"/>
                <a:gd name="T3" fmla="*/ 6 h 13"/>
                <a:gd name="T4" fmla="*/ 3 w 11"/>
                <a:gd name="T5" fmla="*/ 9 h 13"/>
                <a:gd name="T6" fmla="*/ 4 w 11"/>
                <a:gd name="T7" fmla="*/ 10 h 13"/>
                <a:gd name="T8" fmla="*/ 7 w 11"/>
                <a:gd name="T9" fmla="*/ 12 h 13"/>
                <a:gd name="T10" fmla="*/ 7 w 11"/>
                <a:gd name="T11" fmla="*/ 12 h 13"/>
                <a:gd name="T12" fmla="*/ 11 w 11"/>
                <a:gd name="T13" fmla="*/ 10 h 13"/>
                <a:gd name="T14" fmla="*/ 11 w 11"/>
                <a:gd name="T15" fmla="*/ 12 h 13"/>
                <a:gd name="T16" fmla="*/ 11 w 11"/>
                <a:gd name="T17" fmla="*/ 12 h 13"/>
                <a:gd name="T18" fmla="*/ 7 w 11"/>
                <a:gd name="T19" fmla="*/ 13 h 13"/>
                <a:gd name="T20" fmla="*/ 7 w 11"/>
                <a:gd name="T21" fmla="*/ 13 h 13"/>
                <a:gd name="T22" fmla="*/ 4 w 11"/>
                <a:gd name="T23" fmla="*/ 13 h 13"/>
                <a:gd name="T24" fmla="*/ 1 w 11"/>
                <a:gd name="T25" fmla="*/ 12 h 13"/>
                <a:gd name="T26" fmla="*/ 0 w 11"/>
                <a:gd name="T27" fmla="*/ 9 h 13"/>
                <a:gd name="T28" fmla="*/ 0 w 11"/>
                <a:gd name="T29" fmla="*/ 6 h 13"/>
                <a:gd name="T30" fmla="*/ 0 w 11"/>
                <a:gd name="T31" fmla="*/ 6 h 13"/>
                <a:gd name="T32" fmla="*/ 0 w 11"/>
                <a:gd name="T33" fmla="*/ 4 h 13"/>
                <a:gd name="T34" fmla="*/ 1 w 11"/>
                <a:gd name="T35" fmla="*/ 1 h 13"/>
                <a:gd name="T36" fmla="*/ 4 w 11"/>
                <a:gd name="T37" fmla="*/ 0 h 13"/>
                <a:gd name="T38" fmla="*/ 5 w 11"/>
                <a:gd name="T39" fmla="*/ 0 h 13"/>
                <a:gd name="T40" fmla="*/ 5 w 11"/>
                <a:gd name="T41" fmla="*/ 0 h 13"/>
                <a:gd name="T42" fmla="*/ 8 w 11"/>
                <a:gd name="T43" fmla="*/ 0 h 13"/>
                <a:gd name="T44" fmla="*/ 11 w 11"/>
                <a:gd name="T45" fmla="*/ 2 h 13"/>
                <a:gd name="T46" fmla="*/ 11 w 11"/>
                <a:gd name="T47" fmla="*/ 5 h 13"/>
                <a:gd name="T48" fmla="*/ 11 w 11"/>
                <a:gd name="T49" fmla="*/ 6 h 13"/>
                <a:gd name="T50" fmla="*/ 3 w 11"/>
                <a:gd name="T51" fmla="*/ 6 h 13"/>
                <a:gd name="T52" fmla="*/ 10 w 11"/>
                <a:gd name="T53" fmla="*/ 5 h 13"/>
                <a:gd name="T54" fmla="*/ 10 w 11"/>
                <a:gd name="T55" fmla="*/ 5 h 13"/>
                <a:gd name="T56" fmla="*/ 8 w 11"/>
                <a:gd name="T57" fmla="*/ 2 h 13"/>
                <a:gd name="T58" fmla="*/ 7 w 11"/>
                <a:gd name="T59" fmla="*/ 1 h 13"/>
                <a:gd name="T60" fmla="*/ 5 w 11"/>
                <a:gd name="T61" fmla="*/ 1 h 13"/>
                <a:gd name="T62" fmla="*/ 5 w 11"/>
                <a:gd name="T63" fmla="*/ 1 h 13"/>
                <a:gd name="T64" fmla="*/ 3 w 11"/>
                <a:gd name="T65" fmla="*/ 2 h 13"/>
                <a:gd name="T66" fmla="*/ 3 w 11"/>
                <a:gd name="T67" fmla="*/ 5 h 13"/>
                <a:gd name="T68" fmla="*/ 10 w 11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" h="13">
                  <a:moveTo>
                    <a:pt x="3" y="6"/>
                  </a:moveTo>
                  <a:lnTo>
                    <a:pt x="3" y="6"/>
                  </a:lnTo>
                  <a:lnTo>
                    <a:pt x="3" y="9"/>
                  </a:lnTo>
                  <a:lnTo>
                    <a:pt x="4" y="10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1" y="10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0" y="9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11" y="6"/>
                  </a:lnTo>
                  <a:lnTo>
                    <a:pt x="3" y="6"/>
                  </a:lnTo>
                  <a:close/>
                  <a:moveTo>
                    <a:pt x="10" y="5"/>
                  </a:moveTo>
                  <a:lnTo>
                    <a:pt x="10" y="5"/>
                  </a:lnTo>
                  <a:lnTo>
                    <a:pt x="8" y="2"/>
                  </a:lnTo>
                  <a:lnTo>
                    <a:pt x="7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2"/>
                  </a:lnTo>
                  <a:lnTo>
                    <a:pt x="3" y="5"/>
                  </a:lnTo>
                  <a:lnTo>
                    <a:pt x="10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5" name="Rectangle 2204"/>
            <p:cNvSpPr>
              <a:spLocks noChangeArrowheads="1"/>
            </p:cNvSpPr>
            <p:nvPr/>
          </p:nvSpPr>
          <p:spPr bwMode="auto">
            <a:xfrm>
              <a:off x="3940" y="2955"/>
              <a:ext cx="1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6" name="Freeform 2205"/>
            <p:cNvSpPr>
              <a:spLocks noEditPoints="1"/>
            </p:cNvSpPr>
            <p:nvPr/>
          </p:nvSpPr>
          <p:spPr bwMode="auto">
            <a:xfrm>
              <a:off x="3945" y="2961"/>
              <a:ext cx="11" cy="13"/>
            </a:xfrm>
            <a:custGeom>
              <a:avLst/>
              <a:gdLst>
                <a:gd name="T0" fmla="*/ 2 w 11"/>
                <a:gd name="T1" fmla="*/ 6 h 13"/>
                <a:gd name="T2" fmla="*/ 2 w 11"/>
                <a:gd name="T3" fmla="*/ 6 h 13"/>
                <a:gd name="T4" fmla="*/ 2 w 11"/>
                <a:gd name="T5" fmla="*/ 9 h 13"/>
                <a:gd name="T6" fmla="*/ 3 w 11"/>
                <a:gd name="T7" fmla="*/ 10 h 13"/>
                <a:gd name="T8" fmla="*/ 6 w 11"/>
                <a:gd name="T9" fmla="*/ 12 h 13"/>
                <a:gd name="T10" fmla="*/ 6 w 11"/>
                <a:gd name="T11" fmla="*/ 12 h 13"/>
                <a:gd name="T12" fmla="*/ 10 w 11"/>
                <a:gd name="T13" fmla="*/ 10 h 13"/>
                <a:gd name="T14" fmla="*/ 10 w 11"/>
                <a:gd name="T15" fmla="*/ 12 h 13"/>
                <a:gd name="T16" fmla="*/ 10 w 11"/>
                <a:gd name="T17" fmla="*/ 12 h 13"/>
                <a:gd name="T18" fmla="*/ 6 w 11"/>
                <a:gd name="T19" fmla="*/ 13 h 13"/>
                <a:gd name="T20" fmla="*/ 6 w 11"/>
                <a:gd name="T21" fmla="*/ 13 h 13"/>
                <a:gd name="T22" fmla="*/ 3 w 11"/>
                <a:gd name="T23" fmla="*/ 13 h 13"/>
                <a:gd name="T24" fmla="*/ 2 w 11"/>
                <a:gd name="T25" fmla="*/ 12 h 13"/>
                <a:gd name="T26" fmla="*/ 0 w 11"/>
                <a:gd name="T27" fmla="*/ 9 h 13"/>
                <a:gd name="T28" fmla="*/ 0 w 11"/>
                <a:gd name="T29" fmla="*/ 6 h 13"/>
                <a:gd name="T30" fmla="*/ 0 w 11"/>
                <a:gd name="T31" fmla="*/ 6 h 13"/>
                <a:gd name="T32" fmla="*/ 0 w 11"/>
                <a:gd name="T33" fmla="*/ 4 h 13"/>
                <a:gd name="T34" fmla="*/ 2 w 11"/>
                <a:gd name="T35" fmla="*/ 1 h 13"/>
                <a:gd name="T36" fmla="*/ 3 w 11"/>
                <a:gd name="T37" fmla="*/ 0 h 13"/>
                <a:gd name="T38" fmla="*/ 6 w 11"/>
                <a:gd name="T39" fmla="*/ 0 h 13"/>
                <a:gd name="T40" fmla="*/ 6 w 11"/>
                <a:gd name="T41" fmla="*/ 0 h 13"/>
                <a:gd name="T42" fmla="*/ 8 w 11"/>
                <a:gd name="T43" fmla="*/ 0 h 13"/>
                <a:gd name="T44" fmla="*/ 10 w 11"/>
                <a:gd name="T45" fmla="*/ 2 h 13"/>
                <a:gd name="T46" fmla="*/ 11 w 11"/>
                <a:gd name="T47" fmla="*/ 5 h 13"/>
                <a:gd name="T48" fmla="*/ 11 w 11"/>
                <a:gd name="T49" fmla="*/ 6 h 13"/>
                <a:gd name="T50" fmla="*/ 2 w 11"/>
                <a:gd name="T51" fmla="*/ 6 h 13"/>
                <a:gd name="T52" fmla="*/ 8 w 11"/>
                <a:gd name="T53" fmla="*/ 5 h 13"/>
                <a:gd name="T54" fmla="*/ 8 w 11"/>
                <a:gd name="T55" fmla="*/ 5 h 13"/>
                <a:gd name="T56" fmla="*/ 8 w 11"/>
                <a:gd name="T57" fmla="*/ 2 h 13"/>
                <a:gd name="T58" fmla="*/ 7 w 11"/>
                <a:gd name="T59" fmla="*/ 1 h 13"/>
                <a:gd name="T60" fmla="*/ 6 w 11"/>
                <a:gd name="T61" fmla="*/ 1 h 13"/>
                <a:gd name="T62" fmla="*/ 6 w 11"/>
                <a:gd name="T63" fmla="*/ 1 h 13"/>
                <a:gd name="T64" fmla="*/ 3 w 11"/>
                <a:gd name="T65" fmla="*/ 2 h 13"/>
                <a:gd name="T66" fmla="*/ 2 w 11"/>
                <a:gd name="T67" fmla="*/ 5 h 13"/>
                <a:gd name="T68" fmla="*/ 8 w 11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" h="13">
                  <a:moveTo>
                    <a:pt x="2" y="6"/>
                  </a:moveTo>
                  <a:lnTo>
                    <a:pt x="2" y="6"/>
                  </a:lnTo>
                  <a:lnTo>
                    <a:pt x="2" y="9"/>
                  </a:lnTo>
                  <a:lnTo>
                    <a:pt x="3" y="10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0" y="10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3" y="13"/>
                  </a:lnTo>
                  <a:lnTo>
                    <a:pt x="2" y="12"/>
                  </a:lnTo>
                  <a:lnTo>
                    <a:pt x="0" y="9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1"/>
                  </a:lnTo>
                  <a:lnTo>
                    <a:pt x="3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1" y="5"/>
                  </a:lnTo>
                  <a:lnTo>
                    <a:pt x="11" y="6"/>
                  </a:lnTo>
                  <a:lnTo>
                    <a:pt x="2" y="6"/>
                  </a:lnTo>
                  <a:close/>
                  <a:moveTo>
                    <a:pt x="8" y="5"/>
                  </a:moveTo>
                  <a:lnTo>
                    <a:pt x="8" y="5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3" y="2"/>
                  </a:lnTo>
                  <a:lnTo>
                    <a:pt x="2" y="5"/>
                  </a:lnTo>
                  <a:lnTo>
                    <a:pt x="8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7" name="Freeform 2206"/>
            <p:cNvSpPr>
              <a:spLocks/>
            </p:cNvSpPr>
            <p:nvPr/>
          </p:nvSpPr>
          <p:spPr bwMode="auto">
            <a:xfrm>
              <a:off x="3959" y="2961"/>
              <a:ext cx="19" cy="13"/>
            </a:xfrm>
            <a:custGeom>
              <a:avLst/>
              <a:gdLst>
                <a:gd name="T0" fmla="*/ 0 w 19"/>
                <a:gd name="T1" fmla="*/ 4 h 13"/>
                <a:gd name="T2" fmla="*/ 0 w 19"/>
                <a:gd name="T3" fmla="*/ 4 h 13"/>
                <a:gd name="T4" fmla="*/ 0 w 19"/>
                <a:gd name="T5" fmla="*/ 0 h 13"/>
                <a:gd name="T6" fmla="*/ 3 w 19"/>
                <a:gd name="T7" fmla="*/ 0 h 13"/>
                <a:gd name="T8" fmla="*/ 3 w 19"/>
                <a:gd name="T9" fmla="*/ 2 h 13"/>
                <a:gd name="T10" fmla="*/ 3 w 19"/>
                <a:gd name="T11" fmla="*/ 2 h 13"/>
                <a:gd name="T12" fmla="*/ 3 w 19"/>
                <a:gd name="T13" fmla="*/ 2 h 13"/>
                <a:gd name="T14" fmla="*/ 4 w 19"/>
                <a:gd name="T15" fmla="*/ 0 h 13"/>
                <a:gd name="T16" fmla="*/ 7 w 19"/>
                <a:gd name="T17" fmla="*/ 0 h 13"/>
                <a:gd name="T18" fmla="*/ 7 w 19"/>
                <a:gd name="T19" fmla="*/ 0 h 13"/>
                <a:gd name="T20" fmla="*/ 8 w 19"/>
                <a:gd name="T21" fmla="*/ 0 h 13"/>
                <a:gd name="T22" fmla="*/ 9 w 19"/>
                <a:gd name="T23" fmla="*/ 2 h 13"/>
                <a:gd name="T24" fmla="*/ 9 w 19"/>
                <a:gd name="T25" fmla="*/ 2 h 13"/>
                <a:gd name="T26" fmla="*/ 9 w 19"/>
                <a:gd name="T27" fmla="*/ 2 h 13"/>
                <a:gd name="T28" fmla="*/ 12 w 19"/>
                <a:gd name="T29" fmla="*/ 1 h 13"/>
                <a:gd name="T30" fmla="*/ 12 w 19"/>
                <a:gd name="T31" fmla="*/ 1 h 13"/>
                <a:gd name="T32" fmla="*/ 15 w 19"/>
                <a:gd name="T33" fmla="*/ 0 h 13"/>
                <a:gd name="T34" fmla="*/ 15 w 19"/>
                <a:gd name="T35" fmla="*/ 0 h 13"/>
                <a:gd name="T36" fmla="*/ 17 w 19"/>
                <a:gd name="T37" fmla="*/ 1 h 13"/>
                <a:gd name="T38" fmla="*/ 17 w 19"/>
                <a:gd name="T39" fmla="*/ 2 h 13"/>
                <a:gd name="T40" fmla="*/ 19 w 19"/>
                <a:gd name="T41" fmla="*/ 5 h 13"/>
                <a:gd name="T42" fmla="*/ 19 w 19"/>
                <a:gd name="T43" fmla="*/ 13 h 13"/>
                <a:gd name="T44" fmla="*/ 16 w 19"/>
                <a:gd name="T45" fmla="*/ 13 h 13"/>
                <a:gd name="T46" fmla="*/ 16 w 19"/>
                <a:gd name="T47" fmla="*/ 5 h 13"/>
                <a:gd name="T48" fmla="*/ 16 w 19"/>
                <a:gd name="T49" fmla="*/ 5 h 13"/>
                <a:gd name="T50" fmla="*/ 16 w 19"/>
                <a:gd name="T51" fmla="*/ 2 h 13"/>
                <a:gd name="T52" fmla="*/ 13 w 19"/>
                <a:gd name="T53" fmla="*/ 1 h 13"/>
                <a:gd name="T54" fmla="*/ 13 w 19"/>
                <a:gd name="T55" fmla="*/ 1 h 13"/>
                <a:gd name="T56" fmla="*/ 12 w 19"/>
                <a:gd name="T57" fmla="*/ 2 h 13"/>
                <a:gd name="T58" fmla="*/ 11 w 19"/>
                <a:gd name="T59" fmla="*/ 4 h 13"/>
                <a:gd name="T60" fmla="*/ 11 w 19"/>
                <a:gd name="T61" fmla="*/ 5 h 13"/>
                <a:gd name="T62" fmla="*/ 11 w 19"/>
                <a:gd name="T63" fmla="*/ 13 h 13"/>
                <a:gd name="T64" fmla="*/ 8 w 19"/>
                <a:gd name="T65" fmla="*/ 13 h 13"/>
                <a:gd name="T66" fmla="*/ 8 w 19"/>
                <a:gd name="T67" fmla="*/ 5 h 13"/>
                <a:gd name="T68" fmla="*/ 8 w 19"/>
                <a:gd name="T69" fmla="*/ 5 h 13"/>
                <a:gd name="T70" fmla="*/ 8 w 19"/>
                <a:gd name="T71" fmla="*/ 2 h 13"/>
                <a:gd name="T72" fmla="*/ 5 w 19"/>
                <a:gd name="T73" fmla="*/ 1 h 13"/>
                <a:gd name="T74" fmla="*/ 5 w 19"/>
                <a:gd name="T75" fmla="*/ 1 h 13"/>
                <a:gd name="T76" fmla="*/ 4 w 19"/>
                <a:gd name="T77" fmla="*/ 2 h 13"/>
                <a:gd name="T78" fmla="*/ 3 w 19"/>
                <a:gd name="T79" fmla="*/ 4 h 13"/>
                <a:gd name="T80" fmla="*/ 3 w 19"/>
                <a:gd name="T81" fmla="*/ 5 h 13"/>
                <a:gd name="T82" fmla="*/ 3 w 19"/>
                <a:gd name="T83" fmla="*/ 13 h 13"/>
                <a:gd name="T84" fmla="*/ 0 w 19"/>
                <a:gd name="T85" fmla="*/ 13 h 13"/>
                <a:gd name="T86" fmla="*/ 0 w 19"/>
                <a:gd name="T8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3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9" y="5"/>
                  </a:lnTo>
                  <a:lnTo>
                    <a:pt x="19" y="13"/>
                  </a:lnTo>
                  <a:lnTo>
                    <a:pt x="16" y="13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2"/>
                  </a:lnTo>
                  <a:lnTo>
                    <a:pt x="11" y="4"/>
                  </a:lnTo>
                  <a:lnTo>
                    <a:pt x="11" y="5"/>
                  </a:lnTo>
                  <a:lnTo>
                    <a:pt x="11" y="13"/>
                  </a:lnTo>
                  <a:lnTo>
                    <a:pt x="8" y="13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2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8" name="Freeform 2207"/>
            <p:cNvSpPr>
              <a:spLocks noEditPoints="1"/>
            </p:cNvSpPr>
            <p:nvPr/>
          </p:nvSpPr>
          <p:spPr bwMode="auto">
            <a:xfrm>
              <a:off x="3980" y="2961"/>
              <a:ext cx="11" cy="13"/>
            </a:xfrm>
            <a:custGeom>
              <a:avLst/>
              <a:gdLst>
                <a:gd name="T0" fmla="*/ 3 w 11"/>
                <a:gd name="T1" fmla="*/ 6 h 13"/>
                <a:gd name="T2" fmla="*/ 3 w 11"/>
                <a:gd name="T3" fmla="*/ 6 h 13"/>
                <a:gd name="T4" fmla="*/ 3 w 11"/>
                <a:gd name="T5" fmla="*/ 9 h 13"/>
                <a:gd name="T6" fmla="*/ 4 w 11"/>
                <a:gd name="T7" fmla="*/ 10 h 13"/>
                <a:gd name="T8" fmla="*/ 7 w 11"/>
                <a:gd name="T9" fmla="*/ 12 h 13"/>
                <a:gd name="T10" fmla="*/ 7 w 11"/>
                <a:gd name="T11" fmla="*/ 12 h 13"/>
                <a:gd name="T12" fmla="*/ 11 w 11"/>
                <a:gd name="T13" fmla="*/ 10 h 13"/>
                <a:gd name="T14" fmla="*/ 11 w 11"/>
                <a:gd name="T15" fmla="*/ 12 h 13"/>
                <a:gd name="T16" fmla="*/ 11 w 11"/>
                <a:gd name="T17" fmla="*/ 12 h 13"/>
                <a:gd name="T18" fmla="*/ 7 w 11"/>
                <a:gd name="T19" fmla="*/ 13 h 13"/>
                <a:gd name="T20" fmla="*/ 7 w 11"/>
                <a:gd name="T21" fmla="*/ 13 h 13"/>
                <a:gd name="T22" fmla="*/ 4 w 11"/>
                <a:gd name="T23" fmla="*/ 13 h 13"/>
                <a:gd name="T24" fmla="*/ 2 w 11"/>
                <a:gd name="T25" fmla="*/ 12 h 13"/>
                <a:gd name="T26" fmla="*/ 0 w 11"/>
                <a:gd name="T27" fmla="*/ 9 h 13"/>
                <a:gd name="T28" fmla="*/ 0 w 11"/>
                <a:gd name="T29" fmla="*/ 6 h 13"/>
                <a:gd name="T30" fmla="*/ 0 w 11"/>
                <a:gd name="T31" fmla="*/ 6 h 13"/>
                <a:gd name="T32" fmla="*/ 0 w 11"/>
                <a:gd name="T33" fmla="*/ 4 h 13"/>
                <a:gd name="T34" fmla="*/ 2 w 11"/>
                <a:gd name="T35" fmla="*/ 1 h 13"/>
                <a:gd name="T36" fmla="*/ 4 w 11"/>
                <a:gd name="T37" fmla="*/ 0 h 13"/>
                <a:gd name="T38" fmla="*/ 6 w 11"/>
                <a:gd name="T39" fmla="*/ 0 h 13"/>
                <a:gd name="T40" fmla="*/ 6 w 11"/>
                <a:gd name="T41" fmla="*/ 0 h 13"/>
                <a:gd name="T42" fmla="*/ 9 w 11"/>
                <a:gd name="T43" fmla="*/ 0 h 13"/>
                <a:gd name="T44" fmla="*/ 11 w 11"/>
                <a:gd name="T45" fmla="*/ 2 h 13"/>
                <a:gd name="T46" fmla="*/ 11 w 11"/>
                <a:gd name="T47" fmla="*/ 5 h 13"/>
                <a:gd name="T48" fmla="*/ 11 w 11"/>
                <a:gd name="T49" fmla="*/ 6 h 13"/>
                <a:gd name="T50" fmla="*/ 3 w 11"/>
                <a:gd name="T51" fmla="*/ 6 h 13"/>
                <a:gd name="T52" fmla="*/ 10 w 11"/>
                <a:gd name="T53" fmla="*/ 5 h 13"/>
                <a:gd name="T54" fmla="*/ 10 w 11"/>
                <a:gd name="T55" fmla="*/ 5 h 13"/>
                <a:gd name="T56" fmla="*/ 9 w 11"/>
                <a:gd name="T57" fmla="*/ 2 h 13"/>
                <a:gd name="T58" fmla="*/ 7 w 11"/>
                <a:gd name="T59" fmla="*/ 1 h 13"/>
                <a:gd name="T60" fmla="*/ 6 w 11"/>
                <a:gd name="T61" fmla="*/ 1 h 13"/>
                <a:gd name="T62" fmla="*/ 6 w 11"/>
                <a:gd name="T63" fmla="*/ 1 h 13"/>
                <a:gd name="T64" fmla="*/ 3 w 11"/>
                <a:gd name="T65" fmla="*/ 2 h 13"/>
                <a:gd name="T66" fmla="*/ 3 w 11"/>
                <a:gd name="T67" fmla="*/ 5 h 13"/>
                <a:gd name="T68" fmla="*/ 10 w 11"/>
                <a:gd name="T6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" h="13">
                  <a:moveTo>
                    <a:pt x="3" y="6"/>
                  </a:moveTo>
                  <a:lnTo>
                    <a:pt x="3" y="6"/>
                  </a:lnTo>
                  <a:lnTo>
                    <a:pt x="3" y="9"/>
                  </a:lnTo>
                  <a:lnTo>
                    <a:pt x="4" y="10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11" y="10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9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11" y="6"/>
                  </a:lnTo>
                  <a:lnTo>
                    <a:pt x="3" y="6"/>
                  </a:lnTo>
                  <a:close/>
                  <a:moveTo>
                    <a:pt x="10" y="5"/>
                  </a:moveTo>
                  <a:lnTo>
                    <a:pt x="10" y="5"/>
                  </a:lnTo>
                  <a:lnTo>
                    <a:pt x="9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3" y="2"/>
                  </a:lnTo>
                  <a:lnTo>
                    <a:pt x="3" y="5"/>
                  </a:lnTo>
                  <a:lnTo>
                    <a:pt x="10" y="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9" name="Freeform 2208"/>
            <p:cNvSpPr>
              <a:spLocks/>
            </p:cNvSpPr>
            <p:nvPr/>
          </p:nvSpPr>
          <p:spPr bwMode="auto">
            <a:xfrm>
              <a:off x="3994" y="2961"/>
              <a:ext cx="12" cy="13"/>
            </a:xfrm>
            <a:custGeom>
              <a:avLst/>
              <a:gdLst>
                <a:gd name="T0" fmla="*/ 1 w 12"/>
                <a:gd name="T1" fmla="*/ 4 h 13"/>
                <a:gd name="T2" fmla="*/ 1 w 12"/>
                <a:gd name="T3" fmla="*/ 4 h 13"/>
                <a:gd name="T4" fmla="*/ 0 w 12"/>
                <a:gd name="T5" fmla="*/ 0 h 13"/>
                <a:gd name="T6" fmla="*/ 3 w 12"/>
                <a:gd name="T7" fmla="*/ 0 h 13"/>
                <a:gd name="T8" fmla="*/ 3 w 12"/>
                <a:gd name="T9" fmla="*/ 2 h 13"/>
                <a:gd name="T10" fmla="*/ 3 w 12"/>
                <a:gd name="T11" fmla="*/ 2 h 13"/>
                <a:gd name="T12" fmla="*/ 3 w 12"/>
                <a:gd name="T13" fmla="*/ 2 h 13"/>
                <a:gd name="T14" fmla="*/ 4 w 12"/>
                <a:gd name="T15" fmla="*/ 0 h 13"/>
                <a:gd name="T16" fmla="*/ 7 w 12"/>
                <a:gd name="T17" fmla="*/ 0 h 13"/>
                <a:gd name="T18" fmla="*/ 7 w 12"/>
                <a:gd name="T19" fmla="*/ 0 h 13"/>
                <a:gd name="T20" fmla="*/ 11 w 12"/>
                <a:gd name="T21" fmla="*/ 1 h 13"/>
                <a:gd name="T22" fmla="*/ 11 w 12"/>
                <a:gd name="T23" fmla="*/ 2 h 13"/>
                <a:gd name="T24" fmla="*/ 12 w 12"/>
                <a:gd name="T25" fmla="*/ 5 h 13"/>
                <a:gd name="T26" fmla="*/ 12 w 12"/>
                <a:gd name="T27" fmla="*/ 13 h 13"/>
                <a:gd name="T28" fmla="*/ 9 w 12"/>
                <a:gd name="T29" fmla="*/ 13 h 13"/>
                <a:gd name="T30" fmla="*/ 9 w 12"/>
                <a:gd name="T31" fmla="*/ 5 h 13"/>
                <a:gd name="T32" fmla="*/ 9 w 12"/>
                <a:gd name="T33" fmla="*/ 5 h 13"/>
                <a:gd name="T34" fmla="*/ 8 w 12"/>
                <a:gd name="T35" fmla="*/ 2 h 13"/>
                <a:gd name="T36" fmla="*/ 7 w 12"/>
                <a:gd name="T37" fmla="*/ 1 h 13"/>
                <a:gd name="T38" fmla="*/ 7 w 12"/>
                <a:gd name="T39" fmla="*/ 1 h 13"/>
                <a:gd name="T40" fmla="*/ 4 w 12"/>
                <a:gd name="T41" fmla="*/ 2 h 13"/>
                <a:gd name="T42" fmla="*/ 3 w 12"/>
                <a:gd name="T43" fmla="*/ 4 h 13"/>
                <a:gd name="T44" fmla="*/ 3 w 12"/>
                <a:gd name="T45" fmla="*/ 5 h 13"/>
                <a:gd name="T46" fmla="*/ 3 w 12"/>
                <a:gd name="T47" fmla="*/ 13 h 13"/>
                <a:gd name="T48" fmla="*/ 1 w 12"/>
                <a:gd name="T49" fmla="*/ 13 h 13"/>
                <a:gd name="T50" fmla="*/ 1 w 12"/>
                <a:gd name="T51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" h="13">
                  <a:moveTo>
                    <a:pt x="1" y="4"/>
                  </a:moveTo>
                  <a:lnTo>
                    <a:pt x="1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11" y="1"/>
                  </a:lnTo>
                  <a:lnTo>
                    <a:pt x="11" y="2"/>
                  </a:lnTo>
                  <a:lnTo>
                    <a:pt x="12" y="5"/>
                  </a:lnTo>
                  <a:lnTo>
                    <a:pt x="12" y="1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4" y="2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13"/>
                  </a:lnTo>
                  <a:lnTo>
                    <a:pt x="1" y="13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0" name="Freeform 2209"/>
            <p:cNvSpPr>
              <a:spLocks/>
            </p:cNvSpPr>
            <p:nvPr/>
          </p:nvSpPr>
          <p:spPr bwMode="auto">
            <a:xfrm>
              <a:off x="4007" y="2957"/>
              <a:ext cx="9" cy="17"/>
            </a:xfrm>
            <a:custGeom>
              <a:avLst/>
              <a:gdLst>
                <a:gd name="T0" fmla="*/ 6 w 9"/>
                <a:gd name="T1" fmla="*/ 0 h 17"/>
                <a:gd name="T2" fmla="*/ 6 w 9"/>
                <a:gd name="T3" fmla="*/ 4 h 17"/>
                <a:gd name="T4" fmla="*/ 9 w 9"/>
                <a:gd name="T5" fmla="*/ 4 h 17"/>
                <a:gd name="T6" fmla="*/ 9 w 9"/>
                <a:gd name="T7" fmla="*/ 5 h 17"/>
                <a:gd name="T8" fmla="*/ 6 w 9"/>
                <a:gd name="T9" fmla="*/ 5 h 17"/>
                <a:gd name="T10" fmla="*/ 6 w 9"/>
                <a:gd name="T11" fmla="*/ 13 h 17"/>
                <a:gd name="T12" fmla="*/ 6 w 9"/>
                <a:gd name="T13" fmla="*/ 13 h 17"/>
                <a:gd name="T14" fmla="*/ 6 w 9"/>
                <a:gd name="T15" fmla="*/ 14 h 17"/>
                <a:gd name="T16" fmla="*/ 7 w 9"/>
                <a:gd name="T17" fmla="*/ 14 h 17"/>
                <a:gd name="T18" fmla="*/ 7 w 9"/>
                <a:gd name="T19" fmla="*/ 14 h 17"/>
                <a:gd name="T20" fmla="*/ 9 w 9"/>
                <a:gd name="T21" fmla="*/ 14 h 17"/>
                <a:gd name="T22" fmla="*/ 9 w 9"/>
                <a:gd name="T23" fmla="*/ 17 h 17"/>
                <a:gd name="T24" fmla="*/ 9 w 9"/>
                <a:gd name="T25" fmla="*/ 17 h 17"/>
                <a:gd name="T26" fmla="*/ 6 w 9"/>
                <a:gd name="T27" fmla="*/ 17 h 17"/>
                <a:gd name="T28" fmla="*/ 6 w 9"/>
                <a:gd name="T29" fmla="*/ 17 h 17"/>
                <a:gd name="T30" fmla="*/ 4 w 9"/>
                <a:gd name="T31" fmla="*/ 16 h 17"/>
                <a:gd name="T32" fmla="*/ 4 w 9"/>
                <a:gd name="T33" fmla="*/ 16 h 17"/>
                <a:gd name="T34" fmla="*/ 3 w 9"/>
                <a:gd name="T35" fmla="*/ 13 h 17"/>
                <a:gd name="T36" fmla="*/ 3 w 9"/>
                <a:gd name="T37" fmla="*/ 5 h 17"/>
                <a:gd name="T38" fmla="*/ 0 w 9"/>
                <a:gd name="T39" fmla="*/ 5 h 17"/>
                <a:gd name="T40" fmla="*/ 0 w 9"/>
                <a:gd name="T41" fmla="*/ 4 h 17"/>
                <a:gd name="T42" fmla="*/ 3 w 9"/>
                <a:gd name="T43" fmla="*/ 4 h 17"/>
                <a:gd name="T44" fmla="*/ 3 w 9"/>
                <a:gd name="T45" fmla="*/ 1 h 17"/>
                <a:gd name="T46" fmla="*/ 6 w 9"/>
                <a:gd name="T4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" h="17">
                  <a:moveTo>
                    <a:pt x="6" y="0"/>
                  </a:moveTo>
                  <a:lnTo>
                    <a:pt x="6" y="4"/>
                  </a:lnTo>
                  <a:lnTo>
                    <a:pt x="9" y="4"/>
                  </a:lnTo>
                  <a:lnTo>
                    <a:pt x="9" y="5"/>
                  </a:lnTo>
                  <a:lnTo>
                    <a:pt x="6" y="5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3" y="1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3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1" name="Freeform 2210"/>
            <p:cNvSpPr>
              <a:spLocks/>
            </p:cNvSpPr>
            <p:nvPr/>
          </p:nvSpPr>
          <p:spPr bwMode="auto">
            <a:xfrm>
              <a:off x="4018" y="2961"/>
              <a:ext cx="11" cy="13"/>
            </a:xfrm>
            <a:custGeom>
              <a:avLst/>
              <a:gdLst>
                <a:gd name="T0" fmla="*/ 11 w 11"/>
                <a:gd name="T1" fmla="*/ 9 h 13"/>
                <a:gd name="T2" fmla="*/ 11 w 11"/>
                <a:gd name="T3" fmla="*/ 9 h 13"/>
                <a:gd name="T4" fmla="*/ 11 w 11"/>
                <a:gd name="T5" fmla="*/ 13 h 13"/>
                <a:gd name="T6" fmla="*/ 10 w 11"/>
                <a:gd name="T7" fmla="*/ 13 h 13"/>
                <a:gd name="T8" fmla="*/ 8 w 11"/>
                <a:gd name="T9" fmla="*/ 10 h 13"/>
                <a:gd name="T10" fmla="*/ 8 w 11"/>
                <a:gd name="T11" fmla="*/ 10 h 13"/>
                <a:gd name="T12" fmla="*/ 8 w 11"/>
                <a:gd name="T13" fmla="*/ 10 h 13"/>
                <a:gd name="T14" fmla="*/ 7 w 11"/>
                <a:gd name="T15" fmla="*/ 12 h 13"/>
                <a:gd name="T16" fmla="*/ 4 w 11"/>
                <a:gd name="T17" fmla="*/ 13 h 13"/>
                <a:gd name="T18" fmla="*/ 4 w 11"/>
                <a:gd name="T19" fmla="*/ 13 h 13"/>
                <a:gd name="T20" fmla="*/ 2 w 11"/>
                <a:gd name="T21" fmla="*/ 12 h 13"/>
                <a:gd name="T22" fmla="*/ 0 w 11"/>
                <a:gd name="T23" fmla="*/ 10 h 13"/>
                <a:gd name="T24" fmla="*/ 0 w 11"/>
                <a:gd name="T25" fmla="*/ 8 h 13"/>
                <a:gd name="T26" fmla="*/ 0 w 11"/>
                <a:gd name="T27" fmla="*/ 0 h 13"/>
                <a:gd name="T28" fmla="*/ 3 w 11"/>
                <a:gd name="T29" fmla="*/ 0 h 13"/>
                <a:gd name="T30" fmla="*/ 3 w 11"/>
                <a:gd name="T31" fmla="*/ 6 h 13"/>
                <a:gd name="T32" fmla="*/ 3 w 11"/>
                <a:gd name="T33" fmla="*/ 6 h 13"/>
                <a:gd name="T34" fmla="*/ 3 w 11"/>
                <a:gd name="T35" fmla="*/ 10 h 13"/>
                <a:gd name="T36" fmla="*/ 6 w 11"/>
                <a:gd name="T37" fmla="*/ 10 h 13"/>
                <a:gd name="T38" fmla="*/ 6 w 11"/>
                <a:gd name="T39" fmla="*/ 10 h 13"/>
                <a:gd name="T40" fmla="*/ 7 w 11"/>
                <a:gd name="T41" fmla="*/ 10 h 13"/>
                <a:gd name="T42" fmla="*/ 8 w 11"/>
                <a:gd name="T43" fmla="*/ 9 h 13"/>
                <a:gd name="T44" fmla="*/ 8 w 11"/>
                <a:gd name="T45" fmla="*/ 8 h 13"/>
                <a:gd name="T46" fmla="*/ 8 w 11"/>
                <a:gd name="T47" fmla="*/ 0 h 13"/>
                <a:gd name="T48" fmla="*/ 11 w 11"/>
                <a:gd name="T49" fmla="*/ 0 h 13"/>
                <a:gd name="T50" fmla="*/ 11 w 11"/>
                <a:gd name="T51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3">
                  <a:moveTo>
                    <a:pt x="11" y="9"/>
                  </a:moveTo>
                  <a:lnTo>
                    <a:pt x="11" y="9"/>
                  </a:lnTo>
                  <a:lnTo>
                    <a:pt x="11" y="13"/>
                  </a:lnTo>
                  <a:lnTo>
                    <a:pt x="10" y="13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7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2" name="Freeform 2211"/>
            <p:cNvSpPr>
              <a:spLocks/>
            </p:cNvSpPr>
            <p:nvPr/>
          </p:nvSpPr>
          <p:spPr bwMode="auto">
            <a:xfrm>
              <a:off x="4033" y="2961"/>
              <a:ext cx="19" cy="13"/>
            </a:xfrm>
            <a:custGeom>
              <a:avLst/>
              <a:gdLst>
                <a:gd name="T0" fmla="*/ 0 w 19"/>
                <a:gd name="T1" fmla="*/ 4 h 13"/>
                <a:gd name="T2" fmla="*/ 0 w 19"/>
                <a:gd name="T3" fmla="*/ 4 h 13"/>
                <a:gd name="T4" fmla="*/ 0 w 19"/>
                <a:gd name="T5" fmla="*/ 0 h 13"/>
                <a:gd name="T6" fmla="*/ 1 w 19"/>
                <a:gd name="T7" fmla="*/ 0 h 13"/>
                <a:gd name="T8" fmla="*/ 1 w 19"/>
                <a:gd name="T9" fmla="*/ 2 h 13"/>
                <a:gd name="T10" fmla="*/ 1 w 19"/>
                <a:gd name="T11" fmla="*/ 2 h 13"/>
                <a:gd name="T12" fmla="*/ 1 w 19"/>
                <a:gd name="T13" fmla="*/ 2 h 13"/>
                <a:gd name="T14" fmla="*/ 4 w 19"/>
                <a:gd name="T15" fmla="*/ 0 h 13"/>
                <a:gd name="T16" fmla="*/ 5 w 19"/>
                <a:gd name="T17" fmla="*/ 0 h 13"/>
                <a:gd name="T18" fmla="*/ 5 w 19"/>
                <a:gd name="T19" fmla="*/ 0 h 13"/>
                <a:gd name="T20" fmla="*/ 8 w 19"/>
                <a:gd name="T21" fmla="*/ 0 h 13"/>
                <a:gd name="T22" fmla="*/ 10 w 19"/>
                <a:gd name="T23" fmla="*/ 2 h 13"/>
                <a:gd name="T24" fmla="*/ 10 w 19"/>
                <a:gd name="T25" fmla="*/ 2 h 13"/>
                <a:gd name="T26" fmla="*/ 10 w 19"/>
                <a:gd name="T27" fmla="*/ 2 h 13"/>
                <a:gd name="T28" fmla="*/ 11 w 19"/>
                <a:gd name="T29" fmla="*/ 1 h 13"/>
                <a:gd name="T30" fmla="*/ 11 w 19"/>
                <a:gd name="T31" fmla="*/ 1 h 13"/>
                <a:gd name="T32" fmla="*/ 14 w 19"/>
                <a:gd name="T33" fmla="*/ 0 h 13"/>
                <a:gd name="T34" fmla="*/ 14 w 19"/>
                <a:gd name="T35" fmla="*/ 0 h 13"/>
                <a:gd name="T36" fmla="*/ 16 w 19"/>
                <a:gd name="T37" fmla="*/ 1 h 13"/>
                <a:gd name="T38" fmla="*/ 18 w 19"/>
                <a:gd name="T39" fmla="*/ 2 h 13"/>
                <a:gd name="T40" fmla="*/ 19 w 19"/>
                <a:gd name="T41" fmla="*/ 5 h 13"/>
                <a:gd name="T42" fmla="*/ 19 w 19"/>
                <a:gd name="T43" fmla="*/ 13 h 13"/>
                <a:gd name="T44" fmla="*/ 16 w 19"/>
                <a:gd name="T45" fmla="*/ 13 h 13"/>
                <a:gd name="T46" fmla="*/ 16 w 19"/>
                <a:gd name="T47" fmla="*/ 5 h 13"/>
                <a:gd name="T48" fmla="*/ 16 w 19"/>
                <a:gd name="T49" fmla="*/ 5 h 13"/>
                <a:gd name="T50" fmla="*/ 15 w 19"/>
                <a:gd name="T51" fmla="*/ 2 h 13"/>
                <a:gd name="T52" fmla="*/ 14 w 19"/>
                <a:gd name="T53" fmla="*/ 1 h 13"/>
                <a:gd name="T54" fmla="*/ 14 w 19"/>
                <a:gd name="T55" fmla="*/ 1 h 13"/>
                <a:gd name="T56" fmla="*/ 12 w 19"/>
                <a:gd name="T57" fmla="*/ 2 h 13"/>
                <a:gd name="T58" fmla="*/ 11 w 19"/>
                <a:gd name="T59" fmla="*/ 4 h 13"/>
                <a:gd name="T60" fmla="*/ 11 w 19"/>
                <a:gd name="T61" fmla="*/ 5 h 13"/>
                <a:gd name="T62" fmla="*/ 11 w 19"/>
                <a:gd name="T63" fmla="*/ 13 h 13"/>
                <a:gd name="T64" fmla="*/ 8 w 19"/>
                <a:gd name="T65" fmla="*/ 13 h 13"/>
                <a:gd name="T66" fmla="*/ 8 w 19"/>
                <a:gd name="T67" fmla="*/ 5 h 13"/>
                <a:gd name="T68" fmla="*/ 8 w 19"/>
                <a:gd name="T69" fmla="*/ 5 h 13"/>
                <a:gd name="T70" fmla="*/ 7 w 19"/>
                <a:gd name="T71" fmla="*/ 2 h 13"/>
                <a:gd name="T72" fmla="*/ 5 w 19"/>
                <a:gd name="T73" fmla="*/ 1 h 13"/>
                <a:gd name="T74" fmla="*/ 5 w 19"/>
                <a:gd name="T75" fmla="*/ 1 h 13"/>
                <a:gd name="T76" fmla="*/ 4 w 19"/>
                <a:gd name="T77" fmla="*/ 2 h 13"/>
                <a:gd name="T78" fmla="*/ 3 w 19"/>
                <a:gd name="T79" fmla="*/ 4 h 13"/>
                <a:gd name="T80" fmla="*/ 3 w 19"/>
                <a:gd name="T81" fmla="*/ 5 h 13"/>
                <a:gd name="T82" fmla="*/ 3 w 19"/>
                <a:gd name="T83" fmla="*/ 13 h 13"/>
                <a:gd name="T84" fmla="*/ 0 w 19"/>
                <a:gd name="T85" fmla="*/ 13 h 13"/>
                <a:gd name="T86" fmla="*/ 0 w 19"/>
                <a:gd name="T8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13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6" y="1"/>
                  </a:lnTo>
                  <a:lnTo>
                    <a:pt x="18" y="2"/>
                  </a:lnTo>
                  <a:lnTo>
                    <a:pt x="19" y="5"/>
                  </a:lnTo>
                  <a:lnTo>
                    <a:pt x="19" y="13"/>
                  </a:lnTo>
                  <a:lnTo>
                    <a:pt x="16" y="13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5" y="2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2" y="2"/>
                  </a:lnTo>
                  <a:lnTo>
                    <a:pt x="11" y="4"/>
                  </a:lnTo>
                  <a:lnTo>
                    <a:pt x="11" y="5"/>
                  </a:lnTo>
                  <a:lnTo>
                    <a:pt x="11" y="13"/>
                  </a:lnTo>
                  <a:lnTo>
                    <a:pt x="8" y="13"/>
                  </a:lnTo>
                  <a:lnTo>
                    <a:pt x="8" y="5"/>
                  </a:lnTo>
                  <a:lnTo>
                    <a:pt x="8" y="5"/>
                  </a:lnTo>
                  <a:lnTo>
                    <a:pt x="7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2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3" name="Freeform 2212"/>
            <p:cNvSpPr>
              <a:spLocks/>
            </p:cNvSpPr>
            <p:nvPr/>
          </p:nvSpPr>
          <p:spPr bwMode="auto">
            <a:xfrm>
              <a:off x="4059" y="2961"/>
              <a:ext cx="12" cy="13"/>
            </a:xfrm>
            <a:custGeom>
              <a:avLst/>
              <a:gdLst>
                <a:gd name="T0" fmla="*/ 2 w 12"/>
                <a:gd name="T1" fmla="*/ 0 h 13"/>
                <a:gd name="T2" fmla="*/ 5 w 12"/>
                <a:gd name="T3" fmla="*/ 8 h 13"/>
                <a:gd name="T4" fmla="*/ 5 w 12"/>
                <a:gd name="T5" fmla="*/ 8 h 13"/>
                <a:gd name="T6" fmla="*/ 6 w 12"/>
                <a:gd name="T7" fmla="*/ 10 h 13"/>
                <a:gd name="T8" fmla="*/ 6 w 12"/>
                <a:gd name="T9" fmla="*/ 10 h 13"/>
                <a:gd name="T10" fmla="*/ 6 w 12"/>
                <a:gd name="T11" fmla="*/ 10 h 13"/>
                <a:gd name="T12" fmla="*/ 8 w 12"/>
                <a:gd name="T13" fmla="*/ 8 h 13"/>
                <a:gd name="T14" fmla="*/ 11 w 12"/>
                <a:gd name="T15" fmla="*/ 0 h 13"/>
                <a:gd name="T16" fmla="*/ 12 w 12"/>
                <a:gd name="T17" fmla="*/ 0 h 13"/>
                <a:gd name="T18" fmla="*/ 8 w 12"/>
                <a:gd name="T19" fmla="*/ 13 h 13"/>
                <a:gd name="T20" fmla="*/ 5 w 12"/>
                <a:gd name="T21" fmla="*/ 13 h 13"/>
                <a:gd name="T22" fmla="*/ 0 w 12"/>
                <a:gd name="T23" fmla="*/ 0 h 13"/>
                <a:gd name="T24" fmla="*/ 2 w 12"/>
                <a:gd name="T2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3">
                  <a:moveTo>
                    <a:pt x="2" y="0"/>
                  </a:moveTo>
                  <a:lnTo>
                    <a:pt x="5" y="8"/>
                  </a:lnTo>
                  <a:lnTo>
                    <a:pt x="5" y="8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8" y="13"/>
                  </a:lnTo>
                  <a:lnTo>
                    <a:pt x="5" y="13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4" name="Freeform 2213"/>
            <p:cNvSpPr>
              <a:spLocks/>
            </p:cNvSpPr>
            <p:nvPr/>
          </p:nvSpPr>
          <p:spPr bwMode="auto">
            <a:xfrm>
              <a:off x="4074" y="2961"/>
              <a:ext cx="10" cy="13"/>
            </a:xfrm>
            <a:custGeom>
              <a:avLst/>
              <a:gdLst>
                <a:gd name="T0" fmla="*/ 10 w 10"/>
                <a:gd name="T1" fmla="*/ 9 h 13"/>
                <a:gd name="T2" fmla="*/ 10 w 10"/>
                <a:gd name="T3" fmla="*/ 9 h 13"/>
                <a:gd name="T4" fmla="*/ 10 w 10"/>
                <a:gd name="T5" fmla="*/ 13 h 13"/>
                <a:gd name="T6" fmla="*/ 9 w 10"/>
                <a:gd name="T7" fmla="*/ 13 h 13"/>
                <a:gd name="T8" fmla="*/ 9 w 10"/>
                <a:gd name="T9" fmla="*/ 10 h 13"/>
                <a:gd name="T10" fmla="*/ 9 w 10"/>
                <a:gd name="T11" fmla="*/ 10 h 13"/>
                <a:gd name="T12" fmla="*/ 9 w 10"/>
                <a:gd name="T13" fmla="*/ 10 h 13"/>
                <a:gd name="T14" fmla="*/ 6 w 10"/>
                <a:gd name="T15" fmla="*/ 12 h 13"/>
                <a:gd name="T16" fmla="*/ 4 w 10"/>
                <a:gd name="T17" fmla="*/ 13 h 13"/>
                <a:gd name="T18" fmla="*/ 4 w 10"/>
                <a:gd name="T19" fmla="*/ 13 h 13"/>
                <a:gd name="T20" fmla="*/ 1 w 10"/>
                <a:gd name="T21" fmla="*/ 12 h 13"/>
                <a:gd name="T22" fmla="*/ 0 w 10"/>
                <a:gd name="T23" fmla="*/ 10 h 13"/>
                <a:gd name="T24" fmla="*/ 0 w 10"/>
                <a:gd name="T25" fmla="*/ 8 h 13"/>
                <a:gd name="T26" fmla="*/ 0 w 10"/>
                <a:gd name="T27" fmla="*/ 0 h 13"/>
                <a:gd name="T28" fmla="*/ 2 w 10"/>
                <a:gd name="T29" fmla="*/ 0 h 13"/>
                <a:gd name="T30" fmla="*/ 2 w 10"/>
                <a:gd name="T31" fmla="*/ 6 h 13"/>
                <a:gd name="T32" fmla="*/ 2 w 10"/>
                <a:gd name="T33" fmla="*/ 6 h 13"/>
                <a:gd name="T34" fmla="*/ 2 w 10"/>
                <a:gd name="T35" fmla="*/ 10 h 13"/>
                <a:gd name="T36" fmla="*/ 5 w 10"/>
                <a:gd name="T37" fmla="*/ 10 h 13"/>
                <a:gd name="T38" fmla="*/ 5 w 10"/>
                <a:gd name="T39" fmla="*/ 10 h 13"/>
                <a:gd name="T40" fmla="*/ 6 w 10"/>
                <a:gd name="T41" fmla="*/ 10 h 13"/>
                <a:gd name="T42" fmla="*/ 8 w 10"/>
                <a:gd name="T43" fmla="*/ 9 h 13"/>
                <a:gd name="T44" fmla="*/ 8 w 10"/>
                <a:gd name="T45" fmla="*/ 8 h 13"/>
                <a:gd name="T46" fmla="*/ 8 w 10"/>
                <a:gd name="T47" fmla="*/ 0 h 13"/>
                <a:gd name="T48" fmla="*/ 10 w 10"/>
                <a:gd name="T49" fmla="*/ 0 h 13"/>
                <a:gd name="T50" fmla="*/ 10 w 10"/>
                <a:gd name="T51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" h="13">
                  <a:moveTo>
                    <a:pt x="10" y="9"/>
                  </a:moveTo>
                  <a:lnTo>
                    <a:pt x="10" y="9"/>
                  </a:lnTo>
                  <a:lnTo>
                    <a:pt x="10" y="13"/>
                  </a:lnTo>
                  <a:lnTo>
                    <a:pt x="9" y="13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6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5" name="Rectangle 2214"/>
            <p:cNvSpPr>
              <a:spLocks noChangeArrowheads="1"/>
            </p:cNvSpPr>
            <p:nvPr/>
          </p:nvSpPr>
          <p:spPr bwMode="auto">
            <a:xfrm>
              <a:off x="4088" y="2955"/>
              <a:ext cx="3" cy="1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6" name="Freeform 2215"/>
            <p:cNvSpPr>
              <a:spLocks noEditPoints="1"/>
            </p:cNvSpPr>
            <p:nvPr/>
          </p:nvSpPr>
          <p:spPr bwMode="auto">
            <a:xfrm>
              <a:off x="4095" y="2961"/>
              <a:ext cx="12" cy="18"/>
            </a:xfrm>
            <a:custGeom>
              <a:avLst/>
              <a:gdLst>
                <a:gd name="T0" fmla="*/ 0 w 12"/>
                <a:gd name="T1" fmla="*/ 4 h 18"/>
                <a:gd name="T2" fmla="*/ 0 w 12"/>
                <a:gd name="T3" fmla="*/ 4 h 18"/>
                <a:gd name="T4" fmla="*/ 0 w 12"/>
                <a:gd name="T5" fmla="*/ 0 h 18"/>
                <a:gd name="T6" fmla="*/ 2 w 12"/>
                <a:gd name="T7" fmla="*/ 0 h 18"/>
                <a:gd name="T8" fmla="*/ 2 w 12"/>
                <a:gd name="T9" fmla="*/ 2 h 18"/>
                <a:gd name="T10" fmla="*/ 2 w 12"/>
                <a:gd name="T11" fmla="*/ 2 h 18"/>
                <a:gd name="T12" fmla="*/ 2 w 12"/>
                <a:gd name="T13" fmla="*/ 2 h 18"/>
                <a:gd name="T14" fmla="*/ 4 w 12"/>
                <a:gd name="T15" fmla="*/ 0 h 18"/>
                <a:gd name="T16" fmla="*/ 7 w 12"/>
                <a:gd name="T17" fmla="*/ 0 h 18"/>
                <a:gd name="T18" fmla="*/ 7 w 12"/>
                <a:gd name="T19" fmla="*/ 0 h 18"/>
                <a:gd name="T20" fmla="*/ 8 w 12"/>
                <a:gd name="T21" fmla="*/ 0 h 18"/>
                <a:gd name="T22" fmla="*/ 11 w 12"/>
                <a:gd name="T23" fmla="*/ 1 h 18"/>
                <a:gd name="T24" fmla="*/ 11 w 12"/>
                <a:gd name="T25" fmla="*/ 4 h 18"/>
                <a:gd name="T26" fmla="*/ 12 w 12"/>
                <a:gd name="T27" fmla="*/ 6 h 18"/>
                <a:gd name="T28" fmla="*/ 12 w 12"/>
                <a:gd name="T29" fmla="*/ 6 h 18"/>
                <a:gd name="T30" fmla="*/ 11 w 12"/>
                <a:gd name="T31" fmla="*/ 9 h 18"/>
                <a:gd name="T32" fmla="*/ 10 w 12"/>
                <a:gd name="T33" fmla="*/ 12 h 18"/>
                <a:gd name="T34" fmla="*/ 8 w 12"/>
                <a:gd name="T35" fmla="*/ 13 h 18"/>
                <a:gd name="T36" fmla="*/ 6 w 12"/>
                <a:gd name="T37" fmla="*/ 13 h 18"/>
                <a:gd name="T38" fmla="*/ 6 w 12"/>
                <a:gd name="T39" fmla="*/ 13 h 18"/>
                <a:gd name="T40" fmla="*/ 4 w 12"/>
                <a:gd name="T41" fmla="*/ 13 h 18"/>
                <a:gd name="T42" fmla="*/ 2 w 12"/>
                <a:gd name="T43" fmla="*/ 10 h 18"/>
                <a:gd name="T44" fmla="*/ 2 w 12"/>
                <a:gd name="T45" fmla="*/ 10 h 18"/>
                <a:gd name="T46" fmla="*/ 2 w 12"/>
                <a:gd name="T47" fmla="*/ 18 h 18"/>
                <a:gd name="T48" fmla="*/ 0 w 12"/>
                <a:gd name="T49" fmla="*/ 18 h 18"/>
                <a:gd name="T50" fmla="*/ 0 w 12"/>
                <a:gd name="T51" fmla="*/ 4 h 18"/>
                <a:gd name="T52" fmla="*/ 2 w 12"/>
                <a:gd name="T53" fmla="*/ 8 h 18"/>
                <a:gd name="T54" fmla="*/ 3 w 12"/>
                <a:gd name="T55" fmla="*/ 9 h 18"/>
                <a:gd name="T56" fmla="*/ 3 w 12"/>
                <a:gd name="T57" fmla="*/ 9 h 18"/>
                <a:gd name="T58" fmla="*/ 3 w 12"/>
                <a:gd name="T59" fmla="*/ 10 h 18"/>
                <a:gd name="T60" fmla="*/ 6 w 12"/>
                <a:gd name="T61" fmla="*/ 12 h 18"/>
                <a:gd name="T62" fmla="*/ 6 w 12"/>
                <a:gd name="T63" fmla="*/ 12 h 18"/>
                <a:gd name="T64" fmla="*/ 8 w 12"/>
                <a:gd name="T65" fmla="*/ 10 h 18"/>
                <a:gd name="T66" fmla="*/ 10 w 12"/>
                <a:gd name="T67" fmla="*/ 6 h 18"/>
                <a:gd name="T68" fmla="*/ 10 w 12"/>
                <a:gd name="T69" fmla="*/ 6 h 18"/>
                <a:gd name="T70" fmla="*/ 8 w 12"/>
                <a:gd name="T71" fmla="*/ 2 h 18"/>
                <a:gd name="T72" fmla="*/ 7 w 12"/>
                <a:gd name="T73" fmla="*/ 2 h 18"/>
                <a:gd name="T74" fmla="*/ 6 w 12"/>
                <a:gd name="T75" fmla="*/ 1 h 18"/>
                <a:gd name="T76" fmla="*/ 6 w 12"/>
                <a:gd name="T77" fmla="*/ 1 h 18"/>
                <a:gd name="T78" fmla="*/ 4 w 12"/>
                <a:gd name="T79" fmla="*/ 2 h 18"/>
                <a:gd name="T80" fmla="*/ 3 w 12"/>
                <a:gd name="T81" fmla="*/ 4 h 18"/>
                <a:gd name="T82" fmla="*/ 2 w 12"/>
                <a:gd name="T83" fmla="*/ 5 h 18"/>
                <a:gd name="T84" fmla="*/ 2 w 12"/>
                <a:gd name="T85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" h="18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1" y="1"/>
                  </a:lnTo>
                  <a:lnTo>
                    <a:pt x="11" y="4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8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8"/>
                  </a:lnTo>
                  <a:lnTo>
                    <a:pt x="0" y="18"/>
                  </a:lnTo>
                  <a:lnTo>
                    <a:pt x="0" y="4"/>
                  </a:lnTo>
                  <a:close/>
                  <a:moveTo>
                    <a:pt x="2" y="8"/>
                  </a:move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8" y="10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8" y="2"/>
                  </a:lnTo>
                  <a:lnTo>
                    <a:pt x="7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2" y="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7" name="Freeform 2216"/>
            <p:cNvSpPr>
              <a:spLocks/>
            </p:cNvSpPr>
            <p:nvPr/>
          </p:nvSpPr>
          <p:spPr bwMode="auto">
            <a:xfrm>
              <a:off x="4110" y="2961"/>
              <a:ext cx="11" cy="13"/>
            </a:xfrm>
            <a:custGeom>
              <a:avLst/>
              <a:gdLst>
                <a:gd name="T0" fmla="*/ 11 w 11"/>
                <a:gd name="T1" fmla="*/ 9 h 13"/>
                <a:gd name="T2" fmla="*/ 11 w 11"/>
                <a:gd name="T3" fmla="*/ 9 h 13"/>
                <a:gd name="T4" fmla="*/ 11 w 11"/>
                <a:gd name="T5" fmla="*/ 13 h 13"/>
                <a:gd name="T6" fmla="*/ 9 w 11"/>
                <a:gd name="T7" fmla="*/ 13 h 13"/>
                <a:gd name="T8" fmla="*/ 8 w 11"/>
                <a:gd name="T9" fmla="*/ 10 h 13"/>
                <a:gd name="T10" fmla="*/ 8 w 11"/>
                <a:gd name="T11" fmla="*/ 10 h 13"/>
                <a:gd name="T12" fmla="*/ 8 w 11"/>
                <a:gd name="T13" fmla="*/ 10 h 13"/>
                <a:gd name="T14" fmla="*/ 7 w 11"/>
                <a:gd name="T15" fmla="*/ 12 h 13"/>
                <a:gd name="T16" fmla="*/ 4 w 11"/>
                <a:gd name="T17" fmla="*/ 13 h 13"/>
                <a:gd name="T18" fmla="*/ 4 w 11"/>
                <a:gd name="T19" fmla="*/ 13 h 13"/>
                <a:gd name="T20" fmla="*/ 1 w 11"/>
                <a:gd name="T21" fmla="*/ 12 h 13"/>
                <a:gd name="T22" fmla="*/ 0 w 11"/>
                <a:gd name="T23" fmla="*/ 10 h 13"/>
                <a:gd name="T24" fmla="*/ 0 w 11"/>
                <a:gd name="T25" fmla="*/ 8 h 13"/>
                <a:gd name="T26" fmla="*/ 0 w 11"/>
                <a:gd name="T27" fmla="*/ 0 h 13"/>
                <a:gd name="T28" fmla="*/ 3 w 11"/>
                <a:gd name="T29" fmla="*/ 0 h 13"/>
                <a:gd name="T30" fmla="*/ 3 w 11"/>
                <a:gd name="T31" fmla="*/ 6 h 13"/>
                <a:gd name="T32" fmla="*/ 3 w 11"/>
                <a:gd name="T33" fmla="*/ 6 h 13"/>
                <a:gd name="T34" fmla="*/ 3 w 11"/>
                <a:gd name="T35" fmla="*/ 10 h 13"/>
                <a:gd name="T36" fmla="*/ 5 w 11"/>
                <a:gd name="T37" fmla="*/ 10 h 13"/>
                <a:gd name="T38" fmla="*/ 5 w 11"/>
                <a:gd name="T39" fmla="*/ 10 h 13"/>
                <a:gd name="T40" fmla="*/ 7 w 11"/>
                <a:gd name="T41" fmla="*/ 10 h 13"/>
                <a:gd name="T42" fmla="*/ 8 w 11"/>
                <a:gd name="T43" fmla="*/ 9 h 13"/>
                <a:gd name="T44" fmla="*/ 8 w 11"/>
                <a:gd name="T45" fmla="*/ 8 h 13"/>
                <a:gd name="T46" fmla="*/ 8 w 11"/>
                <a:gd name="T47" fmla="*/ 0 h 13"/>
                <a:gd name="T48" fmla="*/ 11 w 11"/>
                <a:gd name="T49" fmla="*/ 0 h 13"/>
                <a:gd name="T50" fmla="*/ 11 w 11"/>
                <a:gd name="T51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" h="13">
                  <a:moveTo>
                    <a:pt x="11" y="9"/>
                  </a:moveTo>
                  <a:lnTo>
                    <a:pt x="11" y="9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7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8" name="Freeform 2217"/>
            <p:cNvSpPr>
              <a:spLocks/>
            </p:cNvSpPr>
            <p:nvPr/>
          </p:nvSpPr>
          <p:spPr bwMode="auto">
            <a:xfrm>
              <a:off x="4124" y="2957"/>
              <a:ext cx="6" cy="17"/>
            </a:xfrm>
            <a:custGeom>
              <a:avLst/>
              <a:gdLst>
                <a:gd name="T0" fmla="*/ 4 w 6"/>
                <a:gd name="T1" fmla="*/ 0 h 17"/>
                <a:gd name="T2" fmla="*/ 4 w 6"/>
                <a:gd name="T3" fmla="*/ 4 h 17"/>
                <a:gd name="T4" fmla="*/ 6 w 6"/>
                <a:gd name="T5" fmla="*/ 4 h 17"/>
                <a:gd name="T6" fmla="*/ 6 w 6"/>
                <a:gd name="T7" fmla="*/ 5 h 17"/>
                <a:gd name="T8" fmla="*/ 4 w 6"/>
                <a:gd name="T9" fmla="*/ 5 h 17"/>
                <a:gd name="T10" fmla="*/ 4 w 6"/>
                <a:gd name="T11" fmla="*/ 13 h 17"/>
                <a:gd name="T12" fmla="*/ 4 w 6"/>
                <a:gd name="T13" fmla="*/ 13 h 17"/>
                <a:gd name="T14" fmla="*/ 4 w 6"/>
                <a:gd name="T15" fmla="*/ 14 h 17"/>
                <a:gd name="T16" fmla="*/ 5 w 6"/>
                <a:gd name="T17" fmla="*/ 14 h 17"/>
                <a:gd name="T18" fmla="*/ 5 w 6"/>
                <a:gd name="T19" fmla="*/ 14 h 17"/>
                <a:gd name="T20" fmla="*/ 6 w 6"/>
                <a:gd name="T21" fmla="*/ 14 h 17"/>
                <a:gd name="T22" fmla="*/ 6 w 6"/>
                <a:gd name="T23" fmla="*/ 17 h 17"/>
                <a:gd name="T24" fmla="*/ 6 w 6"/>
                <a:gd name="T25" fmla="*/ 17 h 17"/>
                <a:gd name="T26" fmla="*/ 5 w 6"/>
                <a:gd name="T27" fmla="*/ 17 h 17"/>
                <a:gd name="T28" fmla="*/ 5 w 6"/>
                <a:gd name="T29" fmla="*/ 17 h 17"/>
                <a:gd name="T30" fmla="*/ 2 w 6"/>
                <a:gd name="T31" fmla="*/ 16 h 17"/>
                <a:gd name="T32" fmla="*/ 2 w 6"/>
                <a:gd name="T33" fmla="*/ 16 h 17"/>
                <a:gd name="T34" fmla="*/ 1 w 6"/>
                <a:gd name="T35" fmla="*/ 13 h 17"/>
                <a:gd name="T36" fmla="*/ 1 w 6"/>
                <a:gd name="T37" fmla="*/ 5 h 17"/>
                <a:gd name="T38" fmla="*/ 0 w 6"/>
                <a:gd name="T39" fmla="*/ 5 h 17"/>
                <a:gd name="T40" fmla="*/ 0 w 6"/>
                <a:gd name="T41" fmla="*/ 4 h 17"/>
                <a:gd name="T42" fmla="*/ 1 w 6"/>
                <a:gd name="T43" fmla="*/ 4 h 17"/>
                <a:gd name="T44" fmla="*/ 1 w 6"/>
                <a:gd name="T45" fmla="*/ 1 h 17"/>
                <a:gd name="T46" fmla="*/ 4 w 6"/>
                <a:gd name="T4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" h="17">
                  <a:moveTo>
                    <a:pt x="4" y="0"/>
                  </a:moveTo>
                  <a:lnTo>
                    <a:pt x="4" y="4"/>
                  </a:lnTo>
                  <a:lnTo>
                    <a:pt x="6" y="4"/>
                  </a:lnTo>
                  <a:lnTo>
                    <a:pt x="6" y="5"/>
                  </a:lnTo>
                  <a:lnTo>
                    <a:pt x="4" y="5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1" y="13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9" name="Freeform 2218"/>
            <p:cNvSpPr>
              <a:spLocks noEditPoints="1"/>
            </p:cNvSpPr>
            <p:nvPr/>
          </p:nvSpPr>
          <p:spPr bwMode="auto">
            <a:xfrm>
              <a:off x="4133" y="2961"/>
              <a:ext cx="9" cy="13"/>
            </a:xfrm>
            <a:custGeom>
              <a:avLst/>
              <a:gdLst>
                <a:gd name="T0" fmla="*/ 8 w 9"/>
                <a:gd name="T1" fmla="*/ 13 h 13"/>
                <a:gd name="T2" fmla="*/ 8 w 9"/>
                <a:gd name="T3" fmla="*/ 10 h 13"/>
                <a:gd name="T4" fmla="*/ 8 w 9"/>
                <a:gd name="T5" fmla="*/ 10 h 13"/>
                <a:gd name="T6" fmla="*/ 8 w 9"/>
                <a:gd name="T7" fmla="*/ 10 h 13"/>
                <a:gd name="T8" fmla="*/ 5 w 9"/>
                <a:gd name="T9" fmla="*/ 12 h 13"/>
                <a:gd name="T10" fmla="*/ 4 w 9"/>
                <a:gd name="T11" fmla="*/ 13 h 13"/>
                <a:gd name="T12" fmla="*/ 4 w 9"/>
                <a:gd name="T13" fmla="*/ 13 h 13"/>
                <a:gd name="T14" fmla="*/ 0 w 9"/>
                <a:gd name="T15" fmla="*/ 12 h 13"/>
                <a:gd name="T16" fmla="*/ 0 w 9"/>
                <a:gd name="T17" fmla="*/ 9 h 13"/>
                <a:gd name="T18" fmla="*/ 0 w 9"/>
                <a:gd name="T19" fmla="*/ 9 h 13"/>
                <a:gd name="T20" fmla="*/ 0 w 9"/>
                <a:gd name="T21" fmla="*/ 8 h 13"/>
                <a:gd name="T22" fmla="*/ 1 w 9"/>
                <a:gd name="T23" fmla="*/ 6 h 13"/>
                <a:gd name="T24" fmla="*/ 7 w 9"/>
                <a:gd name="T25" fmla="*/ 5 h 13"/>
                <a:gd name="T26" fmla="*/ 7 w 9"/>
                <a:gd name="T27" fmla="*/ 4 h 13"/>
                <a:gd name="T28" fmla="*/ 7 w 9"/>
                <a:gd name="T29" fmla="*/ 4 h 13"/>
                <a:gd name="T30" fmla="*/ 7 w 9"/>
                <a:gd name="T31" fmla="*/ 2 h 13"/>
                <a:gd name="T32" fmla="*/ 4 w 9"/>
                <a:gd name="T33" fmla="*/ 1 h 13"/>
                <a:gd name="T34" fmla="*/ 4 w 9"/>
                <a:gd name="T35" fmla="*/ 1 h 13"/>
                <a:gd name="T36" fmla="*/ 1 w 9"/>
                <a:gd name="T37" fmla="*/ 2 h 13"/>
                <a:gd name="T38" fmla="*/ 0 w 9"/>
                <a:gd name="T39" fmla="*/ 1 h 13"/>
                <a:gd name="T40" fmla="*/ 0 w 9"/>
                <a:gd name="T41" fmla="*/ 1 h 13"/>
                <a:gd name="T42" fmla="*/ 5 w 9"/>
                <a:gd name="T43" fmla="*/ 0 h 13"/>
                <a:gd name="T44" fmla="*/ 5 w 9"/>
                <a:gd name="T45" fmla="*/ 0 h 13"/>
                <a:gd name="T46" fmla="*/ 7 w 9"/>
                <a:gd name="T47" fmla="*/ 0 h 13"/>
                <a:gd name="T48" fmla="*/ 8 w 9"/>
                <a:gd name="T49" fmla="*/ 1 h 13"/>
                <a:gd name="T50" fmla="*/ 9 w 9"/>
                <a:gd name="T51" fmla="*/ 5 h 13"/>
                <a:gd name="T52" fmla="*/ 9 w 9"/>
                <a:gd name="T53" fmla="*/ 9 h 13"/>
                <a:gd name="T54" fmla="*/ 9 w 9"/>
                <a:gd name="T55" fmla="*/ 9 h 13"/>
                <a:gd name="T56" fmla="*/ 9 w 9"/>
                <a:gd name="T57" fmla="*/ 13 h 13"/>
                <a:gd name="T58" fmla="*/ 8 w 9"/>
                <a:gd name="T59" fmla="*/ 13 h 13"/>
                <a:gd name="T60" fmla="*/ 7 w 9"/>
                <a:gd name="T61" fmla="*/ 6 h 13"/>
                <a:gd name="T62" fmla="*/ 7 w 9"/>
                <a:gd name="T63" fmla="*/ 6 h 13"/>
                <a:gd name="T64" fmla="*/ 4 w 9"/>
                <a:gd name="T65" fmla="*/ 6 h 13"/>
                <a:gd name="T66" fmla="*/ 3 w 9"/>
                <a:gd name="T67" fmla="*/ 8 h 13"/>
                <a:gd name="T68" fmla="*/ 1 w 9"/>
                <a:gd name="T69" fmla="*/ 9 h 13"/>
                <a:gd name="T70" fmla="*/ 1 w 9"/>
                <a:gd name="T71" fmla="*/ 9 h 13"/>
                <a:gd name="T72" fmla="*/ 3 w 9"/>
                <a:gd name="T73" fmla="*/ 10 h 13"/>
                <a:gd name="T74" fmla="*/ 4 w 9"/>
                <a:gd name="T75" fmla="*/ 12 h 13"/>
                <a:gd name="T76" fmla="*/ 4 w 9"/>
                <a:gd name="T77" fmla="*/ 12 h 13"/>
                <a:gd name="T78" fmla="*/ 7 w 9"/>
                <a:gd name="T79" fmla="*/ 10 h 13"/>
                <a:gd name="T80" fmla="*/ 7 w 9"/>
                <a:gd name="T81" fmla="*/ 9 h 13"/>
                <a:gd name="T82" fmla="*/ 7 w 9"/>
                <a:gd name="T83" fmla="*/ 8 h 13"/>
                <a:gd name="T84" fmla="*/ 7 w 9"/>
                <a:gd name="T85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" h="13">
                  <a:moveTo>
                    <a:pt x="8" y="13"/>
                  </a:move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5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0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8"/>
                  </a:lnTo>
                  <a:lnTo>
                    <a:pt x="1" y="6"/>
                  </a:lnTo>
                  <a:lnTo>
                    <a:pt x="7" y="5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1"/>
                  </a:lnTo>
                  <a:lnTo>
                    <a:pt x="9" y="5"/>
                  </a:lnTo>
                  <a:lnTo>
                    <a:pt x="9" y="9"/>
                  </a:lnTo>
                  <a:lnTo>
                    <a:pt x="9" y="9"/>
                  </a:lnTo>
                  <a:lnTo>
                    <a:pt x="9" y="13"/>
                  </a:lnTo>
                  <a:lnTo>
                    <a:pt x="8" y="13"/>
                  </a:lnTo>
                  <a:close/>
                  <a:moveTo>
                    <a:pt x="7" y="6"/>
                  </a:moveTo>
                  <a:lnTo>
                    <a:pt x="7" y="6"/>
                  </a:lnTo>
                  <a:lnTo>
                    <a:pt x="4" y="6"/>
                  </a:lnTo>
                  <a:lnTo>
                    <a:pt x="3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3" y="10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7" y="10"/>
                  </a:lnTo>
                  <a:lnTo>
                    <a:pt x="7" y="9"/>
                  </a:lnTo>
                  <a:lnTo>
                    <a:pt x="7" y="8"/>
                  </a:lnTo>
                  <a:lnTo>
                    <a:pt x="7" y="6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27" name="Freeform 2220"/>
          <p:cNvSpPr>
            <a:spLocks/>
          </p:cNvSpPr>
          <p:nvPr/>
        </p:nvSpPr>
        <p:spPr bwMode="auto">
          <a:xfrm>
            <a:off x="2991358" y="5183128"/>
            <a:ext cx="8823" cy="21427"/>
          </a:xfrm>
          <a:custGeom>
            <a:avLst/>
            <a:gdLst>
              <a:gd name="T0" fmla="*/ 4 w 7"/>
              <a:gd name="T1" fmla="*/ 0 h 17"/>
              <a:gd name="T2" fmla="*/ 4 w 7"/>
              <a:gd name="T3" fmla="*/ 4 h 17"/>
              <a:gd name="T4" fmla="*/ 7 w 7"/>
              <a:gd name="T5" fmla="*/ 4 h 17"/>
              <a:gd name="T6" fmla="*/ 7 w 7"/>
              <a:gd name="T7" fmla="*/ 5 h 17"/>
              <a:gd name="T8" fmla="*/ 4 w 7"/>
              <a:gd name="T9" fmla="*/ 5 h 17"/>
              <a:gd name="T10" fmla="*/ 4 w 7"/>
              <a:gd name="T11" fmla="*/ 13 h 17"/>
              <a:gd name="T12" fmla="*/ 4 w 7"/>
              <a:gd name="T13" fmla="*/ 13 h 17"/>
              <a:gd name="T14" fmla="*/ 4 w 7"/>
              <a:gd name="T15" fmla="*/ 14 h 17"/>
              <a:gd name="T16" fmla="*/ 6 w 7"/>
              <a:gd name="T17" fmla="*/ 14 h 17"/>
              <a:gd name="T18" fmla="*/ 6 w 7"/>
              <a:gd name="T19" fmla="*/ 14 h 17"/>
              <a:gd name="T20" fmla="*/ 7 w 7"/>
              <a:gd name="T21" fmla="*/ 14 h 17"/>
              <a:gd name="T22" fmla="*/ 7 w 7"/>
              <a:gd name="T23" fmla="*/ 17 h 17"/>
              <a:gd name="T24" fmla="*/ 7 w 7"/>
              <a:gd name="T25" fmla="*/ 17 h 17"/>
              <a:gd name="T26" fmla="*/ 6 w 7"/>
              <a:gd name="T27" fmla="*/ 17 h 17"/>
              <a:gd name="T28" fmla="*/ 6 w 7"/>
              <a:gd name="T29" fmla="*/ 17 h 17"/>
              <a:gd name="T30" fmla="*/ 3 w 7"/>
              <a:gd name="T31" fmla="*/ 16 h 17"/>
              <a:gd name="T32" fmla="*/ 3 w 7"/>
              <a:gd name="T33" fmla="*/ 16 h 17"/>
              <a:gd name="T34" fmla="*/ 1 w 7"/>
              <a:gd name="T35" fmla="*/ 13 h 17"/>
              <a:gd name="T36" fmla="*/ 1 w 7"/>
              <a:gd name="T37" fmla="*/ 5 h 17"/>
              <a:gd name="T38" fmla="*/ 0 w 7"/>
              <a:gd name="T39" fmla="*/ 5 h 17"/>
              <a:gd name="T40" fmla="*/ 0 w 7"/>
              <a:gd name="T41" fmla="*/ 4 h 17"/>
              <a:gd name="T42" fmla="*/ 1 w 7"/>
              <a:gd name="T43" fmla="*/ 4 h 17"/>
              <a:gd name="T44" fmla="*/ 1 w 7"/>
              <a:gd name="T45" fmla="*/ 1 h 17"/>
              <a:gd name="T46" fmla="*/ 4 w 7"/>
              <a:gd name="T47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" h="17">
                <a:moveTo>
                  <a:pt x="4" y="0"/>
                </a:moveTo>
                <a:lnTo>
                  <a:pt x="4" y="4"/>
                </a:lnTo>
                <a:lnTo>
                  <a:pt x="7" y="4"/>
                </a:lnTo>
                <a:lnTo>
                  <a:pt x="7" y="5"/>
                </a:lnTo>
                <a:lnTo>
                  <a:pt x="4" y="5"/>
                </a:lnTo>
                <a:lnTo>
                  <a:pt x="4" y="13"/>
                </a:lnTo>
                <a:lnTo>
                  <a:pt x="4" y="13"/>
                </a:lnTo>
                <a:lnTo>
                  <a:pt x="4" y="14"/>
                </a:lnTo>
                <a:lnTo>
                  <a:pt x="6" y="14"/>
                </a:lnTo>
                <a:lnTo>
                  <a:pt x="6" y="14"/>
                </a:lnTo>
                <a:lnTo>
                  <a:pt x="7" y="14"/>
                </a:lnTo>
                <a:lnTo>
                  <a:pt x="7" y="17"/>
                </a:lnTo>
                <a:lnTo>
                  <a:pt x="7" y="17"/>
                </a:lnTo>
                <a:lnTo>
                  <a:pt x="6" y="17"/>
                </a:lnTo>
                <a:lnTo>
                  <a:pt x="6" y="17"/>
                </a:lnTo>
                <a:lnTo>
                  <a:pt x="3" y="16"/>
                </a:lnTo>
                <a:lnTo>
                  <a:pt x="3" y="16"/>
                </a:lnTo>
                <a:lnTo>
                  <a:pt x="1" y="13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1"/>
                </a:lnTo>
                <a:lnTo>
                  <a:pt x="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" name="Freeform 2221"/>
          <p:cNvSpPr>
            <a:spLocks noEditPoints="1"/>
          </p:cNvSpPr>
          <p:nvPr/>
        </p:nvSpPr>
        <p:spPr bwMode="auto">
          <a:xfrm>
            <a:off x="3003962" y="5188169"/>
            <a:ext cx="12604" cy="16386"/>
          </a:xfrm>
          <a:custGeom>
            <a:avLst/>
            <a:gdLst>
              <a:gd name="T0" fmla="*/ 1 w 10"/>
              <a:gd name="T1" fmla="*/ 6 h 13"/>
              <a:gd name="T2" fmla="*/ 1 w 10"/>
              <a:gd name="T3" fmla="*/ 6 h 13"/>
              <a:gd name="T4" fmla="*/ 2 w 10"/>
              <a:gd name="T5" fmla="*/ 9 h 13"/>
              <a:gd name="T6" fmla="*/ 2 w 10"/>
              <a:gd name="T7" fmla="*/ 10 h 13"/>
              <a:gd name="T8" fmla="*/ 6 w 10"/>
              <a:gd name="T9" fmla="*/ 12 h 13"/>
              <a:gd name="T10" fmla="*/ 6 w 10"/>
              <a:gd name="T11" fmla="*/ 12 h 13"/>
              <a:gd name="T12" fmla="*/ 9 w 10"/>
              <a:gd name="T13" fmla="*/ 10 h 13"/>
              <a:gd name="T14" fmla="*/ 10 w 10"/>
              <a:gd name="T15" fmla="*/ 12 h 13"/>
              <a:gd name="T16" fmla="*/ 10 w 10"/>
              <a:gd name="T17" fmla="*/ 12 h 13"/>
              <a:gd name="T18" fmla="*/ 5 w 10"/>
              <a:gd name="T19" fmla="*/ 13 h 13"/>
              <a:gd name="T20" fmla="*/ 5 w 10"/>
              <a:gd name="T21" fmla="*/ 13 h 13"/>
              <a:gd name="T22" fmla="*/ 2 w 10"/>
              <a:gd name="T23" fmla="*/ 13 h 13"/>
              <a:gd name="T24" fmla="*/ 1 w 10"/>
              <a:gd name="T25" fmla="*/ 12 h 13"/>
              <a:gd name="T26" fmla="*/ 0 w 10"/>
              <a:gd name="T27" fmla="*/ 9 h 13"/>
              <a:gd name="T28" fmla="*/ 0 w 10"/>
              <a:gd name="T29" fmla="*/ 6 h 13"/>
              <a:gd name="T30" fmla="*/ 0 w 10"/>
              <a:gd name="T31" fmla="*/ 6 h 13"/>
              <a:gd name="T32" fmla="*/ 0 w 10"/>
              <a:gd name="T33" fmla="*/ 4 h 13"/>
              <a:gd name="T34" fmla="*/ 1 w 10"/>
              <a:gd name="T35" fmla="*/ 1 h 13"/>
              <a:gd name="T36" fmla="*/ 2 w 10"/>
              <a:gd name="T37" fmla="*/ 0 h 13"/>
              <a:gd name="T38" fmla="*/ 5 w 10"/>
              <a:gd name="T39" fmla="*/ 0 h 13"/>
              <a:gd name="T40" fmla="*/ 5 w 10"/>
              <a:gd name="T41" fmla="*/ 0 h 13"/>
              <a:gd name="T42" fmla="*/ 8 w 10"/>
              <a:gd name="T43" fmla="*/ 0 h 13"/>
              <a:gd name="T44" fmla="*/ 9 w 10"/>
              <a:gd name="T45" fmla="*/ 2 h 13"/>
              <a:gd name="T46" fmla="*/ 10 w 10"/>
              <a:gd name="T47" fmla="*/ 5 h 13"/>
              <a:gd name="T48" fmla="*/ 10 w 10"/>
              <a:gd name="T49" fmla="*/ 6 h 13"/>
              <a:gd name="T50" fmla="*/ 1 w 10"/>
              <a:gd name="T51" fmla="*/ 6 h 13"/>
              <a:gd name="T52" fmla="*/ 8 w 10"/>
              <a:gd name="T53" fmla="*/ 5 h 13"/>
              <a:gd name="T54" fmla="*/ 8 w 10"/>
              <a:gd name="T55" fmla="*/ 5 h 13"/>
              <a:gd name="T56" fmla="*/ 8 w 10"/>
              <a:gd name="T57" fmla="*/ 2 h 13"/>
              <a:gd name="T58" fmla="*/ 6 w 10"/>
              <a:gd name="T59" fmla="*/ 1 h 13"/>
              <a:gd name="T60" fmla="*/ 5 w 10"/>
              <a:gd name="T61" fmla="*/ 1 h 13"/>
              <a:gd name="T62" fmla="*/ 5 w 10"/>
              <a:gd name="T63" fmla="*/ 1 h 13"/>
              <a:gd name="T64" fmla="*/ 2 w 10"/>
              <a:gd name="T65" fmla="*/ 2 h 13"/>
              <a:gd name="T66" fmla="*/ 1 w 10"/>
              <a:gd name="T67" fmla="*/ 5 h 13"/>
              <a:gd name="T68" fmla="*/ 8 w 10"/>
              <a:gd name="T69" fmla="*/ 5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" h="13">
                <a:moveTo>
                  <a:pt x="1" y="6"/>
                </a:moveTo>
                <a:lnTo>
                  <a:pt x="1" y="6"/>
                </a:lnTo>
                <a:lnTo>
                  <a:pt x="2" y="9"/>
                </a:lnTo>
                <a:lnTo>
                  <a:pt x="2" y="10"/>
                </a:lnTo>
                <a:lnTo>
                  <a:pt x="6" y="12"/>
                </a:lnTo>
                <a:lnTo>
                  <a:pt x="6" y="12"/>
                </a:lnTo>
                <a:lnTo>
                  <a:pt x="9" y="10"/>
                </a:lnTo>
                <a:lnTo>
                  <a:pt x="10" y="12"/>
                </a:lnTo>
                <a:lnTo>
                  <a:pt x="10" y="12"/>
                </a:lnTo>
                <a:lnTo>
                  <a:pt x="5" y="13"/>
                </a:lnTo>
                <a:lnTo>
                  <a:pt x="5" y="13"/>
                </a:lnTo>
                <a:lnTo>
                  <a:pt x="2" y="13"/>
                </a:lnTo>
                <a:lnTo>
                  <a:pt x="1" y="12"/>
                </a:lnTo>
                <a:lnTo>
                  <a:pt x="0" y="9"/>
                </a:lnTo>
                <a:lnTo>
                  <a:pt x="0" y="6"/>
                </a:lnTo>
                <a:lnTo>
                  <a:pt x="0" y="6"/>
                </a:lnTo>
                <a:lnTo>
                  <a:pt x="0" y="4"/>
                </a:lnTo>
                <a:lnTo>
                  <a:pt x="1" y="1"/>
                </a:lnTo>
                <a:lnTo>
                  <a:pt x="2" y="0"/>
                </a:lnTo>
                <a:lnTo>
                  <a:pt x="5" y="0"/>
                </a:lnTo>
                <a:lnTo>
                  <a:pt x="5" y="0"/>
                </a:lnTo>
                <a:lnTo>
                  <a:pt x="8" y="0"/>
                </a:lnTo>
                <a:lnTo>
                  <a:pt x="9" y="2"/>
                </a:lnTo>
                <a:lnTo>
                  <a:pt x="10" y="5"/>
                </a:lnTo>
                <a:lnTo>
                  <a:pt x="10" y="6"/>
                </a:lnTo>
                <a:lnTo>
                  <a:pt x="1" y="6"/>
                </a:lnTo>
                <a:close/>
                <a:moveTo>
                  <a:pt x="8" y="5"/>
                </a:moveTo>
                <a:lnTo>
                  <a:pt x="8" y="5"/>
                </a:lnTo>
                <a:lnTo>
                  <a:pt x="8" y="2"/>
                </a:lnTo>
                <a:lnTo>
                  <a:pt x="6" y="1"/>
                </a:lnTo>
                <a:lnTo>
                  <a:pt x="5" y="1"/>
                </a:lnTo>
                <a:lnTo>
                  <a:pt x="5" y="1"/>
                </a:lnTo>
                <a:lnTo>
                  <a:pt x="2" y="2"/>
                </a:lnTo>
                <a:lnTo>
                  <a:pt x="1" y="5"/>
                </a:lnTo>
                <a:lnTo>
                  <a:pt x="8" y="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" name="Freeform 2222"/>
          <p:cNvSpPr>
            <a:spLocks/>
          </p:cNvSpPr>
          <p:nvPr/>
        </p:nvSpPr>
        <p:spPr bwMode="auto">
          <a:xfrm>
            <a:off x="3019087" y="5199513"/>
            <a:ext cx="5042" cy="8823"/>
          </a:xfrm>
          <a:custGeom>
            <a:avLst/>
            <a:gdLst>
              <a:gd name="T0" fmla="*/ 0 w 4"/>
              <a:gd name="T1" fmla="*/ 7 h 7"/>
              <a:gd name="T2" fmla="*/ 0 w 4"/>
              <a:gd name="T3" fmla="*/ 7 h 7"/>
              <a:gd name="T4" fmla="*/ 1 w 4"/>
              <a:gd name="T5" fmla="*/ 0 h 7"/>
              <a:gd name="T6" fmla="*/ 4 w 4"/>
              <a:gd name="T7" fmla="*/ 0 h 7"/>
              <a:gd name="T8" fmla="*/ 4 w 4"/>
              <a:gd name="T9" fmla="*/ 0 h 7"/>
              <a:gd name="T10" fmla="*/ 1 w 4"/>
              <a:gd name="T11" fmla="*/ 7 h 7"/>
              <a:gd name="T12" fmla="*/ 0 w 4"/>
              <a:gd name="T1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7">
                <a:moveTo>
                  <a:pt x="0" y="7"/>
                </a:moveTo>
                <a:lnTo>
                  <a:pt x="0" y="7"/>
                </a:lnTo>
                <a:lnTo>
                  <a:pt x="1" y="0"/>
                </a:lnTo>
                <a:lnTo>
                  <a:pt x="4" y="0"/>
                </a:lnTo>
                <a:lnTo>
                  <a:pt x="4" y="0"/>
                </a:lnTo>
                <a:lnTo>
                  <a:pt x="1" y="7"/>
                </a:lnTo>
                <a:lnTo>
                  <a:pt x="0" y="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" name="Freeform 2223"/>
          <p:cNvSpPr>
            <a:spLocks/>
          </p:cNvSpPr>
          <p:nvPr/>
        </p:nvSpPr>
        <p:spPr bwMode="auto">
          <a:xfrm>
            <a:off x="3034211" y="5188169"/>
            <a:ext cx="13865" cy="16386"/>
          </a:xfrm>
          <a:custGeom>
            <a:avLst/>
            <a:gdLst>
              <a:gd name="T0" fmla="*/ 0 w 11"/>
              <a:gd name="T1" fmla="*/ 4 h 13"/>
              <a:gd name="T2" fmla="*/ 0 w 11"/>
              <a:gd name="T3" fmla="*/ 4 h 13"/>
              <a:gd name="T4" fmla="*/ 0 w 11"/>
              <a:gd name="T5" fmla="*/ 0 h 13"/>
              <a:gd name="T6" fmla="*/ 3 w 11"/>
              <a:gd name="T7" fmla="*/ 0 h 13"/>
              <a:gd name="T8" fmla="*/ 3 w 11"/>
              <a:gd name="T9" fmla="*/ 2 h 13"/>
              <a:gd name="T10" fmla="*/ 3 w 11"/>
              <a:gd name="T11" fmla="*/ 2 h 13"/>
              <a:gd name="T12" fmla="*/ 3 w 11"/>
              <a:gd name="T13" fmla="*/ 2 h 13"/>
              <a:gd name="T14" fmla="*/ 4 w 11"/>
              <a:gd name="T15" fmla="*/ 0 h 13"/>
              <a:gd name="T16" fmla="*/ 7 w 11"/>
              <a:gd name="T17" fmla="*/ 0 h 13"/>
              <a:gd name="T18" fmla="*/ 7 w 11"/>
              <a:gd name="T19" fmla="*/ 0 h 13"/>
              <a:gd name="T20" fmla="*/ 9 w 11"/>
              <a:gd name="T21" fmla="*/ 1 h 13"/>
              <a:gd name="T22" fmla="*/ 11 w 11"/>
              <a:gd name="T23" fmla="*/ 2 h 13"/>
              <a:gd name="T24" fmla="*/ 11 w 11"/>
              <a:gd name="T25" fmla="*/ 5 h 13"/>
              <a:gd name="T26" fmla="*/ 11 w 11"/>
              <a:gd name="T27" fmla="*/ 13 h 13"/>
              <a:gd name="T28" fmla="*/ 9 w 11"/>
              <a:gd name="T29" fmla="*/ 13 h 13"/>
              <a:gd name="T30" fmla="*/ 9 w 11"/>
              <a:gd name="T31" fmla="*/ 5 h 13"/>
              <a:gd name="T32" fmla="*/ 9 w 11"/>
              <a:gd name="T33" fmla="*/ 5 h 13"/>
              <a:gd name="T34" fmla="*/ 8 w 11"/>
              <a:gd name="T35" fmla="*/ 2 h 13"/>
              <a:gd name="T36" fmla="*/ 5 w 11"/>
              <a:gd name="T37" fmla="*/ 1 h 13"/>
              <a:gd name="T38" fmla="*/ 5 w 11"/>
              <a:gd name="T39" fmla="*/ 1 h 13"/>
              <a:gd name="T40" fmla="*/ 4 w 11"/>
              <a:gd name="T41" fmla="*/ 2 h 13"/>
              <a:gd name="T42" fmla="*/ 3 w 11"/>
              <a:gd name="T43" fmla="*/ 4 h 13"/>
              <a:gd name="T44" fmla="*/ 3 w 11"/>
              <a:gd name="T45" fmla="*/ 5 h 13"/>
              <a:gd name="T46" fmla="*/ 3 w 11"/>
              <a:gd name="T47" fmla="*/ 13 h 13"/>
              <a:gd name="T48" fmla="*/ 0 w 11"/>
              <a:gd name="T49" fmla="*/ 13 h 13"/>
              <a:gd name="T50" fmla="*/ 0 w 11"/>
              <a:gd name="T51" fmla="*/ 4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3" y="0"/>
                </a:lnTo>
                <a:lnTo>
                  <a:pt x="3" y="2"/>
                </a:lnTo>
                <a:lnTo>
                  <a:pt x="3" y="2"/>
                </a:lnTo>
                <a:lnTo>
                  <a:pt x="3" y="2"/>
                </a:lnTo>
                <a:lnTo>
                  <a:pt x="4" y="0"/>
                </a:lnTo>
                <a:lnTo>
                  <a:pt x="7" y="0"/>
                </a:lnTo>
                <a:lnTo>
                  <a:pt x="7" y="0"/>
                </a:lnTo>
                <a:lnTo>
                  <a:pt x="9" y="1"/>
                </a:lnTo>
                <a:lnTo>
                  <a:pt x="11" y="2"/>
                </a:lnTo>
                <a:lnTo>
                  <a:pt x="11" y="5"/>
                </a:lnTo>
                <a:lnTo>
                  <a:pt x="11" y="13"/>
                </a:lnTo>
                <a:lnTo>
                  <a:pt x="9" y="13"/>
                </a:lnTo>
                <a:lnTo>
                  <a:pt x="9" y="5"/>
                </a:lnTo>
                <a:lnTo>
                  <a:pt x="9" y="5"/>
                </a:lnTo>
                <a:lnTo>
                  <a:pt x="8" y="2"/>
                </a:lnTo>
                <a:lnTo>
                  <a:pt x="5" y="1"/>
                </a:lnTo>
                <a:lnTo>
                  <a:pt x="5" y="1"/>
                </a:lnTo>
                <a:lnTo>
                  <a:pt x="4" y="2"/>
                </a:lnTo>
                <a:lnTo>
                  <a:pt x="3" y="4"/>
                </a:lnTo>
                <a:lnTo>
                  <a:pt x="3" y="5"/>
                </a:lnTo>
                <a:lnTo>
                  <a:pt x="3" y="13"/>
                </a:lnTo>
                <a:lnTo>
                  <a:pt x="0" y="13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" name="Freeform 2224"/>
          <p:cNvSpPr>
            <a:spLocks/>
          </p:cNvSpPr>
          <p:nvPr/>
        </p:nvSpPr>
        <p:spPr bwMode="auto">
          <a:xfrm>
            <a:off x="3053117" y="5188169"/>
            <a:ext cx="13865" cy="16386"/>
          </a:xfrm>
          <a:custGeom>
            <a:avLst/>
            <a:gdLst>
              <a:gd name="T0" fmla="*/ 11 w 11"/>
              <a:gd name="T1" fmla="*/ 9 h 13"/>
              <a:gd name="T2" fmla="*/ 11 w 11"/>
              <a:gd name="T3" fmla="*/ 9 h 13"/>
              <a:gd name="T4" fmla="*/ 11 w 11"/>
              <a:gd name="T5" fmla="*/ 13 h 13"/>
              <a:gd name="T6" fmla="*/ 9 w 11"/>
              <a:gd name="T7" fmla="*/ 13 h 13"/>
              <a:gd name="T8" fmla="*/ 9 w 11"/>
              <a:gd name="T9" fmla="*/ 10 h 13"/>
              <a:gd name="T10" fmla="*/ 9 w 11"/>
              <a:gd name="T11" fmla="*/ 10 h 13"/>
              <a:gd name="T12" fmla="*/ 9 w 11"/>
              <a:gd name="T13" fmla="*/ 10 h 13"/>
              <a:gd name="T14" fmla="*/ 8 w 11"/>
              <a:gd name="T15" fmla="*/ 12 h 13"/>
              <a:gd name="T16" fmla="*/ 4 w 11"/>
              <a:gd name="T17" fmla="*/ 13 h 13"/>
              <a:gd name="T18" fmla="*/ 4 w 11"/>
              <a:gd name="T19" fmla="*/ 13 h 13"/>
              <a:gd name="T20" fmla="*/ 1 w 11"/>
              <a:gd name="T21" fmla="*/ 12 h 13"/>
              <a:gd name="T22" fmla="*/ 0 w 11"/>
              <a:gd name="T23" fmla="*/ 10 h 13"/>
              <a:gd name="T24" fmla="*/ 0 w 11"/>
              <a:gd name="T25" fmla="*/ 8 h 13"/>
              <a:gd name="T26" fmla="*/ 0 w 11"/>
              <a:gd name="T27" fmla="*/ 0 h 13"/>
              <a:gd name="T28" fmla="*/ 2 w 11"/>
              <a:gd name="T29" fmla="*/ 0 h 13"/>
              <a:gd name="T30" fmla="*/ 2 w 11"/>
              <a:gd name="T31" fmla="*/ 6 h 13"/>
              <a:gd name="T32" fmla="*/ 2 w 11"/>
              <a:gd name="T33" fmla="*/ 6 h 13"/>
              <a:gd name="T34" fmla="*/ 2 w 11"/>
              <a:gd name="T35" fmla="*/ 10 h 13"/>
              <a:gd name="T36" fmla="*/ 5 w 11"/>
              <a:gd name="T37" fmla="*/ 10 h 13"/>
              <a:gd name="T38" fmla="*/ 5 w 11"/>
              <a:gd name="T39" fmla="*/ 10 h 13"/>
              <a:gd name="T40" fmla="*/ 8 w 11"/>
              <a:gd name="T41" fmla="*/ 10 h 13"/>
              <a:gd name="T42" fmla="*/ 8 w 11"/>
              <a:gd name="T43" fmla="*/ 9 h 13"/>
              <a:gd name="T44" fmla="*/ 9 w 11"/>
              <a:gd name="T45" fmla="*/ 8 h 13"/>
              <a:gd name="T46" fmla="*/ 9 w 11"/>
              <a:gd name="T47" fmla="*/ 0 h 13"/>
              <a:gd name="T48" fmla="*/ 11 w 11"/>
              <a:gd name="T49" fmla="*/ 0 h 13"/>
              <a:gd name="T50" fmla="*/ 11 w 11"/>
              <a:gd name="T51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" h="13">
                <a:moveTo>
                  <a:pt x="11" y="9"/>
                </a:moveTo>
                <a:lnTo>
                  <a:pt x="11" y="9"/>
                </a:lnTo>
                <a:lnTo>
                  <a:pt x="11" y="13"/>
                </a:lnTo>
                <a:lnTo>
                  <a:pt x="9" y="13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8" y="12"/>
                </a:lnTo>
                <a:lnTo>
                  <a:pt x="4" y="13"/>
                </a:lnTo>
                <a:lnTo>
                  <a:pt x="4" y="13"/>
                </a:lnTo>
                <a:lnTo>
                  <a:pt x="1" y="12"/>
                </a:lnTo>
                <a:lnTo>
                  <a:pt x="0" y="10"/>
                </a:lnTo>
                <a:lnTo>
                  <a:pt x="0" y="8"/>
                </a:ln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2" y="6"/>
                </a:lnTo>
                <a:lnTo>
                  <a:pt x="2" y="10"/>
                </a:lnTo>
                <a:lnTo>
                  <a:pt x="5" y="10"/>
                </a:lnTo>
                <a:lnTo>
                  <a:pt x="5" y="10"/>
                </a:lnTo>
                <a:lnTo>
                  <a:pt x="8" y="10"/>
                </a:lnTo>
                <a:lnTo>
                  <a:pt x="8" y="9"/>
                </a:lnTo>
                <a:lnTo>
                  <a:pt x="9" y="8"/>
                </a:lnTo>
                <a:lnTo>
                  <a:pt x="9" y="0"/>
                </a:lnTo>
                <a:lnTo>
                  <a:pt x="11" y="0"/>
                </a:lnTo>
                <a:lnTo>
                  <a:pt x="11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" name="Freeform 2225"/>
          <p:cNvSpPr>
            <a:spLocks/>
          </p:cNvSpPr>
          <p:nvPr/>
        </p:nvSpPr>
        <p:spPr bwMode="auto">
          <a:xfrm>
            <a:off x="3072023" y="5188169"/>
            <a:ext cx="12604" cy="16386"/>
          </a:xfrm>
          <a:custGeom>
            <a:avLst/>
            <a:gdLst>
              <a:gd name="T0" fmla="*/ 0 w 10"/>
              <a:gd name="T1" fmla="*/ 4 h 13"/>
              <a:gd name="T2" fmla="*/ 0 w 10"/>
              <a:gd name="T3" fmla="*/ 4 h 13"/>
              <a:gd name="T4" fmla="*/ 0 w 10"/>
              <a:gd name="T5" fmla="*/ 0 h 13"/>
              <a:gd name="T6" fmla="*/ 2 w 10"/>
              <a:gd name="T7" fmla="*/ 0 h 13"/>
              <a:gd name="T8" fmla="*/ 2 w 10"/>
              <a:gd name="T9" fmla="*/ 2 h 13"/>
              <a:gd name="T10" fmla="*/ 2 w 10"/>
              <a:gd name="T11" fmla="*/ 2 h 13"/>
              <a:gd name="T12" fmla="*/ 2 w 10"/>
              <a:gd name="T13" fmla="*/ 2 h 13"/>
              <a:gd name="T14" fmla="*/ 4 w 10"/>
              <a:gd name="T15" fmla="*/ 0 h 13"/>
              <a:gd name="T16" fmla="*/ 6 w 10"/>
              <a:gd name="T17" fmla="*/ 0 h 13"/>
              <a:gd name="T18" fmla="*/ 6 w 10"/>
              <a:gd name="T19" fmla="*/ 0 h 13"/>
              <a:gd name="T20" fmla="*/ 9 w 10"/>
              <a:gd name="T21" fmla="*/ 1 h 13"/>
              <a:gd name="T22" fmla="*/ 10 w 10"/>
              <a:gd name="T23" fmla="*/ 2 h 13"/>
              <a:gd name="T24" fmla="*/ 10 w 10"/>
              <a:gd name="T25" fmla="*/ 5 h 13"/>
              <a:gd name="T26" fmla="*/ 10 w 10"/>
              <a:gd name="T27" fmla="*/ 13 h 13"/>
              <a:gd name="T28" fmla="*/ 9 w 10"/>
              <a:gd name="T29" fmla="*/ 13 h 13"/>
              <a:gd name="T30" fmla="*/ 9 w 10"/>
              <a:gd name="T31" fmla="*/ 5 h 13"/>
              <a:gd name="T32" fmla="*/ 9 w 10"/>
              <a:gd name="T33" fmla="*/ 5 h 13"/>
              <a:gd name="T34" fmla="*/ 8 w 10"/>
              <a:gd name="T35" fmla="*/ 2 h 13"/>
              <a:gd name="T36" fmla="*/ 5 w 10"/>
              <a:gd name="T37" fmla="*/ 1 h 13"/>
              <a:gd name="T38" fmla="*/ 5 w 10"/>
              <a:gd name="T39" fmla="*/ 1 h 13"/>
              <a:gd name="T40" fmla="*/ 4 w 10"/>
              <a:gd name="T41" fmla="*/ 2 h 13"/>
              <a:gd name="T42" fmla="*/ 2 w 10"/>
              <a:gd name="T43" fmla="*/ 4 h 13"/>
              <a:gd name="T44" fmla="*/ 2 w 10"/>
              <a:gd name="T45" fmla="*/ 5 h 13"/>
              <a:gd name="T46" fmla="*/ 2 w 10"/>
              <a:gd name="T47" fmla="*/ 13 h 13"/>
              <a:gd name="T48" fmla="*/ 0 w 10"/>
              <a:gd name="T49" fmla="*/ 13 h 13"/>
              <a:gd name="T50" fmla="*/ 0 w 10"/>
              <a:gd name="T51" fmla="*/ 4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" h="13">
                <a:moveTo>
                  <a:pt x="0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4" y="0"/>
                </a:lnTo>
                <a:lnTo>
                  <a:pt x="6" y="0"/>
                </a:lnTo>
                <a:lnTo>
                  <a:pt x="6" y="0"/>
                </a:lnTo>
                <a:lnTo>
                  <a:pt x="9" y="1"/>
                </a:lnTo>
                <a:lnTo>
                  <a:pt x="10" y="2"/>
                </a:lnTo>
                <a:lnTo>
                  <a:pt x="10" y="5"/>
                </a:lnTo>
                <a:lnTo>
                  <a:pt x="10" y="13"/>
                </a:lnTo>
                <a:lnTo>
                  <a:pt x="9" y="13"/>
                </a:lnTo>
                <a:lnTo>
                  <a:pt x="9" y="5"/>
                </a:lnTo>
                <a:lnTo>
                  <a:pt x="9" y="5"/>
                </a:lnTo>
                <a:lnTo>
                  <a:pt x="8" y="2"/>
                </a:lnTo>
                <a:lnTo>
                  <a:pt x="5" y="1"/>
                </a:lnTo>
                <a:lnTo>
                  <a:pt x="5" y="1"/>
                </a:lnTo>
                <a:lnTo>
                  <a:pt x="4" y="2"/>
                </a:lnTo>
                <a:lnTo>
                  <a:pt x="2" y="4"/>
                </a:lnTo>
                <a:lnTo>
                  <a:pt x="2" y="5"/>
                </a:lnTo>
                <a:lnTo>
                  <a:pt x="2" y="13"/>
                </a:lnTo>
                <a:lnTo>
                  <a:pt x="0" y="13"/>
                </a:lnTo>
                <a:lnTo>
                  <a:pt x="0" y="4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Freeform 2226"/>
          <p:cNvSpPr>
            <a:spLocks/>
          </p:cNvSpPr>
          <p:nvPr/>
        </p:nvSpPr>
        <p:spPr bwMode="auto">
          <a:xfrm>
            <a:off x="3088408" y="5188169"/>
            <a:ext cx="13865" cy="16386"/>
          </a:xfrm>
          <a:custGeom>
            <a:avLst/>
            <a:gdLst>
              <a:gd name="T0" fmla="*/ 11 w 11"/>
              <a:gd name="T1" fmla="*/ 12 h 13"/>
              <a:gd name="T2" fmla="*/ 11 w 11"/>
              <a:gd name="T3" fmla="*/ 12 h 13"/>
              <a:gd name="T4" fmla="*/ 7 w 11"/>
              <a:gd name="T5" fmla="*/ 13 h 13"/>
              <a:gd name="T6" fmla="*/ 7 w 11"/>
              <a:gd name="T7" fmla="*/ 13 h 13"/>
              <a:gd name="T8" fmla="*/ 4 w 11"/>
              <a:gd name="T9" fmla="*/ 13 h 13"/>
              <a:gd name="T10" fmla="*/ 3 w 11"/>
              <a:gd name="T11" fmla="*/ 12 h 13"/>
              <a:gd name="T12" fmla="*/ 1 w 11"/>
              <a:gd name="T13" fmla="*/ 9 h 13"/>
              <a:gd name="T14" fmla="*/ 0 w 11"/>
              <a:gd name="T15" fmla="*/ 6 h 13"/>
              <a:gd name="T16" fmla="*/ 0 w 11"/>
              <a:gd name="T17" fmla="*/ 6 h 13"/>
              <a:gd name="T18" fmla="*/ 1 w 11"/>
              <a:gd name="T19" fmla="*/ 4 h 13"/>
              <a:gd name="T20" fmla="*/ 3 w 11"/>
              <a:gd name="T21" fmla="*/ 1 h 13"/>
              <a:gd name="T22" fmla="*/ 4 w 11"/>
              <a:gd name="T23" fmla="*/ 0 h 13"/>
              <a:gd name="T24" fmla="*/ 8 w 11"/>
              <a:gd name="T25" fmla="*/ 0 h 13"/>
              <a:gd name="T26" fmla="*/ 8 w 11"/>
              <a:gd name="T27" fmla="*/ 0 h 13"/>
              <a:gd name="T28" fmla="*/ 11 w 11"/>
              <a:gd name="T29" fmla="*/ 0 h 13"/>
              <a:gd name="T30" fmla="*/ 11 w 11"/>
              <a:gd name="T31" fmla="*/ 2 h 13"/>
              <a:gd name="T32" fmla="*/ 11 w 11"/>
              <a:gd name="T33" fmla="*/ 2 h 13"/>
              <a:gd name="T34" fmla="*/ 8 w 11"/>
              <a:gd name="T35" fmla="*/ 1 h 13"/>
              <a:gd name="T36" fmla="*/ 8 w 11"/>
              <a:gd name="T37" fmla="*/ 1 h 13"/>
              <a:gd name="T38" fmla="*/ 5 w 11"/>
              <a:gd name="T39" fmla="*/ 2 h 13"/>
              <a:gd name="T40" fmla="*/ 4 w 11"/>
              <a:gd name="T41" fmla="*/ 2 h 13"/>
              <a:gd name="T42" fmla="*/ 3 w 11"/>
              <a:gd name="T43" fmla="*/ 6 h 13"/>
              <a:gd name="T44" fmla="*/ 3 w 11"/>
              <a:gd name="T45" fmla="*/ 6 h 13"/>
              <a:gd name="T46" fmla="*/ 4 w 11"/>
              <a:gd name="T47" fmla="*/ 10 h 13"/>
              <a:gd name="T48" fmla="*/ 8 w 11"/>
              <a:gd name="T49" fmla="*/ 12 h 13"/>
              <a:gd name="T50" fmla="*/ 8 w 11"/>
              <a:gd name="T51" fmla="*/ 12 h 13"/>
              <a:gd name="T52" fmla="*/ 11 w 11"/>
              <a:gd name="T53" fmla="*/ 10 h 13"/>
              <a:gd name="T54" fmla="*/ 11 w 11"/>
              <a:gd name="T55" fmla="*/ 12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1" h="13">
                <a:moveTo>
                  <a:pt x="11" y="12"/>
                </a:moveTo>
                <a:lnTo>
                  <a:pt x="11" y="12"/>
                </a:lnTo>
                <a:lnTo>
                  <a:pt x="7" y="13"/>
                </a:lnTo>
                <a:lnTo>
                  <a:pt x="7" y="13"/>
                </a:lnTo>
                <a:lnTo>
                  <a:pt x="4" y="13"/>
                </a:lnTo>
                <a:lnTo>
                  <a:pt x="3" y="12"/>
                </a:lnTo>
                <a:lnTo>
                  <a:pt x="1" y="9"/>
                </a:lnTo>
                <a:lnTo>
                  <a:pt x="0" y="6"/>
                </a:lnTo>
                <a:lnTo>
                  <a:pt x="0" y="6"/>
                </a:lnTo>
                <a:lnTo>
                  <a:pt x="1" y="4"/>
                </a:lnTo>
                <a:lnTo>
                  <a:pt x="3" y="1"/>
                </a:lnTo>
                <a:lnTo>
                  <a:pt x="4" y="0"/>
                </a:lnTo>
                <a:lnTo>
                  <a:pt x="8" y="0"/>
                </a:lnTo>
                <a:lnTo>
                  <a:pt x="8" y="0"/>
                </a:lnTo>
                <a:lnTo>
                  <a:pt x="11" y="0"/>
                </a:lnTo>
                <a:lnTo>
                  <a:pt x="11" y="2"/>
                </a:lnTo>
                <a:lnTo>
                  <a:pt x="11" y="2"/>
                </a:lnTo>
                <a:lnTo>
                  <a:pt x="8" y="1"/>
                </a:lnTo>
                <a:lnTo>
                  <a:pt x="8" y="1"/>
                </a:lnTo>
                <a:lnTo>
                  <a:pt x="5" y="2"/>
                </a:lnTo>
                <a:lnTo>
                  <a:pt x="4" y="2"/>
                </a:lnTo>
                <a:lnTo>
                  <a:pt x="3" y="6"/>
                </a:lnTo>
                <a:lnTo>
                  <a:pt x="3" y="6"/>
                </a:lnTo>
                <a:lnTo>
                  <a:pt x="4" y="10"/>
                </a:lnTo>
                <a:lnTo>
                  <a:pt x="8" y="12"/>
                </a:lnTo>
                <a:lnTo>
                  <a:pt x="8" y="12"/>
                </a:lnTo>
                <a:lnTo>
                  <a:pt x="11" y="10"/>
                </a:lnTo>
                <a:lnTo>
                  <a:pt x="11" y="12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" name="Freeform 2227"/>
          <p:cNvSpPr>
            <a:spLocks/>
          </p:cNvSpPr>
          <p:nvPr/>
        </p:nvSpPr>
        <p:spPr bwMode="auto">
          <a:xfrm>
            <a:off x="3103533" y="5199513"/>
            <a:ext cx="5042" cy="5042"/>
          </a:xfrm>
          <a:custGeom>
            <a:avLst/>
            <a:gdLst>
              <a:gd name="T0" fmla="*/ 0 w 4"/>
              <a:gd name="T1" fmla="*/ 3 h 4"/>
              <a:gd name="T2" fmla="*/ 0 w 4"/>
              <a:gd name="T3" fmla="*/ 3 h 4"/>
              <a:gd name="T4" fmla="*/ 2 w 4"/>
              <a:gd name="T5" fmla="*/ 1 h 4"/>
              <a:gd name="T6" fmla="*/ 3 w 4"/>
              <a:gd name="T7" fmla="*/ 0 h 4"/>
              <a:gd name="T8" fmla="*/ 3 w 4"/>
              <a:gd name="T9" fmla="*/ 0 h 4"/>
              <a:gd name="T10" fmla="*/ 3 w 4"/>
              <a:gd name="T11" fmla="*/ 1 h 4"/>
              <a:gd name="T12" fmla="*/ 4 w 4"/>
              <a:gd name="T13" fmla="*/ 3 h 4"/>
              <a:gd name="T14" fmla="*/ 4 w 4"/>
              <a:gd name="T15" fmla="*/ 3 h 4"/>
              <a:gd name="T16" fmla="*/ 3 w 4"/>
              <a:gd name="T17" fmla="*/ 4 h 4"/>
              <a:gd name="T18" fmla="*/ 3 w 4"/>
              <a:gd name="T19" fmla="*/ 4 h 4"/>
              <a:gd name="T20" fmla="*/ 3 w 4"/>
              <a:gd name="T21" fmla="*/ 4 h 4"/>
              <a:gd name="T22" fmla="*/ 2 w 4"/>
              <a:gd name="T23" fmla="*/ 4 h 4"/>
              <a:gd name="T24" fmla="*/ 0 w 4"/>
              <a:gd name="T25" fmla="*/ 3 h 4"/>
              <a:gd name="T26" fmla="*/ 0 w 4"/>
              <a:gd name="T27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" h="4">
                <a:moveTo>
                  <a:pt x="0" y="3"/>
                </a:moveTo>
                <a:lnTo>
                  <a:pt x="0" y="3"/>
                </a:lnTo>
                <a:lnTo>
                  <a:pt x="2" y="1"/>
                </a:lnTo>
                <a:lnTo>
                  <a:pt x="3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lnTo>
                  <a:pt x="4" y="3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0" y="3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" name="Freeform 2228"/>
          <p:cNvSpPr>
            <a:spLocks/>
          </p:cNvSpPr>
          <p:nvPr/>
        </p:nvSpPr>
        <p:spPr bwMode="auto">
          <a:xfrm>
            <a:off x="2710289" y="5033140"/>
            <a:ext cx="17646" cy="20166"/>
          </a:xfrm>
          <a:custGeom>
            <a:avLst/>
            <a:gdLst>
              <a:gd name="T0" fmla="*/ 6 w 14"/>
              <a:gd name="T1" fmla="*/ 9 h 16"/>
              <a:gd name="T2" fmla="*/ 0 w 14"/>
              <a:gd name="T3" fmla="*/ 0 h 16"/>
              <a:gd name="T4" fmla="*/ 2 w 14"/>
              <a:gd name="T5" fmla="*/ 0 h 16"/>
              <a:gd name="T6" fmla="*/ 7 w 14"/>
              <a:gd name="T7" fmla="*/ 8 h 16"/>
              <a:gd name="T8" fmla="*/ 11 w 14"/>
              <a:gd name="T9" fmla="*/ 0 h 16"/>
              <a:gd name="T10" fmla="*/ 14 w 14"/>
              <a:gd name="T11" fmla="*/ 0 h 16"/>
              <a:gd name="T12" fmla="*/ 7 w 14"/>
              <a:gd name="T13" fmla="*/ 9 h 16"/>
              <a:gd name="T14" fmla="*/ 7 w 14"/>
              <a:gd name="T15" fmla="*/ 16 h 16"/>
              <a:gd name="T16" fmla="*/ 6 w 14"/>
              <a:gd name="T17" fmla="*/ 16 h 16"/>
              <a:gd name="T18" fmla="*/ 6 w 14"/>
              <a:gd name="T19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" h="16">
                <a:moveTo>
                  <a:pt x="6" y="9"/>
                </a:moveTo>
                <a:lnTo>
                  <a:pt x="0" y="0"/>
                </a:lnTo>
                <a:lnTo>
                  <a:pt x="2" y="0"/>
                </a:lnTo>
                <a:lnTo>
                  <a:pt x="7" y="8"/>
                </a:lnTo>
                <a:lnTo>
                  <a:pt x="11" y="0"/>
                </a:lnTo>
                <a:lnTo>
                  <a:pt x="14" y="0"/>
                </a:lnTo>
                <a:lnTo>
                  <a:pt x="7" y="9"/>
                </a:lnTo>
                <a:lnTo>
                  <a:pt x="7" y="16"/>
                </a:lnTo>
                <a:lnTo>
                  <a:pt x="6" y="16"/>
                </a:lnTo>
                <a:lnTo>
                  <a:pt x="6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" name="Freeform 2229"/>
          <p:cNvSpPr>
            <a:spLocks noEditPoints="1"/>
          </p:cNvSpPr>
          <p:nvPr/>
        </p:nvSpPr>
        <p:spPr bwMode="auto">
          <a:xfrm>
            <a:off x="2741799" y="5030619"/>
            <a:ext cx="20166" cy="23948"/>
          </a:xfrm>
          <a:custGeom>
            <a:avLst/>
            <a:gdLst>
              <a:gd name="T0" fmla="*/ 0 w 16"/>
              <a:gd name="T1" fmla="*/ 10 h 19"/>
              <a:gd name="T2" fmla="*/ 1 w 16"/>
              <a:gd name="T3" fmla="*/ 6 h 19"/>
              <a:gd name="T4" fmla="*/ 2 w 16"/>
              <a:gd name="T5" fmla="*/ 3 h 19"/>
              <a:gd name="T6" fmla="*/ 5 w 16"/>
              <a:gd name="T7" fmla="*/ 2 h 19"/>
              <a:gd name="T8" fmla="*/ 8 w 16"/>
              <a:gd name="T9" fmla="*/ 0 h 19"/>
              <a:gd name="T10" fmla="*/ 12 w 16"/>
              <a:gd name="T11" fmla="*/ 2 h 19"/>
              <a:gd name="T12" fmla="*/ 15 w 16"/>
              <a:gd name="T13" fmla="*/ 3 h 19"/>
              <a:gd name="T14" fmla="*/ 16 w 16"/>
              <a:gd name="T15" fmla="*/ 6 h 19"/>
              <a:gd name="T16" fmla="*/ 16 w 16"/>
              <a:gd name="T17" fmla="*/ 10 h 19"/>
              <a:gd name="T18" fmla="*/ 16 w 16"/>
              <a:gd name="T19" fmla="*/ 14 h 19"/>
              <a:gd name="T20" fmla="*/ 15 w 16"/>
              <a:gd name="T21" fmla="*/ 17 h 19"/>
              <a:gd name="T22" fmla="*/ 12 w 16"/>
              <a:gd name="T23" fmla="*/ 18 h 19"/>
              <a:gd name="T24" fmla="*/ 8 w 16"/>
              <a:gd name="T25" fmla="*/ 19 h 19"/>
              <a:gd name="T26" fmla="*/ 5 w 16"/>
              <a:gd name="T27" fmla="*/ 18 h 19"/>
              <a:gd name="T28" fmla="*/ 2 w 16"/>
              <a:gd name="T29" fmla="*/ 17 h 19"/>
              <a:gd name="T30" fmla="*/ 1 w 16"/>
              <a:gd name="T31" fmla="*/ 14 h 19"/>
              <a:gd name="T32" fmla="*/ 0 w 16"/>
              <a:gd name="T33" fmla="*/ 10 h 19"/>
              <a:gd name="T34" fmla="*/ 1 w 16"/>
              <a:gd name="T35" fmla="*/ 10 h 19"/>
              <a:gd name="T36" fmla="*/ 2 w 16"/>
              <a:gd name="T37" fmla="*/ 13 h 19"/>
              <a:gd name="T38" fmla="*/ 4 w 16"/>
              <a:gd name="T39" fmla="*/ 15 h 19"/>
              <a:gd name="T40" fmla="*/ 5 w 16"/>
              <a:gd name="T41" fmla="*/ 17 h 19"/>
              <a:gd name="T42" fmla="*/ 8 w 16"/>
              <a:gd name="T43" fmla="*/ 18 h 19"/>
              <a:gd name="T44" fmla="*/ 10 w 16"/>
              <a:gd name="T45" fmla="*/ 17 h 19"/>
              <a:gd name="T46" fmla="*/ 13 w 16"/>
              <a:gd name="T47" fmla="*/ 15 h 19"/>
              <a:gd name="T48" fmla="*/ 15 w 16"/>
              <a:gd name="T49" fmla="*/ 13 h 19"/>
              <a:gd name="T50" fmla="*/ 15 w 16"/>
              <a:gd name="T51" fmla="*/ 10 h 19"/>
              <a:gd name="T52" fmla="*/ 15 w 16"/>
              <a:gd name="T53" fmla="*/ 7 h 19"/>
              <a:gd name="T54" fmla="*/ 13 w 16"/>
              <a:gd name="T55" fmla="*/ 4 h 19"/>
              <a:gd name="T56" fmla="*/ 10 w 16"/>
              <a:gd name="T57" fmla="*/ 3 h 19"/>
              <a:gd name="T58" fmla="*/ 8 w 16"/>
              <a:gd name="T59" fmla="*/ 2 h 19"/>
              <a:gd name="T60" fmla="*/ 5 w 16"/>
              <a:gd name="T61" fmla="*/ 3 h 19"/>
              <a:gd name="T62" fmla="*/ 4 w 16"/>
              <a:gd name="T63" fmla="*/ 4 h 19"/>
              <a:gd name="T64" fmla="*/ 2 w 16"/>
              <a:gd name="T65" fmla="*/ 7 h 19"/>
              <a:gd name="T66" fmla="*/ 1 w 16"/>
              <a:gd name="T67" fmla="*/ 10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6" h="19">
                <a:moveTo>
                  <a:pt x="0" y="10"/>
                </a:moveTo>
                <a:lnTo>
                  <a:pt x="0" y="10"/>
                </a:lnTo>
                <a:lnTo>
                  <a:pt x="1" y="6"/>
                </a:lnTo>
                <a:lnTo>
                  <a:pt x="1" y="6"/>
                </a:lnTo>
                <a:lnTo>
                  <a:pt x="2" y="3"/>
                </a:lnTo>
                <a:lnTo>
                  <a:pt x="2" y="3"/>
                </a:lnTo>
                <a:lnTo>
                  <a:pt x="5" y="2"/>
                </a:lnTo>
                <a:lnTo>
                  <a:pt x="5" y="2"/>
                </a:lnTo>
                <a:lnTo>
                  <a:pt x="8" y="0"/>
                </a:lnTo>
                <a:lnTo>
                  <a:pt x="8" y="0"/>
                </a:lnTo>
                <a:lnTo>
                  <a:pt x="12" y="2"/>
                </a:lnTo>
                <a:lnTo>
                  <a:pt x="12" y="2"/>
                </a:lnTo>
                <a:lnTo>
                  <a:pt x="15" y="3"/>
                </a:lnTo>
                <a:lnTo>
                  <a:pt x="15" y="3"/>
                </a:lnTo>
                <a:lnTo>
                  <a:pt x="16" y="6"/>
                </a:lnTo>
                <a:lnTo>
                  <a:pt x="16" y="6"/>
                </a:lnTo>
                <a:lnTo>
                  <a:pt x="16" y="10"/>
                </a:lnTo>
                <a:lnTo>
                  <a:pt x="16" y="10"/>
                </a:lnTo>
                <a:lnTo>
                  <a:pt x="16" y="14"/>
                </a:lnTo>
                <a:lnTo>
                  <a:pt x="16" y="14"/>
                </a:lnTo>
                <a:lnTo>
                  <a:pt x="15" y="17"/>
                </a:lnTo>
                <a:lnTo>
                  <a:pt x="15" y="17"/>
                </a:lnTo>
                <a:lnTo>
                  <a:pt x="12" y="18"/>
                </a:lnTo>
                <a:lnTo>
                  <a:pt x="12" y="18"/>
                </a:lnTo>
                <a:lnTo>
                  <a:pt x="8" y="19"/>
                </a:lnTo>
                <a:lnTo>
                  <a:pt x="8" y="19"/>
                </a:lnTo>
                <a:lnTo>
                  <a:pt x="5" y="18"/>
                </a:lnTo>
                <a:lnTo>
                  <a:pt x="5" y="18"/>
                </a:lnTo>
                <a:lnTo>
                  <a:pt x="2" y="17"/>
                </a:lnTo>
                <a:lnTo>
                  <a:pt x="2" y="17"/>
                </a:lnTo>
                <a:lnTo>
                  <a:pt x="1" y="14"/>
                </a:lnTo>
                <a:lnTo>
                  <a:pt x="1" y="14"/>
                </a:lnTo>
                <a:lnTo>
                  <a:pt x="0" y="10"/>
                </a:lnTo>
                <a:lnTo>
                  <a:pt x="0" y="10"/>
                </a:lnTo>
                <a:close/>
                <a:moveTo>
                  <a:pt x="1" y="10"/>
                </a:moveTo>
                <a:lnTo>
                  <a:pt x="1" y="10"/>
                </a:lnTo>
                <a:lnTo>
                  <a:pt x="2" y="13"/>
                </a:lnTo>
                <a:lnTo>
                  <a:pt x="2" y="13"/>
                </a:lnTo>
                <a:lnTo>
                  <a:pt x="4" y="15"/>
                </a:lnTo>
                <a:lnTo>
                  <a:pt x="4" y="15"/>
                </a:lnTo>
                <a:lnTo>
                  <a:pt x="5" y="17"/>
                </a:lnTo>
                <a:lnTo>
                  <a:pt x="5" y="17"/>
                </a:lnTo>
                <a:lnTo>
                  <a:pt x="8" y="18"/>
                </a:lnTo>
                <a:lnTo>
                  <a:pt x="8" y="18"/>
                </a:lnTo>
                <a:lnTo>
                  <a:pt x="10" y="17"/>
                </a:lnTo>
                <a:lnTo>
                  <a:pt x="10" y="17"/>
                </a:lnTo>
                <a:lnTo>
                  <a:pt x="13" y="15"/>
                </a:lnTo>
                <a:lnTo>
                  <a:pt x="13" y="15"/>
                </a:lnTo>
                <a:lnTo>
                  <a:pt x="15" y="13"/>
                </a:lnTo>
                <a:lnTo>
                  <a:pt x="15" y="13"/>
                </a:lnTo>
                <a:lnTo>
                  <a:pt x="15" y="10"/>
                </a:lnTo>
                <a:lnTo>
                  <a:pt x="15" y="10"/>
                </a:lnTo>
                <a:lnTo>
                  <a:pt x="15" y="7"/>
                </a:lnTo>
                <a:lnTo>
                  <a:pt x="15" y="7"/>
                </a:lnTo>
                <a:lnTo>
                  <a:pt x="13" y="4"/>
                </a:lnTo>
                <a:lnTo>
                  <a:pt x="13" y="4"/>
                </a:lnTo>
                <a:lnTo>
                  <a:pt x="10" y="3"/>
                </a:lnTo>
                <a:lnTo>
                  <a:pt x="10" y="3"/>
                </a:lnTo>
                <a:lnTo>
                  <a:pt x="8" y="2"/>
                </a:lnTo>
                <a:lnTo>
                  <a:pt x="8" y="2"/>
                </a:lnTo>
                <a:lnTo>
                  <a:pt x="5" y="3"/>
                </a:lnTo>
                <a:lnTo>
                  <a:pt x="5" y="3"/>
                </a:lnTo>
                <a:lnTo>
                  <a:pt x="4" y="4"/>
                </a:lnTo>
                <a:lnTo>
                  <a:pt x="4" y="4"/>
                </a:lnTo>
                <a:lnTo>
                  <a:pt x="2" y="7"/>
                </a:lnTo>
                <a:lnTo>
                  <a:pt x="2" y="7"/>
                </a:lnTo>
                <a:lnTo>
                  <a:pt x="1" y="10"/>
                </a:lnTo>
                <a:lnTo>
                  <a:pt x="1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" name="Freeform 2230"/>
          <p:cNvSpPr>
            <a:spLocks/>
          </p:cNvSpPr>
          <p:nvPr/>
        </p:nvSpPr>
        <p:spPr bwMode="auto">
          <a:xfrm>
            <a:off x="2778350" y="5033140"/>
            <a:ext cx="16386" cy="21427"/>
          </a:xfrm>
          <a:custGeom>
            <a:avLst/>
            <a:gdLst>
              <a:gd name="T0" fmla="*/ 13 w 13"/>
              <a:gd name="T1" fmla="*/ 9 h 17"/>
              <a:gd name="T2" fmla="*/ 13 w 13"/>
              <a:gd name="T3" fmla="*/ 9 h 17"/>
              <a:gd name="T4" fmla="*/ 13 w 13"/>
              <a:gd name="T5" fmla="*/ 12 h 17"/>
              <a:gd name="T6" fmla="*/ 13 w 13"/>
              <a:gd name="T7" fmla="*/ 12 h 17"/>
              <a:gd name="T8" fmla="*/ 11 w 13"/>
              <a:gd name="T9" fmla="*/ 15 h 17"/>
              <a:gd name="T10" fmla="*/ 11 w 13"/>
              <a:gd name="T11" fmla="*/ 15 h 17"/>
              <a:gd name="T12" fmla="*/ 10 w 13"/>
              <a:gd name="T13" fmla="*/ 16 h 17"/>
              <a:gd name="T14" fmla="*/ 10 w 13"/>
              <a:gd name="T15" fmla="*/ 16 h 17"/>
              <a:gd name="T16" fmla="*/ 7 w 13"/>
              <a:gd name="T17" fmla="*/ 17 h 17"/>
              <a:gd name="T18" fmla="*/ 7 w 13"/>
              <a:gd name="T19" fmla="*/ 17 h 17"/>
              <a:gd name="T20" fmla="*/ 3 w 13"/>
              <a:gd name="T21" fmla="*/ 16 h 17"/>
              <a:gd name="T22" fmla="*/ 3 w 13"/>
              <a:gd name="T23" fmla="*/ 16 h 17"/>
              <a:gd name="T24" fmla="*/ 2 w 13"/>
              <a:gd name="T25" fmla="*/ 15 h 17"/>
              <a:gd name="T26" fmla="*/ 2 w 13"/>
              <a:gd name="T27" fmla="*/ 15 h 17"/>
              <a:gd name="T28" fmla="*/ 0 w 13"/>
              <a:gd name="T29" fmla="*/ 12 h 17"/>
              <a:gd name="T30" fmla="*/ 0 w 13"/>
              <a:gd name="T31" fmla="*/ 12 h 17"/>
              <a:gd name="T32" fmla="*/ 0 w 13"/>
              <a:gd name="T33" fmla="*/ 9 h 17"/>
              <a:gd name="T34" fmla="*/ 0 w 13"/>
              <a:gd name="T35" fmla="*/ 0 h 17"/>
              <a:gd name="T36" fmla="*/ 2 w 13"/>
              <a:gd name="T37" fmla="*/ 0 h 17"/>
              <a:gd name="T38" fmla="*/ 2 w 13"/>
              <a:gd name="T39" fmla="*/ 9 h 17"/>
              <a:gd name="T40" fmla="*/ 2 w 13"/>
              <a:gd name="T41" fmla="*/ 9 h 17"/>
              <a:gd name="T42" fmla="*/ 2 w 13"/>
              <a:gd name="T43" fmla="*/ 12 h 17"/>
              <a:gd name="T44" fmla="*/ 2 w 13"/>
              <a:gd name="T45" fmla="*/ 12 h 17"/>
              <a:gd name="T46" fmla="*/ 3 w 13"/>
              <a:gd name="T47" fmla="*/ 13 h 17"/>
              <a:gd name="T48" fmla="*/ 3 w 13"/>
              <a:gd name="T49" fmla="*/ 13 h 17"/>
              <a:gd name="T50" fmla="*/ 4 w 13"/>
              <a:gd name="T51" fmla="*/ 15 h 17"/>
              <a:gd name="T52" fmla="*/ 4 w 13"/>
              <a:gd name="T53" fmla="*/ 15 h 17"/>
              <a:gd name="T54" fmla="*/ 7 w 13"/>
              <a:gd name="T55" fmla="*/ 16 h 17"/>
              <a:gd name="T56" fmla="*/ 7 w 13"/>
              <a:gd name="T57" fmla="*/ 16 h 17"/>
              <a:gd name="T58" fmla="*/ 8 w 13"/>
              <a:gd name="T59" fmla="*/ 15 h 17"/>
              <a:gd name="T60" fmla="*/ 8 w 13"/>
              <a:gd name="T61" fmla="*/ 15 h 17"/>
              <a:gd name="T62" fmla="*/ 10 w 13"/>
              <a:gd name="T63" fmla="*/ 13 h 17"/>
              <a:gd name="T64" fmla="*/ 10 w 13"/>
              <a:gd name="T65" fmla="*/ 13 h 17"/>
              <a:gd name="T66" fmla="*/ 11 w 13"/>
              <a:gd name="T67" fmla="*/ 12 h 17"/>
              <a:gd name="T68" fmla="*/ 11 w 13"/>
              <a:gd name="T69" fmla="*/ 12 h 17"/>
              <a:gd name="T70" fmla="*/ 11 w 13"/>
              <a:gd name="T71" fmla="*/ 9 h 17"/>
              <a:gd name="T72" fmla="*/ 11 w 13"/>
              <a:gd name="T73" fmla="*/ 0 h 17"/>
              <a:gd name="T74" fmla="*/ 13 w 13"/>
              <a:gd name="T75" fmla="*/ 0 h 17"/>
              <a:gd name="T76" fmla="*/ 13 w 13"/>
              <a:gd name="T77" fmla="*/ 9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3" h="17">
                <a:moveTo>
                  <a:pt x="13" y="9"/>
                </a:moveTo>
                <a:lnTo>
                  <a:pt x="13" y="9"/>
                </a:lnTo>
                <a:lnTo>
                  <a:pt x="13" y="12"/>
                </a:lnTo>
                <a:lnTo>
                  <a:pt x="13" y="12"/>
                </a:lnTo>
                <a:lnTo>
                  <a:pt x="11" y="15"/>
                </a:lnTo>
                <a:lnTo>
                  <a:pt x="11" y="15"/>
                </a:lnTo>
                <a:lnTo>
                  <a:pt x="10" y="16"/>
                </a:lnTo>
                <a:lnTo>
                  <a:pt x="10" y="16"/>
                </a:lnTo>
                <a:lnTo>
                  <a:pt x="7" y="17"/>
                </a:lnTo>
                <a:lnTo>
                  <a:pt x="7" y="17"/>
                </a:lnTo>
                <a:lnTo>
                  <a:pt x="3" y="16"/>
                </a:lnTo>
                <a:lnTo>
                  <a:pt x="3" y="16"/>
                </a:lnTo>
                <a:lnTo>
                  <a:pt x="2" y="15"/>
                </a:lnTo>
                <a:lnTo>
                  <a:pt x="2" y="15"/>
                </a:lnTo>
                <a:lnTo>
                  <a:pt x="0" y="12"/>
                </a:lnTo>
                <a:lnTo>
                  <a:pt x="0" y="12"/>
                </a:lnTo>
                <a:lnTo>
                  <a:pt x="0" y="9"/>
                </a:lnTo>
                <a:lnTo>
                  <a:pt x="0" y="0"/>
                </a:lnTo>
                <a:lnTo>
                  <a:pt x="2" y="0"/>
                </a:lnTo>
                <a:lnTo>
                  <a:pt x="2" y="9"/>
                </a:lnTo>
                <a:lnTo>
                  <a:pt x="2" y="9"/>
                </a:lnTo>
                <a:lnTo>
                  <a:pt x="2" y="12"/>
                </a:lnTo>
                <a:lnTo>
                  <a:pt x="2" y="12"/>
                </a:lnTo>
                <a:lnTo>
                  <a:pt x="3" y="13"/>
                </a:lnTo>
                <a:lnTo>
                  <a:pt x="3" y="13"/>
                </a:lnTo>
                <a:lnTo>
                  <a:pt x="4" y="15"/>
                </a:lnTo>
                <a:lnTo>
                  <a:pt x="4" y="15"/>
                </a:lnTo>
                <a:lnTo>
                  <a:pt x="7" y="16"/>
                </a:lnTo>
                <a:lnTo>
                  <a:pt x="7" y="16"/>
                </a:lnTo>
                <a:lnTo>
                  <a:pt x="8" y="15"/>
                </a:lnTo>
                <a:lnTo>
                  <a:pt x="8" y="15"/>
                </a:lnTo>
                <a:lnTo>
                  <a:pt x="10" y="13"/>
                </a:lnTo>
                <a:lnTo>
                  <a:pt x="10" y="13"/>
                </a:lnTo>
                <a:lnTo>
                  <a:pt x="11" y="12"/>
                </a:lnTo>
                <a:lnTo>
                  <a:pt x="11" y="12"/>
                </a:lnTo>
                <a:lnTo>
                  <a:pt x="11" y="9"/>
                </a:lnTo>
                <a:lnTo>
                  <a:pt x="11" y="0"/>
                </a:lnTo>
                <a:lnTo>
                  <a:pt x="13" y="0"/>
                </a:lnTo>
                <a:lnTo>
                  <a:pt x="13" y="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" name="Freeform 2231"/>
          <p:cNvSpPr>
            <a:spLocks/>
          </p:cNvSpPr>
          <p:nvPr/>
        </p:nvSpPr>
        <p:spPr bwMode="auto">
          <a:xfrm>
            <a:off x="2819944" y="5033140"/>
            <a:ext cx="15125" cy="20166"/>
          </a:xfrm>
          <a:custGeom>
            <a:avLst/>
            <a:gdLst>
              <a:gd name="T0" fmla="*/ 5 w 12"/>
              <a:gd name="T1" fmla="*/ 1 h 16"/>
              <a:gd name="T2" fmla="*/ 0 w 12"/>
              <a:gd name="T3" fmla="*/ 1 h 16"/>
              <a:gd name="T4" fmla="*/ 0 w 12"/>
              <a:gd name="T5" fmla="*/ 0 h 16"/>
              <a:gd name="T6" fmla="*/ 12 w 12"/>
              <a:gd name="T7" fmla="*/ 0 h 16"/>
              <a:gd name="T8" fmla="*/ 12 w 12"/>
              <a:gd name="T9" fmla="*/ 1 h 16"/>
              <a:gd name="T10" fmla="*/ 7 w 12"/>
              <a:gd name="T11" fmla="*/ 1 h 16"/>
              <a:gd name="T12" fmla="*/ 7 w 12"/>
              <a:gd name="T13" fmla="*/ 16 h 16"/>
              <a:gd name="T14" fmla="*/ 5 w 12"/>
              <a:gd name="T15" fmla="*/ 16 h 16"/>
              <a:gd name="T16" fmla="*/ 5 w 12"/>
              <a:gd name="T17" fmla="*/ 1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" h="16">
                <a:moveTo>
                  <a:pt x="5" y="1"/>
                </a:moveTo>
                <a:lnTo>
                  <a:pt x="0" y="1"/>
                </a:lnTo>
                <a:lnTo>
                  <a:pt x="0" y="0"/>
                </a:lnTo>
                <a:lnTo>
                  <a:pt x="12" y="0"/>
                </a:lnTo>
                <a:lnTo>
                  <a:pt x="12" y="1"/>
                </a:lnTo>
                <a:lnTo>
                  <a:pt x="7" y="1"/>
                </a:lnTo>
                <a:lnTo>
                  <a:pt x="7" y="16"/>
                </a:lnTo>
                <a:lnTo>
                  <a:pt x="5" y="16"/>
                </a:lnTo>
                <a:lnTo>
                  <a:pt x="5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" name="Freeform 2232"/>
          <p:cNvSpPr>
            <a:spLocks/>
          </p:cNvSpPr>
          <p:nvPr/>
        </p:nvSpPr>
        <p:spPr bwMode="auto">
          <a:xfrm>
            <a:off x="2851453" y="5033140"/>
            <a:ext cx="12604" cy="20166"/>
          </a:xfrm>
          <a:custGeom>
            <a:avLst/>
            <a:gdLst>
              <a:gd name="T0" fmla="*/ 0 w 10"/>
              <a:gd name="T1" fmla="*/ 0 h 16"/>
              <a:gd name="T2" fmla="*/ 10 w 10"/>
              <a:gd name="T3" fmla="*/ 0 h 16"/>
              <a:gd name="T4" fmla="*/ 10 w 10"/>
              <a:gd name="T5" fmla="*/ 1 h 16"/>
              <a:gd name="T6" fmla="*/ 2 w 10"/>
              <a:gd name="T7" fmla="*/ 1 h 16"/>
              <a:gd name="T8" fmla="*/ 2 w 10"/>
              <a:gd name="T9" fmla="*/ 6 h 16"/>
              <a:gd name="T10" fmla="*/ 10 w 10"/>
              <a:gd name="T11" fmla="*/ 6 h 16"/>
              <a:gd name="T12" fmla="*/ 10 w 10"/>
              <a:gd name="T13" fmla="*/ 8 h 16"/>
              <a:gd name="T14" fmla="*/ 2 w 10"/>
              <a:gd name="T15" fmla="*/ 8 h 16"/>
              <a:gd name="T16" fmla="*/ 2 w 10"/>
              <a:gd name="T17" fmla="*/ 15 h 16"/>
              <a:gd name="T18" fmla="*/ 10 w 10"/>
              <a:gd name="T19" fmla="*/ 15 h 16"/>
              <a:gd name="T20" fmla="*/ 10 w 10"/>
              <a:gd name="T21" fmla="*/ 16 h 16"/>
              <a:gd name="T22" fmla="*/ 0 w 10"/>
              <a:gd name="T23" fmla="*/ 16 h 16"/>
              <a:gd name="T24" fmla="*/ 0 w 10"/>
              <a:gd name="T25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" h="16">
                <a:moveTo>
                  <a:pt x="0" y="0"/>
                </a:moveTo>
                <a:lnTo>
                  <a:pt x="10" y="0"/>
                </a:lnTo>
                <a:lnTo>
                  <a:pt x="10" y="1"/>
                </a:lnTo>
                <a:lnTo>
                  <a:pt x="2" y="1"/>
                </a:lnTo>
                <a:lnTo>
                  <a:pt x="2" y="6"/>
                </a:lnTo>
                <a:lnTo>
                  <a:pt x="10" y="6"/>
                </a:lnTo>
                <a:lnTo>
                  <a:pt x="10" y="8"/>
                </a:lnTo>
                <a:lnTo>
                  <a:pt x="2" y="8"/>
                </a:lnTo>
                <a:lnTo>
                  <a:pt x="2" y="15"/>
                </a:lnTo>
                <a:lnTo>
                  <a:pt x="10" y="15"/>
                </a:lnTo>
                <a:lnTo>
                  <a:pt x="10" y="16"/>
                </a:ln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" name="Freeform 2233"/>
          <p:cNvSpPr>
            <a:spLocks/>
          </p:cNvSpPr>
          <p:nvPr/>
        </p:nvSpPr>
        <p:spPr bwMode="auto">
          <a:xfrm>
            <a:off x="2879182" y="5033140"/>
            <a:ext cx="17646" cy="20166"/>
          </a:xfrm>
          <a:custGeom>
            <a:avLst/>
            <a:gdLst>
              <a:gd name="T0" fmla="*/ 5 w 14"/>
              <a:gd name="T1" fmla="*/ 8 h 16"/>
              <a:gd name="T2" fmla="*/ 0 w 14"/>
              <a:gd name="T3" fmla="*/ 0 h 16"/>
              <a:gd name="T4" fmla="*/ 1 w 14"/>
              <a:gd name="T5" fmla="*/ 0 h 16"/>
              <a:gd name="T6" fmla="*/ 7 w 14"/>
              <a:gd name="T7" fmla="*/ 6 h 16"/>
              <a:gd name="T8" fmla="*/ 11 w 14"/>
              <a:gd name="T9" fmla="*/ 0 h 16"/>
              <a:gd name="T10" fmla="*/ 12 w 14"/>
              <a:gd name="T11" fmla="*/ 0 h 16"/>
              <a:gd name="T12" fmla="*/ 7 w 14"/>
              <a:gd name="T13" fmla="*/ 8 h 16"/>
              <a:gd name="T14" fmla="*/ 14 w 14"/>
              <a:gd name="T15" fmla="*/ 16 h 16"/>
              <a:gd name="T16" fmla="*/ 11 w 14"/>
              <a:gd name="T17" fmla="*/ 16 h 16"/>
              <a:gd name="T18" fmla="*/ 7 w 14"/>
              <a:gd name="T19" fmla="*/ 9 h 16"/>
              <a:gd name="T20" fmla="*/ 1 w 14"/>
              <a:gd name="T21" fmla="*/ 16 h 16"/>
              <a:gd name="T22" fmla="*/ 0 w 14"/>
              <a:gd name="T23" fmla="*/ 16 h 16"/>
              <a:gd name="T24" fmla="*/ 5 w 14"/>
              <a:gd name="T25" fmla="*/ 8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" h="16">
                <a:moveTo>
                  <a:pt x="5" y="8"/>
                </a:moveTo>
                <a:lnTo>
                  <a:pt x="0" y="0"/>
                </a:lnTo>
                <a:lnTo>
                  <a:pt x="1" y="0"/>
                </a:lnTo>
                <a:lnTo>
                  <a:pt x="7" y="6"/>
                </a:lnTo>
                <a:lnTo>
                  <a:pt x="11" y="0"/>
                </a:lnTo>
                <a:lnTo>
                  <a:pt x="12" y="0"/>
                </a:lnTo>
                <a:lnTo>
                  <a:pt x="7" y="8"/>
                </a:lnTo>
                <a:lnTo>
                  <a:pt x="14" y="16"/>
                </a:lnTo>
                <a:lnTo>
                  <a:pt x="11" y="16"/>
                </a:lnTo>
                <a:lnTo>
                  <a:pt x="7" y="9"/>
                </a:lnTo>
                <a:lnTo>
                  <a:pt x="1" y="16"/>
                </a:lnTo>
                <a:lnTo>
                  <a:pt x="0" y="16"/>
                </a:lnTo>
                <a:lnTo>
                  <a:pt x="5" y="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" name="Freeform 2234"/>
          <p:cNvSpPr>
            <a:spLocks/>
          </p:cNvSpPr>
          <p:nvPr/>
        </p:nvSpPr>
        <p:spPr bwMode="auto">
          <a:xfrm>
            <a:off x="2909432" y="5033140"/>
            <a:ext cx="15125" cy="20166"/>
          </a:xfrm>
          <a:custGeom>
            <a:avLst/>
            <a:gdLst>
              <a:gd name="T0" fmla="*/ 6 w 12"/>
              <a:gd name="T1" fmla="*/ 1 h 16"/>
              <a:gd name="T2" fmla="*/ 0 w 12"/>
              <a:gd name="T3" fmla="*/ 1 h 16"/>
              <a:gd name="T4" fmla="*/ 0 w 12"/>
              <a:gd name="T5" fmla="*/ 0 h 16"/>
              <a:gd name="T6" fmla="*/ 12 w 12"/>
              <a:gd name="T7" fmla="*/ 0 h 16"/>
              <a:gd name="T8" fmla="*/ 12 w 12"/>
              <a:gd name="T9" fmla="*/ 1 h 16"/>
              <a:gd name="T10" fmla="*/ 7 w 12"/>
              <a:gd name="T11" fmla="*/ 1 h 16"/>
              <a:gd name="T12" fmla="*/ 7 w 12"/>
              <a:gd name="T13" fmla="*/ 16 h 16"/>
              <a:gd name="T14" fmla="*/ 6 w 12"/>
              <a:gd name="T15" fmla="*/ 16 h 16"/>
              <a:gd name="T16" fmla="*/ 6 w 12"/>
              <a:gd name="T17" fmla="*/ 1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" h="16">
                <a:moveTo>
                  <a:pt x="6" y="1"/>
                </a:moveTo>
                <a:lnTo>
                  <a:pt x="0" y="1"/>
                </a:lnTo>
                <a:lnTo>
                  <a:pt x="0" y="0"/>
                </a:lnTo>
                <a:lnTo>
                  <a:pt x="12" y="0"/>
                </a:lnTo>
                <a:lnTo>
                  <a:pt x="12" y="1"/>
                </a:lnTo>
                <a:lnTo>
                  <a:pt x="7" y="1"/>
                </a:lnTo>
                <a:lnTo>
                  <a:pt x="7" y="16"/>
                </a:lnTo>
                <a:lnTo>
                  <a:pt x="6" y="16"/>
                </a:lnTo>
                <a:lnTo>
                  <a:pt x="6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" name="Freeform 2235"/>
          <p:cNvSpPr>
            <a:spLocks/>
          </p:cNvSpPr>
          <p:nvPr/>
        </p:nvSpPr>
        <p:spPr bwMode="auto">
          <a:xfrm>
            <a:off x="2948504" y="5030619"/>
            <a:ext cx="18906" cy="23948"/>
          </a:xfrm>
          <a:custGeom>
            <a:avLst/>
            <a:gdLst>
              <a:gd name="T0" fmla="*/ 15 w 15"/>
              <a:gd name="T1" fmla="*/ 18 h 19"/>
              <a:gd name="T2" fmla="*/ 15 w 15"/>
              <a:gd name="T3" fmla="*/ 18 h 19"/>
              <a:gd name="T4" fmla="*/ 13 w 15"/>
              <a:gd name="T5" fmla="*/ 18 h 19"/>
              <a:gd name="T6" fmla="*/ 13 w 15"/>
              <a:gd name="T7" fmla="*/ 18 h 19"/>
              <a:gd name="T8" fmla="*/ 10 w 15"/>
              <a:gd name="T9" fmla="*/ 19 h 19"/>
              <a:gd name="T10" fmla="*/ 10 w 15"/>
              <a:gd name="T11" fmla="*/ 19 h 19"/>
              <a:gd name="T12" fmla="*/ 6 w 15"/>
              <a:gd name="T13" fmla="*/ 18 h 19"/>
              <a:gd name="T14" fmla="*/ 6 w 15"/>
              <a:gd name="T15" fmla="*/ 18 h 19"/>
              <a:gd name="T16" fmla="*/ 3 w 15"/>
              <a:gd name="T17" fmla="*/ 17 h 19"/>
              <a:gd name="T18" fmla="*/ 3 w 15"/>
              <a:gd name="T19" fmla="*/ 17 h 19"/>
              <a:gd name="T20" fmla="*/ 2 w 15"/>
              <a:gd name="T21" fmla="*/ 14 h 19"/>
              <a:gd name="T22" fmla="*/ 2 w 15"/>
              <a:gd name="T23" fmla="*/ 14 h 19"/>
              <a:gd name="T24" fmla="*/ 0 w 15"/>
              <a:gd name="T25" fmla="*/ 10 h 19"/>
              <a:gd name="T26" fmla="*/ 0 w 15"/>
              <a:gd name="T27" fmla="*/ 10 h 19"/>
              <a:gd name="T28" fmla="*/ 2 w 15"/>
              <a:gd name="T29" fmla="*/ 6 h 19"/>
              <a:gd name="T30" fmla="*/ 2 w 15"/>
              <a:gd name="T31" fmla="*/ 6 h 19"/>
              <a:gd name="T32" fmla="*/ 3 w 15"/>
              <a:gd name="T33" fmla="*/ 3 h 19"/>
              <a:gd name="T34" fmla="*/ 3 w 15"/>
              <a:gd name="T35" fmla="*/ 3 h 19"/>
              <a:gd name="T36" fmla="*/ 6 w 15"/>
              <a:gd name="T37" fmla="*/ 2 h 19"/>
              <a:gd name="T38" fmla="*/ 6 w 15"/>
              <a:gd name="T39" fmla="*/ 2 h 19"/>
              <a:gd name="T40" fmla="*/ 10 w 15"/>
              <a:gd name="T41" fmla="*/ 0 h 19"/>
              <a:gd name="T42" fmla="*/ 10 w 15"/>
              <a:gd name="T43" fmla="*/ 0 h 19"/>
              <a:gd name="T44" fmla="*/ 13 w 15"/>
              <a:gd name="T45" fmla="*/ 2 h 19"/>
              <a:gd name="T46" fmla="*/ 15 w 15"/>
              <a:gd name="T47" fmla="*/ 3 h 19"/>
              <a:gd name="T48" fmla="*/ 14 w 15"/>
              <a:gd name="T49" fmla="*/ 4 h 19"/>
              <a:gd name="T50" fmla="*/ 13 w 15"/>
              <a:gd name="T51" fmla="*/ 3 h 19"/>
              <a:gd name="T52" fmla="*/ 13 w 15"/>
              <a:gd name="T53" fmla="*/ 3 h 19"/>
              <a:gd name="T54" fmla="*/ 11 w 15"/>
              <a:gd name="T55" fmla="*/ 3 h 19"/>
              <a:gd name="T56" fmla="*/ 10 w 15"/>
              <a:gd name="T57" fmla="*/ 2 h 19"/>
              <a:gd name="T58" fmla="*/ 10 w 15"/>
              <a:gd name="T59" fmla="*/ 2 h 19"/>
              <a:gd name="T60" fmla="*/ 7 w 15"/>
              <a:gd name="T61" fmla="*/ 3 h 19"/>
              <a:gd name="T62" fmla="*/ 7 w 15"/>
              <a:gd name="T63" fmla="*/ 3 h 19"/>
              <a:gd name="T64" fmla="*/ 4 w 15"/>
              <a:gd name="T65" fmla="*/ 4 h 19"/>
              <a:gd name="T66" fmla="*/ 4 w 15"/>
              <a:gd name="T67" fmla="*/ 4 h 19"/>
              <a:gd name="T68" fmla="*/ 3 w 15"/>
              <a:gd name="T69" fmla="*/ 7 h 19"/>
              <a:gd name="T70" fmla="*/ 3 w 15"/>
              <a:gd name="T71" fmla="*/ 7 h 19"/>
              <a:gd name="T72" fmla="*/ 3 w 15"/>
              <a:gd name="T73" fmla="*/ 10 h 19"/>
              <a:gd name="T74" fmla="*/ 3 w 15"/>
              <a:gd name="T75" fmla="*/ 10 h 19"/>
              <a:gd name="T76" fmla="*/ 3 w 15"/>
              <a:gd name="T77" fmla="*/ 13 h 19"/>
              <a:gd name="T78" fmla="*/ 3 w 15"/>
              <a:gd name="T79" fmla="*/ 13 h 19"/>
              <a:gd name="T80" fmla="*/ 4 w 15"/>
              <a:gd name="T81" fmla="*/ 15 h 19"/>
              <a:gd name="T82" fmla="*/ 4 w 15"/>
              <a:gd name="T83" fmla="*/ 15 h 19"/>
              <a:gd name="T84" fmla="*/ 7 w 15"/>
              <a:gd name="T85" fmla="*/ 17 h 19"/>
              <a:gd name="T86" fmla="*/ 7 w 15"/>
              <a:gd name="T87" fmla="*/ 17 h 19"/>
              <a:gd name="T88" fmla="*/ 10 w 15"/>
              <a:gd name="T89" fmla="*/ 18 h 19"/>
              <a:gd name="T90" fmla="*/ 10 w 15"/>
              <a:gd name="T91" fmla="*/ 18 h 19"/>
              <a:gd name="T92" fmla="*/ 11 w 15"/>
              <a:gd name="T93" fmla="*/ 17 h 19"/>
              <a:gd name="T94" fmla="*/ 11 w 15"/>
              <a:gd name="T95" fmla="*/ 17 h 19"/>
              <a:gd name="T96" fmla="*/ 14 w 15"/>
              <a:gd name="T97" fmla="*/ 17 h 19"/>
              <a:gd name="T98" fmla="*/ 14 w 15"/>
              <a:gd name="T99" fmla="*/ 11 h 19"/>
              <a:gd name="T100" fmla="*/ 10 w 15"/>
              <a:gd name="T101" fmla="*/ 11 h 19"/>
              <a:gd name="T102" fmla="*/ 10 w 15"/>
              <a:gd name="T103" fmla="*/ 8 h 19"/>
              <a:gd name="T104" fmla="*/ 15 w 15"/>
              <a:gd name="T105" fmla="*/ 8 h 19"/>
              <a:gd name="T106" fmla="*/ 15 w 15"/>
              <a:gd name="T107" fmla="*/ 18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5" h="19">
                <a:moveTo>
                  <a:pt x="15" y="18"/>
                </a:moveTo>
                <a:lnTo>
                  <a:pt x="15" y="18"/>
                </a:lnTo>
                <a:lnTo>
                  <a:pt x="13" y="18"/>
                </a:lnTo>
                <a:lnTo>
                  <a:pt x="13" y="18"/>
                </a:lnTo>
                <a:lnTo>
                  <a:pt x="10" y="19"/>
                </a:lnTo>
                <a:lnTo>
                  <a:pt x="10" y="19"/>
                </a:lnTo>
                <a:lnTo>
                  <a:pt x="6" y="18"/>
                </a:lnTo>
                <a:lnTo>
                  <a:pt x="6" y="18"/>
                </a:lnTo>
                <a:lnTo>
                  <a:pt x="3" y="17"/>
                </a:lnTo>
                <a:lnTo>
                  <a:pt x="3" y="17"/>
                </a:lnTo>
                <a:lnTo>
                  <a:pt x="2" y="14"/>
                </a:lnTo>
                <a:lnTo>
                  <a:pt x="2" y="14"/>
                </a:lnTo>
                <a:lnTo>
                  <a:pt x="0" y="10"/>
                </a:lnTo>
                <a:lnTo>
                  <a:pt x="0" y="10"/>
                </a:lnTo>
                <a:lnTo>
                  <a:pt x="2" y="6"/>
                </a:lnTo>
                <a:lnTo>
                  <a:pt x="2" y="6"/>
                </a:lnTo>
                <a:lnTo>
                  <a:pt x="3" y="3"/>
                </a:lnTo>
                <a:lnTo>
                  <a:pt x="3" y="3"/>
                </a:lnTo>
                <a:lnTo>
                  <a:pt x="6" y="2"/>
                </a:lnTo>
                <a:lnTo>
                  <a:pt x="6" y="2"/>
                </a:lnTo>
                <a:lnTo>
                  <a:pt x="10" y="0"/>
                </a:lnTo>
                <a:lnTo>
                  <a:pt x="10" y="0"/>
                </a:lnTo>
                <a:lnTo>
                  <a:pt x="13" y="2"/>
                </a:lnTo>
                <a:lnTo>
                  <a:pt x="15" y="3"/>
                </a:lnTo>
                <a:lnTo>
                  <a:pt x="14" y="4"/>
                </a:lnTo>
                <a:lnTo>
                  <a:pt x="13" y="3"/>
                </a:lnTo>
                <a:lnTo>
                  <a:pt x="13" y="3"/>
                </a:lnTo>
                <a:lnTo>
                  <a:pt x="11" y="3"/>
                </a:lnTo>
                <a:lnTo>
                  <a:pt x="10" y="2"/>
                </a:lnTo>
                <a:lnTo>
                  <a:pt x="10" y="2"/>
                </a:lnTo>
                <a:lnTo>
                  <a:pt x="7" y="3"/>
                </a:lnTo>
                <a:lnTo>
                  <a:pt x="7" y="3"/>
                </a:lnTo>
                <a:lnTo>
                  <a:pt x="4" y="4"/>
                </a:lnTo>
                <a:lnTo>
                  <a:pt x="4" y="4"/>
                </a:lnTo>
                <a:lnTo>
                  <a:pt x="3" y="7"/>
                </a:lnTo>
                <a:lnTo>
                  <a:pt x="3" y="7"/>
                </a:lnTo>
                <a:lnTo>
                  <a:pt x="3" y="10"/>
                </a:lnTo>
                <a:lnTo>
                  <a:pt x="3" y="10"/>
                </a:lnTo>
                <a:lnTo>
                  <a:pt x="3" y="13"/>
                </a:lnTo>
                <a:lnTo>
                  <a:pt x="3" y="13"/>
                </a:lnTo>
                <a:lnTo>
                  <a:pt x="4" y="15"/>
                </a:lnTo>
                <a:lnTo>
                  <a:pt x="4" y="15"/>
                </a:lnTo>
                <a:lnTo>
                  <a:pt x="7" y="17"/>
                </a:lnTo>
                <a:lnTo>
                  <a:pt x="7" y="17"/>
                </a:lnTo>
                <a:lnTo>
                  <a:pt x="10" y="18"/>
                </a:lnTo>
                <a:lnTo>
                  <a:pt x="10" y="18"/>
                </a:lnTo>
                <a:lnTo>
                  <a:pt x="11" y="17"/>
                </a:lnTo>
                <a:lnTo>
                  <a:pt x="11" y="17"/>
                </a:lnTo>
                <a:lnTo>
                  <a:pt x="14" y="17"/>
                </a:lnTo>
                <a:lnTo>
                  <a:pt x="14" y="11"/>
                </a:lnTo>
                <a:lnTo>
                  <a:pt x="10" y="11"/>
                </a:lnTo>
                <a:lnTo>
                  <a:pt x="10" y="8"/>
                </a:lnTo>
                <a:lnTo>
                  <a:pt x="15" y="8"/>
                </a:lnTo>
                <a:lnTo>
                  <a:pt x="15" y="1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" name="Freeform 2236"/>
          <p:cNvSpPr>
            <a:spLocks noEditPoints="1"/>
          </p:cNvSpPr>
          <p:nvPr/>
        </p:nvSpPr>
        <p:spPr bwMode="auto">
          <a:xfrm>
            <a:off x="2985056" y="5030619"/>
            <a:ext cx="20166" cy="23948"/>
          </a:xfrm>
          <a:custGeom>
            <a:avLst/>
            <a:gdLst>
              <a:gd name="T0" fmla="*/ 0 w 16"/>
              <a:gd name="T1" fmla="*/ 10 h 19"/>
              <a:gd name="T2" fmla="*/ 1 w 16"/>
              <a:gd name="T3" fmla="*/ 6 h 19"/>
              <a:gd name="T4" fmla="*/ 2 w 16"/>
              <a:gd name="T5" fmla="*/ 3 h 19"/>
              <a:gd name="T6" fmla="*/ 5 w 16"/>
              <a:gd name="T7" fmla="*/ 2 h 19"/>
              <a:gd name="T8" fmla="*/ 8 w 16"/>
              <a:gd name="T9" fmla="*/ 0 h 19"/>
              <a:gd name="T10" fmla="*/ 12 w 16"/>
              <a:gd name="T11" fmla="*/ 2 h 19"/>
              <a:gd name="T12" fmla="*/ 15 w 16"/>
              <a:gd name="T13" fmla="*/ 3 h 19"/>
              <a:gd name="T14" fmla="*/ 16 w 16"/>
              <a:gd name="T15" fmla="*/ 6 h 19"/>
              <a:gd name="T16" fmla="*/ 16 w 16"/>
              <a:gd name="T17" fmla="*/ 10 h 19"/>
              <a:gd name="T18" fmla="*/ 16 w 16"/>
              <a:gd name="T19" fmla="*/ 14 h 19"/>
              <a:gd name="T20" fmla="*/ 15 w 16"/>
              <a:gd name="T21" fmla="*/ 17 h 19"/>
              <a:gd name="T22" fmla="*/ 12 w 16"/>
              <a:gd name="T23" fmla="*/ 18 h 19"/>
              <a:gd name="T24" fmla="*/ 8 w 16"/>
              <a:gd name="T25" fmla="*/ 19 h 19"/>
              <a:gd name="T26" fmla="*/ 5 w 16"/>
              <a:gd name="T27" fmla="*/ 18 h 19"/>
              <a:gd name="T28" fmla="*/ 2 w 16"/>
              <a:gd name="T29" fmla="*/ 17 h 19"/>
              <a:gd name="T30" fmla="*/ 1 w 16"/>
              <a:gd name="T31" fmla="*/ 14 h 19"/>
              <a:gd name="T32" fmla="*/ 0 w 16"/>
              <a:gd name="T33" fmla="*/ 10 h 19"/>
              <a:gd name="T34" fmla="*/ 1 w 16"/>
              <a:gd name="T35" fmla="*/ 10 h 19"/>
              <a:gd name="T36" fmla="*/ 2 w 16"/>
              <a:gd name="T37" fmla="*/ 13 h 19"/>
              <a:gd name="T38" fmla="*/ 4 w 16"/>
              <a:gd name="T39" fmla="*/ 15 h 19"/>
              <a:gd name="T40" fmla="*/ 5 w 16"/>
              <a:gd name="T41" fmla="*/ 17 h 19"/>
              <a:gd name="T42" fmla="*/ 8 w 16"/>
              <a:gd name="T43" fmla="*/ 18 h 19"/>
              <a:gd name="T44" fmla="*/ 11 w 16"/>
              <a:gd name="T45" fmla="*/ 17 h 19"/>
              <a:gd name="T46" fmla="*/ 13 w 16"/>
              <a:gd name="T47" fmla="*/ 15 h 19"/>
              <a:gd name="T48" fmla="*/ 15 w 16"/>
              <a:gd name="T49" fmla="*/ 13 h 19"/>
              <a:gd name="T50" fmla="*/ 15 w 16"/>
              <a:gd name="T51" fmla="*/ 10 h 19"/>
              <a:gd name="T52" fmla="*/ 15 w 16"/>
              <a:gd name="T53" fmla="*/ 7 h 19"/>
              <a:gd name="T54" fmla="*/ 13 w 16"/>
              <a:gd name="T55" fmla="*/ 4 h 19"/>
              <a:gd name="T56" fmla="*/ 11 w 16"/>
              <a:gd name="T57" fmla="*/ 3 h 19"/>
              <a:gd name="T58" fmla="*/ 8 w 16"/>
              <a:gd name="T59" fmla="*/ 2 h 19"/>
              <a:gd name="T60" fmla="*/ 5 w 16"/>
              <a:gd name="T61" fmla="*/ 3 h 19"/>
              <a:gd name="T62" fmla="*/ 4 w 16"/>
              <a:gd name="T63" fmla="*/ 4 h 19"/>
              <a:gd name="T64" fmla="*/ 2 w 16"/>
              <a:gd name="T65" fmla="*/ 7 h 19"/>
              <a:gd name="T66" fmla="*/ 1 w 16"/>
              <a:gd name="T67" fmla="*/ 10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6" h="19">
                <a:moveTo>
                  <a:pt x="0" y="10"/>
                </a:moveTo>
                <a:lnTo>
                  <a:pt x="0" y="10"/>
                </a:lnTo>
                <a:lnTo>
                  <a:pt x="1" y="6"/>
                </a:lnTo>
                <a:lnTo>
                  <a:pt x="1" y="6"/>
                </a:lnTo>
                <a:lnTo>
                  <a:pt x="2" y="3"/>
                </a:lnTo>
                <a:lnTo>
                  <a:pt x="2" y="3"/>
                </a:lnTo>
                <a:lnTo>
                  <a:pt x="5" y="2"/>
                </a:lnTo>
                <a:lnTo>
                  <a:pt x="5" y="2"/>
                </a:lnTo>
                <a:lnTo>
                  <a:pt x="8" y="0"/>
                </a:lnTo>
                <a:lnTo>
                  <a:pt x="8" y="0"/>
                </a:lnTo>
                <a:lnTo>
                  <a:pt x="12" y="2"/>
                </a:lnTo>
                <a:lnTo>
                  <a:pt x="12" y="2"/>
                </a:lnTo>
                <a:lnTo>
                  <a:pt x="15" y="3"/>
                </a:lnTo>
                <a:lnTo>
                  <a:pt x="15" y="3"/>
                </a:lnTo>
                <a:lnTo>
                  <a:pt x="16" y="6"/>
                </a:lnTo>
                <a:lnTo>
                  <a:pt x="16" y="6"/>
                </a:lnTo>
                <a:lnTo>
                  <a:pt x="16" y="10"/>
                </a:lnTo>
                <a:lnTo>
                  <a:pt x="16" y="10"/>
                </a:lnTo>
                <a:lnTo>
                  <a:pt x="16" y="14"/>
                </a:lnTo>
                <a:lnTo>
                  <a:pt x="16" y="14"/>
                </a:lnTo>
                <a:lnTo>
                  <a:pt x="15" y="17"/>
                </a:lnTo>
                <a:lnTo>
                  <a:pt x="15" y="17"/>
                </a:lnTo>
                <a:lnTo>
                  <a:pt x="12" y="18"/>
                </a:lnTo>
                <a:lnTo>
                  <a:pt x="12" y="18"/>
                </a:lnTo>
                <a:lnTo>
                  <a:pt x="8" y="19"/>
                </a:lnTo>
                <a:lnTo>
                  <a:pt x="8" y="19"/>
                </a:lnTo>
                <a:lnTo>
                  <a:pt x="5" y="18"/>
                </a:lnTo>
                <a:lnTo>
                  <a:pt x="5" y="18"/>
                </a:lnTo>
                <a:lnTo>
                  <a:pt x="2" y="17"/>
                </a:lnTo>
                <a:lnTo>
                  <a:pt x="2" y="17"/>
                </a:lnTo>
                <a:lnTo>
                  <a:pt x="1" y="14"/>
                </a:lnTo>
                <a:lnTo>
                  <a:pt x="1" y="14"/>
                </a:lnTo>
                <a:lnTo>
                  <a:pt x="0" y="10"/>
                </a:lnTo>
                <a:lnTo>
                  <a:pt x="0" y="10"/>
                </a:lnTo>
                <a:close/>
                <a:moveTo>
                  <a:pt x="1" y="10"/>
                </a:moveTo>
                <a:lnTo>
                  <a:pt x="1" y="10"/>
                </a:lnTo>
                <a:lnTo>
                  <a:pt x="2" y="13"/>
                </a:lnTo>
                <a:lnTo>
                  <a:pt x="2" y="13"/>
                </a:lnTo>
                <a:lnTo>
                  <a:pt x="4" y="15"/>
                </a:lnTo>
                <a:lnTo>
                  <a:pt x="4" y="15"/>
                </a:lnTo>
                <a:lnTo>
                  <a:pt x="5" y="17"/>
                </a:lnTo>
                <a:lnTo>
                  <a:pt x="5" y="17"/>
                </a:lnTo>
                <a:lnTo>
                  <a:pt x="8" y="18"/>
                </a:lnTo>
                <a:lnTo>
                  <a:pt x="8" y="18"/>
                </a:lnTo>
                <a:lnTo>
                  <a:pt x="11" y="17"/>
                </a:lnTo>
                <a:lnTo>
                  <a:pt x="11" y="17"/>
                </a:lnTo>
                <a:lnTo>
                  <a:pt x="13" y="15"/>
                </a:lnTo>
                <a:lnTo>
                  <a:pt x="13" y="15"/>
                </a:lnTo>
                <a:lnTo>
                  <a:pt x="15" y="13"/>
                </a:lnTo>
                <a:lnTo>
                  <a:pt x="15" y="13"/>
                </a:lnTo>
                <a:lnTo>
                  <a:pt x="15" y="10"/>
                </a:lnTo>
                <a:lnTo>
                  <a:pt x="15" y="10"/>
                </a:lnTo>
                <a:lnTo>
                  <a:pt x="15" y="7"/>
                </a:lnTo>
                <a:lnTo>
                  <a:pt x="15" y="7"/>
                </a:lnTo>
                <a:lnTo>
                  <a:pt x="13" y="4"/>
                </a:lnTo>
                <a:lnTo>
                  <a:pt x="13" y="4"/>
                </a:lnTo>
                <a:lnTo>
                  <a:pt x="11" y="3"/>
                </a:lnTo>
                <a:lnTo>
                  <a:pt x="11" y="3"/>
                </a:lnTo>
                <a:lnTo>
                  <a:pt x="8" y="2"/>
                </a:lnTo>
                <a:lnTo>
                  <a:pt x="8" y="2"/>
                </a:lnTo>
                <a:lnTo>
                  <a:pt x="5" y="3"/>
                </a:lnTo>
                <a:lnTo>
                  <a:pt x="5" y="3"/>
                </a:lnTo>
                <a:lnTo>
                  <a:pt x="4" y="4"/>
                </a:lnTo>
                <a:lnTo>
                  <a:pt x="4" y="4"/>
                </a:lnTo>
                <a:lnTo>
                  <a:pt x="2" y="7"/>
                </a:lnTo>
                <a:lnTo>
                  <a:pt x="2" y="7"/>
                </a:lnTo>
                <a:lnTo>
                  <a:pt x="1" y="10"/>
                </a:lnTo>
                <a:lnTo>
                  <a:pt x="1" y="1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" name="Freeform 2237"/>
          <p:cNvSpPr>
            <a:spLocks/>
          </p:cNvSpPr>
          <p:nvPr/>
        </p:nvSpPr>
        <p:spPr bwMode="auto">
          <a:xfrm>
            <a:off x="3021607" y="5033140"/>
            <a:ext cx="13865" cy="20166"/>
          </a:xfrm>
          <a:custGeom>
            <a:avLst/>
            <a:gdLst>
              <a:gd name="T0" fmla="*/ 0 w 11"/>
              <a:gd name="T1" fmla="*/ 0 h 16"/>
              <a:gd name="T2" fmla="*/ 11 w 11"/>
              <a:gd name="T3" fmla="*/ 0 h 16"/>
              <a:gd name="T4" fmla="*/ 11 w 11"/>
              <a:gd name="T5" fmla="*/ 1 h 16"/>
              <a:gd name="T6" fmla="*/ 3 w 11"/>
              <a:gd name="T7" fmla="*/ 1 h 16"/>
              <a:gd name="T8" fmla="*/ 3 w 11"/>
              <a:gd name="T9" fmla="*/ 6 h 16"/>
              <a:gd name="T10" fmla="*/ 10 w 11"/>
              <a:gd name="T11" fmla="*/ 6 h 16"/>
              <a:gd name="T12" fmla="*/ 10 w 11"/>
              <a:gd name="T13" fmla="*/ 8 h 16"/>
              <a:gd name="T14" fmla="*/ 3 w 11"/>
              <a:gd name="T15" fmla="*/ 8 h 16"/>
              <a:gd name="T16" fmla="*/ 3 w 11"/>
              <a:gd name="T17" fmla="*/ 15 h 16"/>
              <a:gd name="T18" fmla="*/ 11 w 11"/>
              <a:gd name="T19" fmla="*/ 15 h 16"/>
              <a:gd name="T20" fmla="*/ 11 w 11"/>
              <a:gd name="T21" fmla="*/ 16 h 16"/>
              <a:gd name="T22" fmla="*/ 0 w 11"/>
              <a:gd name="T23" fmla="*/ 16 h 16"/>
              <a:gd name="T24" fmla="*/ 0 w 11"/>
              <a:gd name="T25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" h="16">
                <a:moveTo>
                  <a:pt x="0" y="0"/>
                </a:moveTo>
                <a:lnTo>
                  <a:pt x="11" y="0"/>
                </a:lnTo>
                <a:lnTo>
                  <a:pt x="11" y="1"/>
                </a:lnTo>
                <a:lnTo>
                  <a:pt x="3" y="1"/>
                </a:lnTo>
                <a:lnTo>
                  <a:pt x="3" y="6"/>
                </a:lnTo>
                <a:lnTo>
                  <a:pt x="10" y="6"/>
                </a:lnTo>
                <a:lnTo>
                  <a:pt x="10" y="8"/>
                </a:lnTo>
                <a:lnTo>
                  <a:pt x="3" y="8"/>
                </a:lnTo>
                <a:lnTo>
                  <a:pt x="3" y="15"/>
                </a:lnTo>
                <a:lnTo>
                  <a:pt x="11" y="15"/>
                </a:lnTo>
                <a:lnTo>
                  <a:pt x="11" y="16"/>
                </a:ln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Freeform 2238"/>
          <p:cNvSpPr>
            <a:spLocks/>
          </p:cNvSpPr>
          <p:nvPr/>
        </p:nvSpPr>
        <p:spPr bwMode="auto">
          <a:xfrm>
            <a:off x="3050596" y="5030619"/>
            <a:ext cx="13865" cy="23948"/>
          </a:xfrm>
          <a:custGeom>
            <a:avLst/>
            <a:gdLst>
              <a:gd name="T0" fmla="*/ 2 w 11"/>
              <a:gd name="T1" fmla="*/ 15 h 19"/>
              <a:gd name="T2" fmla="*/ 3 w 11"/>
              <a:gd name="T3" fmla="*/ 17 h 19"/>
              <a:gd name="T4" fmla="*/ 6 w 11"/>
              <a:gd name="T5" fmla="*/ 18 h 19"/>
              <a:gd name="T6" fmla="*/ 8 w 11"/>
              <a:gd name="T7" fmla="*/ 17 h 19"/>
              <a:gd name="T8" fmla="*/ 8 w 11"/>
              <a:gd name="T9" fmla="*/ 15 h 19"/>
              <a:gd name="T10" fmla="*/ 10 w 11"/>
              <a:gd name="T11" fmla="*/ 14 h 19"/>
              <a:gd name="T12" fmla="*/ 8 w 11"/>
              <a:gd name="T13" fmla="*/ 11 h 19"/>
              <a:gd name="T14" fmla="*/ 7 w 11"/>
              <a:gd name="T15" fmla="*/ 11 h 19"/>
              <a:gd name="T16" fmla="*/ 6 w 11"/>
              <a:gd name="T17" fmla="*/ 10 h 19"/>
              <a:gd name="T18" fmla="*/ 3 w 11"/>
              <a:gd name="T19" fmla="*/ 10 h 19"/>
              <a:gd name="T20" fmla="*/ 2 w 11"/>
              <a:gd name="T21" fmla="*/ 8 h 19"/>
              <a:gd name="T22" fmla="*/ 2 w 11"/>
              <a:gd name="T23" fmla="*/ 7 h 19"/>
              <a:gd name="T24" fmla="*/ 2 w 11"/>
              <a:gd name="T25" fmla="*/ 6 h 19"/>
              <a:gd name="T26" fmla="*/ 2 w 11"/>
              <a:gd name="T27" fmla="*/ 3 h 19"/>
              <a:gd name="T28" fmla="*/ 3 w 11"/>
              <a:gd name="T29" fmla="*/ 2 h 19"/>
              <a:gd name="T30" fmla="*/ 4 w 11"/>
              <a:gd name="T31" fmla="*/ 2 h 19"/>
              <a:gd name="T32" fmla="*/ 6 w 11"/>
              <a:gd name="T33" fmla="*/ 0 h 19"/>
              <a:gd name="T34" fmla="*/ 8 w 11"/>
              <a:gd name="T35" fmla="*/ 2 h 19"/>
              <a:gd name="T36" fmla="*/ 10 w 11"/>
              <a:gd name="T37" fmla="*/ 4 h 19"/>
              <a:gd name="T38" fmla="*/ 8 w 11"/>
              <a:gd name="T39" fmla="*/ 3 h 19"/>
              <a:gd name="T40" fmla="*/ 6 w 11"/>
              <a:gd name="T41" fmla="*/ 2 h 19"/>
              <a:gd name="T42" fmla="*/ 3 w 11"/>
              <a:gd name="T43" fmla="*/ 3 h 19"/>
              <a:gd name="T44" fmla="*/ 3 w 11"/>
              <a:gd name="T45" fmla="*/ 4 h 19"/>
              <a:gd name="T46" fmla="*/ 3 w 11"/>
              <a:gd name="T47" fmla="*/ 6 h 19"/>
              <a:gd name="T48" fmla="*/ 3 w 11"/>
              <a:gd name="T49" fmla="*/ 7 h 19"/>
              <a:gd name="T50" fmla="*/ 4 w 11"/>
              <a:gd name="T51" fmla="*/ 8 h 19"/>
              <a:gd name="T52" fmla="*/ 7 w 11"/>
              <a:gd name="T53" fmla="*/ 10 h 19"/>
              <a:gd name="T54" fmla="*/ 8 w 11"/>
              <a:gd name="T55" fmla="*/ 10 h 19"/>
              <a:gd name="T56" fmla="*/ 10 w 11"/>
              <a:gd name="T57" fmla="*/ 11 h 19"/>
              <a:gd name="T58" fmla="*/ 11 w 11"/>
              <a:gd name="T59" fmla="*/ 14 h 19"/>
              <a:gd name="T60" fmla="*/ 10 w 11"/>
              <a:gd name="T61" fmla="*/ 17 h 19"/>
              <a:gd name="T62" fmla="*/ 10 w 11"/>
              <a:gd name="T63" fmla="*/ 18 h 19"/>
              <a:gd name="T64" fmla="*/ 7 w 11"/>
              <a:gd name="T65" fmla="*/ 18 h 19"/>
              <a:gd name="T66" fmla="*/ 6 w 11"/>
              <a:gd name="T67" fmla="*/ 19 h 19"/>
              <a:gd name="T68" fmla="*/ 3 w 11"/>
              <a:gd name="T69" fmla="*/ 18 h 19"/>
              <a:gd name="T70" fmla="*/ 2 w 11"/>
              <a:gd name="T71" fmla="*/ 15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" h="19">
                <a:moveTo>
                  <a:pt x="2" y="15"/>
                </a:moveTo>
                <a:lnTo>
                  <a:pt x="2" y="15"/>
                </a:lnTo>
                <a:lnTo>
                  <a:pt x="3" y="17"/>
                </a:lnTo>
                <a:lnTo>
                  <a:pt x="3" y="17"/>
                </a:lnTo>
                <a:lnTo>
                  <a:pt x="6" y="18"/>
                </a:lnTo>
                <a:lnTo>
                  <a:pt x="6" y="18"/>
                </a:lnTo>
                <a:lnTo>
                  <a:pt x="7" y="17"/>
                </a:lnTo>
                <a:lnTo>
                  <a:pt x="8" y="17"/>
                </a:lnTo>
                <a:lnTo>
                  <a:pt x="8" y="15"/>
                </a:lnTo>
                <a:lnTo>
                  <a:pt x="8" y="15"/>
                </a:lnTo>
                <a:lnTo>
                  <a:pt x="10" y="14"/>
                </a:lnTo>
                <a:lnTo>
                  <a:pt x="10" y="14"/>
                </a:lnTo>
                <a:lnTo>
                  <a:pt x="8" y="13"/>
                </a:lnTo>
                <a:lnTo>
                  <a:pt x="8" y="11"/>
                </a:lnTo>
                <a:lnTo>
                  <a:pt x="8" y="11"/>
                </a:lnTo>
                <a:lnTo>
                  <a:pt x="7" y="11"/>
                </a:lnTo>
                <a:lnTo>
                  <a:pt x="7" y="11"/>
                </a:lnTo>
                <a:lnTo>
                  <a:pt x="6" y="10"/>
                </a:lnTo>
                <a:lnTo>
                  <a:pt x="6" y="10"/>
                </a:lnTo>
                <a:lnTo>
                  <a:pt x="3" y="10"/>
                </a:lnTo>
                <a:lnTo>
                  <a:pt x="2" y="8"/>
                </a:lnTo>
                <a:lnTo>
                  <a:pt x="2" y="8"/>
                </a:lnTo>
                <a:lnTo>
                  <a:pt x="2" y="7"/>
                </a:lnTo>
                <a:lnTo>
                  <a:pt x="2" y="7"/>
                </a:lnTo>
                <a:lnTo>
                  <a:pt x="2" y="6"/>
                </a:lnTo>
                <a:lnTo>
                  <a:pt x="2" y="6"/>
                </a:lnTo>
                <a:lnTo>
                  <a:pt x="2" y="3"/>
                </a:lnTo>
                <a:lnTo>
                  <a:pt x="2" y="3"/>
                </a:lnTo>
                <a:lnTo>
                  <a:pt x="3" y="2"/>
                </a:lnTo>
                <a:lnTo>
                  <a:pt x="3" y="2"/>
                </a:lnTo>
                <a:lnTo>
                  <a:pt x="4" y="2"/>
                </a:lnTo>
                <a:lnTo>
                  <a:pt x="4" y="2"/>
                </a:lnTo>
                <a:lnTo>
                  <a:pt x="6" y="0"/>
                </a:lnTo>
                <a:lnTo>
                  <a:pt x="6" y="0"/>
                </a:lnTo>
                <a:lnTo>
                  <a:pt x="8" y="2"/>
                </a:lnTo>
                <a:lnTo>
                  <a:pt x="8" y="2"/>
                </a:lnTo>
                <a:lnTo>
                  <a:pt x="11" y="3"/>
                </a:lnTo>
                <a:lnTo>
                  <a:pt x="10" y="4"/>
                </a:lnTo>
                <a:lnTo>
                  <a:pt x="10" y="4"/>
                </a:lnTo>
                <a:lnTo>
                  <a:pt x="8" y="3"/>
                </a:lnTo>
                <a:lnTo>
                  <a:pt x="8" y="3"/>
                </a:lnTo>
                <a:lnTo>
                  <a:pt x="6" y="2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3" y="4"/>
                </a:lnTo>
                <a:lnTo>
                  <a:pt x="3" y="6"/>
                </a:lnTo>
                <a:lnTo>
                  <a:pt x="3" y="6"/>
                </a:lnTo>
                <a:lnTo>
                  <a:pt x="3" y="7"/>
                </a:lnTo>
                <a:lnTo>
                  <a:pt x="3" y="7"/>
                </a:lnTo>
                <a:lnTo>
                  <a:pt x="4" y="8"/>
                </a:lnTo>
                <a:lnTo>
                  <a:pt x="4" y="8"/>
                </a:lnTo>
                <a:lnTo>
                  <a:pt x="7" y="10"/>
                </a:lnTo>
                <a:lnTo>
                  <a:pt x="7" y="10"/>
                </a:lnTo>
                <a:lnTo>
                  <a:pt x="8" y="10"/>
                </a:lnTo>
                <a:lnTo>
                  <a:pt x="8" y="10"/>
                </a:lnTo>
                <a:lnTo>
                  <a:pt x="10" y="11"/>
                </a:lnTo>
                <a:lnTo>
                  <a:pt x="10" y="11"/>
                </a:lnTo>
                <a:lnTo>
                  <a:pt x="11" y="14"/>
                </a:lnTo>
                <a:lnTo>
                  <a:pt x="11" y="14"/>
                </a:lnTo>
                <a:lnTo>
                  <a:pt x="10" y="17"/>
                </a:lnTo>
                <a:lnTo>
                  <a:pt x="10" y="17"/>
                </a:lnTo>
                <a:lnTo>
                  <a:pt x="10" y="18"/>
                </a:lnTo>
                <a:lnTo>
                  <a:pt x="10" y="18"/>
                </a:lnTo>
                <a:lnTo>
                  <a:pt x="7" y="18"/>
                </a:lnTo>
                <a:lnTo>
                  <a:pt x="7" y="18"/>
                </a:lnTo>
                <a:lnTo>
                  <a:pt x="6" y="19"/>
                </a:lnTo>
                <a:lnTo>
                  <a:pt x="6" y="19"/>
                </a:lnTo>
                <a:lnTo>
                  <a:pt x="3" y="18"/>
                </a:lnTo>
                <a:lnTo>
                  <a:pt x="3" y="18"/>
                </a:lnTo>
                <a:lnTo>
                  <a:pt x="0" y="17"/>
                </a:lnTo>
                <a:lnTo>
                  <a:pt x="2" y="1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" name="Freeform 2239"/>
          <p:cNvSpPr>
            <a:spLocks/>
          </p:cNvSpPr>
          <p:nvPr/>
        </p:nvSpPr>
        <p:spPr bwMode="auto">
          <a:xfrm>
            <a:off x="3092190" y="5033140"/>
            <a:ext cx="15125" cy="20166"/>
          </a:xfrm>
          <a:custGeom>
            <a:avLst/>
            <a:gdLst>
              <a:gd name="T0" fmla="*/ 0 w 12"/>
              <a:gd name="T1" fmla="*/ 0 h 16"/>
              <a:gd name="T2" fmla="*/ 1 w 12"/>
              <a:gd name="T3" fmla="*/ 0 h 16"/>
              <a:gd name="T4" fmla="*/ 1 w 12"/>
              <a:gd name="T5" fmla="*/ 6 h 16"/>
              <a:gd name="T6" fmla="*/ 11 w 12"/>
              <a:gd name="T7" fmla="*/ 6 h 16"/>
              <a:gd name="T8" fmla="*/ 11 w 12"/>
              <a:gd name="T9" fmla="*/ 0 h 16"/>
              <a:gd name="T10" fmla="*/ 12 w 12"/>
              <a:gd name="T11" fmla="*/ 0 h 16"/>
              <a:gd name="T12" fmla="*/ 12 w 12"/>
              <a:gd name="T13" fmla="*/ 16 h 16"/>
              <a:gd name="T14" fmla="*/ 11 w 12"/>
              <a:gd name="T15" fmla="*/ 16 h 16"/>
              <a:gd name="T16" fmla="*/ 11 w 12"/>
              <a:gd name="T17" fmla="*/ 8 h 16"/>
              <a:gd name="T18" fmla="*/ 1 w 12"/>
              <a:gd name="T19" fmla="*/ 8 h 16"/>
              <a:gd name="T20" fmla="*/ 1 w 12"/>
              <a:gd name="T21" fmla="*/ 16 h 16"/>
              <a:gd name="T22" fmla="*/ 0 w 12"/>
              <a:gd name="T23" fmla="*/ 16 h 16"/>
              <a:gd name="T24" fmla="*/ 0 w 12"/>
              <a:gd name="T25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" h="16">
                <a:moveTo>
                  <a:pt x="0" y="0"/>
                </a:moveTo>
                <a:lnTo>
                  <a:pt x="1" y="0"/>
                </a:lnTo>
                <a:lnTo>
                  <a:pt x="1" y="6"/>
                </a:lnTo>
                <a:lnTo>
                  <a:pt x="11" y="6"/>
                </a:lnTo>
                <a:lnTo>
                  <a:pt x="11" y="0"/>
                </a:lnTo>
                <a:lnTo>
                  <a:pt x="12" y="0"/>
                </a:lnTo>
                <a:lnTo>
                  <a:pt x="12" y="16"/>
                </a:lnTo>
                <a:lnTo>
                  <a:pt x="11" y="16"/>
                </a:lnTo>
                <a:lnTo>
                  <a:pt x="11" y="8"/>
                </a:lnTo>
                <a:lnTo>
                  <a:pt x="1" y="8"/>
                </a:lnTo>
                <a:lnTo>
                  <a:pt x="1" y="16"/>
                </a:ln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" name="Freeform 2240"/>
          <p:cNvSpPr>
            <a:spLocks/>
          </p:cNvSpPr>
          <p:nvPr/>
        </p:nvSpPr>
        <p:spPr bwMode="auto">
          <a:xfrm>
            <a:off x="3126220" y="5033140"/>
            <a:ext cx="11344" cy="20166"/>
          </a:xfrm>
          <a:custGeom>
            <a:avLst/>
            <a:gdLst>
              <a:gd name="T0" fmla="*/ 0 w 9"/>
              <a:gd name="T1" fmla="*/ 0 h 16"/>
              <a:gd name="T2" fmla="*/ 9 w 9"/>
              <a:gd name="T3" fmla="*/ 0 h 16"/>
              <a:gd name="T4" fmla="*/ 9 w 9"/>
              <a:gd name="T5" fmla="*/ 1 h 16"/>
              <a:gd name="T6" fmla="*/ 1 w 9"/>
              <a:gd name="T7" fmla="*/ 1 h 16"/>
              <a:gd name="T8" fmla="*/ 1 w 9"/>
              <a:gd name="T9" fmla="*/ 6 h 16"/>
              <a:gd name="T10" fmla="*/ 8 w 9"/>
              <a:gd name="T11" fmla="*/ 6 h 16"/>
              <a:gd name="T12" fmla="*/ 8 w 9"/>
              <a:gd name="T13" fmla="*/ 8 h 16"/>
              <a:gd name="T14" fmla="*/ 1 w 9"/>
              <a:gd name="T15" fmla="*/ 8 h 16"/>
              <a:gd name="T16" fmla="*/ 1 w 9"/>
              <a:gd name="T17" fmla="*/ 15 h 16"/>
              <a:gd name="T18" fmla="*/ 9 w 9"/>
              <a:gd name="T19" fmla="*/ 15 h 16"/>
              <a:gd name="T20" fmla="*/ 9 w 9"/>
              <a:gd name="T21" fmla="*/ 16 h 16"/>
              <a:gd name="T22" fmla="*/ 0 w 9"/>
              <a:gd name="T23" fmla="*/ 16 h 16"/>
              <a:gd name="T24" fmla="*/ 0 w 9"/>
              <a:gd name="T25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" h="16">
                <a:moveTo>
                  <a:pt x="0" y="0"/>
                </a:moveTo>
                <a:lnTo>
                  <a:pt x="9" y="0"/>
                </a:lnTo>
                <a:lnTo>
                  <a:pt x="9" y="1"/>
                </a:lnTo>
                <a:lnTo>
                  <a:pt x="1" y="1"/>
                </a:lnTo>
                <a:lnTo>
                  <a:pt x="1" y="6"/>
                </a:lnTo>
                <a:lnTo>
                  <a:pt x="8" y="6"/>
                </a:lnTo>
                <a:lnTo>
                  <a:pt x="8" y="8"/>
                </a:lnTo>
                <a:lnTo>
                  <a:pt x="1" y="8"/>
                </a:lnTo>
                <a:lnTo>
                  <a:pt x="1" y="15"/>
                </a:lnTo>
                <a:lnTo>
                  <a:pt x="9" y="15"/>
                </a:lnTo>
                <a:lnTo>
                  <a:pt x="9" y="16"/>
                </a:ln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" name="Freeform 2241"/>
          <p:cNvSpPr>
            <a:spLocks noEditPoints="1"/>
          </p:cNvSpPr>
          <p:nvPr/>
        </p:nvSpPr>
        <p:spPr bwMode="auto">
          <a:xfrm>
            <a:off x="3155210" y="5033140"/>
            <a:ext cx="13865" cy="20166"/>
          </a:xfrm>
          <a:custGeom>
            <a:avLst/>
            <a:gdLst>
              <a:gd name="T0" fmla="*/ 0 w 11"/>
              <a:gd name="T1" fmla="*/ 0 h 16"/>
              <a:gd name="T2" fmla="*/ 4 w 11"/>
              <a:gd name="T3" fmla="*/ 0 h 16"/>
              <a:gd name="T4" fmla="*/ 5 w 11"/>
              <a:gd name="T5" fmla="*/ 0 h 16"/>
              <a:gd name="T6" fmla="*/ 6 w 11"/>
              <a:gd name="T7" fmla="*/ 0 h 16"/>
              <a:gd name="T8" fmla="*/ 8 w 11"/>
              <a:gd name="T9" fmla="*/ 0 h 16"/>
              <a:gd name="T10" fmla="*/ 8 w 11"/>
              <a:gd name="T11" fmla="*/ 1 h 16"/>
              <a:gd name="T12" fmla="*/ 8 w 11"/>
              <a:gd name="T13" fmla="*/ 1 h 16"/>
              <a:gd name="T14" fmla="*/ 9 w 11"/>
              <a:gd name="T15" fmla="*/ 2 h 16"/>
              <a:gd name="T16" fmla="*/ 9 w 11"/>
              <a:gd name="T17" fmla="*/ 2 h 16"/>
              <a:gd name="T18" fmla="*/ 9 w 11"/>
              <a:gd name="T19" fmla="*/ 4 h 16"/>
              <a:gd name="T20" fmla="*/ 9 w 11"/>
              <a:gd name="T21" fmla="*/ 4 h 16"/>
              <a:gd name="T22" fmla="*/ 9 w 11"/>
              <a:gd name="T23" fmla="*/ 5 h 16"/>
              <a:gd name="T24" fmla="*/ 9 w 11"/>
              <a:gd name="T25" fmla="*/ 5 h 16"/>
              <a:gd name="T26" fmla="*/ 8 w 11"/>
              <a:gd name="T27" fmla="*/ 6 h 16"/>
              <a:gd name="T28" fmla="*/ 6 w 11"/>
              <a:gd name="T29" fmla="*/ 8 h 16"/>
              <a:gd name="T30" fmla="*/ 5 w 11"/>
              <a:gd name="T31" fmla="*/ 8 h 16"/>
              <a:gd name="T32" fmla="*/ 11 w 11"/>
              <a:gd name="T33" fmla="*/ 16 h 16"/>
              <a:gd name="T34" fmla="*/ 9 w 11"/>
              <a:gd name="T35" fmla="*/ 16 h 16"/>
              <a:gd name="T36" fmla="*/ 4 w 11"/>
              <a:gd name="T37" fmla="*/ 8 h 16"/>
              <a:gd name="T38" fmla="*/ 1 w 11"/>
              <a:gd name="T39" fmla="*/ 8 h 16"/>
              <a:gd name="T40" fmla="*/ 1 w 11"/>
              <a:gd name="T41" fmla="*/ 16 h 16"/>
              <a:gd name="T42" fmla="*/ 0 w 11"/>
              <a:gd name="T43" fmla="*/ 16 h 16"/>
              <a:gd name="T44" fmla="*/ 0 w 11"/>
              <a:gd name="T45" fmla="*/ 0 h 16"/>
              <a:gd name="T46" fmla="*/ 1 w 11"/>
              <a:gd name="T47" fmla="*/ 6 h 16"/>
              <a:gd name="T48" fmla="*/ 5 w 11"/>
              <a:gd name="T49" fmla="*/ 6 h 16"/>
              <a:gd name="T50" fmla="*/ 5 w 11"/>
              <a:gd name="T51" fmla="*/ 6 h 16"/>
              <a:gd name="T52" fmla="*/ 6 w 11"/>
              <a:gd name="T53" fmla="*/ 6 h 16"/>
              <a:gd name="T54" fmla="*/ 8 w 11"/>
              <a:gd name="T55" fmla="*/ 5 h 16"/>
              <a:gd name="T56" fmla="*/ 8 w 11"/>
              <a:gd name="T57" fmla="*/ 5 h 16"/>
              <a:gd name="T58" fmla="*/ 8 w 11"/>
              <a:gd name="T59" fmla="*/ 4 h 16"/>
              <a:gd name="T60" fmla="*/ 8 w 11"/>
              <a:gd name="T61" fmla="*/ 2 h 16"/>
              <a:gd name="T62" fmla="*/ 8 w 11"/>
              <a:gd name="T63" fmla="*/ 2 h 16"/>
              <a:gd name="T64" fmla="*/ 6 w 11"/>
              <a:gd name="T65" fmla="*/ 1 h 16"/>
              <a:gd name="T66" fmla="*/ 6 w 11"/>
              <a:gd name="T67" fmla="*/ 1 h 16"/>
              <a:gd name="T68" fmla="*/ 5 w 11"/>
              <a:gd name="T69" fmla="*/ 1 h 16"/>
              <a:gd name="T70" fmla="*/ 1 w 11"/>
              <a:gd name="T71" fmla="*/ 1 h 16"/>
              <a:gd name="T72" fmla="*/ 1 w 11"/>
              <a:gd name="T73" fmla="*/ 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" h="16">
                <a:moveTo>
                  <a:pt x="0" y="0"/>
                </a:move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0"/>
                </a:lnTo>
                <a:lnTo>
                  <a:pt x="8" y="1"/>
                </a:lnTo>
                <a:lnTo>
                  <a:pt x="8" y="1"/>
                </a:lnTo>
                <a:lnTo>
                  <a:pt x="9" y="2"/>
                </a:lnTo>
                <a:lnTo>
                  <a:pt x="9" y="2"/>
                </a:lnTo>
                <a:lnTo>
                  <a:pt x="9" y="4"/>
                </a:lnTo>
                <a:lnTo>
                  <a:pt x="9" y="4"/>
                </a:lnTo>
                <a:lnTo>
                  <a:pt x="9" y="5"/>
                </a:lnTo>
                <a:lnTo>
                  <a:pt x="9" y="5"/>
                </a:lnTo>
                <a:lnTo>
                  <a:pt x="8" y="6"/>
                </a:lnTo>
                <a:lnTo>
                  <a:pt x="6" y="8"/>
                </a:lnTo>
                <a:lnTo>
                  <a:pt x="5" y="8"/>
                </a:lnTo>
                <a:lnTo>
                  <a:pt x="11" y="16"/>
                </a:lnTo>
                <a:lnTo>
                  <a:pt x="9" y="16"/>
                </a:lnTo>
                <a:lnTo>
                  <a:pt x="4" y="8"/>
                </a:lnTo>
                <a:lnTo>
                  <a:pt x="1" y="8"/>
                </a:lnTo>
                <a:lnTo>
                  <a:pt x="1" y="16"/>
                </a:lnTo>
                <a:lnTo>
                  <a:pt x="0" y="16"/>
                </a:lnTo>
                <a:lnTo>
                  <a:pt x="0" y="0"/>
                </a:lnTo>
                <a:close/>
                <a:moveTo>
                  <a:pt x="1" y="6"/>
                </a:moveTo>
                <a:lnTo>
                  <a:pt x="5" y="6"/>
                </a:lnTo>
                <a:lnTo>
                  <a:pt x="5" y="6"/>
                </a:lnTo>
                <a:lnTo>
                  <a:pt x="6" y="6"/>
                </a:lnTo>
                <a:lnTo>
                  <a:pt x="8" y="5"/>
                </a:lnTo>
                <a:lnTo>
                  <a:pt x="8" y="5"/>
                </a:lnTo>
                <a:lnTo>
                  <a:pt x="8" y="4"/>
                </a:lnTo>
                <a:lnTo>
                  <a:pt x="8" y="2"/>
                </a:lnTo>
                <a:lnTo>
                  <a:pt x="8" y="2"/>
                </a:lnTo>
                <a:lnTo>
                  <a:pt x="6" y="1"/>
                </a:lnTo>
                <a:lnTo>
                  <a:pt x="6" y="1"/>
                </a:lnTo>
                <a:lnTo>
                  <a:pt x="5" y="1"/>
                </a:lnTo>
                <a:lnTo>
                  <a:pt x="1" y="1"/>
                </a:lnTo>
                <a:lnTo>
                  <a:pt x="1" y="6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" name="Freeform 2242"/>
          <p:cNvSpPr>
            <a:spLocks/>
          </p:cNvSpPr>
          <p:nvPr/>
        </p:nvSpPr>
        <p:spPr bwMode="auto">
          <a:xfrm>
            <a:off x="3185459" y="5033140"/>
            <a:ext cx="11344" cy="20166"/>
          </a:xfrm>
          <a:custGeom>
            <a:avLst/>
            <a:gdLst>
              <a:gd name="T0" fmla="*/ 0 w 9"/>
              <a:gd name="T1" fmla="*/ 0 h 16"/>
              <a:gd name="T2" fmla="*/ 9 w 9"/>
              <a:gd name="T3" fmla="*/ 0 h 16"/>
              <a:gd name="T4" fmla="*/ 9 w 9"/>
              <a:gd name="T5" fmla="*/ 1 h 16"/>
              <a:gd name="T6" fmla="*/ 1 w 9"/>
              <a:gd name="T7" fmla="*/ 1 h 16"/>
              <a:gd name="T8" fmla="*/ 1 w 9"/>
              <a:gd name="T9" fmla="*/ 6 h 16"/>
              <a:gd name="T10" fmla="*/ 8 w 9"/>
              <a:gd name="T11" fmla="*/ 6 h 16"/>
              <a:gd name="T12" fmla="*/ 8 w 9"/>
              <a:gd name="T13" fmla="*/ 8 h 16"/>
              <a:gd name="T14" fmla="*/ 1 w 9"/>
              <a:gd name="T15" fmla="*/ 8 h 16"/>
              <a:gd name="T16" fmla="*/ 1 w 9"/>
              <a:gd name="T17" fmla="*/ 15 h 16"/>
              <a:gd name="T18" fmla="*/ 9 w 9"/>
              <a:gd name="T19" fmla="*/ 15 h 16"/>
              <a:gd name="T20" fmla="*/ 9 w 9"/>
              <a:gd name="T21" fmla="*/ 16 h 16"/>
              <a:gd name="T22" fmla="*/ 0 w 9"/>
              <a:gd name="T23" fmla="*/ 16 h 16"/>
              <a:gd name="T24" fmla="*/ 0 w 9"/>
              <a:gd name="T25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" h="16">
                <a:moveTo>
                  <a:pt x="0" y="0"/>
                </a:moveTo>
                <a:lnTo>
                  <a:pt x="9" y="0"/>
                </a:lnTo>
                <a:lnTo>
                  <a:pt x="9" y="1"/>
                </a:lnTo>
                <a:lnTo>
                  <a:pt x="1" y="1"/>
                </a:lnTo>
                <a:lnTo>
                  <a:pt x="1" y="6"/>
                </a:lnTo>
                <a:lnTo>
                  <a:pt x="8" y="6"/>
                </a:lnTo>
                <a:lnTo>
                  <a:pt x="8" y="8"/>
                </a:lnTo>
                <a:lnTo>
                  <a:pt x="1" y="8"/>
                </a:lnTo>
                <a:lnTo>
                  <a:pt x="1" y="15"/>
                </a:lnTo>
                <a:lnTo>
                  <a:pt x="9" y="15"/>
                </a:lnTo>
                <a:lnTo>
                  <a:pt x="9" y="16"/>
                </a:ln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" name="Freeform 2243"/>
          <p:cNvSpPr>
            <a:spLocks/>
          </p:cNvSpPr>
          <p:nvPr/>
        </p:nvSpPr>
        <p:spPr bwMode="auto">
          <a:xfrm>
            <a:off x="2710289" y="4947433"/>
            <a:ext cx="26469" cy="59239"/>
          </a:xfrm>
          <a:custGeom>
            <a:avLst/>
            <a:gdLst>
              <a:gd name="T0" fmla="*/ 0 w 21"/>
              <a:gd name="T1" fmla="*/ 0 h 47"/>
              <a:gd name="T2" fmla="*/ 6 w 21"/>
              <a:gd name="T3" fmla="*/ 0 h 47"/>
              <a:gd name="T4" fmla="*/ 6 w 21"/>
              <a:gd name="T5" fmla="*/ 39 h 47"/>
              <a:gd name="T6" fmla="*/ 21 w 21"/>
              <a:gd name="T7" fmla="*/ 39 h 47"/>
              <a:gd name="T8" fmla="*/ 21 w 21"/>
              <a:gd name="T9" fmla="*/ 47 h 47"/>
              <a:gd name="T10" fmla="*/ 0 w 21"/>
              <a:gd name="T11" fmla="*/ 47 h 47"/>
              <a:gd name="T12" fmla="*/ 0 w 21"/>
              <a:gd name="T13" fmla="*/ 0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" h="47">
                <a:moveTo>
                  <a:pt x="0" y="0"/>
                </a:moveTo>
                <a:lnTo>
                  <a:pt x="6" y="0"/>
                </a:lnTo>
                <a:lnTo>
                  <a:pt x="6" y="39"/>
                </a:lnTo>
                <a:lnTo>
                  <a:pt x="21" y="39"/>
                </a:lnTo>
                <a:lnTo>
                  <a:pt x="21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" name="Freeform 2244"/>
          <p:cNvSpPr>
            <a:spLocks noEditPoints="1"/>
          </p:cNvSpPr>
          <p:nvPr/>
        </p:nvSpPr>
        <p:spPr bwMode="auto">
          <a:xfrm>
            <a:off x="2746841" y="4946173"/>
            <a:ext cx="47895" cy="63020"/>
          </a:xfrm>
          <a:custGeom>
            <a:avLst/>
            <a:gdLst>
              <a:gd name="T0" fmla="*/ 0 w 38"/>
              <a:gd name="T1" fmla="*/ 26 h 50"/>
              <a:gd name="T2" fmla="*/ 1 w 38"/>
              <a:gd name="T3" fmla="*/ 15 h 50"/>
              <a:gd name="T4" fmla="*/ 5 w 38"/>
              <a:gd name="T5" fmla="*/ 7 h 50"/>
              <a:gd name="T6" fmla="*/ 11 w 38"/>
              <a:gd name="T7" fmla="*/ 3 h 50"/>
              <a:gd name="T8" fmla="*/ 15 w 38"/>
              <a:gd name="T9" fmla="*/ 1 h 50"/>
              <a:gd name="T10" fmla="*/ 19 w 38"/>
              <a:gd name="T11" fmla="*/ 0 h 50"/>
              <a:gd name="T12" fmla="*/ 25 w 38"/>
              <a:gd name="T13" fmla="*/ 3 h 50"/>
              <a:gd name="T14" fmla="*/ 29 w 38"/>
              <a:gd name="T15" fmla="*/ 4 h 50"/>
              <a:gd name="T16" fmla="*/ 32 w 38"/>
              <a:gd name="T17" fmla="*/ 7 h 50"/>
              <a:gd name="T18" fmla="*/ 35 w 38"/>
              <a:gd name="T19" fmla="*/ 15 h 50"/>
              <a:gd name="T20" fmla="*/ 38 w 38"/>
              <a:gd name="T21" fmla="*/ 26 h 50"/>
              <a:gd name="T22" fmla="*/ 35 w 38"/>
              <a:gd name="T23" fmla="*/ 35 h 50"/>
              <a:gd name="T24" fmla="*/ 32 w 38"/>
              <a:gd name="T25" fmla="*/ 43 h 50"/>
              <a:gd name="T26" fmla="*/ 25 w 38"/>
              <a:gd name="T27" fmla="*/ 47 h 50"/>
              <a:gd name="T28" fmla="*/ 23 w 38"/>
              <a:gd name="T29" fmla="*/ 48 h 50"/>
              <a:gd name="T30" fmla="*/ 19 w 38"/>
              <a:gd name="T31" fmla="*/ 50 h 50"/>
              <a:gd name="T32" fmla="*/ 11 w 38"/>
              <a:gd name="T33" fmla="*/ 47 h 50"/>
              <a:gd name="T34" fmla="*/ 8 w 38"/>
              <a:gd name="T35" fmla="*/ 46 h 50"/>
              <a:gd name="T36" fmla="*/ 5 w 38"/>
              <a:gd name="T37" fmla="*/ 43 h 50"/>
              <a:gd name="T38" fmla="*/ 1 w 38"/>
              <a:gd name="T39" fmla="*/ 35 h 50"/>
              <a:gd name="T40" fmla="*/ 0 w 38"/>
              <a:gd name="T41" fmla="*/ 26 h 50"/>
              <a:gd name="T42" fmla="*/ 6 w 38"/>
              <a:gd name="T43" fmla="*/ 24 h 50"/>
              <a:gd name="T44" fmla="*/ 6 w 38"/>
              <a:gd name="T45" fmla="*/ 31 h 50"/>
              <a:gd name="T46" fmla="*/ 9 w 38"/>
              <a:gd name="T47" fmla="*/ 38 h 50"/>
              <a:gd name="T48" fmla="*/ 13 w 38"/>
              <a:gd name="T49" fmla="*/ 40 h 50"/>
              <a:gd name="T50" fmla="*/ 19 w 38"/>
              <a:gd name="T51" fmla="*/ 42 h 50"/>
              <a:gd name="T52" fmla="*/ 23 w 38"/>
              <a:gd name="T53" fmla="*/ 40 h 50"/>
              <a:gd name="T54" fmla="*/ 27 w 38"/>
              <a:gd name="T55" fmla="*/ 38 h 50"/>
              <a:gd name="T56" fmla="*/ 29 w 38"/>
              <a:gd name="T57" fmla="*/ 31 h 50"/>
              <a:gd name="T58" fmla="*/ 31 w 38"/>
              <a:gd name="T59" fmla="*/ 24 h 50"/>
              <a:gd name="T60" fmla="*/ 29 w 38"/>
              <a:gd name="T61" fmla="*/ 17 h 50"/>
              <a:gd name="T62" fmla="*/ 27 w 38"/>
              <a:gd name="T63" fmla="*/ 13 h 50"/>
              <a:gd name="T64" fmla="*/ 23 w 38"/>
              <a:gd name="T65" fmla="*/ 9 h 50"/>
              <a:gd name="T66" fmla="*/ 19 w 38"/>
              <a:gd name="T67" fmla="*/ 8 h 50"/>
              <a:gd name="T68" fmla="*/ 13 w 38"/>
              <a:gd name="T69" fmla="*/ 9 h 50"/>
              <a:gd name="T70" fmla="*/ 9 w 38"/>
              <a:gd name="T71" fmla="*/ 13 h 50"/>
              <a:gd name="T72" fmla="*/ 6 w 38"/>
              <a:gd name="T73" fmla="*/ 17 h 50"/>
              <a:gd name="T74" fmla="*/ 6 w 38"/>
              <a:gd name="T75" fmla="*/ 2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8" h="50">
                <a:moveTo>
                  <a:pt x="0" y="26"/>
                </a:moveTo>
                <a:lnTo>
                  <a:pt x="0" y="26"/>
                </a:lnTo>
                <a:lnTo>
                  <a:pt x="1" y="15"/>
                </a:lnTo>
                <a:lnTo>
                  <a:pt x="1" y="15"/>
                </a:lnTo>
                <a:lnTo>
                  <a:pt x="5" y="7"/>
                </a:lnTo>
                <a:lnTo>
                  <a:pt x="5" y="7"/>
                </a:lnTo>
                <a:lnTo>
                  <a:pt x="8" y="4"/>
                </a:lnTo>
                <a:lnTo>
                  <a:pt x="11" y="3"/>
                </a:lnTo>
                <a:lnTo>
                  <a:pt x="11" y="3"/>
                </a:lnTo>
                <a:lnTo>
                  <a:pt x="15" y="1"/>
                </a:lnTo>
                <a:lnTo>
                  <a:pt x="19" y="0"/>
                </a:lnTo>
                <a:lnTo>
                  <a:pt x="19" y="0"/>
                </a:lnTo>
                <a:lnTo>
                  <a:pt x="23" y="1"/>
                </a:lnTo>
                <a:lnTo>
                  <a:pt x="25" y="3"/>
                </a:lnTo>
                <a:lnTo>
                  <a:pt x="25" y="3"/>
                </a:lnTo>
                <a:lnTo>
                  <a:pt x="29" y="4"/>
                </a:lnTo>
                <a:lnTo>
                  <a:pt x="32" y="7"/>
                </a:lnTo>
                <a:lnTo>
                  <a:pt x="32" y="7"/>
                </a:lnTo>
                <a:lnTo>
                  <a:pt x="35" y="15"/>
                </a:lnTo>
                <a:lnTo>
                  <a:pt x="35" y="15"/>
                </a:lnTo>
                <a:lnTo>
                  <a:pt x="38" y="26"/>
                </a:lnTo>
                <a:lnTo>
                  <a:pt x="38" y="26"/>
                </a:lnTo>
                <a:lnTo>
                  <a:pt x="35" y="35"/>
                </a:lnTo>
                <a:lnTo>
                  <a:pt x="35" y="35"/>
                </a:lnTo>
                <a:lnTo>
                  <a:pt x="32" y="43"/>
                </a:lnTo>
                <a:lnTo>
                  <a:pt x="32" y="43"/>
                </a:lnTo>
                <a:lnTo>
                  <a:pt x="29" y="46"/>
                </a:lnTo>
                <a:lnTo>
                  <a:pt x="25" y="47"/>
                </a:lnTo>
                <a:lnTo>
                  <a:pt x="25" y="47"/>
                </a:lnTo>
                <a:lnTo>
                  <a:pt x="23" y="48"/>
                </a:lnTo>
                <a:lnTo>
                  <a:pt x="19" y="50"/>
                </a:lnTo>
                <a:lnTo>
                  <a:pt x="19" y="50"/>
                </a:lnTo>
                <a:lnTo>
                  <a:pt x="15" y="48"/>
                </a:lnTo>
                <a:lnTo>
                  <a:pt x="11" y="47"/>
                </a:lnTo>
                <a:lnTo>
                  <a:pt x="11" y="47"/>
                </a:lnTo>
                <a:lnTo>
                  <a:pt x="8" y="46"/>
                </a:lnTo>
                <a:lnTo>
                  <a:pt x="5" y="43"/>
                </a:lnTo>
                <a:lnTo>
                  <a:pt x="5" y="43"/>
                </a:lnTo>
                <a:lnTo>
                  <a:pt x="1" y="35"/>
                </a:lnTo>
                <a:lnTo>
                  <a:pt x="1" y="35"/>
                </a:lnTo>
                <a:lnTo>
                  <a:pt x="0" y="26"/>
                </a:lnTo>
                <a:lnTo>
                  <a:pt x="0" y="26"/>
                </a:lnTo>
                <a:close/>
                <a:moveTo>
                  <a:pt x="6" y="24"/>
                </a:moveTo>
                <a:lnTo>
                  <a:pt x="6" y="24"/>
                </a:lnTo>
                <a:lnTo>
                  <a:pt x="6" y="31"/>
                </a:lnTo>
                <a:lnTo>
                  <a:pt x="6" y="31"/>
                </a:lnTo>
                <a:lnTo>
                  <a:pt x="9" y="38"/>
                </a:lnTo>
                <a:lnTo>
                  <a:pt x="9" y="38"/>
                </a:lnTo>
                <a:lnTo>
                  <a:pt x="13" y="40"/>
                </a:lnTo>
                <a:lnTo>
                  <a:pt x="13" y="40"/>
                </a:lnTo>
                <a:lnTo>
                  <a:pt x="19" y="42"/>
                </a:lnTo>
                <a:lnTo>
                  <a:pt x="19" y="42"/>
                </a:lnTo>
                <a:lnTo>
                  <a:pt x="23" y="40"/>
                </a:lnTo>
                <a:lnTo>
                  <a:pt x="23" y="40"/>
                </a:lnTo>
                <a:lnTo>
                  <a:pt x="27" y="38"/>
                </a:lnTo>
                <a:lnTo>
                  <a:pt x="27" y="38"/>
                </a:lnTo>
                <a:lnTo>
                  <a:pt x="29" y="31"/>
                </a:lnTo>
                <a:lnTo>
                  <a:pt x="29" y="31"/>
                </a:lnTo>
                <a:lnTo>
                  <a:pt x="31" y="24"/>
                </a:lnTo>
                <a:lnTo>
                  <a:pt x="31" y="24"/>
                </a:lnTo>
                <a:lnTo>
                  <a:pt x="29" y="17"/>
                </a:lnTo>
                <a:lnTo>
                  <a:pt x="29" y="17"/>
                </a:lnTo>
                <a:lnTo>
                  <a:pt x="27" y="13"/>
                </a:lnTo>
                <a:lnTo>
                  <a:pt x="27" y="13"/>
                </a:lnTo>
                <a:lnTo>
                  <a:pt x="23" y="9"/>
                </a:lnTo>
                <a:lnTo>
                  <a:pt x="23" y="9"/>
                </a:lnTo>
                <a:lnTo>
                  <a:pt x="19" y="8"/>
                </a:lnTo>
                <a:lnTo>
                  <a:pt x="19" y="8"/>
                </a:lnTo>
                <a:lnTo>
                  <a:pt x="13" y="9"/>
                </a:lnTo>
                <a:lnTo>
                  <a:pt x="13" y="9"/>
                </a:lnTo>
                <a:lnTo>
                  <a:pt x="9" y="13"/>
                </a:lnTo>
                <a:lnTo>
                  <a:pt x="9" y="13"/>
                </a:lnTo>
                <a:lnTo>
                  <a:pt x="6" y="17"/>
                </a:lnTo>
                <a:lnTo>
                  <a:pt x="6" y="17"/>
                </a:lnTo>
                <a:lnTo>
                  <a:pt x="6" y="24"/>
                </a:lnTo>
                <a:lnTo>
                  <a:pt x="6" y="24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" name="Freeform 2245"/>
          <p:cNvSpPr>
            <a:spLocks noEditPoints="1"/>
          </p:cNvSpPr>
          <p:nvPr/>
        </p:nvSpPr>
        <p:spPr bwMode="auto">
          <a:xfrm>
            <a:off x="2807340" y="4947433"/>
            <a:ext cx="32770" cy="59239"/>
          </a:xfrm>
          <a:custGeom>
            <a:avLst/>
            <a:gdLst>
              <a:gd name="T0" fmla="*/ 0 w 26"/>
              <a:gd name="T1" fmla="*/ 0 h 47"/>
              <a:gd name="T2" fmla="*/ 12 w 26"/>
              <a:gd name="T3" fmla="*/ 0 h 47"/>
              <a:gd name="T4" fmla="*/ 12 w 26"/>
              <a:gd name="T5" fmla="*/ 0 h 47"/>
              <a:gd name="T6" fmla="*/ 17 w 26"/>
              <a:gd name="T7" fmla="*/ 2 h 47"/>
              <a:gd name="T8" fmla="*/ 17 w 26"/>
              <a:gd name="T9" fmla="*/ 2 h 47"/>
              <a:gd name="T10" fmla="*/ 21 w 26"/>
              <a:gd name="T11" fmla="*/ 3 h 47"/>
              <a:gd name="T12" fmla="*/ 21 w 26"/>
              <a:gd name="T13" fmla="*/ 3 h 47"/>
              <a:gd name="T14" fmla="*/ 25 w 26"/>
              <a:gd name="T15" fmla="*/ 7 h 47"/>
              <a:gd name="T16" fmla="*/ 25 w 26"/>
              <a:gd name="T17" fmla="*/ 7 h 47"/>
              <a:gd name="T18" fmla="*/ 25 w 26"/>
              <a:gd name="T19" fmla="*/ 14 h 47"/>
              <a:gd name="T20" fmla="*/ 25 w 26"/>
              <a:gd name="T21" fmla="*/ 14 h 47"/>
              <a:gd name="T22" fmla="*/ 25 w 26"/>
              <a:gd name="T23" fmla="*/ 19 h 47"/>
              <a:gd name="T24" fmla="*/ 23 w 26"/>
              <a:gd name="T25" fmla="*/ 23 h 47"/>
              <a:gd name="T26" fmla="*/ 23 w 26"/>
              <a:gd name="T27" fmla="*/ 23 h 47"/>
              <a:gd name="T28" fmla="*/ 21 w 26"/>
              <a:gd name="T29" fmla="*/ 26 h 47"/>
              <a:gd name="T30" fmla="*/ 17 w 26"/>
              <a:gd name="T31" fmla="*/ 27 h 47"/>
              <a:gd name="T32" fmla="*/ 26 w 26"/>
              <a:gd name="T33" fmla="*/ 47 h 47"/>
              <a:gd name="T34" fmla="*/ 19 w 26"/>
              <a:gd name="T35" fmla="*/ 47 h 47"/>
              <a:gd name="T36" fmla="*/ 11 w 26"/>
              <a:gd name="T37" fmla="*/ 27 h 47"/>
              <a:gd name="T38" fmla="*/ 6 w 26"/>
              <a:gd name="T39" fmla="*/ 27 h 47"/>
              <a:gd name="T40" fmla="*/ 6 w 26"/>
              <a:gd name="T41" fmla="*/ 47 h 47"/>
              <a:gd name="T42" fmla="*/ 0 w 26"/>
              <a:gd name="T43" fmla="*/ 47 h 47"/>
              <a:gd name="T44" fmla="*/ 0 w 26"/>
              <a:gd name="T45" fmla="*/ 0 h 47"/>
              <a:gd name="T46" fmla="*/ 11 w 26"/>
              <a:gd name="T47" fmla="*/ 20 h 47"/>
              <a:gd name="T48" fmla="*/ 11 w 26"/>
              <a:gd name="T49" fmla="*/ 20 h 47"/>
              <a:gd name="T50" fmla="*/ 14 w 26"/>
              <a:gd name="T51" fmla="*/ 20 h 47"/>
              <a:gd name="T52" fmla="*/ 14 w 26"/>
              <a:gd name="T53" fmla="*/ 20 h 47"/>
              <a:gd name="T54" fmla="*/ 17 w 26"/>
              <a:gd name="T55" fmla="*/ 19 h 47"/>
              <a:gd name="T56" fmla="*/ 17 w 26"/>
              <a:gd name="T57" fmla="*/ 19 h 47"/>
              <a:gd name="T58" fmla="*/ 18 w 26"/>
              <a:gd name="T59" fmla="*/ 18 h 47"/>
              <a:gd name="T60" fmla="*/ 18 w 26"/>
              <a:gd name="T61" fmla="*/ 18 h 47"/>
              <a:gd name="T62" fmla="*/ 18 w 26"/>
              <a:gd name="T63" fmla="*/ 14 h 47"/>
              <a:gd name="T64" fmla="*/ 18 w 26"/>
              <a:gd name="T65" fmla="*/ 14 h 47"/>
              <a:gd name="T66" fmla="*/ 18 w 26"/>
              <a:gd name="T67" fmla="*/ 11 h 47"/>
              <a:gd name="T68" fmla="*/ 18 w 26"/>
              <a:gd name="T69" fmla="*/ 11 h 47"/>
              <a:gd name="T70" fmla="*/ 17 w 26"/>
              <a:gd name="T71" fmla="*/ 8 h 47"/>
              <a:gd name="T72" fmla="*/ 17 w 26"/>
              <a:gd name="T73" fmla="*/ 8 h 47"/>
              <a:gd name="T74" fmla="*/ 14 w 26"/>
              <a:gd name="T75" fmla="*/ 8 h 47"/>
              <a:gd name="T76" fmla="*/ 14 w 26"/>
              <a:gd name="T77" fmla="*/ 8 h 47"/>
              <a:gd name="T78" fmla="*/ 11 w 26"/>
              <a:gd name="T79" fmla="*/ 8 h 47"/>
              <a:gd name="T80" fmla="*/ 6 w 26"/>
              <a:gd name="T81" fmla="*/ 8 h 47"/>
              <a:gd name="T82" fmla="*/ 6 w 26"/>
              <a:gd name="T83" fmla="*/ 20 h 47"/>
              <a:gd name="T84" fmla="*/ 11 w 26"/>
              <a:gd name="T85" fmla="*/ 20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6" h="47">
                <a:moveTo>
                  <a:pt x="0" y="0"/>
                </a:moveTo>
                <a:lnTo>
                  <a:pt x="12" y="0"/>
                </a:lnTo>
                <a:lnTo>
                  <a:pt x="12" y="0"/>
                </a:lnTo>
                <a:lnTo>
                  <a:pt x="17" y="2"/>
                </a:lnTo>
                <a:lnTo>
                  <a:pt x="17" y="2"/>
                </a:lnTo>
                <a:lnTo>
                  <a:pt x="21" y="3"/>
                </a:lnTo>
                <a:lnTo>
                  <a:pt x="21" y="3"/>
                </a:lnTo>
                <a:lnTo>
                  <a:pt x="25" y="7"/>
                </a:lnTo>
                <a:lnTo>
                  <a:pt x="25" y="7"/>
                </a:lnTo>
                <a:lnTo>
                  <a:pt x="25" y="14"/>
                </a:lnTo>
                <a:lnTo>
                  <a:pt x="25" y="14"/>
                </a:lnTo>
                <a:lnTo>
                  <a:pt x="25" y="19"/>
                </a:lnTo>
                <a:lnTo>
                  <a:pt x="23" y="23"/>
                </a:lnTo>
                <a:lnTo>
                  <a:pt x="23" y="23"/>
                </a:lnTo>
                <a:lnTo>
                  <a:pt x="21" y="26"/>
                </a:lnTo>
                <a:lnTo>
                  <a:pt x="17" y="27"/>
                </a:lnTo>
                <a:lnTo>
                  <a:pt x="26" y="47"/>
                </a:lnTo>
                <a:lnTo>
                  <a:pt x="19" y="47"/>
                </a:lnTo>
                <a:lnTo>
                  <a:pt x="11" y="27"/>
                </a:lnTo>
                <a:lnTo>
                  <a:pt x="6" y="27"/>
                </a:lnTo>
                <a:lnTo>
                  <a:pt x="6" y="47"/>
                </a:lnTo>
                <a:lnTo>
                  <a:pt x="0" y="47"/>
                </a:lnTo>
                <a:lnTo>
                  <a:pt x="0" y="0"/>
                </a:lnTo>
                <a:close/>
                <a:moveTo>
                  <a:pt x="11" y="20"/>
                </a:moveTo>
                <a:lnTo>
                  <a:pt x="11" y="20"/>
                </a:lnTo>
                <a:lnTo>
                  <a:pt x="14" y="20"/>
                </a:lnTo>
                <a:lnTo>
                  <a:pt x="14" y="20"/>
                </a:lnTo>
                <a:lnTo>
                  <a:pt x="17" y="19"/>
                </a:lnTo>
                <a:lnTo>
                  <a:pt x="17" y="19"/>
                </a:lnTo>
                <a:lnTo>
                  <a:pt x="18" y="18"/>
                </a:lnTo>
                <a:lnTo>
                  <a:pt x="18" y="18"/>
                </a:lnTo>
                <a:lnTo>
                  <a:pt x="18" y="14"/>
                </a:lnTo>
                <a:lnTo>
                  <a:pt x="18" y="14"/>
                </a:lnTo>
                <a:lnTo>
                  <a:pt x="18" y="11"/>
                </a:lnTo>
                <a:lnTo>
                  <a:pt x="18" y="11"/>
                </a:lnTo>
                <a:lnTo>
                  <a:pt x="17" y="8"/>
                </a:lnTo>
                <a:lnTo>
                  <a:pt x="17" y="8"/>
                </a:lnTo>
                <a:lnTo>
                  <a:pt x="14" y="8"/>
                </a:lnTo>
                <a:lnTo>
                  <a:pt x="14" y="8"/>
                </a:lnTo>
                <a:lnTo>
                  <a:pt x="11" y="8"/>
                </a:lnTo>
                <a:lnTo>
                  <a:pt x="6" y="8"/>
                </a:lnTo>
                <a:lnTo>
                  <a:pt x="6" y="20"/>
                </a:lnTo>
                <a:lnTo>
                  <a:pt x="11" y="20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" name="Freeform 2246"/>
          <p:cNvSpPr>
            <a:spLocks/>
          </p:cNvSpPr>
          <p:nvPr/>
        </p:nvSpPr>
        <p:spPr bwMode="auto">
          <a:xfrm>
            <a:off x="2851453" y="4947433"/>
            <a:ext cx="31510" cy="59239"/>
          </a:xfrm>
          <a:custGeom>
            <a:avLst/>
            <a:gdLst>
              <a:gd name="T0" fmla="*/ 0 w 25"/>
              <a:gd name="T1" fmla="*/ 0 h 47"/>
              <a:gd name="T2" fmla="*/ 25 w 25"/>
              <a:gd name="T3" fmla="*/ 0 h 47"/>
              <a:gd name="T4" fmla="*/ 25 w 25"/>
              <a:gd name="T5" fmla="*/ 8 h 47"/>
              <a:gd name="T6" fmla="*/ 7 w 25"/>
              <a:gd name="T7" fmla="*/ 8 h 47"/>
              <a:gd name="T8" fmla="*/ 7 w 25"/>
              <a:gd name="T9" fmla="*/ 19 h 47"/>
              <a:gd name="T10" fmla="*/ 23 w 25"/>
              <a:gd name="T11" fmla="*/ 19 h 47"/>
              <a:gd name="T12" fmla="*/ 23 w 25"/>
              <a:gd name="T13" fmla="*/ 27 h 47"/>
              <a:gd name="T14" fmla="*/ 7 w 25"/>
              <a:gd name="T15" fmla="*/ 27 h 47"/>
              <a:gd name="T16" fmla="*/ 7 w 25"/>
              <a:gd name="T17" fmla="*/ 39 h 47"/>
              <a:gd name="T18" fmla="*/ 25 w 25"/>
              <a:gd name="T19" fmla="*/ 39 h 47"/>
              <a:gd name="T20" fmla="*/ 25 w 25"/>
              <a:gd name="T21" fmla="*/ 47 h 47"/>
              <a:gd name="T22" fmla="*/ 0 w 25"/>
              <a:gd name="T23" fmla="*/ 47 h 47"/>
              <a:gd name="T24" fmla="*/ 0 w 25"/>
              <a:gd name="T25" fmla="*/ 0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5" h="47">
                <a:moveTo>
                  <a:pt x="0" y="0"/>
                </a:moveTo>
                <a:lnTo>
                  <a:pt x="25" y="0"/>
                </a:lnTo>
                <a:lnTo>
                  <a:pt x="25" y="8"/>
                </a:lnTo>
                <a:lnTo>
                  <a:pt x="7" y="8"/>
                </a:lnTo>
                <a:lnTo>
                  <a:pt x="7" y="19"/>
                </a:lnTo>
                <a:lnTo>
                  <a:pt x="23" y="19"/>
                </a:lnTo>
                <a:lnTo>
                  <a:pt x="23" y="27"/>
                </a:lnTo>
                <a:lnTo>
                  <a:pt x="7" y="27"/>
                </a:lnTo>
                <a:lnTo>
                  <a:pt x="7" y="39"/>
                </a:lnTo>
                <a:lnTo>
                  <a:pt x="25" y="39"/>
                </a:lnTo>
                <a:lnTo>
                  <a:pt x="25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" name="Freeform 2247"/>
          <p:cNvSpPr>
            <a:spLocks/>
          </p:cNvSpPr>
          <p:nvPr/>
        </p:nvSpPr>
        <p:spPr bwMode="auto">
          <a:xfrm>
            <a:off x="2898088" y="4947433"/>
            <a:ext cx="47895" cy="59239"/>
          </a:xfrm>
          <a:custGeom>
            <a:avLst/>
            <a:gdLst>
              <a:gd name="T0" fmla="*/ 0 w 38"/>
              <a:gd name="T1" fmla="*/ 0 h 47"/>
              <a:gd name="T2" fmla="*/ 9 w 38"/>
              <a:gd name="T3" fmla="*/ 0 h 47"/>
              <a:gd name="T4" fmla="*/ 19 w 38"/>
              <a:gd name="T5" fmla="*/ 34 h 47"/>
              <a:gd name="T6" fmla="*/ 28 w 38"/>
              <a:gd name="T7" fmla="*/ 0 h 47"/>
              <a:gd name="T8" fmla="*/ 38 w 38"/>
              <a:gd name="T9" fmla="*/ 0 h 47"/>
              <a:gd name="T10" fmla="*/ 38 w 38"/>
              <a:gd name="T11" fmla="*/ 47 h 47"/>
              <a:gd name="T12" fmla="*/ 31 w 38"/>
              <a:gd name="T13" fmla="*/ 47 h 47"/>
              <a:gd name="T14" fmla="*/ 31 w 38"/>
              <a:gd name="T15" fmla="*/ 8 h 47"/>
              <a:gd name="T16" fmla="*/ 31 w 38"/>
              <a:gd name="T17" fmla="*/ 8 h 47"/>
              <a:gd name="T18" fmla="*/ 20 w 38"/>
              <a:gd name="T19" fmla="*/ 47 h 47"/>
              <a:gd name="T20" fmla="*/ 16 w 38"/>
              <a:gd name="T21" fmla="*/ 47 h 47"/>
              <a:gd name="T22" fmla="*/ 5 w 38"/>
              <a:gd name="T23" fmla="*/ 8 h 47"/>
              <a:gd name="T24" fmla="*/ 5 w 38"/>
              <a:gd name="T25" fmla="*/ 8 h 47"/>
              <a:gd name="T26" fmla="*/ 5 w 38"/>
              <a:gd name="T27" fmla="*/ 47 h 47"/>
              <a:gd name="T28" fmla="*/ 0 w 38"/>
              <a:gd name="T29" fmla="*/ 47 h 47"/>
              <a:gd name="T30" fmla="*/ 0 w 38"/>
              <a:gd name="T31" fmla="*/ 0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8" h="47">
                <a:moveTo>
                  <a:pt x="0" y="0"/>
                </a:moveTo>
                <a:lnTo>
                  <a:pt x="9" y="0"/>
                </a:lnTo>
                <a:lnTo>
                  <a:pt x="19" y="34"/>
                </a:lnTo>
                <a:lnTo>
                  <a:pt x="28" y="0"/>
                </a:lnTo>
                <a:lnTo>
                  <a:pt x="38" y="0"/>
                </a:lnTo>
                <a:lnTo>
                  <a:pt x="38" y="47"/>
                </a:lnTo>
                <a:lnTo>
                  <a:pt x="31" y="47"/>
                </a:lnTo>
                <a:lnTo>
                  <a:pt x="31" y="8"/>
                </a:lnTo>
                <a:lnTo>
                  <a:pt x="31" y="8"/>
                </a:lnTo>
                <a:lnTo>
                  <a:pt x="20" y="47"/>
                </a:lnTo>
                <a:lnTo>
                  <a:pt x="16" y="47"/>
                </a:lnTo>
                <a:lnTo>
                  <a:pt x="5" y="8"/>
                </a:lnTo>
                <a:lnTo>
                  <a:pt x="5" y="8"/>
                </a:lnTo>
                <a:lnTo>
                  <a:pt x="5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" name="Rectangle 2248"/>
          <p:cNvSpPr>
            <a:spLocks noChangeArrowheads="1"/>
          </p:cNvSpPr>
          <p:nvPr/>
        </p:nvSpPr>
        <p:spPr bwMode="auto">
          <a:xfrm>
            <a:off x="2986316" y="4947433"/>
            <a:ext cx="6302" cy="59239"/>
          </a:xfrm>
          <a:prstGeom prst="rect">
            <a:avLst/>
          </a:pr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" name="Freeform 2249"/>
          <p:cNvSpPr>
            <a:spLocks noEditPoints="1"/>
          </p:cNvSpPr>
          <p:nvPr/>
        </p:nvSpPr>
        <p:spPr bwMode="auto">
          <a:xfrm>
            <a:off x="3010263" y="4947433"/>
            <a:ext cx="30250" cy="59239"/>
          </a:xfrm>
          <a:custGeom>
            <a:avLst/>
            <a:gdLst>
              <a:gd name="T0" fmla="*/ 0 w 24"/>
              <a:gd name="T1" fmla="*/ 0 h 47"/>
              <a:gd name="T2" fmla="*/ 11 w 24"/>
              <a:gd name="T3" fmla="*/ 0 h 47"/>
              <a:gd name="T4" fmla="*/ 11 w 24"/>
              <a:gd name="T5" fmla="*/ 0 h 47"/>
              <a:gd name="T6" fmla="*/ 16 w 24"/>
              <a:gd name="T7" fmla="*/ 2 h 47"/>
              <a:gd name="T8" fmla="*/ 16 w 24"/>
              <a:gd name="T9" fmla="*/ 2 h 47"/>
              <a:gd name="T10" fmla="*/ 20 w 24"/>
              <a:gd name="T11" fmla="*/ 3 h 47"/>
              <a:gd name="T12" fmla="*/ 20 w 24"/>
              <a:gd name="T13" fmla="*/ 3 h 47"/>
              <a:gd name="T14" fmla="*/ 23 w 24"/>
              <a:gd name="T15" fmla="*/ 7 h 47"/>
              <a:gd name="T16" fmla="*/ 23 w 24"/>
              <a:gd name="T17" fmla="*/ 7 h 47"/>
              <a:gd name="T18" fmla="*/ 24 w 24"/>
              <a:gd name="T19" fmla="*/ 14 h 47"/>
              <a:gd name="T20" fmla="*/ 24 w 24"/>
              <a:gd name="T21" fmla="*/ 14 h 47"/>
              <a:gd name="T22" fmla="*/ 23 w 24"/>
              <a:gd name="T23" fmla="*/ 22 h 47"/>
              <a:gd name="T24" fmla="*/ 23 w 24"/>
              <a:gd name="T25" fmla="*/ 22 h 47"/>
              <a:gd name="T26" fmla="*/ 20 w 24"/>
              <a:gd name="T27" fmla="*/ 26 h 47"/>
              <a:gd name="T28" fmla="*/ 20 w 24"/>
              <a:gd name="T29" fmla="*/ 26 h 47"/>
              <a:gd name="T30" fmla="*/ 16 w 24"/>
              <a:gd name="T31" fmla="*/ 27 h 47"/>
              <a:gd name="T32" fmla="*/ 16 w 24"/>
              <a:gd name="T33" fmla="*/ 27 h 47"/>
              <a:gd name="T34" fmla="*/ 11 w 24"/>
              <a:gd name="T35" fmla="*/ 29 h 47"/>
              <a:gd name="T36" fmla="*/ 5 w 24"/>
              <a:gd name="T37" fmla="*/ 29 h 47"/>
              <a:gd name="T38" fmla="*/ 5 w 24"/>
              <a:gd name="T39" fmla="*/ 47 h 47"/>
              <a:gd name="T40" fmla="*/ 0 w 24"/>
              <a:gd name="T41" fmla="*/ 47 h 47"/>
              <a:gd name="T42" fmla="*/ 0 w 24"/>
              <a:gd name="T43" fmla="*/ 0 h 47"/>
              <a:gd name="T44" fmla="*/ 9 w 24"/>
              <a:gd name="T45" fmla="*/ 20 h 47"/>
              <a:gd name="T46" fmla="*/ 9 w 24"/>
              <a:gd name="T47" fmla="*/ 20 h 47"/>
              <a:gd name="T48" fmla="*/ 12 w 24"/>
              <a:gd name="T49" fmla="*/ 20 h 47"/>
              <a:gd name="T50" fmla="*/ 12 w 24"/>
              <a:gd name="T51" fmla="*/ 20 h 47"/>
              <a:gd name="T52" fmla="*/ 15 w 24"/>
              <a:gd name="T53" fmla="*/ 20 h 47"/>
              <a:gd name="T54" fmla="*/ 15 w 24"/>
              <a:gd name="T55" fmla="*/ 20 h 47"/>
              <a:gd name="T56" fmla="*/ 18 w 24"/>
              <a:gd name="T57" fmla="*/ 18 h 47"/>
              <a:gd name="T58" fmla="*/ 18 w 24"/>
              <a:gd name="T59" fmla="*/ 18 h 47"/>
              <a:gd name="T60" fmla="*/ 18 w 24"/>
              <a:gd name="T61" fmla="*/ 14 h 47"/>
              <a:gd name="T62" fmla="*/ 18 w 24"/>
              <a:gd name="T63" fmla="*/ 14 h 47"/>
              <a:gd name="T64" fmla="*/ 18 w 24"/>
              <a:gd name="T65" fmla="*/ 11 h 47"/>
              <a:gd name="T66" fmla="*/ 18 w 24"/>
              <a:gd name="T67" fmla="*/ 11 h 47"/>
              <a:gd name="T68" fmla="*/ 15 w 24"/>
              <a:gd name="T69" fmla="*/ 8 h 47"/>
              <a:gd name="T70" fmla="*/ 15 w 24"/>
              <a:gd name="T71" fmla="*/ 8 h 47"/>
              <a:gd name="T72" fmla="*/ 13 w 24"/>
              <a:gd name="T73" fmla="*/ 8 h 47"/>
              <a:gd name="T74" fmla="*/ 13 w 24"/>
              <a:gd name="T75" fmla="*/ 8 h 47"/>
              <a:gd name="T76" fmla="*/ 11 w 24"/>
              <a:gd name="T77" fmla="*/ 8 h 47"/>
              <a:gd name="T78" fmla="*/ 5 w 24"/>
              <a:gd name="T79" fmla="*/ 8 h 47"/>
              <a:gd name="T80" fmla="*/ 5 w 24"/>
              <a:gd name="T81" fmla="*/ 20 h 47"/>
              <a:gd name="T82" fmla="*/ 9 w 24"/>
              <a:gd name="T83" fmla="*/ 20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4" h="47">
                <a:moveTo>
                  <a:pt x="0" y="0"/>
                </a:moveTo>
                <a:lnTo>
                  <a:pt x="11" y="0"/>
                </a:lnTo>
                <a:lnTo>
                  <a:pt x="11" y="0"/>
                </a:lnTo>
                <a:lnTo>
                  <a:pt x="16" y="2"/>
                </a:lnTo>
                <a:lnTo>
                  <a:pt x="16" y="2"/>
                </a:lnTo>
                <a:lnTo>
                  <a:pt x="20" y="3"/>
                </a:lnTo>
                <a:lnTo>
                  <a:pt x="20" y="3"/>
                </a:lnTo>
                <a:lnTo>
                  <a:pt x="23" y="7"/>
                </a:lnTo>
                <a:lnTo>
                  <a:pt x="23" y="7"/>
                </a:lnTo>
                <a:lnTo>
                  <a:pt x="24" y="14"/>
                </a:lnTo>
                <a:lnTo>
                  <a:pt x="24" y="14"/>
                </a:lnTo>
                <a:lnTo>
                  <a:pt x="23" y="22"/>
                </a:lnTo>
                <a:lnTo>
                  <a:pt x="23" y="22"/>
                </a:lnTo>
                <a:lnTo>
                  <a:pt x="20" y="26"/>
                </a:lnTo>
                <a:lnTo>
                  <a:pt x="20" y="26"/>
                </a:lnTo>
                <a:lnTo>
                  <a:pt x="16" y="27"/>
                </a:lnTo>
                <a:lnTo>
                  <a:pt x="16" y="27"/>
                </a:lnTo>
                <a:lnTo>
                  <a:pt x="11" y="29"/>
                </a:lnTo>
                <a:lnTo>
                  <a:pt x="5" y="29"/>
                </a:lnTo>
                <a:lnTo>
                  <a:pt x="5" y="47"/>
                </a:lnTo>
                <a:lnTo>
                  <a:pt x="0" y="47"/>
                </a:lnTo>
                <a:lnTo>
                  <a:pt x="0" y="0"/>
                </a:lnTo>
                <a:close/>
                <a:moveTo>
                  <a:pt x="9" y="20"/>
                </a:moveTo>
                <a:lnTo>
                  <a:pt x="9" y="20"/>
                </a:lnTo>
                <a:lnTo>
                  <a:pt x="12" y="20"/>
                </a:lnTo>
                <a:lnTo>
                  <a:pt x="12" y="20"/>
                </a:lnTo>
                <a:lnTo>
                  <a:pt x="15" y="20"/>
                </a:lnTo>
                <a:lnTo>
                  <a:pt x="15" y="20"/>
                </a:lnTo>
                <a:lnTo>
                  <a:pt x="18" y="18"/>
                </a:lnTo>
                <a:lnTo>
                  <a:pt x="18" y="18"/>
                </a:lnTo>
                <a:lnTo>
                  <a:pt x="18" y="14"/>
                </a:lnTo>
                <a:lnTo>
                  <a:pt x="18" y="14"/>
                </a:lnTo>
                <a:lnTo>
                  <a:pt x="18" y="11"/>
                </a:lnTo>
                <a:lnTo>
                  <a:pt x="18" y="11"/>
                </a:lnTo>
                <a:lnTo>
                  <a:pt x="15" y="8"/>
                </a:lnTo>
                <a:lnTo>
                  <a:pt x="15" y="8"/>
                </a:lnTo>
                <a:lnTo>
                  <a:pt x="13" y="8"/>
                </a:lnTo>
                <a:lnTo>
                  <a:pt x="13" y="8"/>
                </a:lnTo>
                <a:lnTo>
                  <a:pt x="11" y="8"/>
                </a:lnTo>
                <a:lnTo>
                  <a:pt x="5" y="8"/>
                </a:lnTo>
                <a:lnTo>
                  <a:pt x="5" y="20"/>
                </a:lnTo>
                <a:lnTo>
                  <a:pt x="9" y="20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" name="Freeform 2250"/>
          <p:cNvSpPr>
            <a:spLocks/>
          </p:cNvSpPr>
          <p:nvPr/>
        </p:nvSpPr>
        <p:spPr bwMode="auto">
          <a:xfrm>
            <a:off x="3050596" y="4946173"/>
            <a:ext cx="31510" cy="63020"/>
          </a:xfrm>
          <a:custGeom>
            <a:avLst/>
            <a:gdLst>
              <a:gd name="T0" fmla="*/ 21 w 25"/>
              <a:gd name="T1" fmla="*/ 12 h 50"/>
              <a:gd name="T2" fmla="*/ 18 w 25"/>
              <a:gd name="T3" fmla="*/ 9 h 50"/>
              <a:gd name="T4" fmla="*/ 14 w 25"/>
              <a:gd name="T5" fmla="*/ 8 h 50"/>
              <a:gd name="T6" fmla="*/ 11 w 25"/>
              <a:gd name="T7" fmla="*/ 8 h 50"/>
              <a:gd name="T8" fmla="*/ 10 w 25"/>
              <a:gd name="T9" fmla="*/ 9 h 50"/>
              <a:gd name="T10" fmla="*/ 8 w 25"/>
              <a:gd name="T11" fmla="*/ 11 h 50"/>
              <a:gd name="T12" fmla="*/ 8 w 25"/>
              <a:gd name="T13" fmla="*/ 13 h 50"/>
              <a:gd name="T14" fmla="*/ 10 w 25"/>
              <a:gd name="T15" fmla="*/ 17 h 50"/>
              <a:gd name="T16" fmla="*/ 13 w 25"/>
              <a:gd name="T17" fmla="*/ 20 h 50"/>
              <a:gd name="T18" fmla="*/ 17 w 25"/>
              <a:gd name="T19" fmla="*/ 21 h 50"/>
              <a:gd name="T20" fmla="*/ 21 w 25"/>
              <a:gd name="T21" fmla="*/ 24 h 50"/>
              <a:gd name="T22" fmla="*/ 23 w 25"/>
              <a:gd name="T23" fmla="*/ 28 h 50"/>
              <a:gd name="T24" fmla="*/ 25 w 25"/>
              <a:gd name="T25" fmla="*/ 35 h 50"/>
              <a:gd name="T26" fmla="*/ 23 w 25"/>
              <a:gd name="T27" fmla="*/ 42 h 50"/>
              <a:gd name="T28" fmla="*/ 21 w 25"/>
              <a:gd name="T29" fmla="*/ 46 h 50"/>
              <a:gd name="T30" fmla="*/ 17 w 25"/>
              <a:gd name="T31" fmla="*/ 48 h 50"/>
              <a:gd name="T32" fmla="*/ 13 w 25"/>
              <a:gd name="T33" fmla="*/ 50 h 50"/>
              <a:gd name="T34" fmla="*/ 6 w 25"/>
              <a:gd name="T35" fmla="*/ 48 h 50"/>
              <a:gd name="T36" fmla="*/ 0 w 25"/>
              <a:gd name="T37" fmla="*/ 43 h 50"/>
              <a:gd name="T38" fmla="*/ 6 w 25"/>
              <a:gd name="T39" fmla="*/ 38 h 50"/>
              <a:gd name="T40" fmla="*/ 8 w 25"/>
              <a:gd name="T41" fmla="*/ 40 h 50"/>
              <a:gd name="T42" fmla="*/ 13 w 25"/>
              <a:gd name="T43" fmla="*/ 42 h 50"/>
              <a:gd name="T44" fmla="*/ 14 w 25"/>
              <a:gd name="T45" fmla="*/ 42 h 50"/>
              <a:gd name="T46" fmla="*/ 17 w 25"/>
              <a:gd name="T47" fmla="*/ 40 h 50"/>
              <a:gd name="T48" fmla="*/ 18 w 25"/>
              <a:gd name="T49" fmla="*/ 39 h 50"/>
              <a:gd name="T50" fmla="*/ 18 w 25"/>
              <a:gd name="T51" fmla="*/ 35 h 50"/>
              <a:gd name="T52" fmla="*/ 17 w 25"/>
              <a:gd name="T53" fmla="*/ 32 h 50"/>
              <a:gd name="T54" fmla="*/ 14 w 25"/>
              <a:gd name="T55" fmla="*/ 30 h 50"/>
              <a:gd name="T56" fmla="*/ 10 w 25"/>
              <a:gd name="T57" fmla="*/ 27 h 50"/>
              <a:gd name="T58" fmla="*/ 6 w 25"/>
              <a:gd name="T59" fmla="*/ 26 h 50"/>
              <a:gd name="T60" fmla="*/ 3 w 25"/>
              <a:gd name="T61" fmla="*/ 21 h 50"/>
              <a:gd name="T62" fmla="*/ 2 w 25"/>
              <a:gd name="T63" fmla="*/ 15 h 50"/>
              <a:gd name="T64" fmla="*/ 3 w 25"/>
              <a:gd name="T65" fmla="*/ 8 h 50"/>
              <a:gd name="T66" fmla="*/ 6 w 25"/>
              <a:gd name="T67" fmla="*/ 4 h 50"/>
              <a:gd name="T68" fmla="*/ 10 w 25"/>
              <a:gd name="T69" fmla="*/ 1 h 50"/>
              <a:gd name="T70" fmla="*/ 14 w 25"/>
              <a:gd name="T71" fmla="*/ 0 h 50"/>
              <a:gd name="T72" fmla="*/ 19 w 25"/>
              <a:gd name="T73" fmla="*/ 1 h 50"/>
              <a:gd name="T74" fmla="*/ 21 w 25"/>
              <a:gd name="T75" fmla="*/ 12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5" h="50">
                <a:moveTo>
                  <a:pt x="21" y="12"/>
                </a:moveTo>
                <a:lnTo>
                  <a:pt x="21" y="12"/>
                </a:lnTo>
                <a:lnTo>
                  <a:pt x="18" y="9"/>
                </a:lnTo>
                <a:lnTo>
                  <a:pt x="18" y="9"/>
                </a:lnTo>
                <a:lnTo>
                  <a:pt x="14" y="8"/>
                </a:lnTo>
                <a:lnTo>
                  <a:pt x="14" y="8"/>
                </a:lnTo>
                <a:lnTo>
                  <a:pt x="11" y="8"/>
                </a:lnTo>
                <a:lnTo>
                  <a:pt x="11" y="8"/>
                </a:lnTo>
                <a:lnTo>
                  <a:pt x="10" y="9"/>
                </a:lnTo>
                <a:lnTo>
                  <a:pt x="10" y="9"/>
                </a:lnTo>
                <a:lnTo>
                  <a:pt x="8" y="11"/>
                </a:lnTo>
                <a:lnTo>
                  <a:pt x="8" y="11"/>
                </a:lnTo>
                <a:lnTo>
                  <a:pt x="8" y="13"/>
                </a:lnTo>
                <a:lnTo>
                  <a:pt x="8" y="13"/>
                </a:lnTo>
                <a:lnTo>
                  <a:pt x="10" y="17"/>
                </a:lnTo>
                <a:lnTo>
                  <a:pt x="10" y="17"/>
                </a:lnTo>
                <a:lnTo>
                  <a:pt x="13" y="20"/>
                </a:lnTo>
                <a:lnTo>
                  <a:pt x="13" y="20"/>
                </a:lnTo>
                <a:lnTo>
                  <a:pt x="17" y="21"/>
                </a:lnTo>
                <a:lnTo>
                  <a:pt x="17" y="21"/>
                </a:lnTo>
                <a:lnTo>
                  <a:pt x="21" y="24"/>
                </a:lnTo>
                <a:lnTo>
                  <a:pt x="21" y="24"/>
                </a:lnTo>
                <a:lnTo>
                  <a:pt x="23" y="28"/>
                </a:lnTo>
                <a:lnTo>
                  <a:pt x="23" y="28"/>
                </a:lnTo>
                <a:lnTo>
                  <a:pt x="25" y="35"/>
                </a:lnTo>
                <a:lnTo>
                  <a:pt x="25" y="35"/>
                </a:lnTo>
                <a:lnTo>
                  <a:pt x="23" y="42"/>
                </a:lnTo>
                <a:lnTo>
                  <a:pt x="23" y="42"/>
                </a:lnTo>
                <a:lnTo>
                  <a:pt x="21" y="46"/>
                </a:lnTo>
                <a:lnTo>
                  <a:pt x="21" y="46"/>
                </a:lnTo>
                <a:lnTo>
                  <a:pt x="17" y="48"/>
                </a:lnTo>
                <a:lnTo>
                  <a:pt x="17" y="48"/>
                </a:lnTo>
                <a:lnTo>
                  <a:pt x="13" y="50"/>
                </a:lnTo>
                <a:lnTo>
                  <a:pt x="13" y="50"/>
                </a:lnTo>
                <a:lnTo>
                  <a:pt x="6" y="48"/>
                </a:lnTo>
                <a:lnTo>
                  <a:pt x="6" y="48"/>
                </a:lnTo>
                <a:lnTo>
                  <a:pt x="3" y="46"/>
                </a:lnTo>
                <a:lnTo>
                  <a:pt x="0" y="43"/>
                </a:lnTo>
                <a:lnTo>
                  <a:pt x="6" y="38"/>
                </a:lnTo>
                <a:lnTo>
                  <a:pt x="6" y="38"/>
                </a:lnTo>
                <a:lnTo>
                  <a:pt x="8" y="40"/>
                </a:lnTo>
                <a:lnTo>
                  <a:pt x="8" y="40"/>
                </a:lnTo>
                <a:lnTo>
                  <a:pt x="13" y="42"/>
                </a:lnTo>
                <a:lnTo>
                  <a:pt x="13" y="42"/>
                </a:lnTo>
                <a:lnTo>
                  <a:pt x="14" y="42"/>
                </a:lnTo>
                <a:lnTo>
                  <a:pt x="14" y="42"/>
                </a:lnTo>
                <a:lnTo>
                  <a:pt x="17" y="40"/>
                </a:lnTo>
                <a:lnTo>
                  <a:pt x="17" y="40"/>
                </a:lnTo>
                <a:lnTo>
                  <a:pt x="18" y="39"/>
                </a:lnTo>
                <a:lnTo>
                  <a:pt x="18" y="39"/>
                </a:lnTo>
                <a:lnTo>
                  <a:pt x="18" y="35"/>
                </a:lnTo>
                <a:lnTo>
                  <a:pt x="18" y="35"/>
                </a:lnTo>
                <a:lnTo>
                  <a:pt x="17" y="32"/>
                </a:lnTo>
                <a:lnTo>
                  <a:pt x="17" y="32"/>
                </a:lnTo>
                <a:lnTo>
                  <a:pt x="14" y="30"/>
                </a:lnTo>
                <a:lnTo>
                  <a:pt x="14" y="30"/>
                </a:lnTo>
                <a:lnTo>
                  <a:pt x="10" y="27"/>
                </a:lnTo>
                <a:lnTo>
                  <a:pt x="10" y="27"/>
                </a:lnTo>
                <a:lnTo>
                  <a:pt x="6" y="26"/>
                </a:lnTo>
                <a:lnTo>
                  <a:pt x="6" y="26"/>
                </a:lnTo>
                <a:lnTo>
                  <a:pt x="3" y="21"/>
                </a:lnTo>
                <a:lnTo>
                  <a:pt x="3" y="21"/>
                </a:lnTo>
                <a:lnTo>
                  <a:pt x="2" y="15"/>
                </a:lnTo>
                <a:lnTo>
                  <a:pt x="2" y="15"/>
                </a:lnTo>
                <a:lnTo>
                  <a:pt x="3" y="8"/>
                </a:lnTo>
                <a:lnTo>
                  <a:pt x="3" y="8"/>
                </a:lnTo>
                <a:lnTo>
                  <a:pt x="6" y="4"/>
                </a:lnTo>
                <a:lnTo>
                  <a:pt x="6" y="4"/>
                </a:lnTo>
                <a:lnTo>
                  <a:pt x="10" y="1"/>
                </a:lnTo>
                <a:lnTo>
                  <a:pt x="10" y="1"/>
                </a:lnTo>
                <a:lnTo>
                  <a:pt x="14" y="0"/>
                </a:lnTo>
                <a:lnTo>
                  <a:pt x="14" y="0"/>
                </a:lnTo>
                <a:lnTo>
                  <a:pt x="19" y="1"/>
                </a:lnTo>
                <a:lnTo>
                  <a:pt x="19" y="1"/>
                </a:lnTo>
                <a:lnTo>
                  <a:pt x="25" y="5"/>
                </a:lnTo>
                <a:lnTo>
                  <a:pt x="21" y="12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" name="Freeform 2251"/>
          <p:cNvSpPr>
            <a:spLocks/>
          </p:cNvSpPr>
          <p:nvPr/>
        </p:nvSpPr>
        <p:spPr bwMode="auto">
          <a:xfrm>
            <a:off x="3094710" y="4947433"/>
            <a:ext cx="36552" cy="61760"/>
          </a:xfrm>
          <a:custGeom>
            <a:avLst/>
            <a:gdLst>
              <a:gd name="T0" fmla="*/ 29 w 29"/>
              <a:gd name="T1" fmla="*/ 30 h 49"/>
              <a:gd name="T2" fmla="*/ 29 w 29"/>
              <a:gd name="T3" fmla="*/ 30 h 49"/>
              <a:gd name="T4" fmla="*/ 29 w 29"/>
              <a:gd name="T5" fmla="*/ 38 h 49"/>
              <a:gd name="T6" fmla="*/ 29 w 29"/>
              <a:gd name="T7" fmla="*/ 38 h 49"/>
              <a:gd name="T8" fmla="*/ 25 w 29"/>
              <a:gd name="T9" fmla="*/ 43 h 49"/>
              <a:gd name="T10" fmla="*/ 25 w 29"/>
              <a:gd name="T11" fmla="*/ 43 h 49"/>
              <a:gd name="T12" fmla="*/ 21 w 29"/>
              <a:gd name="T13" fmla="*/ 47 h 49"/>
              <a:gd name="T14" fmla="*/ 21 w 29"/>
              <a:gd name="T15" fmla="*/ 47 h 49"/>
              <a:gd name="T16" fmla="*/ 15 w 29"/>
              <a:gd name="T17" fmla="*/ 49 h 49"/>
              <a:gd name="T18" fmla="*/ 15 w 29"/>
              <a:gd name="T19" fmla="*/ 49 h 49"/>
              <a:gd name="T20" fmla="*/ 10 w 29"/>
              <a:gd name="T21" fmla="*/ 47 h 49"/>
              <a:gd name="T22" fmla="*/ 10 w 29"/>
              <a:gd name="T23" fmla="*/ 47 h 49"/>
              <a:gd name="T24" fmla="*/ 5 w 29"/>
              <a:gd name="T25" fmla="*/ 43 h 49"/>
              <a:gd name="T26" fmla="*/ 5 w 29"/>
              <a:gd name="T27" fmla="*/ 43 h 49"/>
              <a:gd name="T28" fmla="*/ 2 w 29"/>
              <a:gd name="T29" fmla="*/ 38 h 49"/>
              <a:gd name="T30" fmla="*/ 2 w 29"/>
              <a:gd name="T31" fmla="*/ 38 h 49"/>
              <a:gd name="T32" fmla="*/ 0 w 29"/>
              <a:gd name="T33" fmla="*/ 30 h 49"/>
              <a:gd name="T34" fmla="*/ 0 w 29"/>
              <a:gd name="T35" fmla="*/ 0 h 49"/>
              <a:gd name="T36" fmla="*/ 7 w 29"/>
              <a:gd name="T37" fmla="*/ 0 h 49"/>
              <a:gd name="T38" fmla="*/ 7 w 29"/>
              <a:gd name="T39" fmla="*/ 30 h 49"/>
              <a:gd name="T40" fmla="*/ 7 w 29"/>
              <a:gd name="T41" fmla="*/ 30 h 49"/>
              <a:gd name="T42" fmla="*/ 7 w 29"/>
              <a:gd name="T43" fmla="*/ 34 h 49"/>
              <a:gd name="T44" fmla="*/ 7 w 29"/>
              <a:gd name="T45" fmla="*/ 34 h 49"/>
              <a:gd name="T46" fmla="*/ 9 w 29"/>
              <a:gd name="T47" fmla="*/ 37 h 49"/>
              <a:gd name="T48" fmla="*/ 9 w 29"/>
              <a:gd name="T49" fmla="*/ 37 h 49"/>
              <a:gd name="T50" fmla="*/ 11 w 29"/>
              <a:gd name="T51" fmla="*/ 39 h 49"/>
              <a:gd name="T52" fmla="*/ 11 w 29"/>
              <a:gd name="T53" fmla="*/ 39 h 49"/>
              <a:gd name="T54" fmla="*/ 15 w 29"/>
              <a:gd name="T55" fmla="*/ 41 h 49"/>
              <a:gd name="T56" fmla="*/ 15 w 29"/>
              <a:gd name="T57" fmla="*/ 41 h 49"/>
              <a:gd name="T58" fmla="*/ 19 w 29"/>
              <a:gd name="T59" fmla="*/ 39 h 49"/>
              <a:gd name="T60" fmla="*/ 19 w 29"/>
              <a:gd name="T61" fmla="*/ 39 h 49"/>
              <a:gd name="T62" fmla="*/ 21 w 29"/>
              <a:gd name="T63" fmla="*/ 37 h 49"/>
              <a:gd name="T64" fmla="*/ 21 w 29"/>
              <a:gd name="T65" fmla="*/ 37 h 49"/>
              <a:gd name="T66" fmla="*/ 22 w 29"/>
              <a:gd name="T67" fmla="*/ 34 h 49"/>
              <a:gd name="T68" fmla="*/ 22 w 29"/>
              <a:gd name="T69" fmla="*/ 34 h 49"/>
              <a:gd name="T70" fmla="*/ 23 w 29"/>
              <a:gd name="T71" fmla="*/ 30 h 49"/>
              <a:gd name="T72" fmla="*/ 23 w 29"/>
              <a:gd name="T73" fmla="*/ 0 h 49"/>
              <a:gd name="T74" fmla="*/ 29 w 29"/>
              <a:gd name="T75" fmla="*/ 0 h 49"/>
              <a:gd name="T76" fmla="*/ 29 w 29"/>
              <a:gd name="T77" fmla="*/ 3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9" h="49">
                <a:moveTo>
                  <a:pt x="29" y="30"/>
                </a:moveTo>
                <a:lnTo>
                  <a:pt x="29" y="30"/>
                </a:lnTo>
                <a:lnTo>
                  <a:pt x="29" y="38"/>
                </a:lnTo>
                <a:lnTo>
                  <a:pt x="29" y="38"/>
                </a:lnTo>
                <a:lnTo>
                  <a:pt x="25" y="43"/>
                </a:lnTo>
                <a:lnTo>
                  <a:pt x="25" y="43"/>
                </a:lnTo>
                <a:lnTo>
                  <a:pt x="21" y="47"/>
                </a:lnTo>
                <a:lnTo>
                  <a:pt x="21" y="47"/>
                </a:lnTo>
                <a:lnTo>
                  <a:pt x="15" y="49"/>
                </a:lnTo>
                <a:lnTo>
                  <a:pt x="15" y="49"/>
                </a:lnTo>
                <a:lnTo>
                  <a:pt x="10" y="47"/>
                </a:lnTo>
                <a:lnTo>
                  <a:pt x="10" y="47"/>
                </a:lnTo>
                <a:lnTo>
                  <a:pt x="5" y="43"/>
                </a:lnTo>
                <a:lnTo>
                  <a:pt x="5" y="43"/>
                </a:lnTo>
                <a:lnTo>
                  <a:pt x="2" y="38"/>
                </a:lnTo>
                <a:lnTo>
                  <a:pt x="2" y="38"/>
                </a:lnTo>
                <a:lnTo>
                  <a:pt x="0" y="30"/>
                </a:lnTo>
                <a:lnTo>
                  <a:pt x="0" y="0"/>
                </a:lnTo>
                <a:lnTo>
                  <a:pt x="7" y="0"/>
                </a:lnTo>
                <a:lnTo>
                  <a:pt x="7" y="30"/>
                </a:lnTo>
                <a:lnTo>
                  <a:pt x="7" y="30"/>
                </a:lnTo>
                <a:lnTo>
                  <a:pt x="7" y="34"/>
                </a:lnTo>
                <a:lnTo>
                  <a:pt x="7" y="34"/>
                </a:lnTo>
                <a:lnTo>
                  <a:pt x="9" y="37"/>
                </a:lnTo>
                <a:lnTo>
                  <a:pt x="9" y="37"/>
                </a:lnTo>
                <a:lnTo>
                  <a:pt x="11" y="39"/>
                </a:lnTo>
                <a:lnTo>
                  <a:pt x="11" y="39"/>
                </a:lnTo>
                <a:lnTo>
                  <a:pt x="15" y="41"/>
                </a:lnTo>
                <a:lnTo>
                  <a:pt x="15" y="41"/>
                </a:lnTo>
                <a:lnTo>
                  <a:pt x="19" y="39"/>
                </a:lnTo>
                <a:lnTo>
                  <a:pt x="19" y="39"/>
                </a:lnTo>
                <a:lnTo>
                  <a:pt x="21" y="37"/>
                </a:lnTo>
                <a:lnTo>
                  <a:pt x="21" y="37"/>
                </a:lnTo>
                <a:lnTo>
                  <a:pt x="22" y="34"/>
                </a:lnTo>
                <a:lnTo>
                  <a:pt x="22" y="34"/>
                </a:lnTo>
                <a:lnTo>
                  <a:pt x="23" y="30"/>
                </a:lnTo>
                <a:lnTo>
                  <a:pt x="23" y="0"/>
                </a:lnTo>
                <a:lnTo>
                  <a:pt x="29" y="0"/>
                </a:lnTo>
                <a:lnTo>
                  <a:pt x="29" y="30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" name="Freeform 2252"/>
          <p:cNvSpPr>
            <a:spLocks/>
          </p:cNvSpPr>
          <p:nvPr/>
        </p:nvSpPr>
        <p:spPr bwMode="auto">
          <a:xfrm>
            <a:off x="3147647" y="4947433"/>
            <a:ext cx="47895" cy="59239"/>
          </a:xfrm>
          <a:custGeom>
            <a:avLst/>
            <a:gdLst>
              <a:gd name="T0" fmla="*/ 0 w 38"/>
              <a:gd name="T1" fmla="*/ 0 h 47"/>
              <a:gd name="T2" fmla="*/ 10 w 38"/>
              <a:gd name="T3" fmla="*/ 0 h 47"/>
              <a:gd name="T4" fmla="*/ 19 w 38"/>
              <a:gd name="T5" fmla="*/ 34 h 47"/>
              <a:gd name="T6" fmla="*/ 29 w 38"/>
              <a:gd name="T7" fmla="*/ 0 h 47"/>
              <a:gd name="T8" fmla="*/ 38 w 38"/>
              <a:gd name="T9" fmla="*/ 0 h 47"/>
              <a:gd name="T10" fmla="*/ 38 w 38"/>
              <a:gd name="T11" fmla="*/ 47 h 47"/>
              <a:gd name="T12" fmla="*/ 31 w 38"/>
              <a:gd name="T13" fmla="*/ 47 h 47"/>
              <a:gd name="T14" fmla="*/ 31 w 38"/>
              <a:gd name="T15" fmla="*/ 8 h 47"/>
              <a:gd name="T16" fmla="*/ 31 w 38"/>
              <a:gd name="T17" fmla="*/ 8 h 47"/>
              <a:gd name="T18" fmla="*/ 21 w 38"/>
              <a:gd name="T19" fmla="*/ 47 h 47"/>
              <a:gd name="T20" fmla="*/ 17 w 38"/>
              <a:gd name="T21" fmla="*/ 47 h 47"/>
              <a:gd name="T22" fmla="*/ 6 w 38"/>
              <a:gd name="T23" fmla="*/ 8 h 47"/>
              <a:gd name="T24" fmla="*/ 6 w 38"/>
              <a:gd name="T25" fmla="*/ 8 h 47"/>
              <a:gd name="T26" fmla="*/ 6 w 38"/>
              <a:gd name="T27" fmla="*/ 47 h 47"/>
              <a:gd name="T28" fmla="*/ 0 w 38"/>
              <a:gd name="T29" fmla="*/ 47 h 47"/>
              <a:gd name="T30" fmla="*/ 0 w 38"/>
              <a:gd name="T31" fmla="*/ 0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8" h="47">
                <a:moveTo>
                  <a:pt x="0" y="0"/>
                </a:moveTo>
                <a:lnTo>
                  <a:pt x="10" y="0"/>
                </a:lnTo>
                <a:lnTo>
                  <a:pt x="19" y="34"/>
                </a:lnTo>
                <a:lnTo>
                  <a:pt x="29" y="0"/>
                </a:lnTo>
                <a:lnTo>
                  <a:pt x="38" y="0"/>
                </a:lnTo>
                <a:lnTo>
                  <a:pt x="38" y="47"/>
                </a:lnTo>
                <a:lnTo>
                  <a:pt x="31" y="47"/>
                </a:lnTo>
                <a:lnTo>
                  <a:pt x="31" y="8"/>
                </a:lnTo>
                <a:lnTo>
                  <a:pt x="31" y="8"/>
                </a:lnTo>
                <a:lnTo>
                  <a:pt x="21" y="47"/>
                </a:lnTo>
                <a:lnTo>
                  <a:pt x="17" y="47"/>
                </a:lnTo>
                <a:lnTo>
                  <a:pt x="6" y="8"/>
                </a:lnTo>
                <a:lnTo>
                  <a:pt x="6" y="8"/>
                </a:lnTo>
                <a:lnTo>
                  <a:pt x="6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" name="Freeform 2253"/>
          <p:cNvSpPr>
            <a:spLocks noEditPoints="1"/>
          </p:cNvSpPr>
          <p:nvPr/>
        </p:nvSpPr>
        <p:spPr bwMode="auto">
          <a:xfrm>
            <a:off x="2888005" y="4859205"/>
            <a:ext cx="34031" cy="32770"/>
          </a:xfrm>
          <a:custGeom>
            <a:avLst/>
            <a:gdLst>
              <a:gd name="T0" fmla="*/ 0 w 27"/>
              <a:gd name="T1" fmla="*/ 14 h 26"/>
              <a:gd name="T2" fmla="*/ 1 w 27"/>
              <a:gd name="T3" fmla="*/ 8 h 26"/>
              <a:gd name="T4" fmla="*/ 4 w 27"/>
              <a:gd name="T5" fmla="*/ 4 h 26"/>
              <a:gd name="T6" fmla="*/ 8 w 27"/>
              <a:gd name="T7" fmla="*/ 1 h 26"/>
              <a:gd name="T8" fmla="*/ 13 w 27"/>
              <a:gd name="T9" fmla="*/ 0 h 26"/>
              <a:gd name="T10" fmla="*/ 19 w 27"/>
              <a:gd name="T11" fmla="*/ 1 h 26"/>
              <a:gd name="T12" fmla="*/ 23 w 27"/>
              <a:gd name="T13" fmla="*/ 4 h 26"/>
              <a:gd name="T14" fmla="*/ 25 w 27"/>
              <a:gd name="T15" fmla="*/ 8 h 26"/>
              <a:gd name="T16" fmla="*/ 27 w 27"/>
              <a:gd name="T17" fmla="*/ 14 h 26"/>
              <a:gd name="T18" fmla="*/ 25 w 27"/>
              <a:gd name="T19" fmla="*/ 18 h 26"/>
              <a:gd name="T20" fmla="*/ 23 w 27"/>
              <a:gd name="T21" fmla="*/ 22 h 26"/>
              <a:gd name="T22" fmla="*/ 19 w 27"/>
              <a:gd name="T23" fmla="*/ 24 h 26"/>
              <a:gd name="T24" fmla="*/ 13 w 27"/>
              <a:gd name="T25" fmla="*/ 26 h 26"/>
              <a:gd name="T26" fmla="*/ 8 w 27"/>
              <a:gd name="T27" fmla="*/ 24 h 26"/>
              <a:gd name="T28" fmla="*/ 4 w 27"/>
              <a:gd name="T29" fmla="*/ 22 h 26"/>
              <a:gd name="T30" fmla="*/ 1 w 27"/>
              <a:gd name="T31" fmla="*/ 18 h 26"/>
              <a:gd name="T32" fmla="*/ 0 w 27"/>
              <a:gd name="T33" fmla="*/ 14 h 26"/>
              <a:gd name="T34" fmla="*/ 5 w 27"/>
              <a:gd name="T35" fmla="*/ 14 h 26"/>
              <a:gd name="T36" fmla="*/ 7 w 27"/>
              <a:gd name="T37" fmla="*/ 16 h 26"/>
              <a:gd name="T38" fmla="*/ 8 w 27"/>
              <a:gd name="T39" fmla="*/ 19 h 26"/>
              <a:gd name="T40" fmla="*/ 11 w 27"/>
              <a:gd name="T41" fmla="*/ 20 h 26"/>
              <a:gd name="T42" fmla="*/ 13 w 27"/>
              <a:gd name="T43" fmla="*/ 20 h 26"/>
              <a:gd name="T44" fmla="*/ 16 w 27"/>
              <a:gd name="T45" fmla="*/ 20 h 26"/>
              <a:gd name="T46" fmla="*/ 19 w 27"/>
              <a:gd name="T47" fmla="*/ 19 h 26"/>
              <a:gd name="T48" fmla="*/ 20 w 27"/>
              <a:gd name="T49" fmla="*/ 16 h 26"/>
              <a:gd name="T50" fmla="*/ 20 w 27"/>
              <a:gd name="T51" fmla="*/ 14 h 26"/>
              <a:gd name="T52" fmla="*/ 20 w 27"/>
              <a:gd name="T53" fmla="*/ 9 h 26"/>
              <a:gd name="T54" fmla="*/ 19 w 27"/>
              <a:gd name="T55" fmla="*/ 7 h 26"/>
              <a:gd name="T56" fmla="*/ 16 w 27"/>
              <a:gd name="T57" fmla="*/ 5 h 26"/>
              <a:gd name="T58" fmla="*/ 13 w 27"/>
              <a:gd name="T59" fmla="*/ 5 h 26"/>
              <a:gd name="T60" fmla="*/ 11 w 27"/>
              <a:gd name="T61" fmla="*/ 5 h 26"/>
              <a:gd name="T62" fmla="*/ 8 w 27"/>
              <a:gd name="T63" fmla="*/ 7 h 26"/>
              <a:gd name="T64" fmla="*/ 7 w 27"/>
              <a:gd name="T65" fmla="*/ 9 h 26"/>
              <a:gd name="T66" fmla="*/ 5 w 27"/>
              <a:gd name="T67" fmla="*/ 1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7" h="26">
                <a:moveTo>
                  <a:pt x="0" y="14"/>
                </a:moveTo>
                <a:lnTo>
                  <a:pt x="0" y="14"/>
                </a:lnTo>
                <a:lnTo>
                  <a:pt x="1" y="8"/>
                </a:lnTo>
                <a:lnTo>
                  <a:pt x="1" y="8"/>
                </a:lnTo>
                <a:lnTo>
                  <a:pt x="4" y="4"/>
                </a:lnTo>
                <a:lnTo>
                  <a:pt x="4" y="4"/>
                </a:lnTo>
                <a:lnTo>
                  <a:pt x="8" y="1"/>
                </a:lnTo>
                <a:lnTo>
                  <a:pt x="8" y="1"/>
                </a:lnTo>
                <a:lnTo>
                  <a:pt x="13" y="0"/>
                </a:lnTo>
                <a:lnTo>
                  <a:pt x="13" y="0"/>
                </a:lnTo>
                <a:lnTo>
                  <a:pt x="19" y="1"/>
                </a:lnTo>
                <a:lnTo>
                  <a:pt x="19" y="1"/>
                </a:lnTo>
                <a:lnTo>
                  <a:pt x="23" y="4"/>
                </a:lnTo>
                <a:lnTo>
                  <a:pt x="23" y="4"/>
                </a:lnTo>
                <a:lnTo>
                  <a:pt x="25" y="8"/>
                </a:lnTo>
                <a:lnTo>
                  <a:pt x="25" y="8"/>
                </a:lnTo>
                <a:lnTo>
                  <a:pt x="27" y="14"/>
                </a:lnTo>
                <a:lnTo>
                  <a:pt x="27" y="14"/>
                </a:lnTo>
                <a:lnTo>
                  <a:pt x="25" y="18"/>
                </a:lnTo>
                <a:lnTo>
                  <a:pt x="25" y="18"/>
                </a:lnTo>
                <a:lnTo>
                  <a:pt x="23" y="22"/>
                </a:lnTo>
                <a:lnTo>
                  <a:pt x="23" y="22"/>
                </a:lnTo>
                <a:lnTo>
                  <a:pt x="19" y="24"/>
                </a:lnTo>
                <a:lnTo>
                  <a:pt x="19" y="24"/>
                </a:lnTo>
                <a:lnTo>
                  <a:pt x="13" y="26"/>
                </a:lnTo>
                <a:lnTo>
                  <a:pt x="13" y="26"/>
                </a:lnTo>
                <a:lnTo>
                  <a:pt x="8" y="24"/>
                </a:lnTo>
                <a:lnTo>
                  <a:pt x="8" y="24"/>
                </a:lnTo>
                <a:lnTo>
                  <a:pt x="4" y="22"/>
                </a:lnTo>
                <a:lnTo>
                  <a:pt x="4" y="22"/>
                </a:lnTo>
                <a:lnTo>
                  <a:pt x="1" y="18"/>
                </a:lnTo>
                <a:lnTo>
                  <a:pt x="1" y="18"/>
                </a:lnTo>
                <a:lnTo>
                  <a:pt x="0" y="14"/>
                </a:lnTo>
                <a:lnTo>
                  <a:pt x="0" y="14"/>
                </a:lnTo>
                <a:close/>
                <a:moveTo>
                  <a:pt x="5" y="14"/>
                </a:moveTo>
                <a:lnTo>
                  <a:pt x="5" y="14"/>
                </a:lnTo>
                <a:lnTo>
                  <a:pt x="7" y="16"/>
                </a:lnTo>
                <a:lnTo>
                  <a:pt x="7" y="16"/>
                </a:lnTo>
                <a:lnTo>
                  <a:pt x="8" y="19"/>
                </a:lnTo>
                <a:lnTo>
                  <a:pt x="8" y="19"/>
                </a:lnTo>
                <a:lnTo>
                  <a:pt x="11" y="20"/>
                </a:lnTo>
                <a:lnTo>
                  <a:pt x="11" y="20"/>
                </a:lnTo>
                <a:lnTo>
                  <a:pt x="13" y="20"/>
                </a:lnTo>
                <a:lnTo>
                  <a:pt x="13" y="20"/>
                </a:lnTo>
                <a:lnTo>
                  <a:pt x="16" y="20"/>
                </a:lnTo>
                <a:lnTo>
                  <a:pt x="16" y="20"/>
                </a:lnTo>
                <a:lnTo>
                  <a:pt x="19" y="19"/>
                </a:lnTo>
                <a:lnTo>
                  <a:pt x="19" y="19"/>
                </a:lnTo>
                <a:lnTo>
                  <a:pt x="20" y="16"/>
                </a:lnTo>
                <a:lnTo>
                  <a:pt x="20" y="16"/>
                </a:lnTo>
                <a:lnTo>
                  <a:pt x="20" y="14"/>
                </a:lnTo>
                <a:lnTo>
                  <a:pt x="20" y="14"/>
                </a:lnTo>
                <a:lnTo>
                  <a:pt x="20" y="9"/>
                </a:lnTo>
                <a:lnTo>
                  <a:pt x="20" y="9"/>
                </a:lnTo>
                <a:lnTo>
                  <a:pt x="19" y="7"/>
                </a:lnTo>
                <a:lnTo>
                  <a:pt x="19" y="7"/>
                </a:lnTo>
                <a:lnTo>
                  <a:pt x="16" y="5"/>
                </a:lnTo>
                <a:lnTo>
                  <a:pt x="16" y="5"/>
                </a:lnTo>
                <a:lnTo>
                  <a:pt x="13" y="5"/>
                </a:lnTo>
                <a:lnTo>
                  <a:pt x="13" y="5"/>
                </a:lnTo>
                <a:lnTo>
                  <a:pt x="11" y="5"/>
                </a:lnTo>
                <a:lnTo>
                  <a:pt x="11" y="5"/>
                </a:lnTo>
                <a:lnTo>
                  <a:pt x="8" y="7"/>
                </a:lnTo>
                <a:lnTo>
                  <a:pt x="8" y="7"/>
                </a:lnTo>
                <a:lnTo>
                  <a:pt x="7" y="9"/>
                </a:lnTo>
                <a:lnTo>
                  <a:pt x="7" y="9"/>
                </a:lnTo>
                <a:lnTo>
                  <a:pt x="5" y="14"/>
                </a:lnTo>
                <a:lnTo>
                  <a:pt x="5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" name="Freeform 2254"/>
          <p:cNvSpPr>
            <a:spLocks noEditPoints="1"/>
          </p:cNvSpPr>
          <p:nvPr/>
        </p:nvSpPr>
        <p:spPr bwMode="auto">
          <a:xfrm>
            <a:off x="2927077" y="4860466"/>
            <a:ext cx="23948" cy="31510"/>
          </a:xfrm>
          <a:custGeom>
            <a:avLst/>
            <a:gdLst>
              <a:gd name="T0" fmla="*/ 0 w 19"/>
              <a:gd name="T1" fmla="*/ 0 h 25"/>
              <a:gd name="T2" fmla="*/ 9 w 19"/>
              <a:gd name="T3" fmla="*/ 0 h 25"/>
              <a:gd name="T4" fmla="*/ 9 w 19"/>
              <a:gd name="T5" fmla="*/ 0 h 25"/>
              <a:gd name="T6" fmla="*/ 13 w 19"/>
              <a:gd name="T7" fmla="*/ 0 h 25"/>
              <a:gd name="T8" fmla="*/ 13 w 19"/>
              <a:gd name="T9" fmla="*/ 0 h 25"/>
              <a:gd name="T10" fmla="*/ 16 w 19"/>
              <a:gd name="T11" fmla="*/ 2 h 25"/>
              <a:gd name="T12" fmla="*/ 16 w 19"/>
              <a:gd name="T13" fmla="*/ 2 h 25"/>
              <a:gd name="T14" fmla="*/ 17 w 19"/>
              <a:gd name="T15" fmla="*/ 3 h 25"/>
              <a:gd name="T16" fmla="*/ 17 w 19"/>
              <a:gd name="T17" fmla="*/ 3 h 25"/>
              <a:gd name="T18" fmla="*/ 19 w 19"/>
              <a:gd name="T19" fmla="*/ 7 h 25"/>
              <a:gd name="T20" fmla="*/ 19 w 19"/>
              <a:gd name="T21" fmla="*/ 7 h 25"/>
              <a:gd name="T22" fmla="*/ 19 w 19"/>
              <a:gd name="T23" fmla="*/ 11 h 25"/>
              <a:gd name="T24" fmla="*/ 19 w 19"/>
              <a:gd name="T25" fmla="*/ 11 h 25"/>
              <a:gd name="T26" fmla="*/ 16 w 19"/>
              <a:gd name="T27" fmla="*/ 13 h 25"/>
              <a:gd name="T28" fmla="*/ 16 w 19"/>
              <a:gd name="T29" fmla="*/ 13 h 25"/>
              <a:gd name="T30" fmla="*/ 13 w 19"/>
              <a:gd name="T31" fmla="*/ 14 h 25"/>
              <a:gd name="T32" fmla="*/ 13 w 19"/>
              <a:gd name="T33" fmla="*/ 14 h 25"/>
              <a:gd name="T34" fmla="*/ 9 w 19"/>
              <a:gd name="T35" fmla="*/ 15 h 25"/>
              <a:gd name="T36" fmla="*/ 5 w 19"/>
              <a:gd name="T37" fmla="*/ 15 h 25"/>
              <a:gd name="T38" fmla="*/ 5 w 19"/>
              <a:gd name="T39" fmla="*/ 25 h 25"/>
              <a:gd name="T40" fmla="*/ 0 w 19"/>
              <a:gd name="T41" fmla="*/ 25 h 25"/>
              <a:gd name="T42" fmla="*/ 0 w 19"/>
              <a:gd name="T43" fmla="*/ 0 h 25"/>
              <a:gd name="T44" fmla="*/ 5 w 19"/>
              <a:gd name="T45" fmla="*/ 10 h 25"/>
              <a:gd name="T46" fmla="*/ 9 w 19"/>
              <a:gd name="T47" fmla="*/ 10 h 25"/>
              <a:gd name="T48" fmla="*/ 11 w 19"/>
              <a:gd name="T49" fmla="*/ 10 h 25"/>
              <a:gd name="T50" fmla="*/ 12 w 19"/>
              <a:gd name="T51" fmla="*/ 10 h 25"/>
              <a:gd name="T52" fmla="*/ 13 w 19"/>
              <a:gd name="T53" fmla="*/ 8 h 25"/>
              <a:gd name="T54" fmla="*/ 13 w 19"/>
              <a:gd name="T55" fmla="*/ 8 h 25"/>
              <a:gd name="T56" fmla="*/ 13 w 19"/>
              <a:gd name="T57" fmla="*/ 7 h 25"/>
              <a:gd name="T58" fmla="*/ 13 w 19"/>
              <a:gd name="T59" fmla="*/ 7 h 25"/>
              <a:gd name="T60" fmla="*/ 13 w 19"/>
              <a:gd name="T61" fmla="*/ 6 h 25"/>
              <a:gd name="T62" fmla="*/ 12 w 19"/>
              <a:gd name="T63" fmla="*/ 4 h 25"/>
              <a:gd name="T64" fmla="*/ 12 w 19"/>
              <a:gd name="T65" fmla="*/ 4 h 25"/>
              <a:gd name="T66" fmla="*/ 11 w 19"/>
              <a:gd name="T67" fmla="*/ 4 h 25"/>
              <a:gd name="T68" fmla="*/ 11 w 19"/>
              <a:gd name="T69" fmla="*/ 4 h 25"/>
              <a:gd name="T70" fmla="*/ 8 w 19"/>
              <a:gd name="T71" fmla="*/ 4 h 25"/>
              <a:gd name="T72" fmla="*/ 5 w 19"/>
              <a:gd name="T73" fmla="*/ 4 h 25"/>
              <a:gd name="T74" fmla="*/ 5 w 19"/>
              <a:gd name="T75" fmla="*/ 1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9" h="25">
                <a:moveTo>
                  <a:pt x="0" y="0"/>
                </a:moveTo>
                <a:lnTo>
                  <a:pt x="9" y="0"/>
                </a:lnTo>
                <a:lnTo>
                  <a:pt x="9" y="0"/>
                </a:lnTo>
                <a:lnTo>
                  <a:pt x="13" y="0"/>
                </a:lnTo>
                <a:lnTo>
                  <a:pt x="13" y="0"/>
                </a:lnTo>
                <a:lnTo>
                  <a:pt x="16" y="2"/>
                </a:lnTo>
                <a:lnTo>
                  <a:pt x="16" y="2"/>
                </a:lnTo>
                <a:lnTo>
                  <a:pt x="17" y="3"/>
                </a:lnTo>
                <a:lnTo>
                  <a:pt x="17" y="3"/>
                </a:lnTo>
                <a:lnTo>
                  <a:pt x="19" y="7"/>
                </a:lnTo>
                <a:lnTo>
                  <a:pt x="19" y="7"/>
                </a:lnTo>
                <a:lnTo>
                  <a:pt x="19" y="11"/>
                </a:lnTo>
                <a:lnTo>
                  <a:pt x="19" y="11"/>
                </a:lnTo>
                <a:lnTo>
                  <a:pt x="16" y="13"/>
                </a:lnTo>
                <a:lnTo>
                  <a:pt x="16" y="13"/>
                </a:lnTo>
                <a:lnTo>
                  <a:pt x="13" y="14"/>
                </a:lnTo>
                <a:lnTo>
                  <a:pt x="13" y="14"/>
                </a:lnTo>
                <a:lnTo>
                  <a:pt x="9" y="15"/>
                </a:lnTo>
                <a:lnTo>
                  <a:pt x="5" y="15"/>
                </a:lnTo>
                <a:lnTo>
                  <a:pt x="5" y="25"/>
                </a:lnTo>
                <a:lnTo>
                  <a:pt x="0" y="25"/>
                </a:lnTo>
                <a:lnTo>
                  <a:pt x="0" y="0"/>
                </a:lnTo>
                <a:close/>
                <a:moveTo>
                  <a:pt x="5" y="10"/>
                </a:moveTo>
                <a:lnTo>
                  <a:pt x="9" y="10"/>
                </a:lnTo>
                <a:lnTo>
                  <a:pt x="11" y="10"/>
                </a:lnTo>
                <a:lnTo>
                  <a:pt x="12" y="10"/>
                </a:lnTo>
                <a:lnTo>
                  <a:pt x="13" y="8"/>
                </a:lnTo>
                <a:lnTo>
                  <a:pt x="13" y="8"/>
                </a:lnTo>
                <a:lnTo>
                  <a:pt x="13" y="7"/>
                </a:lnTo>
                <a:lnTo>
                  <a:pt x="13" y="7"/>
                </a:lnTo>
                <a:lnTo>
                  <a:pt x="13" y="6"/>
                </a:lnTo>
                <a:lnTo>
                  <a:pt x="12" y="4"/>
                </a:lnTo>
                <a:lnTo>
                  <a:pt x="12" y="4"/>
                </a:lnTo>
                <a:lnTo>
                  <a:pt x="11" y="4"/>
                </a:lnTo>
                <a:lnTo>
                  <a:pt x="11" y="4"/>
                </a:lnTo>
                <a:lnTo>
                  <a:pt x="8" y="4"/>
                </a:lnTo>
                <a:lnTo>
                  <a:pt x="5" y="4"/>
                </a:lnTo>
                <a:lnTo>
                  <a:pt x="5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" name="Freeform 2255"/>
          <p:cNvSpPr>
            <a:spLocks/>
          </p:cNvSpPr>
          <p:nvPr/>
        </p:nvSpPr>
        <p:spPr bwMode="auto">
          <a:xfrm>
            <a:off x="2953546" y="4860466"/>
            <a:ext cx="23948" cy="31510"/>
          </a:xfrm>
          <a:custGeom>
            <a:avLst/>
            <a:gdLst>
              <a:gd name="T0" fmla="*/ 7 w 19"/>
              <a:gd name="T1" fmla="*/ 4 h 25"/>
              <a:gd name="T2" fmla="*/ 0 w 19"/>
              <a:gd name="T3" fmla="*/ 4 h 25"/>
              <a:gd name="T4" fmla="*/ 0 w 19"/>
              <a:gd name="T5" fmla="*/ 0 h 25"/>
              <a:gd name="T6" fmla="*/ 19 w 19"/>
              <a:gd name="T7" fmla="*/ 0 h 25"/>
              <a:gd name="T8" fmla="*/ 19 w 19"/>
              <a:gd name="T9" fmla="*/ 4 h 25"/>
              <a:gd name="T10" fmla="*/ 13 w 19"/>
              <a:gd name="T11" fmla="*/ 4 h 25"/>
              <a:gd name="T12" fmla="*/ 13 w 19"/>
              <a:gd name="T13" fmla="*/ 25 h 25"/>
              <a:gd name="T14" fmla="*/ 7 w 19"/>
              <a:gd name="T15" fmla="*/ 25 h 25"/>
              <a:gd name="T16" fmla="*/ 7 w 19"/>
              <a:gd name="T17" fmla="*/ 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" h="25">
                <a:moveTo>
                  <a:pt x="7" y="4"/>
                </a:moveTo>
                <a:lnTo>
                  <a:pt x="0" y="4"/>
                </a:lnTo>
                <a:lnTo>
                  <a:pt x="0" y="0"/>
                </a:lnTo>
                <a:lnTo>
                  <a:pt x="19" y="0"/>
                </a:lnTo>
                <a:lnTo>
                  <a:pt x="19" y="4"/>
                </a:lnTo>
                <a:lnTo>
                  <a:pt x="13" y="4"/>
                </a:lnTo>
                <a:lnTo>
                  <a:pt x="13" y="25"/>
                </a:lnTo>
                <a:lnTo>
                  <a:pt x="7" y="25"/>
                </a:lnTo>
                <a:lnTo>
                  <a:pt x="7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" name="Rectangle 2256"/>
          <p:cNvSpPr>
            <a:spLocks noChangeArrowheads="1"/>
          </p:cNvSpPr>
          <p:nvPr/>
        </p:nvSpPr>
        <p:spPr bwMode="auto">
          <a:xfrm>
            <a:off x="2985056" y="4860466"/>
            <a:ext cx="6302" cy="3151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" name="Freeform 2257"/>
          <p:cNvSpPr>
            <a:spLocks noEditPoints="1"/>
          </p:cNvSpPr>
          <p:nvPr/>
        </p:nvSpPr>
        <p:spPr bwMode="auto">
          <a:xfrm>
            <a:off x="2996399" y="4859205"/>
            <a:ext cx="34031" cy="32770"/>
          </a:xfrm>
          <a:custGeom>
            <a:avLst/>
            <a:gdLst>
              <a:gd name="T0" fmla="*/ 0 w 27"/>
              <a:gd name="T1" fmla="*/ 14 h 26"/>
              <a:gd name="T2" fmla="*/ 2 w 27"/>
              <a:gd name="T3" fmla="*/ 8 h 26"/>
              <a:gd name="T4" fmla="*/ 4 w 27"/>
              <a:gd name="T5" fmla="*/ 4 h 26"/>
              <a:gd name="T6" fmla="*/ 8 w 27"/>
              <a:gd name="T7" fmla="*/ 1 h 26"/>
              <a:gd name="T8" fmla="*/ 14 w 27"/>
              <a:gd name="T9" fmla="*/ 0 h 26"/>
              <a:gd name="T10" fmla="*/ 19 w 27"/>
              <a:gd name="T11" fmla="*/ 1 h 26"/>
              <a:gd name="T12" fmla="*/ 23 w 27"/>
              <a:gd name="T13" fmla="*/ 4 h 26"/>
              <a:gd name="T14" fmla="*/ 26 w 27"/>
              <a:gd name="T15" fmla="*/ 8 h 26"/>
              <a:gd name="T16" fmla="*/ 27 w 27"/>
              <a:gd name="T17" fmla="*/ 14 h 26"/>
              <a:gd name="T18" fmla="*/ 26 w 27"/>
              <a:gd name="T19" fmla="*/ 18 h 26"/>
              <a:gd name="T20" fmla="*/ 23 w 27"/>
              <a:gd name="T21" fmla="*/ 22 h 26"/>
              <a:gd name="T22" fmla="*/ 19 w 27"/>
              <a:gd name="T23" fmla="*/ 24 h 26"/>
              <a:gd name="T24" fmla="*/ 14 w 27"/>
              <a:gd name="T25" fmla="*/ 26 h 26"/>
              <a:gd name="T26" fmla="*/ 8 w 27"/>
              <a:gd name="T27" fmla="*/ 24 h 26"/>
              <a:gd name="T28" fmla="*/ 4 w 27"/>
              <a:gd name="T29" fmla="*/ 22 h 26"/>
              <a:gd name="T30" fmla="*/ 2 w 27"/>
              <a:gd name="T31" fmla="*/ 18 h 26"/>
              <a:gd name="T32" fmla="*/ 0 w 27"/>
              <a:gd name="T33" fmla="*/ 14 h 26"/>
              <a:gd name="T34" fmla="*/ 7 w 27"/>
              <a:gd name="T35" fmla="*/ 14 h 26"/>
              <a:gd name="T36" fmla="*/ 7 w 27"/>
              <a:gd name="T37" fmla="*/ 16 h 26"/>
              <a:gd name="T38" fmla="*/ 8 w 27"/>
              <a:gd name="T39" fmla="*/ 19 h 26"/>
              <a:gd name="T40" fmla="*/ 11 w 27"/>
              <a:gd name="T41" fmla="*/ 20 h 26"/>
              <a:gd name="T42" fmla="*/ 14 w 27"/>
              <a:gd name="T43" fmla="*/ 20 h 26"/>
              <a:gd name="T44" fmla="*/ 16 w 27"/>
              <a:gd name="T45" fmla="*/ 20 h 26"/>
              <a:gd name="T46" fmla="*/ 19 w 27"/>
              <a:gd name="T47" fmla="*/ 19 h 26"/>
              <a:gd name="T48" fmla="*/ 20 w 27"/>
              <a:gd name="T49" fmla="*/ 16 h 26"/>
              <a:gd name="T50" fmla="*/ 22 w 27"/>
              <a:gd name="T51" fmla="*/ 14 h 26"/>
              <a:gd name="T52" fmla="*/ 20 w 27"/>
              <a:gd name="T53" fmla="*/ 9 h 26"/>
              <a:gd name="T54" fmla="*/ 19 w 27"/>
              <a:gd name="T55" fmla="*/ 7 h 26"/>
              <a:gd name="T56" fmla="*/ 16 w 27"/>
              <a:gd name="T57" fmla="*/ 5 h 26"/>
              <a:gd name="T58" fmla="*/ 14 w 27"/>
              <a:gd name="T59" fmla="*/ 5 h 26"/>
              <a:gd name="T60" fmla="*/ 11 w 27"/>
              <a:gd name="T61" fmla="*/ 5 h 26"/>
              <a:gd name="T62" fmla="*/ 8 w 27"/>
              <a:gd name="T63" fmla="*/ 7 h 26"/>
              <a:gd name="T64" fmla="*/ 7 w 27"/>
              <a:gd name="T65" fmla="*/ 9 h 26"/>
              <a:gd name="T66" fmla="*/ 7 w 27"/>
              <a:gd name="T67" fmla="*/ 1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7" h="26">
                <a:moveTo>
                  <a:pt x="0" y="14"/>
                </a:moveTo>
                <a:lnTo>
                  <a:pt x="0" y="14"/>
                </a:lnTo>
                <a:lnTo>
                  <a:pt x="2" y="8"/>
                </a:lnTo>
                <a:lnTo>
                  <a:pt x="2" y="8"/>
                </a:lnTo>
                <a:lnTo>
                  <a:pt x="4" y="4"/>
                </a:lnTo>
                <a:lnTo>
                  <a:pt x="4" y="4"/>
                </a:lnTo>
                <a:lnTo>
                  <a:pt x="8" y="1"/>
                </a:lnTo>
                <a:lnTo>
                  <a:pt x="8" y="1"/>
                </a:lnTo>
                <a:lnTo>
                  <a:pt x="14" y="0"/>
                </a:lnTo>
                <a:lnTo>
                  <a:pt x="14" y="0"/>
                </a:lnTo>
                <a:lnTo>
                  <a:pt x="19" y="1"/>
                </a:lnTo>
                <a:lnTo>
                  <a:pt x="19" y="1"/>
                </a:lnTo>
                <a:lnTo>
                  <a:pt x="23" y="4"/>
                </a:lnTo>
                <a:lnTo>
                  <a:pt x="23" y="4"/>
                </a:lnTo>
                <a:lnTo>
                  <a:pt x="26" y="8"/>
                </a:lnTo>
                <a:lnTo>
                  <a:pt x="26" y="8"/>
                </a:lnTo>
                <a:lnTo>
                  <a:pt x="27" y="14"/>
                </a:lnTo>
                <a:lnTo>
                  <a:pt x="27" y="14"/>
                </a:lnTo>
                <a:lnTo>
                  <a:pt x="26" y="18"/>
                </a:lnTo>
                <a:lnTo>
                  <a:pt x="26" y="18"/>
                </a:lnTo>
                <a:lnTo>
                  <a:pt x="23" y="22"/>
                </a:lnTo>
                <a:lnTo>
                  <a:pt x="23" y="22"/>
                </a:lnTo>
                <a:lnTo>
                  <a:pt x="19" y="24"/>
                </a:lnTo>
                <a:lnTo>
                  <a:pt x="19" y="24"/>
                </a:lnTo>
                <a:lnTo>
                  <a:pt x="14" y="26"/>
                </a:lnTo>
                <a:lnTo>
                  <a:pt x="14" y="26"/>
                </a:lnTo>
                <a:lnTo>
                  <a:pt x="8" y="24"/>
                </a:lnTo>
                <a:lnTo>
                  <a:pt x="8" y="24"/>
                </a:lnTo>
                <a:lnTo>
                  <a:pt x="4" y="22"/>
                </a:lnTo>
                <a:lnTo>
                  <a:pt x="4" y="22"/>
                </a:lnTo>
                <a:lnTo>
                  <a:pt x="2" y="18"/>
                </a:lnTo>
                <a:lnTo>
                  <a:pt x="2" y="18"/>
                </a:lnTo>
                <a:lnTo>
                  <a:pt x="0" y="14"/>
                </a:lnTo>
                <a:lnTo>
                  <a:pt x="0" y="14"/>
                </a:lnTo>
                <a:close/>
                <a:moveTo>
                  <a:pt x="7" y="14"/>
                </a:moveTo>
                <a:lnTo>
                  <a:pt x="7" y="14"/>
                </a:lnTo>
                <a:lnTo>
                  <a:pt x="7" y="16"/>
                </a:lnTo>
                <a:lnTo>
                  <a:pt x="7" y="16"/>
                </a:lnTo>
                <a:lnTo>
                  <a:pt x="8" y="19"/>
                </a:lnTo>
                <a:lnTo>
                  <a:pt x="8" y="19"/>
                </a:lnTo>
                <a:lnTo>
                  <a:pt x="11" y="20"/>
                </a:lnTo>
                <a:lnTo>
                  <a:pt x="11" y="20"/>
                </a:lnTo>
                <a:lnTo>
                  <a:pt x="14" y="20"/>
                </a:lnTo>
                <a:lnTo>
                  <a:pt x="14" y="20"/>
                </a:lnTo>
                <a:lnTo>
                  <a:pt x="16" y="20"/>
                </a:lnTo>
                <a:lnTo>
                  <a:pt x="16" y="20"/>
                </a:lnTo>
                <a:lnTo>
                  <a:pt x="19" y="19"/>
                </a:lnTo>
                <a:lnTo>
                  <a:pt x="19" y="19"/>
                </a:lnTo>
                <a:lnTo>
                  <a:pt x="20" y="16"/>
                </a:lnTo>
                <a:lnTo>
                  <a:pt x="20" y="16"/>
                </a:lnTo>
                <a:lnTo>
                  <a:pt x="22" y="14"/>
                </a:lnTo>
                <a:lnTo>
                  <a:pt x="22" y="14"/>
                </a:lnTo>
                <a:lnTo>
                  <a:pt x="20" y="9"/>
                </a:lnTo>
                <a:lnTo>
                  <a:pt x="20" y="9"/>
                </a:lnTo>
                <a:lnTo>
                  <a:pt x="19" y="7"/>
                </a:lnTo>
                <a:lnTo>
                  <a:pt x="19" y="7"/>
                </a:lnTo>
                <a:lnTo>
                  <a:pt x="16" y="5"/>
                </a:lnTo>
                <a:lnTo>
                  <a:pt x="16" y="5"/>
                </a:lnTo>
                <a:lnTo>
                  <a:pt x="14" y="5"/>
                </a:lnTo>
                <a:lnTo>
                  <a:pt x="14" y="5"/>
                </a:lnTo>
                <a:lnTo>
                  <a:pt x="11" y="5"/>
                </a:lnTo>
                <a:lnTo>
                  <a:pt x="11" y="5"/>
                </a:lnTo>
                <a:lnTo>
                  <a:pt x="8" y="7"/>
                </a:lnTo>
                <a:lnTo>
                  <a:pt x="8" y="7"/>
                </a:lnTo>
                <a:lnTo>
                  <a:pt x="7" y="9"/>
                </a:lnTo>
                <a:lnTo>
                  <a:pt x="7" y="9"/>
                </a:lnTo>
                <a:lnTo>
                  <a:pt x="7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" name="Freeform 2258"/>
          <p:cNvSpPr>
            <a:spLocks/>
          </p:cNvSpPr>
          <p:nvPr/>
        </p:nvSpPr>
        <p:spPr bwMode="auto">
          <a:xfrm>
            <a:off x="3037992" y="4860466"/>
            <a:ext cx="28990" cy="31510"/>
          </a:xfrm>
          <a:custGeom>
            <a:avLst/>
            <a:gdLst>
              <a:gd name="T0" fmla="*/ 0 w 23"/>
              <a:gd name="T1" fmla="*/ 0 h 25"/>
              <a:gd name="T2" fmla="*/ 6 w 23"/>
              <a:gd name="T3" fmla="*/ 0 h 25"/>
              <a:gd name="T4" fmla="*/ 17 w 23"/>
              <a:gd name="T5" fmla="*/ 17 h 25"/>
              <a:gd name="T6" fmla="*/ 17 w 23"/>
              <a:gd name="T7" fmla="*/ 17 h 25"/>
              <a:gd name="T8" fmla="*/ 17 w 23"/>
              <a:gd name="T9" fmla="*/ 0 h 25"/>
              <a:gd name="T10" fmla="*/ 23 w 23"/>
              <a:gd name="T11" fmla="*/ 0 h 25"/>
              <a:gd name="T12" fmla="*/ 23 w 23"/>
              <a:gd name="T13" fmla="*/ 25 h 25"/>
              <a:gd name="T14" fmla="*/ 16 w 23"/>
              <a:gd name="T15" fmla="*/ 25 h 25"/>
              <a:gd name="T16" fmla="*/ 5 w 23"/>
              <a:gd name="T17" fmla="*/ 7 h 25"/>
              <a:gd name="T18" fmla="*/ 5 w 23"/>
              <a:gd name="T19" fmla="*/ 7 h 25"/>
              <a:gd name="T20" fmla="*/ 5 w 23"/>
              <a:gd name="T21" fmla="*/ 25 h 25"/>
              <a:gd name="T22" fmla="*/ 0 w 23"/>
              <a:gd name="T23" fmla="*/ 25 h 25"/>
              <a:gd name="T24" fmla="*/ 0 w 23"/>
              <a:gd name="T25" fmla="*/ 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" h="25">
                <a:moveTo>
                  <a:pt x="0" y="0"/>
                </a:moveTo>
                <a:lnTo>
                  <a:pt x="6" y="0"/>
                </a:lnTo>
                <a:lnTo>
                  <a:pt x="17" y="17"/>
                </a:lnTo>
                <a:lnTo>
                  <a:pt x="17" y="17"/>
                </a:lnTo>
                <a:lnTo>
                  <a:pt x="17" y="0"/>
                </a:lnTo>
                <a:lnTo>
                  <a:pt x="23" y="0"/>
                </a:lnTo>
                <a:lnTo>
                  <a:pt x="23" y="25"/>
                </a:lnTo>
                <a:lnTo>
                  <a:pt x="16" y="25"/>
                </a:lnTo>
                <a:lnTo>
                  <a:pt x="5" y="7"/>
                </a:lnTo>
                <a:lnTo>
                  <a:pt x="5" y="7"/>
                </a:lnTo>
                <a:lnTo>
                  <a:pt x="5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" name="Freeform 2259"/>
          <p:cNvSpPr>
            <a:spLocks noEditPoints="1"/>
          </p:cNvSpPr>
          <p:nvPr/>
        </p:nvSpPr>
        <p:spPr bwMode="auto">
          <a:xfrm>
            <a:off x="2893047" y="4721822"/>
            <a:ext cx="79405" cy="113436"/>
          </a:xfrm>
          <a:custGeom>
            <a:avLst/>
            <a:gdLst>
              <a:gd name="T0" fmla="*/ 0 w 63"/>
              <a:gd name="T1" fmla="*/ 44 h 90"/>
              <a:gd name="T2" fmla="*/ 3 w 63"/>
              <a:gd name="T3" fmla="*/ 27 h 90"/>
              <a:gd name="T4" fmla="*/ 4 w 63"/>
              <a:gd name="T5" fmla="*/ 20 h 90"/>
              <a:gd name="T6" fmla="*/ 7 w 63"/>
              <a:gd name="T7" fmla="*/ 15 h 90"/>
              <a:gd name="T8" fmla="*/ 12 w 63"/>
              <a:gd name="T9" fmla="*/ 6 h 90"/>
              <a:gd name="T10" fmla="*/ 20 w 63"/>
              <a:gd name="T11" fmla="*/ 2 h 90"/>
              <a:gd name="T12" fmla="*/ 27 w 63"/>
              <a:gd name="T13" fmla="*/ 0 h 90"/>
              <a:gd name="T14" fmla="*/ 32 w 63"/>
              <a:gd name="T15" fmla="*/ 0 h 90"/>
              <a:gd name="T16" fmla="*/ 38 w 63"/>
              <a:gd name="T17" fmla="*/ 0 h 90"/>
              <a:gd name="T18" fmla="*/ 44 w 63"/>
              <a:gd name="T19" fmla="*/ 2 h 90"/>
              <a:gd name="T20" fmla="*/ 51 w 63"/>
              <a:gd name="T21" fmla="*/ 6 h 90"/>
              <a:gd name="T22" fmla="*/ 55 w 63"/>
              <a:gd name="T23" fmla="*/ 10 h 90"/>
              <a:gd name="T24" fmla="*/ 58 w 63"/>
              <a:gd name="T25" fmla="*/ 15 h 90"/>
              <a:gd name="T26" fmla="*/ 62 w 63"/>
              <a:gd name="T27" fmla="*/ 27 h 90"/>
              <a:gd name="T28" fmla="*/ 63 w 63"/>
              <a:gd name="T29" fmla="*/ 35 h 90"/>
              <a:gd name="T30" fmla="*/ 63 w 63"/>
              <a:gd name="T31" fmla="*/ 44 h 90"/>
              <a:gd name="T32" fmla="*/ 62 w 63"/>
              <a:gd name="T33" fmla="*/ 62 h 90"/>
              <a:gd name="T34" fmla="*/ 59 w 63"/>
              <a:gd name="T35" fmla="*/ 69 h 90"/>
              <a:gd name="T36" fmla="*/ 58 w 63"/>
              <a:gd name="T37" fmla="*/ 74 h 90"/>
              <a:gd name="T38" fmla="*/ 51 w 63"/>
              <a:gd name="T39" fmla="*/ 82 h 90"/>
              <a:gd name="T40" fmla="*/ 44 w 63"/>
              <a:gd name="T41" fmla="*/ 87 h 90"/>
              <a:gd name="T42" fmla="*/ 38 w 63"/>
              <a:gd name="T43" fmla="*/ 89 h 90"/>
              <a:gd name="T44" fmla="*/ 32 w 63"/>
              <a:gd name="T45" fmla="*/ 90 h 90"/>
              <a:gd name="T46" fmla="*/ 27 w 63"/>
              <a:gd name="T47" fmla="*/ 89 h 90"/>
              <a:gd name="T48" fmla="*/ 20 w 63"/>
              <a:gd name="T49" fmla="*/ 87 h 90"/>
              <a:gd name="T50" fmla="*/ 12 w 63"/>
              <a:gd name="T51" fmla="*/ 82 h 90"/>
              <a:gd name="T52" fmla="*/ 9 w 63"/>
              <a:gd name="T53" fmla="*/ 79 h 90"/>
              <a:gd name="T54" fmla="*/ 7 w 63"/>
              <a:gd name="T55" fmla="*/ 74 h 90"/>
              <a:gd name="T56" fmla="*/ 3 w 63"/>
              <a:gd name="T57" fmla="*/ 62 h 90"/>
              <a:gd name="T58" fmla="*/ 1 w 63"/>
              <a:gd name="T59" fmla="*/ 54 h 90"/>
              <a:gd name="T60" fmla="*/ 0 w 63"/>
              <a:gd name="T61" fmla="*/ 44 h 90"/>
              <a:gd name="T62" fmla="*/ 15 w 63"/>
              <a:gd name="T63" fmla="*/ 44 h 90"/>
              <a:gd name="T64" fmla="*/ 16 w 63"/>
              <a:gd name="T65" fmla="*/ 54 h 90"/>
              <a:gd name="T66" fmla="*/ 17 w 63"/>
              <a:gd name="T67" fmla="*/ 64 h 90"/>
              <a:gd name="T68" fmla="*/ 23 w 63"/>
              <a:gd name="T69" fmla="*/ 73 h 90"/>
              <a:gd name="T70" fmla="*/ 27 w 63"/>
              <a:gd name="T71" fmla="*/ 75 h 90"/>
              <a:gd name="T72" fmla="*/ 32 w 63"/>
              <a:gd name="T73" fmla="*/ 75 h 90"/>
              <a:gd name="T74" fmla="*/ 40 w 63"/>
              <a:gd name="T75" fmla="*/ 73 h 90"/>
              <a:gd name="T76" fmla="*/ 43 w 63"/>
              <a:gd name="T77" fmla="*/ 69 h 90"/>
              <a:gd name="T78" fmla="*/ 46 w 63"/>
              <a:gd name="T79" fmla="*/ 64 h 90"/>
              <a:gd name="T80" fmla="*/ 48 w 63"/>
              <a:gd name="T81" fmla="*/ 54 h 90"/>
              <a:gd name="T82" fmla="*/ 48 w 63"/>
              <a:gd name="T83" fmla="*/ 44 h 90"/>
              <a:gd name="T84" fmla="*/ 48 w 63"/>
              <a:gd name="T85" fmla="*/ 35 h 90"/>
              <a:gd name="T86" fmla="*/ 46 w 63"/>
              <a:gd name="T87" fmla="*/ 25 h 90"/>
              <a:gd name="T88" fmla="*/ 40 w 63"/>
              <a:gd name="T89" fmla="*/ 17 h 90"/>
              <a:gd name="T90" fmla="*/ 36 w 63"/>
              <a:gd name="T91" fmla="*/ 15 h 90"/>
              <a:gd name="T92" fmla="*/ 32 w 63"/>
              <a:gd name="T93" fmla="*/ 13 h 90"/>
              <a:gd name="T94" fmla="*/ 23 w 63"/>
              <a:gd name="T95" fmla="*/ 17 h 90"/>
              <a:gd name="T96" fmla="*/ 20 w 63"/>
              <a:gd name="T97" fmla="*/ 20 h 90"/>
              <a:gd name="T98" fmla="*/ 17 w 63"/>
              <a:gd name="T99" fmla="*/ 25 h 90"/>
              <a:gd name="T100" fmla="*/ 16 w 63"/>
              <a:gd name="T101" fmla="*/ 35 h 90"/>
              <a:gd name="T102" fmla="*/ 15 w 63"/>
              <a:gd name="T103" fmla="*/ 44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3" h="90">
                <a:moveTo>
                  <a:pt x="0" y="44"/>
                </a:moveTo>
                <a:lnTo>
                  <a:pt x="0" y="44"/>
                </a:lnTo>
                <a:lnTo>
                  <a:pt x="1" y="35"/>
                </a:lnTo>
                <a:lnTo>
                  <a:pt x="3" y="27"/>
                </a:lnTo>
                <a:lnTo>
                  <a:pt x="3" y="27"/>
                </a:lnTo>
                <a:lnTo>
                  <a:pt x="4" y="20"/>
                </a:lnTo>
                <a:lnTo>
                  <a:pt x="7" y="15"/>
                </a:lnTo>
                <a:lnTo>
                  <a:pt x="7" y="15"/>
                </a:lnTo>
                <a:lnTo>
                  <a:pt x="9" y="10"/>
                </a:lnTo>
                <a:lnTo>
                  <a:pt x="12" y="6"/>
                </a:lnTo>
                <a:lnTo>
                  <a:pt x="12" y="6"/>
                </a:lnTo>
                <a:lnTo>
                  <a:pt x="20" y="2"/>
                </a:lnTo>
                <a:lnTo>
                  <a:pt x="20" y="2"/>
                </a:lnTo>
                <a:lnTo>
                  <a:pt x="27" y="0"/>
                </a:lnTo>
                <a:lnTo>
                  <a:pt x="27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1" y="6"/>
                </a:lnTo>
                <a:lnTo>
                  <a:pt x="51" y="6"/>
                </a:lnTo>
                <a:lnTo>
                  <a:pt x="55" y="10"/>
                </a:lnTo>
                <a:lnTo>
                  <a:pt x="58" y="15"/>
                </a:lnTo>
                <a:lnTo>
                  <a:pt x="58" y="15"/>
                </a:lnTo>
                <a:lnTo>
                  <a:pt x="59" y="20"/>
                </a:lnTo>
                <a:lnTo>
                  <a:pt x="62" y="27"/>
                </a:lnTo>
                <a:lnTo>
                  <a:pt x="62" y="27"/>
                </a:lnTo>
                <a:lnTo>
                  <a:pt x="63" y="35"/>
                </a:lnTo>
                <a:lnTo>
                  <a:pt x="63" y="44"/>
                </a:lnTo>
                <a:lnTo>
                  <a:pt x="63" y="44"/>
                </a:lnTo>
                <a:lnTo>
                  <a:pt x="63" y="54"/>
                </a:lnTo>
                <a:lnTo>
                  <a:pt x="62" y="62"/>
                </a:lnTo>
                <a:lnTo>
                  <a:pt x="62" y="62"/>
                </a:lnTo>
                <a:lnTo>
                  <a:pt x="59" y="69"/>
                </a:lnTo>
                <a:lnTo>
                  <a:pt x="58" y="74"/>
                </a:lnTo>
                <a:lnTo>
                  <a:pt x="58" y="74"/>
                </a:lnTo>
                <a:lnTo>
                  <a:pt x="55" y="79"/>
                </a:lnTo>
                <a:lnTo>
                  <a:pt x="51" y="82"/>
                </a:lnTo>
                <a:lnTo>
                  <a:pt x="51" y="82"/>
                </a:lnTo>
                <a:lnTo>
                  <a:pt x="44" y="87"/>
                </a:lnTo>
                <a:lnTo>
                  <a:pt x="44" y="87"/>
                </a:lnTo>
                <a:lnTo>
                  <a:pt x="38" y="89"/>
                </a:lnTo>
                <a:lnTo>
                  <a:pt x="38" y="89"/>
                </a:lnTo>
                <a:lnTo>
                  <a:pt x="32" y="90"/>
                </a:lnTo>
                <a:lnTo>
                  <a:pt x="32" y="90"/>
                </a:lnTo>
                <a:lnTo>
                  <a:pt x="27" y="89"/>
                </a:lnTo>
                <a:lnTo>
                  <a:pt x="27" y="89"/>
                </a:lnTo>
                <a:lnTo>
                  <a:pt x="20" y="87"/>
                </a:lnTo>
                <a:lnTo>
                  <a:pt x="20" y="87"/>
                </a:lnTo>
                <a:lnTo>
                  <a:pt x="12" y="82"/>
                </a:lnTo>
                <a:lnTo>
                  <a:pt x="12" y="82"/>
                </a:lnTo>
                <a:lnTo>
                  <a:pt x="9" y="79"/>
                </a:lnTo>
                <a:lnTo>
                  <a:pt x="7" y="74"/>
                </a:lnTo>
                <a:lnTo>
                  <a:pt x="7" y="74"/>
                </a:lnTo>
                <a:lnTo>
                  <a:pt x="4" y="69"/>
                </a:lnTo>
                <a:lnTo>
                  <a:pt x="3" y="62"/>
                </a:lnTo>
                <a:lnTo>
                  <a:pt x="3" y="62"/>
                </a:lnTo>
                <a:lnTo>
                  <a:pt x="1" y="54"/>
                </a:lnTo>
                <a:lnTo>
                  <a:pt x="0" y="44"/>
                </a:lnTo>
                <a:lnTo>
                  <a:pt x="0" y="44"/>
                </a:lnTo>
                <a:close/>
                <a:moveTo>
                  <a:pt x="15" y="44"/>
                </a:moveTo>
                <a:lnTo>
                  <a:pt x="15" y="44"/>
                </a:lnTo>
                <a:lnTo>
                  <a:pt x="16" y="54"/>
                </a:lnTo>
                <a:lnTo>
                  <a:pt x="16" y="54"/>
                </a:lnTo>
                <a:lnTo>
                  <a:pt x="17" y="64"/>
                </a:lnTo>
                <a:lnTo>
                  <a:pt x="17" y="64"/>
                </a:lnTo>
                <a:lnTo>
                  <a:pt x="20" y="69"/>
                </a:lnTo>
                <a:lnTo>
                  <a:pt x="23" y="73"/>
                </a:lnTo>
                <a:lnTo>
                  <a:pt x="23" y="73"/>
                </a:lnTo>
                <a:lnTo>
                  <a:pt x="27" y="75"/>
                </a:lnTo>
                <a:lnTo>
                  <a:pt x="32" y="75"/>
                </a:lnTo>
                <a:lnTo>
                  <a:pt x="32" y="75"/>
                </a:lnTo>
                <a:lnTo>
                  <a:pt x="36" y="75"/>
                </a:lnTo>
                <a:lnTo>
                  <a:pt x="40" y="73"/>
                </a:lnTo>
                <a:lnTo>
                  <a:pt x="40" y="73"/>
                </a:lnTo>
                <a:lnTo>
                  <a:pt x="43" y="69"/>
                </a:lnTo>
                <a:lnTo>
                  <a:pt x="46" y="64"/>
                </a:lnTo>
                <a:lnTo>
                  <a:pt x="46" y="64"/>
                </a:lnTo>
                <a:lnTo>
                  <a:pt x="48" y="54"/>
                </a:lnTo>
                <a:lnTo>
                  <a:pt x="48" y="54"/>
                </a:lnTo>
                <a:lnTo>
                  <a:pt x="48" y="44"/>
                </a:lnTo>
                <a:lnTo>
                  <a:pt x="48" y="44"/>
                </a:lnTo>
                <a:lnTo>
                  <a:pt x="48" y="35"/>
                </a:lnTo>
                <a:lnTo>
                  <a:pt x="48" y="35"/>
                </a:lnTo>
                <a:lnTo>
                  <a:pt x="46" y="25"/>
                </a:lnTo>
                <a:lnTo>
                  <a:pt x="46" y="25"/>
                </a:lnTo>
                <a:lnTo>
                  <a:pt x="43" y="20"/>
                </a:lnTo>
                <a:lnTo>
                  <a:pt x="40" y="17"/>
                </a:lnTo>
                <a:lnTo>
                  <a:pt x="40" y="17"/>
                </a:lnTo>
                <a:lnTo>
                  <a:pt x="36" y="15"/>
                </a:lnTo>
                <a:lnTo>
                  <a:pt x="32" y="13"/>
                </a:lnTo>
                <a:lnTo>
                  <a:pt x="32" y="13"/>
                </a:lnTo>
                <a:lnTo>
                  <a:pt x="27" y="15"/>
                </a:lnTo>
                <a:lnTo>
                  <a:pt x="23" y="17"/>
                </a:lnTo>
                <a:lnTo>
                  <a:pt x="23" y="17"/>
                </a:lnTo>
                <a:lnTo>
                  <a:pt x="20" y="20"/>
                </a:lnTo>
                <a:lnTo>
                  <a:pt x="17" y="25"/>
                </a:lnTo>
                <a:lnTo>
                  <a:pt x="17" y="25"/>
                </a:lnTo>
                <a:lnTo>
                  <a:pt x="16" y="35"/>
                </a:lnTo>
                <a:lnTo>
                  <a:pt x="16" y="35"/>
                </a:lnTo>
                <a:lnTo>
                  <a:pt x="15" y="44"/>
                </a:lnTo>
                <a:lnTo>
                  <a:pt x="15" y="44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" name="Freeform 2260"/>
          <p:cNvSpPr>
            <a:spLocks/>
          </p:cNvSpPr>
          <p:nvPr/>
        </p:nvSpPr>
        <p:spPr bwMode="auto">
          <a:xfrm>
            <a:off x="2992618" y="4721822"/>
            <a:ext cx="75624" cy="113436"/>
          </a:xfrm>
          <a:custGeom>
            <a:avLst/>
            <a:gdLst>
              <a:gd name="T0" fmla="*/ 26 w 60"/>
              <a:gd name="T1" fmla="*/ 36 h 90"/>
              <a:gd name="T2" fmla="*/ 33 w 60"/>
              <a:gd name="T3" fmla="*/ 36 h 90"/>
              <a:gd name="T4" fmla="*/ 38 w 60"/>
              <a:gd name="T5" fmla="*/ 33 h 90"/>
              <a:gd name="T6" fmla="*/ 42 w 60"/>
              <a:gd name="T7" fmla="*/ 31 h 90"/>
              <a:gd name="T8" fmla="*/ 44 w 60"/>
              <a:gd name="T9" fmla="*/ 28 h 90"/>
              <a:gd name="T10" fmla="*/ 44 w 60"/>
              <a:gd name="T11" fmla="*/ 24 h 90"/>
              <a:gd name="T12" fmla="*/ 40 w 60"/>
              <a:gd name="T13" fmla="*/ 16 h 90"/>
              <a:gd name="T14" fmla="*/ 36 w 60"/>
              <a:gd name="T15" fmla="*/ 13 h 90"/>
              <a:gd name="T16" fmla="*/ 32 w 60"/>
              <a:gd name="T17" fmla="*/ 13 h 90"/>
              <a:gd name="T18" fmla="*/ 23 w 60"/>
              <a:gd name="T19" fmla="*/ 16 h 90"/>
              <a:gd name="T20" fmla="*/ 21 w 60"/>
              <a:gd name="T21" fmla="*/ 19 h 90"/>
              <a:gd name="T22" fmla="*/ 2 w 60"/>
              <a:gd name="T23" fmla="*/ 19 h 90"/>
              <a:gd name="T24" fmla="*/ 5 w 60"/>
              <a:gd name="T25" fmla="*/ 13 h 90"/>
              <a:gd name="T26" fmla="*/ 7 w 60"/>
              <a:gd name="T27" fmla="*/ 9 h 90"/>
              <a:gd name="T28" fmla="*/ 13 w 60"/>
              <a:gd name="T29" fmla="*/ 4 h 90"/>
              <a:gd name="T30" fmla="*/ 21 w 60"/>
              <a:gd name="T31" fmla="*/ 1 h 90"/>
              <a:gd name="T32" fmla="*/ 30 w 60"/>
              <a:gd name="T33" fmla="*/ 0 h 90"/>
              <a:gd name="T34" fmla="*/ 41 w 60"/>
              <a:gd name="T35" fmla="*/ 1 h 90"/>
              <a:gd name="T36" fmla="*/ 50 w 60"/>
              <a:gd name="T37" fmla="*/ 5 h 90"/>
              <a:gd name="T38" fmla="*/ 53 w 60"/>
              <a:gd name="T39" fmla="*/ 9 h 90"/>
              <a:gd name="T40" fmla="*/ 56 w 60"/>
              <a:gd name="T41" fmla="*/ 13 h 90"/>
              <a:gd name="T42" fmla="*/ 59 w 60"/>
              <a:gd name="T43" fmla="*/ 23 h 90"/>
              <a:gd name="T44" fmla="*/ 57 w 60"/>
              <a:gd name="T45" fmla="*/ 29 h 90"/>
              <a:gd name="T46" fmla="*/ 54 w 60"/>
              <a:gd name="T47" fmla="*/ 35 h 90"/>
              <a:gd name="T48" fmla="*/ 44 w 60"/>
              <a:gd name="T49" fmla="*/ 43 h 90"/>
              <a:gd name="T50" fmla="*/ 44 w 60"/>
              <a:gd name="T51" fmla="*/ 43 h 90"/>
              <a:gd name="T52" fmla="*/ 56 w 60"/>
              <a:gd name="T53" fmla="*/ 50 h 90"/>
              <a:gd name="T54" fmla="*/ 60 w 60"/>
              <a:gd name="T55" fmla="*/ 56 h 90"/>
              <a:gd name="T56" fmla="*/ 60 w 60"/>
              <a:gd name="T57" fmla="*/ 63 h 90"/>
              <a:gd name="T58" fmla="*/ 59 w 60"/>
              <a:gd name="T59" fmla="*/ 75 h 90"/>
              <a:gd name="T60" fmla="*/ 56 w 60"/>
              <a:gd name="T61" fmla="*/ 79 h 90"/>
              <a:gd name="T62" fmla="*/ 52 w 60"/>
              <a:gd name="T63" fmla="*/ 83 h 90"/>
              <a:gd name="T64" fmla="*/ 42 w 60"/>
              <a:gd name="T65" fmla="*/ 87 h 90"/>
              <a:gd name="T66" fmla="*/ 37 w 60"/>
              <a:gd name="T67" fmla="*/ 89 h 90"/>
              <a:gd name="T68" fmla="*/ 32 w 60"/>
              <a:gd name="T69" fmla="*/ 90 h 90"/>
              <a:gd name="T70" fmla="*/ 21 w 60"/>
              <a:gd name="T71" fmla="*/ 89 h 90"/>
              <a:gd name="T72" fmla="*/ 13 w 60"/>
              <a:gd name="T73" fmla="*/ 85 h 90"/>
              <a:gd name="T74" fmla="*/ 6 w 60"/>
              <a:gd name="T75" fmla="*/ 78 h 90"/>
              <a:gd name="T76" fmla="*/ 3 w 60"/>
              <a:gd name="T77" fmla="*/ 74 h 90"/>
              <a:gd name="T78" fmla="*/ 17 w 60"/>
              <a:gd name="T79" fmla="*/ 64 h 90"/>
              <a:gd name="T80" fmla="*/ 19 w 60"/>
              <a:gd name="T81" fmla="*/ 70 h 90"/>
              <a:gd name="T82" fmla="*/ 22 w 60"/>
              <a:gd name="T83" fmla="*/ 74 h 90"/>
              <a:gd name="T84" fmla="*/ 32 w 60"/>
              <a:gd name="T85" fmla="*/ 77 h 90"/>
              <a:gd name="T86" fmla="*/ 37 w 60"/>
              <a:gd name="T87" fmla="*/ 75 h 90"/>
              <a:gd name="T88" fmla="*/ 41 w 60"/>
              <a:gd name="T89" fmla="*/ 73 h 90"/>
              <a:gd name="T90" fmla="*/ 45 w 60"/>
              <a:gd name="T91" fmla="*/ 69 h 90"/>
              <a:gd name="T92" fmla="*/ 45 w 60"/>
              <a:gd name="T93" fmla="*/ 63 h 90"/>
              <a:gd name="T94" fmla="*/ 45 w 60"/>
              <a:gd name="T95" fmla="*/ 59 h 90"/>
              <a:gd name="T96" fmla="*/ 44 w 60"/>
              <a:gd name="T97" fmla="*/ 56 h 90"/>
              <a:gd name="T98" fmla="*/ 40 w 60"/>
              <a:gd name="T99" fmla="*/ 52 h 90"/>
              <a:gd name="T100" fmla="*/ 33 w 60"/>
              <a:gd name="T101" fmla="*/ 50 h 90"/>
              <a:gd name="T102" fmla="*/ 23 w 60"/>
              <a:gd name="T103" fmla="*/ 5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0" h="90">
                <a:moveTo>
                  <a:pt x="23" y="36"/>
                </a:moveTo>
                <a:lnTo>
                  <a:pt x="26" y="36"/>
                </a:lnTo>
                <a:lnTo>
                  <a:pt x="26" y="36"/>
                </a:lnTo>
                <a:lnTo>
                  <a:pt x="33" y="36"/>
                </a:lnTo>
                <a:lnTo>
                  <a:pt x="33" y="36"/>
                </a:lnTo>
                <a:lnTo>
                  <a:pt x="38" y="33"/>
                </a:lnTo>
                <a:lnTo>
                  <a:pt x="38" y="33"/>
                </a:lnTo>
                <a:lnTo>
                  <a:pt x="42" y="31"/>
                </a:lnTo>
                <a:lnTo>
                  <a:pt x="42" y="31"/>
                </a:lnTo>
                <a:lnTo>
                  <a:pt x="44" y="28"/>
                </a:lnTo>
                <a:lnTo>
                  <a:pt x="44" y="24"/>
                </a:lnTo>
                <a:lnTo>
                  <a:pt x="44" y="24"/>
                </a:lnTo>
                <a:lnTo>
                  <a:pt x="42" y="20"/>
                </a:lnTo>
                <a:lnTo>
                  <a:pt x="40" y="16"/>
                </a:lnTo>
                <a:lnTo>
                  <a:pt x="40" y="16"/>
                </a:lnTo>
                <a:lnTo>
                  <a:pt x="36" y="13"/>
                </a:lnTo>
                <a:lnTo>
                  <a:pt x="32" y="13"/>
                </a:lnTo>
                <a:lnTo>
                  <a:pt x="32" y="13"/>
                </a:lnTo>
                <a:lnTo>
                  <a:pt x="27" y="13"/>
                </a:lnTo>
                <a:lnTo>
                  <a:pt x="23" y="16"/>
                </a:lnTo>
                <a:lnTo>
                  <a:pt x="23" y="16"/>
                </a:lnTo>
                <a:lnTo>
                  <a:pt x="21" y="19"/>
                </a:lnTo>
                <a:lnTo>
                  <a:pt x="18" y="23"/>
                </a:lnTo>
                <a:lnTo>
                  <a:pt x="2" y="19"/>
                </a:lnTo>
                <a:lnTo>
                  <a:pt x="2" y="19"/>
                </a:lnTo>
                <a:lnTo>
                  <a:pt x="5" y="13"/>
                </a:lnTo>
                <a:lnTo>
                  <a:pt x="7" y="9"/>
                </a:lnTo>
                <a:lnTo>
                  <a:pt x="7" y="9"/>
                </a:lnTo>
                <a:lnTo>
                  <a:pt x="13" y="4"/>
                </a:lnTo>
                <a:lnTo>
                  <a:pt x="13" y="4"/>
                </a:lnTo>
                <a:lnTo>
                  <a:pt x="21" y="1"/>
                </a:lnTo>
                <a:lnTo>
                  <a:pt x="21" y="1"/>
                </a:lnTo>
                <a:lnTo>
                  <a:pt x="30" y="0"/>
                </a:lnTo>
                <a:lnTo>
                  <a:pt x="30" y="0"/>
                </a:lnTo>
                <a:lnTo>
                  <a:pt x="41" y="1"/>
                </a:lnTo>
                <a:lnTo>
                  <a:pt x="41" y="1"/>
                </a:lnTo>
                <a:lnTo>
                  <a:pt x="46" y="2"/>
                </a:lnTo>
                <a:lnTo>
                  <a:pt x="50" y="5"/>
                </a:lnTo>
                <a:lnTo>
                  <a:pt x="50" y="5"/>
                </a:lnTo>
                <a:lnTo>
                  <a:pt x="53" y="9"/>
                </a:lnTo>
                <a:lnTo>
                  <a:pt x="56" y="13"/>
                </a:lnTo>
                <a:lnTo>
                  <a:pt x="56" y="13"/>
                </a:lnTo>
                <a:lnTo>
                  <a:pt x="57" y="17"/>
                </a:lnTo>
                <a:lnTo>
                  <a:pt x="59" y="23"/>
                </a:lnTo>
                <a:lnTo>
                  <a:pt x="59" y="23"/>
                </a:lnTo>
                <a:lnTo>
                  <a:pt x="57" y="29"/>
                </a:lnTo>
                <a:lnTo>
                  <a:pt x="54" y="35"/>
                </a:lnTo>
                <a:lnTo>
                  <a:pt x="54" y="35"/>
                </a:lnTo>
                <a:lnTo>
                  <a:pt x="49" y="40"/>
                </a:lnTo>
                <a:lnTo>
                  <a:pt x="44" y="43"/>
                </a:lnTo>
                <a:lnTo>
                  <a:pt x="44" y="43"/>
                </a:lnTo>
                <a:lnTo>
                  <a:pt x="44" y="43"/>
                </a:lnTo>
                <a:lnTo>
                  <a:pt x="50" y="46"/>
                </a:lnTo>
                <a:lnTo>
                  <a:pt x="56" y="50"/>
                </a:lnTo>
                <a:lnTo>
                  <a:pt x="56" y="50"/>
                </a:lnTo>
                <a:lnTo>
                  <a:pt x="60" y="56"/>
                </a:lnTo>
                <a:lnTo>
                  <a:pt x="60" y="63"/>
                </a:lnTo>
                <a:lnTo>
                  <a:pt x="60" y="63"/>
                </a:lnTo>
                <a:lnTo>
                  <a:pt x="60" y="70"/>
                </a:lnTo>
                <a:lnTo>
                  <a:pt x="59" y="75"/>
                </a:lnTo>
                <a:lnTo>
                  <a:pt x="59" y="75"/>
                </a:lnTo>
                <a:lnTo>
                  <a:pt x="56" y="79"/>
                </a:lnTo>
                <a:lnTo>
                  <a:pt x="52" y="83"/>
                </a:lnTo>
                <a:lnTo>
                  <a:pt x="52" y="83"/>
                </a:lnTo>
                <a:lnTo>
                  <a:pt x="48" y="86"/>
                </a:lnTo>
                <a:lnTo>
                  <a:pt x="42" y="87"/>
                </a:lnTo>
                <a:lnTo>
                  <a:pt x="42" y="87"/>
                </a:lnTo>
                <a:lnTo>
                  <a:pt x="37" y="89"/>
                </a:lnTo>
                <a:lnTo>
                  <a:pt x="32" y="90"/>
                </a:lnTo>
                <a:lnTo>
                  <a:pt x="32" y="90"/>
                </a:lnTo>
                <a:lnTo>
                  <a:pt x="21" y="89"/>
                </a:lnTo>
                <a:lnTo>
                  <a:pt x="21" y="89"/>
                </a:lnTo>
                <a:lnTo>
                  <a:pt x="13" y="85"/>
                </a:lnTo>
                <a:lnTo>
                  <a:pt x="13" y="85"/>
                </a:lnTo>
                <a:lnTo>
                  <a:pt x="9" y="82"/>
                </a:lnTo>
                <a:lnTo>
                  <a:pt x="6" y="78"/>
                </a:lnTo>
                <a:lnTo>
                  <a:pt x="6" y="78"/>
                </a:lnTo>
                <a:lnTo>
                  <a:pt x="3" y="74"/>
                </a:lnTo>
                <a:lnTo>
                  <a:pt x="0" y="69"/>
                </a:lnTo>
                <a:lnTo>
                  <a:pt x="17" y="64"/>
                </a:lnTo>
                <a:lnTo>
                  <a:pt x="17" y="64"/>
                </a:lnTo>
                <a:lnTo>
                  <a:pt x="19" y="70"/>
                </a:lnTo>
                <a:lnTo>
                  <a:pt x="22" y="74"/>
                </a:lnTo>
                <a:lnTo>
                  <a:pt x="22" y="74"/>
                </a:lnTo>
                <a:lnTo>
                  <a:pt x="26" y="75"/>
                </a:lnTo>
                <a:lnTo>
                  <a:pt x="32" y="77"/>
                </a:lnTo>
                <a:lnTo>
                  <a:pt x="32" y="77"/>
                </a:lnTo>
                <a:lnTo>
                  <a:pt x="37" y="75"/>
                </a:lnTo>
                <a:lnTo>
                  <a:pt x="37" y="75"/>
                </a:lnTo>
                <a:lnTo>
                  <a:pt x="41" y="73"/>
                </a:lnTo>
                <a:lnTo>
                  <a:pt x="41" y="73"/>
                </a:lnTo>
                <a:lnTo>
                  <a:pt x="45" y="69"/>
                </a:lnTo>
                <a:lnTo>
                  <a:pt x="45" y="69"/>
                </a:lnTo>
                <a:lnTo>
                  <a:pt x="45" y="63"/>
                </a:lnTo>
                <a:lnTo>
                  <a:pt x="45" y="63"/>
                </a:lnTo>
                <a:lnTo>
                  <a:pt x="45" y="59"/>
                </a:lnTo>
                <a:lnTo>
                  <a:pt x="44" y="56"/>
                </a:lnTo>
                <a:lnTo>
                  <a:pt x="44" y="56"/>
                </a:lnTo>
                <a:lnTo>
                  <a:pt x="40" y="52"/>
                </a:lnTo>
                <a:lnTo>
                  <a:pt x="40" y="52"/>
                </a:lnTo>
                <a:lnTo>
                  <a:pt x="33" y="50"/>
                </a:lnTo>
                <a:lnTo>
                  <a:pt x="33" y="50"/>
                </a:lnTo>
                <a:lnTo>
                  <a:pt x="26" y="50"/>
                </a:lnTo>
                <a:lnTo>
                  <a:pt x="23" y="50"/>
                </a:lnTo>
                <a:lnTo>
                  <a:pt x="23" y="36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" name="Freeform 2261"/>
          <p:cNvSpPr>
            <a:spLocks/>
          </p:cNvSpPr>
          <p:nvPr/>
        </p:nvSpPr>
        <p:spPr bwMode="auto">
          <a:xfrm>
            <a:off x="3412331" y="4037426"/>
            <a:ext cx="287371" cy="126040"/>
          </a:xfrm>
          <a:custGeom>
            <a:avLst/>
            <a:gdLst>
              <a:gd name="T0" fmla="*/ 221 w 228"/>
              <a:gd name="T1" fmla="*/ 69 h 100"/>
              <a:gd name="T2" fmla="*/ 125 w 228"/>
              <a:gd name="T3" fmla="*/ 3 h 100"/>
              <a:gd name="T4" fmla="*/ 125 w 228"/>
              <a:gd name="T5" fmla="*/ 3 h 100"/>
              <a:gd name="T6" fmla="*/ 121 w 228"/>
              <a:gd name="T7" fmla="*/ 1 h 100"/>
              <a:gd name="T8" fmla="*/ 116 w 228"/>
              <a:gd name="T9" fmla="*/ 0 h 100"/>
              <a:gd name="T10" fmla="*/ 112 w 228"/>
              <a:gd name="T11" fmla="*/ 1 h 100"/>
              <a:gd name="T12" fmla="*/ 108 w 228"/>
              <a:gd name="T13" fmla="*/ 3 h 100"/>
              <a:gd name="T14" fmla="*/ 6 w 228"/>
              <a:gd name="T15" fmla="*/ 73 h 100"/>
              <a:gd name="T16" fmla="*/ 6 w 228"/>
              <a:gd name="T17" fmla="*/ 73 h 100"/>
              <a:gd name="T18" fmla="*/ 2 w 228"/>
              <a:gd name="T19" fmla="*/ 78 h 100"/>
              <a:gd name="T20" fmla="*/ 0 w 228"/>
              <a:gd name="T21" fmla="*/ 82 h 100"/>
              <a:gd name="T22" fmla="*/ 0 w 228"/>
              <a:gd name="T23" fmla="*/ 89 h 100"/>
              <a:gd name="T24" fmla="*/ 2 w 228"/>
              <a:gd name="T25" fmla="*/ 94 h 100"/>
              <a:gd name="T26" fmla="*/ 2 w 228"/>
              <a:gd name="T27" fmla="*/ 94 h 100"/>
              <a:gd name="T28" fmla="*/ 5 w 228"/>
              <a:gd name="T29" fmla="*/ 97 h 100"/>
              <a:gd name="T30" fmla="*/ 8 w 228"/>
              <a:gd name="T31" fmla="*/ 99 h 100"/>
              <a:gd name="T32" fmla="*/ 10 w 228"/>
              <a:gd name="T33" fmla="*/ 100 h 100"/>
              <a:gd name="T34" fmla="*/ 14 w 228"/>
              <a:gd name="T35" fmla="*/ 100 h 100"/>
              <a:gd name="T36" fmla="*/ 14 w 228"/>
              <a:gd name="T37" fmla="*/ 100 h 100"/>
              <a:gd name="T38" fmla="*/ 18 w 228"/>
              <a:gd name="T39" fmla="*/ 100 h 100"/>
              <a:gd name="T40" fmla="*/ 23 w 228"/>
              <a:gd name="T41" fmla="*/ 97 h 100"/>
              <a:gd name="T42" fmla="*/ 116 w 228"/>
              <a:gd name="T43" fmla="*/ 32 h 100"/>
              <a:gd name="T44" fmla="*/ 205 w 228"/>
              <a:gd name="T45" fmla="*/ 93 h 100"/>
              <a:gd name="T46" fmla="*/ 205 w 228"/>
              <a:gd name="T47" fmla="*/ 93 h 100"/>
              <a:gd name="T48" fmla="*/ 210 w 228"/>
              <a:gd name="T49" fmla="*/ 96 h 100"/>
              <a:gd name="T50" fmla="*/ 216 w 228"/>
              <a:gd name="T51" fmla="*/ 96 h 100"/>
              <a:gd name="T52" fmla="*/ 221 w 228"/>
              <a:gd name="T53" fmla="*/ 93 h 100"/>
              <a:gd name="T54" fmla="*/ 225 w 228"/>
              <a:gd name="T55" fmla="*/ 89 h 100"/>
              <a:gd name="T56" fmla="*/ 225 w 228"/>
              <a:gd name="T57" fmla="*/ 89 h 100"/>
              <a:gd name="T58" fmla="*/ 228 w 228"/>
              <a:gd name="T59" fmla="*/ 85 h 100"/>
              <a:gd name="T60" fmla="*/ 228 w 228"/>
              <a:gd name="T61" fmla="*/ 78 h 100"/>
              <a:gd name="T62" fmla="*/ 225 w 228"/>
              <a:gd name="T63" fmla="*/ 73 h 100"/>
              <a:gd name="T64" fmla="*/ 221 w 228"/>
              <a:gd name="T65" fmla="*/ 69 h 100"/>
              <a:gd name="T66" fmla="*/ 221 w 228"/>
              <a:gd name="T67" fmla="*/ 69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28" h="100">
                <a:moveTo>
                  <a:pt x="221" y="69"/>
                </a:moveTo>
                <a:lnTo>
                  <a:pt x="125" y="3"/>
                </a:lnTo>
                <a:lnTo>
                  <a:pt x="125" y="3"/>
                </a:lnTo>
                <a:lnTo>
                  <a:pt x="121" y="1"/>
                </a:lnTo>
                <a:lnTo>
                  <a:pt x="116" y="0"/>
                </a:lnTo>
                <a:lnTo>
                  <a:pt x="112" y="1"/>
                </a:lnTo>
                <a:lnTo>
                  <a:pt x="108" y="3"/>
                </a:lnTo>
                <a:lnTo>
                  <a:pt x="6" y="73"/>
                </a:lnTo>
                <a:lnTo>
                  <a:pt x="6" y="73"/>
                </a:lnTo>
                <a:lnTo>
                  <a:pt x="2" y="78"/>
                </a:lnTo>
                <a:lnTo>
                  <a:pt x="0" y="82"/>
                </a:lnTo>
                <a:lnTo>
                  <a:pt x="0" y="89"/>
                </a:lnTo>
                <a:lnTo>
                  <a:pt x="2" y="94"/>
                </a:lnTo>
                <a:lnTo>
                  <a:pt x="2" y="94"/>
                </a:lnTo>
                <a:lnTo>
                  <a:pt x="5" y="97"/>
                </a:lnTo>
                <a:lnTo>
                  <a:pt x="8" y="99"/>
                </a:lnTo>
                <a:lnTo>
                  <a:pt x="10" y="100"/>
                </a:lnTo>
                <a:lnTo>
                  <a:pt x="14" y="100"/>
                </a:lnTo>
                <a:lnTo>
                  <a:pt x="14" y="100"/>
                </a:lnTo>
                <a:lnTo>
                  <a:pt x="18" y="100"/>
                </a:lnTo>
                <a:lnTo>
                  <a:pt x="23" y="97"/>
                </a:lnTo>
                <a:lnTo>
                  <a:pt x="116" y="32"/>
                </a:lnTo>
                <a:lnTo>
                  <a:pt x="205" y="93"/>
                </a:lnTo>
                <a:lnTo>
                  <a:pt x="205" y="93"/>
                </a:lnTo>
                <a:lnTo>
                  <a:pt x="210" y="96"/>
                </a:lnTo>
                <a:lnTo>
                  <a:pt x="216" y="96"/>
                </a:lnTo>
                <a:lnTo>
                  <a:pt x="221" y="93"/>
                </a:lnTo>
                <a:lnTo>
                  <a:pt x="225" y="89"/>
                </a:lnTo>
                <a:lnTo>
                  <a:pt x="225" y="89"/>
                </a:lnTo>
                <a:lnTo>
                  <a:pt x="228" y="85"/>
                </a:lnTo>
                <a:lnTo>
                  <a:pt x="228" y="78"/>
                </a:lnTo>
                <a:lnTo>
                  <a:pt x="225" y="73"/>
                </a:lnTo>
                <a:lnTo>
                  <a:pt x="221" y="69"/>
                </a:lnTo>
                <a:lnTo>
                  <a:pt x="221" y="69"/>
                </a:lnTo>
                <a:close/>
              </a:path>
            </a:pathLst>
          </a:custGeom>
          <a:solidFill>
            <a:srgbClr val="45B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" name="Freeform 2262"/>
          <p:cNvSpPr>
            <a:spLocks/>
          </p:cNvSpPr>
          <p:nvPr/>
        </p:nvSpPr>
        <p:spPr bwMode="auto">
          <a:xfrm>
            <a:off x="3458965" y="4094145"/>
            <a:ext cx="199143" cy="181497"/>
          </a:xfrm>
          <a:custGeom>
            <a:avLst/>
            <a:gdLst>
              <a:gd name="T0" fmla="*/ 0 w 158"/>
              <a:gd name="T1" fmla="*/ 54 h 144"/>
              <a:gd name="T2" fmla="*/ 0 w 158"/>
              <a:gd name="T3" fmla="*/ 144 h 144"/>
              <a:gd name="T4" fmla="*/ 58 w 158"/>
              <a:gd name="T5" fmla="*/ 144 h 144"/>
              <a:gd name="T6" fmla="*/ 58 w 158"/>
              <a:gd name="T7" fmla="*/ 81 h 144"/>
              <a:gd name="T8" fmla="*/ 102 w 158"/>
              <a:gd name="T9" fmla="*/ 81 h 144"/>
              <a:gd name="T10" fmla="*/ 102 w 158"/>
              <a:gd name="T11" fmla="*/ 144 h 144"/>
              <a:gd name="T12" fmla="*/ 158 w 158"/>
              <a:gd name="T13" fmla="*/ 144 h 144"/>
              <a:gd name="T14" fmla="*/ 158 w 158"/>
              <a:gd name="T15" fmla="*/ 54 h 144"/>
              <a:gd name="T16" fmla="*/ 79 w 158"/>
              <a:gd name="T17" fmla="*/ 0 h 144"/>
              <a:gd name="T18" fmla="*/ 0 w 158"/>
              <a:gd name="T19" fmla="*/ 5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8" h="144">
                <a:moveTo>
                  <a:pt x="0" y="54"/>
                </a:moveTo>
                <a:lnTo>
                  <a:pt x="0" y="144"/>
                </a:lnTo>
                <a:lnTo>
                  <a:pt x="58" y="144"/>
                </a:lnTo>
                <a:lnTo>
                  <a:pt x="58" y="81"/>
                </a:lnTo>
                <a:lnTo>
                  <a:pt x="102" y="81"/>
                </a:lnTo>
                <a:lnTo>
                  <a:pt x="102" y="144"/>
                </a:lnTo>
                <a:lnTo>
                  <a:pt x="158" y="144"/>
                </a:lnTo>
                <a:lnTo>
                  <a:pt x="158" y="54"/>
                </a:lnTo>
                <a:lnTo>
                  <a:pt x="79" y="0"/>
                </a:lnTo>
                <a:lnTo>
                  <a:pt x="0" y="54"/>
                </a:lnTo>
                <a:close/>
              </a:path>
            </a:pathLst>
          </a:custGeom>
          <a:solidFill>
            <a:srgbClr val="45B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" name="Freeform 2263"/>
          <p:cNvSpPr>
            <a:spLocks/>
          </p:cNvSpPr>
          <p:nvPr/>
        </p:nvSpPr>
        <p:spPr bwMode="auto">
          <a:xfrm>
            <a:off x="3398466" y="4328579"/>
            <a:ext cx="69322" cy="89489"/>
          </a:xfrm>
          <a:custGeom>
            <a:avLst/>
            <a:gdLst>
              <a:gd name="T0" fmla="*/ 21 w 55"/>
              <a:gd name="T1" fmla="*/ 12 h 71"/>
              <a:gd name="T2" fmla="*/ 0 w 55"/>
              <a:gd name="T3" fmla="*/ 12 h 71"/>
              <a:gd name="T4" fmla="*/ 0 w 55"/>
              <a:gd name="T5" fmla="*/ 0 h 71"/>
              <a:gd name="T6" fmla="*/ 55 w 55"/>
              <a:gd name="T7" fmla="*/ 0 h 71"/>
              <a:gd name="T8" fmla="*/ 55 w 55"/>
              <a:gd name="T9" fmla="*/ 12 h 71"/>
              <a:gd name="T10" fmla="*/ 34 w 55"/>
              <a:gd name="T11" fmla="*/ 12 h 71"/>
              <a:gd name="T12" fmla="*/ 34 w 55"/>
              <a:gd name="T13" fmla="*/ 71 h 71"/>
              <a:gd name="T14" fmla="*/ 21 w 55"/>
              <a:gd name="T15" fmla="*/ 71 h 71"/>
              <a:gd name="T16" fmla="*/ 21 w 55"/>
              <a:gd name="T17" fmla="*/ 12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" h="71">
                <a:moveTo>
                  <a:pt x="21" y="12"/>
                </a:moveTo>
                <a:lnTo>
                  <a:pt x="0" y="12"/>
                </a:lnTo>
                <a:lnTo>
                  <a:pt x="0" y="0"/>
                </a:lnTo>
                <a:lnTo>
                  <a:pt x="55" y="0"/>
                </a:lnTo>
                <a:lnTo>
                  <a:pt x="55" y="12"/>
                </a:lnTo>
                <a:lnTo>
                  <a:pt x="34" y="12"/>
                </a:lnTo>
                <a:lnTo>
                  <a:pt x="34" y="71"/>
                </a:lnTo>
                <a:lnTo>
                  <a:pt x="21" y="71"/>
                </a:lnTo>
                <a:lnTo>
                  <a:pt x="21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" name="Freeform 2264"/>
          <p:cNvSpPr>
            <a:spLocks/>
          </p:cNvSpPr>
          <p:nvPr/>
        </p:nvSpPr>
        <p:spPr bwMode="auto">
          <a:xfrm>
            <a:off x="3485434" y="4328579"/>
            <a:ext cx="60499" cy="89489"/>
          </a:xfrm>
          <a:custGeom>
            <a:avLst/>
            <a:gdLst>
              <a:gd name="T0" fmla="*/ 0 w 48"/>
              <a:gd name="T1" fmla="*/ 0 h 71"/>
              <a:gd name="T2" fmla="*/ 47 w 48"/>
              <a:gd name="T3" fmla="*/ 0 h 71"/>
              <a:gd name="T4" fmla="*/ 47 w 48"/>
              <a:gd name="T5" fmla="*/ 12 h 71"/>
              <a:gd name="T6" fmla="*/ 13 w 48"/>
              <a:gd name="T7" fmla="*/ 12 h 71"/>
              <a:gd name="T8" fmla="*/ 13 w 48"/>
              <a:gd name="T9" fmla="*/ 30 h 71"/>
              <a:gd name="T10" fmla="*/ 46 w 48"/>
              <a:gd name="T11" fmla="*/ 30 h 71"/>
              <a:gd name="T12" fmla="*/ 46 w 48"/>
              <a:gd name="T13" fmla="*/ 40 h 71"/>
              <a:gd name="T14" fmla="*/ 13 w 48"/>
              <a:gd name="T15" fmla="*/ 40 h 71"/>
              <a:gd name="T16" fmla="*/ 13 w 48"/>
              <a:gd name="T17" fmla="*/ 59 h 71"/>
              <a:gd name="T18" fmla="*/ 48 w 48"/>
              <a:gd name="T19" fmla="*/ 59 h 71"/>
              <a:gd name="T20" fmla="*/ 48 w 48"/>
              <a:gd name="T21" fmla="*/ 71 h 71"/>
              <a:gd name="T22" fmla="*/ 0 w 48"/>
              <a:gd name="T23" fmla="*/ 71 h 71"/>
              <a:gd name="T24" fmla="*/ 0 w 48"/>
              <a:gd name="T25" fmla="*/ 0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71">
                <a:moveTo>
                  <a:pt x="0" y="0"/>
                </a:moveTo>
                <a:lnTo>
                  <a:pt x="47" y="0"/>
                </a:lnTo>
                <a:lnTo>
                  <a:pt x="47" y="12"/>
                </a:lnTo>
                <a:lnTo>
                  <a:pt x="13" y="12"/>
                </a:lnTo>
                <a:lnTo>
                  <a:pt x="13" y="30"/>
                </a:lnTo>
                <a:lnTo>
                  <a:pt x="46" y="30"/>
                </a:lnTo>
                <a:lnTo>
                  <a:pt x="46" y="40"/>
                </a:lnTo>
                <a:lnTo>
                  <a:pt x="13" y="40"/>
                </a:lnTo>
                <a:lnTo>
                  <a:pt x="13" y="59"/>
                </a:lnTo>
                <a:lnTo>
                  <a:pt x="48" y="59"/>
                </a:lnTo>
                <a:lnTo>
                  <a:pt x="48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" name="Freeform 2265"/>
          <p:cNvSpPr>
            <a:spLocks/>
          </p:cNvSpPr>
          <p:nvPr/>
        </p:nvSpPr>
        <p:spPr bwMode="auto">
          <a:xfrm>
            <a:off x="3558537" y="4328579"/>
            <a:ext cx="86968" cy="89489"/>
          </a:xfrm>
          <a:custGeom>
            <a:avLst/>
            <a:gdLst>
              <a:gd name="T0" fmla="*/ 25 w 69"/>
              <a:gd name="T1" fmla="*/ 34 h 71"/>
              <a:gd name="T2" fmla="*/ 1 w 69"/>
              <a:gd name="T3" fmla="*/ 0 h 71"/>
              <a:gd name="T4" fmla="*/ 17 w 69"/>
              <a:gd name="T5" fmla="*/ 0 h 71"/>
              <a:gd name="T6" fmla="*/ 33 w 69"/>
              <a:gd name="T7" fmla="*/ 27 h 71"/>
              <a:gd name="T8" fmla="*/ 51 w 69"/>
              <a:gd name="T9" fmla="*/ 0 h 71"/>
              <a:gd name="T10" fmla="*/ 66 w 69"/>
              <a:gd name="T11" fmla="*/ 0 h 71"/>
              <a:gd name="T12" fmla="*/ 43 w 69"/>
              <a:gd name="T13" fmla="*/ 34 h 71"/>
              <a:gd name="T14" fmla="*/ 69 w 69"/>
              <a:gd name="T15" fmla="*/ 71 h 71"/>
              <a:gd name="T16" fmla="*/ 52 w 69"/>
              <a:gd name="T17" fmla="*/ 71 h 71"/>
              <a:gd name="T18" fmla="*/ 33 w 69"/>
              <a:gd name="T19" fmla="*/ 42 h 71"/>
              <a:gd name="T20" fmla="*/ 16 w 69"/>
              <a:gd name="T21" fmla="*/ 71 h 71"/>
              <a:gd name="T22" fmla="*/ 0 w 69"/>
              <a:gd name="T23" fmla="*/ 71 h 71"/>
              <a:gd name="T24" fmla="*/ 25 w 69"/>
              <a:gd name="T25" fmla="*/ 34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9" h="71">
                <a:moveTo>
                  <a:pt x="25" y="34"/>
                </a:moveTo>
                <a:lnTo>
                  <a:pt x="1" y="0"/>
                </a:lnTo>
                <a:lnTo>
                  <a:pt x="17" y="0"/>
                </a:lnTo>
                <a:lnTo>
                  <a:pt x="33" y="27"/>
                </a:lnTo>
                <a:lnTo>
                  <a:pt x="51" y="0"/>
                </a:lnTo>
                <a:lnTo>
                  <a:pt x="66" y="0"/>
                </a:lnTo>
                <a:lnTo>
                  <a:pt x="43" y="34"/>
                </a:lnTo>
                <a:lnTo>
                  <a:pt x="69" y="71"/>
                </a:lnTo>
                <a:lnTo>
                  <a:pt x="52" y="71"/>
                </a:lnTo>
                <a:lnTo>
                  <a:pt x="33" y="42"/>
                </a:lnTo>
                <a:lnTo>
                  <a:pt x="16" y="71"/>
                </a:lnTo>
                <a:lnTo>
                  <a:pt x="0" y="71"/>
                </a:lnTo>
                <a:lnTo>
                  <a:pt x="25" y="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" name="Freeform 2266"/>
          <p:cNvSpPr>
            <a:spLocks/>
          </p:cNvSpPr>
          <p:nvPr/>
        </p:nvSpPr>
        <p:spPr bwMode="auto">
          <a:xfrm>
            <a:off x="3651806" y="4328579"/>
            <a:ext cx="69322" cy="89489"/>
          </a:xfrm>
          <a:custGeom>
            <a:avLst/>
            <a:gdLst>
              <a:gd name="T0" fmla="*/ 22 w 55"/>
              <a:gd name="T1" fmla="*/ 12 h 71"/>
              <a:gd name="T2" fmla="*/ 0 w 55"/>
              <a:gd name="T3" fmla="*/ 12 h 71"/>
              <a:gd name="T4" fmla="*/ 0 w 55"/>
              <a:gd name="T5" fmla="*/ 0 h 71"/>
              <a:gd name="T6" fmla="*/ 55 w 55"/>
              <a:gd name="T7" fmla="*/ 0 h 71"/>
              <a:gd name="T8" fmla="*/ 55 w 55"/>
              <a:gd name="T9" fmla="*/ 12 h 71"/>
              <a:gd name="T10" fmla="*/ 34 w 55"/>
              <a:gd name="T11" fmla="*/ 12 h 71"/>
              <a:gd name="T12" fmla="*/ 34 w 55"/>
              <a:gd name="T13" fmla="*/ 71 h 71"/>
              <a:gd name="T14" fmla="*/ 22 w 55"/>
              <a:gd name="T15" fmla="*/ 71 h 71"/>
              <a:gd name="T16" fmla="*/ 22 w 55"/>
              <a:gd name="T17" fmla="*/ 12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" h="71">
                <a:moveTo>
                  <a:pt x="22" y="12"/>
                </a:moveTo>
                <a:lnTo>
                  <a:pt x="0" y="12"/>
                </a:lnTo>
                <a:lnTo>
                  <a:pt x="0" y="0"/>
                </a:lnTo>
                <a:lnTo>
                  <a:pt x="55" y="0"/>
                </a:lnTo>
                <a:lnTo>
                  <a:pt x="55" y="12"/>
                </a:lnTo>
                <a:lnTo>
                  <a:pt x="34" y="12"/>
                </a:lnTo>
                <a:lnTo>
                  <a:pt x="34" y="71"/>
                </a:lnTo>
                <a:lnTo>
                  <a:pt x="22" y="71"/>
                </a:lnTo>
                <a:lnTo>
                  <a:pt x="22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" name="Rectangle 2267"/>
          <p:cNvSpPr>
            <a:spLocks noChangeArrowheads="1"/>
          </p:cNvSpPr>
          <p:nvPr/>
        </p:nvSpPr>
        <p:spPr bwMode="auto">
          <a:xfrm>
            <a:off x="3409810" y="4468482"/>
            <a:ext cx="8823" cy="4033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" name="Freeform 2268"/>
          <p:cNvSpPr>
            <a:spLocks/>
          </p:cNvSpPr>
          <p:nvPr/>
        </p:nvSpPr>
        <p:spPr bwMode="auto">
          <a:xfrm>
            <a:off x="3424935" y="4465961"/>
            <a:ext cx="36552" cy="42854"/>
          </a:xfrm>
          <a:custGeom>
            <a:avLst/>
            <a:gdLst>
              <a:gd name="T0" fmla="*/ 22 w 29"/>
              <a:gd name="T1" fmla="*/ 10 h 34"/>
              <a:gd name="T2" fmla="*/ 22 w 29"/>
              <a:gd name="T3" fmla="*/ 10 h 34"/>
              <a:gd name="T4" fmla="*/ 21 w 29"/>
              <a:gd name="T5" fmla="*/ 8 h 34"/>
              <a:gd name="T6" fmla="*/ 21 w 29"/>
              <a:gd name="T7" fmla="*/ 8 h 34"/>
              <a:gd name="T8" fmla="*/ 17 w 29"/>
              <a:gd name="T9" fmla="*/ 7 h 34"/>
              <a:gd name="T10" fmla="*/ 17 w 29"/>
              <a:gd name="T11" fmla="*/ 7 h 34"/>
              <a:gd name="T12" fmla="*/ 13 w 29"/>
              <a:gd name="T13" fmla="*/ 8 h 34"/>
              <a:gd name="T14" fmla="*/ 13 w 29"/>
              <a:gd name="T15" fmla="*/ 8 h 34"/>
              <a:gd name="T16" fmla="*/ 10 w 29"/>
              <a:gd name="T17" fmla="*/ 10 h 34"/>
              <a:gd name="T18" fmla="*/ 10 w 29"/>
              <a:gd name="T19" fmla="*/ 10 h 34"/>
              <a:gd name="T20" fmla="*/ 8 w 29"/>
              <a:gd name="T21" fmla="*/ 14 h 34"/>
              <a:gd name="T22" fmla="*/ 8 w 29"/>
              <a:gd name="T23" fmla="*/ 14 h 34"/>
              <a:gd name="T24" fmla="*/ 7 w 29"/>
              <a:gd name="T25" fmla="*/ 18 h 34"/>
              <a:gd name="T26" fmla="*/ 7 w 29"/>
              <a:gd name="T27" fmla="*/ 18 h 34"/>
              <a:gd name="T28" fmla="*/ 8 w 29"/>
              <a:gd name="T29" fmla="*/ 22 h 34"/>
              <a:gd name="T30" fmla="*/ 8 w 29"/>
              <a:gd name="T31" fmla="*/ 22 h 34"/>
              <a:gd name="T32" fmla="*/ 10 w 29"/>
              <a:gd name="T33" fmla="*/ 24 h 34"/>
              <a:gd name="T34" fmla="*/ 10 w 29"/>
              <a:gd name="T35" fmla="*/ 24 h 34"/>
              <a:gd name="T36" fmla="*/ 13 w 29"/>
              <a:gd name="T37" fmla="*/ 27 h 34"/>
              <a:gd name="T38" fmla="*/ 13 w 29"/>
              <a:gd name="T39" fmla="*/ 27 h 34"/>
              <a:gd name="T40" fmla="*/ 17 w 29"/>
              <a:gd name="T41" fmla="*/ 27 h 34"/>
              <a:gd name="T42" fmla="*/ 17 w 29"/>
              <a:gd name="T43" fmla="*/ 27 h 34"/>
              <a:gd name="T44" fmla="*/ 21 w 29"/>
              <a:gd name="T45" fmla="*/ 27 h 34"/>
              <a:gd name="T46" fmla="*/ 21 w 29"/>
              <a:gd name="T47" fmla="*/ 27 h 34"/>
              <a:gd name="T48" fmla="*/ 23 w 29"/>
              <a:gd name="T49" fmla="*/ 24 h 34"/>
              <a:gd name="T50" fmla="*/ 29 w 29"/>
              <a:gd name="T51" fmla="*/ 29 h 34"/>
              <a:gd name="T52" fmla="*/ 29 w 29"/>
              <a:gd name="T53" fmla="*/ 29 h 34"/>
              <a:gd name="T54" fmla="*/ 26 w 29"/>
              <a:gd name="T55" fmla="*/ 31 h 34"/>
              <a:gd name="T56" fmla="*/ 23 w 29"/>
              <a:gd name="T57" fmla="*/ 33 h 34"/>
              <a:gd name="T58" fmla="*/ 23 w 29"/>
              <a:gd name="T59" fmla="*/ 33 h 34"/>
              <a:gd name="T60" fmla="*/ 17 w 29"/>
              <a:gd name="T61" fmla="*/ 34 h 34"/>
              <a:gd name="T62" fmla="*/ 17 w 29"/>
              <a:gd name="T63" fmla="*/ 34 h 34"/>
              <a:gd name="T64" fmla="*/ 10 w 29"/>
              <a:gd name="T65" fmla="*/ 33 h 34"/>
              <a:gd name="T66" fmla="*/ 10 w 29"/>
              <a:gd name="T67" fmla="*/ 33 h 34"/>
              <a:gd name="T68" fmla="*/ 4 w 29"/>
              <a:gd name="T69" fmla="*/ 30 h 34"/>
              <a:gd name="T70" fmla="*/ 4 w 29"/>
              <a:gd name="T71" fmla="*/ 30 h 34"/>
              <a:gd name="T72" fmla="*/ 2 w 29"/>
              <a:gd name="T73" fmla="*/ 24 h 34"/>
              <a:gd name="T74" fmla="*/ 2 w 29"/>
              <a:gd name="T75" fmla="*/ 24 h 34"/>
              <a:gd name="T76" fmla="*/ 0 w 29"/>
              <a:gd name="T77" fmla="*/ 18 h 34"/>
              <a:gd name="T78" fmla="*/ 0 w 29"/>
              <a:gd name="T79" fmla="*/ 18 h 34"/>
              <a:gd name="T80" fmla="*/ 2 w 29"/>
              <a:gd name="T81" fmla="*/ 11 h 34"/>
              <a:gd name="T82" fmla="*/ 2 w 29"/>
              <a:gd name="T83" fmla="*/ 11 h 34"/>
              <a:gd name="T84" fmla="*/ 4 w 29"/>
              <a:gd name="T85" fmla="*/ 6 h 34"/>
              <a:gd name="T86" fmla="*/ 4 w 29"/>
              <a:gd name="T87" fmla="*/ 6 h 34"/>
              <a:gd name="T88" fmla="*/ 10 w 29"/>
              <a:gd name="T89" fmla="*/ 2 h 34"/>
              <a:gd name="T90" fmla="*/ 10 w 29"/>
              <a:gd name="T91" fmla="*/ 2 h 34"/>
              <a:gd name="T92" fmla="*/ 17 w 29"/>
              <a:gd name="T93" fmla="*/ 0 h 34"/>
              <a:gd name="T94" fmla="*/ 17 w 29"/>
              <a:gd name="T95" fmla="*/ 0 h 34"/>
              <a:gd name="T96" fmla="*/ 21 w 29"/>
              <a:gd name="T97" fmla="*/ 0 h 34"/>
              <a:gd name="T98" fmla="*/ 21 w 29"/>
              <a:gd name="T99" fmla="*/ 0 h 34"/>
              <a:gd name="T100" fmla="*/ 23 w 29"/>
              <a:gd name="T101" fmla="*/ 2 h 34"/>
              <a:gd name="T102" fmla="*/ 23 w 29"/>
              <a:gd name="T103" fmla="*/ 2 h 34"/>
              <a:gd name="T104" fmla="*/ 26 w 29"/>
              <a:gd name="T105" fmla="*/ 3 h 34"/>
              <a:gd name="T106" fmla="*/ 26 w 29"/>
              <a:gd name="T107" fmla="*/ 3 h 34"/>
              <a:gd name="T108" fmla="*/ 29 w 29"/>
              <a:gd name="T109" fmla="*/ 6 h 34"/>
              <a:gd name="T110" fmla="*/ 22 w 29"/>
              <a:gd name="T111" fmla="*/ 1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9" h="34">
                <a:moveTo>
                  <a:pt x="22" y="10"/>
                </a:moveTo>
                <a:lnTo>
                  <a:pt x="22" y="10"/>
                </a:lnTo>
                <a:lnTo>
                  <a:pt x="21" y="8"/>
                </a:lnTo>
                <a:lnTo>
                  <a:pt x="21" y="8"/>
                </a:lnTo>
                <a:lnTo>
                  <a:pt x="17" y="7"/>
                </a:lnTo>
                <a:lnTo>
                  <a:pt x="17" y="7"/>
                </a:lnTo>
                <a:lnTo>
                  <a:pt x="13" y="8"/>
                </a:lnTo>
                <a:lnTo>
                  <a:pt x="13" y="8"/>
                </a:lnTo>
                <a:lnTo>
                  <a:pt x="10" y="10"/>
                </a:lnTo>
                <a:lnTo>
                  <a:pt x="10" y="10"/>
                </a:lnTo>
                <a:lnTo>
                  <a:pt x="8" y="14"/>
                </a:lnTo>
                <a:lnTo>
                  <a:pt x="8" y="14"/>
                </a:lnTo>
                <a:lnTo>
                  <a:pt x="7" y="18"/>
                </a:lnTo>
                <a:lnTo>
                  <a:pt x="7" y="18"/>
                </a:lnTo>
                <a:lnTo>
                  <a:pt x="8" y="22"/>
                </a:lnTo>
                <a:lnTo>
                  <a:pt x="8" y="22"/>
                </a:lnTo>
                <a:lnTo>
                  <a:pt x="10" y="24"/>
                </a:lnTo>
                <a:lnTo>
                  <a:pt x="10" y="24"/>
                </a:lnTo>
                <a:lnTo>
                  <a:pt x="13" y="27"/>
                </a:lnTo>
                <a:lnTo>
                  <a:pt x="13" y="27"/>
                </a:lnTo>
                <a:lnTo>
                  <a:pt x="17" y="27"/>
                </a:lnTo>
                <a:lnTo>
                  <a:pt x="17" y="27"/>
                </a:lnTo>
                <a:lnTo>
                  <a:pt x="21" y="27"/>
                </a:lnTo>
                <a:lnTo>
                  <a:pt x="21" y="27"/>
                </a:lnTo>
                <a:lnTo>
                  <a:pt x="23" y="24"/>
                </a:lnTo>
                <a:lnTo>
                  <a:pt x="29" y="29"/>
                </a:lnTo>
                <a:lnTo>
                  <a:pt x="29" y="29"/>
                </a:lnTo>
                <a:lnTo>
                  <a:pt x="26" y="31"/>
                </a:lnTo>
                <a:lnTo>
                  <a:pt x="23" y="33"/>
                </a:lnTo>
                <a:lnTo>
                  <a:pt x="23" y="33"/>
                </a:lnTo>
                <a:lnTo>
                  <a:pt x="17" y="34"/>
                </a:lnTo>
                <a:lnTo>
                  <a:pt x="17" y="34"/>
                </a:lnTo>
                <a:lnTo>
                  <a:pt x="10" y="33"/>
                </a:lnTo>
                <a:lnTo>
                  <a:pt x="10" y="33"/>
                </a:lnTo>
                <a:lnTo>
                  <a:pt x="4" y="30"/>
                </a:lnTo>
                <a:lnTo>
                  <a:pt x="4" y="30"/>
                </a:lnTo>
                <a:lnTo>
                  <a:pt x="2" y="24"/>
                </a:lnTo>
                <a:lnTo>
                  <a:pt x="2" y="24"/>
                </a:lnTo>
                <a:lnTo>
                  <a:pt x="0" y="18"/>
                </a:lnTo>
                <a:lnTo>
                  <a:pt x="0" y="18"/>
                </a:lnTo>
                <a:lnTo>
                  <a:pt x="2" y="11"/>
                </a:lnTo>
                <a:lnTo>
                  <a:pt x="2" y="11"/>
                </a:lnTo>
                <a:lnTo>
                  <a:pt x="4" y="6"/>
                </a:lnTo>
                <a:lnTo>
                  <a:pt x="4" y="6"/>
                </a:lnTo>
                <a:lnTo>
                  <a:pt x="10" y="2"/>
                </a:lnTo>
                <a:lnTo>
                  <a:pt x="10" y="2"/>
                </a:lnTo>
                <a:lnTo>
                  <a:pt x="17" y="0"/>
                </a:lnTo>
                <a:lnTo>
                  <a:pt x="17" y="0"/>
                </a:lnTo>
                <a:lnTo>
                  <a:pt x="21" y="0"/>
                </a:lnTo>
                <a:lnTo>
                  <a:pt x="21" y="0"/>
                </a:lnTo>
                <a:lnTo>
                  <a:pt x="23" y="2"/>
                </a:lnTo>
                <a:lnTo>
                  <a:pt x="23" y="2"/>
                </a:lnTo>
                <a:lnTo>
                  <a:pt x="26" y="3"/>
                </a:lnTo>
                <a:lnTo>
                  <a:pt x="26" y="3"/>
                </a:lnTo>
                <a:lnTo>
                  <a:pt x="29" y="6"/>
                </a:lnTo>
                <a:lnTo>
                  <a:pt x="22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6" name="Freeform 2269"/>
          <p:cNvSpPr>
            <a:spLocks noEditPoints="1"/>
          </p:cNvSpPr>
          <p:nvPr/>
        </p:nvSpPr>
        <p:spPr bwMode="auto">
          <a:xfrm>
            <a:off x="3464006" y="4465961"/>
            <a:ext cx="42854" cy="42854"/>
          </a:xfrm>
          <a:custGeom>
            <a:avLst/>
            <a:gdLst>
              <a:gd name="T0" fmla="*/ 0 w 34"/>
              <a:gd name="T1" fmla="*/ 18 h 34"/>
              <a:gd name="T2" fmla="*/ 2 w 34"/>
              <a:gd name="T3" fmla="*/ 11 h 34"/>
              <a:gd name="T4" fmla="*/ 4 w 34"/>
              <a:gd name="T5" fmla="*/ 6 h 34"/>
              <a:gd name="T6" fmla="*/ 10 w 34"/>
              <a:gd name="T7" fmla="*/ 2 h 34"/>
              <a:gd name="T8" fmla="*/ 18 w 34"/>
              <a:gd name="T9" fmla="*/ 0 h 34"/>
              <a:gd name="T10" fmla="*/ 25 w 34"/>
              <a:gd name="T11" fmla="*/ 2 h 34"/>
              <a:gd name="T12" fmla="*/ 30 w 34"/>
              <a:gd name="T13" fmla="*/ 6 h 34"/>
              <a:gd name="T14" fmla="*/ 33 w 34"/>
              <a:gd name="T15" fmla="*/ 11 h 34"/>
              <a:gd name="T16" fmla="*/ 34 w 34"/>
              <a:gd name="T17" fmla="*/ 18 h 34"/>
              <a:gd name="T18" fmla="*/ 33 w 34"/>
              <a:gd name="T19" fmla="*/ 24 h 34"/>
              <a:gd name="T20" fmla="*/ 30 w 34"/>
              <a:gd name="T21" fmla="*/ 30 h 34"/>
              <a:gd name="T22" fmla="*/ 25 w 34"/>
              <a:gd name="T23" fmla="*/ 33 h 34"/>
              <a:gd name="T24" fmla="*/ 18 w 34"/>
              <a:gd name="T25" fmla="*/ 34 h 34"/>
              <a:gd name="T26" fmla="*/ 10 w 34"/>
              <a:gd name="T27" fmla="*/ 33 h 34"/>
              <a:gd name="T28" fmla="*/ 4 w 34"/>
              <a:gd name="T29" fmla="*/ 30 h 34"/>
              <a:gd name="T30" fmla="*/ 2 w 34"/>
              <a:gd name="T31" fmla="*/ 24 h 34"/>
              <a:gd name="T32" fmla="*/ 0 w 34"/>
              <a:gd name="T33" fmla="*/ 18 h 34"/>
              <a:gd name="T34" fmla="*/ 7 w 34"/>
              <a:gd name="T35" fmla="*/ 18 h 34"/>
              <a:gd name="T36" fmla="*/ 9 w 34"/>
              <a:gd name="T37" fmla="*/ 22 h 34"/>
              <a:gd name="T38" fmla="*/ 10 w 34"/>
              <a:gd name="T39" fmla="*/ 24 h 34"/>
              <a:gd name="T40" fmla="*/ 13 w 34"/>
              <a:gd name="T41" fmla="*/ 27 h 34"/>
              <a:gd name="T42" fmla="*/ 18 w 34"/>
              <a:gd name="T43" fmla="*/ 27 h 34"/>
              <a:gd name="T44" fmla="*/ 22 w 34"/>
              <a:gd name="T45" fmla="*/ 27 h 34"/>
              <a:gd name="T46" fmla="*/ 25 w 34"/>
              <a:gd name="T47" fmla="*/ 24 h 34"/>
              <a:gd name="T48" fmla="*/ 26 w 34"/>
              <a:gd name="T49" fmla="*/ 22 h 34"/>
              <a:gd name="T50" fmla="*/ 27 w 34"/>
              <a:gd name="T51" fmla="*/ 18 h 34"/>
              <a:gd name="T52" fmla="*/ 26 w 34"/>
              <a:gd name="T53" fmla="*/ 14 h 34"/>
              <a:gd name="T54" fmla="*/ 25 w 34"/>
              <a:gd name="T55" fmla="*/ 10 h 34"/>
              <a:gd name="T56" fmla="*/ 22 w 34"/>
              <a:gd name="T57" fmla="*/ 8 h 34"/>
              <a:gd name="T58" fmla="*/ 18 w 34"/>
              <a:gd name="T59" fmla="*/ 7 h 34"/>
              <a:gd name="T60" fmla="*/ 13 w 34"/>
              <a:gd name="T61" fmla="*/ 8 h 34"/>
              <a:gd name="T62" fmla="*/ 10 w 34"/>
              <a:gd name="T63" fmla="*/ 10 h 34"/>
              <a:gd name="T64" fmla="*/ 9 w 34"/>
              <a:gd name="T65" fmla="*/ 14 h 34"/>
              <a:gd name="T66" fmla="*/ 7 w 34"/>
              <a:gd name="T67" fmla="*/ 18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4" h="34">
                <a:moveTo>
                  <a:pt x="0" y="18"/>
                </a:moveTo>
                <a:lnTo>
                  <a:pt x="0" y="18"/>
                </a:lnTo>
                <a:lnTo>
                  <a:pt x="2" y="11"/>
                </a:lnTo>
                <a:lnTo>
                  <a:pt x="2" y="11"/>
                </a:lnTo>
                <a:lnTo>
                  <a:pt x="4" y="6"/>
                </a:lnTo>
                <a:lnTo>
                  <a:pt x="4" y="6"/>
                </a:lnTo>
                <a:lnTo>
                  <a:pt x="10" y="2"/>
                </a:lnTo>
                <a:lnTo>
                  <a:pt x="10" y="2"/>
                </a:lnTo>
                <a:lnTo>
                  <a:pt x="18" y="0"/>
                </a:lnTo>
                <a:lnTo>
                  <a:pt x="18" y="0"/>
                </a:lnTo>
                <a:lnTo>
                  <a:pt x="25" y="2"/>
                </a:lnTo>
                <a:lnTo>
                  <a:pt x="25" y="2"/>
                </a:lnTo>
                <a:lnTo>
                  <a:pt x="30" y="6"/>
                </a:lnTo>
                <a:lnTo>
                  <a:pt x="30" y="6"/>
                </a:lnTo>
                <a:lnTo>
                  <a:pt x="33" y="11"/>
                </a:lnTo>
                <a:lnTo>
                  <a:pt x="33" y="11"/>
                </a:lnTo>
                <a:lnTo>
                  <a:pt x="34" y="18"/>
                </a:lnTo>
                <a:lnTo>
                  <a:pt x="34" y="18"/>
                </a:lnTo>
                <a:lnTo>
                  <a:pt x="33" y="24"/>
                </a:lnTo>
                <a:lnTo>
                  <a:pt x="33" y="24"/>
                </a:lnTo>
                <a:lnTo>
                  <a:pt x="30" y="30"/>
                </a:lnTo>
                <a:lnTo>
                  <a:pt x="30" y="30"/>
                </a:lnTo>
                <a:lnTo>
                  <a:pt x="25" y="33"/>
                </a:lnTo>
                <a:lnTo>
                  <a:pt x="25" y="33"/>
                </a:lnTo>
                <a:lnTo>
                  <a:pt x="18" y="34"/>
                </a:lnTo>
                <a:lnTo>
                  <a:pt x="18" y="34"/>
                </a:lnTo>
                <a:lnTo>
                  <a:pt x="10" y="33"/>
                </a:lnTo>
                <a:lnTo>
                  <a:pt x="10" y="33"/>
                </a:lnTo>
                <a:lnTo>
                  <a:pt x="4" y="30"/>
                </a:lnTo>
                <a:lnTo>
                  <a:pt x="4" y="30"/>
                </a:lnTo>
                <a:lnTo>
                  <a:pt x="2" y="24"/>
                </a:lnTo>
                <a:lnTo>
                  <a:pt x="2" y="24"/>
                </a:lnTo>
                <a:lnTo>
                  <a:pt x="0" y="18"/>
                </a:lnTo>
                <a:lnTo>
                  <a:pt x="0" y="18"/>
                </a:lnTo>
                <a:close/>
                <a:moveTo>
                  <a:pt x="7" y="18"/>
                </a:moveTo>
                <a:lnTo>
                  <a:pt x="7" y="18"/>
                </a:lnTo>
                <a:lnTo>
                  <a:pt x="9" y="22"/>
                </a:lnTo>
                <a:lnTo>
                  <a:pt x="9" y="22"/>
                </a:lnTo>
                <a:lnTo>
                  <a:pt x="10" y="24"/>
                </a:lnTo>
                <a:lnTo>
                  <a:pt x="10" y="24"/>
                </a:lnTo>
                <a:lnTo>
                  <a:pt x="13" y="27"/>
                </a:lnTo>
                <a:lnTo>
                  <a:pt x="13" y="27"/>
                </a:lnTo>
                <a:lnTo>
                  <a:pt x="18" y="27"/>
                </a:lnTo>
                <a:lnTo>
                  <a:pt x="18" y="27"/>
                </a:lnTo>
                <a:lnTo>
                  <a:pt x="22" y="27"/>
                </a:lnTo>
                <a:lnTo>
                  <a:pt x="22" y="27"/>
                </a:lnTo>
                <a:lnTo>
                  <a:pt x="25" y="24"/>
                </a:lnTo>
                <a:lnTo>
                  <a:pt x="25" y="24"/>
                </a:lnTo>
                <a:lnTo>
                  <a:pt x="26" y="22"/>
                </a:lnTo>
                <a:lnTo>
                  <a:pt x="26" y="22"/>
                </a:lnTo>
                <a:lnTo>
                  <a:pt x="27" y="18"/>
                </a:lnTo>
                <a:lnTo>
                  <a:pt x="27" y="18"/>
                </a:lnTo>
                <a:lnTo>
                  <a:pt x="26" y="14"/>
                </a:lnTo>
                <a:lnTo>
                  <a:pt x="26" y="14"/>
                </a:lnTo>
                <a:lnTo>
                  <a:pt x="25" y="10"/>
                </a:lnTo>
                <a:lnTo>
                  <a:pt x="25" y="10"/>
                </a:lnTo>
                <a:lnTo>
                  <a:pt x="22" y="8"/>
                </a:lnTo>
                <a:lnTo>
                  <a:pt x="22" y="8"/>
                </a:lnTo>
                <a:lnTo>
                  <a:pt x="18" y="7"/>
                </a:lnTo>
                <a:lnTo>
                  <a:pt x="18" y="7"/>
                </a:lnTo>
                <a:lnTo>
                  <a:pt x="13" y="8"/>
                </a:lnTo>
                <a:lnTo>
                  <a:pt x="13" y="8"/>
                </a:lnTo>
                <a:lnTo>
                  <a:pt x="10" y="10"/>
                </a:lnTo>
                <a:lnTo>
                  <a:pt x="10" y="10"/>
                </a:lnTo>
                <a:lnTo>
                  <a:pt x="9" y="14"/>
                </a:lnTo>
                <a:lnTo>
                  <a:pt x="9" y="14"/>
                </a:lnTo>
                <a:lnTo>
                  <a:pt x="7" y="18"/>
                </a:lnTo>
                <a:lnTo>
                  <a:pt x="7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7" name="Freeform 2270"/>
          <p:cNvSpPr>
            <a:spLocks/>
          </p:cNvSpPr>
          <p:nvPr/>
        </p:nvSpPr>
        <p:spPr bwMode="auto">
          <a:xfrm>
            <a:off x="3514422" y="4468482"/>
            <a:ext cx="39073" cy="40333"/>
          </a:xfrm>
          <a:custGeom>
            <a:avLst/>
            <a:gdLst>
              <a:gd name="T0" fmla="*/ 0 w 31"/>
              <a:gd name="T1" fmla="*/ 0 h 32"/>
              <a:gd name="T2" fmla="*/ 9 w 31"/>
              <a:gd name="T3" fmla="*/ 0 h 32"/>
              <a:gd name="T4" fmla="*/ 23 w 31"/>
              <a:gd name="T5" fmla="*/ 21 h 32"/>
              <a:gd name="T6" fmla="*/ 23 w 31"/>
              <a:gd name="T7" fmla="*/ 21 h 32"/>
              <a:gd name="T8" fmla="*/ 23 w 31"/>
              <a:gd name="T9" fmla="*/ 0 h 32"/>
              <a:gd name="T10" fmla="*/ 31 w 31"/>
              <a:gd name="T11" fmla="*/ 0 h 32"/>
              <a:gd name="T12" fmla="*/ 31 w 31"/>
              <a:gd name="T13" fmla="*/ 32 h 32"/>
              <a:gd name="T14" fmla="*/ 21 w 31"/>
              <a:gd name="T15" fmla="*/ 32 h 32"/>
              <a:gd name="T16" fmla="*/ 6 w 31"/>
              <a:gd name="T17" fmla="*/ 9 h 32"/>
              <a:gd name="T18" fmla="*/ 6 w 31"/>
              <a:gd name="T19" fmla="*/ 9 h 32"/>
              <a:gd name="T20" fmla="*/ 6 w 31"/>
              <a:gd name="T21" fmla="*/ 32 h 32"/>
              <a:gd name="T22" fmla="*/ 0 w 31"/>
              <a:gd name="T23" fmla="*/ 32 h 32"/>
              <a:gd name="T24" fmla="*/ 0 w 31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1" h="32">
                <a:moveTo>
                  <a:pt x="0" y="0"/>
                </a:moveTo>
                <a:lnTo>
                  <a:pt x="9" y="0"/>
                </a:lnTo>
                <a:lnTo>
                  <a:pt x="23" y="21"/>
                </a:lnTo>
                <a:lnTo>
                  <a:pt x="23" y="21"/>
                </a:lnTo>
                <a:lnTo>
                  <a:pt x="23" y="0"/>
                </a:lnTo>
                <a:lnTo>
                  <a:pt x="31" y="0"/>
                </a:lnTo>
                <a:lnTo>
                  <a:pt x="31" y="32"/>
                </a:lnTo>
                <a:lnTo>
                  <a:pt x="21" y="32"/>
                </a:lnTo>
                <a:lnTo>
                  <a:pt x="6" y="9"/>
                </a:lnTo>
                <a:lnTo>
                  <a:pt x="6" y="9"/>
                </a:lnTo>
                <a:lnTo>
                  <a:pt x="6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8" name="Freeform 2271"/>
          <p:cNvSpPr>
            <a:spLocks/>
          </p:cNvSpPr>
          <p:nvPr/>
        </p:nvSpPr>
        <p:spPr bwMode="auto">
          <a:xfrm>
            <a:off x="3577442" y="4468482"/>
            <a:ext cx="35291" cy="40333"/>
          </a:xfrm>
          <a:custGeom>
            <a:avLst/>
            <a:gdLst>
              <a:gd name="T0" fmla="*/ 0 w 28"/>
              <a:gd name="T1" fmla="*/ 0 h 32"/>
              <a:gd name="T2" fmla="*/ 8 w 28"/>
              <a:gd name="T3" fmla="*/ 0 h 32"/>
              <a:gd name="T4" fmla="*/ 8 w 28"/>
              <a:gd name="T5" fmla="*/ 12 h 32"/>
              <a:gd name="T6" fmla="*/ 21 w 28"/>
              <a:gd name="T7" fmla="*/ 12 h 32"/>
              <a:gd name="T8" fmla="*/ 21 w 28"/>
              <a:gd name="T9" fmla="*/ 0 h 32"/>
              <a:gd name="T10" fmla="*/ 28 w 28"/>
              <a:gd name="T11" fmla="*/ 0 h 32"/>
              <a:gd name="T12" fmla="*/ 28 w 28"/>
              <a:gd name="T13" fmla="*/ 32 h 32"/>
              <a:gd name="T14" fmla="*/ 21 w 28"/>
              <a:gd name="T15" fmla="*/ 32 h 32"/>
              <a:gd name="T16" fmla="*/ 21 w 28"/>
              <a:gd name="T17" fmla="*/ 17 h 32"/>
              <a:gd name="T18" fmla="*/ 8 w 28"/>
              <a:gd name="T19" fmla="*/ 17 h 32"/>
              <a:gd name="T20" fmla="*/ 8 w 28"/>
              <a:gd name="T21" fmla="*/ 32 h 32"/>
              <a:gd name="T22" fmla="*/ 0 w 28"/>
              <a:gd name="T23" fmla="*/ 32 h 32"/>
              <a:gd name="T24" fmla="*/ 0 w 28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" h="32">
                <a:moveTo>
                  <a:pt x="0" y="0"/>
                </a:moveTo>
                <a:lnTo>
                  <a:pt x="8" y="0"/>
                </a:lnTo>
                <a:lnTo>
                  <a:pt x="8" y="12"/>
                </a:lnTo>
                <a:lnTo>
                  <a:pt x="21" y="12"/>
                </a:lnTo>
                <a:lnTo>
                  <a:pt x="21" y="0"/>
                </a:lnTo>
                <a:lnTo>
                  <a:pt x="28" y="0"/>
                </a:lnTo>
                <a:lnTo>
                  <a:pt x="28" y="32"/>
                </a:lnTo>
                <a:lnTo>
                  <a:pt x="21" y="32"/>
                </a:lnTo>
                <a:lnTo>
                  <a:pt x="21" y="17"/>
                </a:lnTo>
                <a:lnTo>
                  <a:pt x="8" y="17"/>
                </a:lnTo>
                <a:lnTo>
                  <a:pt x="8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9" name="Freeform 2272"/>
          <p:cNvSpPr>
            <a:spLocks/>
          </p:cNvSpPr>
          <p:nvPr/>
        </p:nvSpPr>
        <p:spPr bwMode="auto">
          <a:xfrm>
            <a:off x="3621557" y="4468482"/>
            <a:ext cx="28990" cy="40333"/>
          </a:xfrm>
          <a:custGeom>
            <a:avLst/>
            <a:gdLst>
              <a:gd name="T0" fmla="*/ 0 w 23"/>
              <a:gd name="T1" fmla="*/ 0 h 32"/>
              <a:gd name="T2" fmla="*/ 21 w 23"/>
              <a:gd name="T3" fmla="*/ 0 h 32"/>
              <a:gd name="T4" fmla="*/ 21 w 23"/>
              <a:gd name="T5" fmla="*/ 6 h 32"/>
              <a:gd name="T6" fmla="*/ 6 w 23"/>
              <a:gd name="T7" fmla="*/ 6 h 32"/>
              <a:gd name="T8" fmla="*/ 6 w 23"/>
              <a:gd name="T9" fmla="*/ 12 h 32"/>
              <a:gd name="T10" fmla="*/ 21 w 23"/>
              <a:gd name="T11" fmla="*/ 12 h 32"/>
              <a:gd name="T12" fmla="*/ 21 w 23"/>
              <a:gd name="T13" fmla="*/ 18 h 32"/>
              <a:gd name="T14" fmla="*/ 6 w 23"/>
              <a:gd name="T15" fmla="*/ 18 h 32"/>
              <a:gd name="T16" fmla="*/ 6 w 23"/>
              <a:gd name="T17" fmla="*/ 25 h 32"/>
              <a:gd name="T18" fmla="*/ 23 w 23"/>
              <a:gd name="T19" fmla="*/ 25 h 32"/>
              <a:gd name="T20" fmla="*/ 23 w 23"/>
              <a:gd name="T21" fmla="*/ 32 h 32"/>
              <a:gd name="T22" fmla="*/ 0 w 23"/>
              <a:gd name="T23" fmla="*/ 32 h 32"/>
              <a:gd name="T24" fmla="*/ 0 w 23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" h="32">
                <a:moveTo>
                  <a:pt x="0" y="0"/>
                </a:moveTo>
                <a:lnTo>
                  <a:pt x="21" y="0"/>
                </a:lnTo>
                <a:lnTo>
                  <a:pt x="21" y="6"/>
                </a:lnTo>
                <a:lnTo>
                  <a:pt x="6" y="6"/>
                </a:lnTo>
                <a:lnTo>
                  <a:pt x="6" y="12"/>
                </a:lnTo>
                <a:lnTo>
                  <a:pt x="21" y="12"/>
                </a:lnTo>
                <a:lnTo>
                  <a:pt x="21" y="18"/>
                </a:lnTo>
                <a:lnTo>
                  <a:pt x="6" y="18"/>
                </a:lnTo>
                <a:lnTo>
                  <a:pt x="6" y="25"/>
                </a:lnTo>
                <a:lnTo>
                  <a:pt x="23" y="25"/>
                </a:lnTo>
                <a:lnTo>
                  <a:pt x="23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0" name="Freeform 2273"/>
          <p:cNvSpPr>
            <a:spLocks noEditPoints="1"/>
          </p:cNvSpPr>
          <p:nvPr/>
        </p:nvSpPr>
        <p:spPr bwMode="auto">
          <a:xfrm>
            <a:off x="3656848" y="4468482"/>
            <a:ext cx="32770" cy="40333"/>
          </a:xfrm>
          <a:custGeom>
            <a:avLst/>
            <a:gdLst>
              <a:gd name="T0" fmla="*/ 0 w 26"/>
              <a:gd name="T1" fmla="*/ 0 h 32"/>
              <a:gd name="T2" fmla="*/ 12 w 26"/>
              <a:gd name="T3" fmla="*/ 0 h 32"/>
              <a:gd name="T4" fmla="*/ 12 w 26"/>
              <a:gd name="T5" fmla="*/ 0 h 32"/>
              <a:gd name="T6" fmla="*/ 18 w 26"/>
              <a:gd name="T7" fmla="*/ 0 h 32"/>
              <a:gd name="T8" fmla="*/ 18 w 26"/>
              <a:gd name="T9" fmla="*/ 0 h 32"/>
              <a:gd name="T10" fmla="*/ 22 w 26"/>
              <a:gd name="T11" fmla="*/ 1 h 32"/>
              <a:gd name="T12" fmla="*/ 22 w 26"/>
              <a:gd name="T13" fmla="*/ 1 h 32"/>
              <a:gd name="T14" fmla="*/ 24 w 26"/>
              <a:gd name="T15" fmla="*/ 5 h 32"/>
              <a:gd name="T16" fmla="*/ 24 w 26"/>
              <a:gd name="T17" fmla="*/ 5 h 32"/>
              <a:gd name="T18" fmla="*/ 24 w 26"/>
              <a:gd name="T19" fmla="*/ 9 h 32"/>
              <a:gd name="T20" fmla="*/ 24 w 26"/>
              <a:gd name="T21" fmla="*/ 9 h 32"/>
              <a:gd name="T22" fmla="*/ 24 w 26"/>
              <a:gd name="T23" fmla="*/ 12 h 32"/>
              <a:gd name="T24" fmla="*/ 23 w 26"/>
              <a:gd name="T25" fmla="*/ 14 h 32"/>
              <a:gd name="T26" fmla="*/ 23 w 26"/>
              <a:gd name="T27" fmla="*/ 14 h 32"/>
              <a:gd name="T28" fmla="*/ 20 w 26"/>
              <a:gd name="T29" fmla="*/ 17 h 32"/>
              <a:gd name="T30" fmla="*/ 18 w 26"/>
              <a:gd name="T31" fmla="*/ 18 h 32"/>
              <a:gd name="T32" fmla="*/ 26 w 26"/>
              <a:gd name="T33" fmla="*/ 32 h 32"/>
              <a:gd name="T34" fmla="*/ 18 w 26"/>
              <a:gd name="T35" fmla="*/ 32 h 32"/>
              <a:gd name="T36" fmla="*/ 11 w 26"/>
              <a:gd name="T37" fmla="*/ 18 h 32"/>
              <a:gd name="T38" fmla="*/ 7 w 26"/>
              <a:gd name="T39" fmla="*/ 18 h 32"/>
              <a:gd name="T40" fmla="*/ 7 w 26"/>
              <a:gd name="T41" fmla="*/ 32 h 32"/>
              <a:gd name="T42" fmla="*/ 0 w 26"/>
              <a:gd name="T43" fmla="*/ 32 h 32"/>
              <a:gd name="T44" fmla="*/ 0 w 26"/>
              <a:gd name="T45" fmla="*/ 0 h 32"/>
              <a:gd name="T46" fmla="*/ 7 w 26"/>
              <a:gd name="T47" fmla="*/ 13 h 32"/>
              <a:gd name="T48" fmla="*/ 11 w 26"/>
              <a:gd name="T49" fmla="*/ 13 h 32"/>
              <a:gd name="T50" fmla="*/ 11 w 26"/>
              <a:gd name="T51" fmla="*/ 13 h 32"/>
              <a:gd name="T52" fmla="*/ 13 w 26"/>
              <a:gd name="T53" fmla="*/ 13 h 32"/>
              <a:gd name="T54" fmla="*/ 13 w 26"/>
              <a:gd name="T55" fmla="*/ 13 h 32"/>
              <a:gd name="T56" fmla="*/ 15 w 26"/>
              <a:gd name="T57" fmla="*/ 12 h 32"/>
              <a:gd name="T58" fmla="*/ 15 w 26"/>
              <a:gd name="T59" fmla="*/ 12 h 32"/>
              <a:gd name="T60" fmla="*/ 16 w 26"/>
              <a:gd name="T61" fmla="*/ 12 h 32"/>
              <a:gd name="T62" fmla="*/ 16 w 26"/>
              <a:gd name="T63" fmla="*/ 12 h 32"/>
              <a:gd name="T64" fmla="*/ 18 w 26"/>
              <a:gd name="T65" fmla="*/ 9 h 32"/>
              <a:gd name="T66" fmla="*/ 18 w 26"/>
              <a:gd name="T67" fmla="*/ 9 h 32"/>
              <a:gd name="T68" fmla="*/ 16 w 26"/>
              <a:gd name="T69" fmla="*/ 8 h 32"/>
              <a:gd name="T70" fmla="*/ 16 w 26"/>
              <a:gd name="T71" fmla="*/ 8 h 32"/>
              <a:gd name="T72" fmla="*/ 16 w 26"/>
              <a:gd name="T73" fmla="*/ 6 h 32"/>
              <a:gd name="T74" fmla="*/ 16 w 26"/>
              <a:gd name="T75" fmla="*/ 6 h 32"/>
              <a:gd name="T76" fmla="*/ 13 w 26"/>
              <a:gd name="T77" fmla="*/ 5 h 32"/>
              <a:gd name="T78" fmla="*/ 13 w 26"/>
              <a:gd name="T79" fmla="*/ 5 h 32"/>
              <a:gd name="T80" fmla="*/ 12 w 26"/>
              <a:gd name="T81" fmla="*/ 5 h 32"/>
              <a:gd name="T82" fmla="*/ 7 w 26"/>
              <a:gd name="T83" fmla="*/ 5 h 32"/>
              <a:gd name="T84" fmla="*/ 7 w 26"/>
              <a:gd name="T85" fmla="*/ 13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6" h="32">
                <a:moveTo>
                  <a:pt x="0" y="0"/>
                </a:moveTo>
                <a:lnTo>
                  <a:pt x="12" y="0"/>
                </a:lnTo>
                <a:lnTo>
                  <a:pt x="12" y="0"/>
                </a:lnTo>
                <a:lnTo>
                  <a:pt x="18" y="0"/>
                </a:lnTo>
                <a:lnTo>
                  <a:pt x="18" y="0"/>
                </a:lnTo>
                <a:lnTo>
                  <a:pt x="22" y="1"/>
                </a:lnTo>
                <a:lnTo>
                  <a:pt x="22" y="1"/>
                </a:lnTo>
                <a:lnTo>
                  <a:pt x="24" y="5"/>
                </a:lnTo>
                <a:lnTo>
                  <a:pt x="24" y="5"/>
                </a:lnTo>
                <a:lnTo>
                  <a:pt x="24" y="9"/>
                </a:lnTo>
                <a:lnTo>
                  <a:pt x="24" y="9"/>
                </a:lnTo>
                <a:lnTo>
                  <a:pt x="24" y="12"/>
                </a:lnTo>
                <a:lnTo>
                  <a:pt x="23" y="14"/>
                </a:lnTo>
                <a:lnTo>
                  <a:pt x="23" y="14"/>
                </a:lnTo>
                <a:lnTo>
                  <a:pt x="20" y="17"/>
                </a:lnTo>
                <a:lnTo>
                  <a:pt x="18" y="18"/>
                </a:lnTo>
                <a:lnTo>
                  <a:pt x="26" y="32"/>
                </a:lnTo>
                <a:lnTo>
                  <a:pt x="18" y="32"/>
                </a:lnTo>
                <a:lnTo>
                  <a:pt x="11" y="18"/>
                </a:lnTo>
                <a:lnTo>
                  <a:pt x="7" y="18"/>
                </a:lnTo>
                <a:lnTo>
                  <a:pt x="7" y="32"/>
                </a:lnTo>
                <a:lnTo>
                  <a:pt x="0" y="32"/>
                </a:lnTo>
                <a:lnTo>
                  <a:pt x="0" y="0"/>
                </a:lnTo>
                <a:close/>
                <a:moveTo>
                  <a:pt x="7" y="13"/>
                </a:moveTo>
                <a:lnTo>
                  <a:pt x="11" y="13"/>
                </a:lnTo>
                <a:lnTo>
                  <a:pt x="11" y="13"/>
                </a:lnTo>
                <a:lnTo>
                  <a:pt x="13" y="13"/>
                </a:lnTo>
                <a:lnTo>
                  <a:pt x="13" y="13"/>
                </a:lnTo>
                <a:lnTo>
                  <a:pt x="15" y="12"/>
                </a:lnTo>
                <a:lnTo>
                  <a:pt x="15" y="12"/>
                </a:lnTo>
                <a:lnTo>
                  <a:pt x="16" y="12"/>
                </a:lnTo>
                <a:lnTo>
                  <a:pt x="16" y="12"/>
                </a:lnTo>
                <a:lnTo>
                  <a:pt x="18" y="9"/>
                </a:lnTo>
                <a:lnTo>
                  <a:pt x="18" y="9"/>
                </a:lnTo>
                <a:lnTo>
                  <a:pt x="16" y="8"/>
                </a:lnTo>
                <a:lnTo>
                  <a:pt x="16" y="8"/>
                </a:lnTo>
                <a:lnTo>
                  <a:pt x="16" y="6"/>
                </a:lnTo>
                <a:lnTo>
                  <a:pt x="16" y="6"/>
                </a:lnTo>
                <a:lnTo>
                  <a:pt x="13" y="5"/>
                </a:lnTo>
                <a:lnTo>
                  <a:pt x="13" y="5"/>
                </a:lnTo>
                <a:lnTo>
                  <a:pt x="12" y="5"/>
                </a:lnTo>
                <a:lnTo>
                  <a:pt x="7" y="5"/>
                </a:lnTo>
                <a:lnTo>
                  <a:pt x="7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1" name="Freeform 2274"/>
          <p:cNvSpPr>
            <a:spLocks/>
          </p:cNvSpPr>
          <p:nvPr/>
        </p:nvSpPr>
        <p:spPr bwMode="auto">
          <a:xfrm>
            <a:off x="3694660" y="4468482"/>
            <a:ext cx="28990" cy="40333"/>
          </a:xfrm>
          <a:custGeom>
            <a:avLst/>
            <a:gdLst>
              <a:gd name="T0" fmla="*/ 0 w 23"/>
              <a:gd name="T1" fmla="*/ 0 h 32"/>
              <a:gd name="T2" fmla="*/ 21 w 23"/>
              <a:gd name="T3" fmla="*/ 0 h 32"/>
              <a:gd name="T4" fmla="*/ 21 w 23"/>
              <a:gd name="T5" fmla="*/ 6 h 32"/>
              <a:gd name="T6" fmla="*/ 6 w 23"/>
              <a:gd name="T7" fmla="*/ 6 h 32"/>
              <a:gd name="T8" fmla="*/ 6 w 23"/>
              <a:gd name="T9" fmla="*/ 12 h 32"/>
              <a:gd name="T10" fmla="*/ 21 w 23"/>
              <a:gd name="T11" fmla="*/ 12 h 32"/>
              <a:gd name="T12" fmla="*/ 21 w 23"/>
              <a:gd name="T13" fmla="*/ 18 h 32"/>
              <a:gd name="T14" fmla="*/ 6 w 23"/>
              <a:gd name="T15" fmla="*/ 18 h 32"/>
              <a:gd name="T16" fmla="*/ 6 w 23"/>
              <a:gd name="T17" fmla="*/ 25 h 32"/>
              <a:gd name="T18" fmla="*/ 23 w 23"/>
              <a:gd name="T19" fmla="*/ 25 h 32"/>
              <a:gd name="T20" fmla="*/ 23 w 23"/>
              <a:gd name="T21" fmla="*/ 32 h 32"/>
              <a:gd name="T22" fmla="*/ 0 w 23"/>
              <a:gd name="T23" fmla="*/ 32 h 32"/>
              <a:gd name="T24" fmla="*/ 0 w 23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" h="32">
                <a:moveTo>
                  <a:pt x="0" y="0"/>
                </a:moveTo>
                <a:lnTo>
                  <a:pt x="21" y="0"/>
                </a:lnTo>
                <a:lnTo>
                  <a:pt x="21" y="6"/>
                </a:lnTo>
                <a:lnTo>
                  <a:pt x="6" y="6"/>
                </a:lnTo>
                <a:lnTo>
                  <a:pt x="6" y="12"/>
                </a:lnTo>
                <a:lnTo>
                  <a:pt x="21" y="12"/>
                </a:lnTo>
                <a:lnTo>
                  <a:pt x="21" y="18"/>
                </a:lnTo>
                <a:lnTo>
                  <a:pt x="6" y="18"/>
                </a:lnTo>
                <a:lnTo>
                  <a:pt x="6" y="25"/>
                </a:lnTo>
                <a:lnTo>
                  <a:pt x="23" y="25"/>
                </a:lnTo>
                <a:lnTo>
                  <a:pt x="23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2" name="Freeform 2275"/>
          <p:cNvSpPr>
            <a:spLocks/>
          </p:cNvSpPr>
          <p:nvPr/>
        </p:nvSpPr>
        <p:spPr bwMode="auto">
          <a:xfrm>
            <a:off x="1969175" y="5074734"/>
            <a:ext cx="69322" cy="89489"/>
          </a:xfrm>
          <a:custGeom>
            <a:avLst/>
            <a:gdLst>
              <a:gd name="T0" fmla="*/ 21 w 55"/>
              <a:gd name="T1" fmla="*/ 11 h 71"/>
              <a:gd name="T2" fmla="*/ 0 w 55"/>
              <a:gd name="T3" fmla="*/ 11 h 71"/>
              <a:gd name="T4" fmla="*/ 0 w 55"/>
              <a:gd name="T5" fmla="*/ 0 h 71"/>
              <a:gd name="T6" fmla="*/ 55 w 55"/>
              <a:gd name="T7" fmla="*/ 0 h 71"/>
              <a:gd name="T8" fmla="*/ 55 w 55"/>
              <a:gd name="T9" fmla="*/ 11 h 71"/>
              <a:gd name="T10" fmla="*/ 35 w 55"/>
              <a:gd name="T11" fmla="*/ 11 h 71"/>
              <a:gd name="T12" fmla="*/ 35 w 55"/>
              <a:gd name="T13" fmla="*/ 71 h 71"/>
              <a:gd name="T14" fmla="*/ 21 w 55"/>
              <a:gd name="T15" fmla="*/ 71 h 71"/>
              <a:gd name="T16" fmla="*/ 21 w 55"/>
              <a:gd name="T17" fmla="*/ 1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" h="71">
                <a:moveTo>
                  <a:pt x="21" y="11"/>
                </a:moveTo>
                <a:lnTo>
                  <a:pt x="0" y="11"/>
                </a:lnTo>
                <a:lnTo>
                  <a:pt x="0" y="0"/>
                </a:lnTo>
                <a:lnTo>
                  <a:pt x="55" y="0"/>
                </a:lnTo>
                <a:lnTo>
                  <a:pt x="55" y="11"/>
                </a:lnTo>
                <a:lnTo>
                  <a:pt x="35" y="11"/>
                </a:lnTo>
                <a:lnTo>
                  <a:pt x="35" y="71"/>
                </a:lnTo>
                <a:lnTo>
                  <a:pt x="21" y="71"/>
                </a:lnTo>
                <a:lnTo>
                  <a:pt x="21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3" name="Freeform 2276"/>
          <p:cNvSpPr>
            <a:spLocks/>
          </p:cNvSpPr>
          <p:nvPr/>
        </p:nvSpPr>
        <p:spPr bwMode="auto">
          <a:xfrm>
            <a:off x="2057403" y="5074734"/>
            <a:ext cx="59239" cy="89489"/>
          </a:xfrm>
          <a:custGeom>
            <a:avLst/>
            <a:gdLst>
              <a:gd name="T0" fmla="*/ 0 w 47"/>
              <a:gd name="T1" fmla="*/ 0 h 71"/>
              <a:gd name="T2" fmla="*/ 46 w 47"/>
              <a:gd name="T3" fmla="*/ 0 h 71"/>
              <a:gd name="T4" fmla="*/ 46 w 47"/>
              <a:gd name="T5" fmla="*/ 11 h 71"/>
              <a:gd name="T6" fmla="*/ 12 w 47"/>
              <a:gd name="T7" fmla="*/ 11 h 71"/>
              <a:gd name="T8" fmla="*/ 12 w 47"/>
              <a:gd name="T9" fmla="*/ 29 h 71"/>
              <a:gd name="T10" fmla="*/ 45 w 47"/>
              <a:gd name="T11" fmla="*/ 29 h 71"/>
              <a:gd name="T12" fmla="*/ 45 w 47"/>
              <a:gd name="T13" fmla="*/ 41 h 71"/>
              <a:gd name="T14" fmla="*/ 12 w 47"/>
              <a:gd name="T15" fmla="*/ 41 h 71"/>
              <a:gd name="T16" fmla="*/ 12 w 47"/>
              <a:gd name="T17" fmla="*/ 60 h 71"/>
              <a:gd name="T18" fmla="*/ 47 w 47"/>
              <a:gd name="T19" fmla="*/ 60 h 71"/>
              <a:gd name="T20" fmla="*/ 47 w 47"/>
              <a:gd name="T21" fmla="*/ 71 h 71"/>
              <a:gd name="T22" fmla="*/ 0 w 47"/>
              <a:gd name="T23" fmla="*/ 71 h 71"/>
              <a:gd name="T24" fmla="*/ 0 w 47"/>
              <a:gd name="T25" fmla="*/ 0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7" h="71">
                <a:moveTo>
                  <a:pt x="0" y="0"/>
                </a:moveTo>
                <a:lnTo>
                  <a:pt x="46" y="0"/>
                </a:lnTo>
                <a:lnTo>
                  <a:pt x="46" y="11"/>
                </a:lnTo>
                <a:lnTo>
                  <a:pt x="12" y="11"/>
                </a:lnTo>
                <a:lnTo>
                  <a:pt x="12" y="29"/>
                </a:lnTo>
                <a:lnTo>
                  <a:pt x="45" y="29"/>
                </a:lnTo>
                <a:lnTo>
                  <a:pt x="45" y="41"/>
                </a:lnTo>
                <a:lnTo>
                  <a:pt x="12" y="41"/>
                </a:lnTo>
                <a:lnTo>
                  <a:pt x="12" y="60"/>
                </a:lnTo>
                <a:lnTo>
                  <a:pt x="47" y="60"/>
                </a:lnTo>
                <a:lnTo>
                  <a:pt x="47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4" name="Freeform 2277"/>
          <p:cNvSpPr>
            <a:spLocks/>
          </p:cNvSpPr>
          <p:nvPr/>
        </p:nvSpPr>
        <p:spPr bwMode="auto">
          <a:xfrm>
            <a:off x="2129246" y="5074734"/>
            <a:ext cx="86968" cy="89489"/>
          </a:xfrm>
          <a:custGeom>
            <a:avLst/>
            <a:gdLst>
              <a:gd name="T0" fmla="*/ 25 w 69"/>
              <a:gd name="T1" fmla="*/ 34 h 71"/>
              <a:gd name="T2" fmla="*/ 2 w 69"/>
              <a:gd name="T3" fmla="*/ 0 h 71"/>
              <a:gd name="T4" fmla="*/ 17 w 69"/>
              <a:gd name="T5" fmla="*/ 0 h 71"/>
              <a:gd name="T6" fmla="*/ 35 w 69"/>
              <a:gd name="T7" fmla="*/ 26 h 71"/>
              <a:gd name="T8" fmla="*/ 51 w 69"/>
              <a:gd name="T9" fmla="*/ 0 h 71"/>
              <a:gd name="T10" fmla="*/ 66 w 69"/>
              <a:gd name="T11" fmla="*/ 0 h 71"/>
              <a:gd name="T12" fmla="*/ 43 w 69"/>
              <a:gd name="T13" fmla="*/ 34 h 71"/>
              <a:gd name="T14" fmla="*/ 69 w 69"/>
              <a:gd name="T15" fmla="*/ 71 h 71"/>
              <a:gd name="T16" fmla="*/ 52 w 69"/>
              <a:gd name="T17" fmla="*/ 71 h 71"/>
              <a:gd name="T18" fmla="*/ 33 w 69"/>
              <a:gd name="T19" fmla="*/ 41 h 71"/>
              <a:gd name="T20" fmla="*/ 16 w 69"/>
              <a:gd name="T21" fmla="*/ 71 h 71"/>
              <a:gd name="T22" fmla="*/ 0 w 69"/>
              <a:gd name="T23" fmla="*/ 71 h 71"/>
              <a:gd name="T24" fmla="*/ 25 w 69"/>
              <a:gd name="T25" fmla="*/ 34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9" h="71">
                <a:moveTo>
                  <a:pt x="25" y="34"/>
                </a:moveTo>
                <a:lnTo>
                  <a:pt x="2" y="0"/>
                </a:lnTo>
                <a:lnTo>
                  <a:pt x="17" y="0"/>
                </a:lnTo>
                <a:lnTo>
                  <a:pt x="35" y="26"/>
                </a:lnTo>
                <a:lnTo>
                  <a:pt x="51" y="0"/>
                </a:lnTo>
                <a:lnTo>
                  <a:pt x="66" y="0"/>
                </a:lnTo>
                <a:lnTo>
                  <a:pt x="43" y="34"/>
                </a:lnTo>
                <a:lnTo>
                  <a:pt x="69" y="71"/>
                </a:lnTo>
                <a:lnTo>
                  <a:pt x="52" y="71"/>
                </a:lnTo>
                <a:lnTo>
                  <a:pt x="33" y="41"/>
                </a:lnTo>
                <a:lnTo>
                  <a:pt x="16" y="71"/>
                </a:lnTo>
                <a:lnTo>
                  <a:pt x="0" y="71"/>
                </a:lnTo>
                <a:lnTo>
                  <a:pt x="25" y="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5" name="Freeform 2278"/>
          <p:cNvSpPr>
            <a:spLocks/>
          </p:cNvSpPr>
          <p:nvPr/>
        </p:nvSpPr>
        <p:spPr bwMode="auto">
          <a:xfrm>
            <a:off x="2222516" y="5074734"/>
            <a:ext cx="69322" cy="89489"/>
          </a:xfrm>
          <a:custGeom>
            <a:avLst/>
            <a:gdLst>
              <a:gd name="T0" fmla="*/ 22 w 55"/>
              <a:gd name="T1" fmla="*/ 11 h 71"/>
              <a:gd name="T2" fmla="*/ 0 w 55"/>
              <a:gd name="T3" fmla="*/ 11 h 71"/>
              <a:gd name="T4" fmla="*/ 0 w 55"/>
              <a:gd name="T5" fmla="*/ 0 h 71"/>
              <a:gd name="T6" fmla="*/ 55 w 55"/>
              <a:gd name="T7" fmla="*/ 0 h 71"/>
              <a:gd name="T8" fmla="*/ 55 w 55"/>
              <a:gd name="T9" fmla="*/ 11 h 71"/>
              <a:gd name="T10" fmla="*/ 34 w 55"/>
              <a:gd name="T11" fmla="*/ 11 h 71"/>
              <a:gd name="T12" fmla="*/ 34 w 55"/>
              <a:gd name="T13" fmla="*/ 71 h 71"/>
              <a:gd name="T14" fmla="*/ 22 w 55"/>
              <a:gd name="T15" fmla="*/ 71 h 71"/>
              <a:gd name="T16" fmla="*/ 22 w 55"/>
              <a:gd name="T17" fmla="*/ 1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" h="71">
                <a:moveTo>
                  <a:pt x="22" y="11"/>
                </a:moveTo>
                <a:lnTo>
                  <a:pt x="0" y="11"/>
                </a:lnTo>
                <a:lnTo>
                  <a:pt x="0" y="0"/>
                </a:lnTo>
                <a:lnTo>
                  <a:pt x="55" y="0"/>
                </a:lnTo>
                <a:lnTo>
                  <a:pt x="55" y="11"/>
                </a:lnTo>
                <a:lnTo>
                  <a:pt x="34" y="11"/>
                </a:lnTo>
                <a:lnTo>
                  <a:pt x="34" y="71"/>
                </a:lnTo>
                <a:lnTo>
                  <a:pt x="22" y="71"/>
                </a:lnTo>
                <a:lnTo>
                  <a:pt x="22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6" name="Rectangle 2279"/>
          <p:cNvSpPr>
            <a:spLocks noChangeArrowheads="1"/>
          </p:cNvSpPr>
          <p:nvPr/>
        </p:nvSpPr>
        <p:spPr bwMode="auto">
          <a:xfrm>
            <a:off x="1980519" y="5213377"/>
            <a:ext cx="8823" cy="4033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7" name="Freeform 2280"/>
          <p:cNvSpPr>
            <a:spLocks/>
          </p:cNvSpPr>
          <p:nvPr/>
        </p:nvSpPr>
        <p:spPr bwMode="auto">
          <a:xfrm>
            <a:off x="1995644" y="5213377"/>
            <a:ext cx="36552" cy="42854"/>
          </a:xfrm>
          <a:custGeom>
            <a:avLst/>
            <a:gdLst>
              <a:gd name="T0" fmla="*/ 23 w 29"/>
              <a:gd name="T1" fmla="*/ 9 h 34"/>
              <a:gd name="T2" fmla="*/ 23 w 29"/>
              <a:gd name="T3" fmla="*/ 9 h 34"/>
              <a:gd name="T4" fmla="*/ 21 w 29"/>
              <a:gd name="T5" fmla="*/ 7 h 34"/>
              <a:gd name="T6" fmla="*/ 21 w 29"/>
              <a:gd name="T7" fmla="*/ 7 h 34"/>
              <a:gd name="T8" fmla="*/ 17 w 29"/>
              <a:gd name="T9" fmla="*/ 7 h 34"/>
              <a:gd name="T10" fmla="*/ 17 w 29"/>
              <a:gd name="T11" fmla="*/ 7 h 34"/>
              <a:gd name="T12" fmla="*/ 13 w 29"/>
              <a:gd name="T13" fmla="*/ 7 h 34"/>
              <a:gd name="T14" fmla="*/ 13 w 29"/>
              <a:gd name="T15" fmla="*/ 7 h 34"/>
              <a:gd name="T16" fmla="*/ 10 w 29"/>
              <a:gd name="T17" fmla="*/ 9 h 34"/>
              <a:gd name="T18" fmla="*/ 10 w 29"/>
              <a:gd name="T19" fmla="*/ 9 h 34"/>
              <a:gd name="T20" fmla="*/ 8 w 29"/>
              <a:gd name="T21" fmla="*/ 12 h 34"/>
              <a:gd name="T22" fmla="*/ 8 w 29"/>
              <a:gd name="T23" fmla="*/ 12 h 34"/>
              <a:gd name="T24" fmla="*/ 7 w 29"/>
              <a:gd name="T25" fmla="*/ 16 h 34"/>
              <a:gd name="T26" fmla="*/ 7 w 29"/>
              <a:gd name="T27" fmla="*/ 16 h 34"/>
              <a:gd name="T28" fmla="*/ 8 w 29"/>
              <a:gd name="T29" fmla="*/ 20 h 34"/>
              <a:gd name="T30" fmla="*/ 8 w 29"/>
              <a:gd name="T31" fmla="*/ 20 h 34"/>
              <a:gd name="T32" fmla="*/ 10 w 29"/>
              <a:gd name="T33" fmla="*/ 24 h 34"/>
              <a:gd name="T34" fmla="*/ 10 w 29"/>
              <a:gd name="T35" fmla="*/ 24 h 34"/>
              <a:gd name="T36" fmla="*/ 13 w 29"/>
              <a:gd name="T37" fmla="*/ 27 h 34"/>
              <a:gd name="T38" fmla="*/ 13 w 29"/>
              <a:gd name="T39" fmla="*/ 27 h 34"/>
              <a:gd name="T40" fmla="*/ 17 w 29"/>
              <a:gd name="T41" fmla="*/ 27 h 34"/>
              <a:gd name="T42" fmla="*/ 17 w 29"/>
              <a:gd name="T43" fmla="*/ 27 h 34"/>
              <a:gd name="T44" fmla="*/ 21 w 29"/>
              <a:gd name="T45" fmla="*/ 25 h 34"/>
              <a:gd name="T46" fmla="*/ 21 w 29"/>
              <a:gd name="T47" fmla="*/ 25 h 34"/>
              <a:gd name="T48" fmla="*/ 23 w 29"/>
              <a:gd name="T49" fmla="*/ 24 h 34"/>
              <a:gd name="T50" fmla="*/ 29 w 29"/>
              <a:gd name="T51" fmla="*/ 28 h 34"/>
              <a:gd name="T52" fmla="*/ 29 w 29"/>
              <a:gd name="T53" fmla="*/ 28 h 34"/>
              <a:gd name="T54" fmla="*/ 26 w 29"/>
              <a:gd name="T55" fmla="*/ 31 h 34"/>
              <a:gd name="T56" fmla="*/ 23 w 29"/>
              <a:gd name="T57" fmla="*/ 32 h 34"/>
              <a:gd name="T58" fmla="*/ 23 w 29"/>
              <a:gd name="T59" fmla="*/ 32 h 34"/>
              <a:gd name="T60" fmla="*/ 18 w 29"/>
              <a:gd name="T61" fmla="*/ 34 h 34"/>
              <a:gd name="T62" fmla="*/ 18 w 29"/>
              <a:gd name="T63" fmla="*/ 34 h 34"/>
              <a:gd name="T64" fmla="*/ 10 w 29"/>
              <a:gd name="T65" fmla="*/ 32 h 34"/>
              <a:gd name="T66" fmla="*/ 10 w 29"/>
              <a:gd name="T67" fmla="*/ 32 h 34"/>
              <a:gd name="T68" fmla="*/ 4 w 29"/>
              <a:gd name="T69" fmla="*/ 30 h 34"/>
              <a:gd name="T70" fmla="*/ 4 w 29"/>
              <a:gd name="T71" fmla="*/ 30 h 34"/>
              <a:gd name="T72" fmla="*/ 2 w 29"/>
              <a:gd name="T73" fmla="*/ 24 h 34"/>
              <a:gd name="T74" fmla="*/ 2 w 29"/>
              <a:gd name="T75" fmla="*/ 24 h 34"/>
              <a:gd name="T76" fmla="*/ 0 w 29"/>
              <a:gd name="T77" fmla="*/ 16 h 34"/>
              <a:gd name="T78" fmla="*/ 0 w 29"/>
              <a:gd name="T79" fmla="*/ 16 h 34"/>
              <a:gd name="T80" fmla="*/ 2 w 29"/>
              <a:gd name="T81" fmla="*/ 9 h 34"/>
              <a:gd name="T82" fmla="*/ 2 w 29"/>
              <a:gd name="T83" fmla="*/ 9 h 34"/>
              <a:gd name="T84" fmla="*/ 4 w 29"/>
              <a:gd name="T85" fmla="*/ 4 h 34"/>
              <a:gd name="T86" fmla="*/ 4 w 29"/>
              <a:gd name="T87" fmla="*/ 4 h 34"/>
              <a:gd name="T88" fmla="*/ 10 w 29"/>
              <a:gd name="T89" fmla="*/ 1 h 34"/>
              <a:gd name="T90" fmla="*/ 10 w 29"/>
              <a:gd name="T91" fmla="*/ 1 h 34"/>
              <a:gd name="T92" fmla="*/ 18 w 29"/>
              <a:gd name="T93" fmla="*/ 0 h 34"/>
              <a:gd name="T94" fmla="*/ 18 w 29"/>
              <a:gd name="T95" fmla="*/ 0 h 34"/>
              <a:gd name="T96" fmla="*/ 21 w 29"/>
              <a:gd name="T97" fmla="*/ 0 h 34"/>
              <a:gd name="T98" fmla="*/ 21 w 29"/>
              <a:gd name="T99" fmla="*/ 0 h 34"/>
              <a:gd name="T100" fmla="*/ 23 w 29"/>
              <a:gd name="T101" fmla="*/ 1 h 34"/>
              <a:gd name="T102" fmla="*/ 23 w 29"/>
              <a:gd name="T103" fmla="*/ 1 h 34"/>
              <a:gd name="T104" fmla="*/ 26 w 29"/>
              <a:gd name="T105" fmla="*/ 3 h 34"/>
              <a:gd name="T106" fmla="*/ 26 w 29"/>
              <a:gd name="T107" fmla="*/ 3 h 34"/>
              <a:gd name="T108" fmla="*/ 29 w 29"/>
              <a:gd name="T109" fmla="*/ 4 h 34"/>
              <a:gd name="T110" fmla="*/ 23 w 29"/>
              <a:gd name="T111" fmla="*/ 9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9" h="34">
                <a:moveTo>
                  <a:pt x="23" y="9"/>
                </a:moveTo>
                <a:lnTo>
                  <a:pt x="23" y="9"/>
                </a:lnTo>
                <a:lnTo>
                  <a:pt x="21" y="7"/>
                </a:lnTo>
                <a:lnTo>
                  <a:pt x="21" y="7"/>
                </a:lnTo>
                <a:lnTo>
                  <a:pt x="17" y="7"/>
                </a:lnTo>
                <a:lnTo>
                  <a:pt x="17" y="7"/>
                </a:lnTo>
                <a:lnTo>
                  <a:pt x="13" y="7"/>
                </a:lnTo>
                <a:lnTo>
                  <a:pt x="13" y="7"/>
                </a:lnTo>
                <a:lnTo>
                  <a:pt x="10" y="9"/>
                </a:lnTo>
                <a:lnTo>
                  <a:pt x="10" y="9"/>
                </a:lnTo>
                <a:lnTo>
                  <a:pt x="8" y="12"/>
                </a:lnTo>
                <a:lnTo>
                  <a:pt x="8" y="12"/>
                </a:lnTo>
                <a:lnTo>
                  <a:pt x="7" y="16"/>
                </a:lnTo>
                <a:lnTo>
                  <a:pt x="7" y="16"/>
                </a:lnTo>
                <a:lnTo>
                  <a:pt x="8" y="20"/>
                </a:lnTo>
                <a:lnTo>
                  <a:pt x="8" y="20"/>
                </a:lnTo>
                <a:lnTo>
                  <a:pt x="10" y="24"/>
                </a:lnTo>
                <a:lnTo>
                  <a:pt x="10" y="24"/>
                </a:lnTo>
                <a:lnTo>
                  <a:pt x="13" y="27"/>
                </a:lnTo>
                <a:lnTo>
                  <a:pt x="13" y="27"/>
                </a:lnTo>
                <a:lnTo>
                  <a:pt x="17" y="27"/>
                </a:lnTo>
                <a:lnTo>
                  <a:pt x="17" y="27"/>
                </a:lnTo>
                <a:lnTo>
                  <a:pt x="21" y="25"/>
                </a:lnTo>
                <a:lnTo>
                  <a:pt x="21" y="25"/>
                </a:lnTo>
                <a:lnTo>
                  <a:pt x="23" y="24"/>
                </a:lnTo>
                <a:lnTo>
                  <a:pt x="29" y="28"/>
                </a:lnTo>
                <a:lnTo>
                  <a:pt x="29" y="28"/>
                </a:lnTo>
                <a:lnTo>
                  <a:pt x="26" y="31"/>
                </a:lnTo>
                <a:lnTo>
                  <a:pt x="23" y="32"/>
                </a:lnTo>
                <a:lnTo>
                  <a:pt x="23" y="32"/>
                </a:lnTo>
                <a:lnTo>
                  <a:pt x="18" y="34"/>
                </a:lnTo>
                <a:lnTo>
                  <a:pt x="18" y="34"/>
                </a:lnTo>
                <a:lnTo>
                  <a:pt x="10" y="32"/>
                </a:lnTo>
                <a:lnTo>
                  <a:pt x="10" y="32"/>
                </a:lnTo>
                <a:lnTo>
                  <a:pt x="4" y="30"/>
                </a:lnTo>
                <a:lnTo>
                  <a:pt x="4" y="30"/>
                </a:lnTo>
                <a:lnTo>
                  <a:pt x="2" y="24"/>
                </a:lnTo>
                <a:lnTo>
                  <a:pt x="2" y="24"/>
                </a:lnTo>
                <a:lnTo>
                  <a:pt x="0" y="16"/>
                </a:lnTo>
                <a:lnTo>
                  <a:pt x="0" y="16"/>
                </a:lnTo>
                <a:lnTo>
                  <a:pt x="2" y="9"/>
                </a:lnTo>
                <a:lnTo>
                  <a:pt x="2" y="9"/>
                </a:lnTo>
                <a:lnTo>
                  <a:pt x="4" y="4"/>
                </a:lnTo>
                <a:lnTo>
                  <a:pt x="4" y="4"/>
                </a:lnTo>
                <a:lnTo>
                  <a:pt x="10" y="1"/>
                </a:lnTo>
                <a:lnTo>
                  <a:pt x="10" y="1"/>
                </a:lnTo>
                <a:lnTo>
                  <a:pt x="18" y="0"/>
                </a:lnTo>
                <a:lnTo>
                  <a:pt x="18" y="0"/>
                </a:lnTo>
                <a:lnTo>
                  <a:pt x="21" y="0"/>
                </a:lnTo>
                <a:lnTo>
                  <a:pt x="21" y="0"/>
                </a:lnTo>
                <a:lnTo>
                  <a:pt x="23" y="1"/>
                </a:lnTo>
                <a:lnTo>
                  <a:pt x="23" y="1"/>
                </a:lnTo>
                <a:lnTo>
                  <a:pt x="26" y="3"/>
                </a:lnTo>
                <a:lnTo>
                  <a:pt x="26" y="3"/>
                </a:lnTo>
                <a:lnTo>
                  <a:pt x="29" y="4"/>
                </a:lnTo>
                <a:lnTo>
                  <a:pt x="2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8" name="Freeform 2281"/>
          <p:cNvSpPr>
            <a:spLocks noEditPoints="1"/>
          </p:cNvSpPr>
          <p:nvPr/>
        </p:nvSpPr>
        <p:spPr bwMode="auto">
          <a:xfrm>
            <a:off x="2034716" y="5213377"/>
            <a:ext cx="42854" cy="42854"/>
          </a:xfrm>
          <a:custGeom>
            <a:avLst/>
            <a:gdLst>
              <a:gd name="T0" fmla="*/ 0 w 34"/>
              <a:gd name="T1" fmla="*/ 16 h 34"/>
              <a:gd name="T2" fmla="*/ 2 w 34"/>
              <a:gd name="T3" fmla="*/ 9 h 34"/>
              <a:gd name="T4" fmla="*/ 4 w 34"/>
              <a:gd name="T5" fmla="*/ 4 h 34"/>
              <a:gd name="T6" fmla="*/ 10 w 34"/>
              <a:gd name="T7" fmla="*/ 1 h 34"/>
              <a:gd name="T8" fmla="*/ 18 w 34"/>
              <a:gd name="T9" fmla="*/ 0 h 34"/>
              <a:gd name="T10" fmla="*/ 25 w 34"/>
              <a:gd name="T11" fmla="*/ 1 h 34"/>
              <a:gd name="T12" fmla="*/ 30 w 34"/>
              <a:gd name="T13" fmla="*/ 4 h 34"/>
              <a:gd name="T14" fmla="*/ 33 w 34"/>
              <a:gd name="T15" fmla="*/ 9 h 34"/>
              <a:gd name="T16" fmla="*/ 34 w 34"/>
              <a:gd name="T17" fmla="*/ 16 h 34"/>
              <a:gd name="T18" fmla="*/ 33 w 34"/>
              <a:gd name="T19" fmla="*/ 24 h 34"/>
              <a:gd name="T20" fmla="*/ 30 w 34"/>
              <a:gd name="T21" fmla="*/ 30 h 34"/>
              <a:gd name="T22" fmla="*/ 25 w 34"/>
              <a:gd name="T23" fmla="*/ 32 h 34"/>
              <a:gd name="T24" fmla="*/ 18 w 34"/>
              <a:gd name="T25" fmla="*/ 34 h 34"/>
              <a:gd name="T26" fmla="*/ 10 w 34"/>
              <a:gd name="T27" fmla="*/ 32 h 34"/>
              <a:gd name="T28" fmla="*/ 4 w 34"/>
              <a:gd name="T29" fmla="*/ 30 h 34"/>
              <a:gd name="T30" fmla="*/ 2 w 34"/>
              <a:gd name="T31" fmla="*/ 24 h 34"/>
              <a:gd name="T32" fmla="*/ 0 w 34"/>
              <a:gd name="T33" fmla="*/ 16 h 34"/>
              <a:gd name="T34" fmla="*/ 7 w 34"/>
              <a:gd name="T35" fmla="*/ 16 h 34"/>
              <a:gd name="T36" fmla="*/ 9 w 34"/>
              <a:gd name="T37" fmla="*/ 20 h 34"/>
              <a:gd name="T38" fmla="*/ 10 w 34"/>
              <a:gd name="T39" fmla="*/ 24 h 34"/>
              <a:gd name="T40" fmla="*/ 14 w 34"/>
              <a:gd name="T41" fmla="*/ 27 h 34"/>
              <a:gd name="T42" fmla="*/ 18 w 34"/>
              <a:gd name="T43" fmla="*/ 27 h 34"/>
              <a:gd name="T44" fmla="*/ 22 w 34"/>
              <a:gd name="T45" fmla="*/ 27 h 34"/>
              <a:gd name="T46" fmla="*/ 25 w 34"/>
              <a:gd name="T47" fmla="*/ 24 h 34"/>
              <a:gd name="T48" fmla="*/ 26 w 34"/>
              <a:gd name="T49" fmla="*/ 20 h 34"/>
              <a:gd name="T50" fmla="*/ 27 w 34"/>
              <a:gd name="T51" fmla="*/ 16 h 34"/>
              <a:gd name="T52" fmla="*/ 26 w 34"/>
              <a:gd name="T53" fmla="*/ 12 h 34"/>
              <a:gd name="T54" fmla="*/ 25 w 34"/>
              <a:gd name="T55" fmla="*/ 9 h 34"/>
              <a:gd name="T56" fmla="*/ 22 w 34"/>
              <a:gd name="T57" fmla="*/ 7 h 34"/>
              <a:gd name="T58" fmla="*/ 18 w 34"/>
              <a:gd name="T59" fmla="*/ 7 h 34"/>
              <a:gd name="T60" fmla="*/ 14 w 34"/>
              <a:gd name="T61" fmla="*/ 7 h 34"/>
              <a:gd name="T62" fmla="*/ 10 w 34"/>
              <a:gd name="T63" fmla="*/ 9 h 34"/>
              <a:gd name="T64" fmla="*/ 9 w 34"/>
              <a:gd name="T65" fmla="*/ 12 h 34"/>
              <a:gd name="T66" fmla="*/ 7 w 34"/>
              <a:gd name="T67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4" h="34">
                <a:moveTo>
                  <a:pt x="0" y="16"/>
                </a:moveTo>
                <a:lnTo>
                  <a:pt x="0" y="16"/>
                </a:lnTo>
                <a:lnTo>
                  <a:pt x="2" y="9"/>
                </a:lnTo>
                <a:lnTo>
                  <a:pt x="2" y="9"/>
                </a:lnTo>
                <a:lnTo>
                  <a:pt x="4" y="4"/>
                </a:lnTo>
                <a:lnTo>
                  <a:pt x="4" y="4"/>
                </a:lnTo>
                <a:lnTo>
                  <a:pt x="10" y="1"/>
                </a:lnTo>
                <a:lnTo>
                  <a:pt x="10" y="1"/>
                </a:lnTo>
                <a:lnTo>
                  <a:pt x="18" y="0"/>
                </a:lnTo>
                <a:lnTo>
                  <a:pt x="18" y="0"/>
                </a:lnTo>
                <a:lnTo>
                  <a:pt x="25" y="1"/>
                </a:lnTo>
                <a:lnTo>
                  <a:pt x="25" y="1"/>
                </a:lnTo>
                <a:lnTo>
                  <a:pt x="30" y="4"/>
                </a:lnTo>
                <a:lnTo>
                  <a:pt x="30" y="4"/>
                </a:lnTo>
                <a:lnTo>
                  <a:pt x="33" y="9"/>
                </a:lnTo>
                <a:lnTo>
                  <a:pt x="33" y="9"/>
                </a:lnTo>
                <a:lnTo>
                  <a:pt x="34" y="16"/>
                </a:lnTo>
                <a:lnTo>
                  <a:pt x="34" y="16"/>
                </a:lnTo>
                <a:lnTo>
                  <a:pt x="33" y="24"/>
                </a:lnTo>
                <a:lnTo>
                  <a:pt x="33" y="24"/>
                </a:lnTo>
                <a:lnTo>
                  <a:pt x="30" y="30"/>
                </a:lnTo>
                <a:lnTo>
                  <a:pt x="30" y="30"/>
                </a:lnTo>
                <a:lnTo>
                  <a:pt x="25" y="32"/>
                </a:lnTo>
                <a:lnTo>
                  <a:pt x="25" y="32"/>
                </a:lnTo>
                <a:lnTo>
                  <a:pt x="18" y="34"/>
                </a:lnTo>
                <a:lnTo>
                  <a:pt x="18" y="34"/>
                </a:lnTo>
                <a:lnTo>
                  <a:pt x="10" y="32"/>
                </a:lnTo>
                <a:lnTo>
                  <a:pt x="10" y="32"/>
                </a:lnTo>
                <a:lnTo>
                  <a:pt x="4" y="30"/>
                </a:lnTo>
                <a:lnTo>
                  <a:pt x="4" y="30"/>
                </a:lnTo>
                <a:lnTo>
                  <a:pt x="2" y="24"/>
                </a:lnTo>
                <a:lnTo>
                  <a:pt x="2" y="24"/>
                </a:lnTo>
                <a:lnTo>
                  <a:pt x="0" y="16"/>
                </a:lnTo>
                <a:lnTo>
                  <a:pt x="0" y="16"/>
                </a:lnTo>
                <a:close/>
                <a:moveTo>
                  <a:pt x="7" y="16"/>
                </a:moveTo>
                <a:lnTo>
                  <a:pt x="7" y="16"/>
                </a:lnTo>
                <a:lnTo>
                  <a:pt x="9" y="20"/>
                </a:lnTo>
                <a:lnTo>
                  <a:pt x="9" y="20"/>
                </a:lnTo>
                <a:lnTo>
                  <a:pt x="10" y="24"/>
                </a:lnTo>
                <a:lnTo>
                  <a:pt x="10" y="24"/>
                </a:lnTo>
                <a:lnTo>
                  <a:pt x="14" y="27"/>
                </a:lnTo>
                <a:lnTo>
                  <a:pt x="14" y="27"/>
                </a:lnTo>
                <a:lnTo>
                  <a:pt x="18" y="27"/>
                </a:lnTo>
                <a:lnTo>
                  <a:pt x="18" y="27"/>
                </a:lnTo>
                <a:lnTo>
                  <a:pt x="22" y="27"/>
                </a:lnTo>
                <a:lnTo>
                  <a:pt x="22" y="27"/>
                </a:lnTo>
                <a:lnTo>
                  <a:pt x="25" y="24"/>
                </a:lnTo>
                <a:lnTo>
                  <a:pt x="25" y="24"/>
                </a:lnTo>
                <a:lnTo>
                  <a:pt x="26" y="20"/>
                </a:lnTo>
                <a:lnTo>
                  <a:pt x="26" y="20"/>
                </a:lnTo>
                <a:lnTo>
                  <a:pt x="27" y="16"/>
                </a:lnTo>
                <a:lnTo>
                  <a:pt x="27" y="16"/>
                </a:lnTo>
                <a:lnTo>
                  <a:pt x="26" y="12"/>
                </a:lnTo>
                <a:lnTo>
                  <a:pt x="26" y="12"/>
                </a:lnTo>
                <a:lnTo>
                  <a:pt x="25" y="9"/>
                </a:lnTo>
                <a:lnTo>
                  <a:pt x="25" y="9"/>
                </a:lnTo>
                <a:lnTo>
                  <a:pt x="22" y="7"/>
                </a:lnTo>
                <a:lnTo>
                  <a:pt x="22" y="7"/>
                </a:lnTo>
                <a:lnTo>
                  <a:pt x="18" y="7"/>
                </a:lnTo>
                <a:lnTo>
                  <a:pt x="18" y="7"/>
                </a:lnTo>
                <a:lnTo>
                  <a:pt x="14" y="7"/>
                </a:lnTo>
                <a:lnTo>
                  <a:pt x="14" y="7"/>
                </a:lnTo>
                <a:lnTo>
                  <a:pt x="10" y="9"/>
                </a:lnTo>
                <a:lnTo>
                  <a:pt x="10" y="9"/>
                </a:lnTo>
                <a:lnTo>
                  <a:pt x="9" y="12"/>
                </a:lnTo>
                <a:lnTo>
                  <a:pt x="9" y="12"/>
                </a:lnTo>
                <a:lnTo>
                  <a:pt x="7" y="16"/>
                </a:lnTo>
                <a:lnTo>
                  <a:pt x="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9" name="Freeform 2282"/>
          <p:cNvSpPr>
            <a:spLocks/>
          </p:cNvSpPr>
          <p:nvPr/>
        </p:nvSpPr>
        <p:spPr bwMode="auto">
          <a:xfrm>
            <a:off x="2085132" y="5213377"/>
            <a:ext cx="39073" cy="40333"/>
          </a:xfrm>
          <a:custGeom>
            <a:avLst/>
            <a:gdLst>
              <a:gd name="T0" fmla="*/ 0 w 31"/>
              <a:gd name="T1" fmla="*/ 0 h 32"/>
              <a:gd name="T2" fmla="*/ 9 w 31"/>
              <a:gd name="T3" fmla="*/ 0 h 32"/>
              <a:gd name="T4" fmla="*/ 23 w 31"/>
              <a:gd name="T5" fmla="*/ 23 h 32"/>
              <a:gd name="T6" fmla="*/ 23 w 31"/>
              <a:gd name="T7" fmla="*/ 23 h 32"/>
              <a:gd name="T8" fmla="*/ 23 w 31"/>
              <a:gd name="T9" fmla="*/ 0 h 32"/>
              <a:gd name="T10" fmla="*/ 31 w 31"/>
              <a:gd name="T11" fmla="*/ 0 h 32"/>
              <a:gd name="T12" fmla="*/ 31 w 31"/>
              <a:gd name="T13" fmla="*/ 32 h 32"/>
              <a:gd name="T14" fmla="*/ 21 w 31"/>
              <a:gd name="T15" fmla="*/ 32 h 32"/>
              <a:gd name="T16" fmla="*/ 6 w 31"/>
              <a:gd name="T17" fmla="*/ 9 h 32"/>
              <a:gd name="T18" fmla="*/ 6 w 31"/>
              <a:gd name="T19" fmla="*/ 9 h 32"/>
              <a:gd name="T20" fmla="*/ 6 w 31"/>
              <a:gd name="T21" fmla="*/ 32 h 32"/>
              <a:gd name="T22" fmla="*/ 0 w 31"/>
              <a:gd name="T23" fmla="*/ 32 h 32"/>
              <a:gd name="T24" fmla="*/ 0 w 31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1" h="32">
                <a:moveTo>
                  <a:pt x="0" y="0"/>
                </a:moveTo>
                <a:lnTo>
                  <a:pt x="9" y="0"/>
                </a:lnTo>
                <a:lnTo>
                  <a:pt x="23" y="23"/>
                </a:lnTo>
                <a:lnTo>
                  <a:pt x="23" y="23"/>
                </a:lnTo>
                <a:lnTo>
                  <a:pt x="23" y="0"/>
                </a:lnTo>
                <a:lnTo>
                  <a:pt x="31" y="0"/>
                </a:lnTo>
                <a:lnTo>
                  <a:pt x="31" y="32"/>
                </a:lnTo>
                <a:lnTo>
                  <a:pt x="21" y="32"/>
                </a:lnTo>
                <a:lnTo>
                  <a:pt x="6" y="9"/>
                </a:lnTo>
                <a:lnTo>
                  <a:pt x="6" y="9"/>
                </a:lnTo>
                <a:lnTo>
                  <a:pt x="6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0" name="Freeform 2283"/>
          <p:cNvSpPr>
            <a:spLocks/>
          </p:cNvSpPr>
          <p:nvPr/>
        </p:nvSpPr>
        <p:spPr bwMode="auto">
          <a:xfrm>
            <a:off x="2148152" y="5213377"/>
            <a:ext cx="35291" cy="40333"/>
          </a:xfrm>
          <a:custGeom>
            <a:avLst/>
            <a:gdLst>
              <a:gd name="T0" fmla="*/ 0 w 28"/>
              <a:gd name="T1" fmla="*/ 0 h 32"/>
              <a:gd name="T2" fmla="*/ 8 w 28"/>
              <a:gd name="T3" fmla="*/ 0 h 32"/>
              <a:gd name="T4" fmla="*/ 8 w 28"/>
              <a:gd name="T5" fmla="*/ 12 h 32"/>
              <a:gd name="T6" fmla="*/ 21 w 28"/>
              <a:gd name="T7" fmla="*/ 12 h 32"/>
              <a:gd name="T8" fmla="*/ 21 w 28"/>
              <a:gd name="T9" fmla="*/ 0 h 32"/>
              <a:gd name="T10" fmla="*/ 28 w 28"/>
              <a:gd name="T11" fmla="*/ 0 h 32"/>
              <a:gd name="T12" fmla="*/ 28 w 28"/>
              <a:gd name="T13" fmla="*/ 32 h 32"/>
              <a:gd name="T14" fmla="*/ 21 w 28"/>
              <a:gd name="T15" fmla="*/ 32 h 32"/>
              <a:gd name="T16" fmla="*/ 21 w 28"/>
              <a:gd name="T17" fmla="*/ 19 h 32"/>
              <a:gd name="T18" fmla="*/ 8 w 28"/>
              <a:gd name="T19" fmla="*/ 19 h 32"/>
              <a:gd name="T20" fmla="*/ 8 w 28"/>
              <a:gd name="T21" fmla="*/ 32 h 32"/>
              <a:gd name="T22" fmla="*/ 0 w 28"/>
              <a:gd name="T23" fmla="*/ 32 h 32"/>
              <a:gd name="T24" fmla="*/ 0 w 28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" h="32">
                <a:moveTo>
                  <a:pt x="0" y="0"/>
                </a:moveTo>
                <a:lnTo>
                  <a:pt x="8" y="0"/>
                </a:lnTo>
                <a:lnTo>
                  <a:pt x="8" y="12"/>
                </a:lnTo>
                <a:lnTo>
                  <a:pt x="21" y="12"/>
                </a:lnTo>
                <a:lnTo>
                  <a:pt x="21" y="0"/>
                </a:lnTo>
                <a:lnTo>
                  <a:pt x="28" y="0"/>
                </a:lnTo>
                <a:lnTo>
                  <a:pt x="28" y="32"/>
                </a:lnTo>
                <a:lnTo>
                  <a:pt x="21" y="32"/>
                </a:lnTo>
                <a:lnTo>
                  <a:pt x="21" y="19"/>
                </a:lnTo>
                <a:lnTo>
                  <a:pt x="8" y="19"/>
                </a:lnTo>
                <a:lnTo>
                  <a:pt x="8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1" name="Freeform 2284"/>
          <p:cNvSpPr>
            <a:spLocks/>
          </p:cNvSpPr>
          <p:nvPr/>
        </p:nvSpPr>
        <p:spPr bwMode="auto">
          <a:xfrm>
            <a:off x="2192266" y="5213377"/>
            <a:ext cx="28990" cy="40333"/>
          </a:xfrm>
          <a:custGeom>
            <a:avLst/>
            <a:gdLst>
              <a:gd name="T0" fmla="*/ 0 w 23"/>
              <a:gd name="T1" fmla="*/ 0 h 32"/>
              <a:gd name="T2" fmla="*/ 21 w 23"/>
              <a:gd name="T3" fmla="*/ 0 h 32"/>
              <a:gd name="T4" fmla="*/ 21 w 23"/>
              <a:gd name="T5" fmla="*/ 7 h 32"/>
              <a:gd name="T6" fmla="*/ 6 w 23"/>
              <a:gd name="T7" fmla="*/ 7 h 32"/>
              <a:gd name="T8" fmla="*/ 6 w 23"/>
              <a:gd name="T9" fmla="*/ 13 h 32"/>
              <a:gd name="T10" fmla="*/ 21 w 23"/>
              <a:gd name="T11" fmla="*/ 13 h 32"/>
              <a:gd name="T12" fmla="*/ 21 w 23"/>
              <a:gd name="T13" fmla="*/ 20 h 32"/>
              <a:gd name="T14" fmla="*/ 6 w 23"/>
              <a:gd name="T15" fmla="*/ 20 h 32"/>
              <a:gd name="T16" fmla="*/ 6 w 23"/>
              <a:gd name="T17" fmla="*/ 25 h 32"/>
              <a:gd name="T18" fmla="*/ 23 w 23"/>
              <a:gd name="T19" fmla="*/ 25 h 32"/>
              <a:gd name="T20" fmla="*/ 23 w 23"/>
              <a:gd name="T21" fmla="*/ 32 h 32"/>
              <a:gd name="T22" fmla="*/ 0 w 23"/>
              <a:gd name="T23" fmla="*/ 32 h 32"/>
              <a:gd name="T24" fmla="*/ 0 w 23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" h="32">
                <a:moveTo>
                  <a:pt x="0" y="0"/>
                </a:moveTo>
                <a:lnTo>
                  <a:pt x="21" y="0"/>
                </a:lnTo>
                <a:lnTo>
                  <a:pt x="21" y="7"/>
                </a:lnTo>
                <a:lnTo>
                  <a:pt x="6" y="7"/>
                </a:lnTo>
                <a:lnTo>
                  <a:pt x="6" y="13"/>
                </a:lnTo>
                <a:lnTo>
                  <a:pt x="21" y="13"/>
                </a:lnTo>
                <a:lnTo>
                  <a:pt x="21" y="20"/>
                </a:lnTo>
                <a:lnTo>
                  <a:pt x="6" y="20"/>
                </a:lnTo>
                <a:lnTo>
                  <a:pt x="6" y="25"/>
                </a:lnTo>
                <a:lnTo>
                  <a:pt x="23" y="25"/>
                </a:lnTo>
                <a:lnTo>
                  <a:pt x="23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2" name="Freeform 2285"/>
          <p:cNvSpPr>
            <a:spLocks noEditPoints="1"/>
          </p:cNvSpPr>
          <p:nvPr/>
        </p:nvSpPr>
        <p:spPr bwMode="auto">
          <a:xfrm>
            <a:off x="2227557" y="5213377"/>
            <a:ext cx="32770" cy="40333"/>
          </a:xfrm>
          <a:custGeom>
            <a:avLst/>
            <a:gdLst>
              <a:gd name="T0" fmla="*/ 0 w 26"/>
              <a:gd name="T1" fmla="*/ 0 h 32"/>
              <a:gd name="T2" fmla="*/ 12 w 26"/>
              <a:gd name="T3" fmla="*/ 0 h 32"/>
              <a:gd name="T4" fmla="*/ 12 w 26"/>
              <a:gd name="T5" fmla="*/ 0 h 32"/>
              <a:gd name="T6" fmla="*/ 18 w 26"/>
              <a:gd name="T7" fmla="*/ 1 h 32"/>
              <a:gd name="T8" fmla="*/ 18 w 26"/>
              <a:gd name="T9" fmla="*/ 1 h 32"/>
              <a:gd name="T10" fmla="*/ 22 w 26"/>
              <a:gd name="T11" fmla="*/ 3 h 32"/>
              <a:gd name="T12" fmla="*/ 22 w 26"/>
              <a:gd name="T13" fmla="*/ 3 h 32"/>
              <a:gd name="T14" fmla="*/ 24 w 26"/>
              <a:gd name="T15" fmla="*/ 5 h 32"/>
              <a:gd name="T16" fmla="*/ 24 w 26"/>
              <a:gd name="T17" fmla="*/ 5 h 32"/>
              <a:gd name="T18" fmla="*/ 24 w 26"/>
              <a:gd name="T19" fmla="*/ 11 h 32"/>
              <a:gd name="T20" fmla="*/ 24 w 26"/>
              <a:gd name="T21" fmla="*/ 11 h 32"/>
              <a:gd name="T22" fmla="*/ 24 w 26"/>
              <a:gd name="T23" fmla="*/ 13 h 32"/>
              <a:gd name="T24" fmla="*/ 23 w 26"/>
              <a:gd name="T25" fmla="*/ 16 h 32"/>
              <a:gd name="T26" fmla="*/ 23 w 26"/>
              <a:gd name="T27" fmla="*/ 16 h 32"/>
              <a:gd name="T28" fmla="*/ 20 w 26"/>
              <a:gd name="T29" fmla="*/ 17 h 32"/>
              <a:gd name="T30" fmla="*/ 18 w 26"/>
              <a:gd name="T31" fmla="*/ 19 h 32"/>
              <a:gd name="T32" fmla="*/ 26 w 26"/>
              <a:gd name="T33" fmla="*/ 32 h 32"/>
              <a:gd name="T34" fmla="*/ 18 w 26"/>
              <a:gd name="T35" fmla="*/ 32 h 32"/>
              <a:gd name="T36" fmla="*/ 11 w 26"/>
              <a:gd name="T37" fmla="*/ 20 h 32"/>
              <a:gd name="T38" fmla="*/ 7 w 26"/>
              <a:gd name="T39" fmla="*/ 20 h 32"/>
              <a:gd name="T40" fmla="*/ 7 w 26"/>
              <a:gd name="T41" fmla="*/ 32 h 32"/>
              <a:gd name="T42" fmla="*/ 0 w 26"/>
              <a:gd name="T43" fmla="*/ 32 h 32"/>
              <a:gd name="T44" fmla="*/ 0 w 26"/>
              <a:gd name="T45" fmla="*/ 0 h 32"/>
              <a:gd name="T46" fmla="*/ 7 w 26"/>
              <a:gd name="T47" fmla="*/ 13 h 32"/>
              <a:gd name="T48" fmla="*/ 11 w 26"/>
              <a:gd name="T49" fmla="*/ 13 h 32"/>
              <a:gd name="T50" fmla="*/ 11 w 26"/>
              <a:gd name="T51" fmla="*/ 13 h 32"/>
              <a:gd name="T52" fmla="*/ 13 w 26"/>
              <a:gd name="T53" fmla="*/ 13 h 32"/>
              <a:gd name="T54" fmla="*/ 13 w 26"/>
              <a:gd name="T55" fmla="*/ 13 h 32"/>
              <a:gd name="T56" fmla="*/ 15 w 26"/>
              <a:gd name="T57" fmla="*/ 13 h 32"/>
              <a:gd name="T58" fmla="*/ 15 w 26"/>
              <a:gd name="T59" fmla="*/ 13 h 32"/>
              <a:gd name="T60" fmla="*/ 16 w 26"/>
              <a:gd name="T61" fmla="*/ 12 h 32"/>
              <a:gd name="T62" fmla="*/ 16 w 26"/>
              <a:gd name="T63" fmla="*/ 12 h 32"/>
              <a:gd name="T64" fmla="*/ 18 w 26"/>
              <a:gd name="T65" fmla="*/ 11 h 32"/>
              <a:gd name="T66" fmla="*/ 18 w 26"/>
              <a:gd name="T67" fmla="*/ 11 h 32"/>
              <a:gd name="T68" fmla="*/ 18 w 26"/>
              <a:gd name="T69" fmla="*/ 8 h 32"/>
              <a:gd name="T70" fmla="*/ 18 w 26"/>
              <a:gd name="T71" fmla="*/ 8 h 32"/>
              <a:gd name="T72" fmla="*/ 16 w 26"/>
              <a:gd name="T73" fmla="*/ 7 h 32"/>
              <a:gd name="T74" fmla="*/ 16 w 26"/>
              <a:gd name="T75" fmla="*/ 7 h 32"/>
              <a:gd name="T76" fmla="*/ 13 w 26"/>
              <a:gd name="T77" fmla="*/ 7 h 32"/>
              <a:gd name="T78" fmla="*/ 13 w 26"/>
              <a:gd name="T79" fmla="*/ 7 h 32"/>
              <a:gd name="T80" fmla="*/ 12 w 26"/>
              <a:gd name="T81" fmla="*/ 7 h 32"/>
              <a:gd name="T82" fmla="*/ 7 w 26"/>
              <a:gd name="T83" fmla="*/ 7 h 32"/>
              <a:gd name="T84" fmla="*/ 7 w 26"/>
              <a:gd name="T85" fmla="*/ 13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6" h="32">
                <a:moveTo>
                  <a:pt x="0" y="0"/>
                </a:moveTo>
                <a:lnTo>
                  <a:pt x="12" y="0"/>
                </a:lnTo>
                <a:lnTo>
                  <a:pt x="12" y="0"/>
                </a:lnTo>
                <a:lnTo>
                  <a:pt x="18" y="1"/>
                </a:lnTo>
                <a:lnTo>
                  <a:pt x="18" y="1"/>
                </a:lnTo>
                <a:lnTo>
                  <a:pt x="22" y="3"/>
                </a:lnTo>
                <a:lnTo>
                  <a:pt x="22" y="3"/>
                </a:lnTo>
                <a:lnTo>
                  <a:pt x="24" y="5"/>
                </a:lnTo>
                <a:lnTo>
                  <a:pt x="24" y="5"/>
                </a:lnTo>
                <a:lnTo>
                  <a:pt x="24" y="11"/>
                </a:lnTo>
                <a:lnTo>
                  <a:pt x="24" y="11"/>
                </a:lnTo>
                <a:lnTo>
                  <a:pt x="24" y="13"/>
                </a:lnTo>
                <a:lnTo>
                  <a:pt x="23" y="16"/>
                </a:lnTo>
                <a:lnTo>
                  <a:pt x="23" y="16"/>
                </a:lnTo>
                <a:lnTo>
                  <a:pt x="20" y="17"/>
                </a:lnTo>
                <a:lnTo>
                  <a:pt x="18" y="19"/>
                </a:lnTo>
                <a:lnTo>
                  <a:pt x="26" y="32"/>
                </a:lnTo>
                <a:lnTo>
                  <a:pt x="18" y="32"/>
                </a:lnTo>
                <a:lnTo>
                  <a:pt x="11" y="20"/>
                </a:lnTo>
                <a:lnTo>
                  <a:pt x="7" y="20"/>
                </a:lnTo>
                <a:lnTo>
                  <a:pt x="7" y="32"/>
                </a:lnTo>
                <a:lnTo>
                  <a:pt x="0" y="32"/>
                </a:lnTo>
                <a:lnTo>
                  <a:pt x="0" y="0"/>
                </a:lnTo>
                <a:close/>
                <a:moveTo>
                  <a:pt x="7" y="13"/>
                </a:moveTo>
                <a:lnTo>
                  <a:pt x="11" y="13"/>
                </a:lnTo>
                <a:lnTo>
                  <a:pt x="11" y="13"/>
                </a:lnTo>
                <a:lnTo>
                  <a:pt x="13" y="13"/>
                </a:lnTo>
                <a:lnTo>
                  <a:pt x="13" y="13"/>
                </a:lnTo>
                <a:lnTo>
                  <a:pt x="15" y="13"/>
                </a:lnTo>
                <a:lnTo>
                  <a:pt x="15" y="13"/>
                </a:lnTo>
                <a:lnTo>
                  <a:pt x="16" y="12"/>
                </a:lnTo>
                <a:lnTo>
                  <a:pt x="16" y="12"/>
                </a:lnTo>
                <a:lnTo>
                  <a:pt x="18" y="11"/>
                </a:lnTo>
                <a:lnTo>
                  <a:pt x="18" y="11"/>
                </a:lnTo>
                <a:lnTo>
                  <a:pt x="18" y="8"/>
                </a:lnTo>
                <a:lnTo>
                  <a:pt x="18" y="8"/>
                </a:lnTo>
                <a:lnTo>
                  <a:pt x="16" y="7"/>
                </a:lnTo>
                <a:lnTo>
                  <a:pt x="16" y="7"/>
                </a:lnTo>
                <a:lnTo>
                  <a:pt x="13" y="7"/>
                </a:lnTo>
                <a:lnTo>
                  <a:pt x="13" y="7"/>
                </a:lnTo>
                <a:lnTo>
                  <a:pt x="12" y="7"/>
                </a:lnTo>
                <a:lnTo>
                  <a:pt x="7" y="7"/>
                </a:lnTo>
                <a:lnTo>
                  <a:pt x="7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3" name="Freeform 2286"/>
          <p:cNvSpPr>
            <a:spLocks/>
          </p:cNvSpPr>
          <p:nvPr/>
        </p:nvSpPr>
        <p:spPr bwMode="auto">
          <a:xfrm>
            <a:off x="2265369" y="5213377"/>
            <a:ext cx="28990" cy="40333"/>
          </a:xfrm>
          <a:custGeom>
            <a:avLst/>
            <a:gdLst>
              <a:gd name="T0" fmla="*/ 0 w 23"/>
              <a:gd name="T1" fmla="*/ 0 h 32"/>
              <a:gd name="T2" fmla="*/ 21 w 23"/>
              <a:gd name="T3" fmla="*/ 0 h 32"/>
              <a:gd name="T4" fmla="*/ 21 w 23"/>
              <a:gd name="T5" fmla="*/ 7 h 32"/>
              <a:gd name="T6" fmla="*/ 6 w 23"/>
              <a:gd name="T7" fmla="*/ 7 h 32"/>
              <a:gd name="T8" fmla="*/ 6 w 23"/>
              <a:gd name="T9" fmla="*/ 13 h 32"/>
              <a:gd name="T10" fmla="*/ 21 w 23"/>
              <a:gd name="T11" fmla="*/ 13 h 32"/>
              <a:gd name="T12" fmla="*/ 21 w 23"/>
              <a:gd name="T13" fmla="*/ 20 h 32"/>
              <a:gd name="T14" fmla="*/ 6 w 23"/>
              <a:gd name="T15" fmla="*/ 20 h 32"/>
              <a:gd name="T16" fmla="*/ 6 w 23"/>
              <a:gd name="T17" fmla="*/ 25 h 32"/>
              <a:gd name="T18" fmla="*/ 23 w 23"/>
              <a:gd name="T19" fmla="*/ 25 h 32"/>
              <a:gd name="T20" fmla="*/ 23 w 23"/>
              <a:gd name="T21" fmla="*/ 32 h 32"/>
              <a:gd name="T22" fmla="*/ 0 w 23"/>
              <a:gd name="T23" fmla="*/ 32 h 32"/>
              <a:gd name="T24" fmla="*/ 0 w 23"/>
              <a:gd name="T2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" h="32">
                <a:moveTo>
                  <a:pt x="0" y="0"/>
                </a:moveTo>
                <a:lnTo>
                  <a:pt x="21" y="0"/>
                </a:lnTo>
                <a:lnTo>
                  <a:pt x="21" y="7"/>
                </a:lnTo>
                <a:lnTo>
                  <a:pt x="6" y="7"/>
                </a:lnTo>
                <a:lnTo>
                  <a:pt x="6" y="13"/>
                </a:lnTo>
                <a:lnTo>
                  <a:pt x="21" y="13"/>
                </a:lnTo>
                <a:lnTo>
                  <a:pt x="21" y="20"/>
                </a:lnTo>
                <a:lnTo>
                  <a:pt x="6" y="20"/>
                </a:lnTo>
                <a:lnTo>
                  <a:pt x="6" y="25"/>
                </a:lnTo>
                <a:lnTo>
                  <a:pt x="23" y="25"/>
                </a:lnTo>
                <a:lnTo>
                  <a:pt x="23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4" name="Freeform 2287"/>
          <p:cNvSpPr>
            <a:spLocks/>
          </p:cNvSpPr>
          <p:nvPr/>
        </p:nvSpPr>
        <p:spPr bwMode="auto">
          <a:xfrm>
            <a:off x="2144371" y="4847862"/>
            <a:ext cx="139905" cy="148727"/>
          </a:xfrm>
          <a:custGeom>
            <a:avLst/>
            <a:gdLst>
              <a:gd name="T0" fmla="*/ 59 w 111"/>
              <a:gd name="T1" fmla="*/ 118 h 118"/>
              <a:gd name="T2" fmla="*/ 59 w 111"/>
              <a:gd name="T3" fmla="*/ 118 h 118"/>
              <a:gd name="T4" fmla="*/ 69 w 111"/>
              <a:gd name="T5" fmla="*/ 112 h 118"/>
              <a:gd name="T6" fmla="*/ 78 w 111"/>
              <a:gd name="T7" fmla="*/ 104 h 118"/>
              <a:gd name="T8" fmla="*/ 78 w 111"/>
              <a:gd name="T9" fmla="*/ 104 h 118"/>
              <a:gd name="T10" fmla="*/ 88 w 111"/>
              <a:gd name="T11" fmla="*/ 93 h 118"/>
              <a:gd name="T12" fmla="*/ 96 w 111"/>
              <a:gd name="T13" fmla="*/ 81 h 118"/>
              <a:gd name="T14" fmla="*/ 102 w 111"/>
              <a:gd name="T15" fmla="*/ 67 h 118"/>
              <a:gd name="T16" fmla="*/ 106 w 111"/>
              <a:gd name="T17" fmla="*/ 55 h 118"/>
              <a:gd name="T18" fmla="*/ 109 w 111"/>
              <a:gd name="T19" fmla="*/ 41 h 118"/>
              <a:gd name="T20" fmla="*/ 111 w 111"/>
              <a:gd name="T21" fmla="*/ 27 h 118"/>
              <a:gd name="T22" fmla="*/ 111 w 111"/>
              <a:gd name="T23" fmla="*/ 13 h 118"/>
              <a:gd name="T24" fmla="*/ 109 w 111"/>
              <a:gd name="T25" fmla="*/ 0 h 118"/>
              <a:gd name="T26" fmla="*/ 0 w 111"/>
              <a:gd name="T27" fmla="*/ 24 h 118"/>
              <a:gd name="T28" fmla="*/ 59 w 111"/>
              <a:gd name="T2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1" h="118">
                <a:moveTo>
                  <a:pt x="59" y="118"/>
                </a:moveTo>
                <a:lnTo>
                  <a:pt x="59" y="118"/>
                </a:lnTo>
                <a:lnTo>
                  <a:pt x="69" y="112"/>
                </a:lnTo>
                <a:lnTo>
                  <a:pt x="78" y="104"/>
                </a:lnTo>
                <a:lnTo>
                  <a:pt x="78" y="104"/>
                </a:lnTo>
                <a:lnTo>
                  <a:pt x="88" y="93"/>
                </a:lnTo>
                <a:lnTo>
                  <a:pt x="96" y="81"/>
                </a:lnTo>
                <a:lnTo>
                  <a:pt x="102" y="67"/>
                </a:lnTo>
                <a:lnTo>
                  <a:pt x="106" y="55"/>
                </a:lnTo>
                <a:lnTo>
                  <a:pt x="109" y="41"/>
                </a:lnTo>
                <a:lnTo>
                  <a:pt x="111" y="27"/>
                </a:lnTo>
                <a:lnTo>
                  <a:pt x="111" y="13"/>
                </a:lnTo>
                <a:lnTo>
                  <a:pt x="109" y="0"/>
                </a:lnTo>
                <a:lnTo>
                  <a:pt x="0" y="24"/>
                </a:lnTo>
                <a:lnTo>
                  <a:pt x="59" y="118"/>
                </a:lnTo>
                <a:close/>
              </a:path>
            </a:pathLst>
          </a:custGeom>
          <a:solidFill>
            <a:srgbClr val="594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5" name="Freeform 2288"/>
          <p:cNvSpPr>
            <a:spLocks/>
          </p:cNvSpPr>
          <p:nvPr/>
        </p:nvSpPr>
        <p:spPr bwMode="auto">
          <a:xfrm>
            <a:off x="2095215" y="4716781"/>
            <a:ext cx="94530" cy="151248"/>
          </a:xfrm>
          <a:custGeom>
            <a:avLst/>
            <a:gdLst>
              <a:gd name="T0" fmla="*/ 0 w 75"/>
              <a:gd name="T1" fmla="*/ 1 h 120"/>
              <a:gd name="T2" fmla="*/ 20 w 75"/>
              <a:gd name="T3" fmla="*/ 120 h 120"/>
              <a:gd name="T4" fmla="*/ 75 w 75"/>
              <a:gd name="T5" fmla="*/ 10 h 120"/>
              <a:gd name="T6" fmla="*/ 75 w 75"/>
              <a:gd name="T7" fmla="*/ 10 h 120"/>
              <a:gd name="T8" fmla="*/ 58 w 75"/>
              <a:gd name="T9" fmla="*/ 4 h 120"/>
              <a:gd name="T10" fmla="*/ 39 w 75"/>
              <a:gd name="T11" fmla="*/ 0 h 120"/>
              <a:gd name="T12" fmla="*/ 19 w 75"/>
              <a:gd name="T13" fmla="*/ 0 h 120"/>
              <a:gd name="T14" fmla="*/ 0 w 75"/>
              <a:gd name="T15" fmla="*/ 1 h 120"/>
              <a:gd name="T16" fmla="*/ 0 w 75"/>
              <a:gd name="T17" fmla="*/ 1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" h="120">
                <a:moveTo>
                  <a:pt x="0" y="1"/>
                </a:moveTo>
                <a:lnTo>
                  <a:pt x="20" y="120"/>
                </a:lnTo>
                <a:lnTo>
                  <a:pt x="75" y="10"/>
                </a:lnTo>
                <a:lnTo>
                  <a:pt x="75" y="10"/>
                </a:lnTo>
                <a:lnTo>
                  <a:pt x="58" y="4"/>
                </a:lnTo>
                <a:lnTo>
                  <a:pt x="39" y="0"/>
                </a:lnTo>
                <a:lnTo>
                  <a:pt x="19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C2B5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6" name="Freeform 2289"/>
          <p:cNvSpPr>
            <a:spLocks/>
          </p:cNvSpPr>
          <p:nvPr/>
        </p:nvSpPr>
        <p:spPr bwMode="auto">
          <a:xfrm>
            <a:off x="1980519" y="4729385"/>
            <a:ext cx="284850" cy="284850"/>
          </a:xfrm>
          <a:custGeom>
            <a:avLst/>
            <a:gdLst>
              <a:gd name="T0" fmla="*/ 226 w 226"/>
              <a:gd name="T1" fmla="*/ 87 h 226"/>
              <a:gd name="T2" fmla="*/ 226 w 226"/>
              <a:gd name="T3" fmla="*/ 87 h 226"/>
              <a:gd name="T4" fmla="*/ 214 w 226"/>
              <a:gd name="T5" fmla="*/ 57 h 226"/>
              <a:gd name="T6" fmla="*/ 195 w 226"/>
              <a:gd name="T7" fmla="*/ 31 h 226"/>
              <a:gd name="T8" fmla="*/ 188 w 226"/>
              <a:gd name="T9" fmla="*/ 25 h 226"/>
              <a:gd name="T10" fmla="*/ 162 w 226"/>
              <a:gd name="T11" fmla="*/ 9 h 226"/>
              <a:gd name="T12" fmla="*/ 162 w 226"/>
              <a:gd name="T13" fmla="*/ 11 h 226"/>
              <a:gd name="T14" fmla="*/ 185 w 226"/>
              <a:gd name="T15" fmla="*/ 26 h 226"/>
              <a:gd name="T16" fmla="*/ 193 w 226"/>
              <a:gd name="T17" fmla="*/ 33 h 226"/>
              <a:gd name="T18" fmla="*/ 211 w 226"/>
              <a:gd name="T19" fmla="*/ 57 h 226"/>
              <a:gd name="T20" fmla="*/ 223 w 226"/>
              <a:gd name="T21" fmla="*/ 85 h 226"/>
              <a:gd name="T22" fmla="*/ 172 w 226"/>
              <a:gd name="T23" fmla="*/ 207 h 226"/>
              <a:gd name="T24" fmla="*/ 155 w 226"/>
              <a:gd name="T25" fmla="*/ 215 h 226"/>
              <a:gd name="T26" fmla="*/ 120 w 226"/>
              <a:gd name="T27" fmla="*/ 223 h 226"/>
              <a:gd name="T28" fmla="*/ 101 w 226"/>
              <a:gd name="T29" fmla="*/ 222 h 226"/>
              <a:gd name="T30" fmla="*/ 66 w 226"/>
              <a:gd name="T31" fmla="*/ 212 h 226"/>
              <a:gd name="T32" fmla="*/ 35 w 226"/>
              <a:gd name="T33" fmla="*/ 191 h 226"/>
              <a:gd name="T34" fmla="*/ 27 w 226"/>
              <a:gd name="T35" fmla="*/ 181 h 226"/>
              <a:gd name="T36" fmla="*/ 15 w 226"/>
              <a:gd name="T37" fmla="*/ 164 h 226"/>
              <a:gd name="T38" fmla="*/ 7 w 226"/>
              <a:gd name="T39" fmla="*/ 144 h 226"/>
              <a:gd name="T40" fmla="*/ 3 w 226"/>
              <a:gd name="T41" fmla="*/ 122 h 226"/>
              <a:gd name="T42" fmla="*/ 3 w 226"/>
              <a:gd name="T43" fmla="*/ 100 h 226"/>
              <a:gd name="T44" fmla="*/ 7 w 226"/>
              <a:gd name="T45" fmla="*/ 80 h 226"/>
              <a:gd name="T46" fmla="*/ 15 w 226"/>
              <a:gd name="T47" fmla="*/ 60 h 226"/>
              <a:gd name="T48" fmla="*/ 27 w 226"/>
              <a:gd name="T49" fmla="*/ 41 h 226"/>
              <a:gd name="T50" fmla="*/ 35 w 226"/>
              <a:gd name="T51" fmla="*/ 33 h 226"/>
              <a:gd name="T52" fmla="*/ 62 w 226"/>
              <a:gd name="T53" fmla="*/ 13 h 226"/>
              <a:gd name="T54" fmla="*/ 92 w 226"/>
              <a:gd name="T55" fmla="*/ 2 h 226"/>
              <a:gd name="T56" fmla="*/ 92 w 226"/>
              <a:gd name="T57" fmla="*/ 0 h 226"/>
              <a:gd name="T58" fmla="*/ 61 w 226"/>
              <a:gd name="T59" fmla="*/ 11 h 226"/>
              <a:gd name="T60" fmla="*/ 34 w 226"/>
              <a:gd name="T61" fmla="*/ 31 h 226"/>
              <a:gd name="T62" fmla="*/ 26 w 226"/>
              <a:gd name="T63" fmla="*/ 40 h 226"/>
              <a:gd name="T64" fmla="*/ 14 w 226"/>
              <a:gd name="T65" fmla="*/ 58 h 226"/>
              <a:gd name="T66" fmla="*/ 6 w 226"/>
              <a:gd name="T67" fmla="*/ 79 h 226"/>
              <a:gd name="T68" fmla="*/ 0 w 226"/>
              <a:gd name="T69" fmla="*/ 100 h 226"/>
              <a:gd name="T70" fmla="*/ 0 w 226"/>
              <a:gd name="T71" fmla="*/ 122 h 226"/>
              <a:gd name="T72" fmla="*/ 6 w 226"/>
              <a:gd name="T73" fmla="*/ 144 h 226"/>
              <a:gd name="T74" fmla="*/ 14 w 226"/>
              <a:gd name="T75" fmla="*/ 165 h 226"/>
              <a:gd name="T76" fmla="*/ 26 w 226"/>
              <a:gd name="T77" fmla="*/ 184 h 226"/>
              <a:gd name="T78" fmla="*/ 34 w 226"/>
              <a:gd name="T79" fmla="*/ 192 h 226"/>
              <a:gd name="T80" fmla="*/ 49 w 226"/>
              <a:gd name="T81" fmla="*/ 204 h 226"/>
              <a:gd name="T82" fmla="*/ 65 w 226"/>
              <a:gd name="T83" fmla="*/ 214 h 226"/>
              <a:gd name="T84" fmla="*/ 83 w 226"/>
              <a:gd name="T85" fmla="*/ 220 h 226"/>
              <a:gd name="T86" fmla="*/ 101 w 226"/>
              <a:gd name="T87" fmla="*/ 225 h 226"/>
              <a:gd name="T88" fmla="*/ 120 w 226"/>
              <a:gd name="T89" fmla="*/ 226 h 226"/>
              <a:gd name="T90" fmla="*/ 157 w 226"/>
              <a:gd name="T91" fmla="*/ 216 h 226"/>
              <a:gd name="T92" fmla="*/ 174 w 226"/>
              <a:gd name="T93" fmla="*/ 208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26" h="226">
                <a:moveTo>
                  <a:pt x="115" y="112"/>
                </a:moveTo>
                <a:lnTo>
                  <a:pt x="226" y="87"/>
                </a:lnTo>
                <a:lnTo>
                  <a:pt x="226" y="87"/>
                </a:lnTo>
                <a:lnTo>
                  <a:pt x="226" y="87"/>
                </a:lnTo>
                <a:lnTo>
                  <a:pt x="220" y="71"/>
                </a:lnTo>
                <a:lnTo>
                  <a:pt x="214" y="57"/>
                </a:lnTo>
                <a:lnTo>
                  <a:pt x="205" y="44"/>
                </a:lnTo>
                <a:lnTo>
                  <a:pt x="195" y="31"/>
                </a:lnTo>
                <a:lnTo>
                  <a:pt x="195" y="31"/>
                </a:lnTo>
                <a:lnTo>
                  <a:pt x="188" y="25"/>
                </a:lnTo>
                <a:lnTo>
                  <a:pt x="180" y="18"/>
                </a:lnTo>
                <a:lnTo>
                  <a:pt x="162" y="9"/>
                </a:lnTo>
                <a:lnTo>
                  <a:pt x="162" y="11"/>
                </a:lnTo>
                <a:lnTo>
                  <a:pt x="162" y="11"/>
                </a:lnTo>
                <a:lnTo>
                  <a:pt x="178" y="21"/>
                </a:lnTo>
                <a:lnTo>
                  <a:pt x="185" y="26"/>
                </a:lnTo>
                <a:lnTo>
                  <a:pt x="193" y="33"/>
                </a:lnTo>
                <a:lnTo>
                  <a:pt x="193" y="33"/>
                </a:lnTo>
                <a:lnTo>
                  <a:pt x="203" y="45"/>
                </a:lnTo>
                <a:lnTo>
                  <a:pt x="211" y="57"/>
                </a:lnTo>
                <a:lnTo>
                  <a:pt x="218" y="71"/>
                </a:lnTo>
                <a:lnTo>
                  <a:pt x="223" y="85"/>
                </a:lnTo>
                <a:lnTo>
                  <a:pt x="111" y="110"/>
                </a:lnTo>
                <a:lnTo>
                  <a:pt x="172" y="207"/>
                </a:lnTo>
                <a:lnTo>
                  <a:pt x="172" y="207"/>
                </a:lnTo>
                <a:lnTo>
                  <a:pt x="155" y="215"/>
                </a:lnTo>
                <a:lnTo>
                  <a:pt x="138" y="220"/>
                </a:lnTo>
                <a:lnTo>
                  <a:pt x="120" y="223"/>
                </a:lnTo>
                <a:lnTo>
                  <a:pt x="101" y="222"/>
                </a:lnTo>
                <a:lnTo>
                  <a:pt x="101" y="222"/>
                </a:lnTo>
                <a:lnTo>
                  <a:pt x="83" y="219"/>
                </a:lnTo>
                <a:lnTo>
                  <a:pt x="66" y="212"/>
                </a:lnTo>
                <a:lnTo>
                  <a:pt x="50" y="203"/>
                </a:lnTo>
                <a:lnTo>
                  <a:pt x="35" y="191"/>
                </a:lnTo>
                <a:lnTo>
                  <a:pt x="35" y="191"/>
                </a:lnTo>
                <a:lnTo>
                  <a:pt x="27" y="181"/>
                </a:lnTo>
                <a:lnTo>
                  <a:pt x="20" y="173"/>
                </a:lnTo>
                <a:lnTo>
                  <a:pt x="15" y="164"/>
                </a:lnTo>
                <a:lnTo>
                  <a:pt x="11" y="153"/>
                </a:lnTo>
                <a:lnTo>
                  <a:pt x="7" y="144"/>
                </a:lnTo>
                <a:lnTo>
                  <a:pt x="4" y="133"/>
                </a:lnTo>
                <a:lnTo>
                  <a:pt x="3" y="122"/>
                </a:lnTo>
                <a:lnTo>
                  <a:pt x="3" y="111"/>
                </a:lnTo>
                <a:lnTo>
                  <a:pt x="3" y="100"/>
                </a:lnTo>
                <a:lnTo>
                  <a:pt x="4" y="91"/>
                </a:lnTo>
                <a:lnTo>
                  <a:pt x="7" y="80"/>
                </a:lnTo>
                <a:lnTo>
                  <a:pt x="11" y="69"/>
                </a:lnTo>
                <a:lnTo>
                  <a:pt x="15" y="60"/>
                </a:lnTo>
                <a:lnTo>
                  <a:pt x="20" y="50"/>
                </a:lnTo>
                <a:lnTo>
                  <a:pt x="27" y="41"/>
                </a:lnTo>
                <a:lnTo>
                  <a:pt x="35" y="33"/>
                </a:lnTo>
                <a:lnTo>
                  <a:pt x="35" y="33"/>
                </a:lnTo>
                <a:lnTo>
                  <a:pt x="49" y="22"/>
                </a:lnTo>
                <a:lnTo>
                  <a:pt x="62" y="13"/>
                </a:lnTo>
                <a:lnTo>
                  <a:pt x="77" y="7"/>
                </a:lnTo>
                <a:lnTo>
                  <a:pt x="92" y="2"/>
                </a:lnTo>
                <a:lnTo>
                  <a:pt x="92" y="0"/>
                </a:lnTo>
                <a:lnTo>
                  <a:pt x="92" y="0"/>
                </a:lnTo>
                <a:lnTo>
                  <a:pt x="76" y="4"/>
                </a:lnTo>
                <a:lnTo>
                  <a:pt x="61" y="11"/>
                </a:lnTo>
                <a:lnTo>
                  <a:pt x="46" y="19"/>
                </a:lnTo>
                <a:lnTo>
                  <a:pt x="34" y="31"/>
                </a:lnTo>
                <a:lnTo>
                  <a:pt x="34" y="31"/>
                </a:lnTo>
                <a:lnTo>
                  <a:pt x="26" y="40"/>
                </a:lnTo>
                <a:lnTo>
                  <a:pt x="19" y="49"/>
                </a:lnTo>
                <a:lnTo>
                  <a:pt x="14" y="58"/>
                </a:lnTo>
                <a:lnTo>
                  <a:pt x="8" y="69"/>
                </a:lnTo>
                <a:lnTo>
                  <a:pt x="6" y="79"/>
                </a:lnTo>
                <a:lnTo>
                  <a:pt x="3" y="90"/>
                </a:lnTo>
                <a:lnTo>
                  <a:pt x="0" y="100"/>
                </a:lnTo>
                <a:lnTo>
                  <a:pt x="0" y="111"/>
                </a:lnTo>
                <a:lnTo>
                  <a:pt x="0" y="122"/>
                </a:lnTo>
                <a:lnTo>
                  <a:pt x="3" y="133"/>
                </a:lnTo>
                <a:lnTo>
                  <a:pt x="6" y="144"/>
                </a:lnTo>
                <a:lnTo>
                  <a:pt x="8" y="154"/>
                </a:lnTo>
                <a:lnTo>
                  <a:pt x="14" y="165"/>
                </a:lnTo>
                <a:lnTo>
                  <a:pt x="19" y="175"/>
                </a:lnTo>
                <a:lnTo>
                  <a:pt x="26" y="184"/>
                </a:lnTo>
                <a:lnTo>
                  <a:pt x="34" y="192"/>
                </a:lnTo>
                <a:lnTo>
                  <a:pt x="34" y="192"/>
                </a:lnTo>
                <a:lnTo>
                  <a:pt x="41" y="199"/>
                </a:lnTo>
                <a:lnTo>
                  <a:pt x="49" y="204"/>
                </a:lnTo>
                <a:lnTo>
                  <a:pt x="57" y="210"/>
                </a:lnTo>
                <a:lnTo>
                  <a:pt x="65" y="214"/>
                </a:lnTo>
                <a:lnTo>
                  <a:pt x="73" y="218"/>
                </a:lnTo>
                <a:lnTo>
                  <a:pt x="83" y="220"/>
                </a:lnTo>
                <a:lnTo>
                  <a:pt x="92" y="223"/>
                </a:lnTo>
                <a:lnTo>
                  <a:pt x="101" y="225"/>
                </a:lnTo>
                <a:lnTo>
                  <a:pt x="101" y="225"/>
                </a:lnTo>
                <a:lnTo>
                  <a:pt x="120" y="226"/>
                </a:lnTo>
                <a:lnTo>
                  <a:pt x="139" y="223"/>
                </a:lnTo>
                <a:lnTo>
                  <a:pt x="157" y="216"/>
                </a:lnTo>
                <a:lnTo>
                  <a:pt x="174" y="208"/>
                </a:lnTo>
                <a:lnTo>
                  <a:pt x="174" y="208"/>
                </a:lnTo>
                <a:lnTo>
                  <a:pt x="115" y="112"/>
                </a:lnTo>
                <a:close/>
              </a:path>
            </a:pathLst>
          </a:custGeom>
          <a:solidFill>
            <a:srgbClr val="C2B5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7" name="Freeform 2290"/>
          <p:cNvSpPr>
            <a:spLocks/>
          </p:cNvSpPr>
          <p:nvPr/>
        </p:nvSpPr>
        <p:spPr bwMode="auto">
          <a:xfrm>
            <a:off x="1995644" y="3448821"/>
            <a:ext cx="70582" cy="88228"/>
          </a:xfrm>
          <a:custGeom>
            <a:avLst/>
            <a:gdLst>
              <a:gd name="T0" fmla="*/ 22 w 56"/>
              <a:gd name="T1" fmla="*/ 11 h 70"/>
              <a:gd name="T2" fmla="*/ 0 w 56"/>
              <a:gd name="T3" fmla="*/ 11 h 70"/>
              <a:gd name="T4" fmla="*/ 0 w 56"/>
              <a:gd name="T5" fmla="*/ 0 h 70"/>
              <a:gd name="T6" fmla="*/ 56 w 56"/>
              <a:gd name="T7" fmla="*/ 0 h 70"/>
              <a:gd name="T8" fmla="*/ 56 w 56"/>
              <a:gd name="T9" fmla="*/ 11 h 70"/>
              <a:gd name="T10" fmla="*/ 34 w 56"/>
              <a:gd name="T11" fmla="*/ 11 h 70"/>
              <a:gd name="T12" fmla="*/ 34 w 56"/>
              <a:gd name="T13" fmla="*/ 70 h 70"/>
              <a:gd name="T14" fmla="*/ 22 w 56"/>
              <a:gd name="T15" fmla="*/ 70 h 70"/>
              <a:gd name="T16" fmla="*/ 22 w 56"/>
              <a:gd name="T17" fmla="*/ 1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" h="70">
                <a:moveTo>
                  <a:pt x="22" y="11"/>
                </a:moveTo>
                <a:lnTo>
                  <a:pt x="0" y="11"/>
                </a:lnTo>
                <a:lnTo>
                  <a:pt x="0" y="0"/>
                </a:lnTo>
                <a:lnTo>
                  <a:pt x="56" y="0"/>
                </a:lnTo>
                <a:lnTo>
                  <a:pt x="56" y="11"/>
                </a:lnTo>
                <a:lnTo>
                  <a:pt x="34" y="11"/>
                </a:lnTo>
                <a:lnTo>
                  <a:pt x="34" y="70"/>
                </a:lnTo>
                <a:lnTo>
                  <a:pt x="22" y="70"/>
                </a:lnTo>
                <a:lnTo>
                  <a:pt x="22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8" name="Freeform 2291"/>
          <p:cNvSpPr>
            <a:spLocks/>
          </p:cNvSpPr>
          <p:nvPr/>
        </p:nvSpPr>
        <p:spPr bwMode="auto">
          <a:xfrm>
            <a:off x="2082611" y="3448821"/>
            <a:ext cx="61760" cy="88228"/>
          </a:xfrm>
          <a:custGeom>
            <a:avLst/>
            <a:gdLst>
              <a:gd name="T0" fmla="*/ 0 w 49"/>
              <a:gd name="T1" fmla="*/ 0 h 70"/>
              <a:gd name="T2" fmla="*/ 47 w 49"/>
              <a:gd name="T3" fmla="*/ 0 h 70"/>
              <a:gd name="T4" fmla="*/ 47 w 49"/>
              <a:gd name="T5" fmla="*/ 11 h 70"/>
              <a:gd name="T6" fmla="*/ 14 w 49"/>
              <a:gd name="T7" fmla="*/ 11 h 70"/>
              <a:gd name="T8" fmla="*/ 14 w 49"/>
              <a:gd name="T9" fmla="*/ 28 h 70"/>
              <a:gd name="T10" fmla="*/ 45 w 49"/>
              <a:gd name="T11" fmla="*/ 28 h 70"/>
              <a:gd name="T12" fmla="*/ 45 w 49"/>
              <a:gd name="T13" fmla="*/ 40 h 70"/>
              <a:gd name="T14" fmla="*/ 14 w 49"/>
              <a:gd name="T15" fmla="*/ 40 h 70"/>
              <a:gd name="T16" fmla="*/ 14 w 49"/>
              <a:gd name="T17" fmla="*/ 59 h 70"/>
              <a:gd name="T18" fmla="*/ 49 w 49"/>
              <a:gd name="T19" fmla="*/ 59 h 70"/>
              <a:gd name="T20" fmla="*/ 49 w 49"/>
              <a:gd name="T21" fmla="*/ 70 h 70"/>
              <a:gd name="T22" fmla="*/ 0 w 49"/>
              <a:gd name="T23" fmla="*/ 70 h 70"/>
              <a:gd name="T24" fmla="*/ 0 w 49"/>
              <a:gd name="T25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" h="70">
                <a:moveTo>
                  <a:pt x="0" y="0"/>
                </a:moveTo>
                <a:lnTo>
                  <a:pt x="47" y="0"/>
                </a:lnTo>
                <a:lnTo>
                  <a:pt x="47" y="11"/>
                </a:lnTo>
                <a:lnTo>
                  <a:pt x="14" y="11"/>
                </a:lnTo>
                <a:lnTo>
                  <a:pt x="14" y="28"/>
                </a:lnTo>
                <a:lnTo>
                  <a:pt x="45" y="28"/>
                </a:lnTo>
                <a:lnTo>
                  <a:pt x="45" y="40"/>
                </a:lnTo>
                <a:lnTo>
                  <a:pt x="14" y="40"/>
                </a:lnTo>
                <a:lnTo>
                  <a:pt x="14" y="59"/>
                </a:lnTo>
                <a:lnTo>
                  <a:pt x="49" y="59"/>
                </a:lnTo>
                <a:lnTo>
                  <a:pt x="49" y="70"/>
                </a:lnTo>
                <a:lnTo>
                  <a:pt x="0" y="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9" name="Freeform 2292"/>
          <p:cNvSpPr>
            <a:spLocks/>
          </p:cNvSpPr>
          <p:nvPr/>
        </p:nvSpPr>
        <p:spPr bwMode="auto">
          <a:xfrm>
            <a:off x="2155714" y="3448821"/>
            <a:ext cx="86968" cy="88228"/>
          </a:xfrm>
          <a:custGeom>
            <a:avLst/>
            <a:gdLst>
              <a:gd name="T0" fmla="*/ 26 w 69"/>
              <a:gd name="T1" fmla="*/ 34 h 70"/>
              <a:gd name="T2" fmla="*/ 2 w 69"/>
              <a:gd name="T3" fmla="*/ 0 h 70"/>
              <a:gd name="T4" fmla="*/ 18 w 69"/>
              <a:gd name="T5" fmla="*/ 0 h 70"/>
              <a:gd name="T6" fmla="*/ 34 w 69"/>
              <a:gd name="T7" fmla="*/ 26 h 70"/>
              <a:gd name="T8" fmla="*/ 50 w 69"/>
              <a:gd name="T9" fmla="*/ 0 h 70"/>
              <a:gd name="T10" fmla="*/ 66 w 69"/>
              <a:gd name="T11" fmla="*/ 0 h 70"/>
              <a:gd name="T12" fmla="*/ 43 w 69"/>
              <a:gd name="T13" fmla="*/ 34 h 70"/>
              <a:gd name="T14" fmla="*/ 69 w 69"/>
              <a:gd name="T15" fmla="*/ 70 h 70"/>
              <a:gd name="T16" fmla="*/ 53 w 69"/>
              <a:gd name="T17" fmla="*/ 70 h 70"/>
              <a:gd name="T18" fmla="*/ 34 w 69"/>
              <a:gd name="T19" fmla="*/ 40 h 70"/>
              <a:gd name="T20" fmla="*/ 15 w 69"/>
              <a:gd name="T21" fmla="*/ 70 h 70"/>
              <a:gd name="T22" fmla="*/ 0 w 69"/>
              <a:gd name="T23" fmla="*/ 70 h 70"/>
              <a:gd name="T24" fmla="*/ 26 w 69"/>
              <a:gd name="T25" fmla="*/ 34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9" h="70">
                <a:moveTo>
                  <a:pt x="26" y="34"/>
                </a:moveTo>
                <a:lnTo>
                  <a:pt x="2" y="0"/>
                </a:lnTo>
                <a:lnTo>
                  <a:pt x="18" y="0"/>
                </a:lnTo>
                <a:lnTo>
                  <a:pt x="34" y="26"/>
                </a:lnTo>
                <a:lnTo>
                  <a:pt x="50" y="0"/>
                </a:lnTo>
                <a:lnTo>
                  <a:pt x="66" y="0"/>
                </a:lnTo>
                <a:lnTo>
                  <a:pt x="43" y="34"/>
                </a:lnTo>
                <a:lnTo>
                  <a:pt x="69" y="70"/>
                </a:lnTo>
                <a:lnTo>
                  <a:pt x="53" y="70"/>
                </a:lnTo>
                <a:lnTo>
                  <a:pt x="34" y="40"/>
                </a:lnTo>
                <a:lnTo>
                  <a:pt x="15" y="70"/>
                </a:lnTo>
                <a:lnTo>
                  <a:pt x="0" y="70"/>
                </a:lnTo>
                <a:lnTo>
                  <a:pt x="26" y="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0" name="Freeform 2293"/>
          <p:cNvSpPr>
            <a:spLocks/>
          </p:cNvSpPr>
          <p:nvPr/>
        </p:nvSpPr>
        <p:spPr bwMode="auto">
          <a:xfrm>
            <a:off x="2250244" y="3448821"/>
            <a:ext cx="69322" cy="88228"/>
          </a:xfrm>
          <a:custGeom>
            <a:avLst/>
            <a:gdLst>
              <a:gd name="T0" fmla="*/ 21 w 55"/>
              <a:gd name="T1" fmla="*/ 11 h 70"/>
              <a:gd name="T2" fmla="*/ 0 w 55"/>
              <a:gd name="T3" fmla="*/ 11 h 70"/>
              <a:gd name="T4" fmla="*/ 0 w 55"/>
              <a:gd name="T5" fmla="*/ 0 h 70"/>
              <a:gd name="T6" fmla="*/ 55 w 55"/>
              <a:gd name="T7" fmla="*/ 0 h 70"/>
              <a:gd name="T8" fmla="*/ 55 w 55"/>
              <a:gd name="T9" fmla="*/ 11 h 70"/>
              <a:gd name="T10" fmla="*/ 33 w 55"/>
              <a:gd name="T11" fmla="*/ 11 h 70"/>
              <a:gd name="T12" fmla="*/ 33 w 55"/>
              <a:gd name="T13" fmla="*/ 70 h 70"/>
              <a:gd name="T14" fmla="*/ 21 w 55"/>
              <a:gd name="T15" fmla="*/ 70 h 70"/>
              <a:gd name="T16" fmla="*/ 21 w 55"/>
              <a:gd name="T17" fmla="*/ 1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" h="70">
                <a:moveTo>
                  <a:pt x="21" y="11"/>
                </a:moveTo>
                <a:lnTo>
                  <a:pt x="0" y="11"/>
                </a:lnTo>
                <a:lnTo>
                  <a:pt x="0" y="0"/>
                </a:lnTo>
                <a:lnTo>
                  <a:pt x="55" y="0"/>
                </a:lnTo>
                <a:lnTo>
                  <a:pt x="55" y="11"/>
                </a:lnTo>
                <a:lnTo>
                  <a:pt x="33" y="11"/>
                </a:lnTo>
                <a:lnTo>
                  <a:pt x="33" y="70"/>
                </a:lnTo>
                <a:lnTo>
                  <a:pt x="21" y="70"/>
                </a:lnTo>
                <a:lnTo>
                  <a:pt x="21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1" name="Rectangle 2294"/>
          <p:cNvSpPr>
            <a:spLocks noChangeArrowheads="1"/>
          </p:cNvSpPr>
          <p:nvPr/>
        </p:nvSpPr>
        <p:spPr bwMode="auto">
          <a:xfrm>
            <a:off x="2008248" y="3586204"/>
            <a:ext cx="8823" cy="4159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2" name="Freeform 2295"/>
          <p:cNvSpPr>
            <a:spLocks/>
          </p:cNvSpPr>
          <p:nvPr/>
        </p:nvSpPr>
        <p:spPr bwMode="auto">
          <a:xfrm>
            <a:off x="2022112" y="3586204"/>
            <a:ext cx="36552" cy="42854"/>
          </a:xfrm>
          <a:custGeom>
            <a:avLst/>
            <a:gdLst>
              <a:gd name="T0" fmla="*/ 23 w 29"/>
              <a:gd name="T1" fmla="*/ 10 h 34"/>
              <a:gd name="T2" fmla="*/ 23 w 29"/>
              <a:gd name="T3" fmla="*/ 10 h 34"/>
              <a:gd name="T4" fmla="*/ 20 w 29"/>
              <a:gd name="T5" fmla="*/ 7 h 34"/>
              <a:gd name="T6" fmla="*/ 20 w 29"/>
              <a:gd name="T7" fmla="*/ 7 h 34"/>
              <a:gd name="T8" fmla="*/ 17 w 29"/>
              <a:gd name="T9" fmla="*/ 7 h 34"/>
              <a:gd name="T10" fmla="*/ 17 w 29"/>
              <a:gd name="T11" fmla="*/ 7 h 34"/>
              <a:gd name="T12" fmla="*/ 13 w 29"/>
              <a:gd name="T13" fmla="*/ 7 h 34"/>
              <a:gd name="T14" fmla="*/ 13 w 29"/>
              <a:gd name="T15" fmla="*/ 7 h 34"/>
              <a:gd name="T16" fmla="*/ 10 w 29"/>
              <a:gd name="T17" fmla="*/ 10 h 34"/>
              <a:gd name="T18" fmla="*/ 10 w 29"/>
              <a:gd name="T19" fmla="*/ 10 h 34"/>
              <a:gd name="T20" fmla="*/ 8 w 29"/>
              <a:gd name="T21" fmla="*/ 12 h 34"/>
              <a:gd name="T22" fmla="*/ 8 w 29"/>
              <a:gd name="T23" fmla="*/ 12 h 34"/>
              <a:gd name="T24" fmla="*/ 8 w 29"/>
              <a:gd name="T25" fmla="*/ 16 h 34"/>
              <a:gd name="T26" fmla="*/ 8 w 29"/>
              <a:gd name="T27" fmla="*/ 16 h 34"/>
              <a:gd name="T28" fmla="*/ 8 w 29"/>
              <a:gd name="T29" fmla="*/ 20 h 34"/>
              <a:gd name="T30" fmla="*/ 8 w 29"/>
              <a:gd name="T31" fmla="*/ 20 h 34"/>
              <a:gd name="T32" fmla="*/ 10 w 29"/>
              <a:gd name="T33" fmla="*/ 25 h 34"/>
              <a:gd name="T34" fmla="*/ 10 w 29"/>
              <a:gd name="T35" fmla="*/ 25 h 34"/>
              <a:gd name="T36" fmla="*/ 13 w 29"/>
              <a:gd name="T37" fmla="*/ 27 h 34"/>
              <a:gd name="T38" fmla="*/ 13 w 29"/>
              <a:gd name="T39" fmla="*/ 27 h 34"/>
              <a:gd name="T40" fmla="*/ 17 w 29"/>
              <a:gd name="T41" fmla="*/ 27 h 34"/>
              <a:gd name="T42" fmla="*/ 17 w 29"/>
              <a:gd name="T43" fmla="*/ 27 h 34"/>
              <a:gd name="T44" fmla="*/ 20 w 29"/>
              <a:gd name="T45" fmla="*/ 26 h 34"/>
              <a:gd name="T46" fmla="*/ 20 w 29"/>
              <a:gd name="T47" fmla="*/ 26 h 34"/>
              <a:gd name="T48" fmla="*/ 23 w 29"/>
              <a:gd name="T49" fmla="*/ 25 h 34"/>
              <a:gd name="T50" fmla="*/ 29 w 29"/>
              <a:gd name="T51" fmla="*/ 29 h 34"/>
              <a:gd name="T52" fmla="*/ 29 w 29"/>
              <a:gd name="T53" fmla="*/ 29 h 34"/>
              <a:gd name="T54" fmla="*/ 27 w 29"/>
              <a:gd name="T55" fmla="*/ 31 h 34"/>
              <a:gd name="T56" fmla="*/ 24 w 29"/>
              <a:gd name="T57" fmla="*/ 33 h 34"/>
              <a:gd name="T58" fmla="*/ 24 w 29"/>
              <a:gd name="T59" fmla="*/ 33 h 34"/>
              <a:gd name="T60" fmla="*/ 17 w 29"/>
              <a:gd name="T61" fmla="*/ 34 h 34"/>
              <a:gd name="T62" fmla="*/ 17 w 29"/>
              <a:gd name="T63" fmla="*/ 34 h 34"/>
              <a:gd name="T64" fmla="*/ 10 w 29"/>
              <a:gd name="T65" fmla="*/ 33 h 34"/>
              <a:gd name="T66" fmla="*/ 10 w 29"/>
              <a:gd name="T67" fmla="*/ 33 h 34"/>
              <a:gd name="T68" fmla="*/ 5 w 29"/>
              <a:gd name="T69" fmla="*/ 30 h 34"/>
              <a:gd name="T70" fmla="*/ 5 w 29"/>
              <a:gd name="T71" fmla="*/ 30 h 34"/>
              <a:gd name="T72" fmla="*/ 1 w 29"/>
              <a:gd name="T73" fmla="*/ 25 h 34"/>
              <a:gd name="T74" fmla="*/ 1 w 29"/>
              <a:gd name="T75" fmla="*/ 25 h 34"/>
              <a:gd name="T76" fmla="*/ 0 w 29"/>
              <a:gd name="T77" fmla="*/ 16 h 34"/>
              <a:gd name="T78" fmla="*/ 0 w 29"/>
              <a:gd name="T79" fmla="*/ 16 h 34"/>
              <a:gd name="T80" fmla="*/ 1 w 29"/>
              <a:gd name="T81" fmla="*/ 10 h 34"/>
              <a:gd name="T82" fmla="*/ 1 w 29"/>
              <a:gd name="T83" fmla="*/ 10 h 34"/>
              <a:gd name="T84" fmla="*/ 5 w 29"/>
              <a:gd name="T85" fmla="*/ 4 h 34"/>
              <a:gd name="T86" fmla="*/ 5 w 29"/>
              <a:gd name="T87" fmla="*/ 4 h 34"/>
              <a:gd name="T88" fmla="*/ 10 w 29"/>
              <a:gd name="T89" fmla="*/ 2 h 34"/>
              <a:gd name="T90" fmla="*/ 10 w 29"/>
              <a:gd name="T91" fmla="*/ 2 h 34"/>
              <a:gd name="T92" fmla="*/ 17 w 29"/>
              <a:gd name="T93" fmla="*/ 0 h 34"/>
              <a:gd name="T94" fmla="*/ 17 w 29"/>
              <a:gd name="T95" fmla="*/ 0 h 34"/>
              <a:gd name="T96" fmla="*/ 20 w 29"/>
              <a:gd name="T97" fmla="*/ 0 h 34"/>
              <a:gd name="T98" fmla="*/ 20 w 29"/>
              <a:gd name="T99" fmla="*/ 0 h 34"/>
              <a:gd name="T100" fmla="*/ 24 w 29"/>
              <a:gd name="T101" fmla="*/ 2 h 34"/>
              <a:gd name="T102" fmla="*/ 24 w 29"/>
              <a:gd name="T103" fmla="*/ 2 h 34"/>
              <a:gd name="T104" fmla="*/ 27 w 29"/>
              <a:gd name="T105" fmla="*/ 3 h 34"/>
              <a:gd name="T106" fmla="*/ 27 w 29"/>
              <a:gd name="T107" fmla="*/ 3 h 34"/>
              <a:gd name="T108" fmla="*/ 28 w 29"/>
              <a:gd name="T109" fmla="*/ 4 h 34"/>
              <a:gd name="T110" fmla="*/ 23 w 29"/>
              <a:gd name="T111" fmla="*/ 1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9" h="34">
                <a:moveTo>
                  <a:pt x="23" y="10"/>
                </a:moveTo>
                <a:lnTo>
                  <a:pt x="23" y="10"/>
                </a:lnTo>
                <a:lnTo>
                  <a:pt x="20" y="7"/>
                </a:lnTo>
                <a:lnTo>
                  <a:pt x="20" y="7"/>
                </a:lnTo>
                <a:lnTo>
                  <a:pt x="17" y="7"/>
                </a:lnTo>
                <a:lnTo>
                  <a:pt x="17" y="7"/>
                </a:lnTo>
                <a:lnTo>
                  <a:pt x="13" y="7"/>
                </a:lnTo>
                <a:lnTo>
                  <a:pt x="13" y="7"/>
                </a:lnTo>
                <a:lnTo>
                  <a:pt x="10" y="10"/>
                </a:lnTo>
                <a:lnTo>
                  <a:pt x="10" y="10"/>
                </a:lnTo>
                <a:lnTo>
                  <a:pt x="8" y="12"/>
                </a:lnTo>
                <a:lnTo>
                  <a:pt x="8" y="12"/>
                </a:lnTo>
                <a:lnTo>
                  <a:pt x="8" y="16"/>
                </a:lnTo>
                <a:lnTo>
                  <a:pt x="8" y="16"/>
                </a:lnTo>
                <a:lnTo>
                  <a:pt x="8" y="20"/>
                </a:lnTo>
                <a:lnTo>
                  <a:pt x="8" y="20"/>
                </a:lnTo>
                <a:lnTo>
                  <a:pt x="10" y="25"/>
                </a:lnTo>
                <a:lnTo>
                  <a:pt x="10" y="25"/>
                </a:lnTo>
                <a:lnTo>
                  <a:pt x="13" y="27"/>
                </a:lnTo>
                <a:lnTo>
                  <a:pt x="13" y="27"/>
                </a:lnTo>
                <a:lnTo>
                  <a:pt x="17" y="27"/>
                </a:lnTo>
                <a:lnTo>
                  <a:pt x="17" y="27"/>
                </a:lnTo>
                <a:lnTo>
                  <a:pt x="20" y="26"/>
                </a:lnTo>
                <a:lnTo>
                  <a:pt x="20" y="26"/>
                </a:lnTo>
                <a:lnTo>
                  <a:pt x="23" y="25"/>
                </a:lnTo>
                <a:lnTo>
                  <a:pt x="29" y="29"/>
                </a:lnTo>
                <a:lnTo>
                  <a:pt x="29" y="29"/>
                </a:lnTo>
                <a:lnTo>
                  <a:pt x="27" y="31"/>
                </a:lnTo>
                <a:lnTo>
                  <a:pt x="24" y="33"/>
                </a:lnTo>
                <a:lnTo>
                  <a:pt x="24" y="33"/>
                </a:lnTo>
                <a:lnTo>
                  <a:pt x="17" y="34"/>
                </a:lnTo>
                <a:lnTo>
                  <a:pt x="17" y="34"/>
                </a:lnTo>
                <a:lnTo>
                  <a:pt x="10" y="33"/>
                </a:lnTo>
                <a:lnTo>
                  <a:pt x="10" y="33"/>
                </a:lnTo>
                <a:lnTo>
                  <a:pt x="5" y="30"/>
                </a:lnTo>
                <a:lnTo>
                  <a:pt x="5" y="30"/>
                </a:lnTo>
                <a:lnTo>
                  <a:pt x="1" y="25"/>
                </a:lnTo>
                <a:lnTo>
                  <a:pt x="1" y="25"/>
                </a:lnTo>
                <a:lnTo>
                  <a:pt x="0" y="16"/>
                </a:lnTo>
                <a:lnTo>
                  <a:pt x="0" y="16"/>
                </a:lnTo>
                <a:lnTo>
                  <a:pt x="1" y="10"/>
                </a:lnTo>
                <a:lnTo>
                  <a:pt x="1" y="10"/>
                </a:lnTo>
                <a:lnTo>
                  <a:pt x="5" y="4"/>
                </a:lnTo>
                <a:lnTo>
                  <a:pt x="5" y="4"/>
                </a:lnTo>
                <a:lnTo>
                  <a:pt x="10" y="2"/>
                </a:lnTo>
                <a:lnTo>
                  <a:pt x="10" y="2"/>
                </a:lnTo>
                <a:lnTo>
                  <a:pt x="17" y="0"/>
                </a:lnTo>
                <a:lnTo>
                  <a:pt x="17" y="0"/>
                </a:lnTo>
                <a:lnTo>
                  <a:pt x="20" y="0"/>
                </a:lnTo>
                <a:lnTo>
                  <a:pt x="20" y="0"/>
                </a:lnTo>
                <a:lnTo>
                  <a:pt x="24" y="2"/>
                </a:lnTo>
                <a:lnTo>
                  <a:pt x="24" y="2"/>
                </a:lnTo>
                <a:lnTo>
                  <a:pt x="27" y="3"/>
                </a:lnTo>
                <a:lnTo>
                  <a:pt x="27" y="3"/>
                </a:lnTo>
                <a:lnTo>
                  <a:pt x="28" y="4"/>
                </a:lnTo>
                <a:lnTo>
                  <a:pt x="23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3" name="Freeform 2296"/>
          <p:cNvSpPr>
            <a:spLocks noEditPoints="1"/>
          </p:cNvSpPr>
          <p:nvPr/>
        </p:nvSpPr>
        <p:spPr bwMode="auto">
          <a:xfrm>
            <a:off x="2061185" y="3586204"/>
            <a:ext cx="44114" cy="42854"/>
          </a:xfrm>
          <a:custGeom>
            <a:avLst/>
            <a:gdLst>
              <a:gd name="T0" fmla="*/ 0 w 35"/>
              <a:gd name="T1" fmla="*/ 16 h 34"/>
              <a:gd name="T2" fmla="*/ 1 w 35"/>
              <a:gd name="T3" fmla="*/ 10 h 34"/>
              <a:gd name="T4" fmla="*/ 5 w 35"/>
              <a:gd name="T5" fmla="*/ 4 h 34"/>
              <a:gd name="T6" fmla="*/ 10 w 35"/>
              <a:gd name="T7" fmla="*/ 2 h 34"/>
              <a:gd name="T8" fmla="*/ 17 w 35"/>
              <a:gd name="T9" fmla="*/ 0 h 34"/>
              <a:gd name="T10" fmla="*/ 24 w 35"/>
              <a:gd name="T11" fmla="*/ 2 h 34"/>
              <a:gd name="T12" fmla="*/ 31 w 35"/>
              <a:gd name="T13" fmla="*/ 4 h 34"/>
              <a:gd name="T14" fmla="*/ 33 w 35"/>
              <a:gd name="T15" fmla="*/ 10 h 34"/>
              <a:gd name="T16" fmla="*/ 35 w 35"/>
              <a:gd name="T17" fmla="*/ 16 h 34"/>
              <a:gd name="T18" fmla="*/ 33 w 35"/>
              <a:gd name="T19" fmla="*/ 25 h 34"/>
              <a:gd name="T20" fmla="*/ 31 w 35"/>
              <a:gd name="T21" fmla="*/ 30 h 34"/>
              <a:gd name="T22" fmla="*/ 24 w 35"/>
              <a:gd name="T23" fmla="*/ 33 h 34"/>
              <a:gd name="T24" fmla="*/ 17 w 35"/>
              <a:gd name="T25" fmla="*/ 34 h 34"/>
              <a:gd name="T26" fmla="*/ 10 w 35"/>
              <a:gd name="T27" fmla="*/ 33 h 34"/>
              <a:gd name="T28" fmla="*/ 5 w 35"/>
              <a:gd name="T29" fmla="*/ 30 h 34"/>
              <a:gd name="T30" fmla="*/ 1 w 35"/>
              <a:gd name="T31" fmla="*/ 25 h 34"/>
              <a:gd name="T32" fmla="*/ 0 w 35"/>
              <a:gd name="T33" fmla="*/ 16 h 34"/>
              <a:gd name="T34" fmla="*/ 8 w 35"/>
              <a:gd name="T35" fmla="*/ 16 h 34"/>
              <a:gd name="T36" fmla="*/ 8 w 35"/>
              <a:gd name="T37" fmla="*/ 20 h 34"/>
              <a:gd name="T38" fmla="*/ 10 w 35"/>
              <a:gd name="T39" fmla="*/ 25 h 34"/>
              <a:gd name="T40" fmla="*/ 13 w 35"/>
              <a:gd name="T41" fmla="*/ 27 h 34"/>
              <a:gd name="T42" fmla="*/ 17 w 35"/>
              <a:gd name="T43" fmla="*/ 27 h 34"/>
              <a:gd name="T44" fmla="*/ 21 w 35"/>
              <a:gd name="T45" fmla="*/ 27 h 34"/>
              <a:gd name="T46" fmla="*/ 25 w 35"/>
              <a:gd name="T47" fmla="*/ 25 h 34"/>
              <a:gd name="T48" fmla="*/ 27 w 35"/>
              <a:gd name="T49" fmla="*/ 20 h 34"/>
              <a:gd name="T50" fmla="*/ 28 w 35"/>
              <a:gd name="T51" fmla="*/ 16 h 34"/>
              <a:gd name="T52" fmla="*/ 27 w 35"/>
              <a:gd name="T53" fmla="*/ 12 h 34"/>
              <a:gd name="T54" fmla="*/ 25 w 35"/>
              <a:gd name="T55" fmla="*/ 10 h 34"/>
              <a:gd name="T56" fmla="*/ 21 w 35"/>
              <a:gd name="T57" fmla="*/ 7 h 34"/>
              <a:gd name="T58" fmla="*/ 17 w 35"/>
              <a:gd name="T59" fmla="*/ 7 h 34"/>
              <a:gd name="T60" fmla="*/ 13 w 35"/>
              <a:gd name="T61" fmla="*/ 7 h 34"/>
              <a:gd name="T62" fmla="*/ 10 w 35"/>
              <a:gd name="T63" fmla="*/ 10 h 34"/>
              <a:gd name="T64" fmla="*/ 8 w 35"/>
              <a:gd name="T65" fmla="*/ 12 h 34"/>
              <a:gd name="T66" fmla="*/ 8 w 35"/>
              <a:gd name="T67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" h="34">
                <a:moveTo>
                  <a:pt x="0" y="16"/>
                </a:moveTo>
                <a:lnTo>
                  <a:pt x="0" y="16"/>
                </a:lnTo>
                <a:lnTo>
                  <a:pt x="1" y="10"/>
                </a:lnTo>
                <a:lnTo>
                  <a:pt x="1" y="10"/>
                </a:lnTo>
                <a:lnTo>
                  <a:pt x="5" y="4"/>
                </a:lnTo>
                <a:lnTo>
                  <a:pt x="5" y="4"/>
                </a:lnTo>
                <a:lnTo>
                  <a:pt x="10" y="2"/>
                </a:lnTo>
                <a:lnTo>
                  <a:pt x="10" y="2"/>
                </a:lnTo>
                <a:lnTo>
                  <a:pt x="17" y="0"/>
                </a:lnTo>
                <a:lnTo>
                  <a:pt x="17" y="0"/>
                </a:lnTo>
                <a:lnTo>
                  <a:pt x="24" y="2"/>
                </a:lnTo>
                <a:lnTo>
                  <a:pt x="24" y="2"/>
                </a:lnTo>
                <a:lnTo>
                  <a:pt x="31" y="4"/>
                </a:lnTo>
                <a:lnTo>
                  <a:pt x="31" y="4"/>
                </a:lnTo>
                <a:lnTo>
                  <a:pt x="33" y="10"/>
                </a:lnTo>
                <a:lnTo>
                  <a:pt x="33" y="10"/>
                </a:lnTo>
                <a:lnTo>
                  <a:pt x="35" y="16"/>
                </a:lnTo>
                <a:lnTo>
                  <a:pt x="35" y="16"/>
                </a:lnTo>
                <a:lnTo>
                  <a:pt x="33" y="25"/>
                </a:lnTo>
                <a:lnTo>
                  <a:pt x="33" y="25"/>
                </a:lnTo>
                <a:lnTo>
                  <a:pt x="31" y="30"/>
                </a:lnTo>
                <a:lnTo>
                  <a:pt x="31" y="30"/>
                </a:lnTo>
                <a:lnTo>
                  <a:pt x="24" y="33"/>
                </a:lnTo>
                <a:lnTo>
                  <a:pt x="24" y="33"/>
                </a:lnTo>
                <a:lnTo>
                  <a:pt x="17" y="34"/>
                </a:lnTo>
                <a:lnTo>
                  <a:pt x="17" y="34"/>
                </a:lnTo>
                <a:lnTo>
                  <a:pt x="10" y="33"/>
                </a:lnTo>
                <a:lnTo>
                  <a:pt x="10" y="33"/>
                </a:lnTo>
                <a:lnTo>
                  <a:pt x="5" y="30"/>
                </a:lnTo>
                <a:lnTo>
                  <a:pt x="5" y="30"/>
                </a:lnTo>
                <a:lnTo>
                  <a:pt x="1" y="25"/>
                </a:lnTo>
                <a:lnTo>
                  <a:pt x="1" y="25"/>
                </a:lnTo>
                <a:lnTo>
                  <a:pt x="0" y="16"/>
                </a:lnTo>
                <a:lnTo>
                  <a:pt x="0" y="16"/>
                </a:lnTo>
                <a:close/>
                <a:moveTo>
                  <a:pt x="8" y="16"/>
                </a:moveTo>
                <a:lnTo>
                  <a:pt x="8" y="16"/>
                </a:lnTo>
                <a:lnTo>
                  <a:pt x="8" y="20"/>
                </a:lnTo>
                <a:lnTo>
                  <a:pt x="8" y="20"/>
                </a:lnTo>
                <a:lnTo>
                  <a:pt x="10" y="25"/>
                </a:lnTo>
                <a:lnTo>
                  <a:pt x="10" y="25"/>
                </a:lnTo>
                <a:lnTo>
                  <a:pt x="13" y="27"/>
                </a:lnTo>
                <a:lnTo>
                  <a:pt x="13" y="27"/>
                </a:lnTo>
                <a:lnTo>
                  <a:pt x="17" y="27"/>
                </a:lnTo>
                <a:lnTo>
                  <a:pt x="17" y="27"/>
                </a:lnTo>
                <a:lnTo>
                  <a:pt x="21" y="27"/>
                </a:lnTo>
                <a:lnTo>
                  <a:pt x="21" y="27"/>
                </a:lnTo>
                <a:lnTo>
                  <a:pt x="25" y="25"/>
                </a:lnTo>
                <a:lnTo>
                  <a:pt x="25" y="25"/>
                </a:lnTo>
                <a:lnTo>
                  <a:pt x="27" y="20"/>
                </a:lnTo>
                <a:lnTo>
                  <a:pt x="27" y="20"/>
                </a:lnTo>
                <a:lnTo>
                  <a:pt x="28" y="16"/>
                </a:lnTo>
                <a:lnTo>
                  <a:pt x="28" y="16"/>
                </a:lnTo>
                <a:lnTo>
                  <a:pt x="27" y="12"/>
                </a:lnTo>
                <a:lnTo>
                  <a:pt x="27" y="12"/>
                </a:lnTo>
                <a:lnTo>
                  <a:pt x="25" y="10"/>
                </a:lnTo>
                <a:lnTo>
                  <a:pt x="25" y="10"/>
                </a:lnTo>
                <a:lnTo>
                  <a:pt x="21" y="7"/>
                </a:lnTo>
                <a:lnTo>
                  <a:pt x="21" y="7"/>
                </a:lnTo>
                <a:lnTo>
                  <a:pt x="17" y="7"/>
                </a:lnTo>
                <a:lnTo>
                  <a:pt x="17" y="7"/>
                </a:lnTo>
                <a:lnTo>
                  <a:pt x="13" y="7"/>
                </a:lnTo>
                <a:lnTo>
                  <a:pt x="13" y="7"/>
                </a:lnTo>
                <a:lnTo>
                  <a:pt x="10" y="10"/>
                </a:lnTo>
                <a:lnTo>
                  <a:pt x="10" y="10"/>
                </a:lnTo>
                <a:lnTo>
                  <a:pt x="8" y="12"/>
                </a:lnTo>
                <a:lnTo>
                  <a:pt x="8" y="12"/>
                </a:lnTo>
                <a:lnTo>
                  <a:pt x="8" y="16"/>
                </a:lnTo>
                <a:lnTo>
                  <a:pt x="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" name="Freeform 2297"/>
          <p:cNvSpPr>
            <a:spLocks/>
          </p:cNvSpPr>
          <p:nvPr/>
        </p:nvSpPr>
        <p:spPr bwMode="auto">
          <a:xfrm>
            <a:off x="2111601" y="3586204"/>
            <a:ext cx="37812" cy="41594"/>
          </a:xfrm>
          <a:custGeom>
            <a:avLst/>
            <a:gdLst>
              <a:gd name="T0" fmla="*/ 0 w 30"/>
              <a:gd name="T1" fmla="*/ 0 h 33"/>
              <a:gd name="T2" fmla="*/ 10 w 30"/>
              <a:gd name="T3" fmla="*/ 0 h 33"/>
              <a:gd name="T4" fmla="*/ 23 w 30"/>
              <a:gd name="T5" fmla="*/ 23 h 33"/>
              <a:gd name="T6" fmla="*/ 23 w 30"/>
              <a:gd name="T7" fmla="*/ 23 h 33"/>
              <a:gd name="T8" fmla="*/ 23 w 30"/>
              <a:gd name="T9" fmla="*/ 0 h 33"/>
              <a:gd name="T10" fmla="*/ 30 w 30"/>
              <a:gd name="T11" fmla="*/ 0 h 33"/>
              <a:gd name="T12" fmla="*/ 30 w 30"/>
              <a:gd name="T13" fmla="*/ 33 h 33"/>
              <a:gd name="T14" fmla="*/ 20 w 30"/>
              <a:gd name="T15" fmla="*/ 33 h 33"/>
              <a:gd name="T16" fmla="*/ 7 w 30"/>
              <a:gd name="T17" fmla="*/ 10 h 33"/>
              <a:gd name="T18" fmla="*/ 7 w 30"/>
              <a:gd name="T19" fmla="*/ 10 h 33"/>
              <a:gd name="T20" fmla="*/ 7 w 30"/>
              <a:gd name="T21" fmla="*/ 33 h 33"/>
              <a:gd name="T22" fmla="*/ 0 w 30"/>
              <a:gd name="T23" fmla="*/ 33 h 33"/>
              <a:gd name="T24" fmla="*/ 0 w 30"/>
              <a:gd name="T25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0" h="33">
                <a:moveTo>
                  <a:pt x="0" y="0"/>
                </a:moveTo>
                <a:lnTo>
                  <a:pt x="10" y="0"/>
                </a:lnTo>
                <a:lnTo>
                  <a:pt x="23" y="23"/>
                </a:lnTo>
                <a:lnTo>
                  <a:pt x="23" y="23"/>
                </a:lnTo>
                <a:lnTo>
                  <a:pt x="23" y="0"/>
                </a:lnTo>
                <a:lnTo>
                  <a:pt x="30" y="0"/>
                </a:lnTo>
                <a:lnTo>
                  <a:pt x="30" y="33"/>
                </a:lnTo>
                <a:lnTo>
                  <a:pt x="20" y="33"/>
                </a:lnTo>
                <a:lnTo>
                  <a:pt x="7" y="10"/>
                </a:lnTo>
                <a:lnTo>
                  <a:pt x="7" y="10"/>
                </a:lnTo>
                <a:lnTo>
                  <a:pt x="7" y="33"/>
                </a:lnTo>
                <a:lnTo>
                  <a:pt x="0" y="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" name="Freeform 2298"/>
          <p:cNvSpPr>
            <a:spLocks/>
          </p:cNvSpPr>
          <p:nvPr/>
        </p:nvSpPr>
        <p:spPr bwMode="auto">
          <a:xfrm>
            <a:off x="2174620" y="3586204"/>
            <a:ext cx="35291" cy="41594"/>
          </a:xfrm>
          <a:custGeom>
            <a:avLst/>
            <a:gdLst>
              <a:gd name="T0" fmla="*/ 0 w 28"/>
              <a:gd name="T1" fmla="*/ 0 h 33"/>
              <a:gd name="T2" fmla="*/ 7 w 28"/>
              <a:gd name="T3" fmla="*/ 0 h 33"/>
              <a:gd name="T4" fmla="*/ 7 w 28"/>
              <a:gd name="T5" fmla="*/ 12 h 33"/>
              <a:gd name="T6" fmla="*/ 22 w 28"/>
              <a:gd name="T7" fmla="*/ 12 h 33"/>
              <a:gd name="T8" fmla="*/ 22 w 28"/>
              <a:gd name="T9" fmla="*/ 0 h 33"/>
              <a:gd name="T10" fmla="*/ 28 w 28"/>
              <a:gd name="T11" fmla="*/ 0 h 33"/>
              <a:gd name="T12" fmla="*/ 28 w 28"/>
              <a:gd name="T13" fmla="*/ 33 h 33"/>
              <a:gd name="T14" fmla="*/ 22 w 28"/>
              <a:gd name="T15" fmla="*/ 33 h 33"/>
              <a:gd name="T16" fmla="*/ 22 w 28"/>
              <a:gd name="T17" fmla="*/ 19 h 33"/>
              <a:gd name="T18" fmla="*/ 7 w 28"/>
              <a:gd name="T19" fmla="*/ 19 h 33"/>
              <a:gd name="T20" fmla="*/ 7 w 28"/>
              <a:gd name="T21" fmla="*/ 33 h 33"/>
              <a:gd name="T22" fmla="*/ 0 w 28"/>
              <a:gd name="T23" fmla="*/ 33 h 33"/>
              <a:gd name="T24" fmla="*/ 0 w 28"/>
              <a:gd name="T25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" h="33">
                <a:moveTo>
                  <a:pt x="0" y="0"/>
                </a:moveTo>
                <a:lnTo>
                  <a:pt x="7" y="0"/>
                </a:lnTo>
                <a:lnTo>
                  <a:pt x="7" y="12"/>
                </a:lnTo>
                <a:lnTo>
                  <a:pt x="22" y="12"/>
                </a:lnTo>
                <a:lnTo>
                  <a:pt x="22" y="0"/>
                </a:lnTo>
                <a:lnTo>
                  <a:pt x="28" y="0"/>
                </a:lnTo>
                <a:lnTo>
                  <a:pt x="28" y="33"/>
                </a:lnTo>
                <a:lnTo>
                  <a:pt x="22" y="33"/>
                </a:lnTo>
                <a:lnTo>
                  <a:pt x="22" y="19"/>
                </a:lnTo>
                <a:lnTo>
                  <a:pt x="7" y="19"/>
                </a:lnTo>
                <a:lnTo>
                  <a:pt x="7" y="33"/>
                </a:lnTo>
                <a:lnTo>
                  <a:pt x="0" y="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6" name="Freeform 2299"/>
          <p:cNvSpPr>
            <a:spLocks/>
          </p:cNvSpPr>
          <p:nvPr/>
        </p:nvSpPr>
        <p:spPr bwMode="auto">
          <a:xfrm>
            <a:off x="2218734" y="3586204"/>
            <a:ext cx="28990" cy="41594"/>
          </a:xfrm>
          <a:custGeom>
            <a:avLst/>
            <a:gdLst>
              <a:gd name="T0" fmla="*/ 0 w 23"/>
              <a:gd name="T1" fmla="*/ 0 h 33"/>
              <a:gd name="T2" fmla="*/ 22 w 23"/>
              <a:gd name="T3" fmla="*/ 0 h 33"/>
              <a:gd name="T4" fmla="*/ 22 w 23"/>
              <a:gd name="T5" fmla="*/ 7 h 33"/>
              <a:gd name="T6" fmla="*/ 7 w 23"/>
              <a:gd name="T7" fmla="*/ 7 h 33"/>
              <a:gd name="T8" fmla="*/ 7 w 23"/>
              <a:gd name="T9" fmla="*/ 14 h 33"/>
              <a:gd name="T10" fmla="*/ 20 w 23"/>
              <a:gd name="T11" fmla="*/ 14 h 33"/>
              <a:gd name="T12" fmla="*/ 20 w 23"/>
              <a:gd name="T13" fmla="*/ 20 h 33"/>
              <a:gd name="T14" fmla="*/ 7 w 23"/>
              <a:gd name="T15" fmla="*/ 20 h 33"/>
              <a:gd name="T16" fmla="*/ 7 w 23"/>
              <a:gd name="T17" fmla="*/ 26 h 33"/>
              <a:gd name="T18" fmla="*/ 23 w 23"/>
              <a:gd name="T19" fmla="*/ 26 h 33"/>
              <a:gd name="T20" fmla="*/ 23 w 23"/>
              <a:gd name="T21" fmla="*/ 33 h 33"/>
              <a:gd name="T22" fmla="*/ 0 w 23"/>
              <a:gd name="T23" fmla="*/ 33 h 33"/>
              <a:gd name="T24" fmla="*/ 0 w 23"/>
              <a:gd name="T25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" h="33">
                <a:moveTo>
                  <a:pt x="0" y="0"/>
                </a:moveTo>
                <a:lnTo>
                  <a:pt x="22" y="0"/>
                </a:lnTo>
                <a:lnTo>
                  <a:pt x="22" y="7"/>
                </a:lnTo>
                <a:lnTo>
                  <a:pt x="7" y="7"/>
                </a:lnTo>
                <a:lnTo>
                  <a:pt x="7" y="14"/>
                </a:lnTo>
                <a:lnTo>
                  <a:pt x="20" y="14"/>
                </a:lnTo>
                <a:lnTo>
                  <a:pt x="20" y="20"/>
                </a:lnTo>
                <a:lnTo>
                  <a:pt x="7" y="20"/>
                </a:lnTo>
                <a:lnTo>
                  <a:pt x="7" y="26"/>
                </a:lnTo>
                <a:lnTo>
                  <a:pt x="23" y="26"/>
                </a:lnTo>
                <a:lnTo>
                  <a:pt x="23" y="33"/>
                </a:lnTo>
                <a:lnTo>
                  <a:pt x="0" y="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7" name="Freeform 2300"/>
          <p:cNvSpPr>
            <a:spLocks noEditPoints="1"/>
          </p:cNvSpPr>
          <p:nvPr/>
        </p:nvSpPr>
        <p:spPr bwMode="auto">
          <a:xfrm>
            <a:off x="2255286" y="3586204"/>
            <a:ext cx="31510" cy="41594"/>
          </a:xfrm>
          <a:custGeom>
            <a:avLst/>
            <a:gdLst>
              <a:gd name="T0" fmla="*/ 0 w 25"/>
              <a:gd name="T1" fmla="*/ 0 h 33"/>
              <a:gd name="T2" fmla="*/ 12 w 25"/>
              <a:gd name="T3" fmla="*/ 0 h 33"/>
              <a:gd name="T4" fmla="*/ 12 w 25"/>
              <a:gd name="T5" fmla="*/ 0 h 33"/>
              <a:gd name="T6" fmla="*/ 17 w 25"/>
              <a:gd name="T7" fmla="*/ 2 h 33"/>
              <a:gd name="T8" fmla="*/ 17 w 25"/>
              <a:gd name="T9" fmla="*/ 2 h 33"/>
              <a:gd name="T10" fmla="*/ 20 w 25"/>
              <a:gd name="T11" fmla="*/ 3 h 33"/>
              <a:gd name="T12" fmla="*/ 20 w 25"/>
              <a:gd name="T13" fmla="*/ 3 h 33"/>
              <a:gd name="T14" fmla="*/ 23 w 25"/>
              <a:gd name="T15" fmla="*/ 6 h 33"/>
              <a:gd name="T16" fmla="*/ 23 w 25"/>
              <a:gd name="T17" fmla="*/ 6 h 33"/>
              <a:gd name="T18" fmla="*/ 24 w 25"/>
              <a:gd name="T19" fmla="*/ 11 h 33"/>
              <a:gd name="T20" fmla="*/ 24 w 25"/>
              <a:gd name="T21" fmla="*/ 11 h 33"/>
              <a:gd name="T22" fmla="*/ 24 w 25"/>
              <a:gd name="T23" fmla="*/ 14 h 33"/>
              <a:gd name="T24" fmla="*/ 23 w 25"/>
              <a:gd name="T25" fmla="*/ 16 h 33"/>
              <a:gd name="T26" fmla="*/ 23 w 25"/>
              <a:gd name="T27" fmla="*/ 16 h 33"/>
              <a:gd name="T28" fmla="*/ 20 w 25"/>
              <a:gd name="T29" fmla="*/ 18 h 33"/>
              <a:gd name="T30" fmla="*/ 17 w 25"/>
              <a:gd name="T31" fmla="*/ 19 h 33"/>
              <a:gd name="T32" fmla="*/ 25 w 25"/>
              <a:gd name="T33" fmla="*/ 33 h 33"/>
              <a:gd name="T34" fmla="*/ 17 w 25"/>
              <a:gd name="T35" fmla="*/ 33 h 33"/>
              <a:gd name="T36" fmla="*/ 10 w 25"/>
              <a:gd name="T37" fmla="*/ 20 h 33"/>
              <a:gd name="T38" fmla="*/ 6 w 25"/>
              <a:gd name="T39" fmla="*/ 20 h 33"/>
              <a:gd name="T40" fmla="*/ 6 w 25"/>
              <a:gd name="T41" fmla="*/ 33 h 33"/>
              <a:gd name="T42" fmla="*/ 0 w 25"/>
              <a:gd name="T43" fmla="*/ 33 h 33"/>
              <a:gd name="T44" fmla="*/ 0 w 25"/>
              <a:gd name="T45" fmla="*/ 0 h 33"/>
              <a:gd name="T46" fmla="*/ 6 w 25"/>
              <a:gd name="T47" fmla="*/ 14 h 33"/>
              <a:gd name="T48" fmla="*/ 10 w 25"/>
              <a:gd name="T49" fmla="*/ 14 h 33"/>
              <a:gd name="T50" fmla="*/ 10 w 25"/>
              <a:gd name="T51" fmla="*/ 14 h 33"/>
              <a:gd name="T52" fmla="*/ 13 w 25"/>
              <a:gd name="T53" fmla="*/ 14 h 33"/>
              <a:gd name="T54" fmla="*/ 13 w 25"/>
              <a:gd name="T55" fmla="*/ 14 h 33"/>
              <a:gd name="T56" fmla="*/ 14 w 25"/>
              <a:gd name="T57" fmla="*/ 14 h 33"/>
              <a:gd name="T58" fmla="*/ 14 w 25"/>
              <a:gd name="T59" fmla="*/ 14 h 33"/>
              <a:gd name="T60" fmla="*/ 16 w 25"/>
              <a:gd name="T61" fmla="*/ 12 h 33"/>
              <a:gd name="T62" fmla="*/ 16 w 25"/>
              <a:gd name="T63" fmla="*/ 12 h 33"/>
              <a:gd name="T64" fmla="*/ 17 w 25"/>
              <a:gd name="T65" fmla="*/ 11 h 33"/>
              <a:gd name="T66" fmla="*/ 17 w 25"/>
              <a:gd name="T67" fmla="*/ 11 h 33"/>
              <a:gd name="T68" fmla="*/ 16 w 25"/>
              <a:gd name="T69" fmla="*/ 8 h 33"/>
              <a:gd name="T70" fmla="*/ 16 w 25"/>
              <a:gd name="T71" fmla="*/ 8 h 33"/>
              <a:gd name="T72" fmla="*/ 14 w 25"/>
              <a:gd name="T73" fmla="*/ 7 h 33"/>
              <a:gd name="T74" fmla="*/ 14 w 25"/>
              <a:gd name="T75" fmla="*/ 7 h 33"/>
              <a:gd name="T76" fmla="*/ 13 w 25"/>
              <a:gd name="T77" fmla="*/ 7 h 33"/>
              <a:gd name="T78" fmla="*/ 13 w 25"/>
              <a:gd name="T79" fmla="*/ 7 h 33"/>
              <a:gd name="T80" fmla="*/ 12 w 25"/>
              <a:gd name="T81" fmla="*/ 7 h 33"/>
              <a:gd name="T82" fmla="*/ 6 w 25"/>
              <a:gd name="T83" fmla="*/ 7 h 33"/>
              <a:gd name="T84" fmla="*/ 6 w 25"/>
              <a:gd name="T85" fmla="*/ 14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5" h="33">
                <a:moveTo>
                  <a:pt x="0" y="0"/>
                </a:moveTo>
                <a:lnTo>
                  <a:pt x="12" y="0"/>
                </a:lnTo>
                <a:lnTo>
                  <a:pt x="12" y="0"/>
                </a:lnTo>
                <a:lnTo>
                  <a:pt x="17" y="2"/>
                </a:lnTo>
                <a:lnTo>
                  <a:pt x="17" y="2"/>
                </a:lnTo>
                <a:lnTo>
                  <a:pt x="20" y="3"/>
                </a:lnTo>
                <a:lnTo>
                  <a:pt x="20" y="3"/>
                </a:lnTo>
                <a:lnTo>
                  <a:pt x="23" y="6"/>
                </a:lnTo>
                <a:lnTo>
                  <a:pt x="23" y="6"/>
                </a:lnTo>
                <a:lnTo>
                  <a:pt x="24" y="11"/>
                </a:lnTo>
                <a:lnTo>
                  <a:pt x="24" y="11"/>
                </a:lnTo>
                <a:lnTo>
                  <a:pt x="24" y="14"/>
                </a:lnTo>
                <a:lnTo>
                  <a:pt x="23" y="16"/>
                </a:lnTo>
                <a:lnTo>
                  <a:pt x="23" y="16"/>
                </a:lnTo>
                <a:lnTo>
                  <a:pt x="20" y="18"/>
                </a:lnTo>
                <a:lnTo>
                  <a:pt x="17" y="19"/>
                </a:lnTo>
                <a:lnTo>
                  <a:pt x="25" y="33"/>
                </a:lnTo>
                <a:lnTo>
                  <a:pt x="17" y="33"/>
                </a:lnTo>
                <a:lnTo>
                  <a:pt x="10" y="20"/>
                </a:lnTo>
                <a:lnTo>
                  <a:pt x="6" y="20"/>
                </a:lnTo>
                <a:lnTo>
                  <a:pt x="6" y="33"/>
                </a:lnTo>
                <a:lnTo>
                  <a:pt x="0" y="33"/>
                </a:lnTo>
                <a:lnTo>
                  <a:pt x="0" y="0"/>
                </a:lnTo>
                <a:close/>
                <a:moveTo>
                  <a:pt x="6" y="14"/>
                </a:moveTo>
                <a:lnTo>
                  <a:pt x="10" y="14"/>
                </a:lnTo>
                <a:lnTo>
                  <a:pt x="10" y="14"/>
                </a:lnTo>
                <a:lnTo>
                  <a:pt x="13" y="14"/>
                </a:lnTo>
                <a:lnTo>
                  <a:pt x="13" y="14"/>
                </a:lnTo>
                <a:lnTo>
                  <a:pt x="14" y="14"/>
                </a:lnTo>
                <a:lnTo>
                  <a:pt x="14" y="14"/>
                </a:lnTo>
                <a:lnTo>
                  <a:pt x="16" y="12"/>
                </a:lnTo>
                <a:lnTo>
                  <a:pt x="16" y="12"/>
                </a:lnTo>
                <a:lnTo>
                  <a:pt x="17" y="11"/>
                </a:lnTo>
                <a:lnTo>
                  <a:pt x="17" y="11"/>
                </a:lnTo>
                <a:lnTo>
                  <a:pt x="16" y="8"/>
                </a:lnTo>
                <a:lnTo>
                  <a:pt x="16" y="8"/>
                </a:lnTo>
                <a:lnTo>
                  <a:pt x="14" y="7"/>
                </a:lnTo>
                <a:lnTo>
                  <a:pt x="14" y="7"/>
                </a:lnTo>
                <a:lnTo>
                  <a:pt x="13" y="7"/>
                </a:lnTo>
                <a:lnTo>
                  <a:pt x="13" y="7"/>
                </a:lnTo>
                <a:lnTo>
                  <a:pt x="12" y="7"/>
                </a:lnTo>
                <a:lnTo>
                  <a:pt x="6" y="7"/>
                </a:lnTo>
                <a:lnTo>
                  <a:pt x="6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8" name="Freeform 2301"/>
          <p:cNvSpPr>
            <a:spLocks/>
          </p:cNvSpPr>
          <p:nvPr/>
        </p:nvSpPr>
        <p:spPr bwMode="auto">
          <a:xfrm>
            <a:off x="2291837" y="3586204"/>
            <a:ext cx="28990" cy="41594"/>
          </a:xfrm>
          <a:custGeom>
            <a:avLst/>
            <a:gdLst>
              <a:gd name="T0" fmla="*/ 0 w 23"/>
              <a:gd name="T1" fmla="*/ 0 h 33"/>
              <a:gd name="T2" fmla="*/ 22 w 23"/>
              <a:gd name="T3" fmla="*/ 0 h 33"/>
              <a:gd name="T4" fmla="*/ 22 w 23"/>
              <a:gd name="T5" fmla="*/ 7 h 33"/>
              <a:gd name="T6" fmla="*/ 7 w 23"/>
              <a:gd name="T7" fmla="*/ 7 h 33"/>
              <a:gd name="T8" fmla="*/ 7 w 23"/>
              <a:gd name="T9" fmla="*/ 14 h 33"/>
              <a:gd name="T10" fmla="*/ 21 w 23"/>
              <a:gd name="T11" fmla="*/ 14 h 33"/>
              <a:gd name="T12" fmla="*/ 21 w 23"/>
              <a:gd name="T13" fmla="*/ 20 h 33"/>
              <a:gd name="T14" fmla="*/ 7 w 23"/>
              <a:gd name="T15" fmla="*/ 20 h 33"/>
              <a:gd name="T16" fmla="*/ 7 w 23"/>
              <a:gd name="T17" fmla="*/ 26 h 33"/>
              <a:gd name="T18" fmla="*/ 23 w 23"/>
              <a:gd name="T19" fmla="*/ 26 h 33"/>
              <a:gd name="T20" fmla="*/ 23 w 23"/>
              <a:gd name="T21" fmla="*/ 33 h 33"/>
              <a:gd name="T22" fmla="*/ 0 w 23"/>
              <a:gd name="T23" fmla="*/ 33 h 33"/>
              <a:gd name="T24" fmla="*/ 0 w 23"/>
              <a:gd name="T25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" h="33">
                <a:moveTo>
                  <a:pt x="0" y="0"/>
                </a:moveTo>
                <a:lnTo>
                  <a:pt x="22" y="0"/>
                </a:lnTo>
                <a:lnTo>
                  <a:pt x="22" y="7"/>
                </a:lnTo>
                <a:lnTo>
                  <a:pt x="7" y="7"/>
                </a:lnTo>
                <a:lnTo>
                  <a:pt x="7" y="14"/>
                </a:lnTo>
                <a:lnTo>
                  <a:pt x="21" y="14"/>
                </a:lnTo>
                <a:lnTo>
                  <a:pt x="21" y="20"/>
                </a:lnTo>
                <a:lnTo>
                  <a:pt x="7" y="20"/>
                </a:lnTo>
                <a:lnTo>
                  <a:pt x="7" y="26"/>
                </a:lnTo>
                <a:lnTo>
                  <a:pt x="23" y="26"/>
                </a:lnTo>
                <a:lnTo>
                  <a:pt x="23" y="33"/>
                </a:lnTo>
                <a:lnTo>
                  <a:pt x="0" y="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Rectangle 2302"/>
          <p:cNvSpPr>
            <a:spLocks noChangeArrowheads="1"/>
          </p:cNvSpPr>
          <p:nvPr/>
        </p:nvSpPr>
        <p:spPr bwMode="auto">
          <a:xfrm>
            <a:off x="2170839" y="3191700"/>
            <a:ext cx="90749" cy="49156"/>
          </a:xfrm>
          <a:prstGeom prst="rect">
            <a:avLst/>
          </a:prstGeom>
          <a:solidFill>
            <a:srgbClr val="6EA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Freeform 2303"/>
          <p:cNvSpPr>
            <a:spLocks/>
          </p:cNvSpPr>
          <p:nvPr/>
        </p:nvSpPr>
        <p:spPr bwMode="auto">
          <a:xfrm>
            <a:off x="2009508" y="3133722"/>
            <a:ext cx="287371" cy="253340"/>
          </a:xfrm>
          <a:custGeom>
            <a:avLst/>
            <a:gdLst>
              <a:gd name="T0" fmla="*/ 219 w 228"/>
              <a:gd name="T1" fmla="*/ 0 h 201"/>
              <a:gd name="T2" fmla="*/ 228 w 228"/>
              <a:gd name="T3" fmla="*/ 0 h 201"/>
              <a:gd name="T4" fmla="*/ 228 w 228"/>
              <a:gd name="T5" fmla="*/ 201 h 201"/>
              <a:gd name="T6" fmla="*/ 0 w 228"/>
              <a:gd name="T7" fmla="*/ 201 h 201"/>
              <a:gd name="T8" fmla="*/ 0 w 228"/>
              <a:gd name="T9" fmla="*/ 193 h 201"/>
              <a:gd name="T10" fmla="*/ 219 w 228"/>
              <a:gd name="T11" fmla="*/ 193 h 201"/>
              <a:gd name="T12" fmla="*/ 219 w 228"/>
              <a:gd name="T1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8" h="201">
                <a:moveTo>
                  <a:pt x="219" y="0"/>
                </a:moveTo>
                <a:lnTo>
                  <a:pt x="228" y="0"/>
                </a:lnTo>
                <a:lnTo>
                  <a:pt x="228" y="201"/>
                </a:lnTo>
                <a:lnTo>
                  <a:pt x="0" y="201"/>
                </a:lnTo>
                <a:lnTo>
                  <a:pt x="0" y="193"/>
                </a:lnTo>
                <a:lnTo>
                  <a:pt x="219" y="193"/>
                </a:lnTo>
                <a:lnTo>
                  <a:pt x="219" y="0"/>
                </a:lnTo>
                <a:close/>
              </a:path>
            </a:pathLst>
          </a:custGeom>
          <a:solidFill>
            <a:srgbClr val="6EA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Rectangle 2304"/>
          <p:cNvSpPr>
            <a:spLocks noChangeArrowheads="1"/>
          </p:cNvSpPr>
          <p:nvPr/>
        </p:nvSpPr>
        <p:spPr bwMode="auto">
          <a:xfrm>
            <a:off x="2241421" y="3133722"/>
            <a:ext cx="20166" cy="47895"/>
          </a:xfrm>
          <a:prstGeom prst="rect">
            <a:avLst/>
          </a:prstGeom>
          <a:solidFill>
            <a:srgbClr val="6EA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Freeform 2305"/>
          <p:cNvSpPr>
            <a:spLocks/>
          </p:cNvSpPr>
          <p:nvPr/>
        </p:nvSpPr>
        <p:spPr bwMode="auto">
          <a:xfrm>
            <a:off x="2028414" y="3250939"/>
            <a:ext cx="233174" cy="47895"/>
          </a:xfrm>
          <a:custGeom>
            <a:avLst/>
            <a:gdLst>
              <a:gd name="T0" fmla="*/ 185 w 185"/>
              <a:gd name="T1" fmla="*/ 0 h 38"/>
              <a:gd name="T2" fmla="*/ 185 w 185"/>
              <a:gd name="T3" fmla="*/ 38 h 38"/>
              <a:gd name="T4" fmla="*/ 66 w 185"/>
              <a:gd name="T5" fmla="*/ 38 h 38"/>
              <a:gd name="T6" fmla="*/ 0 w 185"/>
              <a:gd name="T7" fmla="*/ 38 h 38"/>
              <a:gd name="T8" fmla="*/ 0 w 185"/>
              <a:gd name="T9" fmla="*/ 0 h 38"/>
              <a:gd name="T10" fmla="*/ 185 w 185"/>
              <a:gd name="T11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5" h="38">
                <a:moveTo>
                  <a:pt x="185" y="0"/>
                </a:moveTo>
                <a:lnTo>
                  <a:pt x="185" y="38"/>
                </a:lnTo>
                <a:lnTo>
                  <a:pt x="66" y="38"/>
                </a:lnTo>
                <a:lnTo>
                  <a:pt x="0" y="38"/>
                </a:lnTo>
                <a:lnTo>
                  <a:pt x="0" y="0"/>
                </a:lnTo>
                <a:lnTo>
                  <a:pt x="185" y="0"/>
                </a:lnTo>
                <a:close/>
              </a:path>
            </a:pathLst>
          </a:custGeom>
          <a:solidFill>
            <a:srgbClr val="6EA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Rectangle 2306"/>
          <p:cNvSpPr>
            <a:spLocks noChangeArrowheads="1"/>
          </p:cNvSpPr>
          <p:nvPr/>
        </p:nvSpPr>
        <p:spPr bwMode="auto">
          <a:xfrm>
            <a:off x="2111601" y="3308917"/>
            <a:ext cx="149988" cy="49156"/>
          </a:xfrm>
          <a:prstGeom prst="rect">
            <a:avLst/>
          </a:prstGeom>
          <a:solidFill>
            <a:srgbClr val="6EA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Freeform 2307"/>
          <p:cNvSpPr>
            <a:spLocks/>
          </p:cNvSpPr>
          <p:nvPr/>
        </p:nvSpPr>
        <p:spPr bwMode="auto">
          <a:xfrm>
            <a:off x="3472830" y="5616704"/>
            <a:ext cx="299975" cy="113436"/>
          </a:xfrm>
          <a:custGeom>
            <a:avLst/>
            <a:gdLst>
              <a:gd name="T0" fmla="*/ 119 w 238"/>
              <a:gd name="T1" fmla="*/ 90 h 90"/>
              <a:gd name="T2" fmla="*/ 0 w 238"/>
              <a:gd name="T3" fmla="*/ 0 h 90"/>
              <a:gd name="T4" fmla="*/ 238 w 238"/>
              <a:gd name="T5" fmla="*/ 0 h 90"/>
              <a:gd name="T6" fmla="*/ 119 w 238"/>
              <a:gd name="T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8" h="90">
                <a:moveTo>
                  <a:pt x="119" y="90"/>
                </a:moveTo>
                <a:lnTo>
                  <a:pt x="0" y="0"/>
                </a:lnTo>
                <a:lnTo>
                  <a:pt x="238" y="0"/>
                </a:lnTo>
                <a:lnTo>
                  <a:pt x="119" y="90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Freeform 2308"/>
          <p:cNvSpPr>
            <a:spLocks/>
          </p:cNvSpPr>
          <p:nvPr/>
        </p:nvSpPr>
        <p:spPr bwMode="auto">
          <a:xfrm>
            <a:off x="3451403" y="5628048"/>
            <a:ext cx="119738" cy="192841"/>
          </a:xfrm>
          <a:custGeom>
            <a:avLst/>
            <a:gdLst>
              <a:gd name="T0" fmla="*/ 95 w 95"/>
              <a:gd name="T1" fmla="*/ 74 h 153"/>
              <a:gd name="T2" fmla="*/ 0 w 95"/>
              <a:gd name="T3" fmla="*/ 153 h 153"/>
              <a:gd name="T4" fmla="*/ 0 w 95"/>
              <a:gd name="T5" fmla="*/ 0 h 153"/>
              <a:gd name="T6" fmla="*/ 95 w 95"/>
              <a:gd name="T7" fmla="*/ 74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53">
                <a:moveTo>
                  <a:pt x="95" y="74"/>
                </a:moveTo>
                <a:lnTo>
                  <a:pt x="0" y="153"/>
                </a:lnTo>
                <a:lnTo>
                  <a:pt x="0" y="0"/>
                </a:lnTo>
                <a:lnTo>
                  <a:pt x="95" y="74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Freeform 2309"/>
          <p:cNvSpPr>
            <a:spLocks/>
          </p:cNvSpPr>
          <p:nvPr/>
        </p:nvSpPr>
        <p:spPr bwMode="auto">
          <a:xfrm>
            <a:off x="3471569" y="5735182"/>
            <a:ext cx="302495" cy="97051"/>
          </a:xfrm>
          <a:custGeom>
            <a:avLst/>
            <a:gdLst>
              <a:gd name="T0" fmla="*/ 94 w 240"/>
              <a:gd name="T1" fmla="*/ 2 h 77"/>
              <a:gd name="T2" fmla="*/ 120 w 240"/>
              <a:gd name="T3" fmla="*/ 21 h 77"/>
              <a:gd name="T4" fmla="*/ 147 w 240"/>
              <a:gd name="T5" fmla="*/ 0 h 77"/>
              <a:gd name="T6" fmla="*/ 240 w 240"/>
              <a:gd name="T7" fmla="*/ 77 h 77"/>
              <a:gd name="T8" fmla="*/ 0 w 240"/>
              <a:gd name="T9" fmla="*/ 77 h 77"/>
              <a:gd name="T10" fmla="*/ 94 w 240"/>
              <a:gd name="T11" fmla="*/ 2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0" h="77">
                <a:moveTo>
                  <a:pt x="94" y="2"/>
                </a:moveTo>
                <a:lnTo>
                  <a:pt x="120" y="21"/>
                </a:lnTo>
                <a:lnTo>
                  <a:pt x="147" y="0"/>
                </a:lnTo>
                <a:lnTo>
                  <a:pt x="240" y="77"/>
                </a:lnTo>
                <a:lnTo>
                  <a:pt x="0" y="77"/>
                </a:lnTo>
                <a:lnTo>
                  <a:pt x="94" y="2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Freeform 2310"/>
          <p:cNvSpPr>
            <a:spLocks/>
          </p:cNvSpPr>
          <p:nvPr/>
        </p:nvSpPr>
        <p:spPr bwMode="auto">
          <a:xfrm>
            <a:off x="3675753" y="5628048"/>
            <a:ext cx="120998" cy="190320"/>
          </a:xfrm>
          <a:custGeom>
            <a:avLst/>
            <a:gdLst>
              <a:gd name="T0" fmla="*/ 0 w 96"/>
              <a:gd name="T1" fmla="*/ 73 h 151"/>
              <a:gd name="T2" fmla="*/ 96 w 96"/>
              <a:gd name="T3" fmla="*/ 0 h 151"/>
              <a:gd name="T4" fmla="*/ 96 w 96"/>
              <a:gd name="T5" fmla="*/ 151 h 151"/>
              <a:gd name="T6" fmla="*/ 0 w 96"/>
              <a:gd name="T7" fmla="*/ 73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51">
                <a:moveTo>
                  <a:pt x="0" y="73"/>
                </a:moveTo>
                <a:lnTo>
                  <a:pt x="96" y="0"/>
                </a:lnTo>
                <a:lnTo>
                  <a:pt x="96" y="151"/>
                </a:lnTo>
                <a:lnTo>
                  <a:pt x="0" y="73"/>
                </a:lnTo>
                <a:close/>
              </a:path>
            </a:pathLst>
          </a:custGeom>
          <a:solidFill>
            <a:srgbClr val="D812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8" name="Rectangle 2311"/>
          <p:cNvSpPr>
            <a:spLocks noChangeArrowheads="1"/>
          </p:cNvSpPr>
          <p:nvPr/>
        </p:nvSpPr>
        <p:spPr bwMode="auto">
          <a:xfrm>
            <a:off x="3432497" y="5924241"/>
            <a:ext cx="11344" cy="5167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9" name="Freeform 2312"/>
          <p:cNvSpPr>
            <a:spLocks/>
          </p:cNvSpPr>
          <p:nvPr/>
        </p:nvSpPr>
        <p:spPr bwMode="auto">
          <a:xfrm>
            <a:off x="3452663" y="5922980"/>
            <a:ext cx="45374" cy="54197"/>
          </a:xfrm>
          <a:custGeom>
            <a:avLst/>
            <a:gdLst>
              <a:gd name="T0" fmla="*/ 28 w 36"/>
              <a:gd name="T1" fmla="*/ 12 h 43"/>
              <a:gd name="T2" fmla="*/ 28 w 36"/>
              <a:gd name="T3" fmla="*/ 12 h 43"/>
              <a:gd name="T4" fmla="*/ 26 w 36"/>
              <a:gd name="T5" fmla="*/ 9 h 43"/>
              <a:gd name="T6" fmla="*/ 26 w 36"/>
              <a:gd name="T7" fmla="*/ 9 h 43"/>
              <a:gd name="T8" fmla="*/ 20 w 36"/>
              <a:gd name="T9" fmla="*/ 8 h 43"/>
              <a:gd name="T10" fmla="*/ 20 w 36"/>
              <a:gd name="T11" fmla="*/ 8 h 43"/>
              <a:gd name="T12" fmla="*/ 16 w 36"/>
              <a:gd name="T13" fmla="*/ 9 h 43"/>
              <a:gd name="T14" fmla="*/ 16 w 36"/>
              <a:gd name="T15" fmla="*/ 9 h 43"/>
              <a:gd name="T16" fmla="*/ 12 w 36"/>
              <a:gd name="T17" fmla="*/ 12 h 43"/>
              <a:gd name="T18" fmla="*/ 12 w 36"/>
              <a:gd name="T19" fmla="*/ 12 h 43"/>
              <a:gd name="T20" fmla="*/ 9 w 36"/>
              <a:gd name="T21" fmla="*/ 16 h 43"/>
              <a:gd name="T22" fmla="*/ 9 w 36"/>
              <a:gd name="T23" fmla="*/ 16 h 43"/>
              <a:gd name="T24" fmla="*/ 9 w 36"/>
              <a:gd name="T25" fmla="*/ 21 h 43"/>
              <a:gd name="T26" fmla="*/ 9 w 36"/>
              <a:gd name="T27" fmla="*/ 21 h 43"/>
              <a:gd name="T28" fmla="*/ 9 w 36"/>
              <a:gd name="T29" fmla="*/ 27 h 43"/>
              <a:gd name="T30" fmla="*/ 9 w 36"/>
              <a:gd name="T31" fmla="*/ 27 h 43"/>
              <a:gd name="T32" fmla="*/ 12 w 36"/>
              <a:gd name="T33" fmla="*/ 31 h 43"/>
              <a:gd name="T34" fmla="*/ 12 w 36"/>
              <a:gd name="T35" fmla="*/ 31 h 43"/>
              <a:gd name="T36" fmla="*/ 16 w 36"/>
              <a:gd name="T37" fmla="*/ 34 h 43"/>
              <a:gd name="T38" fmla="*/ 16 w 36"/>
              <a:gd name="T39" fmla="*/ 34 h 43"/>
              <a:gd name="T40" fmla="*/ 20 w 36"/>
              <a:gd name="T41" fmla="*/ 35 h 43"/>
              <a:gd name="T42" fmla="*/ 20 w 36"/>
              <a:gd name="T43" fmla="*/ 35 h 43"/>
              <a:gd name="T44" fmla="*/ 26 w 36"/>
              <a:gd name="T45" fmla="*/ 34 h 43"/>
              <a:gd name="T46" fmla="*/ 26 w 36"/>
              <a:gd name="T47" fmla="*/ 34 h 43"/>
              <a:gd name="T48" fmla="*/ 30 w 36"/>
              <a:gd name="T49" fmla="*/ 31 h 43"/>
              <a:gd name="T50" fmla="*/ 36 w 36"/>
              <a:gd name="T51" fmla="*/ 36 h 43"/>
              <a:gd name="T52" fmla="*/ 36 w 36"/>
              <a:gd name="T53" fmla="*/ 36 h 43"/>
              <a:gd name="T54" fmla="*/ 34 w 36"/>
              <a:gd name="T55" fmla="*/ 39 h 43"/>
              <a:gd name="T56" fmla="*/ 30 w 36"/>
              <a:gd name="T57" fmla="*/ 42 h 43"/>
              <a:gd name="T58" fmla="*/ 30 w 36"/>
              <a:gd name="T59" fmla="*/ 42 h 43"/>
              <a:gd name="T60" fmla="*/ 26 w 36"/>
              <a:gd name="T61" fmla="*/ 43 h 43"/>
              <a:gd name="T62" fmla="*/ 22 w 36"/>
              <a:gd name="T63" fmla="*/ 43 h 43"/>
              <a:gd name="T64" fmla="*/ 22 w 36"/>
              <a:gd name="T65" fmla="*/ 43 h 43"/>
              <a:gd name="T66" fmla="*/ 13 w 36"/>
              <a:gd name="T67" fmla="*/ 42 h 43"/>
              <a:gd name="T68" fmla="*/ 13 w 36"/>
              <a:gd name="T69" fmla="*/ 42 h 43"/>
              <a:gd name="T70" fmla="*/ 9 w 36"/>
              <a:gd name="T71" fmla="*/ 40 h 43"/>
              <a:gd name="T72" fmla="*/ 5 w 36"/>
              <a:gd name="T73" fmla="*/ 38 h 43"/>
              <a:gd name="T74" fmla="*/ 5 w 36"/>
              <a:gd name="T75" fmla="*/ 38 h 43"/>
              <a:gd name="T76" fmla="*/ 3 w 36"/>
              <a:gd name="T77" fmla="*/ 34 h 43"/>
              <a:gd name="T78" fmla="*/ 1 w 36"/>
              <a:gd name="T79" fmla="*/ 31 h 43"/>
              <a:gd name="T80" fmla="*/ 1 w 36"/>
              <a:gd name="T81" fmla="*/ 31 h 43"/>
              <a:gd name="T82" fmla="*/ 0 w 36"/>
              <a:gd name="T83" fmla="*/ 27 h 43"/>
              <a:gd name="T84" fmla="*/ 0 w 36"/>
              <a:gd name="T85" fmla="*/ 21 h 43"/>
              <a:gd name="T86" fmla="*/ 0 w 36"/>
              <a:gd name="T87" fmla="*/ 21 h 43"/>
              <a:gd name="T88" fmla="*/ 0 w 36"/>
              <a:gd name="T89" fmla="*/ 17 h 43"/>
              <a:gd name="T90" fmla="*/ 1 w 36"/>
              <a:gd name="T91" fmla="*/ 12 h 43"/>
              <a:gd name="T92" fmla="*/ 1 w 36"/>
              <a:gd name="T93" fmla="*/ 12 h 43"/>
              <a:gd name="T94" fmla="*/ 3 w 36"/>
              <a:gd name="T95" fmla="*/ 9 h 43"/>
              <a:gd name="T96" fmla="*/ 5 w 36"/>
              <a:gd name="T97" fmla="*/ 5 h 43"/>
              <a:gd name="T98" fmla="*/ 5 w 36"/>
              <a:gd name="T99" fmla="*/ 5 h 43"/>
              <a:gd name="T100" fmla="*/ 9 w 36"/>
              <a:gd name="T101" fmla="*/ 4 h 43"/>
              <a:gd name="T102" fmla="*/ 13 w 36"/>
              <a:gd name="T103" fmla="*/ 1 h 43"/>
              <a:gd name="T104" fmla="*/ 13 w 36"/>
              <a:gd name="T105" fmla="*/ 1 h 43"/>
              <a:gd name="T106" fmla="*/ 22 w 36"/>
              <a:gd name="T107" fmla="*/ 0 h 43"/>
              <a:gd name="T108" fmla="*/ 22 w 36"/>
              <a:gd name="T109" fmla="*/ 0 h 43"/>
              <a:gd name="T110" fmla="*/ 26 w 36"/>
              <a:gd name="T111" fmla="*/ 0 h 43"/>
              <a:gd name="T112" fmla="*/ 26 w 36"/>
              <a:gd name="T113" fmla="*/ 0 h 43"/>
              <a:gd name="T114" fmla="*/ 30 w 36"/>
              <a:gd name="T115" fmla="*/ 1 h 43"/>
              <a:gd name="T116" fmla="*/ 30 w 36"/>
              <a:gd name="T117" fmla="*/ 1 h 43"/>
              <a:gd name="T118" fmla="*/ 32 w 36"/>
              <a:gd name="T119" fmla="*/ 2 h 43"/>
              <a:gd name="T120" fmla="*/ 32 w 36"/>
              <a:gd name="T121" fmla="*/ 2 h 43"/>
              <a:gd name="T122" fmla="*/ 35 w 36"/>
              <a:gd name="T123" fmla="*/ 7 h 43"/>
              <a:gd name="T124" fmla="*/ 28 w 36"/>
              <a:gd name="T125" fmla="*/ 12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6" h="43">
                <a:moveTo>
                  <a:pt x="28" y="12"/>
                </a:moveTo>
                <a:lnTo>
                  <a:pt x="28" y="12"/>
                </a:lnTo>
                <a:lnTo>
                  <a:pt x="26" y="9"/>
                </a:lnTo>
                <a:lnTo>
                  <a:pt x="26" y="9"/>
                </a:lnTo>
                <a:lnTo>
                  <a:pt x="20" y="8"/>
                </a:lnTo>
                <a:lnTo>
                  <a:pt x="20" y="8"/>
                </a:lnTo>
                <a:lnTo>
                  <a:pt x="16" y="9"/>
                </a:lnTo>
                <a:lnTo>
                  <a:pt x="16" y="9"/>
                </a:lnTo>
                <a:lnTo>
                  <a:pt x="12" y="12"/>
                </a:lnTo>
                <a:lnTo>
                  <a:pt x="12" y="12"/>
                </a:lnTo>
                <a:lnTo>
                  <a:pt x="9" y="16"/>
                </a:lnTo>
                <a:lnTo>
                  <a:pt x="9" y="16"/>
                </a:lnTo>
                <a:lnTo>
                  <a:pt x="9" y="21"/>
                </a:lnTo>
                <a:lnTo>
                  <a:pt x="9" y="21"/>
                </a:lnTo>
                <a:lnTo>
                  <a:pt x="9" y="27"/>
                </a:lnTo>
                <a:lnTo>
                  <a:pt x="9" y="27"/>
                </a:lnTo>
                <a:lnTo>
                  <a:pt x="12" y="31"/>
                </a:lnTo>
                <a:lnTo>
                  <a:pt x="12" y="31"/>
                </a:lnTo>
                <a:lnTo>
                  <a:pt x="16" y="34"/>
                </a:lnTo>
                <a:lnTo>
                  <a:pt x="16" y="34"/>
                </a:lnTo>
                <a:lnTo>
                  <a:pt x="20" y="35"/>
                </a:lnTo>
                <a:lnTo>
                  <a:pt x="20" y="35"/>
                </a:lnTo>
                <a:lnTo>
                  <a:pt x="26" y="34"/>
                </a:lnTo>
                <a:lnTo>
                  <a:pt x="26" y="34"/>
                </a:lnTo>
                <a:lnTo>
                  <a:pt x="30" y="31"/>
                </a:lnTo>
                <a:lnTo>
                  <a:pt x="36" y="36"/>
                </a:lnTo>
                <a:lnTo>
                  <a:pt x="36" y="36"/>
                </a:lnTo>
                <a:lnTo>
                  <a:pt x="34" y="39"/>
                </a:lnTo>
                <a:lnTo>
                  <a:pt x="30" y="42"/>
                </a:lnTo>
                <a:lnTo>
                  <a:pt x="30" y="42"/>
                </a:lnTo>
                <a:lnTo>
                  <a:pt x="26" y="43"/>
                </a:lnTo>
                <a:lnTo>
                  <a:pt x="22" y="43"/>
                </a:lnTo>
                <a:lnTo>
                  <a:pt x="22" y="43"/>
                </a:lnTo>
                <a:lnTo>
                  <a:pt x="13" y="42"/>
                </a:lnTo>
                <a:lnTo>
                  <a:pt x="13" y="42"/>
                </a:lnTo>
                <a:lnTo>
                  <a:pt x="9" y="40"/>
                </a:lnTo>
                <a:lnTo>
                  <a:pt x="5" y="38"/>
                </a:lnTo>
                <a:lnTo>
                  <a:pt x="5" y="38"/>
                </a:lnTo>
                <a:lnTo>
                  <a:pt x="3" y="34"/>
                </a:lnTo>
                <a:lnTo>
                  <a:pt x="1" y="31"/>
                </a:lnTo>
                <a:lnTo>
                  <a:pt x="1" y="31"/>
                </a:lnTo>
                <a:lnTo>
                  <a:pt x="0" y="27"/>
                </a:lnTo>
                <a:lnTo>
                  <a:pt x="0" y="21"/>
                </a:lnTo>
                <a:lnTo>
                  <a:pt x="0" y="21"/>
                </a:lnTo>
                <a:lnTo>
                  <a:pt x="0" y="17"/>
                </a:lnTo>
                <a:lnTo>
                  <a:pt x="1" y="12"/>
                </a:lnTo>
                <a:lnTo>
                  <a:pt x="1" y="12"/>
                </a:lnTo>
                <a:lnTo>
                  <a:pt x="3" y="9"/>
                </a:lnTo>
                <a:lnTo>
                  <a:pt x="5" y="5"/>
                </a:lnTo>
                <a:lnTo>
                  <a:pt x="5" y="5"/>
                </a:lnTo>
                <a:lnTo>
                  <a:pt x="9" y="4"/>
                </a:lnTo>
                <a:lnTo>
                  <a:pt x="13" y="1"/>
                </a:lnTo>
                <a:lnTo>
                  <a:pt x="13" y="1"/>
                </a:lnTo>
                <a:lnTo>
                  <a:pt x="22" y="0"/>
                </a:lnTo>
                <a:lnTo>
                  <a:pt x="22" y="0"/>
                </a:lnTo>
                <a:lnTo>
                  <a:pt x="26" y="0"/>
                </a:lnTo>
                <a:lnTo>
                  <a:pt x="26" y="0"/>
                </a:lnTo>
                <a:lnTo>
                  <a:pt x="30" y="1"/>
                </a:lnTo>
                <a:lnTo>
                  <a:pt x="30" y="1"/>
                </a:lnTo>
                <a:lnTo>
                  <a:pt x="32" y="2"/>
                </a:lnTo>
                <a:lnTo>
                  <a:pt x="32" y="2"/>
                </a:lnTo>
                <a:lnTo>
                  <a:pt x="35" y="7"/>
                </a:lnTo>
                <a:lnTo>
                  <a:pt x="28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0" name="Freeform 2313"/>
          <p:cNvSpPr>
            <a:spLocks noEditPoints="1"/>
          </p:cNvSpPr>
          <p:nvPr/>
        </p:nvSpPr>
        <p:spPr bwMode="auto">
          <a:xfrm>
            <a:off x="3501818" y="5922980"/>
            <a:ext cx="56718" cy="54197"/>
          </a:xfrm>
          <a:custGeom>
            <a:avLst/>
            <a:gdLst>
              <a:gd name="T0" fmla="*/ 0 w 45"/>
              <a:gd name="T1" fmla="*/ 21 h 43"/>
              <a:gd name="T2" fmla="*/ 1 w 45"/>
              <a:gd name="T3" fmla="*/ 12 h 43"/>
              <a:gd name="T4" fmla="*/ 4 w 45"/>
              <a:gd name="T5" fmla="*/ 9 h 43"/>
              <a:gd name="T6" fmla="*/ 7 w 45"/>
              <a:gd name="T7" fmla="*/ 5 h 43"/>
              <a:gd name="T8" fmla="*/ 14 w 45"/>
              <a:gd name="T9" fmla="*/ 1 h 43"/>
              <a:gd name="T10" fmla="*/ 23 w 45"/>
              <a:gd name="T11" fmla="*/ 0 h 43"/>
              <a:gd name="T12" fmla="*/ 31 w 45"/>
              <a:gd name="T13" fmla="*/ 1 h 43"/>
              <a:gd name="T14" fmla="*/ 35 w 45"/>
              <a:gd name="T15" fmla="*/ 4 h 43"/>
              <a:gd name="T16" fmla="*/ 38 w 45"/>
              <a:gd name="T17" fmla="*/ 5 h 43"/>
              <a:gd name="T18" fmla="*/ 43 w 45"/>
              <a:gd name="T19" fmla="*/ 12 h 43"/>
              <a:gd name="T20" fmla="*/ 45 w 45"/>
              <a:gd name="T21" fmla="*/ 17 h 43"/>
              <a:gd name="T22" fmla="*/ 45 w 45"/>
              <a:gd name="T23" fmla="*/ 21 h 43"/>
              <a:gd name="T24" fmla="*/ 43 w 45"/>
              <a:gd name="T25" fmla="*/ 31 h 43"/>
              <a:gd name="T26" fmla="*/ 41 w 45"/>
              <a:gd name="T27" fmla="*/ 34 h 43"/>
              <a:gd name="T28" fmla="*/ 38 w 45"/>
              <a:gd name="T29" fmla="*/ 38 h 43"/>
              <a:gd name="T30" fmla="*/ 31 w 45"/>
              <a:gd name="T31" fmla="*/ 42 h 43"/>
              <a:gd name="T32" fmla="*/ 23 w 45"/>
              <a:gd name="T33" fmla="*/ 43 h 43"/>
              <a:gd name="T34" fmla="*/ 14 w 45"/>
              <a:gd name="T35" fmla="*/ 42 h 43"/>
              <a:gd name="T36" fmla="*/ 10 w 45"/>
              <a:gd name="T37" fmla="*/ 40 h 43"/>
              <a:gd name="T38" fmla="*/ 7 w 45"/>
              <a:gd name="T39" fmla="*/ 38 h 43"/>
              <a:gd name="T40" fmla="*/ 1 w 45"/>
              <a:gd name="T41" fmla="*/ 31 h 43"/>
              <a:gd name="T42" fmla="*/ 0 w 45"/>
              <a:gd name="T43" fmla="*/ 27 h 43"/>
              <a:gd name="T44" fmla="*/ 0 w 45"/>
              <a:gd name="T45" fmla="*/ 21 h 43"/>
              <a:gd name="T46" fmla="*/ 10 w 45"/>
              <a:gd name="T47" fmla="*/ 21 h 43"/>
              <a:gd name="T48" fmla="*/ 11 w 45"/>
              <a:gd name="T49" fmla="*/ 27 h 43"/>
              <a:gd name="T50" fmla="*/ 14 w 45"/>
              <a:gd name="T51" fmla="*/ 31 h 43"/>
              <a:gd name="T52" fmla="*/ 18 w 45"/>
              <a:gd name="T53" fmla="*/ 34 h 43"/>
              <a:gd name="T54" fmla="*/ 23 w 45"/>
              <a:gd name="T55" fmla="*/ 35 h 43"/>
              <a:gd name="T56" fmla="*/ 28 w 45"/>
              <a:gd name="T57" fmla="*/ 34 h 43"/>
              <a:gd name="T58" fmla="*/ 33 w 45"/>
              <a:gd name="T59" fmla="*/ 31 h 43"/>
              <a:gd name="T60" fmla="*/ 34 w 45"/>
              <a:gd name="T61" fmla="*/ 27 h 43"/>
              <a:gd name="T62" fmla="*/ 35 w 45"/>
              <a:gd name="T63" fmla="*/ 21 h 43"/>
              <a:gd name="T64" fmla="*/ 34 w 45"/>
              <a:gd name="T65" fmla="*/ 16 h 43"/>
              <a:gd name="T66" fmla="*/ 33 w 45"/>
              <a:gd name="T67" fmla="*/ 12 h 43"/>
              <a:gd name="T68" fmla="*/ 28 w 45"/>
              <a:gd name="T69" fmla="*/ 9 h 43"/>
              <a:gd name="T70" fmla="*/ 23 w 45"/>
              <a:gd name="T71" fmla="*/ 8 h 43"/>
              <a:gd name="T72" fmla="*/ 18 w 45"/>
              <a:gd name="T73" fmla="*/ 9 h 43"/>
              <a:gd name="T74" fmla="*/ 14 w 45"/>
              <a:gd name="T75" fmla="*/ 12 h 43"/>
              <a:gd name="T76" fmla="*/ 11 w 45"/>
              <a:gd name="T77" fmla="*/ 16 h 43"/>
              <a:gd name="T78" fmla="*/ 10 w 45"/>
              <a:gd name="T79" fmla="*/ 2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5" h="43">
                <a:moveTo>
                  <a:pt x="0" y="21"/>
                </a:moveTo>
                <a:lnTo>
                  <a:pt x="0" y="21"/>
                </a:lnTo>
                <a:lnTo>
                  <a:pt x="0" y="17"/>
                </a:lnTo>
                <a:lnTo>
                  <a:pt x="1" y="12"/>
                </a:lnTo>
                <a:lnTo>
                  <a:pt x="1" y="12"/>
                </a:lnTo>
                <a:lnTo>
                  <a:pt x="4" y="9"/>
                </a:lnTo>
                <a:lnTo>
                  <a:pt x="7" y="5"/>
                </a:lnTo>
                <a:lnTo>
                  <a:pt x="7" y="5"/>
                </a:lnTo>
                <a:lnTo>
                  <a:pt x="10" y="4"/>
                </a:lnTo>
                <a:lnTo>
                  <a:pt x="14" y="1"/>
                </a:lnTo>
                <a:lnTo>
                  <a:pt x="14" y="1"/>
                </a:lnTo>
                <a:lnTo>
                  <a:pt x="23" y="0"/>
                </a:lnTo>
                <a:lnTo>
                  <a:pt x="23" y="0"/>
                </a:lnTo>
                <a:lnTo>
                  <a:pt x="31" y="1"/>
                </a:lnTo>
                <a:lnTo>
                  <a:pt x="31" y="1"/>
                </a:lnTo>
                <a:lnTo>
                  <a:pt x="35" y="4"/>
                </a:lnTo>
                <a:lnTo>
                  <a:pt x="38" y="5"/>
                </a:lnTo>
                <a:lnTo>
                  <a:pt x="38" y="5"/>
                </a:lnTo>
                <a:lnTo>
                  <a:pt x="41" y="9"/>
                </a:lnTo>
                <a:lnTo>
                  <a:pt x="43" y="12"/>
                </a:lnTo>
                <a:lnTo>
                  <a:pt x="43" y="12"/>
                </a:lnTo>
                <a:lnTo>
                  <a:pt x="45" y="17"/>
                </a:lnTo>
                <a:lnTo>
                  <a:pt x="45" y="21"/>
                </a:lnTo>
                <a:lnTo>
                  <a:pt x="45" y="21"/>
                </a:lnTo>
                <a:lnTo>
                  <a:pt x="45" y="27"/>
                </a:lnTo>
                <a:lnTo>
                  <a:pt x="43" y="31"/>
                </a:lnTo>
                <a:lnTo>
                  <a:pt x="43" y="31"/>
                </a:lnTo>
                <a:lnTo>
                  <a:pt x="41" y="34"/>
                </a:lnTo>
                <a:lnTo>
                  <a:pt x="38" y="38"/>
                </a:lnTo>
                <a:lnTo>
                  <a:pt x="38" y="38"/>
                </a:lnTo>
                <a:lnTo>
                  <a:pt x="35" y="40"/>
                </a:lnTo>
                <a:lnTo>
                  <a:pt x="31" y="42"/>
                </a:lnTo>
                <a:lnTo>
                  <a:pt x="31" y="42"/>
                </a:lnTo>
                <a:lnTo>
                  <a:pt x="23" y="43"/>
                </a:lnTo>
                <a:lnTo>
                  <a:pt x="23" y="43"/>
                </a:lnTo>
                <a:lnTo>
                  <a:pt x="14" y="42"/>
                </a:lnTo>
                <a:lnTo>
                  <a:pt x="14" y="42"/>
                </a:lnTo>
                <a:lnTo>
                  <a:pt x="10" y="40"/>
                </a:lnTo>
                <a:lnTo>
                  <a:pt x="7" y="38"/>
                </a:lnTo>
                <a:lnTo>
                  <a:pt x="7" y="38"/>
                </a:lnTo>
                <a:lnTo>
                  <a:pt x="4" y="34"/>
                </a:lnTo>
                <a:lnTo>
                  <a:pt x="1" y="31"/>
                </a:lnTo>
                <a:lnTo>
                  <a:pt x="1" y="31"/>
                </a:lnTo>
                <a:lnTo>
                  <a:pt x="0" y="27"/>
                </a:lnTo>
                <a:lnTo>
                  <a:pt x="0" y="21"/>
                </a:lnTo>
                <a:lnTo>
                  <a:pt x="0" y="21"/>
                </a:lnTo>
                <a:close/>
                <a:moveTo>
                  <a:pt x="10" y="21"/>
                </a:moveTo>
                <a:lnTo>
                  <a:pt x="10" y="21"/>
                </a:lnTo>
                <a:lnTo>
                  <a:pt x="11" y="27"/>
                </a:lnTo>
                <a:lnTo>
                  <a:pt x="11" y="27"/>
                </a:lnTo>
                <a:lnTo>
                  <a:pt x="14" y="31"/>
                </a:lnTo>
                <a:lnTo>
                  <a:pt x="14" y="31"/>
                </a:lnTo>
                <a:lnTo>
                  <a:pt x="18" y="34"/>
                </a:lnTo>
                <a:lnTo>
                  <a:pt x="18" y="34"/>
                </a:lnTo>
                <a:lnTo>
                  <a:pt x="23" y="35"/>
                </a:lnTo>
                <a:lnTo>
                  <a:pt x="23" y="35"/>
                </a:lnTo>
                <a:lnTo>
                  <a:pt x="28" y="34"/>
                </a:lnTo>
                <a:lnTo>
                  <a:pt x="28" y="34"/>
                </a:lnTo>
                <a:lnTo>
                  <a:pt x="33" y="31"/>
                </a:lnTo>
                <a:lnTo>
                  <a:pt x="33" y="31"/>
                </a:lnTo>
                <a:lnTo>
                  <a:pt x="34" y="27"/>
                </a:lnTo>
                <a:lnTo>
                  <a:pt x="34" y="27"/>
                </a:lnTo>
                <a:lnTo>
                  <a:pt x="35" y="21"/>
                </a:lnTo>
                <a:lnTo>
                  <a:pt x="35" y="21"/>
                </a:lnTo>
                <a:lnTo>
                  <a:pt x="34" y="16"/>
                </a:lnTo>
                <a:lnTo>
                  <a:pt x="34" y="16"/>
                </a:lnTo>
                <a:lnTo>
                  <a:pt x="33" y="12"/>
                </a:lnTo>
                <a:lnTo>
                  <a:pt x="33" y="12"/>
                </a:lnTo>
                <a:lnTo>
                  <a:pt x="28" y="9"/>
                </a:lnTo>
                <a:lnTo>
                  <a:pt x="28" y="9"/>
                </a:lnTo>
                <a:lnTo>
                  <a:pt x="23" y="8"/>
                </a:lnTo>
                <a:lnTo>
                  <a:pt x="23" y="8"/>
                </a:lnTo>
                <a:lnTo>
                  <a:pt x="18" y="9"/>
                </a:lnTo>
                <a:lnTo>
                  <a:pt x="18" y="9"/>
                </a:lnTo>
                <a:lnTo>
                  <a:pt x="14" y="12"/>
                </a:lnTo>
                <a:lnTo>
                  <a:pt x="14" y="12"/>
                </a:lnTo>
                <a:lnTo>
                  <a:pt x="11" y="16"/>
                </a:lnTo>
                <a:lnTo>
                  <a:pt x="11" y="16"/>
                </a:lnTo>
                <a:lnTo>
                  <a:pt x="10" y="21"/>
                </a:lnTo>
                <a:lnTo>
                  <a:pt x="10" y="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Freeform 2314"/>
          <p:cNvSpPr>
            <a:spLocks/>
          </p:cNvSpPr>
          <p:nvPr/>
        </p:nvSpPr>
        <p:spPr bwMode="auto">
          <a:xfrm>
            <a:off x="3566099" y="5924241"/>
            <a:ext cx="50416" cy="51677"/>
          </a:xfrm>
          <a:custGeom>
            <a:avLst/>
            <a:gdLst>
              <a:gd name="T0" fmla="*/ 0 w 40"/>
              <a:gd name="T1" fmla="*/ 0 h 41"/>
              <a:gd name="T2" fmla="*/ 13 w 40"/>
              <a:gd name="T3" fmla="*/ 0 h 41"/>
              <a:gd name="T4" fmla="*/ 30 w 40"/>
              <a:gd name="T5" fmla="*/ 28 h 41"/>
              <a:gd name="T6" fmla="*/ 30 w 40"/>
              <a:gd name="T7" fmla="*/ 28 h 41"/>
              <a:gd name="T8" fmla="*/ 30 w 40"/>
              <a:gd name="T9" fmla="*/ 0 h 41"/>
              <a:gd name="T10" fmla="*/ 40 w 40"/>
              <a:gd name="T11" fmla="*/ 0 h 41"/>
              <a:gd name="T12" fmla="*/ 40 w 40"/>
              <a:gd name="T13" fmla="*/ 41 h 41"/>
              <a:gd name="T14" fmla="*/ 27 w 40"/>
              <a:gd name="T15" fmla="*/ 41 h 41"/>
              <a:gd name="T16" fmla="*/ 9 w 40"/>
              <a:gd name="T17" fmla="*/ 12 h 41"/>
              <a:gd name="T18" fmla="*/ 9 w 40"/>
              <a:gd name="T19" fmla="*/ 12 h 41"/>
              <a:gd name="T20" fmla="*/ 9 w 40"/>
              <a:gd name="T21" fmla="*/ 41 h 41"/>
              <a:gd name="T22" fmla="*/ 0 w 40"/>
              <a:gd name="T23" fmla="*/ 41 h 41"/>
              <a:gd name="T24" fmla="*/ 0 w 40"/>
              <a:gd name="T2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0" h="41">
                <a:moveTo>
                  <a:pt x="0" y="0"/>
                </a:moveTo>
                <a:lnTo>
                  <a:pt x="13" y="0"/>
                </a:lnTo>
                <a:lnTo>
                  <a:pt x="30" y="28"/>
                </a:lnTo>
                <a:lnTo>
                  <a:pt x="30" y="28"/>
                </a:lnTo>
                <a:lnTo>
                  <a:pt x="30" y="0"/>
                </a:lnTo>
                <a:lnTo>
                  <a:pt x="40" y="0"/>
                </a:lnTo>
                <a:lnTo>
                  <a:pt x="40" y="41"/>
                </a:lnTo>
                <a:lnTo>
                  <a:pt x="27" y="41"/>
                </a:lnTo>
                <a:lnTo>
                  <a:pt x="9" y="12"/>
                </a:lnTo>
                <a:lnTo>
                  <a:pt x="9" y="12"/>
                </a:lnTo>
                <a:lnTo>
                  <a:pt x="9" y="41"/>
                </a:lnTo>
                <a:lnTo>
                  <a:pt x="0" y="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2" name="Freeform 2315"/>
          <p:cNvSpPr>
            <a:spLocks/>
          </p:cNvSpPr>
          <p:nvPr/>
        </p:nvSpPr>
        <p:spPr bwMode="auto">
          <a:xfrm>
            <a:off x="3646765" y="5924241"/>
            <a:ext cx="45374" cy="51677"/>
          </a:xfrm>
          <a:custGeom>
            <a:avLst/>
            <a:gdLst>
              <a:gd name="T0" fmla="*/ 0 w 36"/>
              <a:gd name="T1" fmla="*/ 0 h 41"/>
              <a:gd name="T2" fmla="*/ 9 w 36"/>
              <a:gd name="T3" fmla="*/ 0 h 41"/>
              <a:gd name="T4" fmla="*/ 9 w 36"/>
              <a:gd name="T5" fmla="*/ 15 h 41"/>
              <a:gd name="T6" fmla="*/ 27 w 36"/>
              <a:gd name="T7" fmla="*/ 15 h 41"/>
              <a:gd name="T8" fmla="*/ 27 w 36"/>
              <a:gd name="T9" fmla="*/ 0 h 41"/>
              <a:gd name="T10" fmla="*/ 36 w 36"/>
              <a:gd name="T11" fmla="*/ 0 h 41"/>
              <a:gd name="T12" fmla="*/ 36 w 36"/>
              <a:gd name="T13" fmla="*/ 41 h 41"/>
              <a:gd name="T14" fmla="*/ 27 w 36"/>
              <a:gd name="T15" fmla="*/ 41 h 41"/>
              <a:gd name="T16" fmla="*/ 27 w 36"/>
              <a:gd name="T17" fmla="*/ 23 h 41"/>
              <a:gd name="T18" fmla="*/ 9 w 36"/>
              <a:gd name="T19" fmla="*/ 23 h 41"/>
              <a:gd name="T20" fmla="*/ 9 w 36"/>
              <a:gd name="T21" fmla="*/ 41 h 41"/>
              <a:gd name="T22" fmla="*/ 0 w 36"/>
              <a:gd name="T23" fmla="*/ 41 h 41"/>
              <a:gd name="T24" fmla="*/ 0 w 36"/>
              <a:gd name="T2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6" h="41">
                <a:moveTo>
                  <a:pt x="0" y="0"/>
                </a:moveTo>
                <a:lnTo>
                  <a:pt x="9" y="0"/>
                </a:lnTo>
                <a:lnTo>
                  <a:pt x="9" y="15"/>
                </a:lnTo>
                <a:lnTo>
                  <a:pt x="27" y="15"/>
                </a:lnTo>
                <a:lnTo>
                  <a:pt x="27" y="0"/>
                </a:lnTo>
                <a:lnTo>
                  <a:pt x="36" y="0"/>
                </a:lnTo>
                <a:lnTo>
                  <a:pt x="36" y="41"/>
                </a:lnTo>
                <a:lnTo>
                  <a:pt x="27" y="41"/>
                </a:lnTo>
                <a:lnTo>
                  <a:pt x="27" y="23"/>
                </a:lnTo>
                <a:lnTo>
                  <a:pt x="9" y="23"/>
                </a:lnTo>
                <a:lnTo>
                  <a:pt x="9" y="41"/>
                </a:lnTo>
                <a:lnTo>
                  <a:pt x="0" y="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3" name="Freeform 2316"/>
          <p:cNvSpPr>
            <a:spLocks/>
          </p:cNvSpPr>
          <p:nvPr/>
        </p:nvSpPr>
        <p:spPr bwMode="auto">
          <a:xfrm>
            <a:off x="3702222" y="5924241"/>
            <a:ext cx="37812" cy="51677"/>
          </a:xfrm>
          <a:custGeom>
            <a:avLst/>
            <a:gdLst>
              <a:gd name="T0" fmla="*/ 0 w 30"/>
              <a:gd name="T1" fmla="*/ 0 h 41"/>
              <a:gd name="T2" fmla="*/ 29 w 30"/>
              <a:gd name="T3" fmla="*/ 0 h 41"/>
              <a:gd name="T4" fmla="*/ 29 w 30"/>
              <a:gd name="T5" fmla="*/ 8 h 41"/>
              <a:gd name="T6" fmla="*/ 10 w 30"/>
              <a:gd name="T7" fmla="*/ 8 h 41"/>
              <a:gd name="T8" fmla="*/ 10 w 30"/>
              <a:gd name="T9" fmla="*/ 16 h 41"/>
              <a:gd name="T10" fmla="*/ 27 w 30"/>
              <a:gd name="T11" fmla="*/ 16 h 41"/>
              <a:gd name="T12" fmla="*/ 27 w 30"/>
              <a:gd name="T13" fmla="*/ 24 h 41"/>
              <a:gd name="T14" fmla="*/ 10 w 30"/>
              <a:gd name="T15" fmla="*/ 24 h 41"/>
              <a:gd name="T16" fmla="*/ 10 w 30"/>
              <a:gd name="T17" fmla="*/ 33 h 41"/>
              <a:gd name="T18" fmla="*/ 30 w 30"/>
              <a:gd name="T19" fmla="*/ 33 h 41"/>
              <a:gd name="T20" fmla="*/ 30 w 30"/>
              <a:gd name="T21" fmla="*/ 41 h 41"/>
              <a:gd name="T22" fmla="*/ 0 w 30"/>
              <a:gd name="T23" fmla="*/ 41 h 41"/>
              <a:gd name="T24" fmla="*/ 0 w 30"/>
              <a:gd name="T2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0" h="41">
                <a:moveTo>
                  <a:pt x="0" y="0"/>
                </a:moveTo>
                <a:lnTo>
                  <a:pt x="29" y="0"/>
                </a:lnTo>
                <a:lnTo>
                  <a:pt x="29" y="8"/>
                </a:lnTo>
                <a:lnTo>
                  <a:pt x="10" y="8"/>
                </a:lnTo>
                <a:lnTo>
                  <a:pt x="10" y="16"/>
                </a:lnTo>
                <a:lnTo>
                  <a:pt x="27" y="16"/>
                </a:lnTo>
                <a:lnTo>
                  <a:pt x="27" y="24"/>
                </a:lnTo>
                <a:lnTo>
                  <a:pt x="10" y="24"/>
                </a:lnTo>
                <a:lnTo>
                  <a:pt x="10" y="33"/>
                </a:lnTo>
                <a:lnTo>
                  <a:pt x="30" y="33"/>
                </a:lnTo>
                <a:lnTo>
                  <a:pt x="30" y="41"/>
                </a:lnTo>
                <a:lnTo>
                  <a:pt x="0" y="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4" name="Freeform 2317"/>
          <p:cNvSpPr>
            <a:spLocks noEditPoints="1"/>
          </p:cNvSpPr>
          <p:nvPr/>
        </p:nvSpPr>
        <p:spPr bwMode="auto">
          <a:xfrm>
            <a:off x="3748856" y="5924241"/>
            <a:ext cx="42854" cy="51677"/>
          </a:xfrm>
          <a:custGeom>
            <a:avLst/>
            <a:gdLst>
              <a:gd name="T0" fmla="*/ 0 w 34"/>
              <a:gd name="T1" fmla="*/ 0 h 41"/>
              <a:gd name="T2" fmla="*/ 16 w 34"/>
              <a:gd name="T3" fmla="*/ 0 h 41"/>
              <a:gd name="T4" fmla="*/ 16 w 34"/>
              <a:gd name="T5" fmla="*/ 0 h 41"/>
              <a:gd name="T6" fmla="*/ 23 w 34"/>
              <a:gd name="T7" fmla="*/ 0 h 41"/>
              <a:gd name="T8" fmla="*/ 23 w 34"/>
              <a:gd name="T9" fmla="*/ 0 h 41"/>
              <a:gd name="T10" fmla="*/ 27 w 34"/>
              <a:gd name="T11" fmla="*/ 3 h 41"/>
              <a:gd name="T12" fmla="*/ 27 w 34"/>
              <a:gd name="T13" fmla="*/ 3 h 41"/>
              <a:gd name="T14" fmla="*/ 31 w 34"/>
              <a:gd name="T15" fmla="*/ 7 h 41"/>
              <a:gd name="T16" fmla="*/ 31 w 34"/>
              <a:gd name="T17" fmla="*/ 7 h 41"/>
              <a:gd name="T18" fmla="*/ 32 w 34"/>
              <a:gd name="T19" fmla="*/ 12 h 41"/>
              <a:gd name="T20" fmla="*/ 32 w 34"/>
              <a:gd name="T21" fmla="*/ 12 h 41"/>
              <a:gd name="T22" fmla="*/ 31 w 34"/>
              <a:gd name="T23" fmla="*/ 16 h 41"/>
              <a:gd name="T24" fmla="*/ 30 w 34"/>
              <a:gd name="T25" fmla="*/ 20 h 41"/>
              <a:gd name="T26" fmla="*/ 30 w 34"/>
              <a:gd name="T27" fmla="*/ 20 h 41"/>
              <a:gd name="T28" fmla="*/ 27 w 34"/>
              <a:gd name="T29" fmla="*/ 22 h 41"/>
              <a:gd name="T30" fmla="*/ 23 w 34"/>
              <a:gd name="T31" fmla="*/ 23 h 41"/>
              <a:gd name="T32" fmla="*/ 34 w 34"/>
              <a:gd name="T33" fmla="*/ 41 h 41"/>
              <a:gd name="T34" fmla="*/ 23 w 34"/>
              <a:gd name="T35" fmla="*/ 41 h 41"/>
              <a:gd name="T36" fmla="*/ 13 w 34"/>
              <a:gd name="T37" fmla="*/ 24 h 41"/>
              <a:gd name="T38" fmla="*/ 9 w 34"/>
              <a:gd name="T39" fmla="*/ 24 h 41"/>
              <a:gd name="T40" fmla="*/ 9 w 34"/>
              <a:gd name="T41" fmla="*/ 41 h 41"/>
              <a:gd name="T42" fmla="*/ 0 w 34"/>
              <a:gd name="T43" fmla="*/ 41 h 41"/>
              <a:gd name="T44" fmla="*/ 0 w 34"/>
              <a:gd name="T45" fmla="*/ 0 h 41"/>
              <a:gd name="T46" fmla="*/ 9 w 34"/>
              <a:gd name="T47" fmla="*/ 16 h 41"/>
              <a:gd name="T48" fmla="*/ 15 w 34"/>
              <a:gd name="T49" fmla="*/ 16 h 41"/>
              <a:gd name="T50" fmla="*/ 15 w 34"/>
              <a:gd name="T51" fmla="*/ 16 h 41"/>
              <a:gd name="T52" fmla="*/ 17 w 34"/>
              <a:gd name="T53" fmla="*/ 16 h 41"/>
              <a:gd name="T54" fmla="*/ 17 w 34"/>
              <a:gd name="T55" fmla="*/ 16 h 41"/>
              <a:gd name="T56" fmla="*/ 20 w 34"/>
              <a:gd name="T57" fmla="*/ 16 h 41"/>
              <a:gd name="T58" fmla="*/ 20 w 34"/>
              <a:gd name="T59" fmla="*/ 16 h 41"/>
              <a:gd name="T60" fmla="*/ 21 w 34"/>
              <a:gd name="T61" fmla="*/ 15 h 41"/>
              <a:gd name="T62" fmla="*/ 21 w 34"/>
              <a:gd name="T63" fmla="*/ 15 h 41"/>
              <a:gd name="T64" fmla="*/ 23 w 34"/>
              <a:gd name="T65" fmla="*/ 12 h 41"/>
              <a:gd name="T66" fmla="*/ 23 w 34"/>
              <a:gd name="T67" fmla="*/ 12 h 41"/>
              <a:gd name="T68" fmla="*/ 21 w 34"/>
              <a:gd name="T69" fmla="*/ 10 h 41"/>
              <a:gd name="T70" fmla="*/ 21 w 34"/>
              <a:gd name="T71" fmla="*/ 10 h 41"/>
              <a:gd name="T72" fmla="*/ 20 w 34"/>
              <a:gd name="T73" fmla="*/ 8 h 41"/>
              <a:gd name="T74" fmla="*/ 20 w 34"/>
              <a:gd name="T75" fmla="*/ 8 h 41"/>
              <a:gd name="T76" fmla="*/ 17 w 34"/>
              <a:gd name="T77" fmla="*/ 8 h 41"/>
              <a:gd name="T78" fmla="*/ 17 w 34"/>
              <a:gd name="T79" fmla="*/ 8 h 41"/>
              <a:gd name="T80" fmla="*/ 15 w 34"/>
              <a:gd name="T81" fmla="*/ 8 h 41"/>
              <a:gd name="T82" fmla="*/ 9 w 34"/>
              <a:gd name="T83" fmla="*/ 8 h 41"/>
              <a:gd name="T84" fmla="*/ 9 w 34"/>
              <a:gd name="T85" fmla="*/ 1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4" h="41">
                <a:moveTo>
                  <a:pt x="0" y="0"/>
                </a:moveTo>
                <a:lnTo>
                  <a:pt x="16" y="0"/>
                </a:lnTo>
                <a:lnTo>
                  <a:pt x="16" y="0"/>
                </a:lnTo>
                <a:lnTo>
                  <a:pt x="23" y="0"/>
                </a:lnTo>
                <a:lnTo>
                  <a:pt x="23" y="0"/>
                </a:lnTo>
                <a:lnTo>
                  <a:pt x="27" y="3"/>
                </a:lnTo>
                <a:lnTo>
                  <a:pt x="27" y="3"/>
                </a:lnTo>
                <a:lnTo>
                  <a:pt x="31" y="7"/>
                </a:lnTo>
                <a:lnTo>
                  <a:pt x="31" y="7"/>
                </a:lnTo>
                <a:lnTo>
                  <a:pt x="32" y="12"/>
                </a:lnTo>
                <a:lnTo>
                  <a:pt x="32" y="12"/>
                </a:lnTo>
                <a:lnTo>
                  <a:pt x="31" y="16"/>
                </a:lnTo>
                <a:lnTo>
                  <a:pt x="30" y="20"/>
                </a:lnTo>
                <a:lnTo>
                  <a:pt x="30" y="20"/>
                </a:lnTo>
                <a:lnTo>
                  <a:pt x="27" y="22"/>
                </a:lnTo>
                <a:lnTo>
                  <a:pt x="23" y="23"/>
                </a:lnTo>
                <a:lnTo>
                  <a:pt x="34" y="41"/>
                </a:lnTo>
                <a:lnTo>
                  <a:pt x="23" y="41"/>
                </a:lnTo>
                <a:lnTo>
                  <a:pt x="13" y="24"/>
                </a:lnTo>
                <a:lnTo>
                  <a:pt x="9" y="24"/>
                </a:lnTo>
                <a:lnTo>
                  <a:pt x="9" y="41"/>
                </a:lnTo>
                <a:lnTo>
                  <a:pt x="0" y="41"/>
                </a:lnTo>
                <a:lnTo>
                  <a:pt x="0" y="0"/>
                </a:lnTo>
                <a:close/>
                <a:moveTo>
                  <a:pt x="9" y="16"/>
                </a:moveTo>
                <a:lnTo>
                  <a:pt x="15" y="16"/>
                </a:lnTo>
                <a:lnTo>
                  <a:pt x="15" y="16"/>
                </a:lnTo>
                <a:lnTo>
                  <a:pt x="17" y="16"/>
                </a:lnTo>
                <a:lnTo>
                  <a:pt x="17" y="16"/>
                </a:lnTo>
                <a:lnTo>
                  <a:pt x="20" y="16"/>
                </a:lnTo>
                <a:lnTo>
                  <a:pt x="20" y="16"/>
                </a:lnTo>
                <a:lnTo>
                  <a:pt x="21" y="15"/>
                </a:lnTo>
                <a:lnTo>
                  <a:pt x="21" y="15"/>
                </a:lnTo>
                <a:lnTo>
                  <a:pt x="23" y="12"/>
                </a:lnTo>
                <a:lnTo>
                  <a:pt x="23" y="12"/>
                </a:lnTo>
                <a:lnTo>
                  <a:pt x="21" y="10"/>
                </a:lnTo>
                <a:lnTo>
                  <a:pt x="21" y="10"/>
                </a:lnTo>
                <a:lnTo>
                  <a:pt x="20" y="8"/>
                </a:lnTo>
                <a:lnTo>
                  <a:pt x="20" y="8"/>
                </a:lnTo>
                <a:lnTo>
                  <a:pt x="17" y="8"/>
                </a:lnTo>
                <a:lnTo>
                  <a:pt x="17" y="8"/>
                </a:lnTo>
                <a:lnTo>
                  <a:pt x="15" y="8"/>
                </a:lnTo>
                <a:lnTo>
                  <a:pt x="9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5" name="Freeform 2318"/>
          <p:cNvSpPr>
            <a:spLocks/>
          </p:cNvSpPr>
          <p:nvPr/>
        </p:nvSpPr>
        <p:spPr bwMode="auto">
          <a:xfrm>
            <a:off x="3796751" y="5924241"/>
            <a:ext cx="36552" cy="51677"/>
          </a:xfrm>
          <a:custGeom>
            <a:avLst/>
            <a:gdLst>
              <a:gd name="T0" fmla="*/ 0 w 29"/>
              <a:gd name="T1" fmla="*/ 0 h 41"/>
              <a:gd name="T2" fmla="*/ 28 w 29"/>
              <a:gd name="T3" fmla="*/ 0 h 41"/>
              <a:gd name="T4" fmla="*/ 28 w 29"/>
              <a:gd name="T5" fmla="*/ 8 h 41"/>
              <a:gd name="T6" fmla="*/ 9 w 29"/>
              <a:gd name="T7" fmla="*/ 8 h 41"/>
              <a:gd name="T8" fmla="*/ 9 w 29"/>
              <a:gd name="T9" fmla="*/ 16 h 41"/>
              <a:gd name="T10" fmla="*/ 27 w 29"/>
              <a:gd name="T11" fmla="*/ 16 h 41"/>
              <a:gd name="T12" fmla="*/ 27 w 29"/>
              <a:gd name="T13" fmla="*/ 24 h 41"/>
              <a:gd name="T14" fmla="*/ 9 w 29"/>
              <a:gd name="T15" fmla="*/ 24 h 41"/>
              <a:gd name="T16" fmla="*/ 9 w 29"/>
              <a:gd name="T17" fmla="*/ 33 h 41"/>
              <a:gd name="T18" fmla="*/ 29 w 29"/>
              <a:gd name="T19" fmla="*/ 33 h 41"/>
              <a:gd name="T20" fmla="*/ 29 w 29"/>
              <a:gd name="T21" fmla="*/ 41 h 41"/>
              <a:gd name="T22" fmla="*/ 0 w 29"/>
              <a:gd name="T23" fmla="*/ 41 h 41"/>
              <a:gd name="T24" fmla="*/ 0 w 29"/>
              <a:gd name="T2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" h="41">
                <a:moveTo>
                  <a:pt x="0" y="0"/>
                </a:moveTo>
                <a:lnTo>
                  <a:pt x="28" y="0"/>
                </a:lnTo>
                <a:lnTo>
                  <a:pt x="28" y="8"/>
                </a:lnTo>
                <a:lnTo>
                  <a:pt x="9" y="8"/>
                </a:lnTo>
                <a:lnTo>
                  <a:pt x="9" y="16"/>
                </a:lnTo>
                <a:lnTo>
                  <a:pt x="27" y="16"/>
                </a:lnTo>
                <a:lnTo>
                  <a:pt x="27" y="24"/>
                </a:lnTo>
                <a:lnTo>
                  <a:pt x="9" y="24"/>
                </a:lnTo>
                <a:lnTo>
                  <a:pt x="9" y="33"/>
                </a:lnTo>
                <a:lnTo>
                  <a:pt x="29" y="33"/>
                </a:lnTo>
                <a:lnTo>
                  <a:pt x="29" y="41"/>
                </a:lnTo>
                <a:lnTo>
                  <a:pt x="0" y="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6" name="Rectangle 2319"/>
          <p:cNvSpPr>
            <a:spLocks noChangeArrowheads="1"/>
          </p:cNvSpPr>
          <p:nvPr/>
        </p:nvSpPr>
        <p:spPr bwMode="auto">
          <a:xfrm>
            <a:off x="3432497" y="2676197"/>
            <a:ext cx="11344" cy="52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7" name="Freeform 2320"/>
          <p:cNvSpPr>
            <a:spLocks/>
          </p:cNvSpPr>
          <p:nvPr/>
        </p:nvSpPr>
        <p:spPr bwMode="auto">
          <a:xfrm>
            <a:off x="3451403" y="2674937"/>
            <a:ext cx="46635" cy="54197"/>
          </a:xfrm>
          <a:custGeom>
            <a:avLst/>
            <a:gdLst>
              <a:gd name="T0" fmla="*/ 29 w 37"/>
              <a:gd name="T1" fmla="*/ 12 h 43"/>
              <a:gd name="T2" fmla="*/ 29 w 37"/>
              <a:gd name="T3" fmla="*/ 12 h 43"/>
              <a:gd name="T4" fmla="*/ 27 w 37"/>
              <a:gd name="T5" fmla="*/ 9 h 43"/>
              <a:gd name="T6" fmla="*/ 27 w 37"/>
              <a:gd name="T7" fmla="*/ 9 h 43"/>
              <a:gd name="T8" fmla="*/ 21 w 37"/>
              <a:gd name="T9" fmla="*/ 9 h 43"/>
              <a:gd name="T10" fmla="*/ 21 w 37"/>
              <a:gd name="T11" fmla="*/ 9 h 43"/>
              <a:gd name="T12" fmla="*/ 17 w 37"/>
              <a:gd name="T13" fmla="*/ 9 h 43"/>
              <a:gd name="T14" fmla="*/ 17 w 37"/>
              <a:gd name="T15" fmla="*/ 9 h 43"/>
              <a:gd name="T16" fmla="*/ 13 w 37"/>
              <a:gd name="T17" fmla="*/ 12 h 43"/>
              <a:gd name="T18" fmla="*/ 13 w 37"/>
              <a:gd name="T19" fmla="*/ 12 h 43"/>
              <a:gd name="T20" fmla="*/ 10 w 37"/>
              <a:gd name="T21" fmla="*/ 16 h 43"/>
              <a:gd name="T22" fmla="*/ 10 w 37"/>
              <a:gd name="T23" fmla="*/ 16 h 43"/>
              <a:gd name="T24" fmla="*/ 9 w 37"/>
              <a:gd name="T25" fmla="*/ 21 h 43"/>
              <a:gd name="T26" fmla="*/ 9 w 37"/>
              <a:gd name="T27" fmla="*/ 21 h 43"/>
              <a:gd name="T28" fmla="*/ 10 w 37"/>
              <a:gd name="T29" fmla="*/ 27 h 43"/>
              <a:gd name="T30" fmla="*/ 10 w 37"/>
              <a:gd name="T31" fmla="*/ 27 h 43"/>
              <a:gd name="T32" fmla="*/ 13 w 37"/>
              <a:gd name="T33" fmla="*/ 31 h 43"/>
              <a:gd name="T34" fmla="*/ 13 w 37"/>
              <a:gd name="T35" fmla="*/ 31 h 43"/>
              <a:gd name="T36" fmla="*/ 17 w 37"/>
              <a:gd name="T37" fmla="*/ 33 h 43"/>
              <a:gd name="T38" fmla="*/ 17 w 37"/>
              <a:gd name="T39" fmla="*/ 33 h 43"/>
              <a:gd name="T40" fmla="*/ 21 w 37"/>
              <a:gd name="T41" fmla="*/ 35 h 43"/>
              <a:gd name="T42" fmla="*/ 21 w 37"/>
              <a:gd name="T43" fmla="*/ 35 h 43"/>
              <a:gd name="T44" fmla="*/ 27 w 37"/>
              <a:gd name="T45" fmla="*/ 33 h 43"/>
              <a:gd name="T46" fmla="*/ 27 w 37"/>
              <a:gd name="T47" fmla="*/ 33 h 43"/>
              <a:gd name="T48" fmla="*/ 29 w 37"/>
              <a:gd name="T49" fmla="*/ 31 h 43"/>
              <a:gd name="T50" fmla="*/ 37 w 37"/>
              <a:gd name="T51" fmla="*/ 36 h 43"/>
              <a:gd name="T52" fmla="*/ 37 w 37"/>
              <a:gd name="T53" fmla="*/ 36 h 43"/>
              <a:gd name="T54" fmla="*/ 35 w 37"/>
              <a:gd name="T55" fmla="*/ 39 h 43"/>
              <a:gd name="T56" fmla="*/ 31 w 37"/>
              <a:gd name="T57" fmla="*/ 41 h 43"/>
              <a:gd name="T58" fmla="*/ 31 w 37"/>
              <a:gd name="T59" fmla="*/ 41 h 43"/>
              <a:gd name="T60" fmla="*/ 27 w 37"/>
              <a:gd name="T61" fmla="*/ 43 h 43"/>
              <a:gd name="T62" fmla="*/ 23 w 37"/>
              <a:gd name="T63" fmla="*/ 43 h 43"/>
              <a:gd name="T64" fmla="*/ 23 w 37"/>
              <a:gd name="T65" fmla="*/ 43 h 43"/>
              <a:gd name="T66" fmla="*/ 13 w 37"/>
              <a:gd name="T67" fmla="*/ 41 h 43"/>
              <a:gd name="T68" fmla="*/ 13 w 37"/>
              <a:gd name="T69" fmla="*/ 41 h 43"/>
              <a:gd name="T70" fmla="*/ 9 w 37"/>
              <a:gd name="T71" fmla="*/ 40 h 43"/>
              <a:gd name="T72" fmla="*/ 6 w 37"/>
              <a:gd name="T73" fmla="*/ 37 h 43"/>
              <a:gd name="T74" fmla="*/ 6 w 37"/>
              <a:gd name="T75" fmla="*/ 37 h 43"/>
              <a:gd name="T76" fmla="*/ 4 w 37"/>
              <a:gd name="T77" fmla="*/ 35 h 43"/>
              <a:gd name="T78" fmla="*/ 2 w 37"/>
              <a:gd name="T79" fmla="*/ 31 h 43"/>
              <a:gd name="T80" fmla="*/ 2 w 37"/>
              <a:gd name="T81" fmla="*/ 31 h 43"/>
              <a:gd name="T82" fmla="*/ 1 w 37"/>
              <a:gd name="T83" fmla="*/ 27 h 43"/>
              <a:gd name="T84" fmla="*/ 0 w 37"/>
              <a:gd name="T85" fmla="*/ 21 h 43"/>
              <a:gd name="T86" fmla="*/ 0 w 37"/>
              <a:gd name="T87" fmla="*/ 21 h 43"/>
              <a:gd name="T88" fmla="*/ 1 w 37"/>
              <a:gd name="T89" fmla="*/ 17 h 43"/>
              <a:gd name="T90" fmla="*/ 2 w 37"/>
              <a:gd name="T91" fmla="*/ 13 h 43"/>
              <a:gd name="T92" fmla="*/ 2 w 37"/>
              <a:gd name="T93" fmla="*/ 13 h 43"/>
              <a:gd name="T94" fmla="*/ 4 w 37"/>
              <a:gd name="T95" fmla="*/ 9 h 43"/>
              <a:gd name="T96" fmla="*/ 6 w 37"/>
              <a:gd name="T97" fmla="*/ 6 h 43"/>
              <a:gd name="T98" fmla="*/ 6 w 37"/>
              <a:gd name="T99" fmla="*/ 6 h 43"/>
              <a:gd name="T100" fmla="*/ 9 w 37"/>
              <a:gd name="T101" fmla="*/ 4 h 43"/>
              <a:gd name="T102" fmla="*/ 13 w 37"/>
              <a:gd name="T103" fmla="*/ 1 h 43"/>
              <a:gd name="T104" fmla="*/ 13 w 37"/>
              <a:gd name="T105" fmla="*/ 1 h 43"/>
              <a:gd name="T106" fmla="*/ 23 w 37"/>
              <a:gd name="T107" fmla="*/ 0 h 43"/>
              <a:gd name="T108" fmla="*/ 23 w 37"/>
              <a:gd name="T109" fmla="*/ 0 h 43"/>
              <a:gd name="T110" fmla="*/ 27 w 37"/>
              <a:gd name="T111" fmla="*/ 1 h 43"/>
              <a:gd name="T112" fmla="*/ 27 w 37"/>
              <a:gd name="T113" fmla="*/ 1 h 43"/>
              <a:gd name="T114" fmla="*/ 29 w 37"/>
              <a:gd name="T115" fmla="*/ 1 h 43"/>
              <a:gd name="T116" fmla="*/ 29 w 37"/>
              <a:gd name="T117" fmla="*/ 1 h 43"/>
              <a:gd name="T118" fmla="*/ 33 w 37"/>
              <a:gd name="T119" fmla="*/ 4 h 43"/>
              <a:gd name="T120" fmla="*/ 33 w 37"/>
              <a:gd name="T121" fmla="*/ 4 h 43"/>
              <a:gd name="T122" fmla="*/ 36 w 37"/>
              <a:gd name="T123" fmla="*/ 6 h 43"/>
              <a:gd name="T124" fmla="*/ 29 w 37"/>
              <a:gd name="T125" fmla="*/ 12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7" h="43">
                <a:moveTo>
                  <a:pt x="29" y="12"/>
                </a:moveTo>
                <a:lnTo>
                  <a:pt x="29" y="12"/>
                </a:lnTo>
                <a:lnTo>
                  <a:pt x="27" y="9"/>
                </a:lnTo>
                <a:lnTo>
                  <a:pt x="27" y="9"/>
                </a:lnTo>
                <a:lnTo>
                  <a:pt x="21" y="9"/>
                </a:lnTo>
                <a:lnTo>
                  <a:pt x="21" y="9"/>
                </a:lnTo>
                <a:lnTo>
                  <a:pt x="17" y="9"/>
                </a:lnTo>
                <a:lnTo>
                  <a:pt x="17" y="9"/>
                </a:lnTo>
                <a:lnTo>
                  <a:pt x="13" y="12"/>
                </a:lnTo>
                <a:lnTo>
                  <a:pt x="13" y="12"/>
                </a:lnTo>
                <a:lnTo>
                  <a:pt x="10" y="16"/>
                </a:lnTo>
                <a:lnTo>
                  <a:pt x="10" y="16"/>
                </a:lnTo>
                <a:lnTo>
                  <a:pt x="9" y="21"/>
                </a:lnTo>
                <a:lnTo>
                  <a:pt x="9" y="21"/>
                </a:lnTo>
                <a:lnTo>
                  <a:pt x="10" y="27"/>
                </a:lnTo>
                <a:lnTo>
                  <a:pt x="10" y="27"/>
                </a:lnTo>
                <a:lnTo>
                  <a:pt x="13" y="31"/>
                </a:lnTo>
                <a:lnTo>
                  <a:pt x="13" y="31"/>
                </a:lnTo>
                <a:lnTo>
                  <a:pt x="17" y="33"/>
                </a:lnTo>
                <a:lnTo>
                  <a:pt x="17" y="33"/>
                </a:lnTo>
                <a:lnTo>
                  <a:pt x="21" y="35"/>
                </a:lnTo>
                <a:lnTo>
                  <a:pt x="21" y="35"/>
                </a:lnTo>
                <a:lnTo>
                  <a:pt x="27" y="33"/>
                </a:lnTo>
                <a:lnTo>
                  <a:pt x="27" y="33"/>
                </a:lnTo>
                <a:lnTo>
                  <a:pt x="29" y="31"/>
                </a:lnTo>
                <a:lnTo>
                  <a:pt x="37" y="36"/>
                </a:lnTo>
                <a:lnTo>
                  <a:pt x="37" y="36"/>
                </a:lnTo>
                <a:lnTo>
                  <a:pt x="35" y="39"/>
                </a:lnTo>
                <a:lnTo>
                  <a:pt x="31" y="41"/>
                </a:lnTo>
                <a:lnTo>
                  <a:pt x="31" y="41"/>
                </a:lnTo>
                <a:lnTo>
                  <a:pt x="27" y="43"/>
                </a:lnTo>
                <a:lnTo>
                  <a:pt x="23" y="43"/>
                </a:lnTo>
                <a:lnTo>
                  <a:pt x="23" y="43"/>
                </a:lnTo>
                <a:lnTo>
                  <a:pt x="13" y="41"/>
                </a:lnTo>
                <a:lnTo>
                  <a:pt x="13" y="41"/>
                </a:lnTo>
                <a:lnTo>
                  <a:pt x="9" y="40"/>
                </a:lnTo>
                <a:lnTo>
                  <a:pt x="6" y="37"/>
                </a:lnTo>
                <a:lnTo>
                  <a:pt x="6" y="37"/>
                </a:lnTo>
                <a:lnTo>
                  <a:pt x="4" y="35"/>
                </a:lnTo>
                <a:lnTo>
                  <a:pt x="2" y="31"/>
                </a:lnTo>
                <a:lnTo>
                  <a:pt x="2" y="31"/>
                </a:lnTo>
                <a:lnTo>
                  <a:pt x="1" y="27"/>
                </a:lnTo>
                <a:lnTo>
                  <a:pt x="0" y="21"/>
                </a:lnTo>
                <a:lnTo>
                  <a:pt x="0" y="21"/>
                </a:lnTo>
                <a:lnTo>
                  <a:pt x="1" y="17"/>
                </a:lnTo>
                <a:lnTo>
                  <a:pt x="2" y="13"/>
                </a:lnTo>
                <a:lnTo>
                  <a:pt x="2" y="13"/>
                </a:lnTo>
                <a:lnTo>
                  <a:pt x="4" y="9"/>
                </a:lnTo>
                <a:lnTo>
                  <a:pt x="6" y="6"/>
                </a:lnTo>
                <a:lnTo>
                  <a:pt x="6" y="6"/>
                </a:lnTo>
                <a:lnTo>
                  <a:pt x="9" y="4"/>
                </a:lnTo>
                <a:lnTo>
                  <a:pt x="13" y="1"/>
                </a:lnTo>
                <a:lnTo>
                  <a:pt x="13" y="1"/>
                </a:lnTo>
                <a:lnTo>
                  <a:pt x="23" y="0"/>
                </a:lnTo>
                <a:lnTo>
                  <a:pt x="23" y="0"/>
                </a:lnTo>
                <a:lnTo>
                  <a:pt x="27" y="1"/>
                </a:lnTo>
                <a:lnTo>
                  <a:pt x="27" y="1"/>
                </a:lnTo>
                <a:lnTo>
                  <a:pt x="29" y="1"/>
                </a:lnTo>
                <a:lnTo>
                  <a:pt x="29" y="1"/>
                </a:lnTo>
                <a:lnTo>
                  <a:pt x="33" y="4"/>
                </a:lnTo>
                <a:lnTo>
                  <a:pt x="33" y="4"/>
                </a:lnTo>
                <a:lnTo>
                  <a:pt x="36" y="6"/>
                </a:lnTo>
                <a:lnTo>
                  <a:pt x="29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8" name="Freeform 2321"/>
          <p:cNvSpPr>
            <a:spLocks noEditPoints="1"/>
          </p:cNvSpPr>
          <p:nvPr/>
        </p:nvSpPr>
        <p:spPr bwMode="auto">
          <a:xfrm>
            <a:off x="3501818" y="2674937"/>
            <a:ext cx="56718" cy="54197"/>
          </a:xfrm>
          <a:custGeom>
            <a:avLst/>
            <a:gdLst>
              <a:gd name="T0" fmla="*/ 0 w 45"/>
              <a:gd name="T1" fmla="*/ 21 h 43"/>
              <a:gd name="T2" fmla="*/ 1 w 45"/>
              <a:gd name="T3" fmla="*/ 13 h 43"/>
              <a:gd name="T4" fmla="*/ 4 w 45"/>
              <a:gd name="T5" fmla="*/ 9 h 43"/>
              <a:gd name="T6" fmla="*/ 7 w 45"/>
              <a:gd name="T7" fmla="*/ 6 h 43"/>
              <a:gd name="T8" fmla="*/ 14 w 45"/>
              <a:gd name="T9" fmla="*/ 1 h 43"/>
              <a:gd name="T10" fmla="*/ 22 w 45"/>
              <a:gd name="T11" fmla="*/ 0 h 43"/>
              <a:gd name="T12" fmla="*/ 31 w 45"/>
              <a:gd name="T13" fmla="*/ 1 h 43"/>
              <a:gd name="T14" fmla="*/ 35 w 45"/>
              <a:gd name="T15" fmla="*/ 4 h 43"/>
              <a:gd name="T16" fmla="*/ 38 w 45"/>
              <a:gd name="T17" fmla="*/ 6 h 43"/>
              <a:gd name="T18" fmla="*/ 43 w 45"/>
              <a:gd name="T19" fmla="*/ 13 h 43"/>
              <a:gd name="T20" fmla="*/ 45 w 45"/>
              <a:gd name="T21" fmla="*/ 17 h 43"/>
              <a:gd name="T22" fmla="*/ 45 w 45"/>
              <a:gd name="T23" fmla="*/ 21 h 43"/>
              <a:gd name="T24" fmla="*/ 43 w 45"/>
              <a:gd name="T25" fmla="*/ 31 h 43"/>
              <a:gd name="T26" fmla="*/ 41 w 45"/>
              <a:gd name="T27" fmla="*/ 35 h 43"/>
              <a:gd name="T28" fmla="*/ 38 w 45"/>
              <a:gd name="T29" fmla="*/ 37 h 43"/>
              <a:gd name="T30" fmla="*/ 31 w 45"/>
              <a:gd name="T31" fmla="*/ 41 h 43"/>
              <a:gd name="T32" fmla="*/ 22 w 45"/>
              <a:gd name="T33" fmla="*/ 43 h 43"/>
              <a:gd name="T34" fmla="*/ 14 w 45"/>
              <a:gd name="T35" fmla="*/ 41 h 43"/>
              <a:gd name="T36" fmla="*/ 10 w 45"/>
              <a:gd name="T37" fmla="*/ 40 h 43"/>
              <a:gd name="T38" fmla="*/ 7 w 45"/>
              <a:gd name="T39" fmla="*/ 37 h 43"/>
              <a:gd name="T40" fmla="*/ 1 w 45"/>
              <a:gd name="T41" fmla="*/ 31 h 43"/>
              <a:gd name="T42" fmla="*/ 0 w 45"/>
              <a:gd name="T43" fmla="*/ 27 h 43"/>
              <a:gd name="T44" fmla="*/ 0 w 45"/>
              <a:gd name="T45" fmla="*/ 21 h 43"/>
              <a:gd name="T46" fmla="*/ 10 w 45"/>
              <a:gd name="T47" fmla="*/ 21 h 43"/>
              <a:gd name="T48" fmla="*/ 11 w 45"/>
              <a:gd name="T49" fmla="*/ 27 h 43"/>
              <a:gd name="T50" fmla="*/ 12 w 45"/>
              <a:gd name="T51" fmla="*/ 31 h 43"/>
              <a:gd name="T52" fmla="*/ 16 w 45"/>
              <a:gd name="T53" fmla="*/ 33 h 43"/>
              <a:gd name="T54" fmla="*/ 22 w 45"/>
              <a:gd name="T55" fmla="*/ 35 h 43"/>
              <a:gd name="T56" fmla="*/ 27 w 45"/>
              <a:gd name="T57" fmla="*/ 33 h 43"/>
              <a:gd name="T58" fmla="*/ 31 w 45"/>
              <a:gd name="T59" fmla="*/ 31 h 43"/>
              <a:gd name="T60" fmla="*/ 34 w 45"/>
              <a:gd name="T61" fmla="*/ 27 h 43"/>
              <a:gd name="T62" fmla="*/ 35 w 45"/>
              <a:gd name="T63" fmla="*/ 21 h 43"/>
              <a:gd name="T64" fmla="*/ 34 w 45"/>
              <a:gd name="T65" fmla="*/ 16 h 43"/>
              <a:gd name="T66" fmla="*/ 31 w 45"/>
              <a:gd name="T67" fmla="*/ 12 h 43"/>
              <a:gd name="T68" fmla="*/ 27 w 45"/>
              <a:gd name="T69" fmla="*/ 9 h 43"/>
              <a:gd name="T70" fmla="*/ 22 w 45"/>
              <a:gd name="T71" fmla="*/ 9 h 43"/>
              <a:gd name="T72" fmla="*/ 16 w 45"/>
              <a:gd name="T73" fmla="*/ 9 h 43"/>
              <a:gd name="T74" fmla="*/ 12 w 45"/>
              <a:gd name="T75" fmla="*/ 12 h 43"/>
              <a:gd name="T76" fmla="*/ 11 w 45"/>
              <a:gd name="T77" fmla="*/ 16 h 43"/>
              <a:gd name="T78" fmla="*/ 10 w 45"/>
              <a:gd name="T79" fmla="*/ 2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5" h="43">
                <a:moveTo>
                  <a:pt x="0" y="21"/>
                </a:moveTo>
                <a:lnTo>
                  <a:pt x="0" y="21"/>
                </a:lnTo>
                <a:lnTo>
                  <a:pt x="0" y="17"/>
                </a:lnTo>
                <a:lnTo>
                  <a:pt x="1" y="13"/>
                </a:lnTo>
                <a:lnTo>
                  <a:pt x="1" y="13"/>
                </a:lnTo>
                <a:lnTo>
                  <a:pt x="4" y="9"/>
                </a:lnTo>
                <a:lnTo>
                  <a:pt x="7" y="6"/>
                </a:lnTo>
                <a:lnTo>
                  <a:pt x="7" y="6"/>
                </a:lnTo>
                <a:lnTo>
                  <a:pt x="10" y="4"/>
                </a:lnTo>
                <a:lnTo>
                  <a:pt x="14" y="1"/>
                </a:lnTo>
                <a:lnTo>
                  <a:pt x="14" y="1"/>
                </a:lnTo>
                <a:lnTo>
                  <a:pt x="22" y="0"/>
                </a:lnTo>
                <a:lnTo>
                  <a:pt x="22" y="0"/>
                </a:lnTo>
                <a:lnTo>
                  <a:pt x="31" y="1"/>
                </a:lnTo>
                <a:lnTo>
                  <a:pt x="31" y="1"/>
                </a:lnTo>
                <a:lnTo>
                  <a:pt x="35" y="4"/>
                </a:lnTo>
                <a:lnTo>
                  <a:pt x="38" y="6"/>
                </a:lnTo>
                <a:lnTo>
                  <a:pt x="38" y="6"/>
                </a:lnTo>
                <a:lnTo>
                  <a:pt x="41" y="9"/>
                </a:lnTo>
                <a:lnTo>
                  <a:pt x="43" y="13"/>
                </a:lnTo>
                <a:lnTo>
                  <a:pt x="43" y="13"/>
                </a:lnTo>
                <a:lnTo>
                  <a:pt x="45" y="17"/>
                </a:lnTo>
                <a:lnTo>
                  <a:pt x="45" y="21"/>
                </a:lnTo>
                <a:lnTo>
                  <a:pt x="45" y="21"/>
                </a:lnTo>
                <a:lnTo>
                  <a:pt x="45" y="27"/>
                </a:lnTo>
                <a:lnTo>
                  <a:pt x="43" y="31"/>
                </a:lnTo>
                <a:lnTo>
                  <a:pt x="43" y="31"/>
                </a:lnTo>
                <a:lnTo>
                  <a:pt x="41" y="35"/>
                </a:lnTo>
                <a:lnTo>
                  <a:pt x="38" y="37"/>
                </a:lnTo>
                <a:lnTo>
                  <a:pt x="38" y="37"/>
                </a:lnTo>
                <a:lnTo>
                  <a:pt x="35" y="40"/>
                </a:lnTo>
                <a:lnTo>
                  <a:pt x="31" y="41"/>
                </a:lnTo>
                <a:lnTo>
                  <a:pt x="31" y="41"/>
                </a:lnTo>
                <a:lnTo>
                  <a:pt x="22" y="43"/>
                </a:lnTo>
                <a:lnTo>
                  <a:pt x="22" y="43"/>
                </a:lnTo>
                <a:lnTo>
                  <a:pt x="14" y="41"/>
                </a:lnTo>
                <a:lnTo>
                  <a:pt x="14" y="41"/>
                </a:lnTo>
                <a:lnTo>
                  <a:pt x="10" y="40"/>
                </a:lnTo>
                <a:lnTo>
                  <a:pt x="7" y="37"/>
                </a:lnTo>
                <a:lnTo>
                  <a:pt x="7" y="37"/>
                </a:lnTo>
                <a:lnTo>
                  <a:pt x="4" y="35"/>
                </a:lnTo>
                <a:lnTo>
                  <a:pt x="1" y="31"/>
                </a:lnTo>
                <a:lnTo>
                  <a:pt x="1" y="31"/>
                </a:lnTo>
                <a:lnTo>
                  <a:pt x="0" y="27"/>
                </a:lnTo>
                <a:lnTo>
                  <a:pt x="0" y="21"/>
                </a:lnTo>
                <a:lnTo>
                  <a:pt x="0" y="21"/>
                </a:lnTo>
                <a:close/>
                <a:moveTo>
                  <a:pt x="10" y="21"/>
                </a:moveTo>
                <a:lnTo>
                  <a:pt x="10" y="21"/>
                </a:lnTo>
                <a:lnTo>
                  <a:pt x="11" y="27"/>
                </a:lnTo>
                <a:lnTo>
                  <a:pt x="11" y="27"/>
                </a:lnTo>
                <a:lnTo>
                  <a:pt x="12" y="31"/>
                </a:lnTo>
                <a:lnTo>
                  <a:pt x="12" y="31"/>
                </a:lnTo>
                <a:lnTo>
                  <a:pt x="16" y="33"/>
                </a:lnTo>
                <a:lnTo>
                  <a:pt x="16" y="33"/>
                </a:lnTo>
                <a:lnTo>
                  <a:pt x="22" y="35"/>
                </a:lnTo>
                <a:lnTo>
                  <a:pt x="22" y="35"/>
                </a:lnTo>
                <a:lnTo>
                  <a:pt x="27" y="33"/>
                </a:lnTo>
                <a:lnTo>
                  <a:pt x="27" y="33"/>
                </a:lnTo>
                <a:lnTo>
                  <a:pt x="31" y="31"/>
                </a:lnTo>
                <a:lnTo>
                  <a:pt x="31" y="31"/>
                </a:lnTo>
                <a:lnTo>
                  <a:pt x="34" y="27"/>
                </a:lnTo>
                <a:lnTo>
                  <a:pt x="34" y="27"/>
                </a:lnTo>
                <a:lnTo>
                  <a:pt x="35" y="21"/>
                </a:lnTo>
                <a:lnTo>
                  <a:pt x="35" y="21"/>
                </a:lnTo>
                <a:lnTo>
                  <a:pt x="34" y="16"/>
                </a:lnTo>
                <a:lnTo>
                  <a:pt x="34" y="16"/>
                </a:lnTo>
                <a:lnTo>
                  <a:pt x="31" y="12"/>
                </a:lnTo>
                <a:lnTo>
                  <a:pt x="31" y="12"/>
                </a:lnTo>
                <a:lnTo>
                  <a:pt x="27" y="9"/>
                </a:lnTo>
                <a:lnTo>
                  <a:pt x="27" y="9"/>
                </a:lnTo>
                <a:lnTo>
                  <a:pt x="22" y="9"/>
                </a:lnTo>
                <a:lnTo>
                  <a:pt x="22" y="9"/>
                </a:lnTo>
                <a:lnTo>
                  <a:pt x="16" y="9"/>
                </a:lnTo>
                <a:lnTo>
                  <a:pt x="16" y="9"/>
                </a:lnTo>
                <a:lnTo>
                  <a:pt x="12" y="12"/>
                </a:lnTo>
                <a:lnTo>
                  <a:pt x="12" y="12"/>
                </a:lnTo>
                <a:lnTo>
                  <a:pt x="11" y="16"/>
                </a:lnTo>
                <a:lnTo>
                  <a:pt x="11" y="16"/>
                </a:lnTo>
                <a:lnTo>
                  <a:pt x="10" y="21"/>
                </a:lnTo>
                <a:lnTo>
                  <a:pt x="10" y="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9" name="Freeform 2322"/>
          <p:cNvSpPr>
            <a:spLocks/>
          </p:cNvSpPr>
          <p:nvPr/>
        </p:nvSpPr>
        <p:spPr bwMode="auto">
          <a:xfrm>
            <a:off x="3564838" y="2676197"/>
            <a:ext cx="49156" cy="52937"/>
          </a:xfrm>
          <a:custGeom>
            <a:avLst/>
            <a:gdLst>
              <a:gd name="T0" fmla="*/ 0 w 39"/>
              <a:gd name="T1" fmla="*/ 0 h 42"/>
              <a:gd name="T2" fmla="*/ 14 w 39"/>
              <a:gd name="T3" fmla="*/ 0 h 42"/>
              <a:gd name="T4" fmla="*/ 30 w 39"/>
              <a:gd name="T5" fmla="*/ 28 h 42"/>
              <a:gd name="T6" fmla="*/ 31 w 39"/>
              <a:gd name="T7" fmla="*/ 28 h 42"/>
              <a:gd name="T8" fmla="*/ 31 w 39"/>
              <a:gd name="T9" fmla="*/ 0 h 42"/>
              <a:gd name="T10" fmla="*/ 39 w 39"/>
              <a:gd name="T11" fmla="*/ 0 h 42"/>
              <a:gd name="T12" fmla="*/ 39 w 39"/>
              <a:gd name="T13" fmla="*/ 42 h 42"/>
              <a:gd name="T14" fmla="*/ 28 w 39"/>
              <a:gd name="T15" fmla="*/ 42 h 42"/>
              <a:gd name="T16" fmla="*/ 10 w 39"/>
              <a:gd name="T17" fmla="*/ 12 h 42"/>
              <a:gd name="T18" fmla="*/ 10 w 39"/>
              <a:gd name="T19" fmla="*/ 12 h 42"/>
              <a:gd name="T20" fmla="*/ 10 w 39"/>
              <a:gd name="T21" fmla="*/ 42 h 42"/>
              <a:gd name="T22" fmla="*/ 0 w 39"/>
              <a:gd name="T23" fmla="*/ 42 h 42"/>
              <a:gd name="T24" fmla="*/ 0 w 39"/>
              <a:gd name="T25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" h="42">
                <a:moveTo>
                  <a:pt x="0" y="0"/>
                </a:moveTo>
                <a:lnTo>
                  <a:pt x="14" y="0"/>
                </a:lnTo>
                <a:lnTo>
                  <a:pt x="30" y="28"/>
                </a:lnTo>
                <a:lnTo>
                  <a:pt x="31" y="28"/>
                </a:lnTo>
                <a:lnTo>
                  <a:pt x="31" y="0"/>
                </a:lnTo>
                <a:lnTo>
                  <a:pt x="39" y="0"/>
                </a:lnTo>
                <a:lnTo>
                  <a:pt x="39" y="42"/>
                </a:lnTo>
                <a:lnTo>
                  <a:pt x="28" y="42"/>
                </a:lnTo>
                <a:lnTo>
                  <a:pt x="10" y="12"/>
                </a:lnTo>
                <a:lnTo>
                  <a:pt x="10" y="12"/>
                </a:lnTo>
                <a:lnTo>
                  <a:pt x="10" y="42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0" name="Freeform 2323"/>
          <p:cNvSpPr>
            <a:spLocks/>
          </p:cNvSpPr>
          <p:nvPr/>
        </p:nvSpPr>
        <p:spPr bwMode="auto">
          <a:xfrm>
            <a:off x="3646765" y="2676197"/>
            <a:ext cx="45374" cy="52937"/>
          </a:xfrm>
          <a:custGeom>
            <a:avLst/>
            <a:gdLst>
              <a:gd name="T0" fmla="*/ 0 w 36"/>
              <a:gd name="T1" fmla="*/ 0 h 42"/>
              <a:gd name="T2" fmla="*/ 9 w 36"/>
              <a:gd name="T3" fmla="*/ 0 h 42"/>
              <a:gd name="T4" fmla="*/ 9 w 36"/>
              <a:gd name="T5" fmla="*/ 15 h 42"/>
              <a:gd name="T6" fmla="*/ 27 w 36"/>
              <a:gd name="T7" fmla="*/ 15 h 42"/>
              <a:gd name="T8" fmla="*/ 27 w 36"/>
              <a:gd name="T9" fmla="*/ 0 h 42"/>
              <a:gd name="T10" fmla="*/ 36 w 36"/>
              <a:gd name="T11" fmla="*/ 0 h 42"/>
              <a:gd name="T12" fmla="*/ 36 w 36"/>
              <a:gd name="T13" fmla="*/ 42 h 42"/>
              <a:gd name="T14" fmla="*/ 27 w 36"/>
              <a:gd name="T15" fmla="*/ 42 h 42"/>
              <a:gd name="T16" fmla="*/ 27 w 36"/>
              <a:gd name="T17" fmla="*/ 23 h 42"/>
              <a:gd name="T18" fmla="*/ 9 w 36"/>
              <a:gd name="T19" fmla="*/ 23 h 42"/>
              <a:gd name="T20" fmla="*/ 9 w 36"/>
              <a:gd name="T21" fmla="*/ 42 h 42"/>
              <a:gd name="T22" fmla="*/ 0 w 36"/>
              <a:gd name="T23" fmla="*/ 42 h 42"/>
              <a:gd name="T24" fmla="*/ 0 w 36"/>
              <a:gd name="T25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6" h="42">
                <a:moveTo>
                  <a:pt x="0" y="0"/>
                </a:moveTo>
                <a:lnTo>
                  <a:pt x="9" y="0"/>
                </a:lnTo>
                <a:lnTo>
                  <a:pt x="9" y="15"/>
                </a:lnTo>
                <a:lnTo>
                  <a:pt x="27" y="15"/>
                </a:lnTo>
                <a:lnTo>
                  <a:pt x="27" y="0"/>
                </a:lnTo>
                <a:lnTo>
                  <a:pt x="36" y="0"/>
                </a:lnTo>
                <a:lnTo>
                  <a:pt x="36" y="42"/>
                </a:lnTo>
                <a:lnTo>
                  <a:pt x="27" y="42"/>
                </a:lnTo>
                <a:lnTo>
                  <a:pt x="27" y="23"/>
                </a:lnTo>
                <a:lnTo>
                  <a:pt x="9" y="23"/>
                </a:lnTo>
                <a:lnTo>
                  <a:pt x="9" y="42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1" name="Freeform 2324"/>
          <p:cNvSpPr>
            <a:spLocks/>
          </p:cNvSpPr>
          <p:nvPr/>
        </p:nvSpPr>
        <p:spPr bwMode="auto">
          <a:xfrm>
            <a:off x="3702222" y="2676197"/>
            <a:ext cx="37812" cy="52937"/>
          </a:xfrm>
          <a:custGeom>
            <a:avLst/>
            <a:gdLst>
              <a:gd name="T0" fmla="*/ 0 w 30"/>
              <a:gd name="T1" fmla="*/ 0 h 42"/>
              <a:gd name="T2" fmla="*/ 29 w 30"/>
              <a:gd name="T3" fmla="*/ 0 h 42"/>
              <a:gd name="T4" fmla="*/ 29 w 30"/>
              <a:gd name="T5" fmla="*/ 8 h 42"/>
              <a:gd name="T6" fmla="*/ 10 w 30"/>
              <a:gd name="T7" fmla="*/ 8 h 42"/>
              <a:gd name="T8" fmla="*/ 10 w 30"/>
              <a:gd name="T9" fmla="*/ 16 h 42"/>
              <a:gd name="T10" fmla="*/ 27 w 30"/>
              <a:gd name="T11" fmla="*/ 16 h 42"/>
              <a:gd name="T12" fmla="*/ 27 w 30"/>
              <a:gd name="T13" fmla="*/ 24 h 42"/>
              <a:gd name="T14" fmla="*/ 10 w 30"/>
              <a:gd name="T15" fmla="*/ 24 h 42"/>
              <a:gd name="T16" fmla="*/ 10 w 30"/>
              <a:gd name="T17" fmla="*/ 32 h 42"/>
              <a:gd name="T18" fmla="*/ 30 w 30"/>
              <a:gd name="T19" fmla="*/ 32 h 42"/>
              <a:gd name="T20" fmla="*/ 30 w 30"/>
              <a:gd name="T21" fmla="*/ 42 h 42"/>
              <a:gd name="T22" fmla="*/ 0 w 30"/>
              <a:gd name="T23" fmla="*/ 42 h 42"/>
              <a:gd name="T24" fmla="*/ 0 w 30"/>
              <a:gd name="T25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0" h="42">
                <a:moveTo>
                  <a:pt x="0" y="0"/>
                </a:moveTo>
                <a:lnTo>
                  <a:pt x="29" y="0"/>
                </a:lnTo>
                <a:lnTo>
                  <a:pt x="29" y="8"/>
                </a:lnTo>
                <a:lnTo>
                  <a:pt x="10" y="8"/>
                </a:lnTo>
                <a:lnTo>
                  <a:pt x="10" y="16"/>
                </a:lnTo>
                <a:lnTo>
                  <a:pt x="27" y="16"/>
                </a:lnTo>
                <a:lnTo>
                  <a:pt x="27" y="24"/>
                </a:lnTo>
                <a:lnTo>
                  <a:pt x="10" y="24"/>
                </a:lnTo>
                <a:lnTo>
                  <a:pt x="10" y="32"/>
                </a:lnTo>
                <a:lnTo>
                  <a:pt x="30" y="32"/>
                </a:lnTo>
                <a:lnTo>
                  <a:pt x="30" y="42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2" name="Freeform 2325"/>
          <p:cNvSpPr>
            <a:spLocks noEditPoints="1"/>
          </p:cNvSpPr>
          <p:nvPr/>
        </p:nvSpPr>
        <p:spPr bwMode="auto">
          <a:xfrm>
            <a:off x="3748856" y="2676197"/>
            <a:ext cx="42854" cy="52937"/>
          </a:xfrm>
          <a:custGeom>
            <a:avLst/>
            <a:gdLst>
              <a:gd name="T0" fmla="*/ 0 w 34"/>
              <a:gd name="T1" fmla="*/ 0 h 42"/>
              <a:gd name="T2" fmla="*/ 16 w 34"/>
              <a:gd name="T3" fmla="*/ 0 h 42"/>
              <a:gd name="T4" fmla="*/ 16 w 34"/>
              <a:gd name="T5" fmla="*/ 0 h 42"/>
              <a:gd name="T6" fmla="*/ 21 w 34"/>
              <a:gd name="T7" fmla="*/ 1 h 42"/>
              <a:gd name="T8" fmla="*/ 21 w 34"/>
              <a:gd name="T9" fmla="*/ 1 h 42"/>
              <a:gd name="T10" fmla="*/ 27 w 34"/>
              <a:gd name="T11" fmla="*/ 3 h 42"/>
              <a:gd name="T12" fmla="*/ 27 w 34"/>
              <a:gd name="T13" fmla="*/ 3 h 42"/>
              <a:gd name="T14" fmla="*/ 30 w 34"/>
              <a:gd name="T15" fmla="*/ 7 h 42"/>
              <a:gd name="T16" fmla="*/ 30 w 34"/>
              <a:gd name="T17" fmla="*/ 7 h 42"/>
              <a:gd name="T18" fmla="*/ 31 w 34"/>
              <a:gd name="T19" fmla="*/ 12 h 42"/>
              <a:gd name="T20" fmla="*/ 31 w 34"/>
              <a:gd name="T21" fmla="*/ 12 h 42"/>
              <a:gd name="T22" fmla="*/ 31 w 34"/>
              <a:gd name="T23" fmla="*/ 16 h 42"/>
              <a:gd name="T24" fmla="*/ 30 w 34"/>
              <a:gd name="T25" fmla="*/ 20 h 42"/>
              <a:gd name="T26" fmla="*/ 30 w 34"/>
              <a:gd name="T27" fmla="*/ 20 h 42"/>
              <a:gd name="T28" fmla="*/ 27 w 34"/>
              <a:gd name="T29" fmla="*/ 23 h 42"/>
              <a:gd name="T30" fmla="*/ 23 w 34"/>
              <a:gd name="T31" fmla="*/ 24 h 42"/>
              <a:gd name="T32" fmla="*/ 34 w 34"/>
              <a:gd name="T33" fmla="*/ 42 h 42"/>
              <a:gd name="T34" fmla="*/ 21 w 34"/>
              <a:gd name="T35" fmla="*/ 42 h 42"/>
              <a:gd name="T36" fmla="*/ 13 w 34"/>
              <a:gd name="T37" fmla="*/ 24 h 42"/>
              <a:gd name="T38" fmla="*/ 9 w 34"/>
              <a:gd name="T39" fmla="*/ 24 h 42"/>
              <a:gd name="T40" fmla="*/ 9 w 34"/>
              <a:gd name="T41" fmla="*/ 42 h 42"/>
              <a:gd name="T42" fmla="*/ 0 w 34"/>
              <a:gd name="T43" fmla="*/ 42 h 42"/>
              <a:gd name="T44" fmla="*/ 0 w 34"/>
              <a:gd name="T45" fmla="*/ 0 h 42"/>
              <a:gd name="T46" fmla="*/ 9 w 34"/>
              <a:gd name="T47" fmla="*/ 18 h 42"/>
              <a:gd name="T48" fmla="*/ 15 w 34"/>
              <a:gd name="T49" fmla="*/ 18 h 42"/>
              <a:gd name="T50" fmla="*/ 15 w 34"/>
              <a:gd name="T51" fmla="*/ 18 h 42"/>
              <a:gd name="T52" fmla="*/ 17 w 34"/>
              <a:gd name="T53" fmla="*/ 18 h 42"/>
              <a:gd name="T54" fmla="*/ 17 w 34"/>
              <a:gd name="T55" fmla="*/ 18 h 42"/>
              <a:gd name="T56" fmla="*/ 19 w 34"/>
              <a:gd name="T57" fmla="*/ 16 h 42"/>
              <a:gd name="T58" fmla="*/ 19 w 34"/>
              <a:gd name="T59" fmla="*/ 16 h 42"/>
              <a:gd name="T60" fmla="*/ 21 w 34"/>
              <a:gd name="T61" fmla="*/ 15 h 42"/>
              <a:gd name="T62" fmla="*/ 21 w 34"/>
              <a:gd name="T63" fmla="*/ 15 h 42"/>
              <a:gd name="T64" fmla="*/ 21 w 34"/>
              <a:gd name="T65" fmla="*/ 12 h 42"/>
              <a:gd name="T66" fmla="*/ 21 w 34"/>
              <a:gd name="T67" fmla="*/ 12 h 42"/>
              <a:gd name="T68" fmla="*/ 21 w 34"/>
              <a:gd name="T69" fmla="*/ 9 h 42"/>
              <a:gd name="T70" fmla="*/ 21 w 34"/>
              <a:gd name="T71" fmla="*/ 9 h 42"/>
              <a:gd name="T72" fmla="*/ 20 w 34"/>
              <a:gd name="T73" fmla="*/ 8 h 42"/>
              <a:gd name="T74" fmla="*/ 20 w 34"/>
              <a:gd name="T75" fmla="*/ 8 h 42"/>
              <a:gd name="T76" fmla="*/ 17 w 34"/>
              <a:gd name="T77" fmla="*/ 8 h 42"/>
              <a:gd name="T78" fmla="*/ 17 w 34"/>
              <a:gd name="T79" fmla="*/ 8 h 42"/>
              <a:gd name="T80" fmla="*/ 15 w 34"/>
              <a:gd name="T81" fmla="*/ 8 h 42"/>
              <a:gd name="T82" fmla="*/ 9 w 34"/>
              <a:gd name="T83" fmla="*/ 8 h 42"/>
              <a:gd name="T84" fmla="*/ 9 w 34"/>
              <a:gd name="T85" fmla="*/ 18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4" h="42">
                <a:moveTo>
                  <a:pt x="0" y="0"/>
                </a:moveTo>
                <a:lnTo>
                  <a:pt x="16" y="0"/>
                </a:lnTo>
                <a:lnTo>
                  <a:pt x="16" y="0"/>
                </a:lnTo>
                <a:lnTo>
                  <a:pt x="21" y="1"/>
                </a:lnTo>
                <a:lnTo>
                  <a:pt x="21" y="1"/>
                </a:lnTo>
                <a:lnTo>
                  <a:pt x="27" y="3"/>
                </a:lnTo>
                <a:lnTo>
                  <a:pt x="27" y="3"/>
                </a:lnTo>
                <a:lnTo>
                  <a:pt x="30" y="7"/>
                </a:lnTo>
                <a:lnTo>
                  <a:pt x="30" y="7"/>
                </a:lnTo>
                <a:lnTo>
                  <a:pt x="31" y="12"/>
                </a:lnTo>
                <a:lnTo>
                  <a:pt x="31" y="12"/>
                </a:lnTo>
                <a:lnTo>
                  <a:pt x="31" y="16"/>
                </a:lnTo>
                <a:lnTo>
                  <a:pt x="30" y="20"/>
                </a:lnTo>
                <a:lnTo>
                  <a:pt x="30" y="20"/>
                </a:lnTo>
                <a:lnTo>
                  <a:pt x="27" y="23"/>
                </a:lnTo>
                <a:lnTo>
                  <a:pt x="23" y="24"/>
                </a:lnTo>
                <a:lnTo>
                  <a:pt x="34" y="42"/>
                </a:lnTo>
                <a:lnTo>
                  <a:pt x="21" y="42"/>
                </a:lnTo>
                <a:lnTo>
                  <a:pt x="13" y="24"/>
                </a:lnTo>
                <a:lnTo>
                  <a:pt x="9" y="24"/>
                </a:lnTo>
                <a:lnTo>
                  <a:pt x="9" y="42"/>
                </a:lnTo>
                <a:lnTo>
                  <a:pt x="0" y="42"/>
                </a:lnTo>
                <a:lnTo>
                  <a:pt x="0" y="0"/>
                </a:lnTo>
                <a:close/>
                <a:moveTo>
                  <a:pt x="9" y="18"/>
                </a:moveTo>
                <a:lnTo>
                  <a:pt x="15" y="18"/>
                </a:lnTo>
                <a:lnTo>
                  <a:pt x="15" y="18"/>
                </a:lnTo>
                <a:lnTo>
                  <a:pt x="17" y="18"/>
                </a:lnTo>
                <a:lnTo>
                  <a:pt x="17" y="18"/>
                </a:lnTo>
                <a:lnTo>
                  <a:pt x="19" y="16"/>
                </a:lnTo>
                <a:lnTo>
                  <a:pt x="19" y="16"/>
                </a:lnTo>
                <a:lnTo>
                  <a:pt x="21" y="15"/>
                </a:lnTo>
                <a:lnTo>
                  <a:pt x="21" y="15"/>
                </a:lnTo>
                <a:lnTo>
                  <a:pt x="21" y="12"/>
                </a:lnTo>
                <a:lnTo>
                  <a:pt x="21" y="12"/>
                </a:lnTo>
                <a:lnTo>
                  <a:pt x="21" y="9"/>
                </a:lnTo>
                <a:lnTo>
                  <a:pt x="21" y="9"/>
                </a:lnTo>
                <a:lnTo>
                  <a:pt x="20" y="8"/>
                </a:lnTo>
                <a:lnTo>
                  <a:pt x="20" y="8"/>
                </a:lnTo>
                <a:lnTo>
                  <a:pt x="17" y="8"/>
                </a:lnTo>
                <a:lnTo>
                  <a:pt x="17" y="8"/>
                </a:lnTo>
                <a:lnTo>
                  <a:pt x="15" y="8"/>
                </a:lnTo>
                <a:lnTo>
                  <a:pt x="9" y="8"/>
                </a:lnTo>
                <a:lnTo>
                  <a:pt x="9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3" name="Freeform 2326"/>
          <p:cNvSpPr>
            <a:spLocks/>
          </p:cNvSpPr>
          <p:nvPr/>
        </p:nvSpPr>
        <p:spPr bwMode="auto">
          <a:xfrm>
            <a:off x="3796751" y="2676197"/>
            <a:ext cx="36552" cy="52937"/>
          </a:xfrm>
          <a:custGeom>
            <a:avLst/>
            <a:gdLst>
              <a:gd name="T0" fmla="*/ 0 w 29"/>
              <a:gd name="T1" fmla="*/ 0 h 42"/>
              <a:gd name="T2" fmla="*/ 28 w 29"/>
              <a:gd name="T3" fmla="*/ 0 h 42"/>
              <a:gd name="T4" fmla="*/ 28 w 29"/>
              <a:gd name="T5" fmla="*/ 8 h 42"/>
              <a:gd name="T6" fmla="*/ 9 w 29"/>
              <a:gd name="T7" fmla="*/ 8 h 42"/>
              <a:gd name="T8" fmla="*/ 9 w 29"/>
              <a:gd name="T9" fmla="*/ 16 h 42"/>
              <a:gd name="T10" fmla="*/ 27 w 29"/>
              <a:gd name="T11" fmla="*/ 16 h 42"/>
              <a:gd name="T12" fmla="*/ 27 w 29"/>
              <a:gd name="T13" fmla="*/ 24 h 42"/>
              <a:gd name="T14" fmla="*/ 9 w 29"/>
              <a:gd name="T15" fmla="*/ 24 h 42"/>
              <a:gd name="T16" fmla="*/ 9 w 29"/>
              <a:gd name="T17" fmla="*/ 32 h 42"/>
              <a:gd name="T18" fmla="*/ 29 w 29"/>
              <a:gd name="T19" fmla="*/ 32 h 42"/>
              <a:gd name="T20" fmla="*/ 29 w 29"/>
              <a:gd name="T21" fmla="*/ 42 h 42"/>
              <a:gd name="T22" fmla="*/ 0 w 29"/>
              <a:gd name="T23" fmla="*/ 42 h 42"/>
              <a:gd name="T24" fmla="*/ 0 w 29"/>
              <a:gd name="T25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" h="42">
                <a:moveTo>
                  <a:pt x="0" y="0"/>
                </a:moveTo>
                <a:lnTo>
                  <a:pt x="28" y="0"/>
                </a:lnTo>
                <a:lnTo>
                  <a:pt x="28" y="8"/>
                </a:lnTo>
                <a:lnTo>
                  <a:pt x="9" y="8"/>
                </a:lnTo>
                <a:lnTo>
                  <a:pt x="9" y="16"/>
                </a:lnTo>
                <a:lnTo>
                  <a:pt x="27" y="16"/>
                </a:lnTo>
                <a:lnTo>
                  <a:pt x="27" y="24"/>
                </a:lnTo>
                <a:lnTo>
                  <a:pt x="9" y="24"/>
                </a:lnTo>
                <a:lnTo>
                  <a:pt x="9" y="32"/>
                </a:lnTo>
                <a:lnTo>
                  <a:pt x="29" y="32"/>
                </a:lnTo>
                <a:lnTo>
                  <a:pt x="29" y="42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4" name="Freeform 2327"/>
          <p:cNvSpPr>
            <a:spLocks/>
          </p:cNvSpPr>
          <p:nvPr/>
        </p:nvSpPr>
        <p:spPr bwMode="auto">
          <a:xfrm>
            <a:off x="3394685" y="2475795"/>
            <a:ext cx="61760" cy="113436"/>
          </a:xfrm>
          <a:custGeom>
            <a:avLst/>
            <a:gdLst>
              <a:gd name="T0" fmla="*/ 49 w 49"/>
              <a:gd name="T1" fmla="*/ 0 h 90"/>
              <a:gd name="T2" fmla="*/ 7 w 49"/>
              <a:gd name="T3" fmla="*/ 32 h 90"/>
              <a:gd name="T4" fmla="*/ 7 w 49"/>
              <a:gd name="T5" fmla="*/ 32 h 90"/>
              <a:gd name="T6" fmla="*/ 4 w 49"/>
              <a:gd name="T7" fmla="*/ 35 h 90"/>
              <a:gd name="T8" fmla="*/ 3 w 49"/>
              <a:gd name="T9" fmla="*/ 37 h 90"/>
              <a:gd name="T10" fmla="*/ 1 w 49"/>
              <a:gd name="T11" fmla="*/ 42 h 90"/>
              <a:gd name="T12" fmla="*/ 0 w 49"/>
              <a:gd name="T13" fmla="*/ 46 h 90"/>
              <a:gd name="T14" fmla="*/ 1 w 49"/>
              <a:gd name="T15" fmla="*/ 48 h 90"/>
              <a:gd name="T16" fmla="*/ 3 w 49"/>
              <a:gd name="T17" fmla="*/ 52 h 90"/>
              <a:gd name="T18" fmla="*/ 4 w 49"/>
              <a:gd name="T19" fmla="*/ 55 h 90"/>
              <a:gd name="T20" fmla="*/ 7 w 49"/>
              <a:gd name="T21" fmla="*/ 58 h 90"/>
              <a:gd name="T22" fmla="*/ 49 w 49"/>
              <a:gd name="T23" fmla="*/ 90 h 90"/>
              <a:gd name="T24" fmla="*/ 49 w 49"/>
              <a:gd name="T25" fmla="*/ 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" h="90">
                <a:moveTo>
                  <a:pt x="49" y="0"/>
                </a:moveTo>
                <a:lnTo>
                  <a:pt x="7" y="32"/>
                </a:lnTo>
                <a:lnTo>
                  <a:pt x="7" y="32"/>
                </a:lnTo>
                <a:lnTo>
                  <a:pt x="4" y="35"/>
                </a:lnTo>
                <a:lnTo>
                  <a:pt x="3" y="37"/>
                </a:lnTo>
                <a:lnTo>
                  <a:pt x="1" y="42"/>
                </a:lnTo>
                <a:lnTo>
                  <a:pt x="0" y="46"/>
                </a:lnTo>
                <a:lnTo>
                  <a:pt x="1" y="48"/>
                </a:lnTo>
                <a:lnTo>
                  <a:pt x="3" y="52"/>
                </a:lnTo>
                <a:lnTo>
                  <a:pt x="4" y="55"/>
                </a:lnTo>
                <a:lnTo>
                  <a:pt x="7" y="58"/>
                </a:lnTo>
                <a:lnTo>
                  <a:pt x="49" y="90"/>
                </a:lnTo>
                <a:lnTo>
                  <a:pt x="49" y="0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" name="Rectangle 2328"/>
          <p:cNvSpPr>
            <a:spLocks noChangeArrowheads="1"/>
          </p:cNvSpPr>
          <p:nvPr/>
        </p:nvSpPr>
        <p:spPr bwMode="auto">
          <a:xfrm>
            <a:off x="3763981" y="2466972"/>
            <a:ext cx="42854" cy="132342"/>
          </a:xfrm>
          <a:prstGeom prst="rect">
            <a:avLst/>
          </a:pr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6" name="Freeform 2329"/>
          <p:cNvSpPr>
            <a:spLocks/>
          </p:cNvSpPr>
          <p:nvPr/>
        </p:nvSpPr>
        <p:spPr bwMode="auto">
          <a:xfrm>
            <a:off x="3476610" y="2466972"/>
            <a:ext cx="270986" cy="21427"/>
          </a:xfrm>
          <a:custGeom>
            <a:avLst/>
            <a:gdLst>
              <a:gd name="T0" fmla="*/ 215 w 215"/>
              <a:gd name="T1" fmla="*/ 17 h 17"/>
              <a:gd name="T2" fmla="*/ 215 w 215"/>
              <a:gd name="T3" fmla="*/ 1 h 17"/>
              <a:gd name="T4" fmla="*/ 0 w 215"/>
              <a:gd name="T5" fmla="*/ 0 h 17"/>
              <a:gd name="T6" fmla="*/ 0 w 215"/>
              <a:gd name="T7" fmla="*/ 16 h 17"/>
              <a:gd name="T8" fmla="*/ 215 w 215"/>
              <a:gd name="T9" fmla="*/ 17 h 17"/>
              <a:gd name="T10" fmla="*/ 215 w 215"/>
              <a:gd name="T11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5" h="17">
                <a:moveTo>
                  <a:pt x="215" y="17"/>
                </a:moveTo>
                <a:lnTo>
                  <a:pt x="215" y="1"/>
                </a:lnTo>
                <a:lnTo>
                  <a:pt x="0" y="0"/>
                </a:lnTo>
                <a:lnTo>
                  <a:pt x="0" y="16"/>
                </a:lnTo>
                <a:lnTo>
                  <a:pt x="215" y="17"/>
                </a:lnTo>
                <a:lnTo>
                  <a:pt x="215" y="17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7" name="Freeform 2330"/>
          <p:cNvSpPr>
            <a:spLocks/>
          </p:cNvSpPr>
          <p:nvPr/>
        </p:nvSpPr>
        <p:spPr bwMode="auto">
          <a:xfrm>
            <a:off x="3476610" y="2579147"/>
            <a:ext cx="270986" cy="20166"/>
          </a:xfrm>
          <a:custGeom>
            <a:avLst/>
            <a:gdLst>
              <a:gd name="T0" fmla="*/ 215 w 215"/>
              <a:gd name="T1" fmla="*/ 16 h 16"/>
              <a:gd name="T2" fmla="*/ 215 w 215"/>
              <a:gd name="T3" fmla="*/ 1 h 16"/>
              <a:gd name="T4" fmla="*/ 215 w 215"/>
              <a:gd name="T5" fmla="*/ 1 h 16"/>
              <a:gd name="T6" fmla="*/ 0 w 215"/>
              <a:gd name="T7" fmla="*/ 0 h 16"/>
              <a:gd name="T8" fmla="*/ 0 w 215"/>
              <a:gd name="T9" fmla="*/ 16 h 16"/>
              <a:gd name="T10" fmla="*/ 215 w 215"/>
              <a:gd name="T11" fmla="*/ 16 h 16"/>
              <a:gd name="T12" fmla="*/ 215 w 215"/>
              <a:gd name="T13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5" h="16">
                <a:moveTo>
                  <a:pt x="215" y="16"/>
                </a:moveTo>
                <a:lnTo>
                  <a:pt x="215" y="1"/>
                </a:lnTo>
                <a:lnTo>
                  <a:pt x="215" y="1"/>
                </a:lnTo>
                <a:lnTo>
                  <a:pt x="0" y="0"/>
                </a:lnTo>
                <a:lnTo>
                  <a:pt x="0" y="16"/>
                </a:lnTo>
                <a:lnTo>
                  <a:pt x="215" y="16"/>
                </a:lnTo>
                <a:lnTo>
                  <a:pt x="215" y="16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8" name="Freeform 2331"/>
          <p:cNvSpPr>
            <a:spLocks/>
          </p:cNvSpPr>
          <p:nvPr/>
        </p:nvSpPr>
        <p:spPr bwMode="auto">
          <a:xfrm>
            <a:off x="3476610" y="2511086"/>
            <a:ext cx="270986" cy="49156"/>
          </a:xfrm>
          <a:custGeom>
            <a:avLst/>
            <a:gdLst>
              <a:gd name="T0" fmla="*/ 215 w 215"/>
              <a:gd name="T1" fmla="*/ 39 h 39"/>
              <a:gd name="T2" fmla="*/ 215 w 215"/>
              <a:gd name="T3" fmla="*/ 1 h 39"/>
              <a:gd name="T4" fmla="*/ 215 w 215"/>
              <a:gd name="T5" fmla="*/ 1 h 39"/>
              <a:gd name="T6" fmla="*/ 0 w 215"/>
              <a:gd name="T7" fmla="*/ 0 h 39"/>
              <a:gd name="T8" fmla="*/ 0 w 215"/>
              <a:gd name="T9" fmla="*/ 38 h 39"/>
              <a:gd name="T10" fmla="*/ 215 w 215"/>
              <a:gd name="T11" fmla="*/ 39 h 39"/>
              <a:gd name="T12" fmla="*/ 215 w 215"/>
              <a:gd name="T13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5" h="39">
                <a:moveTo>
                  <a:pt x="215" y="39"/>
                </a:moveTo>
                <a:lnTo>
                  <a:pt x="215" y="1"/>
                </a:lnTo>
                <a:lnTo>
                  <a:pt x="215" y="1"/>
                </a:lnTo>
                <a:lnTo>
                  <a:pt x="0" y="0"/>
                </a:lnTo>
                <a:lnTo>
                  <a:pt x="0" y="38"/>
                </a:lnTo>
                <a:lnTo>
                  <a:pt x="215" y="39"/>
                </a:lnTo>
                <a:lnTo>
                  <a:pt x="215" y="39"/>
                </a:lnTo>
                <a:close/>
              </a:path>
            </a:pathLst>
          </a:custGeom>
          <a:solidFill>
            <a:srgbClr val="FFAC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9" name="Rectangle 2332"/>
          <p:cNvSpPr>
            <a:spLocks noChangeArrowheads="1"/>
          </p:cNvSpPr>
          <p:nvPr/>
        </p:nvSpPr>
        <p:spPr bwMode="auto">
          <a:xfrm>
            <a:off x="585259" y="4460920"/>
            <a:ext cx="10083" cy="5167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0" name="Freeform 2333"/>
          <p:cNvSpPr>
            <a:spLocks/>
          </p:cNvSpPr>
          <p:nvPr/>
        </p:nvSpPr>
        <p:spPr bwMode="auto">
          <a:xfrm>
            <a:off x="604165" y="4459660"/>
            <a:ext cx="46635" cy="54197"/>
          </a:xfrm>
          <a:custGeom>
            <a:avLst/>
            <a:gdLst>
              <a:gd name="T0" fmla="*/ 28 w 37"/>
              <a:gd name="T1" fmla="*/ 12 h 43"/>
              <a:gd name="T2" fmla="*/ 26 w 37"/>
              <a:gd name="T3" fmla="*/ 9 h 43"/>
              <a:gd name="T4" fmla="*/ 22 w 37"/>
              <a:gd name="T5" fmla="*/ 8 h 43"/>
              <a:gd name="T6" fmla="*/ 16 w 37"/>
              <a:gd name="T7" fmla="*/ 9 h 43"/>
              <a:gd name="T8" fmla="*/ 12 w 37"/>
              <a:gd name="T9" fmla="*/ 12 h 43"/>
              <a:gd name="T10" fmla="*/ 11 w 37"/>
              <a:gd name="T11" fmla="*/ 16 h 43"/>
              <a:gd name="T12" fmla="*/ 10 w 37"/>
              <a:gd name="T13" fmla="*/ 21 h 43"/>
              <a:gd name="T14" fmla="*/ 11 w 37"/>
              <a:gd name="T15" fmla="*/ 27 h 43"/>
              <a:gd name="T16" fmla="*/ 12 w 37"/>
              <a:gd name="T17" fmla="*/ 31 h 43"/>
              <a:gd name="T18" fmla="*/ 16 w 37"/>
              <a:gd name="T19" fmla="*/ 34 h 43"/>
              <a:gd name="T20" fmla="*/ 22 w 37"/>
              <a:gd name="T21" fmla="*/ 35 h 43"/>
              <a:gd name="T22" fmla="*/ 26 w 37"/>
              <a:gd name="T23" fmla="*/ 34 h 43"/>
              <a:gd name="T24" fmla="*/ 37 w 37"/>
              <a:gd name="T25" fmla="*/ 36 h 43"/>
              <a:gd name="T26" fmla="*/ 34 w 37"/>
              <a:gd name="T27" fmla="*/ 39 h 43"/>
              <a:gd name="T28" fmla="*/ 30 w 37"/>
              <a:gd name="T29" fmla="*/ 42 h 43"/>
              <a:gd name="T30" fmla="*/ 22 w 37"/>
              <a:gd name="T31" fmla="*/ 43 h 43"/>
              <a:gd name="T32" fmla="*/ 14 w 37"/>
              <a:gd name="T33" fmla="*/ 42 h 43"/>
              <a:gd name="T34" fmla="*/ 10 w 37"/>
              <a:gd name="T35" fmla="*/ 40 h 43"/>
              <a:gd name="T36" fmla="*/ 7 w 37"/>
              <a:gd name="T37" fmla="*/ 38 h 43"/>
              <a:gd name="T38" fmla="*/ 1 w 37"/>
              <a:gd name="T39" fmla="*/ 31 h 43"/>
              <a:gd name="T40" fmla="*/ 0 w 37"/>
              <a:gd name="T41" fmla="*/ 25 h 43"/>
              <a:gd name="T42" fmla="*/ 0 w 37"/>
              <a:gd name="T43" fmla="*/ 21 h 43"/>
              <a:gd name="T44" fmla="*/ 1 w 37"/>
              <a:gd name="T45" fmla="*/ 12 h 43"/>
              <a:gd name="T46" fmla="*/ 4 w 37"/>
              <a:gd name="T47" fmla="*/ 9 h 43"/>
              <a:gd name="T48" fmla="*/ 7 w 37"/>
              <a:gd name="T49" fmla="*/ 5 h 43"/>
              <a:gd name="T50" fmla="*/ 14 w 37"/>
              <a:gd name="T51" fmla="*/ 1 h 43"/>
              <a:gd name="T52" fmla="*/ 18 w 37"/>
              <a:gd name="T53" fmla="*/ 0 h 43"/>
              <a:gd name="T54" fmla="*/ 22 w 37"/>
              <a:gd name="T55" fmla="*/ 0 h 43"/>
              <a:gd name="T56" fmla="*/ 26 w 37"/>
              <a:gd name="T57" fmla="*/ 0 h 43"/>
              <a:gd name="T58" fmla="*/ 30 w 37"/>
              <a:gd name="T59" fmla="*/ 1 h 43"/>
              <a:gd name="T60" fmla="*/ 32 w 37"/>
              <a:gd name="T61" fmla="*/ 2 h 43"/>
              <a:gd name="T62" fmla="*/ 28 w 37"/>
              <a:gd name="T63" fmla="*/ 12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7" h="43">
                <a:moveTo>
                  <a:pt x="28" y="12"/>
                </a:moveTo>
                <a:lnTo>
                  <a:pt x="28" y="12"/>
                </a:lnTo>
                <a:lnTo>
                  <a:pt x="26" y="9"/>
                </a:lnTo>
                <a:lnTo>
                  <a:pt x="26" y="9"/>
                </a:lnTo>
                <a:lnTo>
                  <a:pt x="22" y="8"/>
                </a:lnTo>
                <a:lnTo>
                  <a:pt x="22" y="8"/>
                </a:lnTo>
                <a:lnTo>
                  <a:pt x="16" y="9"/>
                </a:lnTo>
                <a:lnTo>
                  <a:pt x="16" y="9"/>
                </a:lnTo>
                <a:lnTo>
                  <a:pt x="12" y="12"/>
                </a:lnTo>
                <a:lnTo>
                  <a:pt x="12" y="12"/>
                </a:lnTo>
                <a:lnTo>
                  <a:pt x="11" y="16"/>
                </a:lnTo>
                <a:lnTo>
                  <a:pt x="11" y="16"/>
                </a:lnTo>
                <a:lnTo>
                  <a:pt x="10" y="21"/>
                </a:lnTo>
                <a:lnTo>
                  <a:pt x="10" y="21"/>
                </a:lnTo>
                <a:lnTo>
                  <a:pt x="11" y="27"/>
                </a:lnTo>
                <a:lnTo>
                  <a:pt x="11" y="27"/>
                </a:lnTo>
                <a:lnTo>
                  <a:pt x="12" y="31"/>
                </a:lnTo>
                <a:lnTo>
                  <a:pt x="12" y="31"/>
                </a:lnTo>
                <a:lnTo>
                  <a:pt x="16" y="34"/>
                </a:lnTo>
                <a:lnTo>
                  <a:pt x="16" y="34"/>
                </a:lnTo>
                <a:lnTo>
                  <a:pt x="22" y="35"/>
                </a:lnTo>
                <a:lnTo>
                  <a:pt x="22" y="35"/>
                </a:lnTo>
                <a:lnTo>
                  <a:pt x="26" y="34"/>
                </a:lnTo>
                <a:lnTo>
                  <a:pt x="26" y="34"/>
                </a:lnTo>
                <a:lnTo>
                  <a:pt x="30" y="31"/>
                </a:lnTo>
                <a:lnTo>
                  <a:pt x="37" y="36"/>
                </a:lnTo>
                <a:lnTo>
                  <a:pt x="37" y="36"/>
                </a:lnTo>
                <a:lnTo>
                  <a:pt x="34" y="39"/>
                </a:lnTo>
                <a:lnTo>
                  <a:pt x="30" y="42"/>
                </a:lnTo>
                <a:lnTo>
                  <a:pt x="30" y="42"/>
                </a:lnTo>
                <a:lnTo>
                  <a:pt x="26" y="43"/>
                </a:lnTo>
                <a:lnTo>
                  <a:pt x="22" y="43"/>
                </a:lnTo>
                <a:lnTo>
                  <a:pt x="22" y="43"/>
                </a:lnTo>
                <a:lnTo>
                  <a:pt x="14" y="42"/>
                </a:lnTo>
                <a:lnTo>
                  <a:pt x="14" y="42"/>
                </a:lnTo>
                <a:lnTo>
                  <a:pt x="10" y="40"/>
                </a:lnTo>
                <a:lnTo>
                  <a:pt x="7" y="38"/>
                </a:lnTo>
                <a:lnTo>
                  <a:pt x="7" y="38"/>
                </a:lnTo>
                <a:lnTo>
                  <a:pt x="4" y="34"/>
                </a:lnTo>
                <a:lnTo>
                  <a:pt x="1" y="31"/>
                </a:lnTo>
                <a:lnTo>
                  <a:pt x="1" y="31"/>
                </a:lnTo>
                <a:lnTo>
                  <a:pt x="0" y="25"/>
                </a:lnTo>
                <a:lnTo>
                  <a:pt x="0" y="21"/>
                </a:lnTo>
                <a:lnTo>
                  <a:pt x="0" y="21"/>
                </a:lnTo>
                <a:lnTo>
                  <a:pt x="0" y="16"/>
                </a:lnTo>
                <a:lnTo>
                  <a:pt x="1" y="12"/>
                </a:lnTo>
                <a:lnTo>
                  <a:pt x="1" y="12"/>
                </a:lnTo>
                <a:lnTo>
                  <a:pt x="4" y="9"/>
                </a:lnTo>
                <a:lnTo>
                  <a:pt x="7" y="5"/>
                </a:lnTo>
                <a:lnTo>
                  <a:pt x="7" y="5"/>
                </a:lnTo>
                <a:lnTo>
                  <a:pt x="10" y="2"/>
                </a:lnTo>
                <a:lnTo>
                  <a:pt x="14" y="1"/>
                </a:lnTo>
                <a:lnTo>
                  <a:pt x="14" y="1"/>
                </a:lnTo>
                <a:lnTo>
                  <a:pt x="18" y="0"/>
                </a:lnTo>
                <a:lnTo>
                  <a:pt x="22" y="0"/>
                </a:lnTo>
                <a:lnTo>
                  <a:pt x="22" y="0"/>
                </a:lnTo>
                <a:lnTo>
                  <a:pt x="26" y="0"/>
                </a:lnTo>
                <a:lnTo>
                  <a:pt x="26" y="0"/>
                </a:lnTo>
                <a:lnTo>
                  <a:pt x="30" y="1"/>
                </a:lnTo>
                <a:lnTo>
                  <a:pt x="30" y="1"/>
                </a:lnTo>
                <a:lnTo>
                  <a:pt x="32" y="2"/>
                </a:lnTo>
                <a:lnTo>
                  <a:pt x="32" y="2"/>
                </a:lnTo>
                <a:lnTo>
                  <a:pt x="37" y="5"/>
                </a:lnTo>
                <a:lnTo>
                  <a:pt x="28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1" name="Freeform 2334"/>
          <p:cNvSpPr>
            <a:spLocks noEditPoints="1"/>
          </p:cNvSpPr>
          <p:nvPr/>
        </p:nvSpPr>
        <p:spPr bwMode="auto">
          <a:xfrm>
            <a:off x="653320" y="4459660"/>
            <a:ext cx="56718" cy="54197"/>
          </a:xfrm>
          <a:custGeom>
            <a:avLst/>
            <a:gdLst>
              <a:gd name="T0" fmla="*/ 0 w 45"/>
              <a:gd name="T1" fmla="*/ 21 h 43"/>
              <a:gd name="T2" fmla="*/ 3 w 45"/>
              <a:gd name="T3" fmla="*/ 12 h 43"/>
              <a:gd name="T4" fmla="*/ 4 w 45"/>
              <a:gd name="T5" fmla="*/ 9 h 43"/>
              <a:gd name="T6" fmla="*/ 7 w 45"/>
              <a:gd name="T7" fmla="*/ 5 h 43"/>
              <a:gd name="T8" fmla="*/ 14 w 45"/>
              <a:gd name="T9" fmla="*/ 1 h 43"/>
              <a:gd name="T10" fmla="*/ 18 w 45"/>
              <a:gd name="T11" fmla="*/ 0 h 43"/>
              <a:gd name="T12" fmla="*/ 23 w 45"/>
              <a:gd name="T13" fmla="*/ 0 h 43"/>
              <a:gd name="T14" fmla="*/ 31 w 45"/>
              <a:gd name="T15" fmla="*/ 1 h 43"/>
              <a:gd name="T16" fmla="*/ 35 w 45"/>
              <a:gd name="T17" fmla="*/ 2 h 43"/>
              <a:gd name="T18" fmla="*/ 39 w 45"/>
              <a:gd name="T19" fmla="*/ 5 h 43"/>
              <a:gd name="T20" fmla="*/ 43 w 45"/>
              <a:gd name="T21" fmla="*/ 12 h 43"/>
              <a:gd name="T22" fmla="*/ 45 w 45"/>
              <a:gd name="T23" fmla="*/ 16 h 43"/>
              <a:gd name="T24" fmla="*/ 45 w 45"/>
              <a:gd name="T25" fmla="*/ 21 h 43"/>
              <a:gd name="T26" fmla="*/ 43 w 45"/>
              <a:gd name="T27" fmla="*/ 31 h 43"/>
              <a:gd name="T28" fmla="*/ 42 w 45"/>
              <a:gd name="T29" fmla="*/ 34 h 43"/>
              <a:gd name="T30" fmla="*/ 39 w 45"/>
              <a:gd name="T31" fmla="*/ 38 h 43"/>
              <a:gd name="T32" fmla="*/ 31 w 45"/>
              <a:gd name="T33" fmla="*/ 42 h 43"/>
              <a:gd name="T34" fmla="*/ 23 w 45"/>
              <a:gd name="T35" fmla="*/ 43 h 43"/>
              <a:gd name="T36" fmla="*/ 14 w 45"/>
              <a:gd name="T37" fmla="*/ 42 h 43"/>
              <a:gd name="T38" fmla="*/ 10 w 45"/>
              <a:gd name="T39" fmla="*/ 40 h 43"/>
              <a:gd name="T40" fmla="*/ 7 w 45"/>
              <a:gd name="T41" fmla="*/ 38 h 43"/>
              <a:gd name="T42" fmla="*/ 3 w 45"/>
              <a:gd name="T43" fmla="*/ 31 h 43"/>
              <a:gd name="T44" fmla="*/ 2 w 45"/>
              <a:gd name="T45" fmla="*/ 25 h 43"/>
              <a:gd name="T46" fmla="*/ 0 w 45"/>
              <a:gd name="T47" fmla="*/ 21 h 43"/>
              <a:gd name="T48" fmla="*/ 10 w 45"/>
              <a:gd name="T49" fmla="*/ 21 h 43"/>
              <a:gd name="T50" fmla="*/ 11 w 45"/>
              <a:gd name="T51" fmla="*/ 27 h 43"/>
              <a:gd name="T52" fmla="*/ 14 w 45"/>
              <a:gd name="T53" fmla="*/ 31 h 43"/>
              <a:gd name="T54" fmla="*/ 18 w 45"/>
              <a:gd name="T55" fmla="*/ 34 h 43"/>
              <a:gd name="T56" fmla="*/ 23 w 45"/>
              <a:gd name="T57" fmla="*/ 35 h 43"/>
              <a:gd name="T58" fmla="*/ 29 w 45"/>
              <a:gd name="T59" fmla="*/ 34 h 43"/>
              <a:gd name="T60" fmla="*/ 33 w 45"/>
              <a:gd name="T61" fmla="*/ 31 h 43"/>
              <a:gd name="T62" fmla="*/ 35 w 45"/>
              <a:gd name="T63" fmla="*/ 27 h 43"/>
              <a:gd name="T64" fmla="*/ 35 w 45"/>
              <a:gd name="T65" fmla="*/ 21 h 43"/>
              <a:gd name="T66" fmla="*/ 35 w 45"/>
              <a:gd name="T67" fmla="*/ 16 h 43"/>
              <a:gd name="T68" fmla="*/ 33 w 45"/>
              <a:gd name="T69" fmla="*/ 12 h 43"/>
              <a:gd name="T70" fmla="*/ 29 w 45"/>
              <a:gd name="T71" fmla="*/ 9 h 43"/>
              <a:gd name="T72" fmla="*/ 23 w 45"/>
              <a:gd name="T73" fmla="*/ 8 h 43"/>
              <a:gd name="T74" fmla="*/ 18 w 45"/>
              <a:gd name="T75" fmla="*/ 9 h 43"/>
              <a:gd name="T76" fmla="*/ 14 w 45"/>
              <a:gd name="T77" fmla="*/ 12 h 43"/>
              <a:gd name="T78" fmla="*/ 11 w 45"/>
              <a:gd name="T79" fmla="*/ 16 h 43"/>
              <a:gd name="T80" fmla="*/ 10 w 45"/>
              <a:gd name="T81" fmla="*/ 2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5" h="43">
                <a:moveTo>
                  <a:pt x="0" y="21"/>
                </a:moveTo>
                <a:lnTo>
                  <a:pt x="0" y="21"/>
                </a:lnTo>
                <a:lnTo>
                  <a:pt x="2" y="16"/>
                </a:lnTo>
                <a:lnTo>
                  <a:pt x="3" y="12"/>
                </a:lnTo>
                <a:lnTo>
                  <a:pt x="3" y="12"/>
                </a:lnTo>
                <a:lnTo>
                  <a:pt x="4" y="9"/>
                </a:lnTo>
                <a:lnTo>
                  <a:pt x="7" y="5"/>
                </a:lnTo>
                <a:lnTo>
                  <a:pt x="7" y="5"/>
                </a:lnTo>
                <a:lnTo>
                  <a:pt x="10" y="2"/>
                </a:lnTo>
                <a:lnTo>
                  <a:pt x="14" y="1"/>
                </a:lnTo>
                <a:lnTo>
                  <a:pt x="14" y="1"/>
                </a:lnTo>
                <a:lnTo>
                  <a:pt x="18" y="0"/>
                </a:lnTo>
                <a:lnTo>
                  <a:pt x="23" y="0"/>
                </a:lnTo>
                <a:lnTo>
                  <a:pt x="23" y="0"/>
                </a:lnTo>
                <a:lnTo>
                  <a:pt x="27" y="0"/>
                </a:lnTo>
                <a:lnTo>
                  <a:pt x="31" y="1"/>
                </a:lnTo>
                <a:lnTo>
                  <a:pt x="31" y="1"/>
                </a:lnTo>
                <a:lnTo>
                  <a:pt x="35" y="2"/>
                </a:lnTo>
                <a:lnTo>
                  <a:pt x="39" y="5"/>
                </a:lnTo>
                <a:lnTo>
                  <a:pt x="39" y="5"/>
                </a:lnTo>
                <a:lnTo>
                  <a:pt x="42" y="9"/>
                </a:lnTo>
                <a:lnTo>
                  <a:pt x="43" y="12"/>
                </a:lnTo>
                <a:lnTo>
                  <a:pt x="43" y="12"/>
                </a:lnTo>
                <a:lnTo>
                  <a:pt x="45" y="16"/>
                </a:lnTo>
                <a:lnTo>
                  <a:pt x="45" y="21"/>
                </a:lnTo>
                <a:lnTo>
                  <a:pt x="45" y="21"/>
                </a:lnTo>
                <a:lnTo>
                  <a:pt x="45" y="25"/>
                </a:lnTo>
                <a:lnTo>
                  <a:pt x="43" y="31"/>
                </a:lnTo>
                <a:lnTo>
                  <a:pt x="43" y="31"/>
                </a:lnTo>
                <a:lnTo>
                  <a:pt x="42" y="34"/>
                </a:lnTo>
                <a:lnTo>
                  <a:pt x="39" y="38"/>
                </a:lnTo>
                <a:lnTo>
                  <a:pt x="39" y="38"/>
                </a:lnTo>
                <a:lnTo>
                  <a:pt x="35" y="40"/>
                </a:lnTo>
                <a:lnTo>
                  <a:pt x="31" y="42"/>
                </a:lnTo>
                <a:lnTo>
                  <a:pt x="31" y="42"/>
                </a:lnTo>
                <a:lnTo>
                  <a:pt x="23" y="43"/>
                </a:lnTo>
                <a:lnTo>
                  <a:pt x="23" y="43"/>
                </a:lnTo>
                <a:lnTo>
                  <a:pt x="14" y="42"/>
                </a:lnTo>
                <a:lnTo>
                  <a:pt x="14" y="42"/>
                </a:lnTo>
                <a:lnTo>
                  <a:pt x="10" y="40"/>
                </a:lnTo>
                <a:lnTo>
                  <a:pt x="7" y="38"/>
                </a:lnTo>
                <a:lnTo>
                  <a:pt x="7" y="38"/>
                </a:lnTo>
                <a:lnTo>
                  <a:pt x="4" y="34"/>
                </a:lnTo>
                <a:lnTo>
                  <a:pt x="3" y="31"/>
                </a:lnTo>
                <a:lnTo>
                  <a:pt x="3" y="31"/>
                </a:lnTo>
                <a:lnTo>
                  <a:pt x="2" y="25"/>
                </a:lnTo>
                <a:lnTo>
                  <a:pt x="0" y="21"/>
                </a:lnTo>
                <a:lnTo>
                  <a:pt x="0" y="21"/>
                </a:lnTo>
                <a:close/>
                <a:moveTo>
                  <a:pt x="10" y="21"/>
                </a:moveTo>
                <a:lnTo>
                  <a:pt x="10" y="21"/>
                </a:lnTo>
                <a:lnTo>
                  <a:pt x="11" y="27"/>
                </a:lnTo>
                <a:lnTo>
                  <a:pt x="11" y="27"/>
                </a:lnTo>
                <a:lnTo>
                  <a:pt x="14" y="31"/>
                </a:lnTo>
                <a:lnTo>
                  <a:pt x="14" y="31"/>
                </a:lnTo>
                <a:lnTo>
                  <a:pt x="18" y="34"/>
                </a:lnTo>
                <a:lnTo>
                  <a:pt x="18" y="34"/>
                </a:lnTo>
                <a:lnTo>
                  <a:pt x="23" y="35"/>
                </a:lnTo>
                <a:lnTo>
                  <a:pt x="23" y="35"/>
                </a:lnTo>
                <a:lnTo>
                  <a:pt x="29" y="34"/>
                </a:lnTo>
                <a:lnTo>
                  <a:pt x="29" y="34"/>
                </a:lnTo>
                <a:lnTo>
                  <a:pt x="33" y="31"/>
                </a:lnTo>
                <a:lnTo>
                  <a:pt x="33" y="31"/>
                </a:lnTo>
                <a:lnTo>
                  <a:pt x="35" y="27"/>
                </a:lnTo>
                <a:lnTo>
                  <a:pt x="35" y="27"/>
                </a:lnTo>
                <a:lnTo>
                  <a:pt x="35" y="21"/>
                </a:lnTo>
                <a:lnTo>
                  <a:pt x="35" y="21"/>
                </a:lnTo>
                <a:lnTo>
                  <a:pt x="35" y="16"/>
                </a:lnTo>
                <a:lnTo>
                  <a:pt x="35" y="16"/>
                </a:lnTo>
                <a:lnTo>
                  <a:pt x="33" y="12"/>
                </a:lnTo>
                <a:lnTo>
                  <a:pt x="33" y="12"/>
                </a:lnTo>
                <a:lnTo>
                  <a:pt x="29" y="9"/>
                </a:lnTo>
                <a:lnTo>
                  <a:pt x="29" y="9"/>
                </a:lnTo>
                <a:lnTo>
                  <a:pt x="23" y="8"/>
                </a:lnTo>
                <a:lnTo>
                  <a:pt x="23" y="8"/>
                </a:lnTo>
                <a:lnTo>
                  <a:pt x="18" y="9"/>
                </a:lnTo>
                <a:lnTo>
                  <a:pt x="18" y="9"/>
                </a:lnTo>
                <a:lnTo>
                  <a:pt x="14" y="12"/>
                </a:lnTo>
                <a:lnTo>
                  <a:pt x="14" y="12"/>
                </a:lnTo>
                <a:lnTo>
                  <a:pt x="11" y="16"/>
                </a:lnTo>
                <a:lnTo>
                  <a:pt x="11" y="16"/>
                </a:lnTo>
                <a:lnTo>
                  <a:pt x="10" y="21"/>
                </a:lnTo>
                <a:lnTo>
                  <a:pt x="10" y="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2" name="Freeform 2335"/>
          <p:cNvSpPr>
            <a:spLocks/>
          </p:cNvSpPr>
          <p:nvPr/>
        </p:nvSpPr>
        <p:spPr bwMode="auto">
          <a:xfrm>
            <a:off x="718861" y="4460920"/>
            <a:ext cx="49156" cy="51677"/>
          </a:xfrm>
          <a:custGeom>
            <a:avLst/>
            <a:gdLst>
              <a:gd name="T0" fmla="*/ 0 w 39"/>
              <a:gd name="T1" fmla="*/ 0 h 41"/>
              <a:gd name="T2" fmla="*/ 12 w 39"/>
              <a:gd name="T3" fmla="*/ 0 h 41"/>
              <a:gd name="T4" fmla="*/ 29 w 39"/>
              <a:gd name="T5" fmla="*/ 28 h 41"/>
              <a:gd name="T6" fmla="*/ 29 w 39"/>
              <a:gd name="T7" fmla="*/ 28 h 41"/>
              <a:gd name="T8" fmla="*/ 29 w 39"/>
              <a:gd name="T9" fmla="*/ 0 h 41"/>
              <a:gd name="T10" fmla="*/ 39 w 39"/>
              <a:gd name="T11" fmla="*/ 0 h 41"/>
              <a:gd name="T12" fmla="*/ 39 w 39"/>
              <a:gd name="T13" fmla="*/ 41 h 41"/>
              <a:gd name="T14" fmla="*/ 27 w 39"/>
              <a:gd name="T15" fmla="*/ 41 h 41"/>
              <a:gd name="T16" fmla="*/ 9 w 39"/>
              <a:gd name="T17" fmla="*/ 12 h 41"/>
              <a:gd name="T18" fmla="*/ 9 w 39"/>
              <a:gd name="T19" fmla="*/ 12 h 41"/>
              <a:gd name="T20" fmla="*/ 9 w 39"/>
              <a:gd name="T21" fmla="*/ 41 h 41"/>
              <a:gd name="T22" fmla="*/ 0 w 39"/>
              <a:gd name="T23" fmla="*/ 41 h 41"/>
              <a:gd name="T24" fmla="*/ 0 w 39"/>
              <a:gd name="T2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" h="41">
                <a:moveTo>
                  <a:pt x="0" y="0"/>
                </a:moveTo>
                <a:lnTo>
                  <a:pt x="12" y="0"/>
                </a:lnTo>
                <a:lnTo>
                  <a:pt x="29" y="28"/>
                </a:lnTo>
                <a:lnTo>
                  <a:pt x="29" y="28"/>
                </a:lnTo>
                <a:lnTo>
                  <a:pt x="29" y="0"/>
                </a:lnTo>
                <a:lnTo>
                  <a:pt x="39" y="0"/>
                </a:lnTo>
                <a:lnTo>
                  <a:pt x="39" y="41"/>
                </a:lnTo>
                <a:lnTo>
                  <a:pt x="27" y="41"/>
                </a:lnTo>
                <a:lnTo>
                  <a:pt x="9" y="12"/>
                </a:lnTo>
                <a:lnTo>
                  <a:pt x="9" y="12"/>
                </a:lnTo>
                <a:lnTo>
                  <a:pt x="9" y="41"/>
                </a:lnTo>
                <a:lnTo>
                  <a:pt x="0" y="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3" name="Freeform 2336"/>
          <p:cNvSpPr>
            <a:spLocks/>
          </p:cNvSpPr>
          <p:nvPr/>
        </p:nvSpPr>
        <p:spPr bwMode="auto">
          <a:xfrm>
            <a:off x="799527" y="4460920"/>
            <a:ext cx="44114" cy="51677"/>
          </a:xfrm>
          <a:custGeom>
            <a:avLst/>
            <a:gdLst>
              <a:gd name="T0" fmla="*/ 0 w 35"/>
              <a:gd name="T1" fmla="*/ 0 h 41"/>
              <a:gd name="T2" fmla="*/ 8 w 35"/>
              <a:gd name="T3" fmla="*/ 0 h 41"/>
              <a:gd name="T4" fmla="*/ 8 w 35"/>
              <a:gd name="T5" fmla="*/ 15 h 41"/>
              <a:gd name="T6" fmla="*/ 26 w 35"/>
              <a:gd name="T7" fmla="*/ 15 h 41"/>
              <a:gd name="T8" fmla="*/ 26 w 35"/>
              <a:gd name="T9" fmla="*/ 0 h 41"/>
              <a:gd name="T10" fmla="*/ 35 w 35"/>
              <a:gd name="T11" fmla="*/ 0 h 41"/>
              <a:gd name="T12" fmla="*/ 35 w 35"/>
              <a:gd name="T13" fmla="*/ 41 h 41"/>
              <a:gd name="T14" fmla="*/ 26 w 35"/>
              <a:gd name="T15" fmla="*/ 41 h 41"/>
              <a:gd name="T16" fmla="*/ 26 w 35"/>
              <a:gd name="T17" fmla="*/ 23 h 41"/>
              <a:gd name="T18" fmla="*/ 8 w 35"/>
              <a:gd name="T19" fmla="*/ 23 h 41"/>
              <a:gd name="T20" fmla="*/ 8 w 35"/>
              <a:gd name="T21" fmla="*/ 41 h 41"/>
              <a:gd name="T22" fmla="*/ 0 w 35"/>
              <a:gd name="T23" fmla="*/ 41 h 41"/>
              <a:gd name="T24" fmla="*/ 0 w 35"/>
              <a:gd name="T2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5" h="41">
                <a:moveTo>
                  <a:pt x="0" y="0"/>
                </a:moveTo>
                <a:lnTo>
                  <a:pt x="8" y="0"/>
                </a:lnTo>
                <a:lnTo>
                  <a:pt x="8" y="15"/>
                </a:lnTo>
                <a:lnTo>
                  <a:pt x="26" y="15"/>
                </a:lnTo>
                <a:lnTo>
                  <a:pt x="26" y="0"/>
                </a:lnTo>
                <a:lnTo>
                  <a:pt x="35" y="0"/>
                </a:lnTo>
                <a:lnTo>
                  <a:pt x="35" y="41"/>
                </a:lnTo>
                <a:lnTo>
                  <a:pt x="26" y="41"/>
                </a:lnTo>
                <a:lnTo>
                  <a:pt x="26" y="23"/>
                </a:lnTo>
                <a:lnTo>
                  <a:pt x="8" y="23"/>
                </a:lnTo>
                <a:lnTo>
                  <a:pt x="8" y="41"/>
                </a:lnTo>
                <a:lnTo>
                  <a:pt x="0" y="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4" name="Freeform 2337"/>
          <p:cNvSpPr>
            <a:spLocks/>
          </p:cNvSpPr>
          <p:nvPr/>
        </p:nvSpPr>
        <p:spPr bwMode="auto">
          <a:xfrm>
            <a:off x="856245" y="4460920"/>
            <a:ext cx="35291" cy="51677"/>
          </a:xfrm>
          <a:custGeom>
            <a:avLst/>
            <a:gdLst>
              <a:gd name="T0" fmla="*/ 0 w 28"/>
              <a:gd name="T1" fmla="*/ 0 h 41"/>
              <a:gd name="T2" fmla="*/ 27 w 28"/>
              <a:gd name="T3" fmla="*/ 0 h 41"/>
              <a:gd name="T4" fmla="*/ 27 w 28"/>
              <a:gd name="T5" fmla="*/ 8 h 41"/>
              <a:gd name="T6" fmla="*/ 8 w 28"/>
              <a:gd name="T7" fmla="*/ 8 h 41"/>
              <a:gd name="T8" fmla="*/ 8 w 28"/>
              <a:gd name="T9" fmla="*/ 16 h 41"/>
              <a:gd name="T10" fmla="*/ 27 w 28"/>
              <a:gd name="T11" fmla="*/ 16 h 41"/>
              <a:gd name="T12" fmla="*/ 27 w 28"/>
              <a:gd name="T13" fmla="*/ 24 h 41"/>
              <a:gd name="T14" fmla="*/ 8 w 28"/>
              <a:gd name="T15" fmla="*/ 24 h 41"/>
              <a:gd name="T16" fmla="*/ 8 w 28"/>
              <a:gd name="T17" fmla="*/ 33 h 41"/>
              <a:gd name="T18" fmla="*/ 28 w 28"/>
              <a:gd name="T19" fmla="*/ 33 h 41"/>
              <a:gd name="T20" fmla="*/ 28 w 28"/>
              <a:gd name="T21" fmla="*/ 41 h 41"/>
              <a:gd name="T22" fmla="*/ 0 w 28"/>
              <a:gd name="T23" fmla="*/ 41 h 41"/>
              <a:gd name="T24" fmla="*/ 0 w 28"/>
              <a:gd name="T2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" h="41">
                <a:moveTo>
                  <a:pt x="0" y="0"/>
                </a:moveTo>
                <a:lnTo>
                  <a:pt x="27" y="0"/>
                </a:lnTo>
                <a:lnTo>
                  <a:pt x="27" y="8"/>
                </a:lnTo>
                <a:lnTo>
                  <a:pt x="8" y="8"/>
                </a:lnTo>
                <a:lnTo>
                  <a:pt x="8" y="16"/>
                </a:lnTo>
                <a:lnTo>
                  <a:pt x="27" y="16"/>
                </a:lnTo>
                <a:lnTo>
                  <a:pt x="27" y="24"/>
                </a:lnTo>
                <a:lnTo>
                  <a:pt x="8" y="24"/>
                </a:lnTo>
                <a:lnTo>
                  <a:pt x="8" y="33"/>
                </a:lnTo>
                <a:lnTo>
                  <a:pt x="28" y="33"/>
                </a:lnTo>
                <a:lnTo>
                  <a:pt x="28" y="41"/>
                </a:lnTo>
                <a:lnTo>
                  <a:pt x="0" y="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5" name="Freeform 2338"/>
          <p:cNvSpPr>
            <a:spLocks noEditPoints="1"/>
          </p:cNvSpPr>
          <p:nvPr/>
        </p:nvSpPr>
        <p:spPr bwMode="auto">
          <a:xfrm>
            <a:off x="901619" y="4460920"/>
            <a:ext cx="41594" cy="51677"/>
          </a:xfrm>
          <a:custGeom>
            <a:avLst/>
            <a:gdLst>
              <a:gd name="T0" fmla="*/ 0 w 33"/>
              <a:gd name="T1" fmla="*/ 0 h 41"/>
              <a:gd name="T2" fmla="*/ 15 w 33"/>
              <a:gd name="T3" fmla="*/ 0 h 41"/>
              <a:gd name="T4" fmla="*/ 15 w 33"/>
              <a:gd name="T5" fmla="*/ 0 h 41"/>
              <a:gd name="T6" fmla="*/ 22 w 33"/>
              <a:gd name="T7" fmla="*/ 0 h 41"/>
              <a:gd name="T8" fmla="*/ 22 w 33"/>
              <a:gd name="T9" fmla="*/ 0 h 41"/>
              <a:gd name="T10" fmla="*/ 26 w 33"/>
              <a:gd name="T11" fmla="*/ 3 h 41"/>
              <a:gd name="T12" fmla="*/ 26 w 33"/>
              <a:gd name="T13" fmla="*/ 3 h 41"/>
              <a:gd name="T14" fmla="*/ 30 w 33"/>
              <a:gd name="T15" fmla="*/ 7 h 41"/>
              <a:gd name="T16" fmla="*/ 30 w 33"/>
              <a:gd name="T17" fmla="*/ 7 h 41"/>
              <a:gd name="T18" fmla="*/ 31 w 33"/>
              <a:gd name="T19" fmla="*/ 12 h 41"/>
              <a:gd name="T20" fmla="*/ 31 w 33"/>
              <a:gd name="T21" fmla="*/ 12 h 41"/>
              <a:gd name="T22" fmla="*/ 30 w 33"/>
              <a:gd name="T23" fmla="*/ 16 h 41"/>
              <a:gd name="T24" fmla="*/ 29 w 33"/>
              <a:gd name="T25" fmla="*/ 19 h 41"/>
              <a:gd name="T26" fmla="*/ 29 w 33"/>
              <a:gd name="T27" fmla="*/ 19 h 41"/>
              <a:gd name="T28" fmla="*/ 26 w 33"/>
              <a:gd name="T29" fmla="*/ 22 h 41"/>
              <a:gd name="T30" fmla="*/ 22 w 33"/>
              <a:gd name="T31" fmla="*/ 23 h 41"/>
              <a:gd name="T32" fmla="*/ 33 w 33"/>
              <a:gd name="T33" fmla="*/ 41 h 41"/>
              <a:gd name="T34" fmla="*/ 22 w 33"/>
              <a:gd name="T35" fmla="*/ 41 h 41"/>
              <a:gd name="T36" fmla="*/ 14 w 33"/>
              <a:gd name="T37" fmla="*/ 24 h 41"/>
              <a:gd name="T38" fmla="*/ 8 w 33"/>
              <a:gd name="T39" fmla="*/ 24 h 41"/>
              <a:gd name="T40" fmla="*/ 8 w 33"/>
              <a:gd name="T41" fmla="*/ 41 h 41"/>
              <a:gd name="T42" fmla="*/ 0 w 33"/>
              <a:gd name="T43" fmla="*/ 41 h 41"/>
              <a:gd name="T44" fmla="*/ 0 w 33"/>
              <a:gd name="T45" fmla="*/ 0 h 41"/>
              <a:gd name="T46" fmla="*/ 8 w 33"/>
              <a:gd name="T47" fmla="*/ 16 h 41"/>
              <a:gd name="T48" fmla="*/ 14 w 33"/>
              <a:gd name="T49" fmla="*/ 16 h 41"/>
              <a:gd name="T50" fmla="*/ 14 w 33"/>
              <a:gd name="T51" fmla="*/ 16 h 41"/>
              <a:gd name="T52" fmla="*/ 17 w 33"/>
              <a:gd name="T53" fmla="*/ 16 h 41"/>
              <a:gd name="T54" fmla="*/ 17 w 33"/>
              <a:gd name="T55" fmla="*/ 16 h 41"/>
              <a:gd name="T56" fmla="*/ 19 w 33"/>
              <a:gd name="T57" fmla="*/ 16 h 41"/>
              <a:gd name="T58" fmla="*/ 19 w 33"/>
              <a:gd name="T59" fmla="*/ 16 h 41"/>
              <a:gd name="T60" fmla="*/ 21 w 33"/>
              <a:gd name="T61" fmla="*/ 15 h 41"/>
              <a:gd name="T62" fmla="*/ 21 w 33"/>
              <a:gd name="T63" fmla="*/ 15 h 41"/>
              <a:gd name="T64" fmla="*/ 22 w 33"/>
              <a:gd name="T65" fmla="*/ 12 h 41"/>
              <a:gd name="T66" fmla="*/ 22 w 33"/>
              <a:gd name="T67" fmla="*/ 12 h 41"/>
              <a:gd name="T68" fmla="*/ 21 w 33"/>
              <a:gd name="T69" fmla="*/ 10 h 41"/>
              <a:gd name="T70" fmla="*/ 21 w 33"/>
              <a:gd name="T71" fmla="*/ 10 h 41"/>
              <a:gd name="T72" fmla="*/ 19 w 33"/>
              <a:gd name="T73" fmla="*/ 8 h 41"/>
              <a:gd name="T74" fmla="*/ 19 w 33"/>
              <a:gd name="T75" fmla="*/ 8 h 41"/>
              <a:gd name="T76" fmla="*/ 18 w 33"/>
              <a:gd name="T77" fmla="*/ 8 h 41"/>
              <a:gd name="T78" fmla="*/ 18 w 33"/>
              <a:gd name="T79" fmla="*/ 8 h 41"/>
              <a:gd name="T80" fmla="*/ 15 w 33"/>
              <a:gd name="T81" fmla="*/ 7 h 41"/>
              <a:gd name="T82" fmla="*/ 8 w 33"/>
              <a:gd name="T83" fmla="*/ 7 h 41"/>
              <a:gd name="T84" fmla="*/ 8 w 33"/>
              <a:gd name="T85" fmla="*/ 1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3" h="41">
                <a:moveTo>
                  <a:pt x="0" y="0"/>
                </a:moveTo>
                <a:lnTo>
                  <a:pt x="15" y="0"/>
                </a:lnTo>
                <a:lnTo>
                  <a:pt x="15" y="0"/>
                </a:lnTo>
                <a:lnTo>
                  <a:pt x="22" y="0"/>
                </a:lnTo>
                <a:lnTo>
                  <a:pt x="22" y="0"/>
                </a:lnTo>
                <a:lnTo>
                  <a:pt x="26" y="3"/>
                </a:lnTo>
                <a:lnTo>
                  <a:pt x="26" y="3"/>
                </a:lnTo>
                <a:lnTo>
                  <a:pt x="30" y="7"/>
                </a:lnTo>
                <a:lnTo>
                  <a:pt x="30" y="7"/>
                </a:lnTo>
                <a:lnTo>
                  <a:pt x="31" y="12"/>
                </a:lnTo>
                <a:lnTo>
                  <a:pt x="31" y="12"/>
                </a:lnTo>
                <a:lnTo>
                  <a:pt x="30" y="16"/>
                </a:lnTo>
                <a:lnTo>
                  <a:pt x="29" y="19"/>
                </a:lnTo>
                <a:lnTo>
                  <a:pt x="29" y="19"/>
                </a:lnTo>
                <a:lnTo>
                  <a:pt x="26" y="22"/>
                </a:lnTo>
                <a:lnTo>
                  <a:pt x="22" y="23"/>
                </a:lnTo>
                <a:lnTo>
                  <a:pt x="33" y="41"/>
                </a:lnTo>
                <a:lnTo>
                  <a:pt x="22" y="41"/>
                </a:lnTo>
                <a:lnTo>
                  <a:pt x="14" y="24"/>
                </a:lnTo>
                <a:lnTo>
                  <a:pt x="8" y="24"/>
                </a:lnTo>
                <a:lnTo>
                  <a:pt x="8" y="41"/>
                </a:lnTo>
                <a:lnTo>
                  <a:pt x="0" y="41"/>
                </a:lnTo>
                <a:lnTo>
                  <a:pt x="0" y="0"/>
                </a:lnTo>
                <a:close/>
                <a:moveTo>
                  <a:pt x="8" y="16"/>
                </a:moveTo>
                <a:lnTo>
                  <a:pt x="14" y="16"/>
                </a:lnTo>
                <a:lnTo>
                  <a:pt x="14" y="16"/>
                </a:lnTo>
                <a:lnTo>
                  <a:pt x="17" y="16"/>
                </a:lnTo>
                <a:lnTo>
                  <a:pt x="17" y="16"/>
                </a:lnTo>
                <a:lnTo>
                  <a:pt x="19" y="16"/>
                </a:lnTo>
                <a:lnTo>
                  <a:pt x="19" y="16"/>
                </a:lnTo>
                <a:lnTo>
                  <a:pt x="21" y="15"/>
                </a:lnTo>
                <a:lnTo>
                  <a:pt x="21" y="15"/>
                </a:lnTo>
                <a:lnTo>
                  <a:pt x="22" y="12"/>
                </a:lnTo>
                <a:lnTo>
                  <a:pt x="22" y="12"/>
                </a:lnTo>
                <a:lnTo>
                  <a:pt x="21" y="10"/>
                </a:lnTo>
                <a:lnTo>
                  <a:pt x="21" y="10"/>
                </a:lnTo>
                <a:lnTo>
                  <a:pt x="19" y="8"/>
                </a:lnTo>
                <a:lnTo>
                  <a:pt x="19" y="8"/>
                </a:lnTo>
                <a:lnTo>
                  <a:pt x="18" y="8"/>
                </a:lnTo>
                <a:lnTo>
                  <a:pt x="18" y="8"/>
                </a:lnTo>
                <a:lnTo>
                  <a:pt x="15" y="7"/>
                </a:lnTo>
                <a:lnTo>
                  <a:pt x="8" y="7"/>
                </a:lnTo>
                <a:lnTo>
                  <a:pt x="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6" name="Freeform 2339"/>
          <p:cNvSpPr>
            <a:spLocks/>
          </p:cNvSpPr>
          <p:nvPr/>
        </p:nvSpPr>
        <p:spPr bwMode="auto">
          <a:xfrm>
            <a:off x="949514" y="4460920"/>
            <a:ext cx="35291" cy="51677"/>
          </a:xfrm>
          <a:custGeom>
            <a:avLst/>
            <a:gdLst>
              <a:gd name="T0" fmla="*/ 0 w 28"/>
              <a:gd name="T1" fmla="*/ 0 h 41"/>
              <a:gd name="T2" fmla="*/ 27 w 28"/>
              <a:gd name="T3" fmla="*/ 0 h 41"/>
              <a:gd name="T4" fmla="*/ 27 w 28"/>
              <a:gd name="T5" fmla="*/ 8 h 41"/>
              <a:gd name="T6" fmla="*/ 8 w 28"/>
              <a:gd name="T7" fmla="*/ 8 h 41"/>
              <a:gd name="T8" fmla="*/ 8 w 28"/>
              <a:gd name="T9" fmla="*/ 16 h 41"/>
              <a:gd name="T10" fmla="*/ 27 w 28"/>
              <a:gd name="T11" fmla="*/ 16 h 41"/>
              <a:gd name="T12" fmla="*/ 27 w 28"/>
              <a:gd name="T13" fmla="*/ 24 h 41"/>
              <a:gd name="T14" fmla="*/ 8 w 28"/>
              <a:gd name="T15" fmla="*/ 24 h 41"/>
              <a:gd name="T16" fmla="*/ 8 w 28"/>
              <a:gd name="T17" fmla="*/ 33 h 41"/>
              <a:gd name="T18" fmla="*/ 28 w 28"/>
              <a:gd name="T19" fmla="*/ 33 h 41"/>
              <a:gd name="T20" fmla="*/ 28 w 28"/>
              <a:gd name="T21" fmla="*/ 41 h 41"/>
              <a:gd name="T22" fmla="*/ 0 w 28"/>
              <a:gd name="T23" fmla="*/ 41 h 41"/>
              <a:gd name="T24" fmla="*/ 0 w 28"/>
              <a:gd name="T2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" h="41">
                <a:moveTo>
                  <a:pt x="0" y="0"/>
                </a:moveTo>
                <a:lnTo>
                  <a:pt x="27" y="0"/>
                </a:lnTo>
                <a:lnTo>
                  <a:pt x="27" y="8"/>
                </a:lnTo>
                <a:lnTo>
                  <a:pt x="8" y="8"/>
                </a:lnTo>
                <a:lnTo>
                  <a:pt x="8" y="16"/>
                </a:lnTo>
                <a:lnTo>
                  <a:pt x="27" y="16"/>
                </a:lnTo>
                <a:lnTo>
                  <a:pt x="27" y="24"/>
                </a:lnTo>
                <a:lnTo>
                  <a:pt x="8" y="24"/>
                </a:lnTo>
                <a:lnTo>
                  <a:pt x="8" y="33"/>
                </a:lnTo>
                <a:lnTo>
                  <a:pt x="28" y="33"/>
                </a:lnTo>
                <a:lnTo>
                  <a:pt x="28" y="41"/>
                </a:lnTo>
                <a:lnTo>
                  <a:pt x="0" y="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7" name="Freeform 2340"/>
          <p:cNvSpPr>
            <a:spLocks/>
          </p:cNvSpPr>
          <p:nvPr/>
        </p:nvSpPr>
        <p:spPr bwMode="auto">
          <a:xfrm>
            <a:off x="639456" y="4027343"/>
            <a:ext cx="318881" cy="317620"/>
          </a:xfrm>
          <a:custGeom>
            <a:avLst/>
            <a:gdLst>
              <a:gd name="T0" fmla="*/ 253 w 253"/>
              <a:gd name="T1" fmla="*/ 171 h 252"/>
              <a:gd name="T2" fmla="*/ 253 w 253"/>
              <a:gd name="T3" fmla="*/ 171 h 252"/>
              <a:gd name="T4" fmla="*/ 253 w 253"/>
              <a:gd name="T5" fmla="*/ 179 h 252"/>
              <a:gd name="T6" fmla="*/ 252 w 253"/>
              <a:gd name="T7" fmla="*/ 188 h 252"/>
              <a:gd name="T8" fmla="*/ 246 w 253"/>
              <a:gd name="T9" fmla="*/ 202 h 252"/>
              <a:gd name="T10" fmla="*/ 239 w 253"/>
              <a:gd name="T11" fmla="*/ 216 h 252"/>
              <a:gd name="T12" fmla="*/ 229 w 253"/>
              <a:gd name="T13" fmla="*/ 228 h 252"/>
              <a:gd name="T14" fmla="*/ 218 w 253"/>
              <a:gd name="T15" fmla="*/ 237 h 252"/>
              <a:gd name="T16" fmla="*/ 203 w 253"/>
              <a:gd name="T17" fmla="*/ 246 h 252"/>
              <a:gd name="T18" fmla="*/ 188 w 253"/>
              <a:gd name="T19" fmla="*/ 250 h 252"/>
              <a:gd name="T20" fmla="*/ 180 w 253"/>
              <a:gd name="T21" fmla="*/ 251 h 252"/>
              <a:gd name="T22" fmla="*/ 172 w 253"/>
              <a:gd name="T23" fmla="*/ 252 h 252"/>
              <a:gd name="T24" fmla="*/ 81 w 253"/>
              <a:gd name="T25" fmla="*/ 252 h 252"/>
              <a:gd name="T26" fmla="*/ 81 w 253"/>
              <a:gd name="T27" fmla="*/ 252 h 252"/>
              <a:gd name="T28" fmla="*/ 73 w 253"/>
              <a:gd name="T29" fmla="*/ 251 h 252"/>
              <a:gd name="T30" fmla="*/ 65 w 253"/>
              <a:gd name="T31" fmla="*/ 250 h 252"/>
              <a:gd name="T32" fmla="*/ 50 w 253"/>
              <a:gd name="T33" fmla="*/ 246 h 252"/>
              <a:gd name="T34" fmla="*/ 37 w 253"/>
              <a:gd name="T35" fmla="*/ 237 h 252"/>
              <a:gd name="T36" fmla="*/ 25 w 253"/>
              <a:gd name="T37" fmla="*/ 228 h 252"/>
              <a:gd name="T38" fmla="*/ 15 w 253"/>
              <a:gd name="T39" fmla="*/ 216 h 252"/>
              <a:gd name="T40" fmla="*/ 7 w 253"/>
              <a:gd name="T41" fmla="*/ 202 h 252"/>
              <a:gd name="T42" fmla="*/ 3 w 253"/>
              <a:gd name="T43" fmla="*/ 188 h 252"/>
              <a:gd name="T44" fmla="*/ 2 w 253"/>
              <a:gd name="T45" fmla="*/ 179 h 252"/>
              <a:gd name="T46" fmla="*/ 0 w 253"/>
              <a:gd name="T47" fmla="*/ 171 h 252"/>
              <a:gd name="T48" fmla="*/ 0 w 253"/>
              <a:gd name="T49" fmla="*/ 81 h 252"/>
              <a:gd name="T50" fmla="*/ 0 w 253"/>
              <a:gd name="T51" fmla="*/ 81 h 252"/>
              <a:gd name="T52" fmla="*/ 2 w 253"/>
              <a:gd name="T53" fmla="*/ 73 h 252"/>
              <a:gd name="T54" fmla="*/ 3 w 253"/>
              <a:gd name="T55" fmla="*/ 65 h 252"/>
              <a:gd name="T56" fmla="*/ 7 w 253"/>
              <a:gd name="T57" fmla="*/ 50 h 252"/>
              <a:gd name="T58" fmla="*/ 15 w 253"/>
              <a:gd name="T59" fmla="*/ 35 h 252"/>
              <a:gd name="T60" fmla="*/ 25 w 253"/>
              <a:gd name="T61" fmla="*/ 24 h 252"/>
              <a:gd name="T62" fmla="*/ 37 w 253"/>
              <a:gd name="T63" fmla="*/ 13 h 252"/>
              <a:gd name="T64" fmla="*/ 50 w 253"/>
              <a:gd name="T65" fmla="*/ 7 h 252"/>
              <a:gd name="T66" fmla="*/ 65 w 253"/>
              <a:gd name="T67" fmla="*/ 1 h 252"/>
              <a:gd name="T68" fmla="*/ 73 w 253"/>
              <a:gd name="T69" fmla="*/ 0 h 252"/>
              <a:gd name="T70" fmla="*/ 81 w 253"/>
              <a:gd name="T71" fmla="*/ 0 h 252"/>
              <a:gd name="T72" fmla="*/ 172 w 253"/>
              <a:gd name="T73" fmla="*/ 0 h 252"/>
              <a:gd name="T74" fmla="*/ 172 w 253"/>
              <a:gd name="T75" fmla="*/ 0 h 252"/>
              <a:gd name="T76" fmla="*/ 180 w 253"/>
              <a:gd name="T77" fmla="*/ 0 h 252"/>
              <a:gd name="T78" fmla="*/ 188 w 253"/>
              <a:gd name="T79" fmla="*/ 1 h 252"/>
              <a:gd name="T80" fmla="*/ 203 w 253"/>
              <a:gd name="T81" fmla="*/ 7 h 252"/>
              <a:gd name="T82" fmla="*/ 218 w 253"/>
              <a:gd name="T83" fmla="*/ 13 h 252"/>
              <a:gd name="T84" fmla="*/ 229 w 253"/>
              <a:gd name="T85" fmla="*/ 24 h 252"/>
              <a:gd name="T86" fmla="*/ 239 w 253"/>
              <a:gd name="T87" fmla="*/ 35 h 252"/>
              <a:gd name="T88" fmla="*/ 246 w 253"/>
              <a:gd name="T89" fmla="*/ 50 h 252"/>
              <a:gd name="T90" fmla="*/ 252 w 253"/>
              <a:gd name="T91" fmla="*/ 65 h 252"/>
              <a:gd name="T92" fmla="*/ 253 w 253"/>
              <a:gd name="T93" fmla="*/ 73 h 252"/>
              <a:gd name="T94" fmla="*/ 253 w 253"/>
              <a:gd name="T95" fmla="*/ 81 h 252"/>
              <a:gd name="T96" fmla="*/ 253 w 253"/>
              <a:gd name="T97" fmla="*/ 171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3" h="252">
                <a:moveTo>
                  <a:pt x="253" y="171"/>
                </a:moveTo>
                <a:lnTo>
                  <a:pt x="253" y="171"/>
                </a:lnTo>
                <a:lnTo>
                  <a:pt x="253" y="179"/>
                </a:lnTo>
                <a:lnTo>
                  <a:pt x="252" y="188"/>
                </a:lnTo>
                <a:lnTo>
                  <a:pt x="246" y="202"/>
                </a:lnTo>
                <a:lnTo>
                  <a:pt x="239" y="216"/>
                </a:lnTo>
                <a:lnTo>
                  <a:pt x="229" y="228"/>
                </a:lnTo>
                <a:lnTo>
                  <a:pt x="218" y="237"/>
                </a:lnTo>
                <a:lnTo>
                  <a:pt x="203" y="246"/>
                </a:lnTo>
                <a:lnTo>
                  <a:pt x="188" y="250"/>
                </a:lnTo>
                <a:lnTo>
                  <a:pt x="180" y="251"/>
                </a:lnTo>
                <a:lnTo>
                  <a:pt x="172" y="252"/>
                </a:lnTo>
                <a:lnTo>
                  <a:pt x="81" y="252"/>
                </a:lnTo>
                <a:lnTo>
                  <a:pt x="81" y="252"/>
                </a:lnTo>
                <a:lnTo>
                  <a:pt x="73" y="251"/>
                </a:lnTo>
                <a:lnTo>
                  <a:pt x="65" y="250"/>
                </a:lnTo>
                <a:lnTo>
                  <a:pt x="50" y="246"/>
                </a:lnTo>
                <a:lnTo>
                  <a:pt x="37" y="237"/>
                </a:lnTo>
                <a:lnTo>
                  <a:pt x="25" y="228"/>
                </a:lnTo>
                <a:lnTo>
                  <a:pt x="15" y="216"/>
                </a:lnTo>
                <a:lnTo>
                  <a:pt x="7" y="202"/>
                </a:lnTo>
                <a:lnTo>
                  <a:pt x="3" y="188"/>
                </a:lnTo>
                <a:lnTo>
                  <a:pt x="2" y="179"/>
                </a:lnTo>
                <a:lnTo>
                  <a:pt x="0" y="171"/>
                </a:lnTo>
                <a:lnTo>
                  <a:pt x="0" y="81"/>
                </a:lnTo>
                <a:lnTo>
                  <a:pt x="0" y="81"/>
                </a:lnTo>
                <a:lnTo>
                  <a:pt x="2" y="73"/>
                </a:lnTo>
                <a:lnTo>
                  <a:pt x="3" y="65"/>
                </a:lnTo>
                <a:lnTo>
                  <a:pt x="7" y="50"/>
                </a:lnTo>
                <a:lnTo>
                  <a:pt x="15" y="35"/>
                </a:lnTo>
                <a:lnTo>
                  <a:pt x="25" y="24"/>
                </a:lnTo>
                <a:lnTo>
                  <a:pt x="37" y="13"/>
                </a:lnTo>
                <a:lnTo>
                  <a:pt x="50" y="7"/>
                </a:lnTo>
                <a:lnTo>
                  <a:pt x="65" y="1"/>
                </a:lnTo>
                <a:lnTo>
                  <a:pt x="73" y="0"/>
                </a:lnTo>
                <a:lnTo>
                  <a:pt x="81" y="0"/>
                </a:lnTo>
                <a:lnTo>
                  <a:pt x="172" y="0"/>
                </a:lnTo>
                <a:lnTo>
                  <a:pt x="172" y="0"/>
                </a:lnTo>
                <a:lnTo>
                  <a:pt x="180" y="0"/>
                </a:lnTo>
                <a:lnTo>
                  <a:pt x="188" y="1"/>
                </a:lnTo>
                <a:lnTo>
                  <a:pt x="203" y="7"/>
                </a:lnTo>
                <a:lnTo>
                  <a:pt x="218" y="13"/>
                </a:lnTo>
                <a:lnTo>
                  <a:pt x="229" y="24"/>
                </a:lnTo>
                <a:lnTo>
                  <a:pt x="239" y="35"/>
                </a:lnTo>
                <a:lnTo>
                  <a:pt x="246" y="50"/>
                </a:lnTo>
                <a:lnTo>
                  <a:pt x="252" y="65"/>
                </a:lnTo>
                <a:lnTo>
                  <a:pt x="253" y="73"/>
                </a:lnTo>
                <a:lnTo>
                  <a:pt x="253" y="81"/>
                </a:lnTo>
                <a:lnTo>
                  <a:pt x="253" y="171"/>
                </a:lnTo>
                <a:close/>
              </a:path>
            </a:pathLst>
          </a:custGeom>
          <a:solidFill>
            <a:srgbClr val="D92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8" name="Freeform 2341"/>
          <p:cNvSpPr>
            <a:spLocks/>
          </p:cNvSpPr>
          <p:nvPr/>
        </p:nvSpPr>
        <p:spPr bwMode="auto">
          <a:xfrm>
            <a:off x="707518" y="4095405"/>
            <a:ext cx="182758" cy="181497"/>
          </a:xfrm>
          <a:custGeom>
            <a:avLst/>
            <a:gdLst>
              <a:gd name="T0" fmla="*/ 54 w 145"/>
              <a:gd name="T1" fmla="*/ 144 h 144"/>
              <a:gd name="T2" fmla="*/ 91 w 145"/>
              <a:gd name="T3" fmla="*/ 144 h 144"/>
              <a:gd name="T4" fmla="*/ 91 w 145"/>
              <a:gd name="T5" fmla="*/ 90 h 144"/>
              <a:gd name="T6" fmla="*/ 145 w 145"/>
              <a:gd name="T7" fmla="*/ 90 h 144"/>
              <a:gd name="T8" fmla="*/ 145 w 145"/>
              <a:gd name="T9" fmla="*/ 54 h 144"/>
              <a:gd name="T10" fmla="*/ 91 w 145"/>
              <a:gd name="T11" fmla="*/ 54 h 144"/>
              <a:gd name="T12" fmla="*/ 91 w 145"/>
              <a:gd name="T13" fmla="*/ 0 h 144"/>
              <a:gd name="T14" fmla="*/ 54 w 145"/>
              <a:gd name="T15" fmla="*/ 0 h 144"/>
              <a:gd name="T16" fmla="*/ 54 w 145"/>
              <a:gd name="T17" fmla="*/ 54 h 144"/>
              <a:gd name="T18" fmla="*/ 0 w 145"/>
              <a:gd name="T19" fmla="*/ 54 h 144"/>
              <a:gd name="T20" fmla="*/ 0 w 145"/>
              <a:gd name="T21" fmla="*/ 90 h 144"/>
              <a:gd name="T22" fmla="*/ 54 w 145"/>
              <a:gd name="T23" fmla="*/ 90 h 144"/>
              <a:gd name="T24" fmla="*/ 54 w 145"/>
              <a:gd name="T2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5" h="144">
                <a:moveTo>
                  <a:pt x="54" y="144"/>
                </a:moveTo>
                <a:lnTo>
                  <a:pt x="91" y="144"/>
                </a:lnTo>
                <a:lnTo>
                  <a:pt x="91" y="90"/>
                </a:lnTo>
                <a:lnTo>
                  <a:pt x="145" y="90"/>
                </a:lnTo>
                <a:lnTo>
                  <a:pt x="145" y="54"/>
                </a:lnTo>
                <a:lnTo>
                  <a:pt x="91" y="54"/>
                </a:lnTo>
                <a:lnTo>
                  <a:pt x="91" y="0"/>
                </a:lnTo>
                <a:lnTo>
                  <a:pt x="54" y="0"/>
                </a:lnTo>
                <a:lnTo>
                  <a:pt x="54" y="54"/>
                </a:lnTo>
                <a:lnTo>
                  <a:pt x="0" y="54"/>
                </a:lnTo>
                <a:lnTo>
                  <a:pt x="0" y="90"/>
                </a:lnTo>
                <a:lnTo>
                  <a:pt x="54" y="90"/>
                </a:lnTo>
                <a:lnTo>
                  <a:pt x="54" y="1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9" name="Freeform 2342"/>
          <p:cNvSpPr>
            <a:spLocks/>
          </p:cNvSpPr>
          <p:nvPr/>
        </p:nvSpPr>
        <p:spPr bwMode="auto">
          <a:xfrm>
            <a:off x="707518" y="4095405"/>
            <a:ext cx="182758" cy="181497"/>
          </a:xfrm>
          <a:custGeom>
            <a:avLst/>
            <a:gdLst>
              <a:gd name="T0" fmla="*/ 54 w 145"/>
              <a:gd name="T1" fmla="*/ 144 h 144"/>
              <a:gd name="T2" fmla="*/ 91 w 145"/>
              <a:gd name="T3" fmla="*/ 144 h 144"/>
              <a:gd name="T4" fmla="*/ 91 w 145"/>
              <a:gd name="T5" fmla="*/ 90 h 144"/>
              <a:gd name="T6" fmla="*/ 145 w 145"/>
              <a:gd name="T7" fmla="*/ 90 h 144"/>
              <a:gd name="T8" fmla="*/ 145 w 145"/>
              <a:gd name="T9" fmla="*/ 54 h 144"/>
              <a:gd name="T10" fmla="*/ 91 w 145"/>
              <a:gd name="T11" fmla="*/ 54 h 144"/>
              <a:gd name="T12" fmla="*/ 91 w 145"/>
              <a:gd name="T13" fmla="*/ 0 h 144"/>
              <a:gd name="T14" fmla="*/ 54 w 145"/>
              <a:gd name="T15" fmla="*/ 0 h 144"/>
              <a:gd name="T16" fmla="*/ 54 w 145"/>
              <a:gd name="T17" fmla="*/ 54 h 144"/>
              <a:gd name="T18" fmla="*/ 0 w 145"/>
              <a:gd name="T19" fmla="*/ 54 h 144"/>
              <a:gd name="T20" fmla="*/ 0 w 145"/>
              <a:gd name="T21" fmla="*/ 90 h 144"/>
              <a:gd name="T22" fmla="*/ 54 w 145"/>
              <a:gd name="T23" fmla="*/ 90 h 144"/>
              <a:gd name="T24" fmla="*/ 54 w 145"/>
              <a:gd name="T2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5" h="144">
                <a:moveTo>
                  <a:pt x="54" y="144"/>
                </a:moveTo>
                <a:lnTo>
                  <a:pt x="91" y="144"/>
                </a:lnTo>
                <a:lnTo>
                  <a:pt x="91" y="90"/>
                </a:lnTo>
                <a:lnTo>
                  <a:pt x="145" y="90"/>
                </a:lnTo>
                <a:lnTo>
                  <a:pt x="145" y="54"/>
                </a:lnTo>
                <a:lnTo>
                  <a:pt x="91" y="54"/>
                </a:lnTo>
                <a:lnTo>
                  <a:pt x="91" y="0"/>
                </a:lnTo>
                <a:lnTo>
                  <a:pt x="54" y="0"/>
                </a:lnTo>
                <a:lnTo>
                  <a:pt x="54" y="54"/>
                </a:lnTo>
                <a:lnTo>
                  <a:pt x="0" y="54"/>
                </a:lnTo>
                <a:lnTo>
                  <a:pt x="0" y="90"/>
                </a:lnTo>
                <a:lnTo>
                  <a:pt x="54" y="90"/>
                </a:lnTo>
                <a:lnTo>
                  <a:pt x="54" y="14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0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105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328138" y="245369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05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376959" y="288768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05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4921954" y="263658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075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920423" y="245369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076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969244" y="288768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077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514239" y="263658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078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328138" y="373317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079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376959" y="416716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080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4921954" y="391606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08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920423" y="373317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08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969244" y="416716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08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514239" y="391606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084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328138" y="501265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085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376959" y="544664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086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4921954" y="519554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087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920423" y="501265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088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969244" y="544664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1089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514239" y="519554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381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9" name="组合 3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4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3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研究成果与应用</a:t>
            </a:r>
          </a:p>
        </p:txBody>
      </p:sp>
      <p:sp>
        <p:nvSpPr>
          <p:cNvPr id="44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研究目标</a:t>
            </a:r>
            <a:endParaRPr lang="zh-CN" altLang="en-US" sz="1100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</a:rPr>
              <a:t>成果形式</a:t>
            </a:r>
          </a:p>
        </p:txBody>
      </p:sp>
      <p:sp>
        <p:nvSpPr>
          <p:cNvPr id="47" name="矩形 46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应用前景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6684926" y="2265096"/>
            <a:ext cx="3757488" cy="3658414"/>
            <a:chOff x="3062288" y="1982788"/>
            <a:chExt cx="3251200" cy="3165475"/>
          </a:xfrm>
        </p:grpSpPr>
        <p:sp>
          <p:nvSpPr>
            <p:cNvPr id="18" name="Freeform 28"/>
            <p:cNvSpPr>
              <a:spLocks noEditPoints="1"/>
            </p:cNvSpPr>
            <p:nvPr/>
          </p:nvSpPr>
          <p:spPr bwMode="auto">
            <a:xfrm>
              <a:off x="3500438" y="2379663"/>
              <a:ext cx="2371725" cy="2371725"/>
            </a:xfrm>
            <a:custGeom>
              <a:avLst/>
              <a:gdLst>
                <a:gd name="T0" fmla="*/ 862 w 1494"/>
                <a:gd name="T1" fmla="*/ 8 h 1494"/>
                <a:gd name="T2" fmla="*/ 1038 w 1494"/>
                <a:gd name="T3" fmla="*/ 58 h 1494"/>
                <a:gd name="T4" fmla="*/ 1194 w 1494"/>
                <a:gd name="T5" fmla="*/ 148 h 1494"/>
                <a:gd name="T6" fmla="*/ 1324 w 1494"/>
                <a:gd name="T7" fmla="*/ 272 h 1494"/>
                <a:gd name="T8" fmla="*/ 1420 w 1494"/>
                <a:gd name="T9" fmla="*/ 422 h 1494"/>
                <a:gd name="T10" fmla="*/ 1480 w 1494"/>
                <a:gd name="T11" fmla="*/ 596 h 1494"/>
                <a:gd name="T12" fmla="*/ 1494 w 1494"/>
                <a:gd name="T13" fmla="*/ 746 h 1494"/>
                <a:gd name="T14" fmla="*/ 1470 w 1494"/>
                <a:gd name="T15" fmla="*/ 934 h 1494"/>
                <a:gd name="T16" fmla="*/ 1404 w 1494"/>
                <a:gd name="T17" fmla="*/ 1102 h 1494"/>
                <a:gd name="T18" fmla="*/ 1300 w 1494"/>
                <a:gd name="T19" fmla="*/ 1248 h 1494"/>
                <a:gd name="T20" fmla="*/ 1166 w 1494"/>
                <a:gd name="T21" fmla="*/ 1366 h 1494"/>
                <a:gd name="T22" fmla="*/ 1004 w 1494"/>
                <a:gd name="T23" fmla="*/ 1448 h 1494"/>
                <a:gd name="T24" fmla="*/ 824 w 1494"/>
                <a:gd name="T25" fmla="*/ 1490 h 1494"/>
                <a:gd name="T26" fmla="*/ 670 w 1494"/>
                <a:gd name="T27" fmla="*/ 1490 h 1494"/>
                <a:gd name="T28" fmla="*/ 490 w 1494"/>
                <a:gd name="T29" fmla="*/ 1448 h 1494"/>
                <a:gd name="T30" fmla="*/ 330 w 1494"/>
                <a:gd name="T31" fmla="*/ 1366 h 1494"/>
                <a:gd name="T32" fmla="*/ 194 w 1494"/>
                <a:gd name="T33" fmla="*/ 1248 h 1494"/>
                <a:gd name="T34" fmla="*/ 90 w 1494"/>
                <a:gd name="T35" fmla="*/ 1102 h 1494"/>
                <a:gd name="T36" fmla="*/ 24 w 1494"/>
                <a:gd name="T37" fmla="*/ 934 h 1494"/>
                <a:gd name="T38" fmla="*/ 0 w 1494"/>
                <a:gd name="T39" fmla="*/ 746 h 1494"/>
                <a:gd name="T40" fmla="*/ 16 w 1494"/>
                <a:gd name="T41" fmla="*/ 596 h 1494"/>
                <a:gd name="T42" fmla="*/ 74 w 1494"/>
                <a:gd name="T43" fmla="*/ 422 h 1494"/>
                <a:gd name="T44" fmla="*/ 170 w 1494"/>
                <a:gd name="T45" fmla="*/ 272 h 1494"/>
                <a:gd name="T46" fmla="*/ 300 w 1494"/>
                <a:gd name="T47" fmla="*/ 148 h 1494"/>
                <a:gd name="T48" fmla="*/ 456 w 1494"/>
                <a:gd name="T49" fmla="*/ 58 h 1494"/>
                <a:gd name="T50" fmla="*/ 634 w 1494"/>
                <a:gd name="T51" fmla="*/ 8 h 1494"/>
                <a:gd name="T52" fmla="*/ 748 w 1494"/>
                <a:gd name="T53" fmla="*/ 118 h 1494"/>
                <a:gd name="T54" fmla="*/ 874 w 1494"/>
                <a:gd name="T55" fmla="*/ 130 h 1494"/>
                <a:gd name="T56" fmla="*/ 1020 w 1494"/>
                <a:gd name="T57" fmla="*/ 180 h 1494"/>
                <a:gd name="T58" fmla="*/ 1148 w 1494"/>
                <a:gd name="T59" fmla="*/ 260 h 1494"/>
                <a:gd name="T60" fmla="*/ 1252 w 1494"/>
                <a:gd name="T61" fmla="*/ 370 h 1494"/>
                <a:gd name="T62" fmla="*/ 1328 w 1494"/>
                <a:gd name="T63" fmla="*/ 502 h 1494"/>
                <a:gd name="T64" fmla="*/ 1370 w 1494"/>
                <a:gd name="T65" fmla="*/ 650 h 1494"/>
                <a:gd name="T66" fmla="*/ 1376 w 1494"/>
                <a:gd name="T67" fmla="*/ 778 h 1494"/>
                <a:gd name="T68" fmla="*/ 1348 w 1494"/>
                <a:gd name="T69" fmla="*/ 934 h 1494"/>
                <a:gd name="T70" fmla="*/ 1286 w 1494"/>
                <a:gd name="T71" fmla="*/ 1072 h 1494"/>
                <a:gd name="T72" fmla="*/ 1192 w 1494"/>
                <a:gd name="T73" fmla="*/ 1192 h 1494"/>
                <a:gd name="T74" fmla="*/ 1074 w 1494"/>
                <a:gd name="T75" fmla="*/ 1284 h 1494"/>
                <a:gd name="T76" fmla="*/ 934 w 1494"/>
                <a:gd name="T77" fmla="*/ 1348 h 1494"/>
                <a:gd name="T78" fmla="*/ 780 w 1494"/>
                <a:gd name="T79" fmla="*/ 1376 h 1494"/>
                <a:gd name="T80" fmla="*/ 652 w 1494"/>
                <a:gd name="T81" fmla="*/ 1368 h 1494"/>
                <a:gd name="T82" fmla="*/ 502 w 1494"/>
                <a:gd name="T83" fmla="*/ 1326 h 1494"/>
                <a:gd name="T84" fmla="*/ 370 w 1494"/>
                <a:gd name="T85" fmla="*/ 1250 h 1494"/>
                <a:gd name="T86" fmla="*/ 262 w 1494"/>
                <a:gd name="T87" fmla="*/ 1146 h 1494"/>
                <a:gd name="T88" fmla="*/ 180 w 1494"/>
                <a:gd name="T89" fmla="*/ 1020 h 1494"/>
                <a:gd name="T90" fmla="*/ 130 w 1494"/>
                <a:gd name="T91" fmla="*/ 874 h 1494"/>
                <a:gd name="T92" fmla="*/ 118 w 1494"/>
                <a:gd name="T93" fmla="*/ 746 h 1494"/>
                <a:gd name="T94" fmla="*/ 138 w 1494"/>
                <a:gd name="T95" fmla="*/ 590 h 1494"/>
                <a:gd name="T96" fmla="*/ 194 w 1494"/>
                <a:gd name="T97" fmla="*/ 446 h 1494"/>
                <a:gd name="T98" fmla="*/ 282 w 1494"/>
                <a:gd name="T99" fmla="*/ 324 h 1494"/>
                <a:gd name="T100" fmla="*/ 396 w 1494"/>
                <a:gd name="T101" fmla="*/ 224 h 1494"/>
                <a:gd name="T102" fmla="*/ 530 w 1494"/>
                <a:gd name="T103" fmla="*/ 156 h 1494"/>
                <a:gd name="T104" fmla="*/ 682 w 1494"/>
                <a:gd name="T105" fmla="*/ 120 h 1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4" h="1494">
                  <a:moveTo>
                    <a:pt x="748" y="0"/>
                  </a:moveTo>
                  <a:lnTo>
                    <a:pt x="748" y="0"/>
                  </a:lnTo>
                  <a:lnTo>
                    <a:pt x="786" y="0"/>
                  </a:lnTo>
                  <a:lnTo>
                    <a:pt x="824" y="4"/>
                  </a:lnTo>
                  <a:lnTo>
                    <a:pt x="862" y="8"/>
                  </a:lnTo>
                  <a:lnTo>
                    <a:pt x="898" y="14"/>
                  </a:lnTo>
                  <a:lnTo>
                    <a:pt x="934" y="24"/>
                  </a:lnTo>
                  <a:lnTo>
                    <a:pt x="970" y="34"/>
                  </a:lnTo>
                  <a:lnTo>
                    <a:pt x="1004" y="44"/>
                  </a:lnTo>
                  <a:lnTo>
                    <a:pt x="1038" y="58"/>
                  </a:lnTo>
                  <a:lnTo>
                    <a:pt x="1072" y="74"/>
                  </a:lnTo>
                  <a:lnTo>
                    <a:pt x="1104" y="90"/>
                  </a:lnTo>
                  <a:lnTo>
                    <a:pt x="1134" y="108"/>
                  </a:lnTo>
                  <a:lnTo>
                    <a:pt x="1166" y="128"/>
                  </a:lnTo>
                  <a:lnTo>
                    <a:pt x="1194" y="148"/>
                  </a:lnTo>
                  <a:lnTo>
                    <a:pt x="1222" y="170"/>
                  </a:lnTo>
                  <a:lnTo>
                    <a:pt x="1250" y="194"/>
                  </a:lnTo>
                  <a:lnTo>
                    <a:pt x="1276" y="218"/>
                  </a:lnTo>
                  <a:lnTo>
                    <a:pt x="1300" y="244"/>
                  </a:lnTo>
                  <a:lnTo>
                    <a:pt x="1324" y="272"/>
                  </a:lnTo>
                  <a:lnTo>
                    <a:pt x="1346" y="300"/>
                  </a:lnTo>
                  <a:lnTo>
                    <a:pt x="1366" y="328"/>
                  </a:lnTo>
                  <a:lnTo>
                    <a:pt x="1386" y="360"/>
                  </a:lnTo>
                  <a:lnTo>
                    <a:pt x="1404" y="390"/>
                  </a:lnTo>
                  <a:lnTo>
                    <a:pt x="1420" y="422"/>
                  </a:lnTo>
                  <a:lnTo>
                    <a:pt x="1436" y="456"/>
                  </a:lnTo>
                  <a:lnTo>
                    <a:pt x="1450" y="490"/>
                  </a:lnTo>
                  <a:lnTo>
                    <a:pt x="1460" y="524"/>
                  </a:lnTo>
                  <a:lnTo>
                    <a:pt x="1470" y="560"/>
                  </a:lnTo>
                  <a:lnTo>
                    <a:pt x="1480" y="596"/>
                  </a:lnTo>
                  <a:lnTo>
                    <a:pt x="1486" y="632"/>
                  </a:lnTo>
                  <a:lnTo>
                    <a:pt x="1490" y="670"/>
                  </a:lnTo>
                  <a:lnTo>
                    <a:pt x="1494" y="708"/>
                  </a:lnTo>
                  <a:lnTo>
                    <a:pt x="1494" y="746"/>
                  </a:lnTo>
                  <a:lnTo>
                    <a:pt x="1494" y="746"/>
                  </a:lnTo>
                  <a:lnTo>
                    <a:pt x="1494" y="786"/>
                  </a:lnTo>
                  <a:lnTo>
                    <a:pt x="1490" y="822"/>
                  </a:lnTo>
                  <a:lnTo>
                    <a:pt x="1486" y="860"/>
                  </a:lnTo>
                  <a:lnTo>
                    <a:pt x="1480" y="898"/>
                  </a:lnTo>
                  <a:lnTo>
                    <a:pt x="1470" y="934"/>
                  </a:lnTo>
                  <a:lnTo>
                    <a:pt x="1460" y="968"/>
                  </a:lnTo>
                  <a:lnTo>
                    <a:pt x="1450" y="1004"/>
                  </a:lnTo>
                  <a:lnTo>
                    <a:pt x="1436" y="1038"/>
                  </a:lnTo>
                  <a:lnTo>
                    <a:pt x="1420" y="1070"/>
                  </a:lnTo>
                  <a:lnTo>
                    <a:pt x="1404" y="1102"/>
                  </a:lnTo>
                  <a:lnTo>
                    <a:pt x="1386" y="1134"/>
                  </a:lnTo>
                  <a:lnTo>
                    <a:pt x="1366" y="1164"/>
                  </a:lnTo>
                  <a:lnTo>
                    <a:pt x="1346" y="1194"/>
                  </a:lnTo>
                  <a:lnTo>
                    <a:pt x="1324" y="1222"/>
                  </a:lnTo>
                  <a:lnTo>
                    <a:pt x="1300" y="1248"/>
                  </a:lnTo>
                  <a:lnTo>
                    <a:pt x="1276" y="1274"/>
                  </a:lnTo>
                  <a:lnTo>
                    <a:pt x="1250" y="1300"/>
                  </a:lnTo>
                  <a:lnTo>
                    <a:pt x="1222" y="1324"/>
                  </a:lnTo>
                  <a:lnTo>
                    <a:pt x="1194" y="1346"/>
                  </a:lnTo>
                  <a:lnTo>
                    <a:pt x="1166" y="1366"/>
                  </a:lnTo>
                  <a:lnTo>
                    <a:pt x="1134" y="1386"/>
                  </a:lnTo>
                  <a:lnTo>
                    <a:pt x="1104" y="1404"/>
                  </a:lnTo>
                  <a:lnTo>
                    <a:pt x="1072" y="1420"/>
                  </a:lnTo>
                  <a:lnTo>
                    <a:pt x="1038" y="1434"/>
                  </a:lnTo>
                  <a:lnTo>
                    <a:pt x="1004" y="1448"/>
                  </a:lnTo>
                  <a:lnTo>
                    <a:pt x="970" y="1460"/>
                  </a:lnTo>
                  <a:lnTo>
                    <a:pt x="934" y="1470"/>
                  </a:lnTo>
                  <a:lnTo>
                    <a:pt x="898" y="1478"/>
                  </a:lnTo>
                  <a:lnTo>
                    <a:pt x="862" y="1486"/>
                  </a:lnTo>
                  <a:lnTo>
                    <a:pt x="824" y="1490"/>
                  </a:lnTo>
                  <a:lnTo>
                    <a:pt x="786" y="1492"/>
                  </a:lnTo>
                  <a:lnTo>
                    <a:pt x="748" y="1494"/>
                  </a:lnTo>
                  <a:lnTo>
                    <a:pt x="748" y="1494"/>
                  </a:lnTo>
                  <a:lnTo>
                    <a:pt x="708" y="1492"/>
                  </a:lnTo>
                  <a:lnTo>
                    <a:pt x="670" y="1490"/>
                  </a:lnTo>
                  <a:lnTo>
                    <a:pt x="634" y="1486"/>
                  </a:lnTo>
                  <a:lnTo>
                    <a:pt x="596" y="1478"/>
                  </a:lnTo>
                  <a:lnTo>
                    <a:pt x="560" y="1470"/>
                  </a:lnTo>
                  <a:lnTo>
                    <a:pt x="526" y="1460"/>
                  </a:lnTo>
                  <a:lnTo>
                    <a:pt x="490" y="1448"/>
                  </a:lnTo>
                  <a:lnTo>
                    <a:pt x="456" y="1434"/>
                  </a:lnTo>
                  <a:lnTo>
                    <a:pt x="424" y="1420"/>
                  </a:lnTo>
                  <a:lnTo>
                    <a:pt x="392" y="1404"/>
                  </a:lnTo>
                  <a:lnTo>
                    <a:pt x="360" y="1386"/>
                  </a:lnTo>
                  <a:lnTo>
                    <a:pt x="330" y="1366"/>
                  </a:lnTo>
                  <a:lnTo>
                    <a:pt x="300" y="1346"/>
                  </a:lnTo>
                  <a:lnTo>
                    <a:pt x="272" y="1324"/>
                  </a:lnTo>
                  <a:lnTo>
                    <a:pt x="244" y="1300"/>
                  </a:lnTo>
                  <a:lnTo>
                    <a:pt x="220" y="1274"/>
                  </a:lnTo>
                  <a:lnTo>
                    <a:pt x="194" y="1248"/>
                  </a:lnTo>
                  <a:lnTo>
                    <a:pt x="170" y="1222"/>
                  </a:lnTo>
                  <a:lnTo>
                    <a:pt x="148" y="1194"/>
                  </a:lnTo>
                  <a:lnTo>
                    <a:pt x="128" y="1164"/>
                  </a:lnTo>
                  <a:lnTo>
                    <a:pt x="108" y="1134"/>
                  </a:lnTo>
                  <a:lnTo>
                    <a:pt x="90" y="1102"/>
                  </a:lnTo>
                  <a:lnTo>
                    <a:pt x="74" y="1070"/>
                  </a:lnTo>
                  <a:lnTo>
                    <a:pt x="58" y="1038"/>
                  </a:lnTo>
                  <a:lnTo>
                    <a:pt x="46" y="1004"/>
                  </a:lnTo>
                  <a:lnTo>
                    <a:pt x="34" y="968"/>
                  </a:lnTo>
                  <a:lnTo>
                    <a:pt x="24" y="934"/>
                  </a:lnTo>
                  <a:lnTo>
                    <a:pt x="16" y="898"/>
                  </a:lnTo>
                  <a:lnTo>
                    <a:pt x="8" y="860"/>
                  </a:lnTo>
                  <a:lnTo>
                    <a:pt x="4" y="822"/>
                  </a:lnTo>
                  <a:lnTo>
                    <a:pt x="2" y="786"/>
                  </a:lnTo>
                  <a:lnTo>
                    <a:pt x="0" y="746"/>
                  </a:lnTo>
                  <a:lnTo>
                    <a:pt x="0" y="746"/>
                  </a:lnTo>
                  <a:lnTo>
                    <a:pt x="2" y="708"/>
                  </a:lnTo>
                  <a:lnTo>
                    <a:pt x="4" y="670"/>
                  </a:lnTo>
                  <a:lnTo>
                    <a:pt x="8" y="632"/>
                  </a:lnTo>
                  <a:lnTo>
                    <a:pt x="16" y="596"/>
                  </a:lnTo>
                  <a:lnTo>
                    <a:pt x="24" y="560"/>
                  </a:lnTo>
                  <a:lnTo>
                    <a:pt x="34" y="524"/>
                  </a:lnTo>
                  <a:lnTo>
                    <a:pt x="46" y="490"/>
                  </a:lnTo>
                  <a:lnTo>
                    <a:pt x="58" y="456"/>
                  </a:lnTo>
                  <a:lnTo>
                    <a:pt x="74" y="422"/>
                  </a:lnTo>
                  <a:lnTo>
                    <a:pt x="90" y="390"/>
                  </a:lnTo>
                  <a:lnTo>
                    <a:pt x="108" y="360"/>
                  </a:lnTo>
                  <a:lnTo>
                    <a:pt x="128" y="328"/>
                  </a:lnTo>
                  <a:lnTo>
                    <a:pt x="148" y="300"/>
                  </a:lnTo>
                  <a:lnTo>
                    <a:pt x="170" y="272"/>
                  </a:lnTo>
                  <a:lnTo>
                    <a:pt x="194" y="244"/>
                  </a:lnTo>
                  <a:lnTo>
                    <a:pt x="220" y="218"/>
                  </a:lnTo>
                  <a:lnTo>
                    <a:pt x="244" y="194"/>
                  </a:lnTo>
                  <a:lnTo>
                    <a:pt x="272" y="170"/>
                  </a:lnTo>
                  <a:lnTo>
                    <a:pt x="300" y="148"/>
                  </a:lnTo>
                  <a:lnTo>
                    <a:pt x="330" y="128"/>
                  </a:lnTo>
                  <a:lnTo>
                    <a:pt x="360" y="108"/>
                  </a:lnTo>
                  <a:lnTo>
                    <a:pt x="392" y="90"/>
                  </a:lnTo>
                  <a:lnTo>
                    <a:pt x="424" y="74"/>
                  </a:lnTo>
                  <a:lnTo>
                    <a:pt x="456" y="58"/>
                  </a:lnTo>
                  <a:lnTo>
                    <a:pt x="490" y="44"/>
                  </a:lnTo>
                  <a:lnTo>
                    <a:pt x="526" y="34"/>
                  </a:lnTo>
                  <a:lnTo>
                    <a:pt x="560" y="24"/>
                  </a:lnTo>
                  <a:lnTo>
                    <a:pt x="596" y="14"/>
                  </a:lnTo>
                  <a:lnTo>
                    <a:pt x="634" y="8"/>
                  </a:lnTo>
                  <a:lnTo>
                    <a:pt x="670" y="4"/>
                  </a:lnTo>
                  <a:lnTo>
                    <a:pt x="708" y="0"/>
                  </a:lnTo>
                  <a:lnTo>
                    <a:pt x="748" y="0"/>
                  </a:lnTo>
                  <a:lnTo>
                    <a:pt x="748" y="0"/>
                  </a:lnTo>
                  <a:close/>
                  <a:moveTo>
                    <a:pt x="748" y="118"/>
                  </a:moveTo>
                  <a:lnTo>
                    <a:pt x="748" y="118"/>
                  </a:lnTo>
                  <a:lnTo>
                    <a:pt x="780" y="118"/>
                  </a:lnTo>
                  <a:lnTo>
                    <a:pt x="812" y="120"/>
                  </a:lnTo>
                  <a:lnTo>
                    <a:pt x="844" y="124"/>
                  </a:lnTo>
                  <a:lnTo>
                    <a:pt x="874" y="130"/>
                  </a:lnTo>
                  <a:lnTo>
                    <a:pt x="904" y="138"/>
                  </a:lnTo>
                  <a:lnTo>
                    <a:pt x="934" y="146"/>
                  </a:lnTo>
                  <a:lnTo>
                    <a:pt x="964" y="156"/>
                  </a:lnTo>
                  <a:lnTo>
                    <a:pt x="992" y="166"/>
                  </a:lnTo>
                  <a:lnTo>
                    <a:pt x="1020" y="180"/>
                  </a:lnTo>
                  <a:lnTo>
                    <a:pt x="1048" y="194"/>
                  </a:lnTo>
                  <a:lnTo>
                    <a:pt x="1074" y="208"/>
                  </a:lnTo>
                  <a:lnTo>
                    <a:pt x="1100" y="224"/>
                  </a:lnTo>
                  <a:lnTo>
                    <a:pt x="1124" y="242"/>
                  </a:lnTo>
                  <a:lnTo>
                    <a:pt x="1148" y="260"/>
                  </a:lnTo>
                  <a:lnTo>
                    <a:pt x="1170" y="280"/>
                  </a:lnTo>
                  <a:lnTo>
                    <a:pt x="1192" y="302"/>
                  </a:lnTo>
                  <a:lnTo>
                    <a:pt x="1214" y="324"/>
                  </a:lnTo>
                  <a:lnTo>
                    <a:pt x="1232" y="346"/>
                  </a:lnTo>
                  <a:lnTo>
                    <a:pt x="1252" y="370"/>
                  </a:lnTo>
                  <a:lnTo>
                    <a:pt x="1270" y="394"/>
                  </a:lnTo>
                  <a:lnTo>
                    <a:pt x="1286" y="420"/>
                  </a:lnTo>
                  <a:lnTo>
                    <a:pt x="1300" y="446"/>
                  </a:lnTo>
                  <a:lnTo>
                    <a:pt x="1314" y="474"/>
                  </a:lnTo>
                  <a:lnTo>
                    <a:pt x="1328" y="502"/>
                  </a:lnTo>
                  <a:lnTo>
                    <a:pt x="1338" y="530"/>
                  </a:lnTo>
                  <a:lnTo>
                    <a:pt x="1348" y="560"/>
                  </a:lnTo>
                  <a:lnTo>
                    <a:pt x="1356" y="590"/>
                  </a:lnTo>
                  <a:lnTo>
                    <a:pt x="1364" y="620"/>
                  </a:lnTo>
                  <a:lnTo>
                    <a:pt x="1370" y="650"/>
                  </a:lnTo>
                  <a:lnTo>
                    <a:pt x="1374" y="682"/>
                  </a:lnTo>
                  <a:lnTo>
                    <a:pt x="1376" y="714"/>
                  </a:lnTo>
                  <a:lnTo>
                    <a:pt x="1376" y="746"/>
                  </a:lnTo>
                  <a:lnTo>
                    <a:pt x="1376" y="746"/>
                  </a:lnTo>
                  <a:lnTo>
                    <a:pt x="1376" y="778"/>
                  </a:lnTo>
                  <a:lnTo>
                    <a:pt x="1374" y="810"/>
                  </a:lnTo>
                  <a:lnTo>
                    <a:pt x="1370" y="842"/>
                  </a:lnTo>
                  <a:lnTo>
                    <a:pt x="1364" y="874"/>
                  </a:lnTo>
                  <a:lnTo>
                    <a:pt x="1356" y="904"/>
                  </a:lnTo>
                  <a:lnTo>
                    <a:pt x="1348" y="934"/>
                  </a:lnTo>
                  <a:lnTo>
                    <a:pt x="1338" y="962"/>
                  </a:lnTo>
                  <a:lnTo>
                    <a:pt x="1328" y="992"/>
                  </a:lnTo>
                  <a:lnTo>
                    <a:pt x="1314" y="1020"/>
                  </a:lnTo>
                  <a:lnTo>
                    <a:pt x="1300" y="1046"/>
                  </a:lnTo>
                  <a:lnTo>
                    <a:pt x="1286" y="1072"/>
                  </a:lnTo>
                  <a:lnTo>
                    <a:pt x="1270" y="1098"/>
                  </a:lnTo>
                  <a:lnTo>
                    <a:pt x="1252" y="1124"/>
                  </a:lnTo>
                  <a:lnTo>
                    <a:pt x="1232" y="1146"/>
                  </a:lnTo>
                  <a:lnTo>
                    <a:pt x="1214" y="1170"/>
                  </a:lnTo>
                  <a:lnTo>
                    <a:pt x="1192" y="1192"/>
                  </a:lnTo>
                  <a:lnTo>
                    <a:pt x="1170" y="1212"/>
                  </a:lnTo>
                  <a:lnTo>
                    <a:pt x="1148" y="1232"/>
                  </a:lnTo>
                  <a:lnTo>
                    <a:pt x="1124" y="1250"/>
                  </a:lnTo>
                  <a:lnTo>
                    <a:pt x="1100" y="1268"/>
                  </a:lnTo>
                  <a:lnTo>
                    <a:pt x="1074" y="1284"/>
                  </a:lnTo>
                  <a:lnTo>
                    <a:pt x="1048" y="1300"/>
                  </a:lnTo>
                  <a:lnTo>
                    <a:pt x="1020" y="1314"/>
                  </a:lnTo>
                  <a:lnTo>
                    <a:pt x="992" y="1326"/>
                  </a:lnTo>
                  <a:lnTo>
                    <a:pt x="964" y="1338"/>
                  </a:lnTo>
                  <a:lnTo>
                    <a:pt x="934" y="1348"/>
                  </a:lnTo>
                  <a:lnTo>
                    <a:pt x="904" y="1356"/>
                  </a:lnTo>
                  <a:lnTo>
                    <a:pt x="874" y="1364"/>
                  </a:lnTo>
                  <a:lnTo>
                    <a:pt x="844" y="1368"/>
                  </a:lnTo>
                  <a:lnTo>
                    <a:pt x="812" y="1372"/>
                  </a:lnTo>
                  <a:lnTo>
                    <a:pt x="780" y="1376"/>
                  </a:lnTo>
                  <a:lnTo>
                    <a:pt x="748" y="1376"/>
                  </a:lnTo>
                  <a:lnTo>
                    <a:pt x="748" y="1376"/>
                  </a:lnTo>
                  <a:lnTo>
                    <a:pt x="714" y="1376"/>
                  </a:lnTo>
                  <a:lnTo>
                    <a:pt x="682" y="1372"/>
                  </a:lnTo>
                  <a:lnTo>
                    <a:pt x="652" y="1368"/>
                  </a:lnTo>
                  <a:lnTo>
                    <a:pt x="620" y="1364"/>
                  </a:lnTo>
                  <a:lnTo>
                    <a:pt x="590" y="1356"/>
                  </a:lnTo>
                  <a:lnTo>
                    <a:pt x="560" y="1348"/>
                  </a:lnTo>
                  <a:lnTo>
                    <a:pt x="530" y="1338"/>
                  </a:lnTo>
                  <a:lnTo>
                    <a:pt x="502" y="1326"/>
                  </a:lnTo>
                  <a:lnTo>
                    <a:pt x="474" y="1314"/>
                  </a:lnTo>
                  <a:lnTo>
                    <a:pt x="448" y="1300"/>
                  </a:lnTo>
                  <a:lnTo>
                    <a:pt x="420" y="1284"/>
                  </a:lnTo>
                  <a:lnTo>
                    <a:pt x="396" y="1268"/>
                  </a:lnTo>
                  <a:lnTo>
                    <a:pt x="370" y="1250"/>
                  </a:lnTo>
                  <a:lnTo>
                    <a:pt x="346" y="1232"/>
                  </a:lnTo>
                  <a:lnTo>
                    <a:pt x="324" y="1212"/>
                  </a:lnTo>
                  <a:lnTo>
                    <a:pt x="302" y="1192"/>
                  </a:lnTo>
                  <a:lnTo>
                    <a:pt x="282" y="1170"/>
                  </a:lnTo>
                  <a:lnTo>
                    <a:pt x="262" y="1146"/>
                  </a:lnTo>
                  <a:lnTo>
                    <a:pt x="242" y="1124"/>
                  </a:lnTo>
                  <a:lnTo>
                    <a:pt x="226" y="1098"/>
                  </a:lnTo>
                  <a:lnTo>
                    <a:pt x="210" y="1072"/>
                  </a:lnTo>
                  <a:lnTo>
                    <a:pt x="194" y="1046"/>
                  </a:lnTo>
                  <a:lnTo>
                    <a:pt x="180" y="1020"/>
                  </a:lnTo>
                  <a:lnTo>
                    <a:pt x="168" y="992"/>
                  </a:lnTo>
                  <a:lnTo>
                    <a:pt x="156" y="962"/>
                  </a:lnTo>
                  <a:lnTo>
                    <a:pt x="146" y="934"/>
                  </a:lnTo>
                  <a:lnTo>
                    <a:pt x="138" y="904"/>
                  </a:lnTo>
                  <a:lnTo>
                    <a:pt x="130" y="874"/>
                  </a:lnTo>
                  <a:lnTo>
                    <a:pt x="126" y="842"/>
                  </a:lnTo>
                  <a:lnTo>
                    <a:pt x="122" y="810"/>
                  </a:lnTo>
                  <a:lnTo>
                    <a:pt x="118" y="778"/>
                  </a:lnTo>
                  <a:lnTo>
                    <a:pt x="118" y="746"/>
                  </a:lnTo>
                  <a:lnTo>
                    <a:pt x="118" y="746"/>
                  </a:lnTo>
                  <a:lnTo>
                    <a:pt x="118" y="714"/>
                  </a:lnTo>
                  <a:lnTo>
                    <a:pt x="122" y="682"/>
                  </a:lnTo>
                  <a:lnTo>
                    <a:pt x="126" y="650"/>
                  </a:lnTo>
                  <a:lnTo>
                    <a:pt x="130" y="620"/>
                  </a:lnTo>
                  <a:lnTo>
                    <a:pt x="138" y="590"/>
                  </a:lnTo>
                  <a:lnTo>
                    <a:pt x="146" y="560"/>
                  </a:lnTo>
                  <a:lnTo>
                    <a:pt x="156" y="530"/>
                  </a:lnTo>
                  <a:lnTo>
                    <a:pt x="168" y="502"/>
                  </a:lnTo>
                  <a:lnTo>
                    <a:pt x="180" y="474"/>
                  </a:lnTo>
                  <a:lnTo>
                    <a:pt x="194" y="446"/>
                  </a:lnTo>
                  <a:lnTo>
                    <a:pt x="210" y="420"/>
                  </a:lnTo>
                  <a:lnTo>
                    <a:pt x="226" y="394"/>
                  </a:lnTo>
                  <a:lnTo>
                    <a:pt x="242" y="370"/>
                  </a:lnTo>
                  <a:lnTo>
                    <a:pt x="262" y="346"/>
                  </a:lnTo>
                  <a:lnTo>
                    <a:pt x="282" y="324"/>
                  </a:lnTo>
                  <a:lnTo>
                    <a:pt x="302" y="302"/>
                  </a:lnTo>
                  <a:lnTo>
                    <a:pt x="324" y="280"/>
                  </a:lnTo>
                  <a:lnTo>
                    <a:pt x="346" y="260"/>
                  </a:lnTo>
                  <a:lnTo>
                    <a:pt x="370" y="242"/>
                  </a:lnTo>
                  <a:lnTo>
                    <a:pt x="396" y="224"/>
                  </a:lnTo>
                  <a:lnTo>
                    <a:pt x="420" y="208"/>
                  </a:lnTo>
                  <a:lnTo>
                    <a:pt x="448" y="194"/>
                  </a:lnTo>
                  <a:lnTo>
                    <a:pt x="474" y="180"/>
                  </a:lnTo>
                  <a:lnTo>
                    <a:pt x="502" y="166"/>
                  </a:lnTo>
                  <a:lnTo>
                    <a:pt x="530" y="156"/>
                  </a:lnTo>
                  <a:lnTo>
                    <a:pt x="560" y="146"/>
                  </a:lnTo>
                  <a:lnTo>
                    <a:pt x="590" y="138"/>
                  </a:lnTo>
                  <a:lnTo>
                    <a:pt x="620" y="130"/>
                  </a:lnTo>
                  <a:lnTo>
                    <a:pt x="652" y="124"/>
                  </a:lnTo>
                  <a:lnTo>
                    <a:pt x="682" y="120"/>
                  </a:lnTo>
                  <a:lnTo>
                    <a:pt x="714" y="118"/>
                  </a:lnTo>
                  <a:lnTo>
                    <a:pt x="748" y="118"/>
                  </a:lnTo>
                  <a:lnTo>
                    <a:pt x="748" y="11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auto">
            <a:xfrm>
              <a:off x="5030788" y="3789363"/>
              <a:ext cx="1282700" cy="920750"/>
            </a:xfrm>
            <a:custGeom>
              <a:avLst/>
              <a:gdLst>
                <a:gd name="T0" fmla="*/ 530 w 808"/>
                <a:gd name="T1" fmla="*/ 580 h 580"/>
                <a:gd name="T2" fmla="*/ 808 w 808"/>
                <a:gd name="T3" fmla="*/ 302 h 580"/>
                <a:gd name="T4" fmla="*/ 778 w 808"/>
                <a:gd name="T5" fmla="*/ 196 h 580"/>
                <a:gd name="T6" fmla="*/ 48 w 808"/>
                <a:gd name="T7" fmla="*/ 0 h 580"/>
                <a:gd name="T8" fmla="*/ 0 w 808"/>
                <a:gd name="T9" fmla="*/ 48 h 580"/>
                <a:gd name="T10" fmla="*/ 530 w 808"/>
                <a:gd name="T11" fmla="*/ 580 h 580"/>
                <a:gd name="T12" fmla="*/ 530 w 808"/>
                <a:gd name="T13" fmla="*/ 58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8" h="580">
                  <a:moveTo>
                    <a:pt x="530" y="580"/>
                  </a:moveTo>
                  <a:lnTo>
                    <a:pt x="808" y="302"/>
                  </a:lnTo>
                  <a:lnTo>
                    <a:pt x="778" y="196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530" y="580"/>
                  </a:lnTo>
                  <a:lnTo>
                    <a:pt x="530" y="58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auto">
            <a:xfrm>
              <a:off x="3500438" y="3865563"/>
              <a:ext cx="917575" cy="1282700"/>
            </a:xfrm>
            <a:custGeom>
              <a:avLst/>
              <a:gdLst>
                <a:gd name="T0" fmla="*/ 0 w 578"/>
                <a:gd name="T1" fmla="*/ 532 h 808"/>
                <a:gd name="T2" fmla="*/ 276 w 578"/>
                <a:gd name="T3" fmla="*/ 808 h 808"/>
                <a:gd name="T4" fmla="*/ 382 w 578"/>
                <a:gd name="T5" fmla="*/ 780 h 808"/>
                <a:gd name="T6" fmla="*/ 578 w 578"/>
                <a:gd name="T7" fmla="*/ 48 h 808"/>
                <a:gd name="T8" fmla="*/ 530 w 578"/>
                <a:gd name="T9" fmla="*/ 0 h 808"/>
                <a:gd name="T10" fmla="*/ 0 w 578"/>
                <a:gd name="T11" fmla="*/ 532 h 808"/>
                <a:gd name="T12" fmla="*/ 0 w 578"/>
                <a:gd name="T13" fmla="*/ 532 h 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808">
                  <a:moveTo>
                    <a:pt x="0" y="532"/>
                  </a:moveTo>
                  <a:lnTo>
                    <a:pt x="276" y="808"/>
                  </a:lnTo>
                  <a:lnTo>
                    <a:pt x="382" y="780"/>
                  </a:lnTo>
                  <a:lnTo>
                    <a:pt x="578" y="48"/>
                  </a:lnTo>
                  <a:lnTo>
                    <a:pt x="530" y="0"/>
                  </a:lnTo>
                  <a:lnTo>
                    <a:pt x="0" y="532"/>
                  </a:lnTo>
                  <a:lnTo>
                    <a:pt x="0" y="532"/>
                  </a:lnTo>
                  <a:close/>
                </a:path>
              </a:pathLst>
            </a:custGeom>
            <a:solidFill>
              <a:srgbClr val="5159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auto">
            <a:xfrm>
              <a:off x="4954588" y="1982788"/>
              <a:ext cx="917575" cy="1279525"/>
            </a:xfrm>
            <a:custGeom>
              <a:avLst/>
              <a:gdLst>
                <a:gd name="T0" fmla="*/ 578 w 578"/>
                <a:gd name="T1" fmla="*/ 276 h 806"/>
                <a:gd name="T2" fmla="*/ 302 w 578"/>
                <a:gd name="T3" fmla="*/ 0 h 806"/>
                <a:gd name="T4" fmla="*/ 196 w 578"/>
                <a:gd name="T5" fmla="*/ 28 h 806"/>
                <a:gd name="T6" fmla="*/ 0 w 578"/>
                <a:gd name="T7" fmla="*/ 758 h 806"/>
                <a:gd name="T8" fmla="*/ 48 w 578"/>
                <a:gd name="T9" fmla="*/ 806 h 806"/>
                <a:gd name="T10" fmla="*/ 578 w 578"/>
                <a:gd name="T11" fmla="*/ 276 h 806"/>
                <a:gd name="T12" fmla="*/ 578 w 578"/>
                <a:gd name="T13" fmla="*/ 276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806">
                  <a:moveTo>
                    <a:pt x="578" y="276"/>
                  </a:moveTo>
                  <a:lnTo>
                    <a:pt x="302" y="0"/>
                  </a:lnTo>
                  <a:lnTo>
                    <a:pt x="196" y="28"/>
                  </a:lnTo>
                  <a:lnTo>
                    <a:pt x="0" y="758"/>
                  </a:lnTo>
                  <a:lnTo>
                    <a:pt x="48" y="806"/>
                  </a:lnTo>
                  <a:lnTo>
                    <a:pt x="578" y="276"/>
                  </a:lnTo>
                  <a:lnTo>
                    <a:pt x="578" y="276"/>
                  </a:lnTo>
                  <a:close/>
                </a:path>
              </a:pathLst>
            </a:custGeom>
            <a:solidFill>
              <a:srgbClr val="5159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auto">
            <a:xfrm>
              <a:off x="3062288" y="2420938"/>
              <a:ext cx="1279525" cy="917575"/>
            </a:xfrm>
            <a:custGeom>
              <a:avLst/>
              <a:gdLst>
                <a:gd name="T0" fmla="*/ 276 w 806"/>
                <a:gd name="T1" fmla="*/ 0 h 578"/>
                <a:gd name="T2" fmla="*/ 0 w 806"/>
                <a:gd name="T3" fmla="*/ 276 h 578"/>
                <a:gd name="T4" fmla="*/ 28 w 806"/>
                <a:gd name="T5" fmla="*/ 382 h 578"/>
                <a:gd name="T6" fmla="*/ 760 w 806"/>
                <a:gd name="T7" fmla="*/ 578 h 578"/>
                <a:gd name="T8" fmla="*/ 806 w 806"/>
                <a:gd name="T9" fmla="*/ 530 h 578"/>
                <a:gd name="T10" fmla="*/ 276 w 806"/>
                <a:gd name="T11" fmla="*/ 0 h 578"/>
                <a:gd name="T12" fmla="*/ 276 w 806"/>
                <a:gd name="T13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6" h="578">
                  <a:moveTo>
                    <a:pt x="276" y="0"/>
                  </a:moveTo>
                  <a:lnTo>
                    <a:pt x="0" y="276"/>
                  </a:lnTo>
                  <a:lnTo>
                    <a:pt x="28" y="382"/>
                  </a:lnTo>
                  <a:lnTo>
                    <a:pt x="760" y="578"/>
                  </a:lnTo>
                  <a:lnTo>
                    <a:pt x="806" y="530"/>
                  </a:lnTo>
                  <a:lnTo>
                    <a:pt x="276" y="0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auto">
            <a:xfrm>
              <a:off x="3687763" y="2566988"/>
              <a:ext cx="1997075" cy="1997075"/>
            </a:xfrm>
            <a:custGeom>
              <a:avLst/>
              <a:gdLst>
                <a:gd name="T0" fmla="*/ 662 w 1258"/>
                <a:gd name="T1" fmla="*/ 0 h 1258"/>
                <a:gd name="T2" fmla="*/ 756 w 1258"/>
                <a:gd name="T3" fmla="*/ 12 h 1258"/>
                <a:gd name="T4" fmla="*/ 846 w 1258"/>
                <a:gd name="T5" fmla="*/ 38 h 1258"/>
                <a:gd name="T6" fmla="*/ 930 w 1258"/>
                <a:gd name="T7" fmla="*/ 76 h 1258"/>
                <a:gd name="T8" fmla="*/ 1006 w 1258"/>
                <a:gd name="T9" fmla="*/ 124 h 1258"/>
                <a:gd name="T10" fmla="*/ 1074 w 1258"/>
                <a:gd name="T11" fmla="*/ 184 h 1258"/>
                <a:gd name="T12" fmla="*/ 1134 w 1258"/>
                <a:gd name="T13" fmla="*/ 252 h 1258"/>
                <a:gd name="T14" fmla="*/ 1182 w 1258"/>
                <a:gd name="T15" fmla="*/ 328 h 1258"/>
                <a:gd name="T16" fmla="*/ 1220 w 1258"/>
                <a:gd name="T17" fmla="*/ 412 h 1258"/>
                <a:gd name="T18" fmla="*/ 1246 w 1258"/>
                <a:gd name="T19" fmla="*/ 502 h 1258"/>
                <a:gd name="T20" fmla="*/ 1258 w 1258"/>
                <a:gd name="T21" fmla="*/ 596 h 1258"/>
                <a:gd name="T22" fmla="*/ 1258 w 1258"/>
                <a:gd name="T23" fmla="*/ 660 h 1258"/>
                <a:gd name="T24" fmla="*/ 1246 w 1258"/>
                <a:gd name="T25" fmla="*/ 756 h 1258"/>
                <a:gd name="T26" fmla="*/ 1220 w 1258"/>
                <a:gd name="T27" fmla="*/ 844 h 1258"/>
                <a:gd name="T28" fmla="*/ 1182 w 1258"/>
                <a:gd name="T29" fmla="*/ 928 h 1258"/>
                <a:gd name="T30" fmla="*/ 1134 w 1258"/>
                <a:gd name="T31" fmla="*/ 1006 h 1258"/>
                <a:gd name="T32" fmla="*/ 1074 w 1258"/>
                <a:gd name="T33" fmla="*/ 1074 h 1258"/>
                <a:gd name="T34" fmla="*/ 1006 w 1258"/>
                <a:gd name="T35" fmla="*/ 1132 h 1258"/>
                <a:gd name="T36" fmla="*/ 930 w 1258"/>
                <a:gd name="T37" fmla="*/ 1182 h 1258"/>
                <a:gd name="T38" fmla="*/ 846 w 1258"/>
                <a:gd name="T39" fmla="*/ 1220 h 1258"/>
                <a:gd name="T40" fmla="*/ 756 w 1258"/>
                <a:gd name="T41" fmla="*/ 1246 h 1258"/>
                <a:gd name="T42" fmla="*/ 662 w 1258"/>
                <a:gd name="T43" fmla="*/ 1258 h 1258"/>
                <a:gd name="T44" fmla="*/ 596 w 1258"/>
                <a:gd name="T45" fmla="*/ 1258 h 1258"/>
                <a:gd name="T46" fmla="*/ 502 w 1258"/>
                <a:gd name="T47" fmla="*/ 1246 h 1258"/>
                <a:gd name="T48" fmla="*/ 412 w 1258"/>
                <a:gd name="T49" fmla="*/ 1220 h 1258"/>
                <a:gd name="T50" fmla="*/ 330 w 1258"/>
                <a:gd name="T51" fmla="*/ 1182 h 1258"/>
                <a:gd name="T52" fmla="*/ 252 w 1258"/>
                <a:gd name="T53" fmla="*/ 1132 h 1258"/>
                <a:gd name="T54" fmla="*/ 184 w 1258"/>
                <a:gd name="T55" fmla="*/ 1074 h 1258"/>
                <a:gd name="T56" fmla="*/ 124 w 1258"/>
                <a:gd name="T57" fmla="*/ 1006 h 1258"/>
                <a:gd name="T58" fmla="*/ 76 w 1258"/>
                <a:gd name="T59" fmla="*/ 928 h 1258"/>
                <a:gd name="T60" fmla="*/ 38 w 1258"/>
                <a:gd name="T61" fmla="*/ 844 h 1258"/>
                <a:gd name="T62" fmla="*/ 12 w 1258"/>
                <a:gd name="T63" fmla="*/ 756 h 1258"/>
                <a:gd name="T64" fmla="*/ 0 w 1258"/>
                <a:gd name="T65" fmla="*/ 660 h 1258"/>
                <a:gd name="T66" fmla="*/ 0 w 1258"/>
                <a:gd name="T67" fmla="*/ 596 h 1258"/>
                <a:gd name="T68" fmla="*/ 12 w 1258"/>
                <a:gd name="T69" fmla="*/ 502 h 1258"/>
                <a:gd name="T70" fmla="*/ 38 w 1258"/>
                <a:gd name="T71" fmla="*/ 412 h 1258"/>
                <a:gd name="T72" fmla="*/ 76 w 1258"/>
                <a:gd name="T73" fmla="*/ 328 h 1258"/>
                <a:gd name="T74" fmla="*/ 124 w 1258"/>
                <a:gd name="T75" fmla="*/ 252 h 1258"/>
                <a:gd name="T76" fmla="*/ 184 w 1258"/>
                <a:gd name="T77" fmla="*/ 184 h 1258"/>
                <a:gd name="T78" fmla="*/ 252 w 1258"/>
                <a:gd name="T79" fmla="*/ 124 h 1258"/>
                <a:gd name="T80" fmla="*/ 330 w 1258"/>
                <a:gd name="T81" fmla="*/ 76 h 1258"/>
                <a:gd name="T82" fmla="*/ 412 w 1258"/>
                <a:gd name="T83" fmla="*/ 38 h 1258"/>
                <a:gd name="T84" fmla="*/ 502 w 1258"/>
                <a:gd name="T85" fmla="*/ 12 h 1258"/>
                <a:gd name="T86" fmla="*/ 596 w 1258"/>
                <a:gd name="T87" fmla="*/ 0 h 1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58" h="1258">
                  <a:moveTo>
                    <a:pt x="630" y="0"/>
                  </a:moveTo>
                  <a:lnTo>
                    <a:pt x="630" y="0"/>
                  </a:lnTo>
                  <a:lnTo>
                    <a:pt x="662" y="0"/>
                  </a:lnTo>
                  <a:lnTo>
                    <a:pt x="694" y="2"/>
                  </a:lnTo>
                  <a:lnTo>
                    <a:pt x="726" y="6"/>
                  </a:lnTo>
                  <a:lnTo>
                    <a:pt x="756" y="12"/>
                  </a:lnTo>
                  <a:lnTo>
                    <a:pt x="786" y="20"/>
                  </a:lnTo>
                  <a:lnTo>
                    <a:pt x="816" y="28"/>
                  </a:lnTo>
                  <a:lnTo>
                    <a:pt x="846" y="38"/>
                  </a:lnTo>
                  <a:lnTo>
                    <a:pt x="874" y="48"/>
                  </a:lnTo>
                  <a:lnTo>
                    <a:pt x="902" y="62"/>
                  </a:lnTo>
                  <a:lnTo>
                    <a:pt x="930" y="76"/>
                  </a:lnTo>
                  <a:lnTo>
                    <a:pt x="956" y="90"/>
                  </a:lnTo>
                  <a:lnTo>
                    <a:pt x="982" y="106"/>
                  </a:lnTo>
                  <a:lnTo>
                    <a:pt x="1006" y="124"/>
                  </a:lnTo>
                  <a:lnTo>
                    <a:pt x="1030" y="142"/>
                  </a:lnTo>
                  <a:lnTo>
                    <a:pt x="1052" y="162"/>
                  </a:lnTo>
                  <a:lnTo>
                    <a:pt x="1074" y="184"/>
                  </a:lnTo>
                  <a:lnTo>
                    <a:pt x="1096" y="206"/>
                  </a:lnTo>
                  <a:lnTo>
                    <a:pt x="1114" y="228"/>
                  </a:lnTo>
                  <a:lnTo>
                    <a:pt x="1134" y="252"/>
                  </a:lnTo>
                  <a:lnTo>
                    <a:pt x="1152" y="276"/>
                  </a:lnTo>
                  <a:lnTo>
                    <a:pt x="1168" y="302"/>
                  </a:lnTo>
                  <a:lnTo>
                    <a:pt x="1182" y="328"/>
                  </a:lnTo>
                  <a:lnTo>
                    <a:pt x="1196" y="356"/>
                  </a:lnTo>
                  <a:lnTo>
                    <a:pt x="1210" y="384"/>
                  </a:lnTo>
                  <a:lnTo>
                    <a:pt x="1220" y="412"/>
                  </a:lnTo>
                  <a:lnTo>
                    <a:pt x="1230" y="442"/>
                  </a:lnTo>
                  <a:lnTo>
                    <a:pt x="1238" y="472"/>
                  </a:lnTo>
                  <a:lnTo>
                    <a:pt x="1246" y="502"/>
                  </a:lnTo>
                  <a:lnTo>
                    <a:pt x="1252" y="532"/>
                  </a:lnTo>
                  <a:lnTo>
                    <a:pt x="1256" y="564"/>
                  </a:lnTo>
                  <a:lnTo>
                    <a:pt x="1258" y="596"/>
                  </a:lnTo>
                  <a:lnTo>
                    <a:pt x="1258" y="628"/>
                  </a:lnTo>
                  <a:lnTo>
                    <a:pt x="1258" y="628"/>
                  </a:lnTo>
                  <a:lnTo>
                    <a:pt x="1258" y="660"/>
                  </a:lnTo>
                  <a:lnTo>
                    <a:pt x="1256" y="692"/>
                  </a:lnTo>
                  <a:lnTo>
                    <a:pt x="1252" y="724"/>
                  </a:lnTo>
                  <a:lnTo>
                    <a:pt x="1246" y="756"/>
                  </a:lnTo>
                  <a:lnTo>
                    <a:pt x="1238" y="786"/>
                  </a:lnTo>
                  <a:lnTo>
                    <a:pt x="1230" y="816"/>
                  </a:lnTo>
                  <a:lnTo>
                    <a:pt x="1220" y="844"/>
                  </a:lnTo>
                  <a:lnTo>
                    <a:pt x="1210" y="874"/>
                  </a:lnTo>
                  <a:lnTo>
                    <a:pt x="1196" y="902"/>
                  </a:lnTo>
                  <a:lnTo>
                    <a:pt x="1182" y="928"/>
                  </a:lnTo>
                  <a:lnTo>
                    <a:pt x="1168" y="954"/>
                  </a:lnTo>
                  <a:lnTo>
                    <a:pt x="1152" y="980"/>
                  </a:lnTo>
                  <a:lnTo>
                    <a:pt x="1134" y="1006"/>
                  </a:lnTo>
                  <a:lnTo>
                    <a:pt x="1114" y="1028"/>
                  </a:lnTo>
                  <a:lnTo>
                    <a:pt x="1096" y="1052"/>
                  </a:lnTo>
                  <a:lnTo>
                    <a:pt x="1074" y="1074"/>
                  </a:lnTo>
                  <a:lnTo>
                    <a:pt x="1052" y="1094"/>
                  </a:lnTo>
                  <a:lnTo>
                    <a:pt x="1030" y="1114"/>
                  </a:lnTo>
                  <a:lnTo>
                    <a:pt x="1006" y="1132"/>
                  </a:lnTo>
                  <a:lnTo>
                    <a:pt x="982" y="1150"/>
                  </a:lnTo>
                  <a:lnTo>
                    <a:pt x="956" y="1166"/>
                  </a:lnTo>
                  <a:lnTo>
                    <a:pt x="930" y="1182"/>
                  </a:lnTo>
                  <a:lnTo>
                    <a:pt x="902" y="1196"/>
                  </a:lnTo>
                  <a:lnTo>
                    <a:pt x="874" y="1208"/>
                  </a:lnTo>
                  <a:lnTo>
                    <a:pt x="846" y="1220"/>
                  </a:lnTo>
                  <a:lnTo>
                    <a:pt x="816" y="1230"/>
                  </a:lnTo>
                  <a:lnTo>
                    <a:pt x="786" y="1238"/>
                  </a:lnTo>
                  <a:lnTo>
                    <a:pt x="756" y="1246"/>
                  </a:lnTo>
                  <a:lnTo>
                    <a:pt x="726" y="1250"/>
                  </a:lnTo>
                  <a:lnTo>
                    <a:pt x="694" y="1254"/>
                  </a:lnTo>
                  <a:lnTo>
                    <a:pt x="662" y="1258"/>
                  </a:lnTo>
                  <a:lnTo>
                    <a:pt x="630" y="1258"/>
                  </a:lnTo>
                  <a:lnTo>
                    <a:pt x="630" y="1258"/>
                  </a:lnTo>
                  <a:lnTo>
                    <a:pt x="596" y="1258"/>
                  </a:lnTo>
                  <a:lnTo>
                    <a:pt x="564" y="1254"/>
                  </a:lnTo>
                  <a:lnTo>
                    <a:pt x="534" y="1250"/>
                  </a:lnTo>
                  <a:lnTo>
                    <a:pt x="502" y="1246"/>
                  </a:lnTo>
                  <a:lnTo>
                    <a:pt x="472" y="1238"/>
                  </a:lnTo>
                  <a:lnTo>
                    <a:pt x="442" y="1230"/>
                  </a:lnTo>
                  <a:lnTo>
                    <a:pt x="412" y="1220"/>
                  </a:lnTo>
                  <a:lnTo>
                    <a:pt x="384" y="1208"/>
                  </a:lnTo>
                  <a:lnTo>
                    <a:pt x="356" y="1196"/>
                  </a:lnTo>
                  <a:lnTo>
                    <a:pt x="330" y="1182"/>
                  </a:lnTo>
                  <a:lnTo>
                    <a:pt x="302" y="1166"/>
                  </a:lnTo>
                  <a:lnTo>
                    <a:pt x="278" y="1150"/>
                  </a:lnTo>
                  <a:lnTo>
                    <a:pt x="252" y="1132"/>
                  </a:lnTo>
                  <a:lnTo>
                    <a:pt x="228" y="1114"/>
                  </a:lnTo>
                  <a:lnTo>
                    <a:pt x="206" y="1094"/>
                  </a:lnTo>
                  <a:lnTo>
                    <a:pt x="184" y="1074"/>
                  </a:lnTo>
                  <a:lnTo>
                    <a:pt x="164" y="1052"/>
                  </a:lnTo>
                  <a:lnTo>
                    <a:pt x="144" y="1028"/>
                  </a:lnTo>
                  <a:lnTo>
                    <a:pt x="124" y="1006"/>
                  </a:lnTo>
                  <a:lnTo>
                    <a:pt x="108" y="980"/>
                  </a:lnTo>
                  <a:lnTo>
                    <a:pt x="92" y="954"/>
                  </a:lnTo>
                  <a:lnTo>
                    <a:pt x="76" y="928"/>
                  </a:lnTo>
                  <a:lnTo>
                    <a:pt x="62" y="902"/>
                  </a:lnTo>
                  <a:lnTo>
                    <a:pt x="50" y="874"/>
                  </a:lnTo>
                  <a:lnTo>
                    <a:pt x="38" y="844"/>
                  </a:lnTo>
                  <a:lnTo>
                    <a:pt x="28" y="816"/>
                  </a:lnTo>
                  <a:lnTo>
                    <a:pt x="20" y="786"/>
                  </a:lnTo>
                  <a:lnTo>
                    <a:pt x="12" y="756"/>
                  </a:lnTo>
                  <a:lnTo>
                    <a:pt x="8" y="724"/>
                  </a:lnTo>
                  <a:lnTo>
                    <a:pt x="4" y="692"/>
                  </a:lnTo>
                  <a:lnTo>
                    <a:pt x="0" y="660"/>
                  </a:lnTo>
                  <a:lnTo>
                    <a:pt x="0" y="628"/>
                  </a:lnTo>
                  <a:lnTo>
                    <a:pt x="0" y="628"/>
                  </a:lnTo>
                  <a:lnTo>
                    <a:pt x="0" y="596"/>
                  </a:lnTo>
                  <a:lnTo>
                    <a:pt x="4" y="564"/>
                  </a:lnTo>
                  <a:lnTo>
                    <a:pt x="8" y="532"/>
                  </a:lnTo>
                  <a:lnTo>
                    <a:pt x="12" y="502"/>
                  </a:lnTo>
                  <a:lnTo>
                    <a:pt x="20" y="472"/>
                  </a:lnTo>
                  <a:lnTo>
                    <a:pt x="28" y="442"/>
                  </a:lnTo>
                  <a:lnTo>
                    <a:pt x="38" y="412"/>
                  </a:lnTo>
                  <a:lnTo>
                    <a:pt x="50" y="384"/>
                  </a:lnTo>
                  <a:lnTo>
                    <a:pt x="62" y="356"/>
                  </a:lnTo>
                  <a:lnTo>
                    <a:pt x="76" y="328"/>
                  </a:lnTo>
                  <a:lnTo>
                    <a:pt x="92" y="302"/>
                  </a:lnTo>
                  <a:lnTo>
                    <a:pt x="108" y="276"/>
                  </a:lnTo>
                  <a:lnTo>
                    <a:pt x="124" y="252"/>
                  </a:lnTo>
                  <a:lnTo>
                    <a:pt x="144" y="228"/>
                  </a:lnTo>
                  <a:lnTo>
                    <a:pt x="164" y="206"/>
                  </a:lnTo>
                  <a:lnTo>
                    <a:pt x="184" y="184"/>
                  </a:lnTo>
                  <a:lnTo>
                    <a:pt x="206" y="162"/>
                  </a:lnTo>
                  <a:lnTo>
                    <a:pt x="228" y="142"/>
                  </a:lnTo>
                  <a:lnTo>
                    <a:pt x="252" y="124"/>
                  </a:lnTo>
                  <a:lnTo>
                    <a:pt x="278" y="106"/>
                  </a:lnTo>
                  <a:lnTo>
                    <a:pt x="302" y="90"/>
                  </a:lnTo>
                  <a:lnTo>
                    <a:pt x="330" y="76"/>
                  </a:lnTo>
                  <a:lnTo>
                    <a:pt x="356" y="62"/>
                  </a:lnTo>
                  <a:lnTo>
                    <a:pt x="384" y="48"/>
                  </a:lnTo>
                  <a:lnTo>
                    <a:pt x="412" y="38"/>
                  </a:lnTo>
                  <a:lnTo>
                    <a:pt x="442" y="28"/>
                  </a:lnTo>
                  <a:lnTo>
                    <a:pt x="472" y="20"/>
                  </a:lnTo>
                  <a:lnTo>
                    <a:pt x="502" y="12"/>
                  </a:lnTo>
                  <a:lnTo>
                    <a:pt x="534" y="6"/>
                  </a:lnTo>
                  <a:lnTo>
                    <a:pt x="564" y="2"/>
                  </a:lnTo>
                  <a:lnTo>
                    <a:pt x="596" y="0"/>
                  </a:lnTo>
                  <a:lnTo>
                    <a:pt x="630" y="0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auto">
            <a:xfrm>
              <a:off x="4954588" y="3865563"/>
              <a:ext cx="917575" cy="1282700"/>
            </a:xfrm>
            <a:custGeom>
              <a:avLst/>
              <a:gdLst>
                <a:gd name="T0" fmla="*/ 578 w 578"/>
                <a:gd name="T1" fmla="*/ 532 h 808"/>
                <a:gd name="T2" fmla="*/ 302 w 578"/>
                <a:gd name="T3" fmla="*/ 808 h 808"/>
                <a:gd name="T4" fmla="*/ 196 w 578"/>
                <a:gd name="T5" fmla="*/ 780 h 808"/>
                <a:gd name="T6" fmla="*/ 0 w 578"/>
                <a:gd name="T7" fmla="*/ 48 h 808"/>
                <a:gd name="T8" fmla="*/ 48 w 578"/>
                <a:gd name="T9" fmla="*/ 0 h 808"/>
                <a:gd name="T10" fmla="*/ 578 w 578"/>
                <a:gd name="T11" fmla="*/ 532 h 808"/>
                <a:gd name="T12" fmla="*/ 578 w 578"/>
                <a:gd name="T13" fmla="*/ 532 h 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808">
                  <a:moveTo>
                    <a:pt x="578" y="532"/>
                  </a:moveTo>
                  <a:lnTo>
                    <a:pt x="302" y="808"/>
                  </a:lnTo>
                  <a:lnTo>
                    <a:pt x="196" y="780"/>
                  </a:lnTo>
                  <a:lnTo>
                    <a:pt x="0" y="48"/>
                  </a:lnTo>
                  <a:lnTo>
                    <a:pt x="48" y="0"/>
                  </a:lnTo>
                  <a:lnTo>
                    <a:pt x="578" y="532"/>
                  </a:lnTo>
                  <a:lnTo>
                    <a:pt x="578" y="532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auto">
            <a:xfrm>
              <a:off x="3062288" y="3789363"/>
              <a:ext cx="1279525" cy="920750"/>
            </a:xfrm>
            <a:custGeom>
              <a:avLst/>
              <a:gdLst>
                <a:gd name="T0" fmla="*/ 276 w 806"/>
                <a:gd name="T1" fmla="*/ 580 h 580"/>
                <a:gd name="T2" fmla="*/ 0 w 806"/>
                <a:gd name="T3" fmla="*/ 302 h 580"/>
                <a:gd name="T4" fmla="*/ 28 w 806"/>
                <a:gd name="T5" fmla="*/ 196 h 580"/>
                <a:gd name="T6" fmla="*/ 760 w 806"/>
                <a:gd name="T7" fmla="*/ 0 h 580"/>
                <a:gd name="T8" fmla="*/ 806 w 806"/>
                <a:gd name="T9" fmla="*/ 48 h 580"/>
                <a:gd name="T10" fmla="*/ 276 w 806"/>
                <a:gd name="T11" fmla="*/ 580 h 580"/>
                <a:gd name="T12" fmla="*/ 276 w 806"/>
                <a:gd name="T13" fmla="*/ 58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6" h="580">
                  <a:moveTo>
                    <a:pt x="276" y="580"/>
                  </a:moveTo>
                  <a:lnTo>
                    <a:pt x="0" y="302"/>
                  </a:lnTo>
                  <a:lnTo>
                    <a:pt x="28" y="196"/>
                  </a:lnTo>
                  <a:lnTo>
                    <a:pt x="760" y="0"/>
                  </a:lnTo>
                  <a:lnTo>
                    <a:pt x="806" y="48"/>
                  </a:lnTo>
                  <a:lnTo>
                    <a:pt x="276" y="580"/>
                  </a:lnTo>
                  <a:lnTo>
                    <a:pt x="276" y="580"/>
                  </a:lnTo>
                  <a:close/>
                </a:path>
              </a:pathLst>
            </a:custGeom>
            <a:solidFill>
              <a:srgbClr val="5159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auto">
            <a:xfrm>
              <a:off x="5030788" y="2420938"/>
              <a:ext cx="1282700" cy="917575"/>
            </a:xfrm>
            <a:custGeom>
              <a:avLst/>
              <a:gdLst>
                <a:gd name="T0" fmla="*/ 530 w 808"/>
                <a:gd name="T1" fmla="*/ 0 h 578"/>
                <a:gd name="T2" fmla="*/ 808 w 808"/>
                <a:gd name="T3" fmla="*/ 276 h 578"/>
                <a:gd name="T4" fmla="*/ 778 w 808"/>
                <a:gd name="T5" fmla="*/ 382 h 578"/>
                <a:gd name="T6" fmla="*/ 48 w 808"/>
                <a:gd name="T7" fmla="*/ 578 h 578"/>
                <a:gd name="T8" fmla="*/ 0 w 808"/>
                <a:gd name="T9" fmla="*/ 530 h 578"/>
                <a:gd name="T10" fmla="*/ 530 w 808"/>
                <a:gd name="T11" fmla="*/ 0 h 578"/>
                <a:gd name="T12" fmla="*/ 530 w 808"/>
                <a:gd name="T13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8" h="578">
                  <a:moveTo>
                    <a:pt x="530" y="0"/>
                  </a:moveTo>
                  <a:lnTo>
                    <a:pt x="808" y="276"/>
                  </a:lnTo>
                  <a:lnTo>
                    <a:pt x="778" y="382"/>
                  </a:lnTo>
                  <a:lnTo>
                    <a:pt x="48" y="578"/>
                  </a:lnTo>
                  <a:lnTo>
                    <a:pt x="0" y="530"/>
                  </a:lnTo>
                  <a:lnTo>
                    <a:pt x="530" y="0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5159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auto">
            <a:xfrm>
              <a:off x="3500438" y="1982788"/>
              <a:ext cx="917575" cy="1279525"/>
            </a:xfrm>
            <a:custGeom>
              <a:avLst/>
              <a:gdLst>
                <a:gd name="T0" fmla="*/ 0 w 578"/>
                <a:gd name="T1" fmla="*/ 276 h 806"/>
                <a:gd name="T2" fmla="*/ 276 w 578"/>
                <a:gd name="T3" fmla="*/ 0 h 806"/>
                <a:gd name="T4" fmla="*/ 382 w 578"/>
                <a:gd name="T5" fmla="*/ 28 h 806"/>
                <a:gd name="T6" fmla="*/ 578 w 578"/>
                <a:gd name="T7" fmla="*/ 758 h 806"/>
                <a:gd name="T8" fmla="*/ 530 w 578"/>
                <a:gd name="T9" fmla="*/ 806 h 806"/>
                <a:gd name="T10" fmla="*/ 0 w 578"/>
                <a:gd name="T11" fmla="*/ 276 h 806"/>
                <a:gd name="T12" fmla="*/ 0 w 578"/>
                <a:gd name="T13" fmla="*/ 276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806">
                  <a:moveTo>
                    <a:pt x="0" y="276"/>
                  </a:moveTo>
                  <a:lnTo>
                    <a:pt x="276" y="0"/>
                  </a:lnTo>
                  <a:lnTo>
                    <a:pt x="382" y="28"/>
                  </a:lnTo>
                  <a:lnTo>
                    <a:pt x="578" y="758"/>
                  </a:lnTo>
                  <a:lnTo>
                    <a:pt x="530" y="806"/>
                  </a:lnTo>
                  <a:lnTo>
                    <a:pt x="0" y="276"/>
                  </a:lnTo>
                  <a:lnTo>
                    <a:pt x="0" y="276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auto">
            <a:xfrm>
              <a:off x="3868738" y="2386013"/>
              <a:ext cx="12700" cy="22225"/>
            </a:xfrm>
            <a:custGeom>
              <a:avLst/>
              <a:gdLst>
                <a:gd name="T0" fmla="*/ 0 w 8"/>
                <a:gd name="T1" fmla="*/ 6 h 14"/>
                <a:gd name="T2" fmla="*/ 0 w 8"/>
                <a:gd name="T3" fmla="*/ 6 h 14"/>
                <a:gd name="T4" fmla="*/ 0 w 8"/>
                <a:gd name="T5" fmla="*/ 10 h 14"/>
                <a:gd name="T6" fmla="*/ 2 w 8"/>
                <a:gd name="T7" fmla="*/ 12 h 14"/>
                <a:gd name="T8" fmla="*/ 8 w 8"/>
                <a:gd name="T9" fmla="*/ 14 h 14"/>
                <a:gd name="T10" fmla="*/ 8 w 8"/>
                <a:gd name="T11" fmla="*/ 0 h 14"/>
                <a:gd name="T12" fmla="*/ 8 w 8"/>
                <a:gd name="T13" fmla="*/ 0 h 14"/>
                <a:gd name="T14" fmla="*/ 2 w 8"/>
                <a:gd name="T15" fmla="*/ 2 h 14"/>
                <a:gd name="T16" fmla="*/ 2 w 8"/>
                <a:gd name="T17" fmla="*/ 2 h 14"/>
                <a:gd name="T18" fmla="*/ 2 w 8"/>
                <a:gd name="T19" fmla="*/ 4 h 14"/>
                <a:gd name="T20" fmla="*/ 0 w 8"/>
                <a:gd name="T21" fmla="*/ 6 h 14"/>
                <a:gd name="T22" fmla="*/ 0 w 8"/>
                <a:gd name="T23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14">
                  <a:moveTo>
                    <a:pt x="0" y="6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8" y="14"/>
                  </a:lnTo>
                  <a:lnTo>
                    <a:pt x="8" y="0"/>
                  </a:lnTo>
                  <a:lnTo>
                    <a:pt x="8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auto">
            <a:xfrm>
              <a:off x="3890963" y="2424113"/>
              <a:ext cx="15875" cy="25400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16 h 16"/>
                <a:gd name="T4" fmla="*/ 0 w 10"/>
                <a:gd name="T5" fmla="*/ 16 h 16"/>
                <a:gd name="T6" fmla="*/ 4 w 10"/>
                <a:gd name="T7" fmla="*/ 16 h 16"/>
                <a:gd name="T8" fmla="*/ 8 w 10"/>
                <a:gd name="T9" fmla="*/ 14 h 16"/>
                <a:gd name="T10" fmla="*/ 8 w 10"/>
                <a:gd name="T11" fmla="*/ 14 h 16"/>
                <a:gd name="T12" fmla="*/ 10 w 10"/>
                <a:gd name="T13" fmla="*/ 12 h 16"/>
                <a:gd name="T14" fmla="*/ 10 w 10"/>
                <a:gd name="T15" fmla="*/ 8 h 16"/>
                <a:gd name="T16" fmla="*/ 10 w 10"/>
                <a:gd name="T17" fmla="*/ 8 h 16"/>
                <a:gd name="T18" fmla="*/ 10 w 10"/>
                <a:gd name="T19" fmla="*/ 6 h 16"/>
                <a:gd name="T20" fmla="*/ 8 w 10"/>
                <a:gd name="T21" fmla="*/ 4 h 16"/>
                <a:gd name="T22" fmla="*/ 0 w 10"/>
                <a:gd name="T23" fmla="*/ 0 h 16"/>
                <a:gd name="T24" fmla="*/ 0 w 10"/>
                <a:gd name="T2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0" y="6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auto">
            <a:xfrm>
              <a:off x="3840163" y="2239963"/>
              <a:ext cx="98425" cy="53975"/>
            </a:xfrm>
            <a:custGeom>
              <a:avLst/>
              <a:gdLst>
                <a:gd name="T0" fmla="*/ 48 w 62"/>
                <a:gd name="T1" fmla="*/ 34 h 34"/>
                <a:gd name="T2" fmla="*/ 48 w 62"/>
                <a:gd name="T3" fmla="*/ 34 h 34"/>
                <a:gd name="T4" fmla="*/ 48 w 62"/>
                <a:gd name="T5" fmla="*/ 34 h 34"/>
                <a:gd name="T6" fmla="*/ 48 w 62"/>
                <a:gd name="T7" fmla="*/ 34 h 34"/>
                <a:gd name="T8" fmla="*/ 60 w 62"/>
                <a:gd name="T9" fmla="*/ 16 h 34"/>
                <a:gd name="T10" fmla="*/ 60 w 62"/>
                <a:gd name="T11" fmla="*/ 16 h 34"/>
                <a:gd name="T12" fmla="*/ 62 w 62"/>
                <a:gd name="T13" fmla="*/ 10 h 34"/>
                <a:gd name="T14" fmla="*/ 60 w 62"/>
                <a:gd name="T15" fmla="*/ 8 h 34"/>
                <a:gd name="T16" fmla="*/ 58 w 62"/>
                <a:gd name="T17" fmla="*/ 4 h 34"/>
                <a:gd name="T18" fmla="*/ 54 w 62"/>
                <a:gd name="T19" fmla="*/ 2 h 34"/>
                <a:gd name="T20" fmla="*/ 42 w 62"/>
                <a:gd name="T21" fmla="*/ 2 h 34"/>
                <a:gd name="T22" fmla="*/ 30 w 62"/>
                <a:gd name="T23" fmla="*/ 0 h 34"/>
                <a:gd name="T24" fmla="*/ 30 w 62"/>
                <a:gd name="T25" fmla="*/ 0 h 34"/>
                <a:gd name="T26" fmla="*/ 18 w 62"/>
                <a:gd name="T27" fmla="*/ 2 h 34"/>
                <a:gd name="T28" fmla="*/ 8 w 62"/>
                <a:gd name="T29" fmla="*/ 2 h 34"/>
                <a:gd name="T30" fmla="*/ 4 w 62"/>
                <a:gd name="T31" fmla="*/ 4 h 34"/>
                <a:gd name="T32" fmla="*/ 0 w 62"/>
                <a:gd name="T33" fmla="*/ 6 h 34"/>
                <a:gd name="T34" fmla="*/ 0 w 62"/>
                <a:gd name="T35" fmla="*/ 10 h 34"/>
                <a:gd name="T36" fmla="*/ 2 w 62"/>
                <a:gd name="T37" fmla="*/ 16 h 34"/>
                <a:gd name="T38" fmla="*/ 2 w 62"/>
                <a:gd name="T39" fmla="*/ 16 h 34"/>
                <a:gd name="T40" fmla="*/ 12 w 62"/>
                <a:gd name="T41" fmla="*/ 34 h 34"/>
                <a:gd name="T42" fmla="*/ 12 w 62"/>
                <a:gd name="T43" fmla="*/ 34 h 34"/>
                <a:gd name="T44" fmla="*/ 14 w 62"/>
                <a:gd name="T45" fmla="*/ 34 h 34"/>
                <a:gd name="T46" fmla="*/ 48 w 62"/>
                <a:gd name="T47" fmla="*/ 34 h 34"/>
                <a:gd name="T48" fmla="*/ 48 w 62"/>
                <a:gd name="T4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2" h="34">
                  <a:moveTo>
                    <a:pt x="48" y="34"/>
                  </a:moveTo>
                  <a:lnTo>
                    <a:pt x="48" y="34"/>
                  </a:lnTo>
                  <a:lnTo>
                    <a:pt x="48" y="34"/>
                  </a:lnTo>
                  <a:lnTo>
                    <a:pt x="48" y="34"/>
                  </a:lnTo>
                  <a:lnTo>
                    <a:pt x="60" y="16"/>
                  </a:lnTo>
                  <a:lnTo>
                    <a:pt x="60" y="16"/>
                  </a:lnTo>
                  <a:lnTo>
                    <a:pt x="62" y="10"/>
                  </a:lnTo>
                  <a:lnTo>
                    <a:pt x="60" y="8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42" y="2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18" y="2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10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48" y="34"/>
                  </a:lnTo>
                  <a:lnTo>
                    <a:pt x="4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41"/>
            <p:cNvSpPr>
              <a:spLocks noEditPoints="1"/>
            </p:cNvSpPr>
            <p:nvPr/>
          </p:nvSpPr>
          <p:spPr bwMode="auto">
            <a:xfrm>
              <a:off x="3786188" y="2306638"/>
              <a:ext cx="206375" cy="209550"/>
            </a:xfrm>
            <a:custGeom>
              <a:avLst/>
              <a:gdLst>
                <a:gd name="T0" fmla="*/ 80 w 130"/>
                <a:gd name="T1" fmla="*/ 92 h 132"/>
                <a:gd name="T2" fmla="*/ 66 w 130"/>
                <a:gd name="T3" fmla="*/ 98 h 132"/>
                <a:gd name="T4" fmla="*/ 60 w 130"/>
                <a:gd name="T5" fmla="*/ 106 h 132"/>
                <a:gd name="T6" fmla="*/ 60 w 130"/>
                <a:gd name="T7" fmla="*/ 98 h 132"/>
                <a:gd name="T8" fmla="*/ 48 w 130"/>
                <a:gd name="T9" fmla="*/ 94 h 132"/>
                <a:gd name="T10" fmla="*/ 42 w 130"/>
                <a:gd name="T11" fmla="*/ 84 h 132"/>
                <a:gd name="T12" fmla="*/ 50 w 130"/>
                <a:gd name="T13" fmla="*/ 82 h 132"/>
                <a:gd name="T14" fmla="*/ 58 w 130"/>
                <a:gd name="T15" fmla="*/ 90 h 132"/>
                <a:gd name="T16" fmla="*/ 60 w 130"/>
                <a:gd name="T17" fmla="*/ 74 h 132"/>
                <a:gd name="T18" fmla="*/ 52 w 130"/>
                <a:gd name="T19" fmla="*/ 72 h 132"/>
                <a:gd name="T20" fmla="*/ 46 w 130"/>
                <a:gd name="T21" fmla="*/ 68 h 132"/>
                <a:gd name="T22" fmla="*/ 44 w 130"/>
                <a:gd name="T23" fmla="*/ 58 h 132"/>
                <a:gd name="T24" fmla="*/ 44 w 130"/>
                <a:gd name="T25" fmla="*/ 52 h 132"/>
                <a:gd name="T26" fmla="*/ 54 w 130"/>
                <a:gd name="T27" fmla="*/ 44 h 132"/>
                <a:gd name="T28" fmla="*/ 60 w 130"/>
                <a:gd name="T29" fmla="*/ 36 h 132"/>
                <a:gd name="T30" fmla="*/ 66 w 130"/>
                <a:gd name="T31" fmla="*/ 42 h 132"/>
                <a:gd name="T32" fmla="*/ 72 w 130"/>
                <a:gd name="T33" fmla="*/ 44 h 132"/>
                <a:gd name="T34" fmla="*/ 80 w 130"/>
                <a:gd name="T35" fmla="*/ 50 h 132"/>
                <a:gd name="T36" fmla="*/ 74 w 130"/>
                <a:gd name="T37" fmla="*/ 56 h 132"/>
                <a:gd name="T38" fmla="*/ 72 w 130"/>
                <a:gd name="T39" fmla="*/ 52 h 132"/>
                <a:gd name="T40" fmla="*/ 66 w 130"/>
                <a:gd name="T41" fmla="*/ 64 h 132"/>
                <a:gd name="T42" fmla="*/ 78 w 130"/>
                <a:gd name="T43" fmla="*/ 68 h 132"/>
                <a:gd name="T44" fmla="*/ 82 w 130"/>
                <a:gd name="T45" fmla="*/ 72 h 132"/>
                <a:gd name="T46" fmla="*/ 84 w 130"/>
                <a:gd name="T47" fmla="*/ 76 h 132"/>
                <a:gd name="T48" fmla="*/ 84 w 130"/>
                <a:gd name="T49" fmla="*/ 82 h 132"/>
                <a:gd name="T50" fmla="*/ 80 w 130"/>
                <a:gd name="T51" fmla="*/ 92 h 132"/>
                <a:gd name="T52" fmla="*/ 86 w 130"/>
                <a:gd name="T53" fmla="*/ 2 h 132"/>
                <a:gd name="T54" fmla="*/ 84 w 130"/>
                <a:gd name="T55" fmla="*/ 4 h 132"/>
                <a:gd name="T56" fmla="*/ 48 w 130"/>
                <a:gd name="T57" fmla="*/ 6 h 132"/>
                <a:gd name="T58" fmla="*/ 46 w 130"/>
                <a:gd name="T59" fmla="*/ 4 h 132"/>
                <a:gd name="T60" fmla="*/ 44 w 130"/>
                <a:gd name="T61" fmla="*/ 0 h 132"/>
                <a:gd name="T62" fmla="*/ 26 w 130"/>
                <a:gd name="T63" fmla="*/ 16 h 132"/>
                <a:gd name="T64" fmla="*/ 12 w 130"/>
                <a:gd name="T65" fmla="*/ 36 h 132"/>
                <a:gd name="T66" fmla="*/ 2 w 130"/>
                <a:gd name="T67" fmla="*/ 60 h 132"/>
                <a:gd name="T68" fmla="*/ 0 w 130"/>
                <a:gd name="T69" fmla="*/ 84 h 132"/>
                <a:gd name="T70" fmla="*/ 0 w 130"/>
                <a:gd name="T71" fmla="*/ 96 h 132"/>
                <a:gd name="T72" fmla="*/ 10 w 130"/>
                <a:gd name="T73" fmla="*/ 116 h 132"/>
                <a:gd name="T74" fmla="*/ 28 w 130"/>
                <a:gd name="T75" fmla="*/ 128 h 132"/>
                <a:gd name="T76" fmla="*/ 52 w 130"/>
                <a:gd name="T77" fmla="*/ 132 h 132"/>
                <a:gd name="T78" fmla="*/ 64 w 130"/>
                <a:gd name="T79" fmla="*/ 132 h 132"/>
                <a:gd name="T80" fmla="*/ 90 w 130"/>
                <a:gd name="T81" fmla="*/ 130 h 132"/>
                <a:gd name="T82" fmla="*/ 110 w 130"/>
                <a:gd name="T83" fmla="*/ 122 h 132"/>
                <a:gd name="T84" fmla="*/ 124 w 130"/>
                <a:gd name="T85" fmla="*/ 108 h 132"/>
                <a:gd name="T86" fmla="*/ 130 w 130"/>
                <a:gd name="T87" fmla="*/ 84 h 132"/>
                <a:gd name="T88" fmla="*/ 128 w 130"/>
                <a:gd name="T89" fmla="*/ 72 h 132"/>
                <a:gd name="T90" fmla="*/ 122 w 130"/>
                <a:gd name="T91" fmla="*/ 48 h 132"/>
                <a:gd name="T92" fmla="*/ 110 w 130"/>
                <a:gd name="T93" fmla="*/ 26 h 132"/>
                <a:gd name="T94" fmla="*/ 94 w 130"/>
                <a:gd name="T95" fmla="*/ 8 h 132"/>
                <a:gd name="T96" fmla="*/ 86 w 130"/>
                <a:gd name="T97" fmla="*/ 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0" h="132">
                  <a:moveTo>
                    <a:pt x="80" y="92"/>
                  </a:moveTo>
                  <a:lnTo>
                    <a:pt x="80" y="92"/>
                  </a:lnTo>
                  <a:lnTo>
                    <a:pt x="74" y="96"/>
                  </a:lnTo>
                  <a:lnTo>
                    <a:pt x="66" y="98"/>
                  </a:lnTo>
                  <a:lnTo>
                    <a:pt x="66" y="106"/>
                  </a:lnTo>
                  <a:lnTo>
                    <a:pt x="60" y="106"/>
                  </a:lnTo>
                  <a:lnTo>
                    <a:pt x="60" y="98"/>
                  </a:lnTo>
                  <a:lnTo>
                    <a:pt x="60" y="98"/>
                  </a:lnTo>
                  <a:lnTo>
                    <a:pt x="54" y="96"/>
                  </a:lnTo>
                  <a:lnTo>
                    <a:pt x="48" y="94"/>
                  </a:lnTo>
                  <a:lnTo>
                    <a:pt x="44" y="90"/>
                  </a:lnTo>
                  <a:lnTo>
                    <a:pt x="42" y="84"/>
                  </a:lnTo>
                  <a:lnTo>
                    <a:pt x="50" y="82"/>
                  </a:lnTo>
                  <a:lnTo>
                    <a:pt x="50" y="82"/>
                  </a:lnTo>
                  <a:lnTo>
                    <a:pt x="54" y="88"/>
                  </a:lnTo>
                  <a:lnTo>
                    <a:pt x="58" y="90"/>
                  </a:lnTo>
                  <a:lnTo>
                    <a:pt x="60" y="90"/>
                  </a:lnTo>
                  <a:lnTo>
                    <a:pt x="60" y="74"/>
                  </a:lnTo>
                  <a:lnTo>
                    <a:pt x="60" y="74"/>
                  </a:lnTo>
                  <a:lnTo>
                    <a:pt x="52" y="72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4"/>
                  </a:lnTo>
                  <a:lnTo>
                    <a:pt x="44" y="58"/>
                  </a:lnTo>
                  <a:lnTo>
                    <a:pt x="44" y="58"/>
                  </a:lnTo>
                  <a:lnTo>
                    <a:pt x="44" y="52"/>
                  </a:lnTo>
                  <a:lnTo>
                    <a:pt x="48" y="48"/>
                  </a:lnTo>
                  <a:lnTo>
                    <a:pt x="54" y="44"/>
                  </a:lnTo>
                  <a:lnTo>
                    <a:pt x="60" y="42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72" y="44"/>
                  </a:lnTo>
                  <a:lnTo>
                    <a:pt x="78" y="46"/>
                  </a:lnTo>
                  <a:lnTo>
                    <a:pt x="80" y="50"/>
                  </a:lnTo>
                  <a:lnTo>
                    <a:pt x="82" y="54"/>
                  </a:lnTo>
                  <a:lnTo>
                    <a:pt x="74" y="56"/>
                  </a:lnTo>
                  <a:lnTo>
                    <a:pt x="74" y="56"/>
                  </a:lnTo>
                  <a:lnTo>
                    <a:pt x="72" y="52"/>
                  </a:lnTo>
                  <a:lnTo>
                    <a:pt x="66" y="50"/>
                  </a:lnTo>
                  <a:lnTo>
                    <a:pt x="66" y="64"/>
                  </a:lnTo>
                  <a:lnTo>
                    <a:pt x="66" y="64"/>
                  </a:lnTo>
                  <a:lnTo>
                    <a:pt x="78" y="68"/>
                  </a:lnTo>
                  <a:lnTo>
                    <a:pt x="78" y="68"/>
                  </a:lnTo>
                  <a:lnTo>
                    <a:pt x="82" y="72"/>
                  </a:lnTo>
                  <a:lnTo>
                    <a:pt x="82" y="72"/>
                  </a:lnTo>
                  <a:lnTo>
                    <a:pt x="84" y="76"/>
                  </a:lnTo>
                  <a:lnTo>
                    <a:pt x="84" y="82"/>
                  </a:lnTo>
                  <a:lnTo>
                    <a:pt x="84" y="82"/>
                  </a:lnTo>
                  <a:lnTo>
                    <a:pt x="84" y="88"/>
                  </a:lnTo>
                  <a:lnTo>
                    <a:pt x="80" y="92"/>
                  </a:lnTo>
                  <a:lnTo>
                    <a:pt x="80" y="92"/>
                  </a:lnTo>
                  <a:close/>
                  <a:moveTo>
                    <a:pt x="86" y="2"/>
                  </a:moveTo>
                  <a:lnTo>
                    <a:pt x="86" y="2"/>
                  </a:lnTo>
                  <a:lnTo>
                    <a:pt x="84" y="4"/>
                  </a:lnTo>
                  <a:lnTo>
                    <a:pt x="82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34" y="6"/>
                  </a:lnTo>
                  <a:lnTo>
                    <a:pt x="26" y="16"/>
                  </a:lnTo>
                  <a:lnTo>
                    <a:pt x="18" y="26"/>
                  </a:lnTo>
                  <a:lnTo>
                    <a:pt x="12" y="36"/>
                  </a:lnTo>
                  <a:lnTo>
                    <a:pt x="6" y="48"/>
                  </a:lnTo>
                  <a:lnTo>
                    <a:pt x="2" y="60"/>
                  </a:lnTo>
                  <a:lnTo>
                    <a:pt x="0" y="72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4" y="108"/>
                  </a:lnTo>
                  <a:lnTo>
                    <a:pt x="10" y="116"/>
                  </a:lnTo>
                  <a:lnTo>
                    <a:pt x="18" y="122"/>
                  </a:lnTo>
                  <a:lnTo>
                    <a:pt x="28" y="128"/>
                  </a:lnTo>
                  <a:lnTo>
                    <a:pt x="38" y="130"/>
                  </a:lnTo>
                  <a:lnTo>
                    <a:pt x="52" y="132"/>
                  </a:lnTo>
                  <a:lnTo>
                    <a:pt x="64" y="132"/>
                  </a:lnTo>
                  <a:lnTo>
                    <a:pt x="64" y="132"/>
                  </a:lnTo>
                  <a:lnTo>
                    <a:pt x="78" y="132"/>
                  </a:lnTo>
                  <a:lnTo>
                    <a:pt x="90" y="130"/>
                  </a:lnTo>
                  <a:lnTo>
                    <a:pt x="102" y="128"/>
                  </a:lnTo>
                  <a:lnTo>
                    <a:pt x="110" y="122"/>
                  </a:lnTo>
                  <a:lnTo>
                    <a:pt x="118" y="116"/>
                  </a:lnTo>
                  <a:lnTo>
                    <a:pt x="124" y="108"/>
                  </a:lnTo>
                  <a:lnTo>
                    <a:pt x="128" y="96"/>
                  </a:lnTo>
                  <a:lnTo>
                    <a:pt x="130" y="84"/>
                  </a:lnTo>
                  <a:lnTo>
                    <a:pt x="130" y="84"/>
                  </a:lnTo>
                  <a:lnTo>
                    <a:pt x="128" y="72"/>
                  </a:lnTo>
                  <a:lnTo>
                    <a:pt x="126" y="60"/>
                  </a:lnTo>
                  <a:lnTo>
                    <a:pt x="122" y="48"/>
                  </a:lnTo>
                  <a:lnTo>
                    <a:pt x="116" y="38"/>
                  </a:lnTo>
                  <a:lnTo>
                    <a:pt x="110" y="26"/>
                  </a:lnTo>
                  <a:lnTo>
                    <a:pt x="102" y="16"/>
                  </a:lnTo>
                  <a:lnTo>
                    <a:pt x="94" y="8"/>
                  </a:lnTo>
                  <a:lnTo>
                    <a:pt x="86" y="2"/>
                  </a:lnTo>
                  <a:lnTo>
                    <a:pt x="8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auto">
            <a:xfrm>
              <a:off x="5894388" y="2681288"/>
              <a:ext cx="6350" cy="31750"/>
            </a:xfrm>
            <a:custGeom>
              <a:avLst/>
              <a:gdLst>
                <a:gd name="T0" fmla="*/ 4 w 4"/>
                <a:gd name="T1" fmla="*/ 18 h 20"/>
                <a:gd name="T2" fmla="*/ 4 w 4"/>
                <a:gd name="T3" fmla="*/ 18 h 20"/>
                <a:gd name="T4" fmla="*/ 4 w 4"/>
                <a:gd name="T5" fmla="*/ 20 h 20"/>
                <a:gd name="T6" fmla="*/ 2 w 4"/>
                <a:gd name="T7" fmla="*/ 20 h 20"/>
                <a:gd name="T8" fmla="*/ 2 w 4"/>
                <a:gd name="T9" fmla="*/ 20 h 20"/>
                <a:gd name="T10" fmla="*/ 2 w 4"/>
                <a:gd name="T11" fmla="*/ 20 h 20"/>
                <a:gd name="T12" fmla="*/ 0 w 4"/>
                <a:gd name="T13" fmla="*/ 20 h 20"/>
                <a:gd name="T14" fmla="*/ 0 w 4"/>
                <a:gd name="T15" fmla="*/ 18 h 20"/>
                <a:gd name="T16" fmla="*/ 0 w 4"/>
                <a:gd name="T17" fmla="*/ 2 h 20"/>
                <a:gd name="T18" fmla="*/ 0 w 4"/>
                <a:gd name="T19" fmla="*/ 2 h 20"/>
                <a:gd name="T20" fmla="*/ 0 w 4"/>
                <a:gd name="T21" fmla="*/ 0 h 20"/>
                <a:gd name="T22" fmla="*/ 2 w 4"/>
                <a:gd name="T23" fmla="*/ 0 h 20"/>
                <a:gd name="T24" fmla="*/ 2 w 4"/>
                <a:gd name="T25" fmla="*/ 0 h 20"/>
                <a:gd name="T26" fmla="*/ 2 w 4"/>
                <a:gd name="T27" fmla="*/ 0 h 20"/>
                <a:gd name="T28" fmla="*/ 4 w 4"/>
                <a:gd name="T29" fmla="*/ 0 h 20"/>
                <a:gd name="T30" fmla="*/ 4 w 4"/>
                <a:gd name="T31" fmla="*/ 2 h 20"/>
                <a:gd name="T32" fmla="*/ 4 w 4"/>
                <a:gd name="T33" fmla="*/ 18 h 20"/>
                <a:gd name="T34" fmla="*/ 4 w 4"/>
                <a:gd name="T35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" h="20">
                  <a:moveTo>
                    <a:pt x="4" y="18"/>
                  </a:moveTo>
                  <a:lnTo>
                    <a:pt x="4" y="18"/>
                  </a:lnTo>
                  <a:lnTo>
                    <a:pt x="4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18"/>
                  </a:lnTo>
                  <a:lnTo>
                    <a:pt x="4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auto">
            <a:xfrm>
              <a:off x="5789613" y="2728913"/>
              <a:ext cx="28575" cy="25400"/>
            </a:xfrm>
            <a:custGeom>
              <a:avLst/>
              <a:gdLst>
                <a:gd name="T0" fmla="*/ 16 w 18"/>
                <a:gd name="T1" fmla="*/ 12 h 16"/>
                <a:gd name="T2" fmla="*/ 16 w 18"/>
                <a:gd name="T3" fmla="*/ 12 h 16"/>
                <a:gd name="T4" fmla="*/ 18 w 18"/>
                <a:gd name="T5" fmla="*/ 14 h 16"/>
                <a:gd name="T6" fmla="*/ 16 w 18"/>
                <a:gd name="T7" fmla="*/ 16 h 16"/>
                <a:gd name="T8" fmla="*/ 16 w 18"/>
                <a:gd name="T9" fmla="*/ 16 h 16"/>
                <a:gd name="T10" fmla="*/ 16 w 18"/>
                <a:gd name="T11" fmla="*/ 16 h 16"/>
                <a:gd name="T12" fmla="*/ 14 w 18"/>
                <a:gd name="T13" fmla="*/ 16 h 16"/>
                <a:gd name="T14" fmla="*/ 14 w 18"/>
                <a:gd name="T15" fmla="*/ 16 h 16"/>
                <a:gd name="T16" fmla="*/ 2 w 18"/>
                <a:gd name="T17" fmla="*/ 6 h 16"/>
                <a:gd name="T18" fmla="*/ 2 w 18"/>
                <a:gd name="T19" fmla="*/ 6 h 16"/>
                <a:gd name="T20" fmla="*/ 0 w 18"/>
                <a:gd name="T21" fmla="*/ 4 h 16"/>
                <a:gd name="T22" fmla="*/ 2 w 18"/>
                <a:gd name="T23" fmla="*/ 2 h 16"/>
                <a:gd name="T24" fmla="*/ 2 w 18"/>
                <a:gd name="T25" fmla="*/ 2 h 16"/>
                <a:gd name="T26" fmla="*/ 2 w 18"/>
                <a:gd name="T27" fmla="*/ 2 h 16"/>
                <a:gd name="T28" fmla="*/ 4 w 18"/>
                <a:gd name="T29" fmla="*/ 0 h 16"/>
                <a:gd name="T30" fmla="*/ 4 w 18"/>
                <a:gd name="T31" fmla="*/ 2 h 16"/>
                <a:gd name="T32" fmla="*/ 16 w 18"/>
                <a:gd name="T33" fmla="*/ 12 h 16"/>
                <a:gd name="T34" fmla="*/ 16 w 18"/>
                <a:gd name="T35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16">
                  <a:moveTo>
                    <a:pt x="16" y="12"/>
                  </a:moveTo>
                  <a:lnTo>
                    <a:pt x="16" y="12"/>
                  </a:lnTo>
                  <a:lnTo>
                    <a:pt x="18" y="14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2"/>
                  </a:lnTo>
                  <a:lnTo>
                    <a:pt x="16" y="12"/>
                  </a:lnTo>
                  <a:lnTo>
                    <a:pt x="16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auto">
            <a:xfrm>
              <a:off x="5757863" y="2836863"/>
              <a:ext cx="31750" cy="12700"/>
            </a:xfrm>
            <a:custGeom>
              <a:avLst/>
              <a:gdLst>
                <a:gd name="T0" fmla="*/ 18 w 20"/>
                <a:gd name="T1" fmla="*/ 0 h 8"/>
                <a:gd name="T2" fmla="*/ 18 w 20"/>
                <a:gd name="T3" fmla="*/ 0 h 8"/>
                <a:gd name="T4" fmla="*/ 20 w 20"/>
                <a:gd name="T5" fmla="*/ 0 h 8"/>
                <a:gd name="T6" fmla="*/ 20 w 20"/>
                <a:gd name="T7" fmla="*/ 2 h 8"/>
                <a:gd name="T8" fmla="*/ 20 w 20"/>
                <a:gd name="T9" fmla="*/ 2 h 8"/>
                <a:gd name="T10" fmla="*/ 20 w 20"/>
                <a:gd name="T11" fmla="*/ 2 h 8"/>
                <a:gd name="T12" fmla="*/ 20 w 20"/>
                <a:gd name="T13" fmla="*/ 4 h 8"/>
                <a:gd name="T14" fmla="*/ 18 w 20"/>
                <a:gd name="T15" fmla="*/ 6 h 8"/>
                <a:gd name="T16" fmla="*/ 4 w 20"/>
                <a:gd name="T17" fmla="*/ 8 h 8"/>
                <a:gd name="T18" fmla="*/ 4 w 20"/>
                <a:gd name="T19" fmla="*/ 8 h 8"/>
                <a:gd name="T20" fmla="*/ 2 w 20"/>
                <a:gd name="T21" fmla="*/ 6 h 8"/>
                <a:gd name="T22" fmla="*/ 0 w 20"/>
                <a:gd name="T23" fmla="*/ 4 h 8"/>
                <a:gd name="T24" fmla="*/ 0 w 20"/>
                <a:gd name="T25" fmla="*/ 4 h 8"/>
                <a:gd name="T26" fmla="*/ 0 w 20"/>
                <a:gd name="T27" fmla="*/ 4 h 8"/>
                <a:gd name="T28" fmla="*/ 2 w 20"/>
                <a:gd name="T29" fmla="*/ 2 h 8"/>
                <a:gd name="T30" fmla="*/ 2 w 20"/>
                <a:gd name="T31" fmla="*/ 2 h 8"/>
                <a:gd name="T32" fmla="*/ 18 w 20"/>
                <a:gd name="T33" fmla="*/ 0 h 8"/>
                <a:gd name="T34" fmla="*/ 18 w 20"/>
                <a:gd name="T3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8">
                  <a:moveTo>
                    <a:pt x="18" y="0"/>
                  </a:moveTo>
                  <a:lnTo>
                    <a:pt x="18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18" y="6"/>
                  </a:lnTo>
                  <a:lnTo>
                    <a:pt x="4" y="8"/>
                  </a:lnTo>
                  <a:lnTo>
                    <a:pt x="4" y="8"/>
                  </a:lnTo>
                  <a:lnTo>
                    <a:pt x="2" y="6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auto">
            <a:xfrm>
              <a:off x="6015038" y="2830513"/>
              <a:ext cx="31750" cy="9525"/>
            </a:xfrm>
            <a:custGeom>
              <a:avLst/>
              <a:gdLst>
                <a:gd name="T0" fmla="*/ 2 w 20"/>
                <a:gd name="T1" fmla="*/ 4 h 6"/>
                <a:gd name="T2" fmla="*/ 2 w 20"/>
                <a:gd name="T3" fmla="*/ 4 h 6"/>
                <a:gd name="T4" fmla="*/ 0 w 20"/>
                <a:gd name="T5" fmla="*/ 4 h 6"/>
                <a:gd name="T6" fmla="*/ 0 w 20"/>
                <a:gd name="T7" fmla="*/ 2 h 6"/>
                <a:gd name="T8" fmla="*/ 0 w 20"/>
                <a:gd name="T9" fmla="*/ 2 h 6"/>
                <a:gd name="T10" fmla="*/ 0 w 20"/>
                <a:gd name="T11" fmla="*/ 2 h 6"/>
                <a:gd name="T12" fmla="*/ 0 w 20"/>
                <a:gd name="T13" fmla="*/ 0 h 6"/>
                <a:gd name="T14" fmla="*/ 2 w 20"/>
                <a:gd name="T15" fmla="*/ 0 h 6"/>
                <a:gd name="T16" fmla="*/ 18 w 20"/>
                <a:gd name="T17" fmla="*/ 2 h 6"/>
                <a:gd name="T18" fmla="*/ 18 w 20"/>
                <a:gd name="T19" fmla="*/ 2 h 6"/>
                <a:gd name="T20" fmla="*/ 18 w 20"/>
                <a:gd name="T21" fmla="*/ 2 h 6"/>
                <a:gd name="T22" fmla="*/ 20 w 20"/>
                <a:gd name="T23" fmla="*/ 4 h 6"/>
                <a:gd name="T24" fmla="*/ 20 w 20"/>
                <a:gd name="T25" fmla="*/ 4 h 6"/>
                <a:gd name="T26" fmla="*/ 20 w 20"/>
                <a:gd name="T27" fmla="*/ 4 h 6"/>
                <a:gd name="T28" fmla="*/ 18 w 20"/>
                <a:gd name="T29" fmla="*/ 6 h 6"/>
                <a:gd name="T30" fmla="*/ 16 w 20"/>
                <a:gd name="T31" fmla="*/ 6 h 6"/>
                <a:gd name="T32" fmla="*/ 2 w 20"/>
                <a:gd name="T33" fmla="*/ 4 h 6"/>
                <a:gd name="T34" fmla="*/ 2 w 20"/>
                <a:gd name="T3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6">
                  <a:moveTo>
                    <a:pt x="2" y="4"/>
                  </a:move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auto">
            <a:xfrm>
              <a:off x="5983288" y="2725738"/>
              <a:ext cx="25400" cy="22225"/>
            </a:xfrm>
            <a:custGeom>
              <a:avLst/>
              <a:gdLst>
                <a:gd name="T0" fmla="*/ 4 w 16"/>
                <a:gd name="T1" fmla="*/ 14 h 14"/>
                <a:gd name="T2" fmla="*/ 4 w 16"/>
                <a:gd name="T3" fmla="*/ 14 h 14"/>
                <a:gd name="T4" fmla="*/ 2 w 16"/>
                <a:gd name="T5" fmla="*/ 14 h 14"/>
                <a:gd name="T6" fmla="*/ 0 w 16"/>
                <a:gd name="T7" fmla="*/ 14 h 14"/>
                <a:gd name="T8" fmla="*/ 0 w 16"/>
                <a:gd name="T9" fmla="*/ 14 h 14"/>
                <a:gd name="T10" fmla="*/ 0 w 16"/>
                <a:gd name="T11" fmla="*/ 14 h 14"/>
                <a:gd name="T12" fmla="*/ 0 w 16"/>
                <a:gd name="T13" fmla="*/ 12 h 14"/>
                <a:gd name="T14" fmla="*/ 0 w 16"/>
                <a:gd name="T15" fmla="*/ 10 h 14"/>
                <a:gd name="T16" fmla="*/ 12 w 16"/>
                <a:gd name="T17" fmla="*/ 0 h 14"/>
                <a:gd name="T18" fmla="*/ 12 w 16"/>
                <a:gd name="T19" fmla="*/ 0 h 14"/>
                <a:gd name="T20" fmla="*/ 12 w 16"/>
                <a:gd name="T21" fmla="*/ 0 h 14"/>
                <a:gd name="T22" fmla="*/ 14 w 16"/>
                <a:gd name="T23" fmla="*/ 0 h 14"/>
                <a:gd name="T24" fmla="*/ 14 w 16"/>
                <a:gd name="T25" fmla="*/ 0 h 14"/>
                <a:gd name="T26" fmla="*/ 14 w 16"/>
                <a:gd name="T27" fmla="*/ 0 h 14"/>
                <a:gd name="T28" fmla="*/ 16 w 16"/>
                <a:gd name="T29" fmla="*/ 2 h 14"/>
                <a:gd name="T30" fmla="*/ 14 w 16"/>
                <a:gd name="T31" fmla="*/ 4 h 14"/>
                <a:gd name="T32" fmla="*/ 4 w 16"/>
                <a:gd name="T33" fmla="*/ 14 h 14"/>
                <a:gd name="T34" fmla="*/ 4 w 16"/>
                <a:gd name="T3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14">
                  <a:moveTo>
                    <a:pt x="4" y="14"/>
                  </a:move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4" y="4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47"/>
            <p:cNvSpPr>
              <a:spLocks noEditPoints="1"/>
            </p:cNvSpPr>
            <p:nvPr/>
          </p:nvSpPr>
          <p:spPr bwMode="auto">
            <a:xfrm>
              <a:off x="5808663" y="2725738"/>
              <a:ext cx="177800" cy="247650"/>
            </a:xfrm>
            <a:custGeom>
              <a:avLst/>
              <a:gdLst>
                <a:gd name="T0" fmla="*/ 74 w 112"/>
                <a:gd name="T1" fmla="*/ 132 h 156"/>
                <a:gd name="T2" fmla="*/ 72 w 112"/>
                <a:gd name="T3" fmla="*/ 136 h 156"/>
                <a:gd name="T4" fmla="*/ 42 w 112"/>
                <a:gd name="T5" fmla="*/ 138 h 156"/>
                <a:gd name="T6" fmla="*/ 40 w 112"/>
                <a:gd name="T7" fmla="*/ 136 h 156"/>
                <a:gd name="T8" fmla="*/ 38 w 112"/>
                <a:gd name="T9" fmla="*/ 132 h 156"/>
                <a:gd name="T10" fmla="*/ 74 w 112"/>
                <a:gd name="T11" fmla="*/ 118 h 156"/>
                <a:gd name="T12" fmla="*/ 74 w 112"/>
                <a:gd name="T13" fmla="*/ 132 h 156"/>
                <a:gd name="T14" fmla="*/ 36 w 112"/>
                <a:gd name="T15" fmla="*/ 28 h 156"/>
                <a:gd name="T16" fmla="*/ 26 w 112"/>
                <a:gd name="T17" fmla="*/ 40 h 156"/>
                <a:gd name="T18" fmla="*/ 22 w 112"/>
                <a:gd name="T19" fmla="*/ 56 h 156"/>
                <a:gd name="T20" fmla="*/ 22 w 112"/>
                <a:gd name="T21" fmla="*/ 64 h 156"/>
                <a:gd name="T22" fmla="*/ 28 w 112"/>
                <a:gd name="T23" fmla="*/ 76 h 156"/>
                <a:gd name="T24" fmla="*/ 34 w 112"/>
                <a:gd name="T25" fmla="*/ 82 h 156"/>
                <a:gd name="T26" fmla="*/ 34 w 112"/>
                <a:gd name="T27" fmla="*/ 86 h 156"/>
                <a:gd name="T28" fmla="*/ 34 w 112"/>
                <a:gd name="T29" fmla="*/ 86 h 156"/>
                <a:gd name="T30" fmla="*/ 30 w 112"/>
                <a:gd name="T31" fmla="*/ 86 h 156"/>
                <a:gd name="T32" fmla="*/ 24 w 112"/>
                <a:gd name="T33" fmla="*/ 80 h 156"/>
                <a:gd name="T34" fmla="*/ 18 w 112"/>
                <a:gd name="T35" fmla="*/ 64 h 156"/>
                <a:gd name="T36" fmla="*/ 16 w 112"/>
                <a:gd name="T37" fmla="*/ 56 h 156"/>
                <a:gd name="T38" fmla="*/ 20 w 112"/>
                <a:gd name="T39" fmla="*/ 38 h 156"/>
                <a:gd name="T40" fmla="*/ 32 w 112"/>
                <a:gd name="T41" fmla="*/ 24 h 156"/>
                <a:gd name="T42" fmla="*/ 34 w 112"/>
                <a:gd name="T43" fmla="*/ 24 h 156"/>
                <a:gd name="T44" fmla="*/ 36 w 112"/>
                <a:gd name="T45" fmla="*/ 24 h 156"/>
                <a:gd name="T46" fmla="*/ 36 w 112"/>
                <a:gd name="T47" fmla="*/ 26 h 156"/>
                <a:gd name="T48" fmla="*/ 36 w 112"/>
                <a:gd name="T49" fmla="*/ 28 h 156"/>
                <a:gd name="T50" fmla="*/ 112 w 112"/>
                <a:gd name="T51" fmla="*/ 56 h 156"/>
                <a:gd name="T52" fmla="*/ 108 w 112"/>
                <a:gd name="T53" fmla="*/ 34 h 156"/>
                <a:gd name="T54" fmla="*/ 96 w 112"/>
                <a:gd name="T55" fmla="*/ 16 h 156"/>
                <a:gd name="T56" fmla="*/ 78 w 112"/>
                <a:gd name="T57" fmla="*/ 4 h 156"/>
                <a:gd name="T58" fmla="*/ 56 w 112"/>
                <a:gd name="T59" fmla="*/ 0 h 156"/>
                <a:gd name="T60" fmla="*/ 44 w 112"/>
                <a:gd name="T61" fmla="*/ 2 h 156"/>
                <a:gd name="T62" fmla="*/ 26 w 112"/>
                <a:gd name="T63" fmla="*/ 10 h 156"/>
                <a:gd name="T64" fmla="*/ 10 w 112"/>
                <a:gd name="T65" fmla="*/ 24 h 156"/>
                <a:gd name="T66" fmla="*/ 2 w 112"/>
                <a:gd name="T67" fmla="*/ 44 h 156"/>
                <a:gd name="T68" fmla="*/ 0 w 112"/>
                <a:gd name="T69" fmla="*/ 56 h 156"/>
                <a:gd name="T70" fmla="*/ 2 w 112"/>
                <a:gd name="T71" fmla="*/ 72 h 156"/>
                <a:gd name="T72" fmla="*/ 20 w 112"/>
                <a:gd name="T73" fmla="*/ 98 h 156"/>
                <a:gd name="T74" fmla="*/ 34 w 112"/>
                <a:gd name="T75" fmla="*/ 118 h 156"/>
                <a:gd name="T76" fmla="*/ 34 w 112"/>
                <a:gd name="T77" fmla="*/ 132 h 156"/>
                <a:gd name="T78" fmla="*/ 36 w 112"/>
                <a:gd name="T79" fmla="*/ 140 h 156"/>
                <a:gd name="T80" fmla="*/ 42 w 112"/>
                <a:gd name="T81" fmla="*/ 142 h 156"/>
                <a:gd name="T82" fmla="*/ 42 w 112"/>
                <a:gd name="T83" fmla="*/ 146 h 156"/>
                <a:gd name="T84" fmla="*/ 48 w 112"/>
                <a:gd name="T85" fmla="*/ 152 h 156"/>
                <a:gd name="T86" fmla="*/ 60 w 112"/>
                <a:gd name="T87" fmla="*/ 156 h 156"/>
                <a:gd name="T88" fmla="*/ 66 w 112"/>
                <a:gd name="T89" fmla="*/ 152 h 156"/>
                <a:gd name="T90" fmla="*/ 70 w 112"/>
                <a:gd name="T91" fmla="*/ 146 h 156"/>
                <a:gd name="T92" fmla="*/ 70 w 112"/>
                <a:gd name="T93" fmla="*/ 142 h 156"/>
                <a:gd name="T94" fmla="*/ 76 w 112"/>
                <a:gd name="T95" fmla="*/ 140 h 156"/>
                <a:gd name="T96" fmla="*/ 78 w 112"/>
                <a:gd name="T97" fmla="*/ 132 h 156"/>
                <a:gd name="T98" fmla="*/ 78 w 112"/>
                <a:gd name="T99" fmla="*/ 106 h 156"/>
                <a:gd name="T100" fmla="*/ 92 w 112"/>
                <a:gd name="T101" fmla="*/ 98 h 156"/>
                <a:gd name="T102" fmla="*/ 110 w 112"/>
                <a:gd name="T103" fmla="*/ 72 h 156"/>
                <a:gd name="T104" fmla="*/ 112 w 112"/>
                <a:gd name="T105" fmla="*/ 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2" h="156">
                  <a:moveTo>
                    <a:pt x="74" y="132"/>
                  </a:moveTo>
                  <a:lnTo>
                    <a:pt x="74" y="132"/>
                  </a:lnTo>
                  <a:lnTo>
                    <a:pt x="72" y="136"/>
                  </a:lnTo>
                  <a:lnTo>
                    <a:pt x="72" y="136"/>
                  </a:lnTo>
                  <a:lnTo>
                    <a:pt x="70" y="138"/>
                  </a:lnTo>
                  <a:lnTo>
                    <a:pt x="42" y="138"/>
                  </a:lnTo>
                  <a:lnTo>
                    <a:pt x="42" y="138"/>
                  </a:lnTo>
                  <a:lnTo>
                    <a:pt x="40" y="136"/>
                  </a:lnTo>
                  <a:lnTo>
                    <a:pt x="40" y="136"/>
                  </a:lnTo>
                  <a:lnTo>
                    <a:pt x="38" y="132"/>
                  </a:lnTo>
                  <a:lnTo>
                    <a:pt x="38" y="118"/>
                  </a:lnTo>
                  <a:lnTo>
                    <a:pt x="74" y="118"/>
                  </a:lnTo>
                  <a:lnTo>
                    <a:pt x="74" y="132"/>
                  </a:lnTo>
                  <a:lnTo>
                    <a:pt x="74" y="132"/>
                  </a:lnTo>
                  <a:close/>
                  <a:moveTo>
                    <a:pt x="36" y="28"/>
                  </a:moveTo>
                  <a:lnTo>
                    <a:pt x="36" y="28"/>
                  </a:lnTo>
                  <a:lnTo>
                    <a:pt x="30" y="34"/>
                  </a:lnTo>
                  <a:lnTo>
                    <a:pt x="26" y="40"/>
                  </a:lnTo>
                  <a:lnTo>
                    <a:pt x="22" y="48"/>
                  </a:lnTo>
                  <a:lnTo>
                    <a:pt x="22" y="56"/>
                  </a:lnTo>
                  <a:lnTo>
                    <a:pt x="22" y="56"/>
                  </a:lnTo>
                  <a:lnTo>
                    <a:pt x="22" y="64"/>
                  </a:lnTo>
                  <a:lnTo>
                    <a:pt x="24" y="70"/>
                  </a:lnTo>
                  <a:lnTo>
                    <a:pt x="28" y="76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4" y="84"/>
                  </a:lnTo>
                  <a:lnTo>
                    <a:pt x="34" y="86"/>
                  </a:lnTo>
                  <a:lnTo>
                    <a:pt x="34" y="86"/>
                  </a:lnTo>
                  <a:lnTo>
                    <a:pt x="34" y="86"/>
                  </a:lnTo>
                  <a:lnTo>
                    <a:pt x="32" y="86"/>
                  </a:lnTo>
                  <a:lnTo>
                    <a:pt x="30" y="86"/>
                  </a:lnTo>
                  <a:lnTo>
                    <a:pt x="30" y="86"/>
                  </a:lnTo>
                  <a:lnTo>
                    <a:pt x="24" y="80"/>
                  </a:lnTo>
                  <a:lnTo>
                    <a:pt x="20" y="72"/>
                  </a:lnTo>
                  <a:lnTo>
                    <a:pt x="18" y="64"/>
                  </a:lnTo>
                  <a:lnTo>
                    <a:pt x="16" y="56"/>
                  </a:lnTo>
                  <a:lnTo>
                    <a:pt x="16" y="56"/>
                  </a:lnTo>
                  <a:lnTo>
                    <a:pt x="18" y="46"/>
                  </a:lnTo>
                  <a:lnTo>
                    <a:pt x="20" y="38"/>
                  </a:lnTo>
                  <a:lnTo>
                    <a:pt x="26" y="30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6" y="26"/>
                  </a:lnTo>
                  <a:lnTo>
                    <a:pt x="36" y="28"/>
                  </a:lnTo>
                  <a:lnTo>
                    <a:pt x="36" y="28"/>
                  </a:lnTo>
                  <a:close/>
                  <a:moveTo>
                    <a:pt x="112" y="56"/>
                  </a:moveTo>
                  <a:lnTo>
                    <a:pt x="112" y="56"/>
                  </a:lnTo>
                  <a:lnTo>
                    <a:pt x="110" y="44"/>
                  </a:lnTo>
                  <a:lnTo>
                    <a:pt x="108" y="34"/>
                  </a:lnTo>
                  <a:lnTo>
                    <a:pt x="102" y="24"/>
                  </a:lnTo>
                  <a:lnTo>
                    <a:pt x="96" y="16"/>
                  </a:lnTo>
                  <a:lnTo>
                    <a:pt x="88" y="10"/>
                  </a:lnTo>
                  <a:lnTo>
                    <a:pt x="78" y="4"/>
                  </a:lnTo>
                  <a:lnTo>
                    <a:pt x="68" y="2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44" y="2"/>
                  </a:lnTo>
                  <a:lnTo>
                    <a:pt x="34" y="4"/>
                  </a:lnTo>
                  <a:lnTo>
                    <a:pt x="26" y="10"/>
                  </a:lnTo>
                  <a:lnTo>
                    <a:pt x="16" y="16"/>
                  </a:lnTo>
                  <a:lnTo>
                    <a:pt x="10" y="24"/>
                  </a:lnTo>
                  <a:lnTo>
                    <a:pt x="4" y="34"/>
                  </a:lnTo>
                  <a:lnTo>
                    <a:pt x="2" y="44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2"/>
                  </a:lnTo>
                  <a:lnTo>
                    <a:pt x="10" y="86"/>
                  </a:lnTo>
                  <a:lnTo>
                    <a:pt x="20" y="98"/>
                  </a:lnTo>
                  <a:lnTo>
                    <a:pt x="34" y="106"/>
                  </a:lnTo>
                  <a:lnTo>
                    <a:pt x="34" y="118"/>
                  </a:lnTo>
                  <a:lnTo>
                    <a:pt x="34" y="132"/>
                  </a:lnTo>
                  <a:lnTo>
                    <a:pt x="34" y="132"/>
                  </a:lnTo>
                  <a:lnTo>
                    <a:pt x="34" y="136"/>
                  </a:lnTo>
                  <a:lnTo>
                    <a:pt x="36" y="140"/>
                  </a:lnTo>
                  <a:lnTo>
                    <a:pt x="38" y="142"/>
                  </a:lnTo>
                  <a:lnTo>
                    <a:pt x="42" y="142"/>
                  </a:lnTo>
                  <a:lnTo>
                    <a:pt x="42" y="142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8" y="152"/>
                  </a:lnTo>
                  <a:lnTo>
                    <a:pt x="52" y="156"/>
                  </a:lnTo>
                  <a:lnTo>
                    <a:pt x="60" y="156"/>
                  </a:lnTo>
                  <a:lnTo>
                    <a:pt x="60" y="156"/>
                  </a:lnTo>
                  <a:lnTo>
                    <a:pt x="66" y="152"/>
                  </a:lnTo>
                  <a:lnTo>
                    <a:pt x="70" y="146"/>
                  </a:lnTo>
                  <a:lnTo>
                    <a:pt x="70" y="146"/>
                  </a:lnTo>
                  <a:lnTo>
                    <a:pt x="70" y="142"/>
                  </a:lnTo>
                  <a:lnTo>
                    <a:pt x="70" y="142"/>
                  </a:lnTo>
                  <a:lnTo>
                    <a:pt x="74" y="142"/>
                  </a:lnTo>
                  <a:lnTo>
                    <a:pt x="76" y="140"/>
                  </a:lnTo>
                  <a:lnTo>
                    <a:pt x="78" y="136"/>
                  </a:lnTo>
                  <a:lnTo>
                    <a:pt x="78" y="132"/>
                  </a:lnTo>
                  <a:lnTo>
                    <a:pt x="78" y="112"/>
                  </a:lnTo>
                  <a:lnTo>
                    <a:pt x="78" y="106"/>
                  </a:lnTo>
                  <a:lnTo>
                    <a:pt x="78" y="106"/>
                  </a:lnTo>
                  <a:lnTo>
                    <a:pt x="92" y="98"/>
                  </a:lnTo>
                  <a:lnTo>
                    <a:pt x="102" y="86"/>
                  </a:lnTo>
                  <a:lnTo>
                    <a:pt x="110" y="72"/>
                  </a:lnTo>
                  <a:lnTo>
                    <a:pt x="110" y="64"/>
                  </a:lnTo>
                  <a:lnTo>
                    <a:pt x="112" y="56"/>
                  </a:lnTo>
                  <a:lnTo>
                    <a:pt x="112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48"/>
            <p:cNvSpPr>
              <a:spLocks noEditPoints="1"/>
            </p:cNvSpPr>
            <p:nvPr/>
          </p:nvSpPr>
          <p:spPr bwMode="auto">
            <a:xfrm>
              <a:off x="5316538" y="4621213"/>
              <a:ext cx="247650" cy="247650"/>
            </a:xfrm>
            <a:custGeom>
              <a:avLst/>
              <a:gdLst>
                <a:gd name="T0" fmla="*/ 78 w 156"/>
                <a:gd name="T1" fmla="*/ 144 h 156"/>
                <a:gd name="T2" fmla="*/ 52 w 156"/>
                <a:gd name="T3" fmla="*/ 140 h 156"/>
                <a:gd name="T4" fmla="*/ 32 w 156"/>
                <a:gd name="T5" fmla="*/ 126 h 156"/>
                <a:gd name="T6" fmla="*/ 16 w 156"/>
                <a:gd name="T7" fmla="*/ 104 h 156"/>
                <a:gd name="T8" fmla="*/ 12 w 156"/>
                <a:gd name="T9" fmla="*/ 78 h 156"/>
                <a:gd name="T10" fmla="*/ 12 w 156"/>
                <a:gd name="T11" fmla="*/ 64 h 156"/>
                <a:gd name="T12" fmla="*/ 24 w 156"/>
                <a:gd name="T13" fmla="*/ 40 h 156"/>
                <a:gd name="T14" fmla="*/ 42 w 156"/>
                <a:gd name="T15" fmla="*/ 22 h 156"/>
                <a:gd name="T16" fmla="*/ 64 w 156"/>
                <a:gd name="T17" fmla="*/ 12 h 156"/>
                <a:gd name="T18" fmla="*/ 78 w 156"/>
                <a:gd name="T19" fmla="*/ 12 h 156"/>
                <a:gd name="T20" fmla="*/ 104 w 156"/>
                <a:gd name="T21" fmla="*/ 16 h 156"/>
                <a:gd name="T22" fmla="*/ 126 w 156"/>
                <a:gd name="T23" fmla="*/ 30 h 156"/>
                <a:gd name="T24" fmla="*/ 140 w 156"/>
                <a:gd name="T25" fmla="*/ 52 h 156"/>
                <a:gd name="T26" fmla="*/ 146 w 156"/>
                <a:gd name="T27" fmla="*/ 78 h 156"/>
                <a:gd name="T28" fmla="*/ 144 w 156"/>
                <a:gd name="T29" fmla="*/ 92 h 156"/>
                <a:gd name="T30" fmla="*/ 134 w 156"/>
                <a:gd name="T31" fmla="*/ 116 h 156"/>
                <a:gd name="T32" fmla="*/ 116 w 156"/>
                <a:gd name="T33" fmla="*/ 134 h 156"/>
                <a:gd name="T34" fmla="*/ 92 w 156"/>
                <a:gd name="T35" fmla="*/ 144 h 156"/>
                <a:gd name="T36" fmla="*/ 78 w 156"/>
                <a:gd name="T37" fmla="*/ 144 h 156"/>
                <a:gd name="T38" fmla="*/ 78 w 156"/>
                <a:gd name="T39" fmla="*/ 0 h 156"/>
                <a:gd name="T40" fmla="*/ 48 w 156"/>
                <a:gd name="T41" fmla="*/ 6 h 156"/>
                <a:gd name="T42" fmla="*/ 22 w 156"/>
                <a:gd name="T43" fmla="*/ 22 h 156"/>
                <a:gd name="T44" fmla="*/ 6 w 156"/>
                <a:gd name="T45" fmla="*/ 48 h 156"/>
                <a:gd name="T46" fmla="*/ 0 w 156"/>
                <a:gd name="T47" fmla="*/ 78 h 156"/>
                <a:gd name="T48" fmla="*/ 2 w 156"/>
                <a:gd name="T49" fmla="*/ 94 h 156"/>
                <a:gd name="T50" fmla="*/ 14 w 156"/>
                <a:gd name="T51" fmla="*/ 122 h 156"/>
                <a:gd name="T52" fmla="*/ 34 w 156"/>
                <a:gd name="T53" fmla="*/ 142 h 156"/>
                <a:gd name="T54" fmla="*/ 62 w 156"/>
                <a:gd name="T55" fmla="*/ 154 h 156"/>
                <a:gd name="T56" fmla="*/ 78 w 156"/>
                <a:gd name="T57" fmla="*/ 156 h 156"/>
                <a:gd name="T58" fmla="*/ 108 w 156"/>
                <a:gd name="T59" fmla="*/ 150 h 156"/>
                <a:gd name="T60" fmla="*/ 134 w 156"/>
                <a:gd name="T61" fmla="*/ 134 h 156"/>
                <a:gd name="T62" fmla="*/ 150 w 156"/>
                <a:gd name="T63" fmla="*/ 108 h 156"/>
                <a:gd name="T64" fmla="*/ 156 w 156"/>
                <a:gd name="T65" fmla="*/ 78 h 156"/>
                <a:gd name="T66" fmla="*/ 156 w 156"/>
                <a:gd name="T67" fmla="*/ 62 h 156"/>
                <a:gd name="T68" fmla="*/ 144 w 156"/>
                <a:gd name="T69" fmla="*/ 34 h 156"/>
                <a:gd name="T70" fmla="*/ 122 w 156"/>
                <a:gd name="T71" fmla="*/ 14 h 156"/>
                <a:gd name="T72" fmla="*/ 94 w 156"/>
                <a:gd name="T73" fmla="*/ 2 h 156"/>
                <a:gd name="T74" fmla="*/ 78 w 156"/>
                <a:gd name="T7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6" h="156">
                  <a:moveTo>
                    <a:pt x="78" y="144"/>
                  </a:moveTo>
                  <a:lnTo>
                    <a:pt x="78" y="144"/>
                  </a:lnTo>
                  <a:lnTo>
                    <a:pt x="64" y="144"/>
                  </a:lnTo>
                  <a:lnTo>
                    <a:pt x="52" y="140"/>
                  </a:lnTo>
                  <a:lnTo>
                    <a:pt x="42" y="134"/>
                  </a:lnTo>
                  <a:lnTo>
                    <a:pt x="32" y="126"/>
                  </a:lnTo>
                  <a:lnTo>
                    <a:pt x="24" y="116"/>
                  </a:lnTo>
                  <a:lnTo>
                    <a:pt x="16" y="104"/>
                  </a:lnTo>
                  <a:lnTo>
                    <a:pt x="12" y="92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64"/>
                  </a:lnTo>
                  <a:lnTo>
                    <a:pt x="16" y="52"/>
                  </a:lnTo>
                  <a:lnTo>
                    <a:pt x="24" y="40"/>
                  </a:lnTo>
                  <a:lnTo>
                    <a:pt x="32" y="30"/>
                  </a:lnTo>
                  <a:lnTo>
                    <a:pt x="42" y="22"/>
                  </a:lnTo>
                  <a:lnTo>
                    <a:pt x="52" y="16"/>
                  </a:lnTo>
                  <a:lnTo>
                    <a:pt x="64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92" y="12"/>
                  </a:lnTo>
                  <a:lnTo>
                    <a:pt x="104" y="16"/>
                  </a:lnTo>
                  <a:lnTo>
                    <a:pt x="116" y="22"/>
                  </a:lnTo>
                  <a:lnTo>
                    <a:pt x="126" y="30"/>
                  </a:lnTo>
                  <a:lnTo>
                    <a:pt x="134" y="40"/>
                  </a:lnTo>
                  <a:lnTo>
                    <a:pt x="140" y="52"/>
                  </a:lnTo>
                  <a:lnTo>
                    <a:pt x="144" y="64"/>
                  </a:lnTo>
                  <a:lnTo>
                    <a:pt x="146" y="78"/>
                  </a:lnTo>
                  <a:lnTo>
                    <a:pt x="146" y="78"/>
                  </a:lnTo>
                  <a:lnTo>
                    <a:pt x="144" y="92"/>
                  </a:lnTo>
                  <a:lnTo>
                    <a:pt x="140" y="104"/>
                  </a:lnTo>
                  <a:lnTo>
                    <a:pt x="134" y="116"/>
                  </a:lnTo>
                  <a:lnTo>
                    <a:pt x="126" y="126"/>
                  </a:lnTo>
                  <a:lnTo>
                    <a:pt x="116" y="134"/>
                  </a:lnTo>
                  <a:lnTo>
                    <a:pt x="104" y="140"/>
                  </a:lnTo>
                  <a:lnTo>
                    <a:pt x="92" y="144"/>
                  </a:lnTo>
                  <a:lnTo>
                    <a:pt x="78" y="144"/>
                  </a:lnTo>
                  <a:lnTo>
                    <a:pt x="78" y="144"/>
                  </a:lnTo>
                  <a:close/>
                  <a:moveTo>
                    <a:pt x="78" y="0"/>
                  </a:moveTo>
                  <a:lnTo>
                    <a:pt x="78" y="0"/>
                  </a:lnTo>
                  <a:lnTo>
                    <a:pt x="62" y="2"/>
                  </a:lnTo>
                  <a:lnTo>
                    <a:pt x="48" y="6"/>
                  </a:lnTo>
                  <a:lnTo>
                    <a:pt x="34" y="14"/>
                  </a:lnTo>
                  <a:lnTo>
                    <a:pt x="22" y="22"/>
                  </a:lnTo>
                  <a:lnTo>
                    <a:pt x="14" y="34"/>
                  </a:lnTo>
                  <a:lnTo>
                    <a:pt x="6" y="48"/>
                  </a:lnTo>
                  <a:lnTo>
                    <a:pt x="2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2" y="94"/>
                  </a:lnTo>
                  <a:lnTo>
                    <a:pt x="6" y="108"/>
                  </a:lnTo>
                  <a:lnTo>
                    <a:pt x="14" y="122"/>
                  </a:lnTo>
                  <a:lnTo>
                    <a:pt x="22" y="134"/>
                  </a:lnTo>
                  <a:lnTo>
                    <a:pt x="34" y="142"/>
                  </a:lnTo>
                  <a:lnTo>
                    <a:pt x="48" y="150"/>
                  </a:lnTo>
                  <a:lnTo>
                    <a:pt x="62" y="154"/>
                  </a:lnTo>
                  <a:lnTo>
                    <a:pt x="78" y="156"/>
                  </a:lnTo>
                  <a:lnTo>
                    <a:pt x="78" y="156"/>
                  </a:lnTo>
                  <a:lnTo>
                    <a:pt x="94" y="154"/>
                  </a:lnTo>
                  <a:lnTo>
                    <a:pt x="108" y="150"/>
                  </a:lnTo>
                  <a:lnTo>
                    <a:pt x="122" y="142"/>
                  </a:lnTo>
                  <a:lnTo>
                    <a:pt x="134" y="134"/>
                  </a:lnTo>
                  <a:lnTo>
                    <a:pt x="144" y="122"/>
                  </a:lnTo>
                  <a:lnTo>
                    <a:pt x="150" y="108"/>
                  </a:lnTo>
                  <a:lnTo>
                    <a:pt x="156" y="94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6" y="62"/>
                  </a:lnTo>
                  <a:lnTo>
                    <a:pt x="150" y="48"/>
                  </a:lnTo>
                  <a:lnTo>
                    <a:pt x="144" y="34"/>
                  </a:lnTo>
                  <a:lnTo>
                    <a:pt x="134" y="22"/>
                  </a:lnTo>
                  <a:lnTo>
                    <a:pt x="122" y="14"/>
                  </a:lnTo>
                  <a:lnTo>
                    <a:pt x="108" y="6"/>
                  </a:lnTo>
                  <a:lnTo>
                    <a:pt x="94" y="2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49"/>
            <p:cNvSpPr>
              <a:spLocks/>
            </p:cNvSpPr>
            <p:nvPr/>
          </p:nvSpPr>
          <p:spPr bwMode="auto">
            <a:xfrm>
              <a:off x="5434013" y="4646613"/>
              <a:ext cx="12700" cy="22225"/>
            </a:xfrm>
            <a:custGeom>
              <a:avLst/>
              <a:gdLst>
                <a:gd name="T0" fmla="*/ 4 w 8"/>
                <a:gd name="T1" fmla="*/ 14 h 14"/>
                <a:gd name="T2" fmla="*/ 4 w 8"/>
                <a:gd name="T3" fmla="*/ 14 h 14"/>
                <a:gd name="T4" fmla="*/ 8 w 8"/>
                <a:gd name="T5" fmla="*/ 14 h 14"/>
                <a:gd name="T6" fmla="*/ 8 w 8"/>
                <a:gd name="T7" fmla="*/ 10 h 14"/>
                <a:gd name="T8" fmla="*/ 8 w 8"/>
                <a:gd name="T9" fmla="*/ 2 h 14"/>
                <a:gd name="T10" fmla="*/ 8 w 8"/>
                <a:gd name="T11" fmla="*/ 2 h 14"/>
                <a:gd name="T12" fmla="*/ 8 w 8"/>
                <a:gd name="T13" fmla="*/ 0 h 14"/>
                <a:gd name="T14" fmla="*/ 4 w 8"/>
                <a:gd name="T15" fmla="*/ 0 h 14"/>
                <a:gd name="T16" fmla="*/ 4 w 8"/>
                <a:gd name="T17" fmla="*/ 0 h 14"/>
                <a:gd name="T18" fmla="*/ 2 w 8"/>
                <a:gd name="T19" fmla="*/ 0 h 14"/>
                <a:gd name="T20" fmla="*/ 0 w 8"/>
                <a:gd name="T21" fmla="*/ 2 h 14"/>
                <a:gd name="T22" fmla="*/ 0 w 8"/>
                <a:gd name="T23" fmla="*/ 10 h 14"/>
                <a:gd name="T24" fmla="*/ 0 w 8"/>
                <a:gd name="T25" fmla="*/ 10 h 14"/>
                <a:gd name="T26" fmla="*/ 2 w 8"/>
                <a:gd name="T27" fmla="*/ 14 h 14"/>
                <a:gd name="T28" fmla="*/ 4 w 8"/>
                <a:gd name="T29" fmla="*/ 14 h 14"/>
                <a:gd name="T30" fmla="*/ 4 w 8"/>
                <a:gd name="T3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4">
                  <a:moveTo>
                    <a:pt x="4" y="14"/>
                  </a:moveTo>
                  <a:lnTo>
                    <a:pt x="4" y="14"/>
                  </a:lnTo>
                  <a:lnTo>
                    <a:pt x="8" y="14"/>
                  </a:lnTo>
                  <a:lnTo>
                    <a:pt x="8" y="10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2" y="14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0"/>
            <p:cNvSpPr>
              <a:spLocks/>
            </p:cNvSpPr>
            <p:nvPr/>
          </p:nvSpPr>
          <p:spPr bwMode="auto">
            <a:xfrm>
              <a:off x="5434013" y="4818063"/>
              <a:ext cx="12700" cy="25400"/>
            </a:xfrm>
            <a:custGeom>
              <a:avLst/>
              <a:gdLst>
                <a:gd name="T0" fmla="*/ 4 w 8"/>
                <a:gd name="T1" fmla="*/ 0 h 16"/>
                <a:gd name="T2" fmla="*/ 4 w 8"/>
                <a:gd name="T3" fmla="*/ 0 h 16"/>
                <a:gd name="T4" fmla="*/ 2 w 8"/>
                <a:gd name="T5" fmla="*/ 2 h 16"/>
                <a:gd name="T6" fmla="*/ 0 w 8"/>
                <a:gd name="T7" fmla="*/ 4 h 16"/>
                <a:gd name="T8" fmla="*/ 0 w 8"/>
                <a:gd name="T9" fmla="*/ 12 h 16"/>
                <a:gd name="T10" fmla="*/ 0 w 8"/>
                <a:gd name="T11" fmla="*/ 12 h 16"/>
                <a:gd name="T12" fmla="*/ 2 w 8"/>
                <a:gd name="T13" fmla="*/ 14 h 16"/>
                <a:gd name="T14" fmla="*/ 4 w 8"/>
                <a:gd name="T15" fmla="*/ 16 h 16"/>
                <a:gd name="T16" fmla="*/ 4 w 8"/>
                <a:gd name="T17" fmla="*/ 16 h 16"/>
                <a:gd name="T18" fmla="*/ 8 w 8"/>
                <a:gd name="T19" fmla="*/ 14 h 16"/>
                <a:gd name="T20" fmla="*/ 8 w 8"/>
                <a:gd name="T21" fmla="*/ 12 h 16"/>
                <a:gd name="T22" fmla="*/ 8 w 8"/>
                <a:gd name="T23" fmla="*/ 4 h 16"/>
                <a:gd name="T24" fmla="*/ 8 w 8"/>
                <a:gd name="T25" fmla="*/ 4 h 16"/>
                <a:gd name="T26" fmla="*/ 8 w 8"/>
                <a:gd name="T27" fmla="*/ 2 h 16"/>
                <a:gd name="T28" fmla="*/ 4 w 8"/>
                <a:gd name="T29" fmla="*/ 0 h 16"/>
                <a:gd name="T30" fmla="*/ 4 w 8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6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8" y="14"/>
                  </a:lnTo>
                  <a:lnTo>
                    <a:pt x="8" y="12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1"/>
            <p:cNvSpPr>
              <a:spLocks/>
            </p:cNvSpPr>
            <p:nvPr/>
          </p:nvSpPr>
          <p:spPr bwMode="auto">
            <a:xfrm>
              <a:off x="5341938" y="4738688"/>
              <a:ext cx="25400" cy="12700"/>
            </a:xfrm>
            <a:custGeom>
              <a:avLst/>
              <a:gdLst>
                <a:gd name="T0" fmla="*/ 12 w 16"/>
                <a:gd name="T1" fmla="*/ 0 h 8"/>
                <a:gd name="T2" fmla="*/ 4 w 16"/>
                <a:gd name="T3" fmla="*/ 0 h 8"/>
                <a:gd name="T4" fmla="*/ 4 w 16"/>
                <a:gd name="T5" fmla="*/ 0 h 8"/>
                <a:gd name="T6" fmla="*/ 0 w 16"/>
                <a:gd name="T7" fmla="*/ 0 h 8"/>
                <a:gd name="T8" fmla="*/ 0 w 16"/>
                <a:gd name="T9" fmla="*/ 4 h 8"/>
                <a:gd name="T10" fmla="*/ 0 w 16"/>
                <a:gd name="T11" fmla="*/ 4 h 8"/>
                <a:gd name="T12" fmla="*/ 0 w 16"/>
                <a:gd name="T13" fmla="*/ 6 h 8"/>
                <a:gd name="T14" fmla="*/ 4 w 16"/>
                <a:gd name="T15" fmla="*/ 8 h 8"/>
                <a:gd name="T16" fmla="*/ 12 w 16"/>
                <a:gd name="T17" fmla="*/ 8 h 8"/>
                <a:gd name="T18" fmla="*/ 12 w 16"/>
                <a:gd name="T19" fmla="*/ 8 h 8"/>
                <a:gd name="T20" fmla="*/ 14 w 16"/>
                <a:gd name="T21" fmla="*/ 6 h 8"/>
                <a:gd name="T22" fmla="*/ 16 w 16"/>
                <a:gd name="T23" fmla="*/ 4 h 8"/>
                <a:gd name="T24" fmla="*/ 16 w 16"/>
                <a:gd name="T25" fmla="*/ 4 h 8"/>
                <a:gd name="T26" fmla="*/ 14 w 16"/>
                <a:gd name="T27" fmla="*/ 0 h 8"/>
                <a:gd name="T28" fmla="*/ 12 w 16"/>
                <a:gd name="T29" fmla="*/ 0 h 8"/>
                <a:gd name="T30" fmla="*/ 12 w 16"/>
                <a:gd name="T3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8">
                  <a:moveTo>
                    <a:pt x="12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4" y="8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4" y="6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2"/>
            <p:cNvSpPr>
              <a:spLocks/>
            </p:cNvSpPr>
            <p:nvPr/>
          </p:nvSpPr>
          <p:spPr bwMode="auto">
            <a:xfrm>
              <a:off x="5516563" y="4738688"/>
              <a:ext cx="22225" cy="12700"/>
            </a:xfrm>
            <a:custGeom>
              <a:avLst/>
              <a:gdLst>
                <a:gd name="T0" fmla="*/ 10 w 14"/>
                <a:gd name="T1" fmla="*/ 0 h 8"/>
                <a:gd name="T2" fmla="*/ 4 w 14"/>
                <a:gd name="T3" fmla="*/ 0 h 8"/>
                <a:gd name="T4" fmla="*/ 4 w 14"/>
                <a:gd name="T5" fmla="*/ 0 h 8"/>
                <a:gd name="T6" fmla="*/ 0 w 14"/>
                <a:gd name="T7" fmla="*/ 0 h 8"/>
                <a:gd name="T8" fmla="*/ 0 w 14"/>
                <a:gd name="T9" fmla="*/ 4 h 8"/>
                <a:gd name="T10" fmla="*/ 0 w 14"/>
                <a:gd name="T11" fmla="*/ 4 h 8"/>
                <a:gd name="T12" fmla="*/ 0 w 14"/>
                <a:gd name="T13" fmla="*/ 6 h 8"/>
                <a:gd name="T14" fmla="*/ 4 w 14"/>
                <a:gd name="T15" fmla="*/ 8 h 8"/>
                <a:gd name="T16" fmla="*/ 10 w 14"/>
                <a:gd name="T17" fmla="*/ 8 h 8"/>
                <a:gd name="T18" fmla="*/ 10 w 14"/>
                <a:gd name="T19" fmla="*/ 8 h 8"/>
                <a:gd name="T20" fmla="*/ 14 w 14"/>
                <a:gd name="T21" fmla="*/ 6 h 8"/>
                <a:gd name="T22" fmla="*/ 14 w 14"/>
                <a:gd name="T23" fmla="*/ 4 h 8"/>
                <a:gd name="T24" fmla="*/ 14 w 14"/>
                <a:gd name="T25" fmla="*/ 4 h 8"/>
                <a:gd name="T26" fmla="*/ 14 w 14"/>
                <a:gd name="T27" fmla="*/ 0 h 8"/>
                <a:gd name="T28" fmla="*/ 10 w 14"/>
                <a:gd name="T29" fmla="*/ 0 h 8"/>
                <a:gd name="T30" fmla="*/ 10 w 14"/>
                <a:gd name="T3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8">
                  <a:moveTo>
                    <a:pt x="10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4" y="8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4" y="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3"/>
            <p:cNvSpPr>
              <a:spLocks/>
            </p:cNvSpPr>
            <p:nvPr/>
          </p:nvSpPr>
          <p:spPr bwMode="auto">
            <a:xfrm>
              <a:off x="5373688" y="4687888"/>
              <a:ext cx="79375" cy="114300"/>
            </a:xfrm>
            <a:custGeom>
              <a:avLst/>
              <a:gdLst>
                <a:gd name="T0" fmla="*/ 46 w 50"/>
                <a:gd name="T1" fmla="*/ 28 h 72"/>
                <a:gd name="T2" fmla="*/ 46 w 50"/>
                <a:gd name="T3" fmla="*/ 2 h 72"/>
                <a:gd name="T4" fmla="*/ 46 w 50"/>
                <a:gd name="T5" fmla="*/ 2 h 72"/>
                <a:gd name="T6" fmla="*/ 46 w 50"/>
                <a:gd name="T7" fmla="*/ 0 h 72"/>
                <a:gd name="T8" fmla="*/ 42 w 50"/>
                <a:gd name="T9" fmla="*/ 0 h 72"/>
                <a:gd name="T10" fmla="*/ 42 w 50"/>
                <a:gd name="T11" fmla="*/ 0 h 72"/>
                <a:gd name="T12" fmla="*/ 40 w 50"/>
                <a:gd name="T13" fmla="*/ 0 h 72"/>
                <a:gd name="T14" fmla="*/ 38 w 50"/>
                <a:gd name="T15" fmla="*/ 2 h 72"/>
                <a:gd name="T16" fmla="*/ 38 w 50"/>
                <a:gd name="T17" fmla="*/ 28 h 72"/>
                <a:gd name="T18" fmla="*/ 38 w 50"/>
                <a:gd name="T19" fmla="*/ 28 h 72"/>
                <a:gd name="T20" fmla="*/ 36 w 50"/>
                <a:gd name="T21" fmla="*/ 30 h 72"/>
                <a:gd name="T22" fmla="*/ 34 w 50"/>
                <a:gd name="T23" fmla="*/ 32 h 72"/>
                <a:gd name="T24" fmla="*/ 34 w 50"/>
                <a:gd name="T25" fmla="*/ 36 h 72"/>
                <a:gd name="T26" fmla="*/ 34 w 50"/>
                <a:gd name="T27" fmla="*/ 38 h 72"/>
                <a:gd name="T28" fmla="*/ 2 w 50"/>
                <a:gd name="T29" fmla="*/ 64 h 72"/>
                <a:gd name="T30" fmla="*/ 2 w 50"/>
                <a:gd name="T31" fmla="*/ 64 h 72"/>
                <a:gd name="T32" fmla="*/ 0 w 50"/>
                <a:gd name="T33" fmla="*/ 66 h 72"/>
                <a:gd name="T34" fmla="*/ 2 w 50"/>
                <a:gd name="T35" fmla="*/ 70 h 72"/>
                <a:gd name="T36" fmla="*/ 2 w 50"/>
                <a:gd name="T37" fmla="*/ 70 h 72"/>
                <a:gd name="T38" fmla="*/ 4 w 50"/>
                <a:gd name="T39" fmla="*/ 72 h 72"/>
                <a:gd name="T40" fmla="*/ 6 w 50"/>
                <a:gd name="T41" fmla="*/ 70 h 72"/>
                <a:gd name="T42" fmla="*/ 40 w 50"/>
                <a:gd name="T43" fmla="*/ 44 h 72"/>
                <a:gd name="T44" fmla="*/ 40 w 50"/>
                <a:gd name="T45" fmla="*/ 44 h 72"/>
                <a:gd name="T46" fmla="*/ 44 w 50"/>
                <a:gd name="T47" fmla="*/ 44 h 72"/>
                <a:gd name="T48" fmla="*/ 46 w 50"/>
                <a:gd name="T49" fmla="*/ 44 h 72"/>
                <a:gd name="T50" fmla="*/ 50 w 50"/>
                <a:gd name="T51" fmla="*/ 38 h 72"/>
                <a:gd name="T52" fmla="*/ 50 w 50"/>
                <a:gd name="T53" fmla="*/ 32 h 72"/>
                <a:gd name="T54" fmla="*/ 50 w 50"/>
                <a:gd name="T55" fmla="*/ 30 h 72"/>
                <a:gd name="T56" fmla="*/ 46 w 50"/>
                <a:gd name="T57" fmla="*/ 28 h 72"/>
                <a:gd name="T58" fmla="*/ 46 w 50"/>
                <a:gd name="T59" fmla="*/ 2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" h="72">
                  <a:moveTo>
                    <a:pt x="46" y="28"/>
                  </a:moveTo>
                  <a:lnTo>
                    <a:pt x="46" y="2"/>
                  </a:lnTo>
                  <a:lnTo>
                    <a:pt x="46" y="2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38" y="2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36" y="30"/>
                  </a:lnTo>
                  <a:lnTo>
                    <a:pt x="34" y="32"/>
                  </a:lnTo>
                  <a:lnTo>
                    <a:pt x="34" y="36"/>
                  </a:lnTo>
                  <a:lnTo>
                    <a:pt x="34" y="38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2" y="70"/>
                  </a:lnTo>
                  <a:lnTo>
                    <a:pt x="4" y="72"/>
                  </a:lnTo>
                  <a:lnTo>
                    <a:pt x="6" y="70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4" y="44"/>
                  </a:lnTo>
                  <a:lnTo>
                    <a:pt x="46" y="44"/>
                  </a:lnTo>
                  <a:lnTo>
                    <a:pt x="50" y="38"/>
                  </a:lnTo>
                  <a:lnTo>
                    <a:pt x="50" y="32"/>
                  </a:lnTo>
                  <a:lnTo>
                    <a:pt x="50" y="30"/>
                  </a:lnTo>
                  <a:lnTo>
                    <a:pt x="46" y="28"/>
                  </a:lnTo>
                  <a:lnTo>
                    <a:pt x="46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4"/>
            <p:cNvSpPr>
              <a:spLocks noEditPoints="1"/>
            </p:cNvSpPr>
            <p:nvPr/>
          </p:nvSpPr>
          <p:spPr bwMode="auto">
            <a:xfrm>
              <a:off x="3402013" y="4164013"/>
              <a:ext cx="196850" cy="190500"/>
            </a:xfrm>
            <a:custGeom>
              <a:avLst/>
              <a:gdLst>
                <a:gd name="T0" fmla="*/ 116 w 124"/>
                <a:gd name="T1" fmla="*/ 40 h 120"/>
                <a:gd name="T2" fmla="*/ 62 w 124"/>
                <a:gd name="T3" fmla="*/ 50 h 120"/>
                <a:gd name="T4" fmla="*/ 4 w 124"/>
                <a:gd name="T5" fmla="*/ 38 h 120"/>
                <a:gd name="T6" fmla="*/ 6 w 124"/>
                <a:gd name="T7" fmla="*/ 30 h 120"/>
                <a:gd name="T8" fmla="*/ 62 w 124"/>
                <a:gd name="T9" fmla="*/ 40 h 120"/>
                <a:gd name="T10" fmla="*/ 118 w 124"/>
                <a:gd name="T11" fmla="*/ 30 h 120"/>
                <a:gd name="T12" fmla="*/ 122 w 124"/>
                <a:gd name="T13" fmla="*/ 36 h 120"/>
                <a:gd name="T14" fmla="*/ 116 w 124"/>
                <a:gd name="T15" fmla="*/ 60 h 120"/>
                <a:gd name="T16" fmla="*/ 62 w 124"/>
                <a:gd name="T17" fmla="*/ 70 h 120"/>
                <a:gd name="T18" fmla="*/ 4 w 124"/>
                <a:gd name="T19" fmla="*/ 58 h 120"/>
                <a:gd name="T20" fmla="*/ 6 w 124"/>
                <a:gd name="T21" fmla="*/ 52 h 120"/>
                <a:gd name="T22" fmla="*/ 62 w 124"/>
                <a:gd name="T23" fmla="*/ 60 h 120"/>
                <a:gd name="T24" fmla="*/ 118 w 124"/>
                <a:gd name="T25" fmla="*/ 52 h 120"/>
                <a:gd name="T26" fmla="*/ 122 w 124"/>
                <a:gd name="T27" fmla="*/ 56 h 120"/>
                <a:gd name="T28" fmla="*/ 116 w 124"/>
                <a:gd name="T29" fmla="*/ 80 h 120"/>
                <a:gd name="T30" fmla="*/ 62 w 124"/>
                <a:gd name="T31" fmla="*/ 90 h 120"/>
                <a:gd name="T32" fmla="*/ 4 w 124"/>
                <a:gd name="T33" fmla="*/ 78 h 120"/>
                <a:gd name="T34" fmla="*/ 6 w 124"/>
                <a:gd name="T35" fmla="*/ 72 h 120"/>
                <a:gd name="T36" fmla="*/ 62 w 124"/>
                <a:gd name="T37" fmla="*/ 80 h 120"/>
                <a:gd name="T38" fmla="*/ 118 w 124"/>
                <a:gd name="T39" fmla="*/ 72 h 120"/>
                <a:gd name="T40" fmla="*/ 122 w 124"/>
                <a:gd name="T41" fmla="*/ 76 h 120"/>
                <a:gd name="T42" fmla="*/ 116 w 124"/>
                <a:gd name="T43" fmla="*/ 102 h 120"/>
                <a:gd name="T44" fmla="*/ 62 w 124"/>
                <a:gd name="T45" fmla="*/ 110 h 120"/>
                <a:gd name="T46" fmla="*/ 4 w 124"/>
                <a:gd name="T47" fmla="*/ 98 h 120"/>
                <a:gd name="T48" fmla="*/ 6 w 124"/>
                <a:gd name="T49" fmla="*/ 92 h 120"/>
                <a:gd name="T50" fmla="*/ 62 w 124"/>
                <a:gd name="T51" fmla="*/ 100 h 120"/>
                <a:gd name="T52" fmla="*/ 118 w 124"/>
                <a:gd name="T53" fmla="*/ 92 h 120"/>
                <a:gd name="T54" fmla="*/ 122 w 124"/>
                <a:gd name="T55" fmla="*/ 96 h 120"/>
                <a:gd name="T56" fmla="*/ 104 w 124"/>
                <a:gd name="T57" fmla="*/ 6 h 120"/>
                <a:gd name="T58" fmla="*/ 122 w 124"/>
                <a:gd name="T59" fmla="*/ 16 h 120"/>
                <a:gd name="T60" fmla="*/ 86 w 124"/>
                <a:gd name="T61" fmla="*/ 28 h 120"/>
                <a:gd name="T62" fmla="*/ 18 w 124"/>
                <a:gd name="T63" fmla="*/ 24 h 120"/>
                <a:gd name="T64" fmla="*/ 2 w 124"/>
                <a:gd name="T65" fmla="*/ 16 h 120"/>
                <a:gd name="T66" fmla="*/ 38 w 124"/>
                <a:gd name="T67" fmla="*/ 2 h 120"/>
                <a:gd name="T68" fmla="*/ 124 w 124"/>
                <a:gd name="T69" fmla="*/ 16 h 120"/>
                <a:gd name="T70" fmla="*/ 104 w 124"/>
                <a:gd name="T71" fmla="*/ 4 h 120"/>
                <a:gd name="T72" fmla="*/ 40 w 124"/>
                <a:gd name="T73" fmla="*/ 0 h 120"/>
                <a:gd name="T74" fmla="*/ 0 w 124"/>
                <a:gd name="T75" fmla="*/ 16 h 120"/>
                <a:gd name="T76" fmla="*/ 4 w 124"/>
                <a:gd name="T77" fmla="*/ 30 h 120"/>
                <a:gd name="T78" fmla="*/ 0 w 124"/>
                <a:gd name="T79" fmla="*/ 44 h 120"/>
                <a:gd name="T80" fmla="*/ 4 w 124"/>
                <a:gd name="T81" fmla="*/ 50 h 120"/>
                <a:gd name="T82" fmla="*/ 0 w 124"/>
                <a:gd name="T83" fmla="*/ 64 h 120"/>
                <a:gd name="T84" fmla="*/ 0 w 124"/>
                <a:gd name="T85" fmla="*/ 72 h 120"/>
                <a:gd name="T86" fmla="*/ 0 w 124"/>
                <a:gd name="T87" fmla="*/ 88 h 120"/>
                <a:gd name="T88" fmla="*/ 0 w 124"/>
                <a:gd name="T89" fmla="*/ 96 h 120"/>
                <a:gd name="T90" fmla="*/ 6 w 124"/>
                <a:gd name="T91" fmla="*/ 110 h 120"/>
                <a:gd name="T92" fmla="*/ 62 w 124"/>
                <a:gd name="T93" fmla="*/ 120 h 120"/>
                <a:gd name="T94" fmla="*/ 122 w 124"/>
                <a:gd name="T95" fmla="*/ 108 h 120"/>
                <a:gd name="T96" fmla="*/ 122 w 124"/>
                <a:gd name="T97" fmla="*/ 92 h 120"/>
                <a:gd name="T98" fmla="*/ 124 w 124"/>
                <a:gd name="T99" fmla="*/ 84 h 120"/>
                <a:gd name="T100" fmla="*/ 120 w 124"/>
                <a:gd name="T101" fmla="*/ 70 h 120"/>
                <a:gd name="T102" fmla="*/ 124 w 124"/>
                <a:gd name="T103" fmla="*/ 56 h 120"/>
                <a:gd name="T104" fmla="*/ 120 w 124"/>
                <a:gd name="T105" fmla="*/ 50 h 120"/>
                <a:gd name="T106" fmla="*/ 124 w 124"/>
                <a:gd name="T107" fmla="*/ 36 h 120"/>
                <a:gd name="T108" fmla="*/ 122 w 124"/>
                <a:gd name="T109" fmla="*/ 2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4" h="120">
                  <a:moveTo>
                    <a:pt x="122" y="36"/>
                  </a:moveTo>
                  <a:lnTo>
                    <a:pt x="122" y="36"/>
                  </a:lnTo>
                  <a:lnTo>
                    <a:pt x="120" y="38"/>
                  </a:lnTo>
                  <a:lnTo>
                    <a:pt x="116" y="40"/>
                  </a:lnTo>
                  <a:lnTo>
                    <a:pt x="104" y="46"/>
                  </a:lnTo>
                  <a:lnTo>
                    <a:pt x="86" y="48"/>
                  </a:lnTo>
                  <a:lnTo>
                    <a:pt x="62" y="50"/>
                  </a:lnTo>
                  <a:lnTo>
                    <a:pt x="62" y="50"/>
                  </a:lnTo>
                  <a:lnTo>
                    <a:pt x="38" y="48"/>
                  </a:lnTo>
                  <a:lnTo>
                    <a:pt x="18" y="46"/>
                  </a:lnTo>
                  <a:lnTo>
                    <a:pt x="6" y="40"/>
                  </a:lnTo>
                  <a:lnTo>
                    <a:pt x="4" y="38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4" y="34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16" y="34"/>
                  </a:lnTo>
                  <a:lnTo>
                    <a:pt x="30" y="38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94" y="38"/>
                  </a:lnTo>
                  <a:lnTo>
                    <a:pt x="106" y="34"/>
                  </a:lnTo>
                  <a:lnTo>
                    <a:pt x="118" y="30"/>
                  </a:lnTo>
                  <a:lnTo>
                    <a:pt x="118" y="30"/>
                  </a:lnTo>
                  <a:lnTo>
                    <a:pt x="120" y="34"/>
                  </a:lnTo>
                  <a:lnTo>
                    <a:pt x="122" y="36"/>
                  </a:lnTo>
                  <a:lnTo>
                    <a:pt x="122" y="36"/>
                  </a:lnTo>
                  <a:close/>
                  <a:moveTo>
                    <a:pt x="122" y="56"/>
                  </a:moveTo>
                  <a:lnTo>
                    <a:pt x="122" y="56"/>
                  </a:lnTo>
                  <a:lnTo>
                    <a:pt x="120" y="58"/>
                  </a:lnTo>
                  <a:lnTo>
                    <a:pt x="116" y="60"/>
                  </a:lnTo>
                  <a:lnTo>
                    <a:pt x="104" y="66"/>
                  </a:lnTo>
                  <a:lnTo>
                    <a:pt x="86" y="68"/>
                  </a:lnTo>
                  <a:lnTo>
                    <a:pt x="62" y="70"/>
                  </a:lnTo>
                  <a:lnTo>
                    <a:pt x="62" y="70"/>
                  </a:lnTo>
                  <a:lnTo>
                    <a:pt x="38" y="68"/>
                  </a:lnTo>
                  <a:lnTo>
                    <a:pt x="18" y="66"/>
                  </a:lnTo>
                  <a:lnTo>
                    <a:pt x="6" y="60"/>
                  </a:lnTo>
                  <a:lnTo>
                    <a:pt x="4" y="58"/>
                  </a:lnTo>
                  <a:lnTo>
                    <a:pt x="2" y="56"/>
                  </a:lnTo>
                  <a:lnTo>
                    <a:pt x="2" y="56"/>
                  </a:lnTo>
                  <a:lnTo>
                    <a:pt x="4" y="54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16" y="54"/>
                  </a:lnTo>
                  <a:lnTo>
                    <a:pt x="30" y="58"/>
                  </a:lnTo>
                  <a:lnTo>
                    <a:pt x="62" y="60"/>
                  </a:lnTo>
                  <a:lnTo>
                    <a:pt x="62" y="60"/>
                  </a:lnTo>
                  <a:lnTo>
                    <a:pt x="94" y="58"/>
                  </a:lnTo>
                  <a:lnTo>
                    <a:pt x="106" y="54"/>
                  </a:lnTo>
                  <a:lnTo>
                    <a:pt x="118" y="52"/>
                  </a:lnTo>
                  <a:lnTo>
                    <a:pt x="118" y="52"/>
                  </a:lnTo>
                  <a:lnTo>
                    <a:pt x="120" y="54"/>
                  </a:lnTo>
                  <a:lnTo>
                    <a:pt x="122" y="56"/>
                  </a:lnTo>
                  <a:lnTo>
                    <a:pt x="122" y="56"/>
                  </a:lnTo>
                  <a:close/>
                  <a:moveTo>
                    <a:pt x="122" y="76"/>
                  </a:moveTo>
                  <a:lnTo>
                    <a:pt x="122" y="76"/>
                  </a:lnTo>
                  <a:lnTo>
                    <a:pt x="120" y="78"/>
                  </a:lnTo>
                  <a:lnTo>
                    <a:pt x="116" y="80"/>
                  </a:lnTo>
                  <a:lnTo>
                    <a:pt x="104" y="86"/>
                  </a:lnTo>
                  <a:lnTo>
                    <a:pt x="86" y="88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38" y="88"/>
                  </a:lnTo>
                  <a:lnTo>
                    <a:pt x="18" y="86"/>
                  </a:lnTo>
                  <a:lnTo>
                    <a:pt x="6" y="80"/>
                  </a:lnTo>
                  <a:lnTo>
                    <a:pt x="4" y="78"/>
                  </a:lnTo>
                  <a:lnTo>
                    <a:pt x="2" y="76"/>
                  </a:lnTo>
                  <a:lnTo>
                    <a:pt x="2" y="76"/>
                  </a:lnTo>
                  <a:lnTo>
                    <a:pt x="4" y="74"/>
                  </a:lnTo>
                  <a:lnTo>
                    <a:pt x="6" y="72"/>
                  </a:lnTo>
                  <a:lnTo>
                    <a:pt x="6" y="72"/>
                  </a:lnTo>
                  <a:lnTo>
                    <a:pt x="16" y="74"/>
                  </a:lnTo>
                  <a:lnTo>
                    <a:pt x="30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94" y="78"/>
                  </a:lnTo>
                  <a:lnTo>
                    <a:pt x="106" y="74"/>
                  </a:lnTo>
                  <a:lnTo>
                    <a:pt x="118" y="72"/>
                  </a:lnTo>
                  <a:lnTo>
                    <a:pt x="118" y="72"/>
                  </a:lnTo>
                  <a:lnTo>
                    <a:pt x="120" y="74"/>
                  </a:lnTo>
                  <a:lnTo>
                    <a:pt x="122" y="76"/>
                  </a:lnTo>
                  <a:lnTo>
                    <a:pt x="122" y="76"/>
                  </a:lnTo>
                  <a:close/>
                  <a:moveTo>
                    <a:pt x="122" y="96"/>
                  </a:moveTo>
                  <a:lnTo>
                    <a:pt x="122" y="96"/>
                  </a:lnTo>
                  <a:lnTo>
                    <a:pt x="120" y="98"/>
                  </a:lnTo>
                  <a:lnTo>
                    <a:pt x="116" y="102"/>
                  </a:lnTo>
                  <a:lnTo>
                    <a:pt x="104" y="106"/>
                  </a:lnTo>
                  <a:lnTo>
                    <a:pt x="86" y="108"/>
                  </a:lnTo>
                  <a:lnTo>
                    <a:pt x="62" y="110"/>
                  </a:lnTo>
                  <a:lnTo>
                    <a:pt x="62" y="110"/>
                  </a:lnTo>
                  <a:lnTo>
                    <a:pt x="38" y="108"/>
                  </a:lnTo>
                  <a:lnTo>
                    <a:pt x="18" y="106"/>
                  </a:lnTo>
                  <a:lnTo>
                    <a:pt x="6" y="102"/>
                  </a:lnTo>
                  <a:lnTo>
                    <a:pt x="4" y="98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4" y="94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16" y="96"/>
                  </a:lnTo>
                  <a:lnTo>
                    <a:pt x="30" y="98"/>
                  </a:lnTo>
                  <a:lnTo>
                    <a:pt x="62" y="100"/>
                  </a:lnTo>
                  <a:lnTo>
                    <a:pt x="62" y="100"/>
                  </a:lnTo>
                  <a:lnTo>
                    <a:pt x="94" y="98"/>
                  </a:lnTo>
                  <a:lnTo>
                    <a:pt x="106" y="96"/>
                  </a:lnTo>
                  <a:lnTo>
                    <a:pt x="118" y="92"/>
                  </a:lnTo>
                  <a:lnTo>
                    <a:pt x="118" y="92"/>
                  </a:lnTo>
                  <a:lnTo>
                    <a:pt x="120" y="94"/>
                  </a:lnTo>
                  <a:lnTo>
                    <a:pt x="122" y="96"/>
                  </a:lnTo>
                  <a:lnTo>
                    <a:pt x="122" y="96"/>
                  </a:lnTo>
                  <a:close/>
                  <a:moveTo>
                    <a:pt x="62" y="2"/>
                  </a:moveTo>
                  <a:lnTo>
                    <a:pt x="62" y="2"/>
                  </a:lnTo>
                  <a:lnTo>
                    <a:pt x="86" y="2"/>
                  </a:lnTo>
                  <a:lnTo>
                    <a:pt x="104" y="6"/>
                  </a:lnTo>
                  <a:lnTo>
                    <a:pt x="116" y="10"/>
                  </a:lnTo>
                  <a:lnTo>
                    <a:pt x="120" y="14"/>
                  </a:lnTo>
                  <a:lnTo>
                    <a:pt x="122" y="16"/>
                  </a:lnTo>
                  <a:lnTo>
                    <a:pt x="122" y="16"/>
                  </a:lnTo>
                  <a:lnTo>
                    <a:pt x="120" y="18"/>
                  </a:lnTo>
                  <a:lnTo>
                    <a:pt x="116" y="20"/>
                  </a:lnTo>
                  <a:lnTo>
                    <a:pt x="104" y="24"/>
                  </a:lnTo>
                  <a:lnTo>
                    <a:pt x="86" y="28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38" y="28"/>
                  </a:lnTo>
                  <a:lnTo>
                    <a:pt x="18" y="24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4" y="14"/>
                  </a:lnTo>
                  <a:lnTo>
                    <a:pt x="6" y="10"/>
                  </a:lnTo>
                  <a:lnTo>
                    <a:pt x="18" y="6"/>
                  </a:lnTo>
                  <a:lnTo>
                    <a:pt x="38" y="2"/>
                  </a:lnTo>
                  <a:lnTo>
                    <a:pt x="62" y="2"/>
                  </a:lnTo>
                  <a:lnTo>
                    <a:pt x="62" y="2"/>
                  </a:lnTo>
                  <a:close/>
                  <a:moveTo>
                    <a:pt x="124" y="24"/>
                  </a:moveTo>
                  <a:lnTo>
                    <a:pt x="124" y="16"/>
                  </a:lnTo>
                  <a:lnTo>
                    <a:pt x="124" y="16"/>
                  </a:lnTo>
                  <a:lnTo>
                    <a:pt x="122" y="12"/>
                  </a:lnTo>
                  <a:lnTo>
                    <a:pt x="118" y="8"/>
                  </a:lnTo>
                  <a:lnTo>
                    <a:pt x="104" y="4"/>
                  </a:lnTo>
                  <a:lnTo>
                    <a:pt x="84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40" y="0"/>
                  </a:lnTo>
                  <a:lnTo>
                    <a:pt x="20" y="4"/>
                  </a:lnTo>
                  <a:lnTo>
                    <a:pt x="6" y="8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0" y="32"/>
                  </a:lnTo>
                  <a:lnTo>
                    <a:pt x="0" y="36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0" y="52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66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0" y="72"/>
                  </a:lnTo>
                  <a:lnTo>
                    <a:pt x="0" y="7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88"/>
                  </a:lnTo>
                  <a:lnTo>
                    <a:pt x="4" y="90"/>
                  </a:lnTo>
                  <a:lnTo>
                    <a:pt x="4" y="90"/>
                  </a:lnTo>
                  <a:lnTo>
                    <a:pt x="0" y="92"/>
                  </a:lnTo>
                  <a:lnTo>
                    <a:pt x="0" y="9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108"/>
                  </a:lnTo>
                  <a:lnTo>
                    <a:pt x="6" y="110"/>
                  </a:lnTo>
                  <a:lnTo>
                    <a:pt x="20" y="116"/>
                  </a:lnTo>
                  <a:lnTo>
                    <a:pt x="40" y="120"/>
                  </a:lnTo>
                  <a:lnTo>
                    <a:pt x="62" y="120"/>
                  </a:lnTo>
                  <a:lnTo>
                    <a:pt x="62" y="120"/>
                  </a:lnTo>
                  <a:lnTo>
                    <a:pt x="84" y="120"/>
                  </a:lnTo>
                  <a:lnTo>
                    <a:pt x="104" y="116"/>
                  </a:lnTo>
                  <a:lnTo>
                    <a:pt x="118" y="110"/>
                  </a:lnTo>
                  <a:lnTo>
                    <a:pt x="122" y="108"/>
                  </a:lnTo>
                  <a:lnTo>
                    <a:pt x="124" y="104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2" y="92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22" y="88"/>
                  </a:lnTo>
                  <a:lnTo>
                    <a:pt x="124" y="84"/>
                  </a:lnTo>
                  <a:lnTo>
                    <a:pt x="124" y="76"/>
                  </a:lnTo>
                  <a:lnTo>
                    <a:pt x="124" y="76"/>
                  </a:lnTo>
                  <a:lnTo>
                    <a:pt x="122" y="72"/>
                  </a:lnTo>
                  <a:lnTo>
                    <a:pt x="120" y="70"/>
                  </a:lnTo>
                  <a:lnTo>
                    <a:pt x="120" y="70"/>
                  </a:lnTo>
                  <a:lnTo>
                    <a:pt x="122" y="66"/>
                  </a:lnTo>
                  <a:lnTo>
                    <a:pt x="124" y="64"/>
                  </a:lnTo>
                  <a:lnTo>
                    <a:pt x="124" y="56"/>
                  </a:lnTo>
                  <a:lnTo>
                    <a:pt x="124" y="56"/>
                  </a:lnTo>
                  <a:lnTo>
                    <a:pt x="122" y="52"/>
                  </a:lnTo>
                  <a:lnTo>
                    <a:pt x="120" y="50"/>
                  </a:lnTo>
                  <a:lnTo>
                    <a:pt x="120" y="50"/>
                  </a:lnTo>
                  <a:lnTo>
                    <a:pt x="122" y="46"/>
                  </a:lnTo>
                  <a:lnTo>
                    <a:pt x="124" y="44"/>
                  </a:lnTo>
                  <a:lnTo>
                    <a:pt x="124" y="36"/>
                  </a:lnTo>
                  <a:lnTo>
                    <a:pt x="124" y="36"/>
                  </a:lnTo>
                  <a:lnTo>
                    <a:pt x="122" y="32"/>
                  </a:lnTo>
                  <a:lnTo>
                    <a:pt x="120" y="30"/>
                  </a:lnTo>
                  <a:lnTo>
                    <a:pt x="120" y="30"/>
                  </a:lnTo>
                  <a:lnTo>
                    <a:pt x="122" y="26"/>
                  </a:lnTo>
                  <a:lnTo>
                    <a:pt x="124" y="24"/>
                  </a:lnTo>
                  <a:lnTo>
                    <a:pt x="124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55"/>
            <p:cNvSpPr>
              <a:spLocks/>
            </p:cNvSpPr>
            <p:nvPr/>
          </p:nvSpPr>
          <p:spPr bwMode="auto">
            <a:xfrm>
              <a:off x="4814888" y="3392488"/>
              <a:ext cx="85725" cy="349250"/>
            </a:xfrm>
            <a:custGeom>
              <a:avLst/>
              <a:gdLst>
                <a:gd name="T0" fmla="*/ 54 w 54"/>
                <a:gd name="T1" fmla="*/ 220 h 220"/>
                <a:gd name="T2" fmla="*/ 0 w 54"/>
                <a:gd name="T3" fmla="*/ 220 h 220"/>
                <a:gd name="T4" fmla="*/ 0 w 54"/>
                <a:gd name="T5" fmla="*/ 0 h 220"/>
                <a:gd name="T6" fmla="*/ 54 w 54"/>
                <a:gd name="T7" fmla="*/ 0 h 220"/>
                <a:gd name="T8" fmla="*/ 54 w 54"/>
                <a:gd name="T9" fmla="*/ 220 h 220"/>
                <a:gd name="T10" fmla="*/ 54 w 54"/>
                <a:gd name="T11" fmla="*/ 22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220">
                  <a:moveTo>
                    <a:pt x="54" y="220"/>
                  </a:moveTo>
                  <a:lnTo>
                    <a:pt x="0" y="220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220"/>
                  </a:lnTo>
                  <a:lnTo>
                    <a:pt x="54" y="22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56"/>
            <p:cNvSpPr>
              <a:spLocks/>
            </p:cNvSpPr>
            <p:nvPr/>
          </p:nvSpPr>
          <p:spPr bwMode="auto">
            <a:xfrm>
              <a:off x="4700588" y="3567113"/>
              <a:ext cx="85725" cy="174625"/>
            </a:xfrm>
            <a:custGeom>
              <a:avLst/>
              <a:gdLst>
                <a:gd name="T0" fmla="*/ 54 w 54"/>
                <a:gd name="T1" fmla="*/ 110 h 110"/>
                <a:gd name="T2" fmla="*/ 0 w 54"/>
                <a:gd name="T3" fmla="*/ 110 h 110"/>
                <a:gd name="T4" fmla="*/ 0 w 54"/>
                <a:gd name="T5" fmla="*/ 0 h 110"/>
                <a:gd name="T6" fmla="*/ 54 w 54"/>
                <a:gd name="T7" fmla="*/ 0 h 110"/>
                <a:gd name="T8" fmla="*/ 54 w 54"/>
                <a:gd name="T9" fmla="*/ 110 h 110"/>
                <a:gd name="T10" fmla="*/ 54 w 54"/>
                <a:gd name="T11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10">
                  <a:moveTo>
                    <a:pt x="54" y="110"/>
                  </a:moveTo>
                  <a:lnTo>
                    <a:pt x="0" y="110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0"/>
                  </a:lnTo>
                  <a:lnTo>
                    <a:pt x="54" y="11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57"/>
            <p:cNvSpPr>
              <a:spLocks/>
            </p:cNvSpPr>
            <p:nvPr/>
          </p:nvSpPr>
          <p:spPr bwMode="auto">
            <a:xfrm>
              <a:off x="4586288" y="3481388"/>
              <a:ext cx="88900" cy="260350"/>
            </a:xfrm>
            <a:custGeom>
              <a:avLst/>
              <a:gdLst>
                <a:gd name="T0" fmla="*/ 56 w 56"/>
                <a:gd name="T1" fmla="*/ 164 h 164"/>
                <a:gd name="T2" fmla="*/ 0 w 56"/>
                <a:gd name="T3" fmla="*/ 164 h 164"/>
                <a:gd name="T4" fmla="*/ 0 w 56"/>
                <a:gd name="T5" fmla="*/ 0 h 164"/>
                <a:gd name="T6" fmla="*/ 56 w 56"/>
                <a:gd name="T7" fmla="*/ 0 h 164"/>
                <a:gd name="T8" fmla="*/ 56 w 56"/>
                <a:gd name="T9" fmla="*/ 164 h 164"/>
                <a:gd name="T10" fmla="*/ 56 w 56"/>
                <a:gd name="T11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164">
                  <a:moveTo>
                    <a:pt x="56" y="164"/>
                  </a:moveTo>
                  <a:lnTo>
                    <a:pt x="0" y="164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64"/>
                  </a:lnTo>
                  <a:lnTo>
                    <a:pt x="56" y="164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58"/>
            <p:cNvSpPr>
              <a:spLocks/>
            </p:cNvSpPr>
            <p:nvPr/>
          </p:nvSpPr>
          <p:spPr bwMode="auto">
            <a:xfrm>
              <a:off x="4471988" y="3306763"/>
              <a:ext cx="88900" cy="434975"/>
            </a:xfrm>
            <a:custGeom>
              <a:avLst/>
              <a:gdLst>
                <a:gd name="T0" fmla="*/ 56 w 56"/>
                <a:gd name="T1" fmla="*/ 274 h 274"/>
                <a:gd name="T2" fmla="*/ 0 w 56"/>
                <a:gd name="T3" fmla="*/ 274 h 274"/>
                <a:gd name="T4" fmla="*/ 0 w 56"/>
                <a:gd name="T5" fmla="*/ 0 h 274"/>
                <a:gd name="T6" fmla="*/ 56 w 56"/>
                <a:gd name="T7" fmla="*/ 0 h 274"/>
                <a:gd name="T8" fmla="*/ 56 w 56"/>
                <a:gd name="T9" fmla="*/ 274 h 274"/>
                <a:gd name="T10" fmla="*/ 56 w 56"/>
                <a:gd name="T11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274">
                  <a:moveTo>
                    <a:pt x="56" y="274"/>
                  </a:moveTo>
                  <a:lnTo>
                    <a:pt x="0" y="274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274"/>
                  </a:lnTo>
                  <a:lnTo>
                    <a:pt x="56" y="274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59"/>
            <p:cNvSpPr>
              <a:spLocks/>
            </p:cNvSpPr>
            <p:nvPr/>
          </p:nvSpPr>
          <p:spPr bwMode="auto">
            <a:xfrm>
              <a:off x="4287838" y="2198688"/>
              <a:ext cx="825500" cy="133350"/>
            </a:xfrm>
            <a:custGeom>
              <a:avLst/>
              <a:gdLst>
                <a:gd name="T0" fmla="*/ 10 w 520"/>
                <a:gd name="T1" fmla="*/ 62 h 84"/>
                <a:gd name="T2" fmla="*/ 10 w 520"/>
                <a:gd name="T3" fmla="*/ 62 h 84"/>
                <a:gd name="T4" fmla="*/ 4 w 520"/>
                <a:gd name="T5" fmla="*/ 60 h 84"/>
                <a:gd name="T6" fmla="*/ 0 w 520"/>
                <a:gd name="T7" fmla="*/ 56 h 84"/>
                <a:gd name="T8" fmla="*/ 0 w 520"/>
                <a:gd name="T9" fmla="*/ 56 h 84"/>
                <a:gd name="T10" fmla="*/ 0 w 520"/>
                <a:gd name="T11" fmla="*/ 50 h 84"/>
                <a:gd name="T12" fmla="*/ 6 w 520"/>
                <a:gd name="T13" fmla="*/ 48 h 84"/>
                <a:gd name="T14" fmla="*/ 6 w 520"/>
                <a:gd name="T15" fmla="*/ 48 h 84"/>
                <a:gd name="T16" fmla="*/ 64 w 520"/>
                <a:gd name="T17" fmla="*/ 32 h 84"/>
                <a:gd name="T18" fmla="*/ 124 w 520"/>
                <a:gd name="T19" fmla="*/ 20 h 84"/>
                <a:gd name="T20" fmla="*/ 184 w 520"/>
                <a:gd name="T21" fmla="*/ 14 h 84"/>
                <a:gd name="T22" fmla="*/ 244 w 520"/>
                <a:gd name="T23" fmla="*/ 10 h 84"/>
                <a:gd name="T24" fmla="*/ 306 w 520"/>
                <a:gd name="T25" fmla="*/ 12 h 84"/>
                <a:gd name="T26" fmla="*/ 366 w 520"/>
                <a:gd name="T27" fmla="*/ 18 h 84"/>
                <a:gd name="T28" fmla="*/ 426 w 520"/>
                <a:gd name="T29" fmla="*/ 28 h 84"/>
                <a:gd name="T30" fmla="*/ 484 w 520"/>
                <a:gd name="T31" fmla="*/ 44 h 84"/>
                <a:gd name="T32" fmla="*/ 456 w 520"/>
                <a:gd name="T33" fmla="*/ 8 h 84"/>
                <a:gd name="T34" fmla="*/ 466 w 520"/>
                <a:gd name="T35" fmla="*/ 0 h 84"/>
                <a:gd name="T36" fmla="*/ 520 w 520"/>
                <a:gd name="T37" fmla="*/ 62 h 84"/>
                <a:gd name="T38" fmla="*/ 442 w 520"/>
                <a:gd name="T39" fmla="*/ 84 h 84"/>
                <a:gd name="T40" fmla="*/ 436 w 520"/>
                <a:gd name="T41" fmla="*/ 70 h 84"/>
                <a:gd name="T42" fmla="*/ 480 w 520"/>
                <a:gd name="T43" fmla="*/ 58 h 84"/>
                <a:gd name="T44" fmla="*/ 480 w 520"/>
                <a:gd name="T45" fmla="*/ 58 h 84"/>
                <a:gd name="T46" fmla="*/ 422 w 520"/>
                <a:gd name="T47" fmla="*/ 44 h 84"/>
                <a:gd name="T48" fmla="*/ 364 w 520"/>
                <a:gd name="T49" fmla="*/ 34 h 84"/>
                <a:gd name="T50" fmla="*/ 304 w 520"/>
                <a:gd name="T51" fmla="*/ 28 h 84"/>
                <a:gd name="T52" fmla="*/ 244 w 520"/>
                <a:gd name="T53" fmla="*/ 26 h 84"/>
                <a:gd name="T54" fmla="*/ 184 w 520"/>
                <a:gd name="T55" fmla="*/ 28 h 84"/>
                <a:gd name="T56" fmla="*/ 126 w 520"/>
                <a:gd name="T57" fmla="*/ 36 h 84"/>
                <a:gd name="T58" fmla="*/ 68 w 520"/>
                <a:gd name="T59" fmla="*/ 46 h 84"/>
                <a:gd name="T60" fmla="*/ 10 w 520"/>
                <a:gd name="T61" fmla="*/ 62 h 84"/>
                <a:gd name="T62" fmla="*/ 10 w 520"/>
                <a:gd name="T63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20" h="84">
                  <a:moveTo>
                    <a:pt x="10" y="62"/>
                  </a:moveTo>
                  <a:lnTo>
                    <a:pt x="10" y="62"/>
                  </a:lnTo>
                  <a:lnTo>
                    <a:pt x="4" y="60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50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4" y="32"/>
                  </a:lnTo>
                  <a:lnTo>
                    <a:pt x="124" y="20"/>
                  </a:lnTo>
                  <a:lnTo>
                    <a:pt x="184" y="14"/>
                  </a:lnTo>
                  <a:lnTo>
                    <a:pt x="244" y="10"/>
                  </a:lnTo>
                  <a:lnTo>
                    <a:pt x="306" y="12"/>
                  </a:lnTo>
                  <a:lnTo>
                    <a:pt x="366" y="18"/>
                  </a:lnTo>
                  <a:lnTo>
                    <a:pt x="426" y="28"/>
                  </a:lnTo>
                  <a:lnTo>
                    <a:pt x="484" y="44"/>
                  </a:lnTo>
                  <a:lnTo>
                    <a:pt x="456" y="8"/>
                  </a:lnTo>
                  <a:lnTo>
                    <a:pt x="466" y="0"/>
                  </a:lnTo>
                  <a:lnTo>
                    <a:pt x="520" y="62"/>
                  </a:lnTo>
                  <a:lnTo>
                    <a:pt x="442" y="84"/>
                  </a:lnTo>
                  <a:lnTo>
                    <a:pt x="436" y="70"/>
                  </a:lnTo>
                  <a:lnTo>
                    <a:pt x="480" y="58"/>
                  </a:lnTo>
                  <a:lnTo>
                    <a:pt x="480" y="58"/>
                  </a:lnTo>
                  <a:lnTo>
                    <a:pt x="422" y="44"/>
                  </a:lnTo>
                  <a:lnTo>
                    <a:pt x="364" y="34"/>
                  </a:lnTo>
                  <a:lnTo>
                    <a:pt x="304" y="28"/>
                  </a:lnTo>
                  <a:lnTo>
                    <a:pt x="244" y="26"/>
                  </a:lnTo>
                  <a:lnTo>
                    <a:pt x="184" y="28"/>
                  </a:lnTo>
                  <a:lnTo>
                    <a:pt x="126" y="36"/>
                  </a:lnTo>
                  <a:lnTo>
                    <a:pt x="68" y="46"/>
                  </a:lnTo>
                  <a:lnTo>
                    <a:pt x="10" y="62"/>
                  </a:lnTo>
                  <a:lnTo>
                    <a:pt x="10" y="62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60"/>
            <p:cNvSpPr>
              <a:spLocks/>
            </p:cNvSpPr>
            <p:nvPr/>
          </p:nvSpPr>
          <p:spPr bwMode="auto">
            <a:xfrm>
              <a:off x="5926138" y="3224213"/>
              <a:ext cx="136525" cy="730250"/>
            </a:xfrm>
            <a:custGeom>
              <a:avLst/>
              <a:gdLst>
                <a:gd name="T0" fmla="*/ 28 w 86"/>
                <a:gd name="T1" fmla="*/ 10 h 460"/>
                <a:gd name="T2" fmla="*/ 28 w 86"/>
                <a:gd name="T3" fmla="*/ 10 h 460"/>
                <a:gd name="T4" fmla="*/ 30 w 86"/>
                <a:gd name="T5" fmla="*/ 4 h 460"/>
                <a:gd name="T6" fmla="*/ 34 w 86"/>
                <a:gd name="T7" fmla="*/ 0 h 460"/>
                <a:gd name="T8" fmla="*/ 34 w 86"/>
                <a:gd name="T9" fmla="*/ 0 h 460"/>
                <a:gd name="T10" fmla="*/ 40 w 86"/>
                <a:gd name="T11" fmla="*/ 2 h 460"/>
                <a:gd name="T12" fmla="*/ 44 w 86"/>
                <a:gd name="T13" fmla="*/ 6 h 460"/>
                <a:gd name="T14" fmla="*/ 44 w 86"/>
                <a:gd name="T15" fmla="*/ 6 h 460"/>
                <a:gd name="T16" fmla="*/ 54 w 86"/>
                <a:gd name="T17" fmla="*/ 58 h 460"/>
                <a:gd name="T18" fmla="*/ 62 w 86"/>
                <a:gd name="T19" fmla="*/ 110 h 460"/>
                <a:gd name="T20" fmla="*/ 68 w 86"/>
                <a:gd name="T21" fmla="*/ 162 h 460"/>
                <a:gd name="T22" fmla="*/ 70 w 86"/>
                <a:gd name="T23" fmla="*/ 216 h 460"/>
                <a:gd name="T24" fmla="*/ 68 w 86"/>
                <a:gd name="T25" fmla="*/ 268 h 460"/>
                <a:gd name="T26" fmla="*/ 62 w 86"/>
                <a:gd name="T27" fmla="*/ 322 h 460"/>
                <a:gd name="T28" fmla="*/ 54 w 86"/>
                <a:gd name="T29" fmla="*/ 374 h 460"/>
                <a:gd name="T30" fmla="*/ 42 w 86"/>
                <a:gd name="T31" fmla="*/ 426 h 460"/>
                <a:gd name="T32" fmla="*/ 76 w 86"/>
                <a:gd name="T33" fmla="*/ 396 h 460"/>
                <a:gd name="T34" fmla="*/ 86 w 86"/>
                <a:gd name="T35" fmla="*/ 406 h 460"/>
                <a:gd name="T36" fmla="*/ 26 w 86"/>
                <a:gd name="T37" fmla="*/ 460 h 460"/>
                <a:gd name="T38" fmla="*/ 0 w 86"/>
                <a:gd name="T39" fmla="*/ 382 h 460"/>
                <a:gd name="T40" fmla="*/ 14 w 86"/>
                <a:gd name="T41" fmla="*/ 378 h 460"/>
                <a:gd name="T42" fmla="*/ 28 w 86"/>
                <a:gd name="T43" fmla="*/ 422 h 460"/>
                <a:gd name="T44" fmla="*/ 28 w 86"/>
                <a:gd name="T45" fmla="*/ 422 h 460"/>
                <a:gd name="T46" fmla="*/ 40 w 86"/>
                <a:gd name="T47" fmla="*/ 370 h 460"/>
                <a:gd name="T48" fmla="*/ 48 w 86"/>
                <a:gd name="T49" fmla="*/ 320 h 460"/>
                <a:gd name="T50" fmla="*/ 52 w 86"/>
                <a:gd name="T51" fmla="*/ 268 h 460"/>
                <a:gd name="T52" fmla="*/ 54 w 86"/>
                <a:gd name="T53" fmla="*/ 216 h 460"/>
                <a:gd name="T54" fmla="*/ 52 w 86"/>
                <a:gd name="T55" fmla="*/ 164 h 460"/>
                <a:gd name="T56" fmla="*/ 48 w 86"/>
                <a:gd name="T57" fmla="*/ 112 h 460"/>
                <a:gd name="T58" fmla="*/ 40 w 86"/>
                <a:gd name="T59" fmla="*/ 60 h 460"/>
                <a:gd name="T60" fmla="*/ 28 w 86"/>
                <a:gd name="T61" fmla="*/ 10 h 460"/>
                <a:gd name="T62" fmla="*/ 28 w 86"/>
                <a:gd name="T63" fmla="*/ 1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6" h="460">
                  <a:moveTo>
                    <a:pt x="28" y="10"/>
                  </a:moveTo>
                  <a:lnTo>
                    <a:pt x="28" y="10"/>
                  </a:lnTo>
                  <a:lnTo>
                    <a:pt x="30" y="4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0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54" y="58"/>
                  </a:lnTo>
                  <a:lnTo>
                    <a:pt x="62" y="110"/>
                  </a:lnTo>
                  <a:lnTo>
                    <a:pt x="68" y="162"/>
                  </a:lnTo>
                  <a:lnTo>
                    <a:pt x="70" y="216"/>
                  </a:lnTo>
                  <a:lnTo>
                    <a:pt x="68" y="268"/>
                  </a:lnTo>
                  <a:lnTo>
                    <a:pt x="62" y="322"/>
                  </a:lnTo>
                  <a:lnTo>
                    <a:pt x="54" y="374"/>
                  </a:lnTo>
                  <a:lnTo>
                    <a:pt x="42" y="426"/>
                  </a:lnTo>
                  <a:lnTo>
                    <a:pt x="76" y="396"/>
                  </a:lnTo>
                  <a:lnTo>
                    <a:pt x="86" y="406"/>
                  </a:lnTo>
                  <a:lnTo>
                    <a:pt x="26" y="460"/>
                  </a:lnTo>
                  <a:lnTo>
                    <a:pt x="0" y="382"/>
                  </a:lnTo>
                  <a:lnTo>
                    <a:pt x="14" y="378"/>
                  </a:lnTo>
                  <a:lnTo>
                    <a:pt x="28" y="422"/>
                  </a:lnTo>
                  <a:lnTo>
                    <a:pt x="28" y="422"/>
                  </a:lnTo>
                  <a:lnTo>
                    <a:pt x="40" y="370"/>
                  </a:lnTo>
                  <a:lnTo>
                    <a:pt x="48" y="320"/>
                  </a:lnTo>
                  <a:lnTo>
                    <a:pt x="52" y="268"/>
                  </a:lnTo>
                  <a:lnTo>
                    <a:pt x="54" y="216"/>
                  </a:lnTo>
                  <a:lnTo>
                    <a:pt x="52" y="164"/>
                  </a:lnTo>
                  <a:lnTo>
                    <a:pt x="48" y="112"/>
                  </a:lnTo>
                  <a:lnTo>
                    <a:pt x="40" y="60"/>
                  </a:lnTo>
                  <a:lnTo>
                    <a:pt x="28" y="10"/>
                  </a:lnTo>
                  <a:lnTo>
                    <a:pt x="28" y="1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61"/>
            <p:cNvSpPr>
              <a:spLocks/>
            </p:cNvSpPr>
            <p:nvPr/>
          </p:nvSpPr>
          <p:spPr bwMode="auto">
            <a:xfrm>
              <a:off x="4271963" y="4799013"/>
              <a:ext cx="793750" cy="136525"/>
            </a:xfrm>
            <a:custGeom>
              <a:avLst/>
              <a:gdLst>
                <a:gd name="T0" fmla="*/ 492 w 500"/>
                <a:gd name="T1" fmla="*/ 26 h 86"/>
                <a:gd name="T2" fmla="*/ 492 w 500"/>
                <a:gd name="T3" fmla="*/ 26 h 86"/>
                <a:gd name="T4" fmla="*/ 498 w 500"/>
                <a:gd name="T5" fmla="*/ 26 h 86"/>
                <a:gd name="T6" fmla="*/ 500 w 500"/>
                <a:gd name="T7" fmla="*/ 30 h 86"/>
                <a:gd name="T8" fmla="*/ 500 w 500"/>
                <a:gd name="T9" fmla="*/ 30 h 86"/>
                <a:gd name="T10" fmla="*/ 500 w 500"/>
                <a:gd name="T11" fmla="*/ 36 h 86"/>
                <a:gd name="T12" fmla="*/ 496 w 500"/>
                <a:gd name="T13" fmla="*/ 40 h 86"/>
                <a:gd name="T14" fmla="*/ 496 w 500"/>
                <a:gd name="T15" fmla="*/ 40 h 86"/>
                <a:gd name="T16" fmla="*/ 438 w 500"/>
                <a:gd name="T17" fmla="*/ 54 h 86"/>
                <a:gd name="T18" fmla="*/ 382 w 500"/>
                <a:gd name="T19" fmla="*/ 64 h 86"/>
                <a:gd name="T20" fmla="*/ 324 w 500"/>
                <a:gd name="T21" fmla="*/ 70 h 86"/>
                <a:gd name="T22" fmla="*/ 266 w 500"/>
                <a:gd name="T23" fmla="*/ 72 h 86"/>
                <a:gd name="T24" fmla="*/ 206 w 500"/>
                <a:gd name="T25" fmla="*/ 70 h 86"/>
                <a:gd name="T26" fmla="*/ 148 w 500"/>
                <a:gd name="T27" fmla="*/ 66 h 86"/>
                <a:gd name="T28" fmla="*/ 92 w 500"/>
                <a:gd name="T29" fmla="*/ 56 h 86"/>
                <a:gd name="T30" fmla="*/ 34 w 500"/>
                <a:gd name="T31" fmla="*/ 42 h 86"/>
                <a:gd name="T32" fmla="*/ 64 w 500"/>
                <a:gd name="T33" fmla="*/ 76 h 86"/>
                <a:gd name="T34" fmla="*/ 52 w 500"/>
                <a:gd name="T35" fmla="*/ 86 h 86"/>
                <a:gd name="T36" fmla="*/ 0 w 500"/>
                <a:gd name="T37" fmla="*/ 24 h 86"/>
                <a:gd name="T38" fmla="*/ 78 w 500"/>
                <a:gd name="T39" fmla="*/ 0 h 86"/>
                <a:gd name="T40" fmla="*/ 82 w 500"/>
                <a:gd name="T41" fmla="*/ 14 h 86"/>
                <a:gd name="T42" fmla="*/ 40 w 500"/>
                <a:gd name="T43" fmla="*/ 28 h 86"/>
                <a:gd name="T44" fmla="*/ 40 w 500"/>
                <a:gd name="T45" fmla="*/ 28 h 86"/>
                <a:gd name="T46" fmla="*/ 94 w 500"/>
                <a:gd name="T47" fmla="*/ 40 h 86"/>
                <a:gd name="T48" fmla="*/ 152 w 500"/>
                <a:gd name="T49" fmla="*/ 50 h 86"/>
                <a:gd name="T50" fmla="*/ 208 w 500"/>
                <a:gd name="T51" fmla="*/ 56 h 86"/>
                <a:gd name="T52" fmla="*/ 266 w 500"/>
                <a:gd name="T53" fmla="*/ 58 h 86"/>
                <a:gd name="T54" fmla="*/ 322 w 500"/>
                <a:gd name="T55" fmla="*/ 56 h 86"/>
                <a:gd name="T56" fmla="*/ 380 w 500"/>
                <a:gd name="T57" fmla="*/ 50 h 86"/>
                <a:gd name="T58" fmla="*/ 436 w 500"/>
                <a:gd name="T59" fmla="*/ 40 h 86"/>
                <a:gd name="T60" fmla="*/ 492 w 500"/>
                <a:gd name="T61" fmla="*/ 26 h 86"/>
                <a:gd name="T62" fmla="*/ 492 w 500"/>
                <a:gd name="T63" fmla="*/ 2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00" h="86">
                  <a:moveTo>
                    <a:pt x="492" y="26"/>
                  </a:moveTo>
                  <a:lnTo>
                    <a:pt x="492" y="26"/>
                  </a:lnTo>
                  <a:lnTo>
                    <a:pt x="498" y="26"/>
                  </a:lnTo>
                  <a:lnTo>
                    <a:pt x="500" y="30"/>
                  </a:lnTo>
                  <a:lnTo>
                    <a:pt x="500" y="30"/>
                  </a:lnTo>
                  <a:lnTo>
                    <a:pt x="500" y="36"/>
                  </a:lnTo>
                  <a:lnTo>
                    <a:pt x="496" y="40"/>
                  </a:lnTo>
                  <a:lnTo>
                    <a:pt x="496" y="40"/>
                  </a:lnTo>
                  <a:lnTo>
                    <a:pt x="438" y="54"/>
                  </a:lnTo>
                  <a:lnTo>
                    <a:pt x="382" y="64"/>
                  </a:lnTo>
                  <a:lnTo>
                    <a:pt x="324" y="70"/>
                  </a:lnTo>
                  <a:lnTo>
                    <a:pt x="266" y="72"/>
                  </a:lnTo>
                  <a:lnTo>
                    <a:pt x="206" y="70"/>
                  </a:lnTo>
                  <a:lnTo>
                    <a:pt x="148" y="66"/>
                  </a:lnTo>
                  <a:lnTo>
                    <a:pt x="92" y="56"/>
                  </a:lnTo>
                  <a:lnTo>
                    <a:pt x="34" y="42"/>
                  </a:lnTo>
                  <a:lnTo>
                    <a:pt x="64" y="76"/>
                  </a:lnTo>
                  <a:lnTo>
                    <a:pt x="52" y="86"/>
                  </a:lnTo>
                  <a:lnTo>
                    <a:pt x="0" y="24"/>
                  </a:lnTo>
                  <a:lnTo>
                    <a:pt x="78" y="0"/>
                  </a:lnTo>
                  <a:lnTo>
                    <a:pt x="82" y="14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94" y="40"/>
                  </a:lnTo>
                  <a:lnTo>
                    <a:pt x="152" y="50"/>
                  </a:lnTo>
                  <a:lnTo>
                    <a:pt x="208" y="56"/>
                  </a:lnTo>
                  <a:lnTo>
                    <a:pt x="266" y="58"/>
                  </a:lnTo>
                  <a:lnTo>
                    <a:pt x="322" y="56"/>
                  </a:lnTo>
                  <a:lnTo>
                    <a:pt x="380" y="50"/>
                  </a:lnTo>
                  <a:lnTo>
                    <a:pt x="436" y="40"/>
                  </a:lnTo>
                  <a:lnTo>
                    <a:pt x="492" y="26"/>
                  </a:lnTo>
                  <a:lnTo>
                    <a:pt x="492" y="26"/>
                  </a:lnTo>
                  <a:close/>
                </a:path>
              </a:pathLst>
            </a:custGeom>
            <a:solidFill>
              <a:srgbClr val="1C50A2"/>
            </a:solidFill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62"/>
            <p:cNvSpPr>
              <a:spLocks/>
            </p:cNvSpPr>
            <p:nvPr/>
          </p:nvSpPr>
          <p:spPr bwMode="auto">
            <a:xfrm>
              <a:off x="3309938" y="3179763"/>
              <a:ext cx="136525" cy="717550"/>
            </a:xfrm>
            <a:custGeom>
              <a:avLst/>
              <a:gdLst>
                <a:gd name="T0" fmla="*/ 56 w 86"/>
                <a:gd name="T1" fmla="*/ 444 h 452"/>
                <a:gd name="T2" fmla="*/ 56 w 86"/>
                <a:gd name="T3" fmla="*/ 444 h 452"/>
                <a:gd name="T4" fmla="*/ 56 w 86"/>
                <a:gd name="T5" fmla="*/ 448 h 452"/>
                <a:gd name="T6" fmla="*/ 52 w 86"/>
                <a:gd name="T7" fmla="*/ 452 h 452"/>
                <a:gd name="T8" fmla="*/ 52 w 86"/>
                <a:gd name="T9" fmla="*/ 452 h 452"/>
                <a:gd name="T10" fmla="*/ 46 w 86"/>
                <a:gd name="T11" fmla="*/ 452 h 452"/>
                <a:gd name="T12" fmla="*/ 42 w 86"/>
                <a:gd name="T13" fmla="*/ 446 h 452"/>
                <a:gd name="T14" fmla="*/ 42 w 86"/>
                <a:gd name="T15" fmla="*/ 446 h 452"/>
                <a:gd name="T16" fmla="*/ 32 w 86"/>
                <a:gd name="T17" fmla="*/ 396 h 452"/>
                <a:gd name="T18" fmla="*/ 24 w 86"/>
                <a:gd name="T19" fmla="*/ 344 h 452"/>
                <a:gd name="T20" fmla="*/ 18 w 86"/>
                <a:gd name="T21" fmla="*/ 294 h 452"/>
                <a:gd name="T22" fmla="*/ 18 w 86"/>
                <a:gd name="T23" fmla="*/ 242 h 452"/>
                <a:gd name="T24" fmla="*/ 20 w 86"/>
                <a:gd name="T25" fmla="*/ 190 h 452"/>
                <a:gd name="T26" fmla="*/ 24 w 86"/>
                <a:gd name="T27" fmla="*/ 138 h 452"/>
                <a:gd name="T28" fmla="*/ 32 w 86"/>
                <a:gd name="T29" fmla="*/ 86 h 452"/>
                <a:gd name="T30" fmla="*/ 42 w 86"/>
                <a:gd name="T31" fmla="*/ 36 h 452"/>
                <a:gd name="T32" fmla="*/ 10 w 86"/>
                <a:gd name="T33" fmla="*/ 66 h 452"/>
                <a:gd name="T34" fmla="*/ 0 w 86"/>
                <a:gd name="T35" fmla="*/ 54 h 452"/>
                <a:gd name="T36" fmla="*/ 60 w 86"/>
                <a:gd name="T37" fmla="*/ 0 h 452"/>
                <a:gd name="T38" fmla="*/ 86 w 86"/>
                <a:gd name="T39" fmla="*/ 78 h 452"/>
                <a:gd name="T40" fmla="*/ 72 w 86"/>
                <a:gd name="T41" fmla="*/ 82 h 452"/>
                <a:gd name="T42" fmla="*/ 58 w 86"/>
                <a:gd name="T43" fmla="*/ 40 h 452"/>
                <a:gd name="T44" fmla="*/ 58 w 86"/>
                <a:gd name="T45" fmla="*/ 40 h 452"/>
                <a:gd name="T46" fmla="*/ 46 w 86"/>
                <a:gd name="T47" fmla="*/ 90 h 452"/>
                <a:gd name="T48" fmla="*/ 38 w 86"/>
                <a:gd name="T49" fmla="*/ 140 h 452"/>
                <a:gd name="T50" fmla="*/ 34 w 86"/>
                <a:gd name="T51" fmla="*/ 192 h 452"/>
                <a:gd name="T52" fmla="*/ 32 w 86"/>
                <a:gd name="T53" fmla="*/ 242 h 452"/>
                <a:gd name="T54" fmla="*/ 34 w 86"/>
                <a:gd name="T55" fmla="*/ 292 h 452"/>
                <a:gd name="T56" fmla="*/ 38 w 86"/>
                <a:gd name="T57" fmla="*/ 344 h 452"/>
                <a:gd name="T58" fmla="*/ 46 w 86"/>
                <a:gd name="T59" fmla="*/ 394 h 452"/>
                <a:gd name="T60" fmla="*/ 56 w 86"/>
                <a:gd name="T61" fmla="*/ 444 h 452"/>
                <a:gd name="T62" fmla="*/ 56 w 86"/>
                <a:gd name="T63" fmla="*/ 44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6" h="452">
                  <a:moveTo>
                    <a:pt x="56" y="444"/>
                  </a:moveTo>
                  <a:lnTo>
                    <a:pt x="56" y="444"/>
                  </a:lnTo>
                  <a:lnTo>
                    <a:pt x="56" y="448"/>
                  </a:lnTo>
                  <a:lnTo>
                    <a:pt x="52" y="452"/>
                  </a:lnTo>
                  <a:lnTo>
                    <a:pt x="52" y="452"/>
                  </a:lnTo>
                  <a:lnTo>
                    <a:pt x="46" y="452"/>
                  </a:lnTo>
                  <a:lnTo>
                    <a:pt x="42" y="446"/>
                  </a:lnTo>
                  <a:lnTo>
                    <a:pt x="42" y="446"/>
                  </a:lnTo>
                  <a:lnTo>
                    <a:pt x="32" y="396"/>
                  </a:lnTo>
                  <a:lnTo>
                    <a:pt x="24" y="344"/>
                  </a:lnTo>
                  <a:lnTo>
                    <a:pt x="18" y="294"/>
                  </a:lnTo>
                  <a:lnTo>
                    <a:pt x="18" y="242"/>
                  </a:lnTo>
                  <a:lnTo>
                    <a:pt x="20" y="190"/>
                  </a:lnTo>
                  <a:lnTo>
                    <a:pt x="24" y="138"/>
                  </a:lnTo>
                  <a:lnTo>
                    <a:pt x="32" y="86"/>
                  </a:lnTo>
                  <a:lnTo>
                    <a:pt x="42" y="36"/>
                  </a:lnTo>
                  <a:lnTo>
                    <a:pt x="10" y="66"/>
                  </a:lnTo>
                  <a:lnTo>
                    <a:pt x="0" y="54"/>
                  </a:lnTo>
                  <a:lnTo>
                    <a:pt x="60" y="0"/>
                  </a:lnTo>
                  <a:lnTo>
                    <a:pt x="86" y="78"/>
                  </a:lnTo>
                  <a:lnTo>
                    <a:pt x="72" y="82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46" y="90"/>
                  </a:lnTo>
                  <a:lnTo>
                    <a:pt x="38" y="140"/>
                  </a:lnTo>
                  <a:lnTo>
                    <a:pt x="34" y="192"/>
                  </a:lnTo>
                  <a:lnTo>
                    <a:pt x="32" y="242"/>
                  </a:lnTo>
                  <a:lnTo>
                    <a:pt x="34" y="292"/>
                  </a:lnTo>
                  <a:lnTo>
                    <a:pt x="38" y="344"/>
                  </a:lnTo>
                  <a:lnTo>
                    <a:pt x="46" y="394"/>
                  </a:lnTo>
                  <a:lnTo>
                    <a:pt x="56" y="444"/>
                  </a:lnTo>
                  <a:lnTo>
                    <a:pt x="56" y="444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492"/>
            <p:cNvSpPr>
              <a:spLocks noEditPoints="1"/>
            </p:cNvSpPr>
            <p:nvPr/>
          </p:nvSpPr>
          <p:spPr bwMode="auto">
            <a:xfrm>
              <a:off x="4573588" y="4243388"/>
              <a:ext cx="104775" cy="123825"/>
            </a:xfrm>
            <a:custGeom>
              <a:avLst/>
              <a:gdLst>
                <a:gd name="T0" fmla="*/ 66 w 66"/>
                <a:gd name="T1" fmla="*/ 40 h 78"/>
                <a:gd name="T2" fmla="*/ 64 w 66"/>
                <a:gd name="T3" fmla="*/ 54 h 78"/>
                <a:gd name="T4" fmla="*/ 62 w 66"/>
                <a:gd name="T5" fmla="*/ 62 h 78"/>
                <a:gd name="T6" fmla="*/ 58 w 66"/>
                <a:gd name="T7" fmla="*/ 66 h 78"/>
                <a:gd name="T8" fmla="*/ 46 w 66"/>
                <a:gd name="T9" fmla="*/ 74 h 78"/>
                <a:gd name="T10" fmla="*/ 40 w 66"/>
                <a:gd name="T11" fmla="*/ 76 h 78"/>
                <a:gd name="T12" fmla="*/ 34 w 66"/>
                <a:gd name="T13" fmla="*/ 78 h 78"/>
                <a:gd name="T14" fmla="*/ 20 w 66"/>
                <a:gd name="T15" fmla="*/ 74 h 78"/>
                <a:gd name="T16" fmla="*/ 14 w 66"/>
                <a:gd name="T17" fmla="*/ 72 h 78"/>
                <a:gd name="T18" fmla="*/ 10 w 66"/>
                <a:gd name="T19" fmla="*/ 66 h 78"/>
                <a:gd name="T20" fmla="*/ 2 w 66"/>
                <a:gd name="T21" fmla="*/ 54 h 78"/>
                <a:gd name="T22" fmla="*/ 0 w 66"/>
                <a:gd name="T23" fmla="*/ 48 h 78"/>
                <a:gd name="T24" fmla="*/ 0 w 66"/>
                <a:gd name="T25" fmla="*/ 40 h 78"/>
                <a:gd name="T26" fmla="*/ 2 w 66"/>
                <a:gd name="T27" fmla="*/ 24 h 78"/>
                <a:gd name="T28" fmla="*/ 6 w 66"/>
                <a:gd name="T29" fmla="*/ 16 h 78"/>
                <a:gd name="T30" fmla="*/ 10 w 66"/>
                <a:gd name="T31" fmla="*/ 12 h 78"/>
                <a:gd name="T32" fmla="*/ 20 w 66"/>
                <a:gd name="T33" fmla="*/ 4 h 78"/>
                <a:gd name="T34" fmla="*/ 26 w 66"/>
                <a:gd name="T35" fmla="*/ 0 h 78"/>
                <a:gd name="T36" fmla="*/ 34 w 66"/>
                <a:gd name="T37" fmla="*/ 0 h 78"/>
                <a:gd name="T38" fmla="*/ 46 w 66"/>
                <a:gd name="T39" fmla="*/ 4 h 78"/>
                <a:gd name="T40" fmla="*/ 52 w 66"/>
                <a:gd name="T41" fmla="*/ 6 h 78"/>
                <a:gd name="T42" fmla="*/ 58 w 66"/>
                <a:gd name="T43" fmla="*/ 12 h 78"/>
                <a:gd name="T44" fmla="*/ 64 w 66"/>
                <a:gd name="T45" fmla="*/ 24 h 78"/>
                <a:gd name="T46" fmla="*/ 66 w 66"/>
                <a:gd name="T47" fmla="*/ 30 h 78"/>
                <a:gd name="T48" fmla="*/ 66 w 66"/>
                <a:gd name="T49" fmla="*/ 40 h 78"/>
                <a:gd name="T50" fmla="*/ 46 w 66"/>
                <a:gd name="T51" fmla="*/ 40 h 78"/>
                <a:gd name="T52" fmla="*/ 42 w 66"/>
                <a:gd name="T53" fmla="*/ 24 h 78"/>
                <a:gd name="T54" fmla="*/ 38 w 66"/>
                <a:gd name="T55" fmla="*/ 20 h 78"/>
                <a:gd name="T56" fmla="*/ 34 w 66"/>
                <a:gd name="T57" fmla="*/ 18 h 78"/>
                <a:gd name="T58" fmla="*/ 24 w 66"/>
                <a:gd name="T59" fmla="*/ 24 h 78"/>
                <a:gd name="T60" fmla="*/ 22 w 66"/>
                <a:gd name="T61" fmla="*/ 30 h 78"/>
                <a:gd name="T62" fmla="*/ 20 w 66"/>
                <a:gd name="T63" fmla="*/ 40 h 78"/>
                <a:gd name="T64" fmla="*/ 24 w 66"/>
                <a:gd name="T65" fmla="*/ 54 h 78"/>
                <a:gd name="T66" fmla="*/ 28 w 66"/>
                <a:gd name="T67" fmla="*/ 58 h 78"/>
                <a:gd name="T68" fmla="*/ 34 w 66"/>
                <a:gd name="T69" fmla="*/ 58 h 78"/>
                <a:gd name="T70" fmla="*/ 42 w 66"/>
                <a:gd name="T71" fmla="*/ 54 h 78"/>
                <a:gd name="T72" fmla="*/ 46 w 66"/>
                <a:gd name="T73" fmla="*/ 48 h 78"/>
                <a:gd name="T74" fmla="*/ 46 w 66"/>
                <a:gd name="T75" fmla="*/ 4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6" h="78">
                  <a:moveTo>
                    <a:pt x="66" y="40"/>
                  </a:moveTo>
                  <a:lnTo>
                    <a:pt x="66" y="40"/>
                  </a:lnTo>
                  <a:lnTo>
                    <a:pt x="66" y="48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2" y="62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52" y="72"/>
                  </a:lnTo>
                  <a:lnTo>
                    <a:pt x="46" y="74"/>
                  </a:lnTo>
                  <a:lnTo>
                    <a:pt x="46" y="74"/>
                  </a:lnTo>
                  <a:lnTo>
                    <a:pt x="40" y="76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26" y="76"/>
                  </a:lnTo>
                  <a:lnTo>
                    <a:pt x="20" y="74"/>
                  </a:lnTo>
                  <a:lnTo>
                    <a:pt x="20" y="74"/>
                  </a:lnTo>
                  <a:lnTo>
                    <a:pt x="14" y="72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6" y="62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30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6" y="16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4" y="6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6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0" y="0"/>
                  </a:lnTo>
                  <a:lnTo>
                    <a:pt x="46" y="4"/>
                  </a:lnTo>
                  <a:lnTo>
                    <a:pt x="46" y="4"/>
                  </a:lnTo>
                  <a:lnTo>
                    <a:pt x="52" y="6"/>
                  </a:lnTo>
                  <a:lnTo>
                    <a:pt x="58" y="12"/>
                  </a:lnTo>
                  <a:lnTo>
                    <a:pt x="58" y="12"/>
                  </a:lnTo>
                  <a:lnTo>
                    <a:pt x="62" y="16"/>
                  </a:lnTo>
                  <a:lnTo>
                    <a:pt x="64" y="24"/>
                  </a:lnTo>
                  <a:lnTo>
                    <a:pt x="64" y="24"/>
                  </a:lnTo>
                  <a:lnTo>
                    <a:pt x="66" y="30"/>
                  </a:lnTo>
                  <a:lnTo>
                    <a:pt x="66" y="40"/>
                  </a:lnTo>
                  <a:lnTo>
                    <a:pt x="66" y="40"/>
                  </a:lnTo>
                  <a:close/>
                  <a:moveTo>
                    <a:pt x="46" y="40"/>
                  </a:moveTo>
                  <a:lnTo>
                    <a:pt x="46" y="40"/>
                  </a:lnTo>
                  <a:lnTo>
                    <a:pt x="46" y="3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38" y="20"/>
                  </a:lnTo>
                  <a:lnTo>
                    <a:pt x="34" y="18"/>
                  </a:lnTo>
                  <a:lnTo>
                    <a:pt x="34" y="18"/>
                  </a:lnTo>
                  <a:lnTo>
                    <a:pt x="28" y="20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2" y="3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2" y="48"/>
                  </a:lnTo>
                  <a:lnTo>
                    <a:pt x="24" y="54"/>
                  </a:lnTo>
                  <a:lnTo>
                    <a:pt x="24" y="54"/>
                  </a:lnTo>
                  <a:lnTo>
                    <a:pt x="28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8" y="58"/>
                  </a:lnTo>
                  <a:lnTo>
                    <a:pt x="42" y="54"/>
                  </a:lnTo>
                  <a:lnTo>
                    <a:pt x="42" y="54"/>
                  </a:lnTo>
                  <a:lnTo>
                    <a:pt x="46" y="48"/>
                  </a:lnTo>
                  <a:lnTo>
                    <a:pt x="46" y="40"/>
                  </a:lnTo>
                  <a:lnTo>
                    <a:pt x="46" y="40"/>
                  </a:lnTo>
                  <a:close/>
                </a:path>
              </a:pathLst>
            </a:custGeom>
            <a:solidFill>
              <a:srgbClr val="72C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493"/>
            <p:cNvSpPr>
              <a:spLocks/>
            </p:cNvSpPr>
            <p:nvPr/>
          </p:nvSpPr>
          <p:spPr bwMode="auto">
            <a:xfrm>
              <a:off x="4694238" y="4246563"/>
              <a:ext cx="101600" cy="149225"/>
            </a:xfrm>
            <a:custGeom>
              <a:avLst/>
              <a:gdLst>
                <a:gd name="T0" fmla="*/ 46 w 64"/>
                <a:gd name="T1" fmla="*/ 44 h 94"/>
                <a:gd name="T2" fmla="*/ 54 w 64"/>
                <a:gd name="T3" fmla="*/ 46 h 94"/>
                <a:gd name="T4" fmla="*/ 60 w 64"/>
                <a:gd name="T5" fmla="*/ 52 h 94"/>
                <a:gd name="T6" fmla="*/ 64 w 64"/>
                <a:gd name="T7" fmla="*/ 58 h 94"/>
                <a:gd name="T8" fmla="*/ 64 w 64"/>
                <a:gd name="T9" fmla="*/ 68 h 94"/>
                <a:gd name="T10" fmla="*/ 62 w 64"/>
                <a:gd name="T11" fmla="*/ 78 h 94"/>
                <a:gd name="T12" fmla="*/ 60 w 64"/>
                <a:gd name="T13" fmla="*/ 82 h 94"/>
                <a:gd name="T14" fmla="*/ 56 w 64"/>
                <a:gd name="T15" fmla="*/ 86 h 94"/>
                <a:gd name="T16" fmla="*/ 44 w 64"/>
                <a:gd name="T17" fmla="*/ 92 h 94"/>
                <a:gd name="T18" fmla="*/ 30 w 64"/>
                <a:gd name="T19" fmla="*/ 94 h 94"/>
                <a:gd name="T20" fmla="*/ 12 w 64"/>
                <a:gd name="T21" fmla="*/ 90 h 94"/>
                <a:gd name="T22" fmla="*/ 0 w 64"/>
                <a:gd name="T23" fmla="*/ 82 h 94"/>
                <a:gd name="T24" fmla="*/ 10 w 64"/>
                <a:gd name="T25" fmla="*/ 68 h 94"/>
                <a:gd name="T26" fmla="*/ 18 w 64"/>
                <a:gd name="T27" fmla="*/ 72 h 94"/>
                <a:gd name="T28" fmla="*/ 30 w 64"/>
                <a:gd name="T29" fmla="*/ 74 h 94"/>
                <a:gd name="T30" fmla="*/ 40 w 64"/>
                <a:gd name="T31" fmla="*/ 72 h 94"/>
                <a:gd name="T32" fmla="*/ 44 w 64"/>
                <a:gd name="T33" fmla="*/ 64 h 94"/>
                <a:gd name="T34" fmla="*/ 42 w 64"/>
                <a:gd name="T35" fmla="*/ 58 h 94"/>
                <a:gd name="T36" fmla="*/ 40 w 64"/>
                <a:gd name="T37" fmla="*/ 56 h 94"/>
                <a:gd name="T38" fmla="*/ 26 w 64"/>
                <a:gd name="T39" fmla="*/ 52 h 94"/>
                <a:gd name="T40" fmla="*/ 22 w 64"/>
                <a:gd name="T41" fmla="*/ 38 h 94"/>
                <a:gd name="T42" fmla="*/ 26 w 64"/>
                <a:gd name="T43" fmla="*/ 38 h 94"/>
                <a:gd name="T44" fmla="*/ 38 w 64"/>
                <a:gd name="T45" fmla="*/ 34 h 94"/>
                <a:gd name="T46" fmla="*/ 40 w 64"/>
                <a:gd name="T47" fmla="*/ 32 h 94"/>
                <a:gd name="T48" fmla="*/ 42 w 64"/>
                <a:gd name="T49" fmla="*/ 26 h 94"/>
                <a:gd name="T50" fmla="*/ 38 w 64"/>
                <a:gd name="T51" fmla="*/ 20 h 94"/>
                <a:gd name="T52" fmla="*/ 36 w 64"/>
                <a:gd name="T53" fmla="*/ 18 h 94"/>
                <a:gd name="T54" fmla="*/ 30 w 64"/>
                <a:gd name="T55" fmla="*/ 18 h 94"/>
                <a:gd name="T56" fmla="*/ 22 w 64"/>
                <a:gd name="T57" fmla="*/ 20 h 94"/>
                <a:gd name="T58" fmla="*/ 18 w 64"/>
                <a:gd name="T59" fmla="*/ 24 h 94"/>
                <a:gd name="T60" fmla="*/ 2 w 64"/>
                <a:gd name="T61" fmla="*/ 14 h 94"/>
                <a:gd name="T62" fmla="*/ 6 w 64"/>
                <a:gd name="T63" fmla="*/ 8 h 94"/>
                <a:gd name="T64" fmla="*/ 14 w 64"/>
                <a:gd name="T65" fmla="*/ 4 h 94"/>
                <a:gd name="T66" fmla="*/ 24 w 64"/>
                <a:gd name="T67" fmla="*/ 2 h 94"/>
                <a:gd name="T68" fmla="*/ 34 w 64"/>
                <a:gd name="T69" fmla="*/ 0 h 94"/>
                <a:gd name="T70" fmla="*/ 46 w 64"/>
                <a:gd name="T71" fmla="*/ 2 h 94"/>
                <a:gd name="T72" fmla="*/ 54 w 64"/>
                <a:gd name="T73" fmla="*/ 8 h 94"/>
                <a:gd name="T74" fmla="*/ 62 w 64"/>
                <a:gd name="T75" fmla="*/ 14 h 94"/>
                <a:gd name="T76" fmla="*/ 64 w 64"/>
                <a:gd name="T77" fmla="*/ 24 h 94"/>
                <a:gd name="T78" fmla="*/ 62 w 64"/>
                <a:gd name="T79" fmla="*/ 30 h 94"/>
                <a:gd name="T80" fmla="*/ 58 w 64"/>
                <a:gd name="T81" fmla="*/ 38 h 94"/>
                <a:gd name="T82" fmla="*/ 54 w 64"/>
                <a:gd name="T83" fmla="*/ 42 h 94"/>
                <a:gd name="T84" fmla="*/ 46 w 64"/>
                <a:gd name="T85" fmla="*/ 4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94">
                  <a:moveTo>
                    <a:pt x="46" y="44"/>
                  </a:moveTo>
                  <a:lnTo>
                    <a:pt x="46" y="44"/>
                  </a:lnTo>
                  <a:lnTo>
                    <a:pt x="54" y="46"/>
                  </a:lnTo>
                  <a:lnTo>
                    <a:pt x="54" y="46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4" y="58"/>
                  </a:lnTo>
                  <a:lnTo>
                    <a:pt x="64" y="58"/>
                  </a:lnTo>
                  <a:lnTo>
                    <a:pt x="64" y="68"/>
                  </a:lnTo>
                  <a:lnTo>
                    <a:pt x="64" y="68"/>
                  </a:lnTo>
                  <a:lnTo>
                    <a:pt x="64" y="72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60" y="82"/>
                  </a:lnTo>
                  <a:lnTo>
                    <a:pt x="56" y="86"/>
                  </a:lnTo>
                  <a:lnTo>
                    <a:pt x="56" y="86"/>
                  </a:lnTo>
                  <a:lnTo>
                    <a:pt x="44" y="92"/>
                  </a:lnTo>
                  <a:lnTo>
                    <a:pt x="44" y="92"/>
                  </a:lnTo>
                  <a:lnTo>
                    <a:pt x="30" y="94"/>
                  </a:lnTo>
                  <a:lnTo>
                    <a:pt x="30" y="94"/>
                  </a:lnTo>
                  <a:lnTo>
                    <a:pt x="22" y="92"/>
                  </a:lnTo>
                  <a:lnTo>
                    <a:pt x="12" y="90"/>
                  </a:lnTo>
                  <a:lnTo>
                    <a:pt x="6" y="86"/>
                  </a:lnTo>
                  <a:lnTo>
                    <a:pt x="0" y="82"/>
                  </a:lnTo>
                  <a:lnTo>
                    <a:pt x="10" y="68"/>
                  </a:lnTo>
                  <a:lnTo>
                    <a:pt x="10" y="68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30" y="74"/>
                  </a:lnTo>
                  <a:lnTo>
                    <a:pt x="30" y="74"/>
                  </a:lnTo>
                  <a:lnTo>
                    <a:pt x="36" y="74"/>
                  </a:lnTo>
                  <a:lnTo>
                    <a:pt x="40" y="72"/>
                  </a:lnTo>
                  <a:lnTo>
                    <a:pt x="42" y="68"/>
                  </a:lnTo>
                  <a:lnTo>
                    <a:pt x="44" y="64"/>
                  </a:lnTo>
                  <a:lnTo>
                    <a:pt x="44" y="64"/>
                  </a:lnTo>
                  <a:lnTo>
                    <a:pt x="42" y="58"/>
                  </a:lnTo>
                  <a:lnTo>
                    <a:pt x="40" y="56"/>
                  </a:lnTo>
                  <a:lnTo>
                    <a:pt x="40" y="56"/>
                  </a:lnTo>
                  <a:lnTo>
                    <a:pt x="34" y="54"/>
                  </a:lnTo>
                  <a:lnTo>
                    <a:pt x="26" y="52"/>
                  </a:lnTo>
                  <a:lnTo>
                    <a:pt x="22" y="52"/>
                  </a:lnTo>
                  <a:lnTo>
                    <a:pt x="22" y="38"/>
                  </a:lnTo>
                  <a:lnTo>
                    <a:pt x="26" y="38"/>
                  </a:lnTo>
                  <a:lnTo>
                    <a:pt x="26" y="38"/>
                  </a:lnTo>
                  <a:lnTo>
                    <a:pt x="32" y="36"/>
                  </a:lnTo>
                  <a:lnTo>
                    <a:pt x="38" y="34"/>
                  </a:lnTo>
                  <a:lnTo>
                    <a:pt x="38" y="34"/>
                  </a:lnTo>
                  <a:lnTo>
                    <a:pt x="40" y="32"/>
                  </a:lnTo>
                  <a:lnTo>
                    <a:pt x="42" y="26"/>
                  </a:lnTo>
                  <a:lnTo>
                    <a:pt x="42" y="26"/>
                  </a:lnTo>
                  <a:lnTo>
                    <a:pt x="40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26" y="18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18" y="24"/>
                  </a:lnTo>
                  <a:lnTo>
                    <a:pt x="14" y="28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6" y="8"/>
                  </a:lnTo>
                  <a:lnTo>
                    <a:pt x="6" y="8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4" y="24"/>
                  </a:lnTo>
                  <a:lnTo>
                    <a:pt x="64" y="24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58" y="38"/>
                  </a:lnTo>
                  <a:lnTo>
                    <a:pt x="58" y="38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46" y="44"/>
                  </a:lnTo>
                  <a:lnTo>
                    <a:pt x="46" y="44"/>
                  </a:lnTo>
                  <a:close/>
                </a:path>
              </a:pathLst>
            </a:custGeom>
            <a:solidFill>
              <a:srgbClr val="72C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494"/>
            <p:cNvSpPr>
              <a:spLocks noEditPoints="1"/>
            </p:cNvSpPr>
            <p:nvPr/>
          </p:nvSpPr>
          <p:spPr bwMode="auto">
            <a:xfrm>
              <a:off x="4497388" y="4071938"/>
              <a:ext cx="82550" cy="82550"/>
            </a:xfrm>
            <a:custGeom>
              <a:avLst/>
              <a:gdLst>
                <a:gd name="T0" fmla="*/ 26 w 52"/>
                <a:gd name="T1" fmla="*/ 52 h 52"/>
                <a:gd name="T2" fmla="*/ 16 w 52"/>
                <a:gd name="T3" fmla="*/ 50 h 52"/>
                <a:gd name="T4" fmla="*/ 8 w 52"/>
                <a:gd name="T5" fmla="*/ 44 h 52"/>
                <a:gd name="T6" fmla="*/ 2 w 52"/>
                <a:gd name="T7" fmla="*/ 36 h 52"/>
                <a:gd name="T8" fmla="*/ 0 w 52"/>
                <a:gd name="T9" fmla="*/ 26 h 52"/>
                <a:gd name="T10" fmla="*/ 2 w 52"/>
                <a:gd name="T11" fmla="*/ 16 h 52"/>
                <a:gd name="T12" fmla="*/ 8 w 52"/>
                <a:gd name="T13" fmla="*/ 8 h 52"/>
                <a:gd name="T14" fmla="*/ 16 w 52"/>
                <a:gd name="T15" fmla="*/ 2 h 52"/>
                <a:gd name="T16" fmla="*/ 26 w 52"/>
                <a:gd name="T17" fmla="*/ 0 h 52"/>
                <a:gd name="T18" fmla="*/ 32 w 52"/>
                <a:gd name="T19" fmla="*/ 0 h 52"/>
                <a:gd name="T20" fmla="*/ 38 w 52"/>
                <a:gd name="T21" fmla="*/ 2 h 52"/>
                <a:gd name="T22" fmla="*/ 46 w 52"/>
                <a:gd name="T23" fmla="*/ 8 h 52"/>
                <a:gd name="T24" fmla="*/ 52 w 52"/>
                <a:gd name="T25" fmla="*/ 16 h 52"/>
                <a:gd name="T26" fmla="*/ 52 w 52"/>
                <a:gd name="T27" fmla="*/ 26 h 52"/>
                <a:gd name="T28" fmla="*/ 50 w 52"/>
                <a:gd name="T29" fmla="*/ 36 h 52"/>
                <a:gd name="T30" fmla="*/ 46 w 52"/>
                <a:gd name="T31" fmla="*/ 44 h 52"/>
                <a:gd name="T32" fmla="*/ 38 w 52"/>
                <a:gd name="T33" fmla="*/ 50 h 52"/>
                <a:gd name="T34" fmla="*/ 26 w 52"/>
                <a:gd name="T35" fmla="*/ 52 h 52"/>
                <a:gd name="T36" fmla="*/ 14 w 52"/>
                <a:gd name="T37" fmla="*/ 26 h 52"/>
                <a:gd name="T38" fmla="*/ 14 w 52"/>
                <a:gd name="T39" fmla="*/ 32 h 52"/>
                <a:gd name="T40" fmla="*/ 16 w 52"/>
                <a:gd name="T41" fmla="*/ 38 h 52"/>
                <a:gd name="T42" fmla="*/ 20 w 52"/>
                <a:gd name="T43" fmla="*/ 40 h 52"/>
                <a:gd name="T44" fmla="*/ 26 w 52"/>
                <a:gd name="T45" fmla="*/ 42 h 52"/>
                <a:gd name="T46" fmla="*/ 32 w 52"/>
                <a:gd name="T47" fmla="*/ 40 h 52"/>
                <a:gd name="T48" fmla="*/ 38 w 52"/>
                <a:gd name="T49" fmla="*/ 36 h 52"/>
                <a:gd name="T50" fmla="*/ 40 w 52"/>
                <a:gd name="T51" fmla="*/ 32 h 52"/>
                <a:gd name="T52" fmla="*/ 40 w 52"/>
                <a:gd name="T53" fmla="*/ 26 h 52"/>
                <a:gd name="T54" fmla="*/ 40 w 52"/>
                <a:gd name="T55" fmla="*/ 20 h 52"/>
                <a:gd name="T56" fmla="*/ 36 w 52"/>
                <a:gd name="T57" fmla="*/ 16 h 52"/>
                <a:gd name="T58" fmla="*/ 32 w 52"/>
                <a:gd name="T59" fmla="*/ 12 h 52"/>
                <a:gd name="T60" fmla="*/ 26 w 52"/>
                <a:gd name="T61" fmla="*/ 10 h 52"/>
                <a:gd name="T62" fmla="*/ 20 w 52"/>
                <a:gd name="T63" fmla="*/ 12 h 52"/>
                <a:gd name="T64" fmla="*/ 16 w 52"/>
                <a:gd name="T65" fmla="*/ 16 h 52"/>
                <a:gd name="T66" fmla="*/ 14 w 52"/>
                <a:gd name="T67" fmla="*/ 20 h 52"/>
                <a:gd name="T68" fmla="*/ 14 w 52"/>
                <a:gd name="T6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lnTo>
                    <a:pt x="26" y="52"/>
                  </a:lnTo>
                  <a:lnTo>
                    <a:pt x="22" y="52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8" y="8"/>
                  </a:lnTo>
                  <a:lnTo>
                    <a:pt x="8" y="8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0" y="36"/>
                  </a:lnTo>
                  <a:lnTo>
                    <a:pt x="50" y="3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26" y="52"/>
                  </a:lnTo>
                  <a:lnTo>
                    <a:pt x="26" y="52"/>
                  </a:lnTo>
                  <a:close/>
                  <a:moveTo>
                    <a:pt x="14" y="26"/>
                  </a:moveTo>
                  <a:lnTo>
                    <a:pt x="14" y="26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6" y="42"/>
                  </a:lnTo>
                  <a:lnTo>
                    <a:pt x="26" y="42"/>
                  </a:lnTo>
                  <a:lnTo>
                    <a:pt x="32" y="40"/>
                  </a:lnTo>
                  <a:lnTo>
                    <a:pt x="32" y="40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0" y="12"/>
                  </a:lnTo>
                  <a:lnTo>
                    <a:pt x="20" y="12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6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72C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495"/>
            <p:cNvSpPr>
              <a:spLocks noEditPoints="1"/>
            </p:cNvSpPr>
            <p:nvPr/>
          </p:nvSpPr>
          <p:spPr bwMode="auto">
            <a:xfrm>
              <a:off x="4589463" y="4090988"/>
              <a:ext cx="66675" cy="88900"/>
            </a:xfrm>
            <a:custGeom>
              <a:avLst/>
              <a:gdLst>
                <a:gd name="T0" fmla="*/ 26 w 42"/>
                <a:gd name="T1" fmla="*/ 42 h 56"/>
                <a:gd name="T2" fmla="*/ 26 w 42"/>
                <a:gd name="T3" fmla="*/ 42 h 56"/>
                <a:gd name="T4" fmla="*/ 18 w 42"/>
                <a:gd name="T5" fmla="*/ 40 h 56"/>
                <a:gd name="T6" fmla="*/ 18 w 42"/>
                <a:gd name="T7" fmla="*/ 40 h 56"/>
                <a:gd name="T8" fmla="*/ 12 w 42"/>
                <a:gd name="T9" fmla="*/ 34 h 56"/>
                <a:gd name="T10" fmla="*/ 12 w 42"/>
                <a:gd name="T11" fmla="*/ 56 h 56"/>
                <a:gd name="T12" fmla="*/ 0 w 42"/>
                <a:gd name="T13" fmla="*/ 56 h 56"/>
                <a:gd name="T14" fmla="*/ 0 w 42"/>
                <a:gd name="T15" fmla="*/ 2 h 56"/>
                <a:gd name="T16" fmla="*/ 12 w 42"/>
                <a:gd name="T17" fmla="*/ 2 h 56"/>
                <a:gd name="T18" fmla="*/ 12 w 42"/>
                <a:gd name="T19" fmla="*/ 8 h 56"/>
                <a:gd name="T20" fmla="*/ 12 w 42"/>
                <a:gd name="T21" fmla="*/ 8 h 56"/>
                <a:gd name="T22" fmla="*/ 16 w 42"/>
                <a:gd name="T23" fmla="*/ 2 h 56"/>
                <a:gd name="T24" fmla="*/ 16 w 42"/>
                <a:gd name="T25" fmla="*/ 2 h 56"/>
                <a:gd name="T26" fmla="*/ 24 w 42"/>
                <a:gd name="T27" fmla="*/ 0 h 56"/>
                <a:gd name="T28" fmla="*/ 24 w 42"/>
                <a:gd name="T29" fmla="*/ 0 h 56"/>
                <a:gd name="T30" fmla="*/ 32 w 42"/>
                <a:gd name="T31" fmla="*/ 2 h 56"/>
                <a:gd name="T32" fmla="*/ 32 w 42"/>
                <a:gd name="T33" fmla="*/ 2 h 56"/>
                <a:gd name="T34" fmla="*/ 38 w 42"/>
                <a:gd name="T35" fmla="*/ 6 h 56"/>
                <a:gd name="T36" fmla="*/ 38 w 42"/>
                <a:gd name="T37" fmla="*/ 6 h 56"/>
                <a:gd name="T38" fmla="*/ 40 w 42"/>
                <a:gd name="T39" fmla="*/ 12 h 56"/>
                <a:gd name="T40" fmla="*/ 40 w 42"/>
                <a:gd name="T41" fmla="*/ 12 h 56"/>
                <a:gd name="T42" fmla="*/ 42 w 42"/>
                <a:gd name="T43" fmla="*/ 20 h 56"/>
                <a:gd name="T44" fmla="*/ 42 w 42"/>
                <a:gd name="T45" fmla="*/ 20 h 56"/>
                <a:gd name="T46" fmla="*/ 42 w 42"/>
                <a:gd name="T47" fmla="*/ 28 h 56"/>
                <a:gd name="T48" fmla="*/ 42 w 42"/>
                <a:gd name="T49" fmla="*/ 28 h 56"/>
                <a:gd name="T50" fmla="*/ 38 w 42"/>
                <a:gd name="T51" fmla="*/ 36 h 56"/>
                <a:gd name="T52" fmla="*/ 38 w 42"/>
                <a:gd name="T53" fmla="*/ 36 h 56"/>
                <a:gd name="T54" fmla="*/ 32 w 42"/>
                <a:gd name="T55" fmla="*/ 40 h 56"/>
                <a:gd name="T56" fmla="*/ 32 w 42"/>
                <a:gd name="T57" fmla="*/ 40 h 56"/>
                <a:gd name="T58" fmla="*/ 26 w 42"/>
                <a:gd name="T59" fmla="*/ 42 h 56"/>
                <a:gd name="T60" fmla="*/ 26 w 42"/>
                <a:gd name="T61" fmla="*/ 42 h 56"/>
                <a:gd name="T62" fmla="*/ 22 w 42"/>
                <a:gd name="T63" fmla="*/ 32 h 56"/>
                <a:gd name="T64" fmla="*/ 22 w 42"/>
                <a:gd name="T65" fmla="*/ 32 h 56"/>
                <a:gd name="T66" fmla="*/ 26 w 42"/>
                <a:gd name="T67" fmla="*/ 30 h 56"/>
                <a:gd name="T68" fmla="*/ 26 w 42"/>
                <a:gd name="T69" fmla="*/ 30 h 56"/>
                <a:gd name="T70" fmla="*/ 28 w 42"/>
                <a:gd name="T71" fmla="*/ 28 h 56"/>
                <a:gd name="T72" fmla="*/ 28 w 42"/>
                <a:gd name="T73" fmla="*/ 28 h 56"/>
                <a:gd name="T74" fmla="*/ 30 w 42"/>
                <a:gd name="T75" fmla="*/ 24 h 56"/>
                <a:gd name="T76" fmla="*/ 30 w 42"/>
                <a:gd name="T77" fmla="*/ 24 h 56"/>
                <a:gd name="T78" fmla="*/ 30 w 42"/>
                <a:gd name="T79" fmla="*/ 20 h 56"/>
                <a:gd name="T80" fmla="*/ 30 w 42"/>
                <a:gd name="T81" fmla="*/ 20 h 56"/>
                <a:gd name="T82" fmla="*/ 30 w 42"/>
                <a:gd name="T83" fmla="*/ 16 h 56"/>
                <a:gd name="T84" fmla="*/ 30 w 42"/>
                <a:gd name="T85" fmla="*/ 16 h 56"/>
                <a:gd name="T86" fmla="*/ 28 w 42"/>
                <a:gd name="T87" fmla="*/ 14 h 56"/>
                <a:gd name="T88" fmla="*/ 28 w 42"/>
                <a:gd name="T89" fmla="*/ 14 h 56"/>
                <a:gd name="T90" fmla="*/ 24 w 42"/>
                <a:gd name="T91" fmla="*/ 12 h 56"/>
                <a:gd name="T92" fmla="*/ 24 w 42"/>
                <a:gd name="T93" fmla="*/ 12 h 56"/>
                <a:gd name="T94" fmla="*/ 20 w 42"/>
                <a:gd name="T95" fmla="*/ 10 h 56"/>
                <a:gd name="T96" fmla="*/ 20 w 42"/>
                <a:gd name="T97" fmla="*/ 10 h 56"/>
                <a:gd name="T98" fmla="*/ 16 w 42"/>
                <a:gd name="T99" fmla="*/ 12 h 56"/>
                <a:gd name="T100" fmla="*/ 16 w 42"/>
                <a:gd name="T101" fmla="*/ 12 h 56"/>
                <a:gd name="T102" fmla="*/ 12 w 42"/>
                <a:gd name="T103" fmla="*/ 16 h 56"/>
                <a:gd name="T104" fmla="*/ 12 w 42"/>
                <a:gd name="T105" fmla="*/ 24 h 56"/>
                <a:gd name="T106" fmla="*/ 12 w 42"/>
                <a:gd name="T107" fmla="*/ 24 h 56"/>
                <a:gd name="T108" fmla="*/ 16 w 42"/>
                <a:gd name="T109" fmla="*/ 30 h 56"/>
                <a:gd name="T110" fmla="*/ 16 w 42"/>
                <a:gd name="T111" fmla="*/ 30 h 56"/>
                <a:gd name="T112" fmla="*/ 22 w 42"/>
                <a:gd name="T113" fmla="*/ 32 h 56"/>
                <a:gd name="T114" fmla="*/ 22 w 42"/>
                <a:gd name="T115" fmla="*/ 3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2" h="56">
                  <a:moveTo>
                    <a:pt x="26" y="42"/>
                  </a:move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2" y="34"/>
                  </a:lnTo>
                  <a:lnTo>
                    <a:pt x="12" y="56"/>
                  </a:lnTo>
                  <a:lnTo>
                    <a:pt x="0" y="56"/>
                  </a:lnTo>
                  <a:lnTo>
                    <a:pt x="0" y="2"/>
                  </a:lnTo>
                  <a:lnTo>
                    <a:pt x="12" y="2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42" y="20"/>
                  </a:lnTo>
                  <a:lnTo>
                    <a:pt x="42" y="20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32" y="40"/>
                  </a:lnTo>
                  <a:lnTo>
                    <a:pt x="32" y="40"/>
                  </a:lnTo>
                  <a:lnTo>
                    <a:pt x="26" y="42"/>
                  </a:lnTo>
                  <a:lnTo>
                    <a:pt x="26" y="42"/>
                  </a:lnTo>
                  <a:close/>
                  <a:moveTo>
                    <a:pt x="22" y="32"/>
                  </a:moveTo>
                  <a:lnTo>
                    <a:pt x="22" y="32"/>
                  </a:lnTo>
                  <a:lnTo>
                    <a:pt x="26" y="30"/>
                  </a:lnTo>
                  <a:lnTo>
                    <a:pt x="26" y="30"/>
                  </a:lnTo>
                  <a:lnTo>
                    <a:pt x="28" y="28"/>
                  </a:lnTo>
                  <a:lnTo>
                    <a:pt x="28" y="28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2" y="16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2" y="32"/>
                  </a:lnTo>
                  <a:lnTo>
                    <a:pt x="22" y="32"/>
                  </a:lnTo>
                  <a:close/>
                </a:path>
              </a:pathLst>
            </a:custGeom>
            <a:solidFill>
              <a:srgbClr val="72C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496"/>
            <p:cNvSpPr>
              <a:spLocks/>
            </p:cNvSpPr>
            <p:nvPr/>
          </p:nvSpPr>
          <p:spPr bwMode="auto">
            <a:xfrm>
              <a:off x="4662488" y="4075113"/>
              <a:ext cx="41275" cy="82550"/>
            </a:xfrm>
            <a:custGeom>
              <a:avLst/>
              <a:gdLst>
                <a:gd name="T0" fmla="*/ 26 w 26"/>
                <a:gd name="T1" fmla="*/ 48 h 52"/>
                <a:gd name="T2" fmla="*/ 26 w 26"/>
                <a:gd name="T3" fmla="*/ 48 h 52"/>
                <a:gd name="T4" fmla="*/ 22 w 26"/>
                <a:gd name="T5" fmla="*/ 50 h 52"/>
                <a:gd name="T6" fmla="*/ 22 w 26"/>
                <a:gd name="T7" fmla="*/ 50 h 52"/>
                <a:gd name="T8" fmla="*/ 14 w 26"/>
                <a:gd name="T9" fmla="*/ 52 h 52"/>
                <a:gd name="T10" fmla="*/ 14 w 26"/>
                <a:gd name="T11" fmla="*/ 52 h 52"/>
                <a:gd name="T12" fmla="*/ 10 w 26"/>
                <a:gd name="T13" fmla="*/ 50 h 52"/>
                <a:gd name="T14" fmla="*/ 10 w 26"/>
                <a:gd name="T15" fmla="*/ 50 h 52"/>
                <a:gd name="T16" fmla="*/ 8 w 26"/>
                <a:gd name="T17" fmla="*/ 48 h 52"/>
                <a:gd name="T18" fmla="*/ 8 w 26"/>
                <a:gd name="T19" fmla="*/ 48 h 52"/>
                <a:gd name="T20" fmla="*/ 6 w 26"/>
                <a:gd name="T21" fmla="*/ 46 h 52"/>
                <a:gd name="T22" fmla="*/ 6 w 26"/>
                <a:gd name="T23" fmla="*/ 46 h 52"/>
                <a:gd name="T24" fmla="*/ 4 w 26"/>
                <a:gd name="T25" fmla="*/ 40 h 52"/>
                <a:gd name="T26" fmla="*/ 4 w 26"/>
                <a:gd name="T27" fmla="*/ 20 h 52"/>
                <a:gd name="T28" fmla="*/ 0 w 26"/>
                <a:gd name="T29" fmla="*/ 20 h 52"/>
                <a:gd name="T30" fmla="*/ 0 w 26"/>
                <a:gd name="T31" fmla="*/ 12 h 52"/>
                <a:gd name="T32" fmla="*/ 4 w 26"/>
                <a:gd name="T33" fmla="*/ 12 h 52"/>
                <a:gd name="T34" fmla="*/ 4 w 26"/>
                <a:gd name="T35" fmla="*/ 0 h 52"/>
                <a:gd name="T36" fmla="*/ 16 w 26"/>
                <a:gd name="T37" fmla="*/ 0 h 52"/>
                <a:gd name="T38" fmla="*/ 16 w 26"/>
                <a:gd name="T39" fmla="*/ 12 h 52"/>
                <a:gd name="T40" fmla="*/ 24 w 26"/>
                <a:gd name="T41" fmla="*/ 12 h 52"/>
                <a:gd name="T42" fmla="*/ 24 w 26"/>
                <a:gd name="T43" fmla="*/ 20 h 52"/>
                <a:gd name="T44" fmla="*/ 16 w 26"/>
                <a:gd name="T45" fmla="*/ 20 h 52"/>
                <a:gd name="T46" fmla="*/ 16 w 26"/>
                <a:gd name="T47" fmla="*/ 36 h 52"/>
                <a:gd name="T48" fmla="*/ 16 w 26"/>
                <a:gd name="T49" fmla="*/ 36 h 52"/>
                <a:gd name="T50" fmla="*/ 16 w 26"/>
                <a:gd name="T51" fmla="*/ 40 h 52"/>
                <a:gd name="T52" fmla="*/ 16 w 26"/>
                <a:gd name="T53" fmla="*/ 40 h 52"/>
                <a:gd name="T54" fmla="*/ 20 w 26"/>
                <a:gd name="T55" fmla="*/ 40 h 52"/>
                <a:gd name="T56" fmla="*/ 20 w 26"/>
                <a:gd name="T57" fmla="*/ 40 h 52"/>
                <a:gd name="T58" fmla="*/ 22 w 26"/>
                <a:gd name="T59" fmla="*/ 40 h 52"/>
                <a:gd name="T60" fmla="*/ 22 w 26"/>
                <a:gd name="T61" fmla="*/ 40 h 52"/>
                <a:gd name="T62" fmla="*/ 24 w 26"/>
                <a:gd name="T63" fmla="*/ 38 h 52"/>
                <a:gd name="T64" fmla="*/ 26 w 26"/>
                <a:gd name="T65" fmla="*/ 48 h 52"/>
                <a:gd name="T66" fmla="*/ 26 w 26"/>
                <a:gd name="T67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" h="52">
                  <a:moveTo>
                    <a:pt x="26" y="48"/>
                  </a:moveTo>
                  <a:lnTo>
                    <a:pt x="26" y="48"/>
                  </a:lnTo>
                  <a:lnTo>
                    <a:pt x="22" y="50"/>
                  </a:lnTo>
                  <a:lnTo>
                    <a:pt x="22" y="50"/>
                  </a:lnTo>
                  <a:lnTo>
                    <a:pt x="14" y="52"/>
                  </a:lnTo>
                  <a:lnTo>
                    <a:pt x="14" y="52"/>
                  </a:lnTo>
                  <a:lnTo>
                    <a:pt x="10" y="50"/>
                  </a:lnTo>
                  <a:lnTo>
                    <a:pt x="10" y="50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4" y="40"/>
                  </a:lnTo>
                  <a:lnTo>
                    <a:pt x="4" y="20"/>
                  </a:lnTo>
                  <a:lnTo>
                    <a:pt x="0" y="20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12"/>
                  </a:lnTo>
                  <a:lnTo>
                    <a:pt x="24" y="12"/>
                  </a:lnTo>
                  <a:lnTo>
                    <a:pt x="24" y="20"/>
                  </a:lnTo>
                  <a:lnTo>
                    <a:pt x="16" y="20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4" y="38"/>
                  </a:lnTo>
                  <a:lnTo>
                    <a:pt x="26" y="48"/>
                  </a:lnTo>
                  <a:lnTo>
                    <a:pt x="26" y="48"/>
                  </a:lnTo>
                  <a:close/>
                </a:path>
              </a:pathLst>
            </a:custGeom>
            <a:solidFill>
              <a:srgbClr val="72C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497"/>
            <p:cNvSpPr>
              <a:spLocks noEditPoints="1"/>
            </p:cNvSpPr>
            <p:nvPr/>
          </p:nvSpPr>
          <p:spPr bwMode="auto">
            <a:xfrm>
              <a:off x="4713288" y="4068763"/>
              <a:ext cx="19050" cy="85725"/>
            </a:xfrm>
            <a:custGeom>
              <a:avLst/>
              <a:gdLst>
                <a:gd name="T0" fmla="*/ 0 w 12"/>
                <a:gd name="T1" fmla="*/ 54 h 54"/>
                <a:gd name="T2" fmla="*/ 0 w 12"/>
                <a:gd name="T3" fmla="*/ 16 h 54"/>
                <a:gd name="T4" fmla="*/ 12 w 12"/>
                <a:gd name="T5" fmla="*/ 16 h 54"/>
                <a:gd name="T6" fmla="*/ 12 w 12"/>
                <a:gd name="T7" fmla="*/ 54 h 54"/>
                <a:gd name="T8" fmla="*/ 0 w 12"/>
                <a:gd name="T9" fmla="*/ 54 h 54"/>
                <a:gd name="T10" fmla="*/ 0 w 12"/>
                <a:gd name="T11" fmla="*/ 54 h 54"/>
                <a:gd name="T12" fmla="*/ 0 w 12"/>
                <a:gd name="T13" fmla="*/ 12 h 54"/>
                <a:gd name="T14" fmla="*/ 0 w 12"/>
                <a:gd name="T15" fmla="*/ 0 h 54"/>
                <a:gd name="T16" fmla="*/ 12 w 12"/>
                <a:gd name="T17" fmla="*/ 0 h 54"/>
                <a:gd name="T18" fmla="*/ 12 w 12"/>
                <a:gd name="T19" fmla="*/ 12 h 54"/>
                <a:gd name="T20" fmla="*/ 0 w 12"/>
                <a:gd name="T21" fmla="*/ 12 h 54"/>
                <a:gd name="T22" fmla="*/ 0 w 12"/>
                <a:gd name="T23" fmla="*/ 1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54">
                  <a:moveTo>
                    <a:pt x="0" y="54"/>
                  </a:moveTo>
                  <a:lnTo>
                    <a:pt x="0" y="16"/>
                  </a:lnTo>
                  <a:lnTo>
                    <a:pt x="12" y="16"/>
                  </a:lnTo>
                  <a:lnTo>
                    <a:pt x="12" y="54"/>
                  </a:lnTo>
                  <a:lnTo>
                    <a:pt x="0" y="54"/>
                  </a:lnTo>
                  <a:lnTo>
                    <a:pt x="0" y="54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72C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498"/>
            <p:cNvSpPr>
              <a:spLocks noEditPoints="1"/>
            </p:cNvSpPr>
            <p:nvPr/>
          </p:nvSpPr>
          <p:spPr bwMode="auto">
            <a:xfrm>
              <a:off x="4741863" y="4090988"/>
              <a:ext cx="63500" cy="66675"/>
            </a:xfrm>
            <a:custGeom>
              <a:avLst/>
              <a:gdLst>
                <a:gd name="T0" fmla="*/ 20 w 40"/>
                <a:gd name="T1" fmla="*/ 42 h 42"/>
                <a:gd name="T2" fmla="*/ 12 w 40"/>
                <a:gd name="T3" fmla="*/ 40 h 42"/>
                <a:gd name="T4" fmla="*/ 4 w 40"/>
                <a:gd name="T5" fmla="*/ 36 h 42"/>
                <a:gd name="T6" fmla="*/ 0 w 40"/>
                <a:gd name="T7" fmla="*/ 28 h 42"/>
                <a:gd name="T8" fmla="*/ 0 w 40"/>
                <a:gd name="T9" fmla="*/ 20 h 42"/>
                <a:gd name="T10" fmla="*/ 0 w 40"/>
                <a:gd name="T11" fmla="*/ 14 h 42"/>
                <a:gd name="T12" fmla="*/ 4 w 40"/>
                <a:gd name="T13" fmla="*/ 6 h 42"/>
                <a:gd name="T14" fmla="*/ 12 w 40"/>
                <a:gd name="T15" fmla="*/ 2 h 42"/>
                <a:gd name="T16" fmla="*/ 20 w 40"/>
                <a:gd name="T17" fmla="*/ 0 h 42"/>
                <a:gd name="T18" fmla="*/ 28 w 40"/>
                <a:gd name="T19" fmla="*/ 2 h 42"/>
                <a:gd name="T20" fmla="*/ 36 w 40"/>
                <a:gd name="T21" fmla="*/ 6 h 42"/>
                <a:gd name="T22" fmla="*/ 40 w 40"/>
                <a:gd name="T23" fmla="*/ 14 h 42"/>
                <a:gd name="T24" fmla="*/ 40 w 40"/>
                <a:gd name="T25" fmla="*/ 20 h 42"/>
                <a:gd name="T26" fmla="*/ 40 w 40"/>
                <a:gd name="T27" fmla="*/ 28 h 42"/>
                <a:gd name="T28" fmla="*/ 36 w 40"/>
                <a:gd name="T29" fmla="*/ 36 h 42"/>
                <a:gd name="T30" fmla="*/ 28 w 40"/>
                <a:gd name="T31" fmla="*/ 40 h 42"/>
                <a:gd name="T32" fmla="*/ 20 w 40"/>
                <a:gd name="T33" fmla="*/ 42 h 42"/>
                <a:gd name="T34" fmla="*/ 12 w 40"/>
                <a:gd name="T35" fmla="*/ 20 h 42"/>
                <a:gd name="T36" fmla="*/ 14 w 40"/>
                <a:gd name="T37" fmla="*/ 28 h 42"/>
                <a:gd name="T38" fmla="*/ 16 w 40"/>
                <a:gd name="T39" fmla="*/ 30 h 42"/>
                <a:gd name="T40" fmla="*/ 20 w 40"/>
                <a:gd name="T41" fmla="*/ 32 h 42"/>
                <a:gd name="T42" fmla="*/ 24 w 40"/>
                <a:gd name="T43" fmla="*/ 30 h 42"/>
                <a:gd name="T44" fmla="*/ 26 w 40"/>
                <a:gd name="T45" fmla="*/ 28 h 42"/>
                <a:gd name="T46" fmla="*/ 28 w 40"/>
                <a:gd name="T47" fmla="*/ 26 h 42"/>
                <a:gd name="T48" fmla="*/ 28 w 40"/>
                <a:gd name="T49" fmla="*/ 20 h 42"/>
                <a:gd name="T50" fmla="*/ 26 w 40"/>
                <a:gd name="T51" fmla="*/ 14 h 42"/>
                <a:gd name="T52" fmla="*/ 24 w 40"/>
                <a:gd name="T53" fmla="*/ 12 h 42"/>
                <a:gd name="T54" fmla="*/ 20 w 40"/>
                <a:gd name="T55" fmla="*/ 10 h 42"/>
                <a:gd name="T56" fmla="*/ 16 w 40"/>
                <a:gd name="T57" fmla="*/ 12 h 42"/>
                <a:gd name="T58" fmla="*/ 14 w 40"/>
                <a:gd name="T59" fmla="*/ 14 h 42"/>
                <a:gd name="T60" fmla="*/ 12 w 40"/>
                <a:gd name="T61" fmla="*/ 16 h 42"/>
                <a:gd name="T62" fmla="*/ 12 w 40"/>
                <a:gd name="T63" fmla="*/ 2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" h="42">
                  <a:moveTo>
                    <a:pt x="20" y="42"/>
                  </a:moveTo>
                  <a:lnTo>
                    <a:pt x="20" y="42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6"/>
                  </a:lnTo>
                  <a:lnTo>
                    <a:pt x="4" y="6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28" y="40"/>
                  </a:lnTo>
                  <a:lnTo>
                    <a:pt x="28" y="40"/>
                  </a:lnTo>
                  <a:lnTo>
                    <a:pt x="20" y="42"/>
                  </a:lnTo>
                  <a:lnTo>
                    <a:pt x="20" y="42"/>
                  </a:lnTo>
                  <a:close/>
                  <a:moveTo>
                    <a:pt x="12" y="20"/>
                  </a:moveTo>
                  <a:lnTo>
                    <a:pt x="12" y="20"/>
                  </a:lnTo>
                  <a:lnTo>
                    <a:pt x="12" y="26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6" y="30"/>
                  </a:lnTo>
                  <a:lnTo>
                    <a:pt x="20" y="32"/>
                  </a:lnTo>
                  <a:lnTo>
                    <a:pt x="20" y="32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4" y="12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2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72C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499"/>
            <p:cNvSpPr>
              <a:spLocks/>
            </p:cNvSpPr>
            <p:nvPr/>
          </p:nvSpPr>
          <p:spPr bwMode="auto">
            <a:xfrm>
              <a:off x="4814888" y="4090988"/>
              <a:ext cx="60325" cy="63500"/>
            </a:xfrm>
            <a:custGeom>
              <a:avLst/>
              <a:gdLst>
                <a:gd name="T0" fmla="*/ 38 w 38"/>
                <a:gd name="T1" fmla="*/ 40 h 40"/>
                <a:gd name="T2" fmla="*/ 26 w 38"/>
                <a:gd name="T3" fmla="*/ 40 h 40"/>
                <a:gd name="T4" fmla="*/ 26 w 38"/>
                <a:gd name="T5" fmla="*/ 18 h 40"/>
                <a:gd name="T6" fmla="*/ 26 w 38"/>
                <a:gd name="T7" fmla="*/ 18 h 40"/>
                <a:gd name="T8" fmla="*/ 24 w 38"/>
                <a:gd name="T9" fmla="*/ 12 h 40"/>
                <a:gd name="T10" fmla="*/ 24 w 38"/>
                <a:gd name="T11" fmla="*/ 12 h 40"/>
                <a:gd name="T12" fmla="*/ 20 w 38"/>
                <a:gd name="T13" fmla="*/ 12 h 40"/>
                <a:gd name="T14" fmla="*/ 20 w 38"/>
                <a:gd name="T15" fmla="*/ 12 h 40"/>
                <a:gd name="T16" fmla="*/ 18 w 38"/>
                <a:gd name="T17" fmla="*/ 12 h 40"/>
                <a:gd name="T18" fmla="*/ 18 w 38"/>
                <a:gd name="T19" fmla="*/ 12 h 40"/>
                <a:gd name="T20" fmla="*/ 16 w 38"/>
                <a:gd name="T21" fmla="*/ 14 h 40"/>
                <a:gd name="T22" fmla="*/ 16 w 38"/>
                <a:gd name="T23" fmla="*/ 14 h 40"/>
                <a:gd name="T24" fmla="*/ 14 w 38"/>
                <a:gd name="T25" fmla="*/ 16 h 40"/>
                <a:gd name="T26" fmla="*/ 14 w 38"/>
                <a:gd name="T27" fmla="*/ 16 h 40"/>
                <a:gd name="T28" fmla="*/ 12 w 38"/>
                <a:gd name="T29" fmla="*/ 18 h 40"/>
                <a:gd name="T30" fmla="*/ 12 w 38"/>
                <a:gd name="T31" fmla="*/ 40 h 40"/>
                <a:gd name="T32" fmla="*/ 0 w 38"/>
                <a:gd name="T33" fmla="*/ 40 h 40"/>
                <a:gd name="T34" fmla="*/ 0 w 38"/>
                <a:gd name="T35" fmla="*/ 2 h 40"/>
                <a:gd name="T36" fmla="*/ 12 w 38"/>
                <a:gd name="T37" fmla="*/ 2 h 40"/>
                <a:gd name="T38" fmla="*/ 12 w 38"/>
                <a:gd name="T39" fmla="*/ 8 h 40"/>
                <a:gd name="T40" fmla="*/ 12 w 38"/>
                <a:gd name="T41" fmla="*/ 8 h 40"/>
                <a:gd name="T42" fmla="*/ 18 w 38"/>
                <a:gd name="T43" fmla="*/ 2 h 40"/>
                <a:gd name="T44" fmla="*/ 18 w 38"/>
                <a:gd name="T45" fmla="*/ 2 h 40"/>
                <a:gd name="T46" fmla="*/ 26 w 38"/>
                <a:gd name="T47" fmla="*/ 0 h 40"/>
                <a:gd name="T48" fmla="*/ 26 w 38"/>
                <a:gd name="T49" fmla="*/ 0 h 40"/>
                <a:gd name="T50" fmla="*/ 32 w 38"/>
                <a:gd name="T51" fmla="*/ 2 h 40"/>
                <a:gd name="T52" fmla="*/ 32 w 38"/>
                <a:gd name="T53" fmla="*/ 2 h 40"/>
                <a:gd name="T54" fmla="*/ 36 w 38"/>
                <a:gd name="T55" fmla="*/ 6 h 40"/>
                <a:gd name="T56" fmla="*/ 36 w 38"/>
                <a:gd name="T57" fmla="*/ 6 h 40"/>
                <a:gd name="T58" fmla="*/ 38 w 38"/>
                <a:gd name="T59" fmla="*/ 10 h 40"/>
                <a:gd name="T60" fmla="*/ 38 w 38"/>
                <a:gd name="T61" fmla="*/ 10 h 40"/>
                <a:gd name="T62" fmla="*/ 38 w 38"/>
                <a:gd name="T63" fmla="*/ 16 h 40"/>
                <a:gd name="T64" fmla="*/ 38 w 38"/>
                <a:gd name="T65" fmla="*/ 40 h 40"/>
                <a:gd name="T66" fmla="*/ 38 w 38"/>
                <a:gd name="T6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" h="40">
                  <a:moveTo>
                    <a:pt x="38" y="40"/>
                  </a:moveTo>
                  <a:lnTo>
                    <a:pt x="26" y="40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0" y="12"/>
                  </a:lnTo>
                  <a:lnTo>
                    <a:pt x="20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2" y="18"/>
                  </a:lnTo>
                  <a:lnTo>
                    <a:pt x="12" y="40"/>
                  </a:lnTo>
                  <a:lnTo>
                    <a:pt x="0" y="40"/>
                  </a:lnTo>
                  <a:lnTo>
                    <a:pt x="0" y="2"/>
                  </a:lnTo>
                  <a:lnTo>
                    <a:pt x="12" y="2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38" y="16"/>
                  </a:lnTo>
                  <a:lnTo>
                    <a:pt x="38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72C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500"/>
            <p:cNvSpPr>
              <a:spLocks noEditPoints="1"/>
            </p:cNvSpPr>
            <p:nvPr/>
          </p:nvSpPr>
          <p:spPr bwMode="auto">
            <a:xfrm>
              <a:off x="5237163" y="3621088"/>
              <a:ext cx="104775" cy="123825"/>
            </a:xfrm>
            <a:custGeom>
              <a:avLst/>
              <a:gdLst>
                <a:gd name="T0" fmla="*/ 66 w 66"/>
                <a:gd name="T1" fmla="*/ 38 h 78"/>
                <a:gd name="T2" fmla="*/ 64 w 66"/>
                <a:gd name="T3" fmla="*/ 54 h 78"/>
                <a:gd name="T4" fmla="*/ 60 w 66"/>
                <a:gd name="T5" fmla="*/ 60 h 78"/>
                <a:gd name="T6" fmla="*/ 56 w 66"/>
                <a:gd name="T7" fmla="*/ 66 h 78"/>
                <a:gd name="T8" fmla="*/ 46 w 66"/>
                <a:gd name="T9" fmla="*/ 74 h 78"/>
                <a:gd name="T10" fmla="*/ 40 w 66"/>
                <a:gd name="T11" fmla="*/ 76 h 78"/>
                <a:gd name="T12" fmla="*/ 34 w 66"/>
                <a:gd name="T13" fmla="*/ 78 h 78"/>
                <a:gd name="T14" fmla="*/ 20 w 66"/>
                <a:gd name="T15" fmla="*/ 74 h 78"/>
                <a:gd name="T16" fmla="*/ 14 w 66"/>
                <a:gd name="T17" fmla="*/ 70 h 78"/>
                <a:gd name="T18" fmla="*/ 10 w 66"/>
                <a:gd name="T19" fmla="*/ 66 h 78"/>
                <a:gd name="T20" fmla="*/ 2 w 66"/>
                <a:gd name="T21" fmla="*/ 54 h 78"/>
                <a:gd name="T22" fmla="*/ 0 w 66"/>
                <a:gd name="T23" fmla="*/ 46 h 78"/>
                <a:gd name="T24" fmla="*/ 0 w 66"/>
                <a:gd name="T25" fmla="*/ 38 h 78"/>
                <a:gd name="T26" fmla="*/ 2 w 66"/>
                <a:gd name="T27" fmla="*/ 24 h 78"/>
                <a:gd name="T28" fmla="*/ 6 w 66"/>
                <a:gd name="T29" fmla="*/ 16 h 78"/>
                <a:gd name="T30" fmla="*/ 10 w 66"/>
                <a:gd name="T31" fmla="*/ 10 h 78"/>
                <a:gd name="T32" fmla="*/ 20 w 66"/>
                <a:gd name="T33" fmla="*/ 2 h 78"/>
                <a:gd name="T34" fmla="*/ 26 w 66"/>
                <a:gd name="T35" fmla="*/ 0 h 78"/>
                <a:gd name="T36" fmla="*/ 34 w 66"/>
                <a:gd name="T37" fmla="*/ 0 h 78"/>
                <a:gd name="T38" fmla="*/ 46 w 66"/>
                <a:gd name="T39" fmla="*/ 2 h 78"/>
                <a:gd name="T40" fmla="*/ 52 w 66"/>
                <a:gd name="T41" fmla="*/ 6 h 78"/>
                <a:gd name="T42" fmla="*/ 56 w 66"/>
                <a:gd name="T43" fmla="*/ 10 h 78"/>
                <a:gd name="T44" fmla="*/ 64 w 66"/>
                <a:gd name="T45" fmla="*/ 24 h 78"/>
                <a:gd name="T46" fmla="*/ 66 w 66"/>
                <a:gd name="T47" fmla="*/ 30 h 78"/>
                <a:gd name="T48" fmla="*/ 66 w 66"/>
                <a:gd name="T49" fmla="*/ 38 h 78"/>
                <a:gd name="T50" fmla="*/ 46 w 66"/>
                <a:gd name="T51" fmla="*/ 38 h 78"/>
                <a:gd name="T52" fmla="*/ 42 w 66"/>
                <a:gd name="T53" fmla="*/ 24 h 78"/>
                <a:gd name="T54" fmla="*/ 38 w 66"/>
                <a:gd name="T55" fmla="*/ 20 h 78"/>
                <a:gd name="T56" fmla="*/ 34 w 66"/>
                <a:gd name="T57" fmla="*/ 18 h 78"/>
                <a:gd name="T58" fmla="*/ 24 w 66"/>
                <a:gd name="T59" fmla="*/ 24 h 78"/>
                <a:gd name="T60" fmla="*/ 22 w 66"/>
                <a:gd name="T61" fmla="*/ 30 h 78"/>
                <a:gd name="T62" fmla="*/ 20 w 66"/>
                <a:gd name="T63" fmla="*/ 38 h 78"/>
                <a:gd name="T64" fmla="*/ 24 w 66"/>
                <a:gd name="T65" fmla="*/ 54 h 78"/>
                <a:gd name="T66" fmla="*/ 28 w 66"/>
                <a:gd name="T67" fmla="*/ 58 h 78"/>
                <a:gd name="T68" fmla="*/ 34 w 66"/>
                <a:gd name="T69" fmla="*/ 58 h 78"/>
                <a:gd name="T70" fmla="*/ 42 w 66"/>
                <a:gd name="T71" fmla="*/ 54 h 78"/>
                <a:gd name="T72" fmla="*/ 44 w 66"/>
                <a:gd name="T73" fmla="*/ 46 h 78"/>
                <a:gd name="T74" fmla="*/ 46 w 66"/>
                <a:gd name="T75" fmla="*/ 3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6" h="78">
                  <a:moveTo>
                    <a:pt x="66" y="38"/>
                  </a:moveTo>
                  <a:lnTo>
                    <a:pt x="66" y="38"/>
                  </a:lnTo>
                  <a:lnTo>
                    <a:pt x="66" y="46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0" y="60"/>
                  </a:lnTo>
                  <a:lnTo>
                    <a:pt x="56" y="66"/>
                  </a:lnTo>
                  <a:lnTo>
                    <a:pt x="56" y="66"/>
                  </a:lnTo>
                  <a:lnTo>
                    <a:pt x="52" y="70"/>
                  </a:lnTo>
                  <a:lnTo>
                    <a:pt x="46" y="74"/>
                  </a:lnTo>
                  <a:lnTo>
                    <a:pt x="46" y="74"/>
                  </a:lnTo>
                  <a:lnTo>
                    <a:pt x="40" y="76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26" y="76"/>
                  </a:lnTo>
                  <a:lnTo>
                    <a:pt x="20" y="74"/>
                  </a:lnTo>
                  <a:lnTo>
                    <a:pt x="20" y="74"/>
                  </a:lnTo>
                  <a:lnTo>
                    <a:pt x="14" y="70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6" y="60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0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6" y="16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4" y="6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6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0" y="0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52" y="6"/>
                  </a:lnTo>
                  <a:lnTo>
                    <a:pt x="56" y="10"/>
                  </a:lnTo>
                  <a:lnTo>
                    <a:pt x="56" y="10"/>
                  </a:lnTo>
                  <a:lnTo>
                    <a:pt x="60" y="16"/>
                  </a:lnTo>
                  <a:lnTo>
                    <a:pt x="64" y="24"/>
                  </a:lnTo>
                  <a:lnTo>
                    <a:pt x="64" y="24"/>
                  </a:lnTo>
                  <a:lnTo>
                    <a:pt x="66" y="30"/>
                  </a:lnTo>
                  <a:lnTo>
                    <a:pt x="66" y="38"/>
                  </a:lnTo>
                  <a:lnTo>
                    <a:pt x="66" y="38"/>
                  </a:lnTo>
                  <a:close/>
                  <a:moveTo>
                    <a:pt x="46" y="38"/>
                  </a:moveTo>
                  <a:lnTo>
                    <a:pt x="46" y="38"/>
                  </a:lnTo>
                  <a:lnTo>
                    <a:pt x="44" y="3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38" y="20"/>
                  </a:lnTo>
                  <a:lnTo>
                    <a:pt x="34" y="18"/>
                  </a:lnTo>
                  <a:lnTo>
                    <a:pt x="34" y="18"/>
                  </a:lnTo>
                  <a:lnTo>
                    <a:pt x="28" y="20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2" y="30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2" y="46"/>
                  </a:lnTo>
                  <a:lnTo>
                    <a:pt x="24" y="54"/>
                  </a:lnTo>
                  <a:lnTo>
                    <a:pt x="24" y="54"/>
                  </a:lnTo>
                  <a:lnTo>
                    <a:pt x="28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8" y="58"/>
                  </a:lnTo>
                  <a:lnTo>
                    <a:pt x="42" y="54"/>
                  </a:lnTo>
                  <a:lnTo>
                    <a:pt x="42" y="54"/>
                  </a:lnTo>
                  <a:lnTo>
                    <a:pt x="44" y="46"/>
                  </a:lnTo>
                  <a:lnTo>
                    <a:pt x="46" y="38"/>
                  </a:lnTo>
                  <a:lnTo>
                    <a:pt x="46" y="38"/>
                  </a:lnTo>
                  <a:close/>
                </a:path>
              </a:pathLst>
            </a:custGeom>
            <a:solidFill>
              <a:srgbClr val="2C3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501"/>
            <p:cNvSpPr>
              <a:spLocks/>
            </p:cNvSpPr>
            <p:nvPr/>
          </p:nvSpPr>
          <p:spPr bwMode="auto">
            <a:xfrm>
              <a:off x="5360988" y="3624263"/>
              <a:ext cx="98425" cy="117475"/>
            </a:xfrm>
            <a:custGeom>
              <a:avLst/>
              <a:gdLst>
                <a:gd name="T0" fmla="*/ 0 w 62"/>
                <a:gd name="T1" fmla="*/ 74 h 74"/>
                <a:gd name="T2" fmla="*/ 0 w 62"/>
                <a:gd name="T3" fmla="*/ 74 h 74"/>
                <a:gd name="T4" fmla="*/ 0 w 62"/>
                <a:gd name="T5" fmla="*/ 64 h 74"/>
                <a:gd name="T6" fmla="*/ 0 w 62"/>
                <a:gd name="T7" fmla="*/ 64 h 74"/>
                <a:gd name="T8" fmla="*/ 4 w 62"/>
                <a:gd name="T9" fmla="*/ 54 h 74"/>
                <a:gd name="T10" fmla="*/ 4 w 62"/>
                <a:gd name="T11" fmla="*/ 54 h 74"/>
                <a:gd name="T12" fmla="*/ 10 w 62"/>
                <a:gd name="T13" fmla="*/ 48 h 74"/>
                <a:gd name="T14" fmla="*/ 10 w 62"/>
                <a:gd name="T15" fmla="*/ 48 h 74"/>
                <a:gd name="T16" fmla="*/ 18 w 62"/>
                <a:gd name="T17" fmla="*/ 40 h 74"/>
                <a:gd name="T18" fmla="*/ 18 w 62"/>
                <a:gd name="T19" fmla="*/ 40 h 74"/>
                <a:gd name="T20" fmla="*/ 28 w 62"/>
                <a:gd name="T21" fmla="*/ 36 h 74"/>
                <a:gd name="T22" fmla="*/ 28 w 62"/>
                <a:gd name="T23" fmla="*/ 36 h 74"/>
                <a:gd name="T24" fmla="*/ 34 w 62"/>
                <a:gd name="T25" fmla="*/ 32 h 74"/>
                <a:gd name="T26" fmla="*/ 34 w 62"/>
                <a:gd name="T27" fmla="*/ 32 h 74"/>
                <a:gd name="T28" fmla="*/ 38 w 62"/>
                <a:gd name="T29" fmla="*/ 28 h 74"/>
                <a:gd name="T30" fmla="*/ 38 w 62"/>
                <a:gd name="T31" fmla="*/ 28 h 74"/>
                <a:gd name="T32" fmla="*/ 40 w 62"/>
                <a:gd name="T33" fmla="*/ 26 h 74"/>
                <a:gd name="T34" fmla="*/ 40 w 62"/>
                <a:gd name="T35" fmla="*/ 26 h 74"/>
                <a:gd name="T36" fmla="*/ 38 w 62"/>
                <a:gd name="T37" fmla="*/ 22 h 74"/>
                <a:gd name="T38" fmla="*/ 36 w 62"/>
                <a:gd name="T39" fmla="*/ 20 h 74"/>
                <a:gd name="T40" fmla="*/ 36 w 62"/>
                <a:gd name="T41" fmla="*/ 20 h 74"/>
                <a:gd name="T42" fmla="*/ 34 w 62"/>
                <a:gd name="T43" fmla="*/ 18 h 74"/>
                <a:gd name="T44" fmla="*/ 30 w 62"/>
                <a:gd name="T45" fmla="*/ 18 h 74"/>
                <a:gd name="T46" fmla="*/ 30 w 62"/>
                <a:gd name="T47" fmla="*/ 18 h 74"/>
                <a:gd name="T48" fmla="*/ 24 w 62"/>
                <a:gd name="T49" fmla="*/ 18 h 74"/>
                <a:gd name="T50" fmla="*/ 20 w 62"/>
                <a:gd name="T51" fmla="*/ 20 h 74"/>
                <a:gd name="T52" fmla="*/ 20 w 62"/>
                <a:gd name="T53" fmla="*/ 20 h 74"/>
                <a:gd name="T54" fmla="*/ 12 w 62"/>
                <a:gd name="T55" fmla="*/ 28 h 74"/>
                <a:gd name="T56" fmla="*/ 0 w 62"/>
                <a:gd name="T57" fmla="*/ 12 h 74"/>
                <a:gd name="T58" fmla="*/ 0 w 62"/>
                <a:gd name="T59" fmla="*/ 12 h 74"/>
                <a:gd name="T60" fmla="*/ 4 w 62"/>
                <a:gd name="T61" fmla="*/ 8 h 74"/>
                <a:gd name="T62" fmla="*/ 4 w 62"/>
                <a:gd name="T63" fmla="*/ 8 h 74"/>
                <a:gd name="T64" fmla="*/ 12 w 62"/>
                <a:gd name="T65" fmla="*/ 4 h 74"/>
                <a:gd name="T66" fmla="*/ 12 w 62"/>
                <a:gd name="T67" fmla="*/ 4 h 74"/>
                <a:gd name="T68" fmla="*/ 22 w 62"/>
                <a:gd name="T69" fmla="*/ 0 h 74"/>
                <a:gd name="T70" fmla="*/ 22 w 62"/>
                <a:gd name="T71" fmla="*/ 0 h 74"/>
                <a:gd name="T72" fmla="*/ 32 w 62"/>
                <a:gd name="T73" fmla="*/ 0 h 74"/>
                <a:gd name="T74" fmla="*/ 32 w 62"/>
                <a:gd name="T75" fmla="*/ 0 h 74"/>
                <a:gd name="T76" fmla="*/ 46 w 62"/>
                <a:gd name="T77" fmla="*/ 2 h 74"/>
                <a:gd name="T78" fmla="*/ 54 w 62"/>
                <a:gd name="T79" fmla="*/ 6 h 74"/>
                <a:gd name="T80" fmla="*/ 54 w 62"/>
                <a:gd name="T81" fmla="*/ 6 h 74"/>
                <a:gd name="T82" fmla="*/ 60 w 62"/>
                <a:gd name="T83" fmla="*/ 12 h 74"/>
                <a:gd name="T84" fmla="*/ 62 w 62"/>
                <a:gd name="T85" fmla="*/ 22 h 74"/>
                <a:gd name="T86" fmla="*/ 62 w 62"/>
                <a:gd name="T87" fmla="*/ 22 h 74"/>
                <a:gd name="T88" fmla="*/ 60 w 62"/>
                <a:gd name="T89" fmla="*/ 30 h 74"/>
                <a:gd name="T90" fmla="*/ 60 w 62"/>
                <a:gd name="T91" fmla="*/ 30 h 74"/>
                <a:gd name="T92" fmla="*/ 56 w 62"/>
                <a:gd name="T93" fmla="*/ 36 h 74"/>
                <a:gd name="T94" fmla="*/ 56 w 62"/>
                <a:gd name="T95" fmla="*/ 36 h 74"/>
                <a:gd name="T96" fmla="*/ 52 w 62"/>
                <a:gd name="T97" fmla="*/ 40 h 74"/>
                <a:gd name="T98" fmla="*/ 52 w 62"/>
                <a:gd name="T99" fmla="*/ 40 h 74"/>
                <a:gd name="T100" fmla="*/ 46 w 62"/>
                <a:gd name="T101" fmla="*/ 44 h 74"/>
                <a:gd name="T102" fmla="*/ 46 w 62"/>
                <a:gd name="T103" fmla="*/ 44 h 74"/>
                <a:gd name="T104" fmla="*/ 42 w 62"/>
                <a:gd name="T105" fmla="*/ 46 h 74"/>
                <a:gd name="T106" fmla="*/ 42 w 62"/>
                <a:gd name="T107" fmla="*/ 46 h 74"/>
                <a:gd name="T108" fmla="*/ 36 w 62"/>
                <a:gd name="T109" fmla="*/ 50 h 74"/>
                <a:gd name="T110" fmla="*/ 36 w 62"/>
                <a:gd name="T111" fmla="*/ 50 h 74"/>
                <a:gd name="T112" fmla="*/ 32 w 62"/>
                <a:gd name="T113" fmla="*/ 52 h 74"/>
                <a:gd name="T114" fmla="*/ 32 w 62"/>
                <a:gd name="T115" fmla="*/ 52 h 74"/>
                <a:gd name="T116" fmla="*/ 28 w 62"/>
                <a:gd name="T117" fmla="*/ 56 h 74"/>
                <a:gd name="T118" fmla="*/ 62 w 62"/>
                <a:gd name="T119" fmla="*/ 56 h 74"/>
                <a:gd name="T120" fmla="*/ 62 w 62"/>
                <a:gd name="T121" fmla="*/ 74 h 74"/>
                <a:gd name="T122" fmla="*/ 0 w 62"/>
                <a:gd name="T123" fmla="*/ 74 h 74"/>
                <a:gd name="T124" fmla="*/ 0 w 62"/>
                <a:gd name="T125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2" h="74">
                  <a:moveTo>
                    <a:pt x="0" y="74"/>
                  </a:moveTo>
                  <a:lnTo>
                    <a:pt x="0" y="74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4" y="54"/>
                  </a:lnTo>
                  <a:lnTo>
                    <a:pt x="10" y="48"/>
                  </a:lnTo>
                  <a:lnTo>
                    <a:pt x="10" y="48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28" y="36"/>
                  </a:lnTo>
                  <a:lnTo>
                    <a:pt x="28" y="36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38" y="22"/>
                  </a:lnTo>
                  <a:lnTo>
                    <a:pt x="36" y="20"/>
                  </a:lnTo>
                  <a:lnTo>
                    <a:pt x="36" y="20"/>
                  </a:lnTo>
                  <a:lnTo>
                    <a:pt x="34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24" y="18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12" y="2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4" y="8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6" y="2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60" y="1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56" y="36"/>
                  </a:lnTo>
                  <a:lnTo>
                    <a:pt x="56" y="36"/>
                  </a:lnTo>
                  <a:lnTo>
                    <a:pt x="52" y="40"/>
                  </a:lnTo>
                  <a:lnTo>
                    <a:pt x="52" y="40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2" y="52"/>
                  </a:lnTo>
                  <a:lnTo>
                    <a:pt x="32" y="52"/>
                  </a:lnTo>
                  <a:lnTo>
                    <a:pt x="28" y="56"/>
                  </a:lnTo>
                  <a:lnTo>
                    <a:pt x="62" y="56"/>
                  </a:lnTo>
                  <a:lnTo>
                    <a:pt x="62" y="74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2C3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502"/>
            <p:cNvSpPr>
              <a:spLocks noEditPoints="1"/>
            </p:cNvSpPr>
            <p:nvPr/>
          </p:nvSpPr>
          <p:spPr bwMode="auto">
            <a:xfrm>
              <a:off x="5160963" y="3449638"/>
              <a:ext cx="85725" cy="82550"/>
            </a:xfrm>
            <a:custGeom>
              <a:avLst/>
              <a:gdLst>
                <a:gd name="T0" fmla="*/ 26 w 54"/>
                <a:gd name="T1" fmla="*/ 52 h 52"/>
                <a:gd name="T2" fmla="*/ 16 w 54"/>
                <a:gd name="T3" fmla="*/ 50 h 52"/>
                <a:gd name="T4" fmla="*/ 8 w 54"/>
                <a:gd name="T5" fmla="*/ 44 h 52"/>
                <a:gd name="T6" fmla="*/ 2 w 54"/>
                <a:gd name="T7" fmla="*/ 36 h 52"/>
                <a:gd name="T8" fmla="*/ 0 w 54"/>
                <a:gd name="T9" fmla="*/ 26 h 52"/>
                <a:gd name="T10" fmla="*/ 2 w 54"/>
                <a:gd name="T11" fmla="*/ 16 h 52"/>
                <a:gd name="T12" fmla="*/ 8 w 54"/>
                <a:gd name="T13" fmla="*/ 8 h 52"/>
                <a:gd name="T14" fmla="*/ 16 w 54"/>
                <a:gd name="T15" fmla="*/ 2 h 52"/>
                <a:gd name="T16" fmla="*/ 28 w 54"/>
                <a:gd name="T17" fmla="*/ 0 h 52"/>
                <a:gd name="T18" fmla="*/ 32 w 54"/>
                <a:gd name="T19" fmla="*/ 0 h 52"/>
                <a:gd name="T20" fmla="*/ 38 w 54"/>
                <a:gd name="T21" fmla="*/ 2 h 52"/>
                <a:gd name="T22" fmla="*/ 46 w 54"/>
                <a:gd name="T23" fmla="*/ 8 h 52"/>
                <a:gd name="T24" fmla="*/ 52 w 54"/>
                <a:gd name="T25" fmla="*/ 16 h 52"/>
                <a:gd name="T26" fmla="*/ 54 w 54"/>
                <a:gd name="T27" fmla="*/ 26 h 52"/>
                <a:gd name="T28" fmla="*/ 52 w 54"/>
                <a:gd name="T29" fmla="*/ 36 h 52"/>
                <a:gd name="T30" fmla="*/ 46 w 54"/>
                <a:gd name="T31" fmla="*/ 44 h 52"/>
                <a:gd name="T32" fmla="*/ 38 w 54"/>
                <a:gd name="T33" fmla="*/ 50 h 52"/>
                <a:gd name="T34" fmla="*/ 26 w 54"/>
                <a:gd name="T35" fmla="*/ 52 h 52"/>
                <a:gd name="T36" fmla="*/ 14 w 54"/>
                <a:gd name="T37" fmla="*/ 26 h 52"/>
                <a:gd name="T38" fmla="*/ 14 w 54"/>
                <a:gd name="T39" fmla="*/ 32 h 52"/>
                <a:gd name="T40" fmla="*/ 16 w 54"/>
                <a:gd name="T41" fmla="*/ 36 h 52"/>
                <a:gd name="T42" fmla="*/ 22 w 54"/>
                <a:gd name="T43" fmla="*/ 40 h 52"/>
                <a:gd name="T44" fmla="*/ 26 w 54"/>
                <a:gd name="T45" fmla="*/ 42 h 52"/>
                <a:gd name="T46" fmla="*/ 34 w 54"/>
                <a:gd name="T47" fmla="*/ 40 h 52"/>
                <a:gd name="T48" fmla="*/ 38 w 54"/>
                <a:gd name="T49" fmla="*/ 36 h 52"/>
                <a:gd name="T50" fmla="*/ 40 w 54"/>
                <a:gd name="T51" fmla="*/ 32 h 52"/>
                <a:gd name="T52" fmla="*/ 40 w 54"/>
                <a:gd name="T53" fmla="*/ 26 h 52"/>
                <a:gd name="T54" fmla="*/ 40 w 54"/>
                <a:gd name="T55" fmla="*/ 20 h 52"/>
                <a:gd name="T56" fmla="*/ 38 w 54"/>
                <a:gd name="T57" fmla="*/ 14 h 52"/>
                <a:gd name="T58" fmla="*/ 32 w 54"/>
                <a:gd name="T59" fmla="*/ 12 h 52"/>
                <a:gd name="T60" fmla="*/ 26 w 54"/>
                <a:gd name="T61" fmla="*/ 10 h 52"/>
                <a:gd name="T62" fmla="*/ 20 w 54"/>
                <a:gd name="T63" fmla="*/ 12 h 52"/>
                <a:gd name="T64" fmla="*/ 16 w 54"/>
                <a:gd name="T65" fmla="*/ 14 h 52"/>
                <a:gd name="T66" fmla="*/ 14 w 54"/>
                <a:gd name="T67" fmla="*/ 20 h 52"/>
                <a:gd name="T68" fmla="*/ 14 w 54"/>
                <a:gd name="T6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4" h="52">
                  <a:moveTo>
                    <a:pt x="26" y="52"/>
                  </a:moveTo>
                  <a:lnTo>
                    <a:pt x="26" y="52"/>
                  </a:lnTo>
                  <a:lnTo>
                    <a:pt x="22" y="52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8" y="8"/>
                  </a:lnTo>
                  <a:lnTo>
                    <a:pt x="8" y="8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2" y="36"/>
                  </a:lnTo>
                  <a:lnTo>
                    <a:pt x="52" y="3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26" y="52"/>
                  </a:lnTo>
                  <a:lnTo>
                    <a:pt x="26" y="52"/>
                  </a:lnTo>
                  <a:close/>
                  <a:moveTo>
                    <a:pt x="14" y="26"/>
                  </a:moveTo>
                  <a:lnTo>
                    <a:pt x="14" y="26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2"/>
                  </a:lnTo>
                  <a:lnTo>
                    <a:pt x="26" y="42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0" y="12"/>
                  </a:lnTo>
                  <a:lnTo>
                    <a:pt x="20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6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2C3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503"/>
            <p:cNvSpPr>
              <a:spLocks noEditPoints="1"/>
            </p:cNvSpPr>
            <p:nvPr/>
          </p:nvSpPr>
          <p:spPr bwMode="auto">
            <a:xfrm>
              <a:off x="5256213" y="3468688"/>
              <a:ext cx="63500" cy="88900"/>
            </a:xfrm>
            <a:custGeom>
              <a:avLst/>
              <a:gdLst>
                <a:gd name="T0" fmla="*/ 24 w 40"/>
                <a:gd name="T1" fmla="*/ 40 h 56"/>
                <a:gd name="T2" fmla="*/ 24 w 40"/>
                <a:gd name="T3" fmla="*/ 40 h 56"/>
                <a:gd name="T4" fmla="*/ 16 w 40"/>
                <a:gd name="T5" fmla="*/ 38 h 56"/>
                <a:gd name="T6" fmla="*/ 16 w 40"/>
                <a:gd name="T7" fmla="*/ 38 h 56"/>
                <a:gd name="T8" fmla="*/ 10 w 40"/>
                <a:gd name="T9" fmla="*/ 34 h 56"/>
                <a:gd name="T10" fmla="*/ 10 w 40"/>
                <a:gd name="T11" fmla="*/ 56 h 56"/>
                <a:gd name="T12" fmla="*/ 0 w 40"/>
                <a:gd name="T13" fmla="*/ 56 h 56"/>
                <a:gd name="T14" fmla="*/ 0 w 40"/>
                <a:gd name="T15" fmla="*/ 2 h 56"/>
                <a:gd name="T16" fmla="*/ 10 w 40"/>
                <a:gd name="T17" fmla="*/ 2 h 56"/>
                <a:gd name="T18" fmla="*/ 10 w 40"/>
                <a:gd name="T19" fmla="*/ 8 h 56"/>
                <a:gd name="T20" fmla="*/ 10 w 40"/>
                <a:gd name="T21" fmla="*/ 8 h 56"/>
                <a:gd name="T22" fmla="*/ 14 w 40"/>
                <a:gd name="T23" fmla="*/ 2 h 56"/>
                <a:gd name="T24" fmla="*/ 14 w 40"/>
                <a:gd name="T25" fmla="*/ 2 h 56"/>
                <a:gd name="T26" fmla="*/ 22 w 40"/>
                <a:gd name="T27" fmla="*/ 0 h 56"/>
                <a:gd name="T28" fmla="*/ 22 w 40"/>
                <a:gd name="T29" fmla="*/ 0 h 56"/>
                <a:gd name="T30" fmla="*/ 30 w 40"/>
                <a:gd name="T31" fmla="*/ 2 h 56"/>
                <a:gd name="T32" fmla="*/ 30 w 40"/>
                <a:gd name="T33" fmla="*/ 2 h 56"/>
                <a:gd name="T34" fmla="*/ 36 w 40"/>
                <a:gd name="T35" fmla="*/ 6 h 56"/>
                <a:gd name="T36" fmla="*/ 36 w 40"/>
                <a:gd name="T37" fmla="*/ 6 h 56"/>
                <a:gd name="T38" fmla="*/ 40 w 40"/>
                <a:gd name="T39" fmla="*/ 12 h 56"/>
                <a:gd name="T40" fmla="*/ 40 w 40"/>
                <a:gd name="T41" fmla="*/ 12 h 56"/>
                <a:gd name="T42" fmla="*/ 40 w 40"/>
                <a:gd name="T43" fmla="*/ 20 h 56"/>
                <a:gd name="T44" fmla="*/ 40 w 40"/>
                <a:gd name="T45" fmla="*/ 20 h 56"/>
                <a:gd name="T46" fmla="*/ 40 w 40"/>
                <a:gd name="T47" fmla="*/ 28 h 56"/>
                <a:gd name="T48" fmla="*/ 40 w 40"/>
                <a:gd name="T49" fmla="*/ 28 h 56"/>
                <a:gd name="T50" fmla="*/ 36 w 40"/>
                <a:gd name="T51" fmla="*/ 34 h 56"/>
                <a:gd name="T52" fmla="*/ 36 w 40"/>
                <a:gd name="T53" fmla="*/ 34 h 56"/>
                <a:gd name="T54" fmla="*/ 30 w 40"/>
                <a:gd name="T55" fmla="*/ 40 h 56"/>
                <a:gd name="T56" fmla="*/ 30 w 40"/>
                <a:gd name="T57" fmla="*/ 40 h 56"/>
                <a:gd name="T58" fmla="*/ 24 w 40"/>
                <a:gd name="T59" fmla="*/ 40 h 56"/>
                <a:gd name="T60" fmla="*/ 24 w 40"/>
                <a:gd name="T61" fmla="*/ 40 h 56"/>
                <a:gd name="T62" fmla="*/ 20 w 40"/>
                <a:gd name="T63" fmla="*/ 30 h 56"/>
                <a:gd name="T64" fmla="*/ 20 w 40"/>
                <a:gd name="T65" fmla="*/ 30 h 56"/>
                <a:gd name="T66" fmla="*/ 24 w 40"/>
                <a:gd name="T67" fmla="*/ 30 h 56"/>
                <a:gd name="T68" fmla="*/ 24 w 40"/>
                <a:gd name="T69" fmla="*/ 30 h 56"/>
                <a:gd name="T70" fmla="*/ 26 w 40"/>
                <a:gd name="T71" fmla="*/ 28 h 56"/>
                <a:gd name="T72" fmla="*/ 26 w 40"/>
                <a:gd name="T73" fmla="*/ 28 h 56"/>
                <a:gd name="T74" fmla="*/ 28 w 40"/>
                <a:gd name="T75" fmla="*/ 24 h 56"/>
                <a:gd name="T76" fmla="*/ 28 w 40"/>
                <a:gd name="T77" fmla="*/ 24 h 56"/>
                <a:gd name="T78" fmla="*/ 28 w 40"/>
                <a:gd name="T79" fmla="*/ 20 h 56"/>
                <a:gd name="T80" fmla="*/ 28 w 40"/>
                <a:gd name="T81" fmla="*/ 20 h 56"/>
                <a:gd name="T82" fmla="*/ 28 w 40"/>
                <a:gd name="T83" fmla="*/ 16 h 56"/>
                <a:gd name="T84" fmla="*/ 28 w 40"/>
                <a:gd name="T85" fmla="*/ 16 h 56"/>
                <a:gd name="T86" fmla="*/ 26 w 40"/>
                <a:gd name="T87" fmla="*/ 14 h 56"/>
                <a:gd name="T88" fmla="*/ 26 w 40"/>
                <a:gd name="T89" fmla="*/ 14 h 56"/>
                <a:gd name="T90" fmla="*/ 22 w 40"/>
                <a:gd name="T91" fmla="*/ 12 h 56"/>
                <a:gd name="T92" fmla="*/ 22 w 40"/>
                <a:gd name="T93" fmla="*/ 12 h 56"/>
                <a:gd name="T94" fmla="*/ 20 w 40"/>
                <a:gd name="T95" fmla="*/ 10 h 56"/>
                <a:gd name="T96" fmla="*/ 20 w 40"/>
                <a:gd name="T97" fmla="*/ 10 h 56"/>
                <a:gd name="T98" fmla="*/ 14 w 40"/>
                <a:gd name="T99" fmla="*/ 12 h 56"/>
                <a:gd name="T100" fmla="*/ 14 w 40"/>
                <a:gd name="T101" fmla="*/ 12 h 56"/>
                <a:gd name="T102" fmla="*/ 10 w 40"/>
                <a:gd name="T103" fmla="*/ 16 h 56"/>
                <a:gd name="T104" fmla="*/ 10 w 40"/>
                <a:gd name="T105" fmla="*/ 24 h 56"/>
                <a:gd name="T106" fmla="*/ 10 w 40"/>
                <a:gd name="T107" fmla="*/ 24 h 56"/>
                <a:gd name="T108" fmla="*/ 14 w 40"/>
                <a:gd name="T109" fmla="*/ 28 h 56"/>
                <a:gd name="T110" fmla="*/ 14 w 40"/>
                <a:gd name="T111" fmla="*/ 28 h 56"/>
                <a:gd name="T112" fmla="*/ 20 w 40"/>
                <a:gd name="T113" fmla="*/ 30 h 56"/>
                <a:gd name="T114" fmla="*/ 20 w 40"/>
                <a:gd name="T115" fmla="*/ 3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0" h="56">
                  <a:moveTo>
                    <a:pt x="24" y="40"/>
                  </a:moveTo>
                  <a:lnTo>
                    <a:pt x="24" y="40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0" y="34"/>
                  </a:lnTo>
                  <a:lnTo>
                    <a:pt x="10" y="56"/>
                  </a:lnTo>
                  <a:lnTo>
                    <a:pt x="0" y="56"/>
                  </a:lnTo>
                  <a:lnTo>
                    <a:pt x="0" y="2"/>
                  </a:lnTo>
                  <a:lnTo>
                    <a:pt x="10" y="2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6" y="34"/>
                  </a:lnTo>
                  <a:lnTo>
                    <a:pt x="36" y="34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4" y="40"/>
                  </a:lnTo>
                  <a:lnTo>
                    <a:pt x="24" y="40"/>
                  </a:lnTo>
                  <a:close/>
                  <a:moveTo>
                    <a:pt x="20" y="30"/>
                  </a:moveTo>
                  <a:lnTo>
                    <a:pt x="20" y="30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8" y="16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0" y="16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20" y="30"/>
                  </a:lnTo>
                  <a:lnTo>
                    <a:pt x="20" y="30"/>
                  </a:lnTo>
                  <a:close/>
                </a:path>
              </a:pathLst>
            </a:custGeom>
            <a:solidFill>
              <a:srgbClr val="2C3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504"/>
            <p:cNvSpPr>
              <a:spLocks/>
            </p:cNvSpPr>
            <p:nvPr/>
          </p:nvSpPr>
          <p:spPr bwMode="auto">
            <a:xfrm>
              <a:off x="5326063" y="3449638"/>
              <a:ext cx="44450" cy="82550"/>
            </a:xfrm>
            <a:custGeom>
              <a:avLst/>
              <a:gdLst>
                <a:gd name="T0" fmla="*/ 28 w 28"/>
                <a:gd name="T1" fmla="*/ 50 h 52"/>
                <a:gd name="T2" fmla="*/ 28 w 28"/>
                <a:gd name="T3" fmla="*/ 50 h 52"/>
                <a:gd name="T4" fmla="*/ 22 w 28"/>
                <a:gd name="T5" fmla="*/ 52 h 52"/>
                <a:gd name="T6" fmla="*/ 22 w 28"/>
                <a:gd name="T7" fmla="*/ 52 h 52"/>
                <a:gd name="T8" fmla="*/ 16 w 28"/>
                <a:gd name="T9" fmla="*/ 52 h 52"/>
                <a:gd name="T10" fmla="*/ 16 w 28"/>
                <a:gd name="T11" fmla="*/ 52 h 52"/>
                <a:gd name="T12" fmla="*/ 10 w 28"/>
                <a:gd name="T13" fmla="*/ 52 h 52"/>
                <a:gd name="T14" fmla="*/ 10 w 28"/>
                <a:gd name="T15" fmla="*/ 52 h 52"/>
                <a:gd name="T16" fmla="*/ 8 w 28"/>
                <a:gd name="T17" fmla="*/ 50 h 52"/>
                <a:gd name="T18" fmla="*/ 8 w 28"/>
                <a:gd name="T19" fmla="*/ 50 h 52"/>
                <a:gd name="T20" fmla="*/ 6 w 28"/>
                <a:gd name="T21" fmla="*/ 48 h 52"/>
                <a:gd name="T22" fmla="*/ 6 w 28"/>
                <a:gd name="T23" fmla="*/ 48 h 52"/>
                <a:gd name="T24" fmla="*/ 4 w 28"/>
                <a:gd name="T25" fmla="*/ 42 h 52"/>
                <a:gd name="T26" fmla="*/ 4 w 28"/>
                <a:gd name="T27" fmla="*/ 22 h 52"/>
                <a:gd name="T28" fmla="*/ 0 w 28"/>
                <a:gd name="T29" fmla="*/ 22 h 52"/>
                <a:gd name="T30" fmla="*/ 0 w 28"/>
                <a:gd name="T31" fmla="*/ 14 h 52"/>
                <a:gd name="T32" fmla="*/ 4 w 28"/>
                <a:gd name="T33" fmla="*/ 14 h 52"/>
                <a:gd name="T34" fmla="*/ 4 w 28"/>
                <a:gd name="T35" fmla="*/ 0 h 52"/>
                <a:gd name="T36" fmla="*/ 16 w 28"/>
                <a:gd name="T37" fmla="*/ 0 h 52"/>
                <a:gd name="T38" fmla="*/ 16 w 28"/>
                <a:gd name="T39" fmla="*/ 14 h 52"/>
                <a:gd name="T40" fmla="*/ 24 w 28"/>
                <a:gd name="T41" fmla="*/ 14 h 52"/>
                <a:gd name="T42" fmla="*/ 24 w 28"/>
                <a:gd name="T43" fmla="*/ 22 h 52"/>
                <a:gd name="T44" fmla="*/ 16 w 28"/>
                <a:gd name="T45" fmla="*/ 22 h 52"/>
                <a:gd name="T46" fmla="*/ 16 w 28"/>
                <a:gd name="T47" fmla="*/ 38 h 52"/>
                <a:gd name="T48" fmla="*/ 16 w 28"/>
                <a:gd name="T49" fmla="*/ 38 h 52"/>
                <a:gd name="T50" fmla="*/ 18 w 28"/>
                <a:gd name="T51" fmla="*/ 42 h 52"/>
                <a:gd name="T52" fmla="*/ 18 w 28"/>
                <a:gd name="T53" fmla="*/ 42 h 52"/>
                <a:gd name="T54" fmla="*/ 20 w 28"/>
                <a:gd name="T55" fmla="*/ 42 h 52"/>
                <a:gd name="T56" fmla="*/ 20 w 28"/>
                <a:gd name="T57" fmla="*/ 42 h 52"/>
                <a:gd name="T58" fmla="*/ 22 w 28"/>
                <a:gd name="T59" fmla="*/ 42 h 52"/>
                <a:gd name="T60" fmla="*/ 22 w 28"/>
                <a:gd name="T61" fmla="*/ 42 h 52"/>
                <a:gd name="T62" fmla="*/ 24 w 28"/>
                <a:gd name="T63" fmla="*/ 40 h 52"/>
                <a:gd name="T64" fmla="*/ 28 w 28"/>
                <a:gd name="T65" fmla="*/ 50 h 52"/>
                <a:gd name="T66" fmla="*/ 28 w 28"/>
                <a:gd name="T67" fmla="*/ 5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52">
                  <a:moveTo>
                    <a:pt x="28" y="50"/>
                  </a:moveTo>
                  <a:lnTo>
                    <a:pt x="28" y="50"/>
                  </a:lnTo>
                  <a:lnTo>
                    <a:pt x="22" y="52"/>
                  </a:lnTo>
                  <a:lnTo>
                    <a:pt x="22" y="52"/>
                  </a:lnTo>
                  <a:lnTo>
                    <a:pt x="16" y="52"/>
                  </a:lnTo>
                  <a:lnTo>
                    <a:pt x="16" y="52"/>
                  </a:lnTo>
                  <a:lnTo>
                    <a:pt x="10" y="52"/>
                  </a:lnTo>
                  <a:lnTo>
                    <a:pt x="10" y="52"/>
                  </a:lnTo>
                  <a:lnTo>
                    <a:pt x="8" y="50"/>
                  </a:lnTo>
                  <a:lnTo>
                    <a:pt x="8" y="50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4" y="42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14"/>
                  </a:lnTo>
                  <a:lnTo>
                    <a:pt x="4" y="14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14"/>
                  </a:lnTo>
                  <a:lnTo>
                    <a:pt x="24" y="14"/>
                  </a:lnTo>
                  <a:lnTo>
                    <a:pt x="24" y="22"/>
                  </a:lnTo>
                  <a:lnTo>
                    <a:pt x="16" y="22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8" y="42"/>
                  </a:lnTo>
                  <a:lnTo>
                    <a:pt x="18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24" y="40"/>
                  </a:lnTo>
                  <a:lnTo>
                    <a:pt x="28" y="50"/>
                  </a:lnTo>
                  <a:lnTo>
                    <a:pt x="28" y="50"/>
                  </a:lnTo>
                  <a:close/>
                </a:path>
              </a:pathLst>
            </a:custGeom>
            <a:solidFill>
              <a:srgbClr val="2C3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505"/>
            <p:cNvSpPr>
              <a:spLocks noEditPoints="1"/>
            </p:cNvSpPr>
            <p:nvPr/>
          </p:nvSpPr>
          <p:spPr bwMode="auto">
            <a:xfrm>
              <a:off x="5376863" y="3446463"/>
              <a:ext cx="19050" cy="85725"/>
            </a:xfrm>
            <a:custGeom>
              <a:avLst/>
              <a:gdLst>
                <a:gd name="T0" fmla="*/ 0 w 12"/>
                <a:gd name="T1" fmla="*/ 54 h 54"/>
                <a:gd name="T2" fmla="*/ 0 w 12"/>
                <a:gd name="T3" fmla="*/ 16 h 54"/>
                <a:gd name="T4" fmla="*/ 12 w 12"/>
                <a:gd name="T5" fmla="*/ 16 h 54"/>
                <a:gd name="T6" fmla="*/ 12 w 12"/>
                <a:gd name="T7" fmla="*/ 54 h 54"/>
                <a:gd name="T8" fmla="*/ 0 w 12"/>
                <a:gd name="T9" fmla="*/ 54 h 54"/>
                <a:gd name="T10" fmla="*/ 0 w 12"/>
                <a:gd name="T11" fmla="*/ 54 h 54"/>
                <a:gd name="T12" fmla="*/ 0 w 12"/>
                <a:gd name="T13" fmla="*/ 10 h 54"/>
                <a:gd name="T14" fmla="*/ 0 w 12"/>
                <a:gd name="T15" fmla="*/ 0 h 54"/>
                <a:gd name="T16" fmla="*/ 12 w 12"/>
                <a:gd name="T17" fmla="*/ 0 h 54"/>
                <a:gd name="T18" fmla="*/ 12 w 12"/>
                <a:gd name="T19" fmla="*/ 10 h 54"/>
                <a:gd name="T20" fmla="*/ 0 w 12"/>
                <a:gd name="T21" fmla="*/ 10 h 54"/>
                <a:gd name="T22" fmla="*/ 0 w 12"/>
                <a:gd name="T23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54">
                  <a:moveTo>
                    <a:pt x="0" y="54"/>
                  </a:moveTo>
                  <a:lnTo>
                    <a:pt x="0" y="16"/>
                  </a:lnTo>
                  <a:lnTo>
                    <a:pt x="12" y="16"/>
                  </a:lnTo>
                  <a:lnTo>
                    <a:pt x="12" y="54"/>
                  </a:lnTo>
                  <a:lnTo>
                    <a:pt x="0" y="54"/>
                  </a:lnTo>
                  <a:lnTo>
                    <a:pt x="0" y="54"/>
                  </a:lnTo>
                  <a:close/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C3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506"/>
            <p:cNvSpPr>
              <a:spLocks noEditPoints="1"/>
            </p:cNvSpPr>
            <p:nvPr/>
          </p:nvSpPr>
          <p:spPr bwMode="auto">
            <a:xfrm>
              <a:off x="5405438" y="3468688"/>
              <a:ext cx="63500" cy="63500"/>
            </a:xfrm>
            <a:custGeom>
              <a:avLst/>
              <a:gdLst>
                <a:gd name="T0" fmla="*/ 20 w 40"/>
                <a:gd name="T1" fmla="*/ 40 h 40"/>
                <a:gd name="T2" fmla="*/ 12 w 40"/>
                <a:gd name="T3" fmla="*/ 40 h 40"/>
                <a:gd name="T4" fmla="*/ 4 w 40"/>
                <a:gd name="T5" fmla="*/ 34 h 40"/>
                <a:gd name="T6" fmla="*/ 0 w 40"/>
                <a:gd name="T7" fmla="*/ 28 h 40"/>
                <a:gd name="T8" fmla="*/ 0 w 40"/>
                <a:gd name="T9" fmla="*/ 20 h 40"/>
                <a:gd name="T10" fmla="*/ 0 w 40"/>
                <a:gd name="T11" fmla="*/ 12 h 40"/>
                <a:gd name="T12" fmla="*/ 4 w 40"/>
                <a:gd name="T13" fmla="*/ 6 h 40"/>
                <a:gd name="T14" fmla="*/ 12 w 40"/>
                <a:gd name="T15" fmla="*/ 2 h 40"/>
                <a:gd name="T16" fmla="*/ 20 w 40"/>
                <a:gd name="T17" fmla="*/ 0 h 40"/>
                <a:gd name="T18" fmla="*/ 28 w 40"/>
                <a:gd name="T19" fmla="*/ 2 h 40"/>
                <a:gd name="T20" fmla="*/ 36 w 40"/>
                <a:gd name="T21" fmla="*/ 6 h 40"/>
                <a:gd name="T22" fmla="*/ 40 w 40"/>
                <a:gd name="T23" fmla="*/ 12 h 40"/>
                <a:gd name="T24" fmla="*/ 40 w 40"/>
                <a:gd name="T25" fmla="*/ 20 h 40"/>
                <a:gd name="T26" fmla="*/ 40 w 40"/>
                <a:gd name="T27" fmla="*/ 28 h 40"/>
                <a:gd name="T28" fmla="*/ 36 w 40"/>
                <a:gd name="T29" fmla="*/ 34 h 40"/>
                <a:gd name="T30" fmla="*/ 28 w 40"/>
                <a:gd name="T31" fmla="*/ 40 h 40"/>
                <a:gd name="T32" fmla="*/ 20 w 40"/>
                <a:gd name="T33" fmla="*/ 40 h 40"/>
                <a:gd name="T34" fmla="*/ 12 w 40"/>
                <a:gd name="T35" fmla="*/ 20 h 40"/>
                <a:gd name="T36" fmla="*/ 14 w 40"/>
                <a:gd name="T37" fmla="*/ 28 h 40"/>
                <a:gd name="T38" fmla="*/ 16 w 40"/>
                <a:gd name="T39" fmla="*/ 30 h 40"/>
                <a:gd name="T40" fmla="*/ 20 w 40"/>
                <a:gd name="T41" fmla="*/ 30 h 40"/>
                <a:gd name="T42" fmla="*/ 24 w 40"/>
                <a:gd name="T43" fmla="*/ 30 h 40"/>
                <a:gd name="T44" fmla="*/ 26 w 40"/>
                <a:gd name="T45" fmla="*/ 28 h 40"/>
                <a:gd name="T46" fmla="*/ 28 w 40"/>
                <a:gd name="T47" fmla="*/ 24 h 40"/>
                <a:gd name="T48" fmla="*/ 28 w 40"/>
                <a:gd name="T49" fmla="*/ 20 h 40"/>
                <a:gd name="T50" fmla="*/ 26 w 40"/>
                <a:gd name="T51" fmla="*/ 14 h 40"/>
                <a:gd name="T52" fmla="*/ 24 w 40"/>
                <a:gd name="T53" fmla="*/ 12 h 40"/>
                <a:gd name="T54" fmla="*/ 20 w 40"/>
                <a:gd name="T55" fmla="*/ 10 h 40"/>
                <a:gd name="T56" fmla="*/ 16 w 40"/>
                <a:gd name="T57" fmla="*/ 12 h 40"/>
                <a:gd name="T58" fmla="*/ 14 w 40"/>
                <a:gd name="T59" fmla="*/ 14 h 40"/>
                <a:gd name="T60" fmla="*/ 12 w 40"/>
                <a:gd name="T61" fmla="*/ 16 h 40"/>
                <a:gd name="T62" fmla="*/ 12 w 40"/>
                <a:gd name="T63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lnTo>
                    <a:pt x="20" y="40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4" y="6"/>
                  </a:lnTo>
                  <a:lnTo>
                    <a:pt x="4" y="6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6" y="34"/>
                  </a:lnTo>
                  <a:lnTo>
                    <a:pt x="36" y="34"/>
                  </a:lnTo>
                  <a:lnTo>
                    <a:pt x="28" y="40"/>
                  </a:lnTo>
                  <a:lnTo>
                    <a:pt x="28" y="40"/>
                  </a:lnTo>
                  <a:lnTo>
                    <a:pt x="20" y="40"/>
                  </a:lnTo>
                  <a:lnTo>
                    <a:pt x="20" y="40"/>
                  </a:lnTo>
                  <a:close/>
                  <a:moveTo>
                    <a:pt x="12" y="20"/>
                  </a:moveTo>
                  <a:lnTo>
                    <a:pt x="12" y="20"/>
                  </a:lnTo>
                  <a:lnTo>
                    <a:pt x="12" y="24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6" y="30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4" y="12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2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2C3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507"/>
            <p:cNvSpPr>
              <a:spLocks/>
            </p:cNvSpPr>
            <p:nvPr/>
          </p:nvSpPr>
          <p:spPr bwMode="auto">
            <a:xfrm>
              <a:off x="5478463" y="3468688"/>
              <a:ext cx="60325" cy="63500"/>
            </a:xfrm>
            <a:custGeom>
              <a:avLst/>
              <a:gdLst>
                <a:gd name="T0" fmla="*/ 38 w 38"/>
                <a:gd name="T1" fmla="*/ 40 h 40"/>
                <a:gd name="T2" fmla="*/ 26 w 38"/>
                <a:gd name="T3" fmla="*/ 40 h 40"/>
                <a:gd name="T4" fmla="*/ 26 w 38"/>
                <a:gd name="T5" fmla="*/ 18 h 40"/>
                <a:gd name="T6" fmla="*/ 26 w 38"/>
                <a:gd name="T7" fmla="*/ 18 h 40"/>
                <a:gd name="T8" fmla="*/ 24 w 38"/>
                <a:gd name="T9" fmla="*/ 12 h 40"/>
                <a:gd name="T10" fmla="*/ 24 w 38"/>
                <a:gd name="T11" fmla="*/ 12 h 40"/>
                <a:gd name="T12" fmla="*/ 22 w 38"/>
                <a:gd name="T13" fmla="*/ 10 h 40"/>
                <a:gd name="T14" fmla="*/ 22 w 38"/>
                <a:gd name="T15" fmla="*/ 10 h 40"/>
                <a:gd name="T16" fmla="*/ 18 w 38"/>
                <a:gd name="T17" fmla="*/ 12 h 40"/>
                <a:gd name="T18" fmla="*/ 18 w 38"/>
                <a:gd name="T19" fmla="*/ 12 h 40"/>
                <a:gd name="T20" fmla="*/ 16 w 38"/>
                <a:gd name="T21" fmla="*/ 12 h 40"/>
                <a:gd name="T22" fmla="*/ 16 w 38"/>
                <a:gd name="T23" fmla="*/ 12 h 40"/>
                <a:gd name="T24" fmla="*/ 14 w 38"/>
                <a:gd name="T25" fmla="*/ 16 h 40"/>
                <a:gd name="T26" fmla="*/ 14 w 38"/>
                <a:gd name="T27" fmla="*/ 16 h 40"/>
                <a:gd name="T28" fmla="*/ 12 w 38"/>
                <a:gd name="T29" fmla="*/ 18 h 40"/>
                <a:gd name="T30" fmla="*/ 12 w 38"/>
                <a:gd name="T31" fmla="*/ 40 h 40"/>
                <a:gd name="T32" fmla="*/ 0 w 38"/>
                <a:gd name="T33" fmla="*/ 40 h 40"/>
                <a:gd name="T34" fmla="*/ 0 w 38"/>
                <a:gd name="T35" fmla="*/ 2 h 40"/>
                <a:gd name="T36" fmla="*/ 12 w 38"/>
                <a:gd name="T37" fmla="*/ 2 h 40"/>
                <a:gd name="T38" fmla="*/ 12 w 38"/>
                <a:gd name="T39" fmla="*/ 8 h 40"/>
                <a:gd name="T40" fmla="*/ 12 w 38"/>
                <a:gd name="T41" fmla="*/ 8 h 40"/>
                <a:gd name="T42" fmla="*/ 18 w 38"/>
                <a:gd name="T43" fmla="*/ 2 h 40"/>
                <a:gd name="T44" fmla="*/ 18 w 38"/>
                <a:gd name="T45" fmla="*/ 2 h 40"/>
                <a:gd name="T46" fmla="*/ 26 w 38"/>
                <a:gd name="T47" fmla="*/ 0 h 40"/>
                <a:gd name="T48" fmla="*/ 26 w 38"/>
                <a:gd name="T49" fmla="*/ 0 h 40"/>
                <a:gd name="T50" fmla="*/ 32 w 38"/>
                <a:gd name="T51" fmla="*/ 2 h 40"/>
                <a:gd name="T52" fmla="*/ 32 w 38"/>
                <a:gd name="T53" fmla="*/ 2 h 40"/>
                <a:gd name="T54" fmla="*/ 36 w 38"/>
                <a:gd name="T55" fmla="*/ 6 h 40"/>
                <a:gd name="T56" fmla="*/ 36 w 38"/>
                <a:gd name="T57" fmla="*/ 6 h 40"/>
                <a:gd name="T58" fmla="*/ 38 w 38"/>
                <a:gd name="T59" fmla="*/ 10 h 40"/>
                <a:gd name="T60" fmla="*/ 38 w 38"/>
                <a:gd name="T61" fmla="*/ 10 h 40"/>
                <a:gd name="T62" fmla="*/ 38 w 38"/>
                <a:gd name="T63" fmla="*/ 16 h 40"/>
                <a:gd name="T64" fmla="*/ 38 w 38"/>
                <a:gd name="T65" fmla="*/ 40 h 40"/>
                <a:gd name="T66" fmla="*/ 38 w 38"/>
                <a:gd name="T6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" h="40">
                  <a:moveTo>
                    <a:pt x="38" y="40"/>
                  </a:moveTo>
                  <a:lnTo>
                    <a:pt x="26" y="40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2" y="18"/>
                  </a:lnTo>
                  <a:lnTo>
                    <a:pt x="12" y="40"/>
                  </a:lnTo>
                  <a:lnTo>
                    <a:pt x="0" y="40"/>
                  </a:lnTo>
                  <a:lnTo>
                    <a:pt x="0" y="2"/>
                  </a:lnTo>
                  <a:lnTo>
                    <a:pt x="12" y="2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38" y="16"/>
                  </a:lnTo>
                  <a:lnTo>
                    <a:pt x="38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2C3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508"/>
            <p:cNvSpPr>
              <a:spLocks noEditPoints="1"/>
            </p:cNvSpPr>
            <p:nvPr/>
          </p:nvSpPr>
          <p:spPr bwMode="auto">
            <a:xfrm>
              <a:off x="4579938" y="2979738"/>
              <a:ext cx="104775" cy="120650"/>
            </a:xfrm>
            <a:custGeom>
              <a:avLst/>
              <a:gdLst>
                <a:gd name="T0" fmla="*/ 66 w 66"/>
                <a:gd name="T1" fmla="*/ 38 h 76"/>
                <a:gd name="T2" fmla="*/ 64 w 66"/>
                <a:gd name="T3" fmla="*/ 54 h 76"/>
                <a:gd name="T4" fmla="*/ 60 w 66"/>
                <a:gd name="T5" fmla="*/ 60 h 76"/>
                <a:gd name="T6" fmla="*/ 56 w 66"/>
                <a:gd name="T7" fmla="*/ 66 h 76"/>
                <a:gd name="T8" fmla="*/ 46 w 66"/>
                <a:gd name="T9" fmla="*/ 74 h 76"/>
                <a:gd name="T10" fmla="*/ 40 w 66"/>
                <a:gd name="T11" fmla="*/ 76 h 76"/>
                <a:gd name="T12" fmla="*/ 32 w 66"/>
                <a:gd name="T13" fmla="*/ 76 h 76"/>
                <a:gd name="T14" fmla="*/ 20 w 66"/>
                <a:gd name="T15" fmla="*/ 74 h 76"/>
                <a:gd name="T16" fmla="*/ 14 w 66"/>
                <a:gd name="T17" fmla="*/ 70 h 76"/>
                <a:gd name="T18" fmla="*/ 8 w 66"/>
                <a:gd name="T19" fmla="*/ 66 h 76"/>
                <a:gd name="T20" fmla="*/ 2 w 66"/>
                <a:gd name="T21" fmla="*/ 54 h 76"/>
                <a:gd name="T22" fmla="*/ 0 w 66"/>
                <a:gd name="T23" fmla="*/ 46 h 76"/>
                <a:gd name="T24" fmla="*/ 0 w 66"/>
                <a:gd name="T25" fmla="*/ 38 h 76"/>
                <a:gd name="T26" fmla="*/ 2 w 66"/>
                <a:gd name="T27" fmla="*/ 22 h 76"/>
                <a:gd name="T28" fmla="*/ 6 w 66"/>
                <a:gd name="T29" fmla="*/ 16 h 76"/>
                <a:gd name="T30" fmla="*/ 8 w 66"/>
                <a:gd name="T31" fmla="*/ 10 h 76"/>
                <a:gd name="T32" fmla="*/ 20 w 66"/>
                <a:gd name="T33" fmla="*/ 2 h 76"/>
                <a:gd name="T34" fmla="*/ 26 w 66"/>
                <a:gd name="T35" fmla="*/ 0 h 76"/>
                <a:gd name="T36" fmla="*/ 32 w 66"/>
                <a:gd name="T37" fmla="*/ 0 h 76"/>
                <a:gd name="T38" fmla="*/ 46 w 66"/>
                <a:gd name="T39" fmla="*/ 2 h 76"/>
                <a:gd name="T40" fmla="*/ 52 w 66"/>
                <a:gd name="T41" fmla="*/ 6 h 76"/>
                <a:gd name="T42" fmla="*/ 56 w 66"/>
                <a:gd name="T43" fmla="*/ 10 h 76"/>
                <a:gd name="T44" fmla="*/ 64 w 66"/>
                <a:gd name="T45" fmla="*/ 22 h 76"/>
                <a:gd name="T46" fmla="*/ 66 w 66"/>
                <a:gd name="T47" fmla="*/ 30 h 76"/>
                <a:gd name="T48" fmla="*/ 66 w 66"/>
                <a:gd name="T49" fmla="*/ 38 h 76"/>
                <a:gd name="T50" fmla="*/ 46 w 66"/>
                <a:gd name="T51" fmla="*/ 38 h 76"/>
                <a:gd name="T52" fmla="*/ 42 w 66"/>
                <a:gd name="T53" fmla="*/ 24 h 76"/>
                <a:gd name="T54" fmla="*/ 38 w 66"/>
                <a:gd name="T55" fmla="*/ 20 h 76"/>
                <a:gd name="T56" fmla="*/ 32 w 66"/>
                <a:gd name="T57" fmla="*/ 18 h 76"/>
                <a:gd name="T58" fmla="*/ 24 w 66"/>
                <a:gd name="T59" fmla="*/ 24 h 76"/>
                <a:gd name="T60" fmla="*/ 20 w 66"/>
                <a:gd name="T61" fmla="*/ 30 h 76"/>
                <a:gd name="T62" fmla="*/ 20 w 66"/>
                <a:gd name="T63" fmla="*/ 38 h 76"/>
                <a:gd name="T64" fmla="*/ 24 w 66"/>
                <a:gd name="T65" fmla="*/ 52 h 76"/>
                <a:gd name="T66" fmla="*/ 28 w 66"/>
                <a:gd name="T67" fmla="*/ 56 h 76"/>
                <a:gd name="T68" fmla="*/ 32 w 66"/>
                <a:gd name="T69" fmla="*/ 58 h 76"/>
                <a:gd name="T70" fmla="*/ 42 w 66"/>
                <a:gd name="T71" fmla="*/ 52 h 76"/>
                <a:gd name="T72" fmla="*/ 44 w 66"/>
                <a:gd name="T73" fmla="*/ 46 h 76"/>
                <a:gd name="T74" fmla="*/ 46 w 66"/>
                <a:gd name="T75" fmla="*/ 3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6" h="76">
                  <a:moveTo>
                    <a:pt x="66" y="38"/>
                  </a:moveTo>
                  <a:lnTo>
                    <a:pt x="66" y="38"/>
                  </a:lnTo>
                  <a:lnTo>
                    <a:pt x="66" y="46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0" y="60"/>
                  </a:lnTo>
                  <a:lnTo>
                    <a:pt x="56" y="66"/>
                  </a:lnTo>
                  <a:lnTo>
                    <a:pt x="56" y="66"/>
                  </a:lnTo>
                  <a:lnTo>
                    <a:pt x="52" y="70"/>
                  </a:lnTo>
                  <a:lnTo>
                    <a:pt x="46" y="74"/>
                  </a:lnTo>
                  <a:lnTo>
                    <a:pt x="46" y="74"/>
                  </a:lnTo>
                  <a:lnTo>
                    <a:pt x="40" y="76"/>
                  </a:lnTo>
                  <a:lnTo>
                    <a:pt x="32" y="76"/>
                  </a:lnTo>
                  <a:lnTo>
                    <a:pt x="32" y="76"/>
                  </a:lnTo>
                  <a:lnTo>
                    <a:pt x="26" y="76"/>
                  </a:lnTo>
                  <a:lnTo>
                    <a:pt x="20" y="74"/>
                  </a:lnTo>
                  <a:lnTo>
                    <a:pt x="20" y="74"/>
                  </a:lnTo>
                  <a:lnTo>
                    <a:pt x="14" y="70"/>
                  </a:lnTo>
                  <a:lnTo>
                    <a:pt x="8" y="66"/>
                  </a:lnTo>
                  <a:lnTo>
                    <a:pt x="8" y="66"/>
                  </a:lnTo>
                  <a:lnTo>
                    <a:pt x="6" y="60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0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4" y="6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0" y="0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52" y="6"/>
                  </a:lnTo>
                  <a:lnTo>
                    <a:pt x="56" y="10"/>
                  </a:lnTo>
                  <a:lnTo>
                    <a:pt x="56" y="10"/>
                  </a:lnTo>
                  <a:lnTo>
                    <a:pt x="60" y="16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6" y="30"/>
                  </a:lnTo>
                  <a:lnTo>
                    <a:pt x="66" y="38"/>
                  </a:lnTo>
                  <a:lnTo>
                    <a:pt x="66" y="38"/>
                  </a:lnTo>
                  <a:close/>
                  <a:moveTo>
                    <a:pt x="46" y="38"/>
                  </a:moveTo>
                  <a:lnTo>
                    <a:pt x="46" y="38"/>
                  </a:lnTo>
                  <a:lnTo>
                    <a:pt x="44" y="3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38" y="20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28" y="20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0" y="30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0" y="46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8" y="56"/>
                  </a:lnTo>
                  <a:lnTo>
                    <a:pt x="32" y="58"/>
                  </a:lnTo>
                  <a:lnTo>
                    <a:pt x="32" y="58"/>
                  </a:lnTo>
                  <a:lnTo>
                    <a:pt x="38" y="56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4" y="46"/>
                  </a:lnTo>
                  <a:lnTo>
                    <a:pt x="46" y="38"/>
                  </a:lnTo>
                  <a:lnTo>
                    <a:pt x="46" y="38"/>
                  </a:lnTo>
                  <a:close/>
                </a:path>
              </a:pathLst>
            </a:custGeom>
            <a:solidFill>
              <a:srgbClr val="A0D2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509"/>
            <p:cNvSpPr>
              <a:spLocks/>
            </p:cNvSpPr>
            <p:nvPr/>
          </p:nvSpPr>
          <p:spPr bwMode="auto">
            <a:xfrm>
              <a:off x="4703763" y="2982913"/>
              <a:ext cx="92075" cy="117475"/>
            </a:xfrm>
            <a:custGeom>
              <a:avLst/>
              <a:gdLst>
                <a:gd name="T0" fmla="*/ 58 w 58"/>
                <a:gd name="T1" fmla="*/ 54 h 74"/>
                <a:gd name="T2" fmla="*/ 58 w 58"/>
                <a:gd name="T3" fmla="*/ 74 h 74"/>
                <a:gd name="T4" fmla="*/ 2 w 58"/>
                <a:gd name="T5" fmla="*/ 74 h 74"/>
                <a:gd name="T6" fmla="*/ 2 w 58"/>
                <a:gd name="T7" fmla="*/ 54 h 74"/>
                <a:gd name="T8" fmla="*/ 20 w 58"/>
                <a:gd name="T9" fmla="*/ 54 h 74"/>
                <a:gd name="T10" fmla="*/ 20 w 58"/>
                <a:gd name="T11" fmla="*/ 22 h 74"/>
                <a:gd name="T12" fmla="*/ 20 w 58"/>
                <a:gd name="T13" fmla="*/ 22 h 74"/>
                <a:gd name="T14" fmla="*/ 16 w 58"/>
                <a:gd name="T15" fmla="*/ 26 h 74"/>
                <a:gd name="T16" fmla="*/ 16 w 58"/>
                <a:gd name="T17" fmla="*/ 26 h 74"/>
                <a:gd name="T18" fmla="*/ 12 w 58"/>
                <a:gd name="T19" fmla="*/ 28 h 74"/>
                <a:gd name="T20" fmla="*/ 12 w 58"/>
                <a:gd name="T21" fmla="*/ 28 h 74"/>
                <a:gd name="T22" fmla="*/ 4 w 58"/>
                <a:gd name="T23" fmla="*/ 30 h 74"/>
                <a:gd name="T24" fmla="*/ 4 w 58"/>
                <a:gd name="T25" fmla="*/ 30 h 74"/>
                <a:gd name="T26" fmla="*/ 0 w 58"/>
                <a:gd name="T27" fmla="*/ 32 h 74"/>
                <a:gd name="T28" fmla="*/ 0 w 58"/>
                <a:gd name="T29" fmla="*/ 12 h 74"/>
                <a:gd name="T30" fmla="*/ 0 w 58"/>
                <a:gd name="T31" fmla="*/ 12 h 74"/>
                <a:gd name="T32" fmla="*/ 4 w 58"/>
                <a:gd name="T33" fmla="*/ 12 h 74"/>
                <a:gd name="T34" fmla="*/ 4 w 58"/>
                <a:gd name="T35" fmla="*/ 12 h 74"/>
                <a:gd name="T36" fmla="*/ 12 w 58"/>
                <a:gd name="T37" fmla="*/ 8 h 74"/>
                <a:gd name="T38" fmla="*/ 12 w 58"/>
                <a:gd name="T39" fmla="*/ 8 h 74"/>
                <a:gd name="T40" fmla="*/ 16 w 58"/>
                <a:gd name="T41" fmla="*/ 4 h 74"/>
                <a:gd name="T42" fmla="*/ 16 w 58"/>
                <a:gd name="T43" fmla="*/ 4 h 74"/>
                <a:gd name="T44" fmla="*/ 20 w 58"/>
                <a:gd name="T45" fmla="*/ 0 h 74"/>
                <a:gd name="T46" fmla="*/ 40 w 58"/>
                <a:gd name="T47" fmla="*/ 0 h 74"/>
                <a:gd name="T48" fmla="*/ 40 w 58"/>
                <a:gd name="T49" fmla="*/ 54 h 74"/>
                <a:gd name="T50" fmla="*/ 58 w 58"/>
                <a:gd name="T51" fmla="*/ 54 h 74"/>
                <a:gd name="T52" fmla="*/ 58 w 58"/>
                <a:gd name="T53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8" h="74">
                  <a:moveTo>
                    <a:pt x="58" y="54"/>
                  </a:moveTo>
                  <a:lnTo>
                    <a:pt x="58" y="74"/>
                  </a:lnTo>
                  <a:lnTo>
                    <a:pt x="2" y="74"/>
                  </a:lnTo>
                  <a:lnTo>
                    <a:pt x="2" y="54"/>
                  </a:lnTo>
                  <a:lnTo>
                    <a:pt x="20" y="54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0" y="3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40" y="0"/>
                  </a:lnTo>
                  <a:lnTo>
                    <a:pt x="40" y="54"/>
                  </a:lnTo>
                  <a:lnTo>
                    <a:pt x="58" y="54"/>
                  </a:lnTo>
                  <a:lnTo>
                    <a:pt x="58" y="54"/>
                  </a:lnTo>
                  <a:close/>
                </a:path>
              </a:pathLst>
            </a:custGeom>
            <a:solidFill>
              <a:srgbClr val="A0D2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510"/>
            <p:cNvSpPr>
              <a:spLocks noEditPoints="1"/>
            </p:cNvSpPr>
            <p:nvPr/>
          </p:nvSpPr>
          <p:spPr bwMode="auto">
            <a:xfrm>
              <a:off x="4497388" y="2805113"/>
              <a:ext cx="82550" cy="85725"/>
            </a:xfrm>
            <a:custGeom>
              <a:avLst/>
              <a:gdLst>
                <a:gd name="T0" fmla="*/ 26 w 52"/>
                <a:gd name="T1" fmla="*/ 54 h 54"/>
                <a:gd name="T2" fmla="*/ 16 w 52"/>
                <a:gd name="T3" fmla="*/ 52 h 54"/>
                <a:gd name="T4" fmla="*/ 8 w 52"/>
                <a:gd name="T5" fmla="*/ 46 h 54"/>
                <a:gd name="T6" fmla="*/ 2 w 52"/>
                <a:gd name="T7" fmla="*/ 36 h 54"/>
                <a:gd name="T8" fmla="*/ 0 w 52"/>
                <a:gd name="T9" fmla="*/ 26 h 54"/>
                <a:gd name="T10" fmla="*/ 2 w 52"/>
                <a:gd name="T11" fmla="*/ 16 h 54"/>
                <a:gd name="T12" fmla="*/ 8 w 52"/>
                <a:gd name="T13" fmla="*/ 8 h 54"/>
                <a:gd name="T14" fmla="*/ 16 w 52"/>
                <a:gd name="T15" fmla="*/ 2 h 54"/>
                <a:gd name="T16" fmla="*/ 26 w 52"/>
                <a:gd name="T17" fmla="*/ 0 h 54"/>
                <a:gd name="T18" fmla="*/ 32 w 52"/>
                <a:gd name="T19" fmla="*/ 2 h 54"/>
                <a:gd name="T20" fmla="*/ 38 w 52"/>
                <a:gd name="T21" fmla="*/ 2 h 54"/>
                <a:gd name="T22" fmla="*/ 46 w 52"/>
                <a:gd name="T23" fmla="*/ 8 h 54"/>
                <a:gd name="T24" fmla="*/ 52 w 52"/>
                <a:gd name="T25" fmla="*/ 18 h 54"/>
                <a:gd name="T26" fmla="*/ 52 w 52"/>
                <a:gd name="T27" fmla="*/ 28 h 54"/>
                <a:gd name="T28" fmla="*/ 50 w 52"/>
                <a:gd name="T29" fmla="*/ 38 h 54"/>
                <a:gd name="T30" fmla="*/ 46 w 52"/>
                <a:gd name="T31" fmla="*/ 46 h 54"/>
                <a:gd name="T32" fmla="*/ 38 w 52"/>
                <a:gd name="T33" fmla="*/ 52 h 54"/>
                <a:gd name="T34" fmla="*/ 26 w 52"/>
                <a:gd name="T35" fmla="*/ 54 h 54"/>
                <a:gd name="T36" fmla="*/ 14 w 52"/>
                <a:gd name="T37" fmla="*/ 28 h 54"/>
                <a:gd name="T38" fmla="*/ 14 w 52"/>
                <a:gd name="T39" fmla="*/ 32 h 54"/>
                <a:gd name="T40" fmla="*/ 16 w 52"/>
                <a:gd name="T41" fmla="*/ 38 h 54"/>
                <a:gd name="T42" fmla="*/ 20 w 52"/>
                <a:gd name="T43" fmla="*/ 42 h 54"/>
                <a:gd name="T44" fmla="*/ 26 w 52"/>
                <a:gd name="T45" fmla="*/ 42 h 54"/>
                <a:gd name="T46" fmla="*/ 32 w 52"/>
                <a:gd name="T47" fmla="*/ 42 h 54"/>
                <a:gd name="T48" fmla="*/ 38 w 52"/>
                <a:gd name="T49" fmla="*/ 38 h 54"/>
                <a:gd name="T50" fmla="*/ 40 w 52"/>
                <a:gd name="T51" fmla="*/ 32 h 54"/>
                <a:gd name="T52" fmla="*/ 40 w 52"/>
                <a:gd name="T53" fmla="*/ 26 h 54"/>
                <a:gd name="T54" fmla="*/ 40 w 52"/>
                <a:gd name="T55" fmla="*/ 22 h 54"/>
                <a:gd name="T56" fmla="*/ 36 w 52"/>
                <a:gd name="T57" fmla="*/ 16 h 54"/>
                <a:gd name="T58" fmla="*/ 32 w 52"/>
                <a:gd name="T59" fmla="*/ 12 h 54"/>
                <a:gd name="T60" fmla="*/ 26 w 52"/>
                <a:gd name="T61" fmla="*/ 12 h 54"/>
                <a:gd name="T62" fmla="*/ 20 w 52"/>
                <a:gd name="T63" fmla="*/ 12 h 54"/>
                <a:gd name="T64" fmla="*/ 16 w 52"/>
                <a:gd name="T65" fmla="*/ 16 h 54"/>
                <a:gd name="T66" fmla="*/ 14 w 52"/>
                <a:gd name="T67" fmla="*/ 22 h 54"/>
                <a:gd name="T68" fmla="*/ 14 w 52"/>
                <a:gd name="T69" fmla="*/ 2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" h="54">
                  <a:moveTo>
                    <a:pt x="26" y="54"/>
                  </a:moveTo>
                  <a:lnTo>
                    <a:pt x="26" y="54"/>
                  </a:lnTo>
                  <a:lnTo>
                    <a:pt x="22" y="54"/>
                  </a:lnTo>
                  <a:lnTo>
                    <a:pt x="16" y="52"/>
                  </a:lnTo>
                  <a:lnTo>
                    <a:pt x="16" y="52"/>
                  </a:lnTo>
                  <a:lnTo>
                    <a:pt x="8" y="46"/>
                  </a:lnTo>
                  <a:lnTo>
                    <a:pt x="8" y="4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8" y="8"/>
                  </a:lnTo>
                  <a:lnTo>
                    <a:pt x="8" y="8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52" y="18"/>
                  </a:lnTo>
                  <a:lnTo>
                    <a:pt x="52" y="18"/>
                  </a:lnTo>
                  <a:lnTo>
                    <a:pt x="52" y="28"/>
                  </a:lnTo>
                  <a:lnTo>
                    <a:pt x="52" y="28"/>
                  </a:lnTo>
                  <a:lnTo>
                    <a:pt x="50" y="38"/>
                  </a:lnTo>
                  <a:lnTo>
                    <a:pt x="50" y="38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26" y="54"/>
                  </a:lnTo>
                  <a:lnTo>
                    <a:pt x="26" y="54"/>
                  </a:lnTo>
                  <a:close/>
                  <a:moveTo>
                    <a:pt x="14" y="28"/>
                  </a:moveTo>
                  <a:lnTo>
                    <a:pt x="14" y="28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26" y="42"/>
                  </a:lnTo>
                  <a:lnTo>
                    <a:pt x="26" y="42"/>
                  </a:lnTo>
                  <a:lnTo>
                    <a:pt x="32" y="42"/>
                  </a:lnTo>
                  <a:lnTo>
                    <a:pt x="32" y="42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0" y="12"/>
                  </a:lnTo>
                  <a:lnTo>
                    <a:pt x="20" y="12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4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A0D2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511"/>
            <p:cNvSpPr>
              <a:spLocks noEditPoints="1"/>
            </p:cNvSpPr>
            <p:nvPr/>
          </p:nvSpPr>
          <p:spPr bwMode="auto">
            <a:xfrm>
              <a:off x="4589463" y="2827338"/>
              <a:ext cx="66675" cy="88900"/>
            </a:xfrm>
            <a:custGeom>
              <a:avLst/>
              <a:gdLst>
                <a:gd name="T0" fmla="*/ 26 w 42"/>
                <a:gd name="T1" fmla="*/ 40 h 56"/>
                <a:gd name="T2" fmla="*/ 26 w 42"/>
                <a:gd name="T3" fmla="*/ 40 h 56"/>
                <a:gd name="T4" fmla="*/ 18 w 42"/>
                <a:gd name="T5" fmla="*/ 38 h 56"/>
                <a:gd name="T6" fmla="*/ 18 w 42"/>
                <a:gd name="T7" fmla="*/ 38 h 56"/>
                <a:gd name="T8" fmla="*/ 12 w 42"/>
                <a:gd name="T9" fmla="*/ 34 h 56"/>
                <a:gd name="T10" fmla="*/ 12 w 42"/>
                <a:gd name="T11" fmla="*/ 56 h 56"/>
                <a:gd name="T12" fmla="*/ 0 w 42"/>
                <a:gd name="T13" fmla="*/ 56 h 56"/>
                <a:gd name="T14" fmla="*/ 0 w 42"/>
                <a:gd name="T15" fmla="*/ 0 h 56"/>
                <a:gd name="T16" fmla="*/ 12 w 42"/>
                <a:gd name="T17" fmla="*/ 0 h 56"/>
                <a:gd name="T18" fmla="*/ 12 w 42"/>
                <a:gd name="T19" fmla="*/ 6 h 56"/>
                <a:gd name="T20" fmla="*/ 12 w 42"/>
                <a:gd name="T21" fmla="*/ 6 h 56"/>
                <a:gd name="T22" fmla="*/ 16 w 42"/>
                <a:gd name="T23" fmla="*/ 2 h 56"/>
                <a:gd name="T24" fmla="*/ 16 w 42"/>
                <a:gd name="T25" fmla="*/ 2 h 56"/>
                <a:gd name="T26" fmla="*/ 24 w 42"/>
                <a:gd name="T27" fmla="*/ 0 h 56"/>
                <a:gd name="T28" fmla="*/ 24 w 42"/>
                <a:gd name="T29" fmla="*/ 0 h 56"/>
                <a:gd name="T30" fmla="*/ 32 w 42"/>
                <a:gd name="T31" fmla="*/ 2 h 56"/>
                <a:gd name="T32" fmla="*/ 32 w 42"/>
                <a:gd name="T33" fmla="*/ 2 h 56"/>
                <a:gd name="T34" fmla="*/ 38 w 42"/>
                <a:gd name="T35" fmla="*/ 6 h 56"/>
                <a:gd name="T36" fmla="*/ 38 w 42"/>
                <a:gd name="T37" fmla="*/ 6 h 56"/>
                <a:gd name="T38" fmla="*/ 40 w 42"/>
                <a:gd name="T39" fmla="*/ 12 h 56"/>
                <a:gd name="T40" fmla="*/ 40 w 42"/>
                <a:gd name="T41" fmla="*/ 12 h 56"/>
                <a:gd name="T42" fmla="*/ 42 w 42"/>
                <a:gd name="T43" fmla="*/ 20 h 56"/>
                <a:gd name="T44" fmla="*/ 42 w 42"/>
                <a:gd name="T45" fmla="*/ 20 h 56"/>
                <a:gd name="T46" fmla="*/ 42 w 42"/>
                <a:gd name="T47" fmla="*/ 28 h 56"/>
                <a:gd name="T48" fmla="*/ 42 w 42"/>
                <a:gd name="T49" fmla="*/ 28 h 56"/>
                <a:gd name="T50" fmla="*/ 38 w 42"/>
                <a:gd name="T51" fmla="*/ 34 h 56"/>
                <a:gd name="T52" fmla="*/ 38 w 42"/>
                <a:gd name="T53" fmla="*/ 34 h 56"/>
                <a:gd name="T54" fmla="*/ 32 w 42"/>
                <a:gd name="T55" fmla="*/ 38 h 56"/>
                <a:gd name="T56" fmla="*/ 32 w 42"/>
                <a:gd name="T57" fmla="*/ 38 h 56"/>
                <a:gd name="T58" fmla="*/ 26 w 42"/>
                <a:gd name="T59" fmla="*/ 40 h 56"/>
                <a:gd name="T60" fmla="*/ 26 w 42"/>
                <a:gd name="T61" fmla="*/ 40 h 56"/>
                <a:gd name="T62" fmla="*/ 22 w 42"/>
                <a:gd name="T63" fmla="*/ 30 h 56"/>
                <a:gd name="T64" fmla="*/ 22 w 42"/>
                <a:gd name="T65" fmla="*/ 30 h 56"/>
                <a:gd name="T66" fmla="*/ 26 w 42"/>
                <a:gd name="T67" fmla="*/ 30 h 56"/>
                <a:gd name="T68" fmla="*/ 26 w 42"/>
                <a:gd name="T69" fmla="*/ 30 h 56"/>
                <a:gd name="T70" fmla="*/ 28 w 42"/>
                <a:gd name="T71" fmla="*/ 26 h 56"/>
                <a:gd name="T72" fmla="*/ 28 w 42"/>
                <a:gd name="T73" fmla="*/ 26 h 56"/>
                <a:gd name="T74" fmla="*/ 30 w 42"/>
                <a:gd name="T75" fmla="*/ 24 h 56"/>
                <a:gd name="T76" fmla="*/ 30 w 42"/>
                <a:gd name="T77" fmla="*/ 24 h 56"/>
                <a:gd name="T78" fmla="*/ 30 w 42"/>
                <a:gd name="T79" fmla="*/ 20 h 56"/>
                <a:gd name="T80" fmla="*/ 30 w 42"/>
                <a:gd name="T81" fmla="*/ 20 h 56"/>
                <a:gd name="T82" fmla="*/ 30 w 42"/>
                <a:gd name="T83" fmla="*/ 16 h 56"/>
                <a:gd name="T84" fmla="*/ 30 w 42"/>
                <a:gd name="T85" fmla="*/ 16 h 56"/>
                <a:gd name="T86" fmla="*/ 28 w 42"/>
                <a:gd name="T87" fmla="*/ 12 h 56"/>
                <a:gd name="T88" fmla="*/ 28 w 42"/>
                <a:gd name="T89" fmla="*/ 12 h 56"/>
                <a:gd name="T90" fmla="*/ 24 w 42"/>
                <a:gd name="T91" fmla="*/ 10 h 56"/>
                <a:gd name="T92" fmla="*/ 24 w 42"/>
                <a:gd name="T93" fmla="*/ 10 h 56"/>
                <a:gd name="T94" fmla="*/ 20 w 42"/>
                <a:gd name="T95" fmla="*/ 10 h 56"/>
                <a:gd name="T96" fmla="*/ 20 w 42"/>
                <a:gd name="T97" fmla="*/ 10 h 56"/>
                <a:gd name="T98" fmla="*/ 16 w 42"/>
                <a:gd name="T99" fmla="*/ 12 h 56"/>
                <a:gd name="T100" fmla="*/ 16 w 42"/>
                <a:gd name="T101" fmla="*/ 12 h 56"/>
                <a:gd name="T102" fmla="*/ 12 w 42"/>
                <a:gd name="T103" fmla="*/ 16 h 56"/>
                <a:gd name="T104" fmla="*/ 12 w 42"/>
                <a:gd name="T105" fmla="*/ 24 h 56"/>
                <a:gd name="T106" fmla="*/ 12 w 42"/>
                <a:gd name="T107" fmla="*/ 24 h 56"/>
                <a:gd name="T108" fmla="*/ 16 w 42"/>
                <a:gd name="T109" fmla="*/ 28 h 56"/>
                <a:gd name="T110" fmla="*/ 16 w 42"/>
                <a:gd name="T111" fmla="*/ 28 h 56"/>
                <a:gd name="T112" fmla="*/ 22 w 42"/>
                <a:gd name="T113" fmla="*/ 30 h 56"/>
                <a:gd name="T114" fmla="*/ 22 w 42"/>
                <a:gd name="T115" fmla="*/ 3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2" h="56">
                  <a:moveTo>
                    <a:pt x="26" y="40"/>
                  </a:moveTo>
                  <a:lnTo>
                    <a:pt x="26" y="40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2" y="34"/>
                  </a:lnTo>
                  <a:lnTo>
                    <a:pt x="12" y="56"/>
                  </a:lnTo>
                  <a:lnTo>
                    <a:pt x="0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42" y="20"/>
                  </a:lnTo>
                  <a:lnTo>
                    <a:pt x="42" y="20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38" y="34"/>
                  </a:lnTo>
                  <a:lnTo>
                    <a:pt x="38" y="34"/>
                  </a:lnTo>
                  <a:lnTo>
                    <a:pt x="32" y="38"/>
                  </a:lnTo>
                  <a:lnTo>
                    <a:pt x="32" y="38"/>
                  </a:lnTo>
                  <a:lnTo>
                    <a:pt x="26" y="40"/>
                  </a:lnTo>
                  <a:lnTo>
                    <a:pt x="26" y="40"/>
                  </a:lnTo>
                  <a:close/>
                  <a:moveTo>
                    <a:pt x="22" y="30"/>
                  </a:moveTo>
                  <a:lnTo>
                    <a:pt x="22" y="30"/>
                  </a:lnTo>
                  <a:lnTo>
                    <a:pt x="26" y="30"/>
                  </a:lnTo>
                  <a:lnTo>
                    <a:pt x="26" y="30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2" y="16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6" y="28"/>
                  </a:lnTo>
                  <a:lnTo>
                    <a:pt x="16" y="28"/>
                  </a:lnTo>
                  <a:lnTo>
                    <a:pt x="22" y="30"/>
                  </a:lnTo>
                  <a:lnTo>
                    <a:pt x="22" y="30"/>
                  </a:lnTo>
                  <a:close/>
                </a:path>
              </a:pathLst>
            </a:custGeom>
            <a:solidFill>
              <a:srgbClr val="A0D2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512"/>
            <p:cNvSpPr>
              <a:spLocks/>
            </p:cNvSpPr>
            <p:nvPr/>
          </p:nvSpPr>
          <p:spPr bwMode="auto">
            <a:xfrm>
              <a:off x="4662488" y="2808288"/>
              <a:ext cx="41275" cy="82550"/>
            </a:xfrm>
            <a:custGeom>
              <a:avLst/>
              <a:gdLst>
                <a:gd name="T0" fmla="*/ 26 w 26"/>
                <a:gd name="T1" fmla="*/ 50 h 52"/>
                <a:gd name="T2" fmla="*/ 26 w 26"/>
                <a:gd name="T3" fmla="*/ 50 h 52"/>
                <a:gd name="T4" fmla="*/ 22 w 26"/>
                <a:gd name="T5" fmla="*/ 52 h 52"/>
                <a:gd name="T6" fmla="*/ 22 w 26"/>
                <a:gd name="T7" fmla="*/ 52 h 52"/>
                <a:gd name="T8" fmla="*/ 14 w 26"/>
                <a:gd name="T9" fmla="*/ 52 h 52"/>
                <a:gd name="T10" fmla="*/ 14 w 26"/>
                <a:gd name="T11" fmla="*/ 52 h 52"/>
                <a:gd name="T12" fmla="*/ 10 w 26"/>
                <a:gd name="T13" fmla="*/ 52 h 52"/>
                <a:gd name="T14" fmla="*/ 10 w 26"/>
                <a:gd name="T15" fmla="*/ 52 h 52"/>
                <a:gd name="T16" fmla="*/ 8 w 26"/>
                <a:gd name="T17" fmla="*/ 50 h 52"/>
                <a:gd name="T18" fmla="*/ 8 w 26"/>
                <a:gd name="T19" fmla="*/ 50 h 52"/>
                <a:gd name="T20" fmla="*/ 6 w 26"/>
                <a:gd name="T21" fmla="*/ 46 h 52"/>
                <a:gd name="T22" fmla="*/ 6 w 26"/>
                <a:gd name="T23" fmla="*/ 46 h 52"/>
                <a:gd name="T24" fmla="*/ 4 w 26"/>
                <a:gd name="T25" fmla="*/ 42 h 52"/>
                <a:gd name="T26" fmla="*/ 4 w 26"/>
                <a:gd name="T27" fmla="*/ 22 h 52"/>
                <a:gd name="T28" fmla="*/ 0 w 26"/>
                <a:gd name="T29" fmla="*/ 22 h 52"/>
                <a:gd name="T30" fmla="*/ 0 w 26"/>
                <a:gd name="T31" fmla="*/ 12 h 52"/>
                <a:gd name="T32" fmla="*/ 4 w 26"/>
                <a:gd name="T33" fmla="*/ 12 h 52"/>
                <a:gd name="T34" fmla="*/ 4 w 26"/>
                <a:gd name="T35" fmla="*/ 0 h 52"/>
                <a:gd name="T36" fmla="*/ 16 w 26"/>
                <a:gd name="T37" fmla="*/ 0 h 52"/>
                <a:gd name="T38" fmla="*/ 16 w 26"/>
                <a:gd name="T39" fmla="*/ 12 h 52"/>
                <a:gd name="T40" fmla="*/ 24 w 26"/>
                <a:gd name="T41" fmla="*/ 12 h 52"/>
                <a:gd name="T42" fmla="*/ 24 w 26"/>
                <a:gd name="T43" fmla="*/ 22 h 52"/>
                <a:gd name="T44" fmla="*/ 16 w 26"/>
                <a:gd name="T45" fmla="*/ 22 h 52"/>
                <a:gd name="T46" fmla="*/ 16 w 26"/>
                <a:gd name="T47" fmla="*/ 38 h 52"/>
                <a:gd name="T48" fmla="*/ 16 w 26"/>
                <a:gd name="T49" fmla="*/ 38 h 52"/>
                <a:gd name="T50" fmla="*/ 16 w 26"/>
                <a:gd name="T51" fmla="*/ 40 h 52"/>
                <a:gd name="T52" fmla="*/ 16 w 26"/>
                <a:gd name="T53" fmla="*/ 40 h 52"/>
                <a:gd name="T54" fmla="*/ 20 w 26"/>
                <a:gd name="T55" fmla="*/ 42 h 52"/>
                <a:gd name="T56" fmla="*/ 20 w 26"/>
                <a:gd name="T57" fmla="*/ 42 h 52"/>
                <a:gd name="T58" fmla="*/ 22 w 26"/>
                <a:gd name="T59" fmla="*/ 40 h 52"/>
                <a:gd name="T60" fmla="*/ 22 w 26"/>
                <a:gd name="T61" fmla="*/ 40 h 52"/>
                <a:gd name="T62" fmla="*/ 24 w 26"/>
                <a:gd name="T63" fmla="*/ 40 h 52"/>
                <a:gd name="T64" fmla="*/ 26 w 26"/>
                <a:gd name="T65" fmla="*/ 50 h 52"/>
                <a:gd name="T66" fmla="*/ 26 w 26"/>
                <a:gd name="T67" fmla="*/ 5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" h="52">
                  <a:moveTo>
                    <a:pt x="26" y="50"/>
                  </a:moveTo>
                  <a:lnTo>
                    <a:pt x="26" y="50"/>
                  </a:lnTo>
                  <a:lnTo>
                    <a:pt x="22" y="52"/>
                  </a:lnTo>
                  <a:lnTo>
                    <a:pt x="22" y="52"/>
                  </a:lnTo>
                  <a:lnTo>
                    <a:pt x="14" y="52"/>
                  </a:lnTo>
                  <a:lnTo>
                    <a:pt x="14" y="52"/>
                  </a:lnTo>
                  <a:lnTo>
                    <a:pt x="10" y="52"/>
                  </a:lnTo>
                  <a:lnTo>
                    <a:pt x="10" y="52"/>
                  </a:lnTo>
                  <a:lnTo>
                    <a:pt x="8" y="50"/>
                  </a:lnTo>
                  <a:lnTo>
                    <a:pt x="8" y="50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4" y="42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12"/>
                  </a:lnTo>
                  <a:lnTo>
                    <a:pt x="24" y="12"/>
                  </a:lnTo>
                  <a:lnTo>
                    <a:pt x="24" y="22"/>
                  </a:lnTo>
                  <a:lnTo>
                    <a:pt x="16" y="22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4" y="40"/>
                  </a:lnTo>
                  <a:lnTo>
                    <a:pt x="26" y="50"/>
                  </a:lnTo>
                  <a:lnTo>
                    <a:pt x="26" y="50"/>
                  </a:lnTo>
                  <a:close/>
                </a:path>
              </a:pathLst>
            </a:custGeom>
            <a:solidFill>
              <a:srgbClr val="A0D2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513"/>
            <p:cNvSpPr>
              <a:spLocks noEditPoints="1"/>
            </p:cNvSpPr>
            <p:nvPr/>
          </p:nvSpPr>
          <p:spPr bwMode="auto">
            <a:xfrm>
              <a:off x="4713288" y="2805113"/>
              <a:ext cx="19050" cy="85725"/>
            </a:xfrm>
            <a:custGeom>
              <a:avLst/>
              <a:gdLst>
                <a:gd name="T0" fmla="*/ 0 w 12"/>
                <a:gd name="T1" fmla="*/ 54 h 54"/>
                <a:gd name="T2" fmla="*/ 0 w 12"/>
                <a:gd name="T3" fmla="*/ 14 h 54"/>
                <a:gd name="T4" fmla="*/ 12 w 12"/>
                <a:gd name="T5" fmla="*/ 14 h 54"/>
                <a:gd name="T6" fmla="*/ 12 w 12"/>
                <a:gd name="T7" fmla="*/ 54 h 54"/>
                <a:gd name="T8" fmla="*/ 0 w 12"/>
                <a:gd name="T9" fmla="*/ 54 h 54"/>
                <a:gd name="T10" fmla="*/ 0 w 12"/>
                <a:gd name="T11" fmla="*/ 54 h 54"/>
                <a:gd name="T12" fmla="*/ 0 w 12"/>
                <a:gd name="T13" fmla="*/ 10 h 54"/>
                <a:gd name="T14" fmla="*/ 0 w 12"/>
                <a:gd name="T15" fmla="*/ 0 h 54"/>
                <a:gd name="T16" fmla="*/ 12 w 12"/>
                <a:gd name="T17" fmla="*/ 0 h 54"/>
                <a:gd name="T18" fmla="*/ 12 w 12"/>
                <a:gd name="T19" fmla="*/ 10 h 54"/>
                <a:gd name="T20" fmla="*/ 0 w 12"/>
                <a:gd name="T21" fmla="*/ 10 h 54"/>
                <a:gd name="T22" fmla="*/ 0 w 12"/>
                <a:gd name="T23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54">
                  <a:moveTo>
                    <a:pt x="0" y="54"/>
                  </a:moveTo>
                  <a:lnTo>
                    <a:pt x="0" y="14"/>
                  </a:lnTo>
                  <a:lnTo>
                    <a:pt x="12" y="14"/>
                  </a:lnTo>
                  <a:lnTo>
                    <a:pt x="12" y="54"/>
                  </a:lnTo>
                  <a:lnTo>
                    <a:pt x="0" y="54"/>
                  </a:lnTo>
                  <a:lnTo>
                    <a:pt x="0" y="54"/>
                  </a:lnTo>
                  <a:close/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A0D2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514"/>
            <p:cNvSpPr>
              <a:spLocks noEditPoints="1"/>
            </p:cNvSpPr>
            <p:nvPr/>
          </p:nvSpPr>
          <p:spPr bwMode="auto">
            <a:xfrm>
              <a:off x="4741863" y="2827338"/>
              <a:ext cx="63500" cy="63500"/>
            </a:xfrm>
            <a:custGeom>
              <a:avLst/>
              <a:gdLst>
                <a:gd name="T0" fmla="*/ 20 w 40"/>
                <a:gd name="T1" fmla="*/ 40 h 40"/>
                <a:gd name="T2" fmla="*/ 12 w 40"/>
                <a:gd name="T3" fmla="*/ 38 h 40"/>
                <a:gd name="T4" fmla="*/ 4 w 40"/>
                <a:gd name="T5" fmla="*/ 34 h 40"/>
                <a:gd name="T6" fmla="*/ 0 w 40"/>
                <a:gd name="T7" fmla="*/ 28 h 40"/>
                <a:gd name="T8" fmla="*/ 0 w 40"/>
                <a:gd name="T9" fmla="*/ 20 h 40"/>
                <a:gd name="T10" fmla="*/ 0 w 40"/>
                <a:gd name="T11" fmla="*/ 12 h 40"/>
                <a:gd name="T12" fmla="*/ 4 w 40"/>
                <a:gd name="T13" fmla="*/ 6 h 40"/>
                <a:gd name="T14" fmla="*/ 12 w 40"/>
                <a:gd name="T15" fmla="*/ 2 h 40"/>
                <a:gd name="T16" fmla="*/ 20 w 40"/>
                <a:gd name="T17" fmla="*/ 0 h 40"/>
                <a:gd name="T18" fmla="*/ 28 w 40"/>
                <a:gd name="T19" fmla="*/ 2 h 40"/>
                <a:gd name="T20" fmla="*/ 36 w 40"/>
                <a:gd name="T21" fmla="*/ 6 h 40"/>
                <a:gd name="T22" fmla="*/ 40 w 40"/>
                <a:gd name="T23" fmla="*/ 12 h 40"/>
                <a:gd name="T24" fmla="*/ 40 w 40"/>
                <a:gd name="T25" fmla="*/ 20 h 40"/>
                <a:gd name="T26" fmla="*/ 40 w 40"/>
                <a:gd name="T27" fmla="*/ 28 h 40"/>
                <a:gd name="T28" fmla="*/ 36 w 40"/>
                <a:gd name="T29" fmla="*/ 34 h 40"/>
                <a:gd name="T30" fmla="*/ 28 w 40"/>
                <a:gd name="T31" fmla="*/ 38 h 40"/>
                <a:gd name="T32" fmla="*/ 20 w 40"/>
                <a:gd name="T33" fmla="*/ 40 h 40"/>
                <a:gd name="T34" fmla="*/ 12 w 40"/>
                <a:gd name="T35" fmla="*/ 20 h 40"/>
                <a:gd name="T36" fmla="*/ 14 w 40"/>
                <a:gd name="T37" fmla="*/ 28 h 40"/>
                <a:gd name="T38" fmla="*/ 16 w 40"/>
                <a:gd name="T39" fmla="*/ 30 h 40"/>
                <a:gd name="T40" fmla="*/ 20 w 40"/>
                <a:gd name="T41" fmla="*/ 30 h 40"/>
                <a:gd name="T42" fmla="*/ 24 w 40"/>
                <a:gd name="T43" fmla="*/ 30 h 40"/>
                <a:gd name="T44" fmla="*/ 26 w 40"/>
                <a:gd name="T45" fmla="*/ 28 h 40"/>
                <a:gd name="T46" fmla="*/ 28 w 40"/>
                <a:gd name="T47" fmla="*/ 24 h 40"/>
                <a:gd name="T48" fmla="*/ 28 w 40"/>
                <a:gd name="T49" fmla="*/ 20 h 40"/>
                <a:gd name="T50" fmla="*/ 26 w 40"/>
                <a:gd name="T51" fmla="*/ 12 h 40"/>
                <a:gd name="T52" fmla="*/ 24 w 40"/>
                <a:gd name="T53" fmla="*/ 10 h 40"/>
                <a:gd name="T54" fmla="*/ 20 w 40"/>
                <a:gd name="T55" fmla="*/ 10 h 40"/>
                <a:gd name="T56" fmla="*/ 16 w 40"/>
                <a:gd name="T57" fmla="*/ 10 h 40"/>
                <a:gd name="T58" fmla="*/ 14 w 40"/>
                <a:gd name="T59" fmla="*/ 12 h 40"/>
                <a:gd name="T60" fmla="*/ 12 w 40"/>
                <a:gd name="T61" fmla="*/ 16 h 40"/>
                <a:gd name="T62" fmla="*/ 12 w 40"/>
                <a:gd name="T63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lnTo>
                    <a:pt x="20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4" y="6"/>
                  </a:lnTo>
                  <a:lnTo>
                    <a:pt x="4" y="6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6" y="34"/>
                  </a:lnTo>
                  <a:lnTo>
                    <a:pt x="36" y="34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20" y="40"/>
                  </a:lnTo>
                  <a:lnTo>
                    <a:pt x="20" y="40"/>
                  </a:lnTo>
                  <a:close/>
                  <a:moveTo>
                    <a:pt x="12" y="20"/>
                  </a:moveTo>
                  <a:lnTo>
                    <a:pt x="12" y="20"/>
                  </a:lnTo>
                  <a:lnTo>
                    <a:pt x="12" y="24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6" y="30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4" y="10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2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A0D2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515"/>
            <p:cNvSpPr>
              <a:spLocks/>
            </p:cNvSpPr>
            <p:nvPr/>
          </p:nvSpPr>
          <p:spPr bwMode="auto">
            <a:xfrm>
              <a:off x="4814888" y="2827338"/>
              <a:ext cx="60325" cy="63500"/>
            </a:xfrm>
            <a:custGeom>
              <a:avLst/>
              <a:gdLst>
                <a:gd name="T0" fmla="*/ 38 w 38"/>
                <a:gd name="T1" fmla="*/ 40 h 40"/>
                <a:gd name="T2" fmla="*/ 26 w 38"/>
                <a:gd name="T3" fmla="*/ 40 h 40"/>
                <a:gd name="T4" fmla="*/ 26 w 38"/>
                <a:gd name="T5" fmla="*/ 18 h 40"/>
                <a:gd name="T6" fmla="*/ 26 w 38"/>
                <a:gd name="T7" fmla="*/ 18 h 40"/>
                <a:gd name="T8" fmla="*/ 24 w 38"/>
                <a:gd name="T9" fmla="*/ 12 h 40"/>
                <a:gd name="T10" fmla="*/ 24 w 38"/>
                <a:gd name="T11" fmla="*/ 12 h 40"/>
                <a:gd name="T12" fmla="*/ 20 w 38"/>
                <a:gd name="T13" fmla="*/ 10 h 40"/>
                <a:gd name="T14" fmla="*/ 20 w 38"/>
                <a:gd name="T15" fmla="*/ 10 h 40"/>
                <a:gd name="T16" fmla="*/ 18 w 38"/>
                <a:gd name="T17" fmla="*/ 10 h 40"/>
                <a:gd name="T18" fmla="*/ 18 w 38"/>
                <a:gd name="T19" fmla="*/ 10 h 40"/>
                <a:gd name="T20" fmla="*/ 16 w 38"/>
                <a:gd name="T21" fmla="*/ 12 h 40"/>
                <a:gd name="T22" fmla="*/ 16 w 38"/>
                <a:gd name="T23" fmla="*/ 12 h 40"/>
                <a:gd name="T24" fmla="*/ 14 w 38"/>
                <a:gd name="T25" fmla="*/ 14 h 40"/>
                <a:gd name="T26" fmla="*/ 14 w 38"/>
                <a:gd name="T27" fmla="*/ 14 h 40"/>
                <a:gd name="T28" fmla="*/ 12 w 38"/>
                <a:gd name="T29" fmla="*/ 18 h 40"/>
                <a:gd name="T30" fmla="*/ 12 w 38"/>
                <a:gd name="T31" fmla="*/ 40 h 40"/>
                <a:gd name="T32" fmla="*/ 0 w 38"/>
                <a:gd name="T33" fmla="*/ 40 h 40"/>
                <a:gd name="T34" fmla="*/ 0 w 38"/>
                <a:gd name="T35" fmla="*/ 0 h 40"/>
                <a:gd name="T36" fmla="*/ 12 w 38"/>
                <a:gd name="T37" fmla="*/ 0 h 40"/>
                <a:gd name="T38" fmla="*/ 12 w 38"/>
                <a:gd name="T39" fmla="*/ 6 h 40"/>
                <a:gd name="T40" fmla="*/ 12 w 38"/>
                <a:gd name="T41" fmla="*/ 6 h 40"/>
                <a:gd name="T42" fmla="*/ 18 w 38"/>
                <a:gd name="T43" fmla="*/ 2 h 40"/>
                <a:gd name="T44" fmla="*/ 18 w 38"/>
                <a:gd name="T45" fmla="*/ 2 h 40"/>
                <a:gd name="T46" fmla="*/ 26 w 38"/>
                <a:gd name="T47" fmla="*/ 0 h 40"/>
                <a:gd name="T48" fmla="*/ 26 w 38"/>
                <a:gd name="T49" fmla="*/ 0 h 40"/>
                <a:gd name="T50" fmla="*/ 32 w 38"/>
                <a:gd name="T51" fmla="*/ 2 h 40"/>
                <a:gd name="T52" fmla="*/ 32 w 38"/>
                <a:gd name="T53" fmla="*/ 2 h 40"/>
                <a:gd name="T54" fmla="*/ 36 w 38"/>
                <a:gd name="T55" fmla="*/ 4 h 40"/>
                <a:gd name="T56" fmla="*/ 36 w 38"/>
                <a:gd name="T57" fmla="*/ 4 h 40"/>
                <a:gd name="T58" fmla="*/ 38 w 38"/>
                <a:gd name="T59" fmla="*/ 10 h 40"/>
                <a:gd name="T60" fmla="*/ 38 w 38"/>
                <a:gd name="T61" fmla="*/ 10 h 40"/>
                <a:gd name="T62" fmla="*/ 38 w 38"/>
                <a:gd name="T63" fmla="*/ 14 h 40"/>
                <a:gd name="T64" fmla="*/ 38 w 38"/>
                <a:gd name="T65" fmla="*/ 40 h 40"/>
                <a:gd name="T66" fmla="*/ 38 w 38"/>
                <a:gd name="T6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" h="40">
                  <a:moveTo>
                    <a:pt x="38" y="40"/>
                  </a:moveTo>
                  <a:lnTo>
                    <a:pt x="26" y="40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2" y="18"/>
                  </a:lnTo>
                  <a:lnTo>
                    <a:pt x="12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38" y="14"/>
                  </a:lnTo>
                  <a:lnTo>
                    <a:pt x="38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A0D2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516"/>
            <p:cNvSpPr>
              <a:spLocks noEditPoints="1"/>
            </p:cNvSpPr>
            <p:nvPr/>
          </p:nvSpPr>
          <p:spPr bwMode="auto">
            <a:xfrm>
              <a:off x="3916363" y="3621088"/>
              <a:ext cx="104775" cy="123825"/>
            </a:xfrm>
            <a:custGeom>
              <a:avLst/>
              <a:gdLst>
                <a:gd name="T0" fmla="*/ 66 w 66"/>
                <a:gd name="T1" fmla="*/ 38 h 78"/>
                <a:gd name="T2" fmla="*/ 64 w 66"/>
                <a:gd name="T3" fmla="*/ 54 h 78"/>
                <a:gd name="T4" fmla="*/ 62 w 66"/>
                <a:gd name="T5" fmla="*/ 60 h 78"/>
                <a:gd name="T6" fmla="*/ 58 w 66"/>
                <a:gd name="T7" fmla="*/ 66 h 78"/>
                <a:gd name="T8" fmla="*/ 46 w 66"/>
                <a:gd name="T9" fmla="*/ 74 h 78"/>
                <a:gd name="T10" fmla="*/ 40 w 66"/>
                <a:gd name="T11" fmla="*/ 76 h 78"/>
                <a:gd name="T12" fmla="*/ 34 w 66"/>
                <a:gd name="T13" fmla="*/ 78 h 78"/>
                <a:gd name="T14" fmla="*/ 20 w 66"/>
                <a:gd name="T15" fmla="*/ 74 h 78"/>
                <a:gd name="T16" fmla="*/ 14 w 66"/>
                <a:gd name="T17" fmla="*/ 70 h 78"/>
                <a:gd name="T18" fmla="*/ 10 w 66"/>
                <a:gd name="T19" fmla="*/ 66 h 78"/>
                <a:gd name="T20" fmla="*/ 2 w 66"/>
                <a:gd name="T21" fmla="*/ 54 h 78"/>
                <a:gd name="T22" fmla="*/ 0 w 66"/>
                <a:gd name="T23" fmla="*/ 46 h 78"/>
                <a:gd name="T24" fmla="*/ 0 w 66"/>
                <a:gd name="T25" fmla="*/ 38 h 78"/>
                <a:gd name="T26" fmla="*/ 2 w 66"/>
                <a:gd name="T27" fmla="*/ 24 h 78"/>
                <a:gd name="T28" fmla="*/ 6 w 66"/>
                <a:gd name="T29" fmla="*/ 16 h 78"/>
                <a:gd name="T30" fmla="*/ 10 w 66"/>
                <a:gd name="T31" fmla="*/ 10 h 78"/>
                <a:gd name="T32" fmla="*/ 20 w 66"/>
                <a:gd name="T33" fmla="*/ 2 h 78"/>
                <a:gd name="T34" fmla="*/ 26 w 66"/>
                <a:gd name="T35" fmla="*/ 0 h 78"/>
                <a:gd name="T36" fmla="*/ 34 w 66"/>
                <a:gd name="T37" fmla="*/ 0 h 78"/>
                <a:gd name="T38" fmla="*/ 46 w 66"/>
                <a:gd name="T39" fmla="*/ 2 h 78"/>
                <a:gd name="T40" fmla="*/ 52 w 66"/>
                <a:gd name="T41" fmla="*/ 6 h 78"/>
                <a:gd name="T42" fmla="*/ 58 w 66"/>
                <a:gd name="T43" fmla="*/ 10 h 78"/>
                <a:gd name="T44" fmla="*/ 64 w 66"/>
                <a:gd name="T45" fmla="*/ 24 h 78"/>
                <a:gd name="T46" fmla="*/ 66 w 66"/>
                <a:gd name="T47" fmla="*/ 30 h 78"/>
                <a:gd name="T48" fmla="*/ 66 w 66"/>
                <a:gd name="T49" fmla="*/ 38 h 78"/>
                <a:gd name="T50" fmla="*/ 46 w 66"/>
                <a:gd name="T51" fmla="*/ 38 h 78"/>
                <a:gd name="T52" fmla="*/ 42 w 66"/>
                <a:gd name="T53" fmla="*/ 24 h 78"/>
                <a:gd name="T54" fmla="*/ 38 w 66"/>
                <a:gd name="T55" fmla="*/ 20 h 78"/>
                <a:gd name="T56" fmla="*/ 34 w 66"/>
                <a:gd name="T57" fmla="*/ 18 h 78"/>
                <a:gd name="T58" fmla="*/ 24 w 66"/>
                <a:gd name="T59" fmla="*/ 24 h 78"/>
                <a:gd name="T60" fmla="*/ 22 w 66"/>
                <a:gd name="T61" fmla="*/ 30 h 78"/>
                <a:gd name="T62" fmla="*/ 20 w 66"/>
                <a:gd name="T63" fmla="*/ 38 h 78"/>
                <a:gd name="T64" fmla="*/ 24 w 66"/>
                <a:gd name="T65" fmla="*/ 54 h 78"/>
                <a:gd name="T66" fmla="*/ 28 w 66"/>
                <a:gd name="T67" fmla="*/ 58 h 78"/>
                <a:gd name="T68" fmla="*/ 34 w 66"/>
                <a:gd name="T69" fmla="*/ 58 h 78"/>
                <a:gd name="T70" fmla="*/ 42 w 66"/>
                <a:gd name="T71" fmla="*/ 54 h 78"/>
                <a:gd name="T72" fmla="*/ 46 w 66"/>
                <a:gd name="T73" fmla="*/ 46 h 78"/>
                <a:gd name="T74" fmla="*/ 46 w 66"/>
                <a:gd name="T75" fmla="*/ 3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6" h="78">
                  <a:moveTo>
                    <a:pt x="66" y="38"/>
                  </a:moveTo>
                  <a:lnTo>
                    <a:pt x="66" y="38"/>
                  </a:lnTo>
                  <a:lnTo>
                    <a:pt x="66" y="46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2" y="60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52" y="70"/>
                  </a:lnTo>
                  <a:lnTo>
                    <a:pt x="46" y="74"/>
                  </a:lnTo>
                  <a:lnTo>
                    <a:pt x="46" y="74"/>
                  </a:lnTo>
                  <a:lnTo>
                    <a:pt x="40" y="76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26" y="76"/>
                  </a:lnTo>
                  <a:lnTo>
                    <a:pt x="20" y="74"/>
                  </a:lnTo>
                  <a:lnTo>
                    <a:pt x="20" y="74"/>
                  </a:lnTo>
                  <a:lnTo>
                    <a:pt x="14" y="70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6" y="60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0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6" y="16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4" y="6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6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0" y="0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52" y="6"/>
                  </a:lnTo>
                  <a:lnTo>
                    <a:pt x="58" y="10"/>
                  </a:lnTo>
                  <a:lnTo>
                    <a:pt x="58" y="10"/>
                  </a:lnTo>
                  <a:lnTo>
                    <a:pt x="62" y="16"/>
                  </a:lnTo>
                  <a:lnTo>
                    <a:pt x="64" y="24"/>
                  </a:lnTo>
                  <a:lnTo>
                    <a:pt x="64" y="24"/>
                  </a:lnTo>
                  <a:lnTo>
                    <a:pt x="66" y="30"/>
                  </a:lnTo>
                  <a:lnTo>
                    <a:pt x="66" y="38"/>
                  </a:lnTo>
                  <a:lnTo>
                    <a:pt x="66" y="38"/>
                  </a:lnTo>
                  <a:close/>
                  <a:moveTo>
                    <a:pt x="46" y="38"/>
                  </a:moveTo>
                  <a:lnTo>
                    <a:pt x="46" y="38"/>
                  </a:lnTo>
                  <a:lnTo>
                    <a:pt x="46" y="3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38" y="20"/>
                  </a:lnTo>
                  <a:lnTo>
                    <a:pt x="34" y="18"/>
                  </a:lnTo>
                  <a:lnTo>
                    <a:pt x="34" y="18"/>
                  </a:lnTo>
                  <a:lnTo>
                    <a:pt x="28" y="20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2" y="30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2" y="46"/>
                  </a:lnTo>
                  <a:lnTo>
                    <a:pt x="24" y="54"/>
                  </a:lnTo>
                  <a:lnTo>
                    <a:pt x="24" y="54"/>
                  </a:lnTo>
                  <a:lnTo>
                    <a:pt x="28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8" y="58"/>
                  </a:lnTo>
                  <a:lnTo>
                    <a:pt x="42" y="54"/>
                  </a:lnTo>
                  <a:lnTo>
                    <a:pt x="42" y="54"/>
                  </a:lnTo>
                  <a:lnTo>
                    <a:pt x="46" y="46"/>
                  </a:lnTo>
                  <a:lnTo>
                    <a:pt x="46" y="38"/>
                  </a:lnTo>
                  <a:lnTo>
                    <a:pt x="46" y="38"/>
                  </a:lnTo>
                  <a:close/>
                </a:path>
              </a:pathLst>
            </a:custGeom>
            <a:solidFill>
              <a:srgbClr val="5B9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517"/>
            <p:cNvSpPr>
              <a:spLocks noEditPoints="1"/>
            </p:cNvSpPr>
            <p:nvPr/>
          </p:nvSpPr>
          <p:spPr bwMode="auto">
            <a:xfrm>
              <a:off x="4033838" y="3627438"/>
              <a:ext cx="107950" cy="139700"/>
            </a:xfrm>
            <a:custGeom>
              <a:avLst/>
              <a:gdLst>
                <a:gd name="T0" fmla="*/ 36 w 68"/>
                <a:gd name="T1" fmla="*/ 88 h 88"/>
                <a:gd name="T2" fmla="*/ 36 w 68"/>
                <a:gd name="T3" fmla="*/ 70 h 88"/>
                <a:gd name="T4" fmla="*/ 0 w 68"/>
                <a:gd name="T5" fmla="*/ 70 h 88"/>
                <a:gd name="T6" fmla="*/ 0 w 68"/>
                <a:gd name="T7" fmla="*/ 52 h 88"/>
                <a:gd name="T8" fmla="*/ 42 w 68"/>
                <a:gd name="T9" fmla="*/ 0 h 88"/>
                <a:gd name="T10" fmla="*/ 56 w 68"/>
                <a:gd name="T11" fmla="*/ 0 h 88"/>
                <a:gd name="T12" fmla="*/ 56 w 68"/>
                <a:gd name="T13" fmla="*/ 52 h 88"/>
                <a:gd name="T14" fmla="*/ 68 w 68"/>
                <a:gd name="T15" fmla="*/ 52 h 88"/>
                <a:gd name="T16" fmla="*/ 68 w 68"/>
                <a:gd name="T17" fmla="*/ 70 h 88"/>
                <a:gd name="T18" fmla="*/ 56 w 68"/>
                <a:gd name="T19" fmla="*/ 70 h 88"/>
                <a:gd name="T20" fmla="*/ 56 w 68"/>
                <a:gd name="T21" fmla="*/ 88 h 88"/>
                <a:gd name="T22" fmla="*/ 36 w 68"/>
                <a:gd name="T23" fmla="*/ 88 h 88"/>
                <a:gd name="T24" fmla="*/ 36 w 68"/>
                <a:gd name="T25" fmla="*/ 88 h 88"/>
                <a:gd name="T26" fmla="*/ 20 w 68"/>
                <a:gd name="T27" fmla="*/ 52 h 88"/>
                <a:gd name="T28" fmla="*/ 38 w 68"/>
                <a:gd name="T29" fmla="*/ 52 h 88"/>
                <a:gd name="T30" fmla="*/ 38 w 68"/>
                <a:gd name="T31" fmla="*/ 30 h 88"/>
                <a:gd name="T32" fmla="*/ 20 w 68"/>
                <a:gd name="T33" fmla="*/ 52 h 88"/>
                <a:gd name="T34" fmla="*/ 20 w 68"/>
                <a:gd name="T35" fmla="*/ 5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88">
                  <a:moveTo>
                    <a:pt x="36" y="88"/>
                  </a:moveTo>
                  <a:lnTo>
                    <a:pt x="36" y="70"/>
                  </a:lnTo>
                  <a:lnTo>
                    <a:pt x="0" y="70"/>
                  </a:lnTo>
                  <a:lnTo>
                    <a:pt x="0" y="52"/>
                  </a:lnTo>
                  <a:lnTo>
                    <a:pt x="42" y="0"/>
                  </a:lnTo>
                  <a:lnTo>
                    <a:pt x="56" y="0"/>
                  </a:lnTo>
                  <a:lnTo>
                    <a:pt x="56" y="52"/>
                  </a:lnTo>
                  <a:lnTo>
                    <a:pt x="68" y="52"/>
                  </a:lnTo>
                  <a:lnTo>
                    <a:pt x="68" y="70"/>
                  </a:lnTo>
                  <a:lnTo>
                    <a:pt x="56" y="70"/>
                  </a:lnTo>
                  <a:lnTo>
                    <a:pt x="56" y="88"/>
                  </a:lnTo>
                  <a:lnTo>
                    <a:pt x="36" y="88"/>
                  </a:lnTo>
                  <a:lnTo>
                    <a:pt x="36" y="88"/>
                  </a:lnTo>
                  <a:close/>
                  <a:moveTo>
                    <a:pt x="20" y="52"/>
                  </a:moveTo>
                  <a:lnTo>
                    <a:pt x="38" y="52"/>
                  </a:lnTo>
                  <a:lnTo>
                    <a:pt x="38" y="30"/>
                  </a:lnTo>
                  <a:lnTo>
                    <a:pt x="20" y="52"/>
                  </a:lnTo>
                  <a:lnTo>
                    <a:pt x="20" y="52"/>
                  </a:lnTo>
                  <a:close/>
                </a:path>
              </a:pathLst>
            </a:custGeom>
            <a:solidFill>
              <a:srgbClr val="5B9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518"/>
            <p:cNvSpPr>
              <a:spLocks noEditPoints="1"/>
            </p:cNvSpPr>
            <p:nvPr/>
          </p:nvSpPr>
          <p:spPr bwMode="auto">
            <a:xfrm>
              <a:off x="3840163" y="3449638"/>
              <a:ext cx="85725" cy="82550"/>
            </a:xfrm>
            <a:custGeom>
              <a:avLst/>
              <a:gdLst>
                <a:gd name="T0" fmla="*/ 28 w 54"/>
                <a:gd name="T1" fmla="*/ 52 h 52"/>
                <a:gd name="T2" fmla="*/ 16 w 54"/>
                <a:gd name="T3" fmla="*/ 50 h 52"/>
                <a:gd name="T4" fmla="*/ 8 w 54"/>
                <a:gd name="T5" fmla="*/ 44 h 52"/>
                <a:gd name="T6" fmla="*/ 2 w 54"/>
                <a:gd name="T7" fmla="*/ 36 h 52"/>
                <a:gd name="T8" fmla="*/ 0 w 54"/>
                <a:gd name="T9" fmla="*/ 26 h 52"/>
                <a:gd name="T10" fmla="*/ 2 w 54"/>
                <a:gd name="T11" fmla="*/ 16 h 52"/>
                <a:gd name="T12" fmla="*/ 8 w 54"/>
                <a:gd name="T13" fmla="*/ 8 h 52"/>
                <a:gd name="T14" fmla="*/ 16 w 54"/>
                <a:gd name="T15" fmla="*/ 2 h 52"/>
                <a:gd name="T16" fmla="*/ 28 w 54"/>
                <a:gd name="T17" fmla="*/ 0 h 52"/>
                <a:gd name="T18" fmla="*/ 32 w 54"/>
                <a:gd name="T19" fmla="*/ 0 h 52"/>
                <a:gd name="T20" fmla="*/ 38 w 54"/>
                <a:gd name="T21" fmla="*/ 2 h 52"/>
                <a:gd name="T22" fmla="*/ 46 w 54"/>
                <a:gd name="T23" fmla="*/ 8 h 52"/>
                <a:gd name="T24" fmla="*/ 52 w 54"/>
                <a:gd name="T25" fmla="*/ 16 h 52"/>
                <a:gd name="T26" fmla="*/ 54 w 54"/>
                <a:gd name="T27" fmla="*/ 26 h 52"/>
                <a:gd name="T28" fmla="*/ 52 w 54"/>
                <a:gd name="T29" fmla="*/ 36 h 52"/>
                <a:gd name="T30" fmla="*/ 46 w 54"/>
                <a:gd name="T31" fmla="*/ 44 h 52"/>
                <a:gd name="T32" fmla="*/ 38 w 54"/>
                <a:gd name="T33" fmla="*/ 50 h 52"/>
                <a:gd name="T34" fmla="*/ 28 w 54"/>
                <a:gd name="T35" fmla="*/ 52 h 52"/>
                <a:gd name="T36" fmla="*/ 14 w 54"/>
                <a:gd name="T37" fmla="*/ 26 h 52"/>
                <a:gd name="T38" fmla="*/ 14 w 54"/>
                <a:gd name="T39" fmla="*/ 32 h 52"/>
                <a:gd name="T40" fmla="*/ 16 w 54"/>
                <a:gd name="T41" fmla="*/ 36 h 52"/>
                <a:gd name="T42" fmla="*/ 22 w 54"/>
                <a:gd name="T43" fmla="*/ 40 h 52"/>
                <a:gd name="T44" fmla="*/ 28 w 54"/>
                <a:gd name="T45" fmla="*/ 42 h 52"/>
                <a:gd name="T46" fmla="*/ 34 w 54"/>
                <a:gd name="T47" fmla="*/ 40 h 52"/>
                <a:gd name="T48" fmla="*/ 38 w 54"/>
                <a:gd name="T49" fmla="*/ 36 h 52"/>
                <a:gd name="T50" fmla="*/ 40 w 54"/>
                <a:gd name="T51" fmla="*/ 32 h 52"/>
                <a:gd name="T52" fmla="*/ 40 w 54"/>
                <a:gd name="T53" fmla="*/ 26 h 52"/>
                <a:gd name="T54" fmla="*/ 40 w 54"/>
                <a:gd name="T55" fmla="*/ 20 h 52"/>
                <a:gd name="T56" fmla="*/ 38 w 54"/>
                <a:gd name="T57" fmla="*/ 14 h 52"/>
                <a:gd name="T58" fmla="*/ 32 w 54"/>
                <a:gd name="T59" fmla="*/ 12 h 52"/>
                <a:gd name="T60" fmla="*/ 28 w 54"/>
                <a:gd name="T61" fmla="*/ 10 h 52"/>
                <a:gd name="T62" fmla="*/ 22 w 54"/>
                <a:gd name="T63" fmla="*/ 12 h 52"/>
                <a:gd name="T64" fmla="*/ 16 w 54"/>
                <a:gd name="T65" fmla="*/ 14 h 52"/>
                <a:gd name="T66" fmla="*/ 14 w 54"/>
                <a:gd name="T67" fmla="*/ 20 h 52"/>
                <a:gd name="T68" fmla="*/ 14 w 54"/>
                <a:gd name="T6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4" h="52">
                  <a:moveTo>
                    <a:pt x="28" y="52"/>
                  </a:moveTo>
                  <a:lnTo>
                    <a:pt x="28" y="52"/>
                  </a:lnTo>
                  <a:lnTo>
                    <a:pt x="22" y="52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8" y="8"/>
                  </a:lnTo>
                  <a:lnTo>
                    <a:pt x="8" y="8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2" y="36"/>
                  </a:lnTo>
                  <a:lnTo>
                    <a:pt x="52" y="3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28" y="52"/>
                  </a:lnTo>
                  <a:lnTo>
                    <a:pt x="28" y="52"/>
                  </a:lnTo>
                  <a:close/>
                  <a:moveTo>
                    <a:pt x="14" y="26"/>
                  </a:moveTo>
                  <a:lnTo>
                    <a:pt x="14" y="26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8" y="42"/>
                  </a:lnTo>
                  <a:lnTo>
                    <a:pt x="28" y="42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6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5B9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519"/>
            <p:cNvSpPr>
              <a:spLocks noEditPoints="1"/>
            </p:cNvSpPr>
            <p:nvPr/>
          </p:nvSpPr>
          <p:spPr bwMode="auto">
            <a:xfrm>
              <a:off x="3935413" y="3468688"/>
              <a:ext cx="63500" cy="88900"/>
            </a:xfrm>
            <a:custGeom>
              <a:avLst/>
              <a:gdLst>
                <a:gd name="T0" fmla="*/ 24 w 40"/>
                <a:gd name="T1" fmla="*/ 40 h 56"/>
                <a:gd name="T2" fmla="*/ 24 w 40"/>
                <a:gd name="T3" fmla="*/ 40 h 56"/>
                <a:gd name="T4" fmla="*/ 16 w 40"/>
                <a:gd name="T5" fmla="*/ 38 h 56"/>
                <a:gd name="T6" fmla="*/ 16 w 40"/>
                <a:gd name="T7" fmla="*/ 38 h 56"/>
                <a:gd name="T8" fmla="*/ 12 w 40"/>
                <a:gd name="T9" fmla="*/ 34 h 56"/>
                <a:gd name="T10" fmla="*/ 12 w 40"/>
                <a:gd name="T11" fmla="*/ 56 h 56"/>
                <a:gd name="T12" fmla="*/ 0 w 40"/>
                <a:gd name="T13" fmla="*/ 56 h 56"/>
                <a:gd name="T14" fmla="*/ 0 w 40"/>
                <a:gd name="T15" fmla="*/ 2 h 56"/>
                <a:gd name="T16" fmla="*/ 10 w 40"/>
                <a:gd name="T17" fmla="*/ 2 h 56"/>
                <a:gd name="T18" fmla="*/ 10 w 40"/>
                <a:gd name="T19" fmla="*/ 8 h 56"/>
                <a:gd name="T20" fmla="*/ 10 w 40"/>
                <a:gd name="T21" fmla="*/ 8 h 56"/>
                <a:gd name="T22" fmla="*/ 14 w 40"/>
                <a:gd name="T23" fmla="*/ 2 h 56"/>
                <a:gd name="T24" fmla="*/ 14 w 40"/>
                <a:gd name="T25" fmla="*/ 2 h 56"/>
                <a:gd name="T26" fmla="*/ 22 w 40"/>
                <a:gd name="T27" fmla="*/ 0 h 56"/>
                <a:gd name="T28" fmla="*/ 22 w 40"/>
                <a:gd name="T29" fmla="*/ 0 h 56"/>
                <a:gd name="T30" fmla="*/ 30 w 40"/>
                <a:gd name="T31" fmla="*/ 2 h 56"/>
                <a:gd name="T32" fmla="*/ 30 w 40"/>
                <a:gd name="T33" fmla="*/ 2 h 56"/>
                <a:gd name="T34" fmla="*/ 36 w 40"/>
                <a:gd name="T35" fmla="*/ 6 h 56"/>
                <a:gd name="T36" fmla="*/ 36 w 40"/>
                <a:gd name="T37" fmla="*/ 6 h 56"/>
                <a:gd name="T38" fmla="*/ 40 w 40"/>
                <a:gd name="T39" fmla="*/ 12 h 56"/>
                <a:gd name="T40" fmla="*/ 40 w 40"/>
                <a:gd name="T41" fmla="*/ 12 h 56"/>
                <a:gd name="T42" fmla="*/ 40 w 40"/>
                <a:gd name="T43" fmla="*/ 20 h 56"/>
                <a:gd name="T44" fmla="*/ 40 w 40"/>
                <a:gd name="T45" fmla="*/ 20 h 56"/>
                <a:gd name="T46" fmla="*/ 40 w 40"/>
                <a:gd name="T47" fmla="*/ 28 h 56"/>
                <a:gd name="T48" fmla="*/ 40 w 40"/>
                <a:gd name="T49" fmla="*/ 28 h 56"/>
                <a:gd name="T50" fmla="*/ 36 w 40"/>
                <a:gd name="T51" fmla="*/ 34 h 56"/>
                <a:gd name="T52" fmla="*/ 36 w 40"/>
                <a:gd name="T53" fmla="*/ 34 h 56"/>
                <a:gd name="T54" fmla="*/ 30 w 40"/>
                <a:gd name="T55" fmla="*/ 40 h 56"/>
                <a:gd name="T56" fmla="*/ 30 w 40"/>
                <a:gd name="T57" fmla="*/ 40 h 56"/>
                <a:gd name="T58" fmla="*/ 24 w 40"/>
                <a:gd name="T59" fmla="*/ 40 h 56"/>
                <a:gd name="T60" fmla="*/ 24 w 40"/>
                <a:gd name="T61" fmla="*/ 40 h 56"/>
                <a:gd name="T62" fmla="*/ 20 w 40"/>
                <a:gd name="T63" fmla="*/ 30 h 56"/>
                <a:gd name="T64" fmla="*/ 20 w 40"/>
                <a:gd name="T65" fmla="*/ 30 h 56"/>
                <a:gd name="T66" fmla="*/ 24 w 40"/>
                <a:gd name="T67" fmla="*/ 30 h 56"/>
                <a:gd name="T68" fmla="*/ 24 w 40"/>
                <a:gd name="T69" fmla="*/ 30 h 56"/>
                <a:gd name="T70" fmla="*/ 26 w 40"/>
                <a:gd name="T71" fmla="*/ 28 h 56"/>
                <a:gd name="T72" fmla="*/ 26 w 40"/>
                <a:gd name="T73" fmla="*/ 28 h 56"/>
                <a:gd name="T74" fmla="*/ 28 w 40"/>
                <a:gd name="T75" fmla="*/ 24 h 56"/>
                <a:gd name="T76" fmla="*/ 28 w 40"/>
                <a:gd name="T77" fmla="*/ 24 h 56"/>
                <a:gd name="T78" fmla="*/ 28 w 40"/>
                <a:gd name="T79" fmla="*/ 20 h 56"/>
                <a:gd name="T80" fmla="*/ 28 w 40"/>
                <a:gd name="T81" fmla="*/ 20 h 56"/>
                <a:gd name="T82" fmla="*/ 28 w 40"/>
                <a:gd name="T83" fmla="*/ 16 h 56"/>
                <a:gd name="T84" fmla="*/ 28 w 40"/>
                <a:gd name="T85" fmla="*/ 16 h 56"/>
                <a:gd name="T86" fmla="*/ 26 w 40"/>
                <a:gd name="T87" fmla="*/ 14 h 56"/>
                <a:gd name="T88" fmla="*/ 26 w 40"/>
                <a:gd name="T89" fmla="*/ 14 h 56"/>
                <a:gd name="T90" fmla="*/ 22 w 40"/>
                <a:gd name="T91" fmla="*/ 12 h 56"/>
                <a:gd name="T92" fmla="*/ 22 w 40"/>
                <a:gd name="T93" fmla="*/ 12 h 56"/>
                <a:gd name="T94" fmla="*/ 20 w 40"/>
                <a:gd name="T95" fmla="*/ 10 h 56"/>
                <a:gd name="T96" fmla="*/ 20 w 40"/>
                <a:gd name="T97" fmla="*/ 10 h 56"/>
                <a:gd name="T98" fmla="*/ 14 w 40"/>
                <a:gd name="T99" fmla="*/ 12 h 56"/>
                <a:gd name="T100" fmla="*/ 14 w 40"/>
                <a:gd name="T101" fmla="*/ 12 h 56"/>
                <a:gd name="T102" fmla="*/ 12 w 40"/>
                <a:gd name="T103" fmla="*/ 16 h 56"/>
                <a:gd name="T104" fmla="*/ 12 w 40"/>
                <a:gd name="T105" fmla="*/ 24 h 56"/>
                <a:gd name="T106" fmla="*/ 12 w 40"/>
                <a:gd name="T107" fmla="*/ 24 h 56"/>
                <a:gd name="T108" fmla="*/ 14 w 40"/>
                <a:gd name="T109" fmla="*/ 28 h 56"/>
                <a:gd name="T110" fmla="*/ 14 w 40"/>
                <a:gd name="T111" fmla="*/ 28 h 56"/>
                <a:gd name="T112" fmla="*/ 20 w 40"/>
                <a:gd name="T113" fmla="*/ 30 h 56"/>
                <a:gd name="T114" fmla="*/ 20 w 40"/>
                <a:gd name="T115" fmla="*/ 3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0" h="56">
                  <a:moveTo>
                    <a:pt x="24" y="40"/>
                  </a:moveTo>
                  <a:lnTo>
                    <a:pt x="24" y="40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2" y="34"/>
                  </a:lnTo>
                  <a:lnTo>
                    <a:pt x="12" y="56"/>
                  </a:lnTo>
                  <a:lnTo>
                    <a:pt x="0" y="56"/>
                  </a:lnTo>
                  <a:lnTo>
                    <a:pt x="0" y="2"/>
                  </a:lnTo>
                  <a:lnTo>
                    <a:pt x="10" y="2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6" y="34"/>
                  </a:lnTo>
                  <a:lnTo>
                    <a:pt x="36" y="34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4" y="40"/>
                  </a:lnTo>
                  <a:lnTo>
                    <a:pt x="24" y="40"/>
                  </a:lnTo>
                  <a:close/>
                  <a:moveTo>
                    <a:pt x="20" y="30"/>
                  </a:moveTo>
                  <a:lnTo>
                    <a:pt x="20" y="30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8" y="16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2" y="16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20" y="30"/>
                  </a:lnTo>
                  <a:lnTo>
                    <a:pt x="20" y="30"/>
                  </a:lnTo>
                  <a:close/>
                </a:path>
              </a:pathLst>
            </a:custGeom>
            <a:solidFill>
              <a:srgbClr val="5B9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520"/>
            <p:cNvSpPr>
              <a:spLocks/>
            </p:cNvSpPr>
            <p:nvPr/>
          </p:nvSpPr>
          <p:spPr bwMode="auto">
            <a:xfrm>
              <a:off x="4005263" y="3449638"/>
              <a:ext cx="44450" cy="82550"/>
            </a:xfrm>
            <a:custGeom>
              <a:avLst/>
              <a:gdLst>
                <a:gd name="T0" fmla="*/ 28 w 28"/>
                <a:gd name="T1" fmla="*/ 50 h 52"/>
                <a:gd name="T2" fmla="*/ 28 w 28"/>
                <a:gd name="T3" fmla="*/ 50 h 52"/>
                <a:gd name="T4" fmla="*/ 22 w 28"/>
                <a:gd name="T5" fmla="*/ 52 h 52"/>
                <a:gd name="T6" fmla="*/ 22 w 28"/>
                <a:gd name="T7" fmla="*/ 52 h 52"/>
                <a:gd name="T8" fmla="*/ 16 w 28"/>
                <a:gd name="T9" fmla="*/ 52 h 52"/>
                <a:gd name="T10" fmla="*/ 16 w 28"/>
                <a:gd name="T11" fmla="*/ 52 h 52"/>
                <a:gd name="T12" fmla="*/ 12 w 28"/>
                <a:gd name="T13" fmla="*/ 52 h 52"/>
                <a:gd name="T14" fmla="*/ 12 w 28"/>
                <a:gd name="T15" fmla="*/ 52 h 52"/>
                <a:gd name="T16" fmla="*/ 8 w 28"/>
                <a:gd name="T17" fmla="*/ 50 h 52"/>
                <a:gd name="T18" fmla="*/ 8 w 28"/>
                <a:gd name="T19" fmla="*/ 50 h 52"/>
                <a:gd name="T20" fmla="*/ 6 w 28"/>
                <a:gd name="T21" fmla="*/ 48 h 52"/>
                <a:gd name="T22" fmla="*/ 6 w 28"/>
                <a:gd name="T23" fmla="*/ 48 h 52"/>
                <a:gd name="T24" fmla="*/ 4 w 28"/>
                <a:gd name="T25" fmla="*/ 42 h 52"/>
                <a:gd name="T26" fmla="*/ 4 w 28"/>
                <a:gd name="T27" fmla="*/ 22 h 52"/>
                <a:gd name="T28" fmla="*/ 0 w 28"/>
                <a:gd name="T29" fmla="*/ 22 h 52"/>
                <a:gd name="T30" fmla="*/ 0 w 28"/>
                <a:gd name="T31" fmla="*/ 14 h 52"/>
                <a:gd name="T32" fmla="*/ 4 w 28"/>
                <a:gd name="T33" fmla="*/ 14 h 52"/>
                <a:gd name="T34" fmla="*/ 4 w 28"/>
                <a:gd name="T35" fmla="*/ 0 h 52"/>
                <a:gd name="T36" fmla="*/ 16 w 28"/>
                <a:gd name="T37" fmla="*/ 0 h 52"/>
                <a:gd name="T38" fmla="*/ 16 w 28"/>
                <a:gd name="T39" fmla="*/ 14 h 52"/>
                <a:gd name="T40" fmla="*/ 24 w 28"/>
                <a:gd name="T41" fmla="*/ 14 h 52"/>
                <a:gd name="T42" fmla="*/ 24 w 28"/>
                <a:gd name="T43" fmla="*/ 22 h 52"/>
                <a:gd name="T44" fmla="*/ 16 w 28"/>
                <a:gd name="T45" fmla="*/ 22 h 52"/>
                <a:gd name="T46" fmla="*/ 16 w 28"/>
                <a:gd name="T47" fmla="*/ 38 h 52"/>
                <a:gd name="T48" fmla="*/ 16 w 28"/>
                <a:gd name="T49" fmla="*/ 38 h 52"/>
                <a:gd name="T50" fmla="*/ 18 w 28"/>
                <a:gd name="T51" fmla="*/ 42 h 52"/>
                <a:gd name="T52" fmla="*/ 18 w 28"/>
                <a:gd name="T53" fmla="*/ 42 h 52"/>
                <a:gd name="T54" fmla="*/ 20 w 28"/>
                <a:gd name="T55" fmla="*/ 42 h 52"/>
                <a:gd name="T56" fmla="*/ 20 w 28"/>
                <a:gd name="T57" fmla="*/ 42 h 52"/>
                <a:gd name="T58" fmla="*/ 22 w 28"/>
                <a:gd name="T59" fmla="*/ 42 h 52"/>
                <a:gd name="T60" fmla="*/ 22 w 28"/>
                <a:gd name="T61" fmla="*/ 42 h 52"/>
                <a:gd name="T62" fmla="*/ 24 w 28"/>
                <a:gd name="T63" fmla="*/ 40 h 52"/>
                <a:gd name="T64" fmla="*/ 28 w 28"/>
                <a:gd name="T65" fmla="*/ 50 h 52"/>
                <a:gd name="T66" fmla="*/ 28 w 28"/>
                <a:gd name="T67" fmla="*/ 5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52">
                  <a:moveTo>
                    <a:pt x="28" y="50"/>
                  </a:moveTo>
                  <a:lnTo>
                    <a:pt x="28" y="50"/>
                  </a:lnTo>
                  <a:lnTo>
                    <a:pt x="22" y="52"/>
                  </a:lnTo>
                  <a:lnTo>
                    <a:pt x="22" y="52"/>
                  </a:lnTo>
                  <a:lnTo>
                    <a:pt x="16" y="52"/>
                  </a:lnTo>
                  <a:lnTo>
                    <a:pt x="16" y="52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8" y="50"/>
                  </a:lnTo>
                  <a:lnTo>
                    <a:pt x="8" y="50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4" y="42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14"/>
                  </a:lnTo>
                  <a:lnTo>
                    <a:pt x="4" y="14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14"/>
                  </a:lnTo>
                  <a:lnTo>
                    <a:pt x="24" y="14"/>
                  </a:lnTo>
                  <a:lnTo>
                    <a:pt x="24" y="22"/>
                  </a:lnTo>
                  <a:lnTo>
                    <a:pt x="16" y="22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8" y="42"/>
                  </a:lnTo>
                  <a:lnTo>
                    <a:pt x="18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24" y="40"/>
                  </a:lnTo>
                  <a:lnTo>
                    <a:pt x="28" y="50"/>
                  </a:lnTo>
                  <a:lnTo>
                    <a:pt x="28" y="50"/>
                  </a:lnTo>
                  <a:close/>
                </a:path>
              </a:pathLst>
            </a:custGeom>
            <a:solidFill>
              <a:srgbClr val="5B9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521"/>
            <p:cNvSpPr>
              <a:spLocks noEditPoints="1"/>
            </p:cNvSpPr>
            <p:nvPr/>
          </p:nvSpPr>
          <p:spPr bwMode="auto">
            <a:xfrm>
              <a:off x="4056063" y="3446463"/>
              <a:ext cx="19050" cy="85725"/>
            </a:xfrm>
            <a:custGeom>
              <a:avLst/>
              <a:gdLst>
                <a:gd name="T0" fmla="*/ 0 w 12"/>
                <a:gd name="T1" fmla="*/ 54 h 54"/>
                <a:gd name="T2" fmla="*/ 0 w 12"/>
                <a:gd name="T3" fmla="*/ 16 h 54"/>
                <a:gd name="T4" fmla="*/ 12 w 12"/>
                <a:gd name="T5" fmla="*/ 16 h 54"/>
                <a:gd name="T6" fmla="*/ 12 w 12"/>
                <a:gd name="T7" fmla="*/ 54 h 54"/>
                <a:gd name="T8" fmla="*/ 0 w 12"/>
                <a:gd name="T9" fmla="*/ 54 h 54"/>
                <a:gd name="T10" fmla="*/ 0 w 12"/>
                <a:gd name="T11" fmla="*/ 54 h 54"/>
                <a:gd name="T12" fmla="*/ 0 w 12"/>
                <a:gd name="T13" fmla="*/ 10 h 54"/>
                <a:gd name="T14" fmla="*/ 0 w 12"/>
                <a:gd name="T15" fmla="*/ 0 h 54"/>
                <a:gd name="T16" fmla="*/ 12 w 12"/>
                <a:gd name="T17" fmla="*/ 0 h 54"/>
                <a:gd name="T18" fmla="*/ 12 w 12"/>
                <a:gd name="T19" fmla="*/ 10 h 54"/>
                <a:gd name="T20" fmla="*/ 0 w 12"/>
                <a:gd name="T21" fmla="*/ 10 h 54"/>
                <a:gd name="T22" fmla="*/ 0 w 12"/>
                <a:gd name="T23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54">
                  <a:moveTo>
                    <a:pt x="0" y="54"/>
                  </a:moveTo>
                  <a:lnTo>
                    <a:pt x="0" y="16"/>
                  </a:lnTo>
                  <a:lnTo>
                    <a:pt x="12" y="16"/>
                  </a:lnTo>
                  <a:lnTo>
                    <a:pt x="12" y="54"/>
                  </a:lnTo>
                  <a:lnTo>
                    <a:pt x="0" y="54"/>
                  </a:lnTo>
                  <a:lnTo>
                    <a:pt x="0" y="54"/>
                  </a:lnTo>
                  <a:close/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B9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522"/>
            <p:cNvSpPr>
              <a:spLocks noEditPoints="1"/>
            </p:cNvSpPr>
            <p:nvPr/>
          </p:nvSpPr>
          <p:spPr bwMode="auto">
            <a:xfrm>
              <a:off x="4084638" y="3468688"/>
              <a:ext cx="66675" cy="63500"/>
            </a:xfrm>
            <a:custGeom>
              <a:avLst/>
              <a:gdLst>
                <a:gd name="T0" fmla="*/ 20 w 42"/>
                <a:gd name="T1" fmla="*/ 40 h 40"/>
                <a:gd name="T2" fmla="*/ 12 w 42"/>
                <a:gd name="T3" fmla="*/ 40 h 40"/>
                <a:gd name="T4" fmla="*/ 4 w 42"/>
                <a:gd name="T5" fmla="*/ 34 h 40"/>
                <a:gd name="T6" fmla="*/ 0 w 42"/>
                <a:gd name="T7" fmla="*/ 28 h 40"/>
                <a:gd name="T8" fmla="*/ 0 w 42"/>
                <a:gd name="T9" fmla="*/ 20 h 40"/>
                <a:gd name="T10" fmla="*/ 0 w 42"/>
                <a:gd name="T11" fmla="*/ 12 h 40"/>
                <a:gd name="T12" fmla="*/ 4 w 42"/>
                <a:gd name="T13" fmla="*/ 6 h 40"/>
                <a:gd name="T14" fmla="*/ 12 w 42"/>
                <a:gd name="T15" fmla="*/ 2 h 40"/>
                <a:gd name="T16" fmla="*/ 20 w 42"/>
                <a:gd name="T17" fmla="*/ 0 h 40"/>
                <a:gd name="T18" fmla="*/ 30 w 42"/>
                <a:gd name="T19" fmla="*/ 2 h 40"/>
                <a:gd name="T20" fmla="*/ 36 w 42"/>
                <a:gd name="T21" fmla="*/ 6 h 40"/>
                <a:gd name="T22" fmla="*/ 40 w 42"/>
                <a:gd name="T23" fmla="*/ 12 h 40"/>
                <a:gd name="T24" fmla="*/ 42 w 42"/>
                <a:gd name="T25" fmla="*/ 20 h 40"/>
                <a:gd name="T26" fmla="*/ 40 w 42"/>
                <a:gd name="T27" fmla="*/ 28 h 40"/>
                <a:gd name="T28" fmla="*/ 36 w 42"/>
                <a:gd name="T29" fmla="*/ 34 h 40"/>
                <a:gd name="T30" fmla="*/ 30 w 42"/>
                <a:gd name="T31" fmla="*/ 40 h 40"/>
                <a:gd name="T32" fmla="*/ 20 w 42"/>
                <a:gd name="T33" fmla="*/ 40 h 40"/>
                <a:gd name="T34" fmla="*/ 12 w 42"/>
                <a:gd name="T35" fmla="*/ 20 h 40"/>
                <a:gd name="T36" fmla="*/ 14 w 42"/>
                <a:gd name="T37" fmla="*/ 28 h 40"/>
                <a:gd name="T38" fmla="*/ 16 w 42"/>
                <a:gd name="T39" fmla="*/ 30 h 40"/>
                <a:gd name="T40" fmla="*/ 20 w 42"/>
                <a:gd name="T41" fmla="*/ 30 h 40"/>
                <a:gd name="T42" fmla="*/ 24 w 42"/>
                <a:gd name="T43" fmla="*/ 30 h 40"/>
                <a:gd name="T44" fmla="*/ 26 w 42"/>
                <a:gd name="T45" fmla="*/ 28 h 40"/>
                <a:gd name="T46" fmla="*/ 28 w 42"/>
                <a:gd name="T47" fmla="*/ 24 h 40"/>
                <a:gd name="T48" fmla="*/ 28 w 42"/>
                <a:gd name="T49" fmla="*/ 20 h 40"/>
                <a:gd name="T50" fmla="*/ 26 w 42"/>
                <a:gd name="T51" fmla="*/ 14 h 40"/>
                <a:gd name="T52" fmla="*/ 24 w 42"/>
                <a:gd name="T53" fmla="*/ 12 h 40"/>
                <a:gd name="T54" fmla="*/ 20 w 42"/>
                <a:gd name="T55" fmla="*/ 10 h 40"/>
                <a:gd name="T56" fmla="*/ 16 w 42"/>
                <a:gd name="T57" fmla="*/ 12 h 40"/>
                <a:gd name="T58" fmla="*/ 14 w 42"/>
                <a:gd name="T59" fmla="*/ 14 h 40"/>
                <a:gd name="T60" fmla="*/ 12 w 42"/>
                <a:gd name="T61" fmla="*/ 16 h 40"/>
                <a:gd name="T62" fmla="*/ 12 w 42"/>
                <a:gd name="T63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2" h="40">
                  <a:moveTo>
                    <a:pt x="20" y="40"/>
                  </a:moveTo>
                  <a:lnTo>
                    <a:pt x="20" y="40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4" y="6"/>
                  </a:lnTo>
                  <a:lnTo>
                    <a:pt x="4" y="6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42" y="20"/>
                  </a:lnTo>
                  <a:lnTo>
                    <a:pt x="42" y="2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6" y="34"/>
                  </a:lnTo>
                  <a:lnTo>
                    <a:pt x="36" y="34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0" y="40"/>
                  </a:lnTo>
                  <a:lnTo>
                    <a:pt x="20" y="40"/>
                  </a:lnTo>
                  <a:close/>
                  <a:moveTo>
                    <a:pt x="12" y="20"/>
                  </a:moveTo>
                  <a:lnTo>
                    <a:pt x="12" y="20"/>
                  </a:lnTo>
                  <a:lnTo>
                    <a:pt x="12" y="24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6" y="30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4" y="12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2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5B9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523"/>
            <p:cNvSpPr>
              <a:spLocks/>
            </p:cNvSpPr>
            <p:nvPr/>
          </p:nvSpPr>
          <p:spPr bwMode="auto">
            <a:xfrm>
              <a:off x="4157663" y="3468688"/>
              <a:ext cx="60325" cy="63500"/>
            </a:xfrm>
            <a:custGeom>
              <a:avLst/>
              <a:gdLst>
                <a:gd name="T0" fmla="*/ 38 w 38"/>
                <a:gd name="T1" fmla="*/ 40 h 40"/>
                <a:gd name="T2" fmla="*/ 26 w 38"/>
                <a:gd name="T3" fmla="*/ 40 h 40"/>
                <a:gd name="T4" fmla="*/ 26 w 38"/>
                <a:gd name="T5" fmla="*/ 18 h 40"/>
                <a:gd name="T6" fmla="*/ 26 w 38"/>
                <a:gd name="T7" fmla="*/ 18 h 40"/>
                <a:gd name="T8" fmla="*/ 24 w 38"/>
                <a:gd name="T9" fmla="*/ 12 h 40"/>
                <a:gd name="T10" fmla="*/ 24 w 38"/>
                <a:gd name="T11" fmla="*/ 12 h 40"/>
                <a:gd name="T12" fmla="*/ 22 w 38"/>
                <a:gd name="T13" fmla="*/ 10 h 40"/>
                <a:gd name="T14" fmla="*/ 22 w 38"/>
                <a:gd name="T15" fmla="*/ 10 h 40"/>
                <a:gd name="T16" fmla="*/ 18 w 38"/>
                <a:gd name="T17" fmla="*/ 12 h 40"/>
                <a:gd name="T18" fmla="*/ 18 w 38"/>
                <a:gd name="T19" fmla="*/ 12 h 40"/>
                <a:gd name="T20" fmla="*/ 16 w 38"/>
                <a:gd name="T21" fmla="*/ 12 h 40"/>
                <a:gd name="T22" fmla="*/ 16 w 38"/>
                <a:gd name="T23" fmla="*/ 12 h 40"/>
                <a:gd name="T24" fmla="*/ 14 w 38"/>
                <a:gd name="T25" fmla="*/ 16 h 40"/>
                <a:gd name="T26" fmla="*/ 14 w 38"/>
                <a:gd name="T27" fmla="*/ 16 h 40"/>
                <a:gd name="T28" fmla="*/ 12 w 38"/>
                <a:gd name="T29" fmla="*/ 18 h 40"/>
                <a:gd name="T30" fmla="*/ 12 w 38"/>
                <a:gd name="T31" fmla="*/ 40 h 40"/>
                <a:gd name="T32" fmla="*/ 0 w 38"/>
                <a:gd name="T33" fmla="*/ 40 h 40"/>
                <a:gd name="T34" fmla="*/ 0 w 38"/>
                <a:gd name="T35" fmla="*/ 2 h 40"/>
                <a:gd name="T36" fmla="*/ 12 w 38"/>
                <a:gd name="T37" fmla="*/ 2 h 40"/>
                <a:gd name="T38" fmla="*/ 12 w 38"/>
                <a:gd name="T39" fmla="*/ 8 h 40"/>
                <a:gd name="T40" fmla="*/ 12 w 38"/>
                <a:gd name="T41" fmla="*/ 8 h 40"/>
                <a:gd name="T42" fmla="*/ 18 w 38"/>
                <a:gd name="T43" fmla="*/ 2 h 40"/>
                <a:gd name="T44" fmla="*/ 18 w 38"/>
                <a:gd name="T45" fmla="*/ 2 h 40"/>
                <a:gd name="T46" fmla="*/ 26 w 38"/>
                <a:gd name="T47" fmla="*/ 0 h 40"/>
                <a:gd name="T48" fmla="*/ 26 w 38"/>
                <a:gd name="T49" fmla="*/ 0 h 40"/>
                <a:gd name="T50" fmla="*/ 32 w 38"/>
                <a:gd name="T51" fmla="*/ 2 h 40"/>
                <a:gd name="T52" fmla="*/ 32 w 38"/>
                <a:gd name="T53" fmla="*/ 2 h 40"/>
                <a:gd name="T54" fmla="*/ 36 w 38"/>
                <a:gd name="T55" fmla="*/ 6 h 40"/>
                <a:gd name="T56" fmla="*/ 36 w 38"/>
                <a:gd name="T57" fmla="*/ 6 h 40"/>
                <a:gd name="T58" fmla="*/ 38 w 38"/>
                <a:gd name="T59" fmla="*/ 10 h 40"/>
                <a:gd name="T60" fmla="*/ 38 w 38"/>
                <a:gd name="T61" fmla="*/ 10 h 40"/>
                <a:gd name="T62" fmla="*/ 38 w 38"/>
                <a:gd name="T63" fmla="*/ 16 h 40"/>
                <a:gd name="T64" fmla="*/ 38 w 38"/>
                <a:gd name="T65" fmla="*/ 40 h 40"/>
                <a:gd name="T66" fmla="*/ 38 w 38"/>
                <a:gd name="T6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" h="40">
                  <a:moveTo>
                    <a:pt x="38" y="40"/>
                  </a:moveTo>
                  <a:lnTo>
                    <a:pt x="26" y="40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2" y="18"/>
                  </a:lnTo>
                  <a:lnTo>
                    <a:pt x="12" y="40"/>
                  </a:lnTo>
                  <a:lnTo>
                    <a:pt x="0" y="40"/>
                  </a:lnTo>
                  <a:lnTo>
                    <a:pt x="0" y="2"/>
                  </a:lnTo>
                  <a:lnTo>
                    <a:pt x="12" y="2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38" y="16"/>
                  </a:lnTo>
                  <a:lnTo>
                    <a:pt x="38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5B9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00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10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628283" y="237456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0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677104" y="280855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10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70082" y="2159668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04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3734449" y="237456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05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3783270" y="280855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106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3876248" y="2159668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07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628283" y="447775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08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677104" y="491174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109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70082" y="4262858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10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3734449" y="4477757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11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3783270" y="4911748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convenient to </a:t>
            </a:r>
            <a:r>
              <a:rPr lang="en-US" altLang="zh-CN" sz="1000" dirty="0" err="1" smtClean="0"/>
              <a:t>change.Adjust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the spacing to adapt to Chinese typesetting, use the reference line in PPT.</a:t>
            </a:r>
          </a:p>
        </p:txBody>
      </p:sp>
      <p:sp>
        <p:nvSpPr>
          <p:cNvPr id="112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3876248" y="4262858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0960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9" name="组合 3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4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3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研究成果与应用</a:t>
            </a:r>
          </a:p>
        </p:txBody>
      </p:sp>
      <p:sp>
        <p:nvSpPr>
          <p:cNvPr id="44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研究目标</a:t>
            </a:r>
            <a:endParaRPr lang="zh-CN" altLang="en-US" sz="1100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成果形式</a:t>
            </a:r>
          </a:p>
        </p:txBody>
      </p:sp>
      <p:sp>
        <p:nvSpPr>
          <p:cNvPr id="47" name="矩形 46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b="1" dirty="0">
                <a:solidFill>
                  <a:srgbClr val="1C50A2"/>
                </a:solidFill>
                <a:latin typeface="Arial" panose="020B0604020202020204"/>
              </a:rPr>
              <a:t>应用前景</a:t>
            </a:r>
            <a:endParaRPr lang="zh-CN" altLang="en-US" b="1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978212" y="2302932"/>
            <a:ext cx="3833613" cy="3241619"/>
            <a:chOff x="2937" y="2111"/>
            <a:chExt cx="8412" cy="7113"/>
          </a:xfrm>
        </p:grpSpPr>
        <p:sp>
          <p:nvSpPr>
            <p:cNvPr id="19" name="Isosceles Triangle 91"/>
            <p:cNvSpPr/>
            <p:nvPr/>
          </p:nvSpPr>
          <p:spPr>
            <a:xfrm rot="3600000" flipH="1">
              <a:off x="9063" y="4360"/>
              <a:ext cx="635" cy="548"/>
            </a:xfrm>
            <a:prstGeom prst="triangl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Donut 92"/>
            <p:cNvSpPr/>
            <p:nvPr/>
          </p:nvSpPr>
          <p:spPr>
            <a:xfrm flipH="1">
              <a:off x="7938" y="3420"/>
              <a:ext cx="1880" cy="1880"/>
            </a:xfrm>
            <a:prstGeom prst="donut">
              <a:avLst>
                <a:gd name="adj" fmla="val 19079"/>
              </a:avLst>
            </a:prstGeom>
            <a:solidFill>
              <a:srgbClr val="23264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1" name="Group 93"/>
            <p:cNvGrpSpPr/>
            <p:nvPr/>
          </p:nvGrpSpPr>
          <p:grpSpPr>
            <a:xfrm flipH="1">
              <a:off x="8985" y="3924"/>
              <a:ext cx="2294" cy="581"/>
              <a:chOff x="1793077" y="1463668"/>
              <a:chExt cx="1371600" cy="347664"/>
            </a:xfrm>
          </p:grpSpPr>
          <p:sp>
            <p:nvSpPr>
              <p:cNvPr id="61" name="Round Same Side Corner Rectangle 94"/>
              <p:cNvSpPr/>
              <p:nvPr/>
            </p:nvSpPr>
            <p:spPr>
              <a:xfrm rot="16200000">
                <a:off x="2305045" y="951700"/>
                <a:ext cx="347664" cy="1371600"/>
              </a:xfrm>
              <a:prstGeom prst="round2SameRect">
                <a:avLst/>
              </a:prstGeom>
              <a:solidFill>
                <a:srgbClr val="1D50A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Text Placeholder 3"/>
              <p:cNvSpPr txBox="1"/>
              <p:nvPr/>
            </p:nvSpPr>
            <p:spPr>
              <a:xfrm>
                <a:off x="1847807" y="1515923"/>
                <a:ext cx="290228" cy="282884"/>
              </a:xfrm>
              <a:prstGeom prst="rect">
                <a:avLst/>
              </a:prstGeom>
            </p:spPr>
            <p:txBody>
              <a:bodyPr wrap="none" lIns="0" tIns="0" rIns="0" bIns="0" anchor="b">
                <a:spAutoFit/>
              </a:bodyPr>
              <a:lstStyle>
                <a:lvl1pPr marL="0" indent="0" algn="ctr">
                  <a:buNone/>
                  <a:defRPr sz="2800" b="1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algn="ctr" defTabSz="1285875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sp>
          <p:nvSpPr>
            <p:cNvPr id="22" name="Isosceles Triangle 98"/>
            <p:cNvSpPr/>
            <p:nvPr/>
          </p:nvSpPr>
          <p:spPr>
            <a:xfrm rot="3600000" flipH="1">
              <a:off x="9133" y="6907"/>
              <a:ext cx="635" cy="548"/>
            </a:xfrm>
            <a:prstGeom prst="triangl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Donut 99"/>
            <p:cNvSpPr/>
            <p:nvPr/>
          </p:nvSpPr>
          <p:spPr>
            <a:xfrm flipH="1">
              <a:off x="8008" y="5966"/>
              <a:ext cx="1880" cy="1880"/>
            </a:xfrm>
            <a:prstGeom prst="donut">
              <a:avLst>
                <a:gd name="adj" fmla="val 19079"/>
              </a:avLst>
            </a:prstGeom>
            <a:solidFill>
              <a:srgbClr val="23264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4" name="Group 100"/>
            <p:cNvGrpSpPr/>
            <p:nvPr/>
          </p:nvGrpSpPr>
          <p:grpSpPr>
            <a:xfrm flipH="1">
              <a:off x="9055" y="6476"/>
              <a:ext cx="2294" cy="581"/>
              <a:chOff x="1793075" y="1466851"/>
              <a:chExt cx="1371600" cy="347664"/>
            </a:xfrm>
          </p:grpSpPr>
          <p:sp>
            <p:nvSpPr>
              <p:cNvPr id="59" name="Round Same Side Corner Rectangle 101"/>
              <p:cNvSpPr/>
              <p:nvPr/>
            </p:nvSpPr>
            <p:spPr>
              <a:xfrm rot="16200000">
                <a:off x="2305043" y="954883"/>
                <a:ext cx="347664" cy="1371600"/>
              </a:xfrm>
              <a:prstGeom prst="round2SameRect">
                <a:avLst/>
              </a:prstGeom>
              <a:solidFill>
                <a:srgbClr val="1D50A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" name="Text Placeholder 3"/>
              <p:cNvSpPr txBox="1"/>
              <p:nvPr/>
            </p:nvSpPr>
            <p:spPr>
              <a:xfrm>
                <a:off x="1847808" y="1509375"/>
                <a:ext cx="290228" cy="282884"/>
              </a:xfrm>
              <a:prstGeom prst="rect">
                <a:avLst/>
              </a:prstGeom>
            </p:spPr>
            <p:txBody>
              <a:bodyPr wrap="none" lIns="0" tIns="0" rIns="0" bIns="0" anchor="b">
                <a:spAutoFit/>
              </a:bodyPr>
              <a:lstStyle>
                <a:lvl1pPr marL="0" indent="0" algn="ctr">
                  <a:buNone/>
                  <a:defRPr sz="2800" b="1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algn="ctr" defTabSz="1285875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cxnSp>
          <p:nvCxnSpPr>
            <p:cNvPr id="25" name="Straight Connector 108"/>
            <p:cNvCxnSpPr/>
            <p:nvPr/>
          </p:nvCxnSpPr>
          <p:spPr>
            <a:xfrm>
              <a:off x="6222" y="3051"/>
              <a:ext cx="1813" cy="94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75000"/>
                </a:sysClr>
              </a:solidFill>
              <a:prstDash val="sysDot"/>
              <a:miter lim="800000"/>
            </a:ln>
            <a:effectLst/>
          </p:spPr>
        </p:cxnSp>
        <p:cxnSp>
          <p:nvCxnSpPr>
            <p:cNvPr id="26" name="Straight Connector 110"/>
            <p:cNvCxnSpPr/>
            <p:nvPr/>
          </p:nvCxnSpPr>
          <p:spPr>
            <a:xfrm rot="10800000" flipV="1">
              <a:off x="6222" y="4728"/>
              <a:ext cx="1813" cy="94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75000"/>
                </a:sysClr>
              </a:solidFill>
              <a:prstDash val="sysDot"/>
              <a:miter lim="800000"/>
            </a:ln>
            <a:effectLst/>
          </p:spPr>
        </p:cxnSp>
        <p:cxnSp>
          <p:nvCxnSpPr>
            <p:cNvPr id="27" name="Straight Connector 111"/>
            <p:cNvCxnSpPr/>
            <p:nvPr/>
          </p:nvCxnSpPr>
          <p:spPr>
            <a:xfrm rot="10800000" flipV="1">
              <a:off x="6222" y="7138"/>
              <a:ext cx="1813" cy="94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75000"/>
                </a:sysClr>
              </a:solidFill>
              <a:prstDash val="sysDot"/>
              <a:miter lim="800000"/>
            </a:ln>
            <a:effectLst/>
          </p:spPr>
        </p:cxnSp>
        <p:cxnSp>
          <p:nvCxnSpPr>
            <p:cNvPr id="28" name="Straight Connector 112"/>
            <p:cNvCxnSpPr/>
            <p:nvPr/>
          </p:nvCxnSpPr>
          <p:spPr>
            <a:xfrm>
              <a:off x="6222" y="5737"/>
              <a:ext cx="1813" cy="94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75000"/>
                </a:sysClr>
              </a:solidFill>
              <a:prstDash val="sysDot"/>
              <a:miter lim="800000"/>
            </a:ln>
            <a:effectLst/>
          </p:spPr>
        </p:cxnSp>
        <p:sp>
          <p:nvSpPr>
            <p:cNvPr id="29" name="Isosceles Triangle 114"/>
            <p:cNvSpPr/>
            <p:nvPr/>
          </p:nvSpPr>
          <p:spPr>
            <a:xfrm rot="18000000">
              <a:off x="4517" y="3052"/>
              <a:ext cx="635" cy="548"/>
            </a:xfrm>
            <a:prstGeom prst="triangl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Donut 115"/>
            <p:cNvSpPr/>
            <p:nvPr/>
          </p:nvSpPr>
          <p:spPr>
            <a:xfrm>
              <a:off x="4399" y="2111"/>
              <a:ext cx="1880" cy="1880"/>
            </a:xfrm>
            <a:prstGeom prst="donut">
              <a:avLst>
                <a:gd name="adj" fmla="val 19079"/>
              </a:avLst>
            </a:prstGeom>
            <a:solidFill>
              <a:srgbClr val="23264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1" name="Group 54"/>
            <p:cNvGrpSpPr/>
            <p:nvPr/>
          </p:nvGrpSpPr>
          <p:grpSpPr>
            <a:xfrm>
              <a:off x="2937" y="2621"/>
              <a:ext cx="2294" cy="581"/>
              <a:chOff x="1793078" y="1466850"/>
              <a:chExt cx="1371600" cy="347664"/>
            </a:xfrm>
          </p:grpSpPr>
          <p:sp>
            <p:nvSpPr>
              <p:cNvPr id="57" name="Round Same Side Corner Rectangle 117"/>
              <p:cNvSpPr/>
              <p:nvPr/>
            </p:nvSpPr>
            <p:spPr>
              <a:xfrm rot="16200000">
                <a:off x="2305046" y="954882"/>
                <a:ext cx="347664" cy="1371600"/>
              </a:xfrm>
              <a:prstGeom prst="round2SameRect">
                <a:avLst/>
              </a:prstGeom>
              <a:solidFill>
                <a:srgbClr val="1D50A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Text Placeholder 3"/>
              <p:cNvSpPr txBox="1"/>
              <p:nvPr/>
            </p:nvSpPr>
            <p:spPr>
              <a:xfrm>
                <a:off x="1858632" y="1496299"/>
                <a:ext cx="290228" cy="282884"/>
              </a:xfrm>
              <a:prstGeom prst="rect">
                <a:avLst/>
              </a:prstGeom>
            </p:spPr>
            <p:txBody>
              <a:bodyPr wrap="none" lIns="0" tIns="0" rIns="0" bIns="0" anchor="b">
                <a:spAutoFit/>
              </a:bodyPr>
              <a:lstStyle>
                <a:lvl1pPr marL="0" indent="0" algn="ctr">
                  <a:buNone/>
                  <a:defRPr sz="2800" b="1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algn="ctr" defTabSz="1285875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sp>
          <p:nvSpPr>
            <p:cNvPr id="32" name="Isosceles Triangle 121"/>
            <p:cNvSpPr/>
            <p:nvPr/>
          </p:nvSpPr>
          <p:spPr>
            <a:xfrm rot="18000000">
              <a:off x="4517" y="5668"/>
              <a:ext cx="635" cy="548"/>
            </a:xfrm>
            <a:prstGeom prst="triangl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Donut 122"/>
            <p:cNvSpPr/>
            <p:nvPr/>
          </p:nvSpPr>
          <p:spPr>
            <a:xfrm>
              <a:off x="4399" y="4728"/>
              <a:ext cx="1880" cy="1880"/>
            </a:xfrm>
            <a:prstGeom prst="donut">
              <a:avLst>
                <a:gd name="adj" fmla="val 19079"/>
              </a:avLst>
            </a:prstGeom>
            <a:solidFill>
              <a:srgbClr val="23264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4" name="Group 79"/>
            <p:cNvGrpSpPr/>
            <p:nvPr/>
          </p:nvGrpSpPr>
          <p:grpSpPr>
            <a:xfrm>
              <a:off x="2937" y="5237"/>
              <a:ext cx="2294" cy="581"/>
              <a:chOff x="1793079" y="1466851"/>
              <a:chExt cx="1371600" cy="347664"/>
            </a:xfrm>
          </p:grpSpPr>
          <p:sp>
            <p:nvSpPr>
              <p:cNvPr id="55" name="Round Same Side Corner Rectangle 124"/>
              <p:cNvSpPr/>
              <p:nvPr/>
            </p:nvSpPr>
            <p:spPr>
              <a:xfrm rot="16200000">
                <a:off x="2305047" y="954883"/>
                <a:ext cx="347664" cy="1371600"/>
              </a:xfrm>
              <a:prstGeom prst="round2SameRect">
                <a:avLst/>
              </a:prstGeom>
              <a:solidFill>
                <a:srgbClr val="1D50A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Text Placeholder 3"/>
              <p:cNvSpPr txBox="1"/>
              <p:nvPr/>
            </p:nvSpPr>
            <p:spPr>
              <a:xfrm>
                <a:off x="1869452" y="1509375"/>
                <a:ext cx="290228" cy="282884"/>
              </a:xfrm>
              <a:prstGeom prst="rect">
                <a:avLst/>
              </a:prstGeom>
            </p:spPr>
            <p:txBody>
              <a:bodyPr wrap="none" lIns="0" tIns="0" rIns="0" bIns="0" anchor="b">
                <a:spAutoFit/>
              </a:bodyPr>
              <a:lstStyle>
                <a:lvl1pPr marL="0" indent="0" algn="ctr">
                  <a:buNone/>
                  <a:defRPr sz="2800" b="1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algn="ctr" defTabSz="1285875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  <p:sp>
          <p:nvSpPr>
            <p:cNvPr id="35" name="Isosceles Triangle 128"/>
            <p:cNvSpPr/>
            <p:nvPr/>
          </p:nvSpPr>
          <p:spPr>
            <a:xfrm rot="18000000">
              <a:off x="4517" y="8285"/>
              <a:ext cx="635" cy="548"/>
            </a:xfrm>
            <a:prstGeom prst="triangl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Donut 129"/>
            <p:cNvSpPr/>
            <p:nvPr/>
          </p:nvSpPr>
          <p:spPr>
            <a:xfrm>
              <a:off x="4399" y="7344"/>
              <a:ext cx="1880" cy="1880"/>
            </a:xfrm>
            <a:prstGeom prst="donut">
              <a:avLst>
                <a:gd name="adj" fmla="val 19079"/>
              </a:avLst>
            </a:prstGeom>
            <a:solidFill>
              <a:srgbClr val="23264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7" name="Group 86"/>
            <p:cNvGrpSpPr/>
            <p:nvPr/>
          </p:nvGrpSpPr>
          <p:grpSpPr>
            <a:xfrm>
              <a:off x="2937" y="7854"/>
              <a:ext cx="2294" cy="581"/>
              <a:chOff x="1793079" y="1466851"/>
              <a:chExt cx="1371600" cy="347664"/>
            </a:xfrm>
          </p:grpSpPr>
          <p:sp>
            <p:nvSpPr>
              <p:cNvPr id="53" name="Round Same Side Corner Rectangle 131"/>
              <p:cNvSpPr/>
              <p:nvPr/>
            </p:nvSpPr>
            <p:spPr>
              <a:xfrm rot="16200000">
                <a:off x="2305047" y="954883"/>
                <a:ext cx="347664" cy="1371600"/>
              </a:xfrm>
              <a:prstGeom prst="round2SameRect">
                <a:avLst/>
              </a:prstGeom>
              <a:solidFill>
                <a:srgbClr val="1D50A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" name="Text Placeholder 3"/>
              <p:cNvSpPr txBox="1"/>
              <p:nvPr/>
            </p:nvSpPr>
            <p:spPr>
              <a:xfrm>
                <a:off x="1869452" y="1509375"/>
                <a:ext cx="290228" cy="282884"/>
              </a:xfrm>
              <a:prstGeom prst="rect">
                <a:avLst/>
              </a:prstGeom>
            </p:spPr>
            <p:txBody>
              <a:bodyPr wrap="none" lIns="0" tIns="0" rIns="0" bIns="0" anchor="b">
                <a:spAutoFit/>
              </a:bodyPr>
              <a:lstStyle>
                <a:lvl1pPr marL="0" indent="0" algn="ctr">
                  <a:buNone/>
                  <a:defRPr sz="2800" b="1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algn="ctr" defTabSz="1285875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</a:p>
            </p:txBody>
          </p:sp>
        </p:grpSp>
      </p:grpSp>
      <p:sp>
        <p:nvSpPr>
          <p:cNvPr id="63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70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522832" y="2456060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71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571653" y="2890051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72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5116648" y="2638944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73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9115117" y="2456060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74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9163938" y="2890051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75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708933" y="2638944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76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522832" y="3735540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77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571653" y="4169531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78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5116648" y="3918424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79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9115117" y="3735540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80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9163938" y="4169531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81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708933" y="3918424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86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5522832" y="4946029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87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5571653" y="5380020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88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5116648" y="5128913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90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9115117" y="4946029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91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9163938" y="5380020"/>
            <a:ext cx="2600065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smtClean="0"/>
              <a:t>convenient</a:t>
            </a:r>
            <a:endParaRPr lang="en-US" altLang="zh-CN" sz="1000" dirty="0"/>
          </a:p>
        </p:txBody>
      </p:sp>
      <p:sp>
        <p:nvSpPr>
          <p:cNvPr id="92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8708933" y="5128913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7737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291708" y="2903523"/>
            <a:ext cx="2794405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论文总</a:t>
            </a:r>
            <a:r>
              <a:rPr lang="zh-CN" altLang="en-US" dirty="0"/>
              <a:t>结与展望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04F69230-F3A6-4586-9371-A858F4763E9F}"/>
              </a:ext>
            </a:extLst>
          </p:cNvPr>
          <p:cNvSpPr txBox="1"/>
          <p:nvPr/>
        </p:nvSpPr>
        <p:spPr>
          <a:xfrm>
            <a:off x="5439366" y="1946751"/>
            <a:ext cx="89176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05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Freeform 222"/>
          <p:cNvSpPr>
            <a:spLocks noEditPoints="1"/>
          </p:cNvSpPr>
          <p:nvPr/>
        </p:nvSpPr>
        <p:spPr bwMode="auto">
          <a:xfrm>
            <a:off x="2716213" y="3739092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close/>
                <a:moveTo>
                  <a:pt x="373" y="0"/>
                </a:move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Freeform 223"/>
          <p:cNvSpPr>
            <a:spLocks noEditPoints="1"/>
          </p:cNvSpPr>
          <p:nvPr/>
        </p:nvSpPr>
        <p:spPr bwMode="auto">
          <a:xfrm>
            <a:off x="2716213" y="3739092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moveTo>
                  <a:pt x="373" y="0"/>
                </a:moveTo>
                <a:lnTo>
                  <a:pt x="3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Freeform 224"/>
          <p:cNvSpPr>
            <a:spLocks noEditPoints="1"/>
          </p:cNvSpPr>
          <p:nvPr/>
        </p:nvSpPr>
        <p:spPr bwMode="auto">
          <a:xfrm>
            <a:off x="2582863" y="2516717"/>
            <a:ext cx="169863" cy="201613"/>
          </a:xfrm>
          <a:custGeom>
            <a:avLst/>
            <a:gdLst>
              <a:gd name="T0" fmla="*/ 102 w 107"/>
              <a:gd name="T1" fmla="*/ 72 h 127"/>
              <a:gd name="T2" fmla="*/ 65 w 107"/>
              <a:gd name="T3" fmla="*/ 49 h 127"/>
              <a:gd name="T4" fmla="*/ 50 w 107"/>
              <a:gd name="T5" fmla="*/ 46 h 127"/>
              <a:gd name="T6" fmla="*/ 40 w 107"/>
              <a:gd name="T7" fmla="*/ 40 h 127"/>
              <a:gd name="T8" fmla="*/ 45 w 107"/>
              <a:gd name="T9" fmla="*/ 31 h 127"/>
              <a:gd name="T10" fmla="*/ 48 w 107"/>
              <a:gd name="T11" fmla="*/ 30 h 127"/>
              <a:gd name="T12" fmla="*/ 64 w 107"/>
              <a:gd name="T13" fmla="*/ 38 h 127"/>
              <a:gd name="T14" fmla="*/ 64 w 107"/>
              <a:gd name="T15" fmla="*/ 40 h 127"/>
              <a:gd name="T16" fmla="*/ 67 w 107"/>
              <a:gd name="T17" fmla="*/ 41 h 127"/>
              <a:gd name="T18" fmla="*/ 85 w 107"/>
              <a:gd name="T19" fmla="*/ 34 h 127"/>
              <a:gd name="T20" fmla="*/ 82 w 107"/>
              <a:gd name="T21" fmla="*/ 4 h 127"/>
              <a:gd name="T22" fmla="*/ 79 w 107"/>
              <a:gd name="T23" fmla="*/ 1 h 127"/>
              <a:gd name="T24" fmla="*/ 46 w 107"/>
              <a:gd name="T25" fmla="*/ 6 h 127"/>
              <a:gd name="T26" fmla="*/ 39 w 107"/>
              <a:gd name="T27" fmla="*/ 8 h 127"/>
              <a:gd name="T28" fmla="*/ 6 w 107"/>
              <a:gd name="T29" fmla="*/ 55 h 127"/>
              <a:gd name="T30" fmla="*/ 39 w 107"/>
              <a:gd name="T31" fmla="*/ 79 h 127"/>
              <a:gd name="T32" fmla="*/ 60 w 107"/>
              <a:gd name="T33" fmla="*/ 82 h 127"/>
              <a:gd name="T34" fmla="*/ 67 w 107"/>
              <a:gd name="T35" fmla="*/ 88 h 127"/>
              <a:gd name="T36" fmla="*/ 64 w 107"/>
              <a:gd name="T37" fmla="*/ 95 h 127"/>
              <a:gd name="T38" fmla="*/ 58 w 107"/>
              <a:gd name="T39" fmla="*/ 98 h 127"/>
              <a:gd name="T40" fmla="*/ 39 w 107"/>
              <a:gd name="T41" fmla="*/ 85 h 127"/>
              <a:gd name="T42" fmla="*/ 19 w 107"/>
              <a:gd name="T43" fmla="*/ 93 h 127"/>
              <a:gd name="T44" fmla="*/ 23 w 107"/>
              <a:gd name="T45" fmla="*/ 121 h 127"/>
              <a:gd name="T46" fmla="*/ 26 w 107"/>
              <a:gd name="T47" fmla="*/ 123 h 127"/>
              <a:gd name="T48" fmla="*/ 60 w 107"/>
              <a:gd name="T49" fmla="*/ 121 h 127"/>
              <a:gd name="T50" fmla="*/ 70 w 107"/>
              <a:gd name="T51" fmla="*/ 118 h 127"/>
              <a:gd name="T52" fmla="*/ 102 w 107"/>
              <a:gd name="T53" fmla="*/ 72 h 127"/>
              <a:gd name="T54" fmla="*/ 102 w 107"/>
              <a:gd name="T55" fmla="*/ 72 h 127"/>
              <a:gd name="T56" fmla="*/ 102 w 107"/>
              <a:gd name="T57" fmla="*/ 7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7" h="127">
                <a:moveTo>
                  <a:pt x="102" y="72"/>
                </a:moveTo>
                <a:cubicBezTo>
                  <a:pt x="97" y="53"/>
                  <a:pt x="80" y="50"/>
                  <a:pt x="65" y="49"/>
                </a:cubicBezTo>
                <a:cubicBezTo>
                  <a:pt x="59" y="48"/>
                  <a:pt x="54" y="47"/>
                  <a:pt x="50" y="46"/>
                </a:cubicBezTo>
                <a:cubicBezTo>
                  <a:pt x="45" y="45"/>
                  <a:pt x="41" y="43"/>
                  <a:pt x="40" y="40"/>
                </a:cubicBezTo>
                <a:cubicBezTo>
                  <a:pt x="39" y="36"/>
                  <a:pt x="41" y="33"/>
                  <a:pt x="45" y="31"/>
                </a:cubicBezTo>
                <a:cubicBezTo>
                  <a:pt x="46" y="30"/>
                  <a:pt x="47" y="30"/>
                  <a:pt x="48" y="30"/>
                </a:cubicBezTo>
                <a:cubicBezTo>
                  <a:pt x="56" y="28"/>
                  <a:pt x="61" y="30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67" y="41"/>
                  <a:pt x="67" y="41"/>
                  <a:pt x="67" y="41"/>
                </a:cubicBezTo>
                <a:cubicBezTo>
                  <a:pt x="85" y="34"/>
                  <a:pt x="85" y="34"/>
                  <a:pt x="85" y="34"/>
                </a:cubicBezTo>
                <a:cubicBezTo>
                  <a:pt x="82" y="19"/>
                  <a:pt x="82" y="4"/>
                  <a:pt x="82" y="4"/>
                </a:cubicBezTo>
                <a:cubicBezTo>
                  <a:pt x="79" y="1"/>
                  <a:pt x="79" y="1"/>
                  <a:pt x="79" y="1"/>
                </a:cubicBezTo>
                <a:cubicBezTo>
                  <a:pt x="79" y="1"/>
                  <a:pt x="64" y="0"/>
                  <a:pt x="46" y="6"/>
                </a:cubicBezTo>
                <a:cubicBezTo>
                  <a:pt x="44" y="6"/>
                  <a:pt x="41" y="7"/>
                  <a:pt x="39" y="8"/>
                </a:cubicBezTo>
                <a:cubicBezTo>
                  <a:pt x="13" y="18"/>
                  <a:pt x="0" y="36"/>
                  <a:pt x="6" y="55"/>
                </a:cubicBezTo>
                <a:cubicBezTo>
                  <a:pt x="10" y="72"/>
                  <a:pt x="25" y="77"/>
                  <a:pt x="39" y="79"/>
                </a:cubicBezTo>
                <a:cubicBezTo>
                  <a:pt x="47" y="80"/>
                  <a:pt x="55" y="81"/>
                  <a:pt x="60" y="82"/>
                </a:cubicBezTo>
                <a:cubicBezTo>
                  <a:pt x="64" y="83"/>
                  <a:pt x="67" y="85"/>
                  <a:pt x="67" y="88"/>
                </a:cubicBezTo>
                <a:cubicBezTo>
                  <a:pt x="68" y="91"/>
                  <a:pt x="67" y="93"/>
                  <a:pt x="64" y="95"/>
                </a:cubicBezTo>
                <a:cubicBezTo>
                  <a:pt x="62" y="96"/>
                  <a:pt x="61" y="97"/>
                  <a:pt x="58" y="98"/>
                </a:cubicBezTo>
                <a:cubicBezTo>
                  <a:pt x="49" y="101"/>
                  <a:pt x="43" y="97"/>
                  <a:pt x="39" y="85"/>
                </a:cubicBezTo>
                <a:cubicBezTo>
                  <a:pt x="19" y="93"/>
                  <a:pt x="19" y="93"/>
                  <a:pt x="19" y="93"/>
                </a:cubicBezTo>
                <a:cubicBezTo>
                  <a:pt x="22" y="104"/>
                  <a:pt x="23" y="121"/>
                  <a:pt x="23" y="121"/>
                </a:cubicBezTo>
                <a:cubicBezTo>
                  <a:pt x="26" y="123"/>
                  <a:pt x="26" y="123"/>
                  <a:pt x="26" y="123"/>
                </a:cubicBezTo>
                <a:cubicBezTo>
                  <a:pt x="26" y="123"/>
                  <a:pt x="41" y="127"/>
                  <a:pt x="60" y="121"/>
                </a:cubicBezTo>
                <a:cubicBezTo>
                  <a:pt x="64" y="120"/>
                  <a:pt x="67" y="119"/>
                  <a:pt x="70" y="118"/>
                </a:cubicBezTo>
                <a:cubicBezTo>
                  <a:pt x="95" y="107"/>
                  <a:pt x="107" y="91"/>
                  <a:pt x="102" y="72"/>
                </a:cubicBezTo>
                <a:close/>
                <a:moveTo>
                  <a:pt x="102" y="72"/>
                </a:moveTo>
                <a:cubicBezTo>
                  <a:pt x="102" y="72"/>
                  <a:pt x="102" y="72"/>
                  <a:pt x="102" y="7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Freeform 225"/>
          <p:cNvSpPr>
            <a:spLocks noEditPoints="1"/>
          </p:cNvSpPr>
          <p:nvPr/>
        </p:nvSpPr>
        <p:spPr bwMode="auto">
          <a:xfrm>
            <a:off x="2636838" y="2721505"/>
            <a:ext cx="177800" cy="201613"/>
          </a:xfrm>
          <a:custGeom>
            <a:avLst/>
            <a:gdLst>
              <a:gd name="T0" fmla="*/ 104 w 112"/>
              <a:gd name="T1" fmla="*/ 62 h 127"/>
              <a:gd name="T2" fmla="*/ 79 w 112"/>
              <a:gd name="T3" fmla="*/ 71 h 127"/>
              <a:gd name="T4" fmla="*/ 72 w 112"/>
              <a:gd name="T5" fmla="*/ 94 h 127"/>
              <a:gd name="T6" fmla="*/ 66 w 112"/>
              <a:gd name="T7" fmla="*/ 94 h 127"/>
              <a:gd name="T8" fmla="*/ 46 w 112"/>
              <a:gd name="T9" fmla="*/ 62 h 127"/>
              <a:gd name="T10" fmla="*/ 48 w 112"/>
              <a:gd name="T11" fmla="*/ 31 h 127"/>
              <a:gd name="T12" fmla="*/ 53 w 112"/>
              <a:gd name="T13" fmla="*/ 30 h 127"/>
              <a:gd name="T14" fmla="*/ 67 w 112"/>
              <a:gd name="T15" fmla="*/ 39 h 127"/>
              <a:gd name="T16" fmla="*/ 70 w 112"/>
              <a:gd name="T17" fmla="*/ 48 h 127"/>
              <a:gd name="T18" fmla="*/ 94 w 112"/>
              <a:gd name="T19" fmla="*/ 39 h 127"/>
              <a:gd name="T20" fmla="*/ 89 w 112"/>
              <a:gd name="T21" fmla="*/ 3 h 127"/>
              <a:gd name="T22" fmla="*/ 87 w 112"/>
              <a:gd name="T23" fmla="*/ 0 h 127"/>
              <a:gd name="T24" fmla="*/ 51 w 112"/>
              <a:gd name="T25" fmla="*/ 6 h 127"/>
              <a:gd name="T26" fmla="*/ 42 w 112"/>
              <a:gd name="T27" fmla="*/ 9 h 127"/>
              <a:gd name="T28" fmla="*/ 10 w 112"/>
              <a:gd name="T29" fmla="*/ 79 h 127"/>
              <a:gd name="T30" fmla="*/ 73 w 112"/>
              <a:gd name="T31" fmla="*/ 118 h 127"/>
              <a:gd name="T32" fmla="*/ 73 w 112"/>
              <a:gd name="T33" fmla="*/ 118 h 127"/>
              <a:gd name="T34" fmla="*/ 110 w 112"/>
              <a:gd name="T35" fmla="*/ 101 h 127"/>
              <a:gd name="T36" fmla="*/ 112 w 112"/>
              <a:gd name="T37" fmla="*/ 98 h 127"/>
              <a:gd name="T38" fmla="*/ 104 w 112"/>
              <a:gd name="T39" fmla="*/ 62 h 127"/>
              <a:gd name="T40" fmla="*/ 104 w 112"/>
              <a:gd name="T41" fmla="*/ 62 h 127"/>
              <a:gd name="T42" fmla="*/ 104 w 112"/>
              <a:gd name="T43" fmla="*/ 6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2" h="127">
                <a:moveTo>
                  <a:pt x="104" y="62"/>
                </a:moveTo>
                <a:cubicBezTo>
                  <a:pt x="79" y="71"/>
                  <a:pt x="79" y="71"/>
                  <a:pt x="79" y="71"/>
                </a:cubicBezTo>
                <a:cubicBezTo>
                  <a:pt x="82" y="85"/>
                  <a:pt x="80" y="91"/>
                  <a:pt x="72" y="94"/>
                </a:cubicBezTo>
                <a:cubicBezTo>
                  <a:pt x="70" y="94"/>
                  <a:pt x="68" y="94"/>
                  <a:pt x="66" y="94"/>
                </a:cubicBezTo>
                <a:cubicBezTo>
                  <a:pt x="58" y="93"/>
                  <a:pt x="52" y="82"/>
                  <a:pt x="46" y="62"/>
                </a:cubicBezTo>
                <a:cubicBezTo>
                  <a:pt x="40" y="44"/>
                  <a:pt x="41" y="36"/>
                  <a:pt x="48" y="31"/>
                </a:cubicBezTo>
                <a:cubicBezTo>
                  <a:pt x="50" y="31"/>
                  <a:pt x="51" y="30"/>
                  <a:pt x="53" y="30"/>
                </a:cubicBezTo>
                <a:cubicBezTo>
                  <a:pt x="61" y="27"/>
                  <a:pt x="65" y="30"/>
                  <a:pt x="67" y="39"/>
                </a:cubicBezTo>
                <a:cubicBezTo>
                  <a:pt x="69" y="44"/>
                  <a:pt x="70" y="48"/>
                  <a:pt x="70" y="48"/>
                </a:cubicBezTo>
                <a:cubicBezTo>
                  <a:pt x="94" y="39"/>
                  <a:pt x="94" y="39"/>
                  <a:pt x="94" y="39"/>
                </a:cubicBezTo>
                <a:cubicBezTo>
                  <a:pt x="90" y="19"/>
                  <a:pt x="89" y="3"/>
                  <a:pt x="89" y="3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0"/>
                  <a:pt x="65" y="1"/>
                  <a:pt x="51" y="6"/>
                </a:cubicBezTo>
                <a:cubicBezTo>
                  <a:pt x="48" y="7"/>
                  <a:pt x="45" y="8"/>
                  <a:pt x="42" y="9"/>
                </a:cubicBezTo>
                <a:cubicBezTo>
                  <a:pt x="12" y="21"/>
                  <a:pt x="0" y="46"/>
                  <a:pt x="10" y="79"/>
                </a:cubicBezTo>
                <a:cubicBezTo>
                  <a:pt x="19" y="112"/>
                  <a:pt x="43" y="127"/>
                  <a:pt x="73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94" y="112"/>
                  <a:pt x="110" y="101"/>
                  <a:pt x="110" y="101"/>
                </a:cubicBezTo>
                <a:cubicBezTo>
                  <a:pt x="112" y="98"/>
                  <a:pt x="112" y="98"/>
                  <a:pt x="112" y="98"/>
                </a:cubicBezTo>
                <a:cubicBezTo>
                  <a:pt x="107" y="82"/>
                  <a:pt x="104" y="62"/>
                  <a:pt x="104" y="62"/>
                </a:cubicBezTo>
                <a:close/>
                <a:moveTo>
                  <a:pt x="104" y="62"/>
                </a:moveTo>
                <a:cubicBezTo>
                  <a:pt x="104" y="62"/>
                  <a:pt x="104" y="62"/>
                  <a:pt x="104" y="6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Freeform 226"/>
          <p:cNvSpPr>
            <a:spLocks noEditPoints="1"/>
          </p:cNvSpPr>
          <p:nvPr/>
        </p:nvSpPr>
        <p:spPr bwMode="auto">
          <a:xfrm>
            <a:off x="2671763" y="2916767"/>
            <a:ext cx="228600" cy="223838"/>
          </a:xfrm>
          <a:custGeom>
            <a:avLst/>
            <a:gdLst>
              <a:gd name="T0" fmla="*/ 142 w 144"/>
              <a:gd name="T1" fmla="*/ 93 h 141"/>
              <a:gd name="T2" fmla="*/ 140 w 144"/>
              <a:gd name="T3" fmla="*/ 92 h 141"/>
              <a:gd name="T4" fmla="*/ 135 w 144"/>
              <a:gd name="T5" fmla="*/ 94 h 141"/>
              <a:gd name="T6" fmla="*/ 126 w 144"/>
              <a:gd name="T7" fmla="*/ 84 h 141"/>
              <a:gd name="T8" fmla="*/ 111 w 144"/>
              <a:gd name="T9" fmla="*/ 26 h 141"/>
              <a:gd name="T10" fmla="*/ 118 w 144"/>
              <a:gd name="T11" fmla="*/ 14 h 141"/>
              <a:gd name="T12" fmla="*/ 115 w 144"/>
              <a:gd name="T13" fmla="*/ 0 h 141"/>
              <a:gd name="T14" fmla="*/ 86 w 144"/>
              <a:gd name="T15" fmla="*/ 8 h 141"/>
              <a:gd name="T16" fmla="*/ 60 w 144"/>
              <a:gd name="T17" fmla="*/ 16 h 141"/>
              <a:gd name="T18" fmla="*/ 62 w 144"/>
              <a:gd name="T19" fmla="*/ 29 h 141"/>
              <a:gd name="T20" fmla="*/ 64 w 144"/>
              <a:gd name="T21" fmla="*/ 30 h 141"/>
              <a:gd name="T22" fmla="*/ 69 w 144"/>
              <a:gd name="T23" fmla="*/ 29 h 141"/>
              <a:gd name="T24" fmla="*/ 77 w 144"/>
              <a:gd name="T25" fmla="*/ 35 h 141"/>
              <a:gd name="T26" fmla="*/ 83 w 144"/>
              <a:gd name="T27" fmla="*/ 55 h 141"/>
              <a:gd name="T28" fmla="*/ 69 w 144"/>
              <a:gd name="T29" fmla="*/ 59 h 141"/>
              <a:gd name="T30" fmla="*/ 69 w 144"/>
              <a:gd name="T31" fmla="*/ 59 h 141"/>
              <a:gd name="T32" fmla="*/ 55 w 144"/>
              <a:gd name="T33" fmla="*/ 63 h 141"/>
              <a:gd name="T34" fmla="*/ 50 w 144"/>
              <a:gd name="T35" fmla="*/ 43 h 141"/>
              <a:gd name="T36" fmla="*/ 57 w 144"/>
              <a:gd name="T37" fmla="*/ 32 h 141"/>
              <a:gd name="T38" fmla="*/ 54 w 144"/>
              <a:gd name="T39" fmla="*/ 17 h 141"/>
              <a:gd name="T40" fmla="*/ 21 w 144"/>
              <a:gd name="T41" fmla="*/ 28 h 141"/>
              <a:gd name="T42" fmla="*/ 0 w 144"/>
              <a:gd name="T43" fmla="*/ 34 h 141"/>
              <a:gd name="T44" fmla="*/ 2 w 144"/>
              <a:gd name="T45" fmla="*/ 46 h 141"/>
              <a:gd name="T46" fmla="*/ 4 w 144"/>
              <a:gd name="T47" fmla="*/ 48 h 141"/>
              <a:gd name="T48" fmla="*/ 8 w 144"/>
              <a:gd name="T49" fmla="*/ 46 h 141"/>
              <a:gd name="T50" fmla="*/ 16 w 144"/>
              <a:gd name="T51" fmla="*/ 53 h 141"/>
              <a:gd name="T52" fmla="*/ 33 w 144"/>
              <a:gd name="T53" fmla="*/ 110 h 141"/>
              <a:gd name="T54" fmla="*/ 26 w 144"/>
              <a:gd name="T55" fmla="*/ 126 h 141"/>
              <a:gd name="T56" fmla="*/ 28 w 144"/>
              <a:gd name="T57" fmla="*/ 141 h 141"/>
              <a:gd name="T58" fmla="*/ 55 w 144"/>
              <a:gd name="T59" fmla="*/ 132 h 141"/>
              <a:gd name="T60" fmla="*/ 82 w 144"/>
              <a:gd name="T61" fmla="*/ 125 h 141"/>
              <a:gd name="T62" fmla="*/ 80 w 144"/>
              <a:gd name="T63" fmla="*/ 111 h 141"/>
              <a:gd name="T64" fmla="*/ 78 w 144"/>
              <a:gd name="T65" fmla="*/ 110 h 141"/>
              <a:gd name="T66" fmla="*/ 74 w 144"/>
              <a:gd name="T67" fmla="*/ 112 h 141"/>
              <a:gd name="T68" fmla="*/ 65 w 144"/>
              <a:gd name="T69" fmla="*/ 102 h 141"/>
              <a:gd name="T70" fmla="*/ 60 w 144"/>
              <a:gd name="T71" fmla="*/ 85 h 141"/>
              <a:gd name="T72" fmla="*/ 75 w 144"/>
              <a:gd name="T73" fmla="*/ 80 h 141"/>
              <a:gd name="T74" fmla="*/ 79 w 144"/>
              <a:gd name="T75" fmla="*/ 78 h 141"/>
              <a:gd name="T76" fmla="*/ 88 w 144"/>
              <a:gd name="T77" fmla="*/ 76 h 141"/>
              <a:gd name="T78" fmla="*/ 93 w 144"/>
              <a:gd name="T79" fmla="*/ 92 h 141"/>
              <a:gd name="T80" fmla="*/ 86 w 144"/>
              <a:gd name="T81" fmla="*/ 108 h 141"/>
              <a:gd name="T82" fmla="*/ 89 w 144"/>
              <a:gd name="T83" fmla="*/ 123 h 141"/>
              <a:gd name="T84" fmla="*/ 116 w 144"/>
              <a:gd name="T85" fmla="*/ 115 h 141"/>
              <a:gd name="T86" fmla="*/ 144 w 144"/>
              <a:gd name="T87" fmla="*/ 107 h 141"/>
              <a:gd name="T88" fmla="*/ 142 w 144"/>
              <a:gd name="T89" fmla="*/ 93 h 141"/>
              <a:gd name="T90" fmla="*/ 142 w 144"/>
              <a:gd name="T91" fmla="*/ 93 h 141"/>
              <a:gd name="T92" fmla="*/ 142 w 144"/>
              <a:gd name="T93" fmla="*/ 93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4" h="141">
                <a:moveTo>
                  <a:pt x="142" y="93"/>
                </a:moveTo>
                <a:cubicBezTo>
                  <a:pt x="140" y="92"/>
                  <a:pt x="140" y="92"/>
                  <a:pt x="140" y="92"/>
                </a:cubicBezTo>
                <a:cubicBezTo>
                  <a:pt x="140" y="92"/>
                  <a:pt x="138" y="93"/>
                  <a:pt x="135" y="94"/>
                </a:cubicBezTo>
                <a:cubicBezTo>
                  <a:pt x="131" y="95"/>
                  <a:pt x="128" y="93"/>
                  <a:pt x="126" y="84"/>
                </a:cubicBezTo>
                <a:cubicBezTo>
                  <a:pt x="120" y="63"/>
                  <a:pt x="114" y="40"/>
                  <a:pt x="111" y="26"/>
                </a:cubicBezTo>
                <a:cubicBezTo>
                  <a:pt x="109" y="20"/>
                  <a:pt x="111" y="18"/>
                  <a:pt x="118" y="14"/>
                </a:cubicBezTo>
                <a:cubicBezTo>
                  <a:pt x="115" y="0"/>
                  <a:pt x="115" y="0"/>
                  <a:pt x="115" y="0"/>
                </a:cubicBezTo>
                <a:cubicBezTo>
                  <a:pt x="115" y="0"/>
                  <a:pt x="94" y="7"/>
                  <a:pt x="86" y="8"/>
                </a:cubicBezTo>
                <a:cubicBezTo>
                  <a:pt x="60" y="16"/>
                  <a:pt x="60" y="16"/>
                  <a:pt x="60" y="16"/>
                </a:cubicBezTo>
                <a:cubicBezTo>
                  <a:pt x="62" y="29"/>
                  <a:pt x="62" y="29"/>
                  <a:pt x="62" y="29"/>
                </a:cubicBezTo>
                <a:cubicBezTo>
                  <a:pt x="64" y="30"/>
                  <a:pt x="64" y="30"/>
                  <a:pt x="64" y="30"/>
                </a:cubicBezTo>
                <a:cubicBezTo>
                  <a:pt x="69" y="29"/>
                  <a:pt x="69" y="29"/>
                  <a:pt x="69" y="29"/>
                </a:cubicBezTo>
                <a:cubicBezTo>
                  <a:pt x="73" y="28"/>
                  <a:pt x="75" y="29"/>
                  <a:pt x="77" y="35"/>
                </a:cubicBezTo>
                <a:cubicBezTo>
                  <a:pt x="83" y="55"/>
                  <a:pt x="83" y="55"/>
                  <a:pt x="83" y="55"/>
                </a:cubicBezTo>
                <a:cubicBezTo>
                  <a:pt x="80" y="56"/>
                  <a:pt x="77" y="57"/>
                  <a:pt x="69" y="59"/>
                </a:cubicBezTo>
                <a:cubicBezTo>
                  <a:pt x="69" y="59"/>
                  <a:pt x="69" y="59"/>
                  <a:pt x="69" y="59"/>
                </a:cubicBezTo>
                <a:cubicBezTo>
                  <a:pt x="55" y="63"/>
                  <a:pt x="55" y="63"/>
                  <a:pt x="55" y="63"/>
                </a:cubicBezTo>
                <a:cubicBezTo>
                  <a:pt x="50" y="43"/>
                  <a:pt x="50" y="43"/>
                  <a:pt x="50" y="43"/>
                </a:cubicBezTo>
                <a:cubicBezTo>
                  <a:pt x="49" y="37"/>
                  <a:pt x="50" y="36"/>
                  <a:pt x="57" y="32"/>
                </a:cubicBezTo>
                <a:cubicBezTo>
                  <a:pt x="54" y="17"/>
                  <a:pt x="54" y="17"/>
                  <a:pt x="54" y="17"/>
                </a:cubicBezTo>
                <a:cubicBezTo>
                  <a:pt x="54" y="17"/>
                  <a:pt x="31" y="25"/>
                  <a:pt x="21" y="28"/>
                </a:cubicBezTo>
                <a:cubicBezTo>
                  <a:pt x="0" y="34"/>
                  <a:pt x="0" y="34"/>
                  <a:pt x="0" y="34"/>
                </a:cubicBezTo>
                <a:cubicBezTo>
                  <a:pt x="2" y="46"/>
                  <a:pt x="2" y="46"/>
                  <a:pt x="2" y="46"/>
                </a:cubicBezTo>
                <a:cubicBezTo>
                  <a:pt x="4" y="48"/>
                  <a:pt x="4" y="48"/>
                  <a:pt x="4" y="48"/>
                </a:cubicBezTo>
                <a:cubicBezTo>
                  <a:pt x="4" y="48"/>
                  <a:pt x="7" y="47"/>
                  <a:pt x="8" y="46"/>
                </a:cubicBezTo>
                <a:cubicBezTo>
                  <a:pt x="13" y="45"/>
                  <a:pt x="15" y="46"/>
                  <a:pt x="16" y="53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5" y="119"/>
                  <a:pt x="34" y="122"/>
                  <a:pt x="26" y="126"/>
                </a:cubicBezTo>
                <a:cubicBezTo>
                  <a:pt x="28" y="141"/>
                  <a:pt x="28" y="141"/>
                  <a:pt x="28" y="141"/>
                </a:cubicBezTo>
                <a:cubicBezTo>
                  <a:pt x="28" y="141"/>
                  <a:pt x="45" y="135"/>
                  <a:pt x="55" y="132"/>
                </a:cubicBezTo>
                <a:cubicBezTo>
                  <a:pt x="62" y="130"/>
                  <a:pt x="82" y="125"/>
                  <a:pt x="82" y="125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110"/>
                  <a:pt x="77" y="111"/>
                  <a:pt x="74" y="112"/>
                </a:cubicBezTo>
                <a:cubicBezTo>
                  <a:pt x="69" y="113"/>
                  <a:pt x="68" y="111"/>
                  <a:pt x="65" y="102"/>
                </a:cubicBezTo>
                <a:cubicBezTo>
                  <a:pt x="60" y="85"/>
                  <a:pt x="60" y="85"/>
                  <a:pt x="60" y="85"/>
                </a:cubicBezTo>
                <a:cubicBezTo>
                  <a:pt x="60" y="85"/>
                  <a:pt x="69" y="82"/>
                  <a:pt x="75" y="80"/>
                </a:cubicBezTo>
                <a:cubicBezTo>
                  <a:pt x="77" y="79"/>
                  <a:pt x="78" y="79"/>
                  <a:pt x="79" y="78"/>
                </a:cubicBezTo>
                <a:cubicBezTo>
                  <a:pt x="88" y="76"/>
                  <a:pt x="88" y="76"/>
                  <a:pt x="88" y="76"/>
                </a:cubicBezTo>
                <a:cubicBezTo>
                  <a:pt x="93" y="92"/>
                  <a:pt x="93" y="92"/>
                  <a:pt x="93" y="92"/>
                </a:cubicBezTo>
                <a:cubicBezTo>
                  <a:pt x="95" y="101"/>
                  <a:pt x="94" y="106"/>
                  <a:pt x="86" y="108"/>
                </a:cubicBezTo>
                <a:cubicBezTo>
                  <a:pt x="89" y="123"/>
                  <a:pt x="89" y="123"/>
                  <a:pt x="89" y="123"/>
                </a:cubicBezTo>
                <a:cubicBezTo>
                  <a:pt x="89" y="123"/>
                  <a:pt x="108" y="117"/>
                  <a:pt x="116" y="115"/>
                </a:cubicBezTo>
                <a:cubicBezTo>
                  <a:pt x="129" y="111"/>
                  <a:pt x="144" y="107"/>
                  <a:pt x="144" y="107"/>
                </a:cubicBezTo>
                <a:lnTo>
                  <a:pt x="142" y="93"/>
                </a:lnTo>
                <a:close/>
                <a:moveTo>
                  <a:pt x="142" y="93"/>
                </a:moveTo>
                <a:cubicBezTo>
                  <a:pt x="142" y="93"/>
                  <a:pt x="142" y="93"/>
                  <a:pt x="142" y="9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Freeform 227"/>
          <p:cNvSpPr>
            <a:spLocks noEditPoints="1"/>
          </p:cNvSpPr>
          <p:nvPr/>
        </p:nvSpPr>
        <p:spPr bwMode="auto">
          <a:xfrm>
            <a:off x="2747963" y="3132667"/>
            <a:ext cx="192088" cy="204788"/>
          </a:xfrm>
          <a:custGeom>
            <a:avLst/>
            <a:gdLst>
              <a:gd name="T0" fmla="*/ 111 w 121"/>
              <a:gd name="T1" fmla="*/ 47 h 129"/>
              <a:gd name="T2" fmla="*/ 47 w 121"/>
              <a:gd name="T3" fmla="*/ 9 h 129"/>
              <a:gd name="T4" fmla="*/ 46 w 121"/>
              <a:gd name="T5" fmla="*/ 9 h 129"/>
              <a:gd name="T6" fmla="*/ 10 w 121"/>
              <a:gd name="T7" fmla="*/ 81 h 129"/>
              <a:gd name="T8" fmla="*/ 74 w 121"/>
              <a:gd name="T9" fmla="*/ 120 h 129"/>
              <a:gd name="T10" fmla="*/ 77 w 121"/>
              <a:gd name="T11" fmla="*/ 119 h 129"/>
              <a:gd name="T12" fmla="*/ 111 w 121"/>
              <a:gd name="T13" fmla="*/ 47 h 129"/>
              <a:gd name="T14" fmla="*/ 71 w 121"/>
              <a:gd name="T15" fmla="*/ 98 h 129"/>
              <a:gd name="T16" fmla="*/ 71 w 121"/>
              <a:gd name="T17" fmla="*/ 98 h 129"/>
              <a:gd name="T18" fmla="*/ 45 w 121"/>
              <a:gd name="T19" fmla="*/ 62 h 129"/>
              <a:gd name="T20" fmla="*/ 50 w 121"/>
              <a:gd name="T21" fmla="*/ 32 h 129"/>
              <a:gd name="T22" fmla="*/ 52 w 121"/>
              <a:gd name="T23" fmla="*/ 32 h 129"/>
              <a:gd name="T24" fmla="*/ 76 w 121"/>
              <a:gd name="T25" fmla="*/ 68 h 129"/>
              <a:gd name="T26" fmla="*/ 71 w 121"/>
              <a:gd name="T27" fmla="*/ 98 h 129"/>
              <a:gd name="T28" fmla="*/ 71 w 121"/>
              <a:gd name="T29" fmla="*/ 98 h 129"/>
              <a:gd name="T30" fmla="*/ 71 w 121"/>
              <a:gd name="T31" fmla="*/ 98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29">
                <a:moveTo>
                  <a:pt x="111" y="47"/>
                </a:moveTo>
                <a:cubicBezTo>
                  <a:pt x="101" y="12"/>
                  <a:pt x="79" y="0"/>
                  <a:pt x="47" y="9"/>
                </a:cubicBezTo>
                <a:cubicBezTo>
                  <a:pt x="47" y="9"/>
                  <a:pt x="46" y="9"/>
                  <a:pt x="46" y="9"/>
                </a:cubicBezTo>
                <a:cubicBezTo>
                  <a:pt x="12" y="19"/>
                  <a:pt x="0" y="45"/>
                  <a:pt x="10" y="81"/>
                </a:cubicBezTo>
                <a:cubicBezTo>
                  <a:pt x="20" y="115"/>
                  <a:pt x="42" y="129"/>
                  <a:pt x="74" y="120"/>
                </a:cubicBezTo>
                <a:cubicBezTo>
                  <a:pt x="75" y="120"/>
                  <a:pt x="76" y="119"/>
                  <a:pt x="77" y="119"/>
                </a:cubicBezTo>
                <a:cubicBezTo>
                  <a:pt x="109" y="108"/>
                  <a:pt x="121" y="83"/>
                  <a:pt x="111" y="47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  <a:cubicBezTo>
                  <a:pt x="60" y="101"/>
                  <a:pt x="54" y="92"/>
                  <a:pt x="45" y="62"/>
                </a:cubicBezTo>
                <a:cubicBezTo>
                  <a:pt x="40" y="43"/>
                  <a:pt x="41" y="35"/>
                  <a:pt x="50" y="32"/>
                </a:cubicBezTo>
                <a:cubicBezTo>
                  <a:pt x="51" y="32"/>
                  <a:pt x="52" y="32"/>
                  <a:pt x="52" y="32"/>
                </a:cubicBezTo>
                <a:cubicBezTo>
                  <a:pt x="62" y="30"/>
                  <a:pt x="68" y="40"/>
                  <a:pt x="76" y="68"/>
                </a:cubicBezTo>
                <a:cubicBezTo>
                  <a:pt x="82" y="87"/>
                  <a:pt x="80" y="95"/>
                  <a:pt x="71" y="98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Freeform 228"/>
          <p:cNvSpPr>
            <a:spLocks noEditPoints="1"/>
          </p:cNvSpPr>
          <p:nvPr/>
        </p:nvSpPr>
        <p:spPr bwMode="auto">
          <a:xfrm>
            <a:off x="2806700" y="3337455"/>
            <a:ext cx="192088" cy="206375"/>
          </a:xfrm>
          <a:custGeom>
            <a:avLst/>
            <a:gdLst>
              <a:gd name="T0" fmla="*/ 111 w 121"/>
              <a:gd name="T1" fmla="*/ 48 h 130"/>
              <a:gd name="T2" fmla="*/ 47 w 121"/>
              <a:gd name="T3" fmla="*/ 10 h 130"/>
              <a:gd name="T4" fmla="*/ 46 w 121"/>
              <a:gd name="T5" fmla="*/ 10 h 130"/>
              <a:gd name="T6" fmla="*/ 10 w 121"/>
              <a:gd name="T7" fmla="*/ 82 h 130"/>
              <a:gd name="T8" fmla="*/ 74 w 121"/>
              <a:gd name="T9" fmla="*/ 121 h 130"/>
              <a:gd name="T10" fmla="*/ 77 w 121"/>
              <a:gd name="T11" fmla="*/ 120 h 130"/>
              <a:gd name="T12" fmla="*/ 111 w 121"/>
              <a:gd name="T13" fmla="*/ 48 h 130"/>
              <a:gd name="T14" fmla="*/ 71 w 121"/>
              <a:gd name="T15" fmla="*/ 99 h 130"/>
              <a:gd name="T16" fmla="*/ 71 w 121"/>
              <a:gd name="T17" fmla="*/ 99 h 130"/>
              <a:gd name="T18" fmla="*/ 45 w 121"/>
              <a:gd name="T19" fmla="*/ 63 h 130"/>
              <a:gd name="T20" fmla="*/ 50 w 121"/>
              <a:gd name="T21" fmla="*/ 33 h 130"/>
              <a:gd name="T22" fmla="*/ 52 w 121"/>
              <a:gd name="T23" fmla="*/ 32 h 130"/>
              <a:gd name="T24" fmla="*/ 76 w 121"/>
              <a:gd name="T25" fmla="*/ 69 h 130"/>
              <a:gd name="T26" fmla="*/ 71 w 121"/>
              <a:gd name="T27" fmla="*/ 99 h 130"/>
              <a:gd name="T28" fmla="*/ 71 w 121"/>
              <a:gd name="T29" fmla="*/ 99 h 130"/>
              <a:gd name="T30" fmla="*/ 71 w 121"/>
              <a:gd name="T31" fmla="*/ 99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0">
                <a:moveTo>
                  <a:pt x="111" y="48"/>
                </a:moveTo>
                <a:cubicBezTo>
                  <a:pt x="101" y="13"/>
                  <a:pt x="79" y="0"/>
                  <a:pt x="47" y="10"/>
                </a:cubicBezTo>
                <a:cubicBezTo>
                  <a:pt x="47" y="10"/>
                  <a:pt x="46" y="10"/>
                  <a:pt x="46" y="10"/>
                </a:cubicBezTo>
                <a:cubicBezTo>
                  <a:pt x="12" y="20"/>
                  <a:pt x="0" y="45"/>
                  <a:pt x="10" y="82"/>
                </a:cubicBezTo>
                <a:cubicBezTo>
                  <a:pt x="20" y="116"/>
                  <a:pt x="42" y="130"/>
                  <a:pt x="74" y="121"/>
                </a:cubicBezTo>
                <a:cubicBezTo>
                  <a:pt x="75" y="120"/>
                  <a:pt x="76" y="120"/>
                  <a:pt x="77" y="120"/>
                </a:cubicBezTo>
                <a:cubicBezTo>
                  <a:pt x="109" y="109"/>
                  <a:pt x="121" y="83"/>
                  <a:pt x="111" y="48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  <a:cubicBezTo>
                  <a:pt x="60" y="102"/>
                  <a:pt x="54" y="93"/>
                  <a:pt x="45" y="63"/>
                </a:cubicBezTo>
                <a:cubicBezTo>
                  <a:pt x="40" y="44"/>
                  <a:pt x="41" y="35"/>
                  <a:pt x="50" y="33"/>
                </a:cubicBezTo>
                <a:cubicBezTo>
                  <a:pt x="51" y="33"/>
                  <a:pt x="52" y="33"/>
                  <a:pt x="52" y="32"/>
                </a:cubicBezTo>
                <a:cubicBezTo>
                  <a:pt x="62" y="31"/>
                  <a:pt x="68" y="41"/>
                  <a:pt x="76" y="69"/>
                </a:cubicBezTo>
                <a:cubicBezTo>
                  <a:pt x="82" y="88"/>
                  <a:pt x="80" y="97"/>
                  <a:pt x="71" y="99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Freeform 229"/>
          <p:cNvSpPr>
            <a:spLocks noEditPoints="1"/>
          </p:cNvSpPr>
          <p:nvPr/>
        </p:nvSpPr>
        <p:spPr bwMode="auto">
          <a:xfrm>
            <a:off x="2871788" y="3553355"/>
            <a:ext cx="114300" cy="200025"/>
          </a:xfrm>
          <a:custGeom>
            <a:avLst/>
            <a:gdLst>
              <a:gd name="T0" fmla="*/ 66 w 72"/>
              <a:gd name="T1" fmla="*/ 88 h 126"/>
              <a:gd name="T2" fmla="*/ 65 w 72"/>
              <a:gd name="T3" fmla="*/ 86 h 126"/>
              <a:gd name="T4" fmla="*/ 60 w 72"/>
              <a:gd name="T5" fmla="*/ 66 h 126"/>
              <a:gd name="T6" fmla="*/ 51 w 72"/>
              <a:gd name="T7" fmla="*/ 29 h 126"/>
              <a:gd name="T8" fmla="*/ 63 w 72"/>
              <a:gd name="T9" fmla="*/ 17 h 126"/>
              <a:gd name="T10" fmla="*/ 60 w 72"/>
              <a:gd name="T11" fmla="*/ 0 h 126"/>
              <a:gd name="T12" fmla="*/ 42 w 72"/>
              <a:gd name="T13" fmla="*/ 6 h 126"/>
              <a:gd name="T14" fmla="*/ 26 w 72"/>
              <a:gd name="T15" fmla="*/ 11 h 126"/>
              <a:gd name="T16" fmla="*/ 0 w 72"/>
              <a:gd name="T17" fmla="*/ 19 h 126"/>
              <a:gd name="T18" fmla="*/ 2 w 72"/>
              <a:gd name="T19" fmla="*/ 31 h 126"/>
              <a:gd name="T20" fmla="*/ 4 w 72"/>
              <a:gd name="T21" fmla="*/ 33 h 126"/>
              <a:gd name="T22" fmla="*/ 8 w 72"/>
              <a:gd name="T23" fmla="*/ 31 h 126"/>
              <a:gd name="T24" fmla="*/ 16 w 72"/>
              <a:gd name="T25" fmla="*/ 38 h 126"/>
              <a:gd name="T26" fmla="*/ 32 w 72"/>
              <a:gd name="T27" fmla="*/ 93 h 126"/>
              <a:gd name="T28" fmla="*/ 26 w 72"/>
              <a:gd name="T29" fmla="*/ 111 h 126"/>
              <a:gd name="T30" fmla="*/ 28 w 72"/>
              <a:gd name="T31" fmla="*/ 126 h 126"/>
              <a:gd name="T32" fmla="*/ 62 w 72"/>
              <a:gd name="T33" fmla="*/ 115 h 126"/>
              <a:gd name="T34" fmla="*/ 72 w 72"/>
              <a:gd name="T35" fmla="*/ 112 h 126"/>
              <a:gd name="T36" fmla="*/ 66 w 72"/>
              <a:gd name="T37" fmla="*/ 88 h 126"/>
              <a:gd name="T38" fmla="*/ 66 w 72"/>
              <a:gd name="T39" fmla="*/ 88 h 126"/>
              <a:gd name="T40" fmla="*/ 66 w 72"/>
              <a:gd name="T41" fmla="*/ 88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2" h="126">
                <a:moveTo>
                  <a:pt x="66" y="88"/>
                </a:moveTo>
                <a:cubicBezTo>
                  <a:pt x="66" y="88"/>
                  <a:pt x="65" y="87"/>
                  <a:pt x="65" y="86"/>
                </a:cubicBezTo>
                <a:cubicBezTo>
                  <a:pt x="63" y="79"/>
                  <a:pt x="61" y="72"/>
                  <a:pt x="60" y="66"/>
                </a:cubicBezTo>
                <a:cubicBezTo>
                  <a:pt x="56" y="52"/>
                  <a:pt x="53" y="40"/>
                  <a:pt x="51" y="29"/>
                </a:cubicBezTo>
                <a:cubicBezTo>
                  <a:pt x="50" y="24"/>
                  <a:pt x="52" y="21"/>
                  <a:pt x="63" y="17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0"/>
                  <a:pt x="51" y="3"/>
                  <a:pt x="42" y="6"/>
                </a:cubicBezTo>
                <a:cubicBezTo>
                  <a:pt x="36" y="8"/>
                  <a:pt x="29" y="10"/>
                  <a:pt x="26" y="11"/>
                </a:cubicBezTo>
                <a:cubicBezTo>
                  <a:pt x="0" y="19"/>
                  <a:pt x="0" y="19"/>
                  <a:pt x="0" y="19"/>
                </a:cubicBezTo>
                <a:cubicBezTo>
                  <a:pt x="2" y="31"/>
                  <a:pt x="2" y="31"/>
                  <a:pt x="2" y="31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6" y="32"/>
                  <a:pt x="8" y="31"/>
                </a:cubicBezTo>
                <a:cubicBezTo>
                  <a:pt x="13" y="30"/>
                  <a:pt x="15" y="31"/>
                  <a:pt x="16" y="38"/>
                </a:cubicBezTo>
                <a:cubicBezTo>
                  <a:pt x="32" y="93"/>
                  <a:pt x="32" y="93"/>
                  <a:pt x="32" y="93"/>
                </a:cubicBezTo>
                <a:cubicBezTo>
                  <a:pt x="35" y="103"/>
                  <a:pt x="33" y="107"/>
                  <a:pt x="26" y="111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8" y="126"/>
                  <a:pt x="46" y="120"/>
                  <a:pt x="62" y="115"/>
                </a:cubicBezTo>
                <a:cubicBezTo>
                  <a:pt x="72" y="112"/>
                  <a:pt x="72" y="112"/>
                  <a:pt x="72" y="112"/>
                </a:cubicBezTo>
                <a:lnTo>
                  <a:pt x="66" y="88"/>
                </a:lnTo>
                <a:close/>
                <a:moveTo>
                  <a:pt x="66" y="88"/>
                </a:moveTo>
                <a:cubicBezTo>
                  <a:pt x="66" y="88"/>
                  <a:pt x="66" y="88"/>
                  <a:pt x="66" y="8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Freeform 230"/>
          <p:cNvSpPr>
            <a:spLocks noEditPoints="1"/>
          </p:cNvSpPr>
          <p:nvPr/>
        </p:nvSpPr>
        <p:spPr bwMode="auto">
          <a:xfrm>
            <a:off x="2976563" y="3635905"/>
            <a:ext cx="74613" cy="95250"/>
          </a:xfrm>
          <a:custGeom>
            <a:avLst/>
            <a:gdLst>
              <a:gd name="T0" fmla="*/ 47 w 47"/>
              <a:gd name="T1" fmla="*/ 47 h 60"/>
              <a:gd name="T2" fmla="*/ 38 w 47"/>
              <a:gd name="T3" fmla="*/ 2 h 60"/>
              <a:gd name="T4" fmla="*/ 36 w 47"/>
              <a:gd name="T5" fmla="*/ 0 h 60"/>
              <a:gd name="T6" fmla="*/ 15 w 47"/>
              <a:gd name="T7" fmla="*/ 8 h 60"/>
              <a:gd name="T8" fmla="*/ 7 w 47"/>
              <a:gd name="T9" fmla="*/ 39 h 60"/>
              <a:gd name="T10" fmla="*/ 0 w 47"/>
              <a:gd name="T11" fmla="*/ 36 h 60"/>
              <a:gd name="T12" fmla="*/ 7 w 47"/>
              <a:gd name="T13" fmla="*/ 60 h 60"/>
              <a:gd name="T14" fmla="*/ 45 w 47"/>
              <a:gd name="T15" fmla="*/ 50 h 60"/>
              <a:gd name="T16" fmla="*/ 47 w 47"/>
              <a:gd name="T17" fmla="*/ 47 h 60"/>
              <a:gd name="T18" fmla="*/ 47 w 47"/>
              <a:gd name="T19" fmla="*/ 47 h 60"/>
              <a:gd name="T20" fmla="*/ 47 w 47"/>
              <a:gd name="T21" fmla="*/ 4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" h="60">
                <a:moveTo>
                  <a:pt x="47" y="47"/>
                </a:moveTo>
                <a:cubicBezTo>
                  <a:pt x="42" y="23"/>
                  <a:pt x="38" y="2"/>
                  <a:pt x="38" y="2"/>
                </a:cubicBezTo>
                <a:cubicBezTo>
                  <a:pt x="36" y="0"/>
                  <a:pt x="36" y="0"/>
                  <a:pt x="36" y="0"/>
                </a:cubicBezTo>
                <a:cubicBezTo>
                  <a:pt x="15" y="8"/>
                  <a:pt x="15" y="8"/>
                  <a:pt x="15" y="8"/>
                </a:cubicBezTo>
                <a:cubicBezTo>
                  <a:pt x="20" y="30"/>
                  <a:pt x="19" y="36"/>
                  <a:pt x="7" y="39"/>
                </a:cubicBezTo>
                <a:cubicBezTo>
                  <a:pt x="4" y="40"/>
                  <a:pt x="1" y="39"/>
                  <a:pt x="0" y="36"/>
                </a:cubicBezTo>
                <a:cubicBezTo>
                  <a:pt x="7" y="60"/>
                  <a:pt x="7" y="60"/>
                  <a:pt x="7" y="60"/>
                </a:cubicBezTo>
                <a:cubicBezTo>
                  <a:pt x="27" y="54"/>
                  <a:pt x="45" y="50"/>
                  <a:pt x="45" y="50"/>
                </a:cubicBezTo>
                <a:lnTo>
                  <a:pt x="47" y="47"/>
                </a:lnTo>
                <a:close/>
                <a:moveTo>
                  <a:pt x="47" y="47"/>
                </a:moveTo>
                <a:cubicBezTo>
                  <a:pt x="47" y="47"/>
                  <a:pt x="47" y="47"/>
                  <a:pt x="47" y="47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Freeform 231"/>
          <p:cNvSpPr>
            <a:spLocks noEditPoints="1"/>
          </p:cNvSpPr>
          <p:nvPr/>
        </p:nvSpPr>
        <p:spPr bwMode="auto">
          <a:xfrm>
            <a:off x="2978150" y="3056467"/>
            <a:ext cx="71438" cy="71438"/>
          </a:xfrm>
          <a:custGeom>
            <a:avLst/>
            <a:gdLst>
              <a:gd name="T0" fmla="*/ 17 w 45"/>
              <a:gd name="T1" fmla="*/ 3 h 45"/>
              <a:gd name="T2" fmla="*/ 3 w 45"/>
              <a:gd name="T3" fmla="*/ 28 h 45"/>
              <a:gd name="T4" fmla="*/ 28 w 45"/>
              <a:gd name="T5" fmla="*/ 42 h 45"/>
              <a:gd name="T6" fmla="*/ 42 w 45"/>
              <a:gd name="T7" fmla="*/ 17 h 45"/>
              <a:gd name="T8" fmla="*/ 17 w 45"/>
              <a:gd name="T9" fmla="*/ 3 h 45"/>
              <a:gd name="T10" fmla="*/ 17 w 45"/>
              <a:gd name="T11" fmla="*/ 3 h 45"/>
              <a:gd name="T12" fmla="*/ 17 w 45"/>
              <a:gd name="T13" fmla="*/ 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45">
                <a:moveTo>
                  <a:pt x="17" y="3"/>
                </a:moveTo>
                <a:cubicBezTo>
                  <a:pt x="6" y="6"/>
                  <a:pt x="0" y="17"/>
                  <a:pt x="3" y="28"/>
                </a:cubicBezTo>
                <a:cubicBezTo>
                  <a:pt x="6" y="39"/>
                  <a:pt x="17" y="45"/>
                  <a:pt x="28" y="42"/>
                </a:cubicBezTo>
                <a:cubicBezTo>
                  <a:pt x="39" y="39"/>
                  <a:pt x="45" y="28"/>
                  <a:pt x="42" y="17"/>
                </a:cubicBezTo>
                <a:cubicBezTo>
                  <a:pt x="38" y="6"/>
                  <a:pt x="27" y="0"/>
                  <a:pt x="17" y="3"/>
                </a:cubicBezTo>
                <a:close/>
                <a:moveTo>
                  <a:pt x="17" y="3"/>
                </a:moveTo>
                <a:cubicBezTo>
                  <a:pt x="17" y="3"/>
                  <a:pt x="17" y="3"/>
                  <a:pt x="17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8" name="Freeform 232"/>
          <p:cNvSpPr>
            <a:spLocks noEditPoints="1"/>
          </p:cNvSpPr>
          <p:nvPr/>
        </p:nvSpPr>
        <p:spPr bwMode="auto">
          <a:xfrm>
            <a:off x="2832100" y="2489730"/>
            <a:ext cx="168275" cy="522288"/>
          </a:xfrm>
          <a:custGeom>
            <a:avLst/>
            <a:gdLst>
              <a:gd name="T0" fmla="*/ 99 w 106"/>
              <a:gd name="T1" fmla="*/ 327 h 329"/>
              <a:gd name="T2" fmla="*/ 104 w 106"/>
              <a:gd name="T3" fmla="*/ 318 h 329"/>
              <a:gd name="T4" fmla="*/ 15 w 106"/>
              <a:gd name="T5" fmla="*/ 6 h 329"/>
              <a:gd name="T6" fmla="*/ 6 w 106"/>
              <a:gd name="T7" fmla="*/ 1 h 329"/>
              <a:gd name="T8" fmla="*/ 1 w 106"/>
              <a:gd name="T9" fmla="*/ 10 h 329"/>
              <a:gd name="T10" fmla="*/ 90 w 106"/>
              <a:gd name="T11" fmla="*/ 322 h 329"/>
              <a:gd name="T12" fmla="*/ 99 w 106"/>
              <a:gd name="T13" fmla="*/ 327 h 329"/>
              <a:gd name="T14" fmla="*/ 99 w 106"/>
              <a:gd name="T15" fmla="*/ 327 h 329"/>
              <a:gd name="T16" fmla="*/ 99 w 106"/>
              <a:gd name="T17" fmla="*/ 327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6" h="329">
                <a:moveTo>
                  <a:pt x="99" y="327"/>
                </a:moveTo>
                <a:cubicBezTo>
                  <a:pt x="103" y="326"/>
                  <a:pt x="106" y="322"/>
                  <a:pt x="104" y="318"/>
                </a:cubicBezTo>
                <a:cubicBezTo>
                  <a:pt x="15" y="6"/>
                  <a:pt x="15" y="6"/>
                  <a:pt x="15" y="6"/>
                </a:cubicBezTo>
                <a:cubicBezTo>
                  <a:pt x="14" y="2"/>
                  <a:pt x="10" y="0"/>
                  <a:pt x="6" y="1"/>
                </a:cubicBezTo>
                <a:cubicBezTo>
                  <a:pt x="2" y="2"/>
                  <a:pt x="0" y="6"/>
                  <a:pt x="1" y="10"/>
                </a:cubicBezTo>
                <a:cubicBezTo>
                  <a:pt x="90" y="322"/>
                  <a:pt x="90" y="322"/>
                  <a:pt x="90" y="322"/>
                </a:cubicBezTo>
                <a:cubicBezTo>
                  <a:pt x="91" y="326"/>
                  <a:pt x="95" y="329"/>
                  <a:pt x="99" y="327"/>
                </a:cubicBezTo>
                <a:close/>
                <a:moveTo>
                  <a:pt x="99" y="327"/>
                </a:moveTo>
                <a:cubicBezTo>
                  <a:pt x="99" y="327"/>
                  <a:pt x="99" y="327"/>
                  <a:pt x="99" y="327"/>
                </a:cubicBezTo>
              </a:path>
            </a:pathLst>
          </a:custGeom>
          <a:solidFill>
            <a:srgbClr val="FD59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9" name="Freeform 233"/>
          <p:cNvSpPr>
            <a:spLocks noEditPoints="1"/>
          </p:cNvSpPr>
          <p:nvPr/>
        </p:nvSpPr>
        <p:spPr bwMode="auto">
          <a:xfrm>
            <a:off x="3027363" y="3173942"/>
            <a:ext cx="166688" cy="520700"/>
          </a:xfrm>
          <a:custGeom>
            <a:avLst/>
            <a:gdLst>
              <a:gd name="T0" fmla="*/ 6 w 106"/>
              <a:gd name="T1" fmla="*/ 1 h 328"/>
              <a:gd name="T2" fmla="*/ 1 w 106"/>
              <a:gd name="T3" fmla="*/ 10 h 328"/>
              <a:gd name="T4" fmla="*/ 90 w 106"/>
              <a:gd name="T5" fmla="*/ 322 h 328"/>
              <a:gd name="T6" fmla="*/ 100 w 106"/>
              <a:gd name="T7" fmla="*/ 327 h 328"/>
              <a:gd name="T8" fmla="*/ 105 w 106"/>
              <a:gd name="T9" fmla="*/ 318 h 328"/>
              <a:gd name="T10" fmla="*/ 16 w 106"/>
              <a:gd name="T11" fmla="*/ 6 h 328"/>
              <a:gd name="T12" fmla="*/ 6 w 106"/>
              <a:gd name="T13" fmla="*/ 1 h 328"/>
              <a:gd name="T14" fmla="*/ 6 w 106"/>
              <a:gd name="T15" fmla="*/ 1 h 328"/>
              <a:gd name="T16" fmla="*/ 6 w 106"/>
              <a:gd name="T17" fmla="*/ 1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6" h="328">
                <a:moveTo>
                  <a:pt x="6" y="1"/>
                </a:moveTo>
                <a:cubicBezTo>
                  <a:pt x="2" y="2"/>
                  <a:pt x="0" y="6"/>
                  <a:pt x="1" y="10"/>
                </a:cubicBezTo>
                <a:cubicBezTo>
                  <a:pt x="90" y="322"/>
                  <a:pt x="90" y="322"/>
                  <a:pt x="90" y="322"/>
                </a:cubicBezTo>
                <a:cubicBezTo>
                  <a:pt x="91" y="326"/>
                  <a:pt x="96" y="328"/>
                  <a:pt x="100" y="327"/>
                </a:cubicBezTo>
                <a:cubicBezTo>
                  <a:pt x="103" y="326"/>
                  <a:pt x="106" y="322"/>
                  <a:pt x="105" y="318"/>
                </a:cubicBezTo>
                <a:cubicBezTo>
                  <a:pt x="16" y="6"/>
                  <a:pt x="16" y="6"/>
                  <a:pt x="16" y="6"/>
                </a:cubicBezTo>
                <a:cubicBezTo>
                  <a:pt x="14" y="2"/>
                  <a:pt x="10" y="0"/>
                  <a:pt x="6" y="1"/>
                </a:cubicBezTo>
                <a:close/>
                <a:moveTo>
                  <a:pt x="6" y="1"/>
                </a:moveTo>
                <a:cubicBezTo>
                  <a:pt x="6" y="1"/>
                  <a:pt x="6" y="1"/>
                  <a:pt x="6" y="1"/>
                </a:cubicBezTo>
              </a:path>
            </a:pathLst>
          </a:custGeom>
          <a:solidFill>
            <a:srgbClr val="FD59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0" name="Freeform 234"/>
          <p:cNvSpPr>
            <a:spLocks noEditPoints="1"/>
          </p:cNvSpPr>
          <p:nvPr/>
        </p:nvSpPr>
        <p:spPr bwMode="auto">
          <a:xfrm>
            <a:off x="488950" y="1886480"/>
            <a:ext cx="214313" cy="192088"/>
          </a:xfrm>
          <a:custGeom>
            <a:avLst/>
            <a:gdLst>
              <a:gd name="T0" fmla="*/ 47 w 135"/>
              <a:gd name="T1" fmla="*/ 79 h 121"/>
              <a:gd name="T2" fmla="*/ 46 w 135"/>
              <a:gd name="T3" fmla="*/ 89 h 121"/>
              <a:gd name="T4" fmla="*/ 12 w 135"/>
              <a:gd name="T5" fmla="*/ 118 h 121"/>
              <a:gd name="T6" fmla="*/ 3 w 135"/>
              <a:gd name="T7" fmla="*/ 118 h 121"/>
              <a:gd name="T8" fmla="*/ 3 w 135"/>
              <a:gd name="T9" fmla="*/ 108 h 121"/>
              <a:gd name="T10" fmla="*/ 37 w 135"/>
              <a:gd name="T11" fmla="*/ 78 h 121"/>
              <a:gd name="T12" fmla="*/ 47 w 135"/>
              <a:gd name="T13" fmla="*/ 79 h 121"/>
              <a:gd name="T14" fmla="*/ 133 w 135"/>
              <a:gd name="T15" fmla="*/ 3 h 121"/>
              <a:gd name="T16" fmla="*/ 132 w 135"/>
              <a:gd name="T17" fmla="*/ 13 h 121"/>
              <a:gd name="T18" fmla="*/ 98 w 135"/>
              <a:gd name="T19" fmla="*/ 43 h 121"/>
              <a:gd name="T20" fmla="*/ 88 w 135"/>
              <a:gd name="T21" fmla="*/ 42 h 121"/>
              <a:gd name="T22" fmla="*/ 89 w 135"/>
              <a:gd name="T23" fmla="*/ 32 h 121"/>
              <a:gd name="T24" fmla="*/ 123 w 135"/>
              <a:gd name="T25" fmla="*/ 3 h 121"/>
              <a:gd name="T26" fmla="*/ 133 w 135"/>
              <a:gd name="T27" fmla="*/ 3 h 121"/>
              <a:gd name="T28" fmla="*/ 133 w 135"/>
              <a:gd name="T29" fmla="*/ 3 h 121"/>
              <a:gd name="T30" fmla="*/ 133 w 135"/>
              <a:gd name="T31" fmla="*/ 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5" h="121">
                <a:moveTo>
                  <a:pt x="47" y="79"/>
                </a:moveTo>
                <a:cubicBezTo>
                  <a:pt x="50" y="82"/>
                  <a:pt x="49" y="86"/>
                  <a:pt x="46" y="89"/>
                </a:cubicBezTo>
                <a:cubicBezTo>
                  <a:pt x="12" y="118"/>
                  <a:pt x="12" y="118"/>
                  <a:pt x="12" y="118"/>
                </a:cubicBezTo>
                <a:cubicBezTo>
                  <a:pt x="9" y="121"/>
                  <a:pt x="5" y="121"/>
                  <a:pt x="3" y="118"/>
                </a:cubicBezTo>
                <a:cubicBezTo>
                  <a:pt x="0" y="115"/>
                  <a:pt x="0" y="110"/>
                  <a:pt x="3" y="108"/>
                </a:cubicBezTo>
                <a:cubicBezTo>
                  <a:pt x="37" y="78"/>
                  <a:pt x="37" y="78"/>
                  <a:pt x="37" y="78"/>
                </a:cubicBezTo>
                <a:cubicBezTo>
                  <a:pt x="40" y="75"/>
                  <a:pt x="44" y="76"/>
                  <a:pt x="47" y="79"/>
                </a:cubicBezTo>
                <a:close/>
                <a:moveTo>
                  <a:pt x="133" y="3"/>
                </a:moveTo>
                <a:cubicBezTo>
                  <a:pt x="135" y="6"/>
                  <a:pt x="135" y="11"/>
                  <a:pt x="132" y="13"/>
                </a:cubicBezTo>
                <a:cubicBezTo>
                  <a:pt x="98" y="43"/>
                  <a:pt x="98" y="43"/>
                  <a:pt x="98" y="43"/>
                </a:cubicBezTo>
                <a:cubicBezTo>
                  <a:pt x="95" y="46"/>
                  <a:pt x="91" y="45"/>
                  <a:pt x="88" y="42"/>
                </a:cubicBezTo>
                <a:cubicBezTo>
                  <a:pt x="86" y="39"/>
                  <a:pt x="86" y="35"/>
                  <a:pt x="89" y="32"/>
                </a:cubicBezTo>
                <a:cubicBezTo>
                  <a:pt x="123" y="3"/>
                  <a:pt x="123" y="3"/>
                  <a:pt x="123" y="3"/>
                </a:cubicBezTo>
                <a:cubicBezTo>
                  <a:pt x="126" y="0"/>
                  <a:pt x="130" y="1"/>
                  <a:pt x="133" y="3"/>
                </a:cubicBezTo>
                <a:close/>
                <a:moveTo>
                  <a:pt x="133" y="3"/>
                </a:moveTo>
                <a:cubicBezTo>
                  <a:pt x="133" y="3"/>
                  <a:pt x="133" y="3"/>
                  <a:pt x="133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Freeform 235"/>
          <p:cNvSpPr>
            <a:spLocks noEditPoints="1"/>
          </p:cNvSpPr>
          <p:nvPr/>
        </p:nvSpPr>
        <p:spPr bwMode="auto">
          <a:xfrm>
            <a:off x="500063" y="1875367"/>
            <a:ext cx="192088" cy="214313"/>
          </a:xfrm>
          <a:custGeom>
            <a:avLst/>
            <a:gdLst>
              <a:gd name="T0" fmla="*/ 14 w 121"/>
              <a:gd name="T1" fmla="*/ 3 h 135"/>
              <a:gd name="T2" fmla="*/ 43 w 121"/>
              <a:gd name="T3" fmla="*/ 37 h 135"/>
              <a:gd name="T4" fmla="*/ 43 w 121"/>
              <a:gd name="T5" fmla="*/ 47 h 135"/>
              <a:gd name="T6" fmla="*/ 33 w 121"/>
              <a:gd name="T7" fmla="*/ 46 h 135"/>
              <a:gd name="T8" fmla="*/ 3 w 121"/>
              <a:gd name="T9" fmla="*/ 12 h 135"/>
              <a:gd name="T10" fmla="*/ 4 w 121"/>
              <a:gd name="T11" fmla="*/ 3 h 135"/>
              <a:gd name="T12" fmla="*/ 14 w 121"/>
              <a:gd name="T13" fmla="*/ 3 h 135"/>
              <a:gd name="T14" fmla="*/ 89 w 121"/>
              <a:gd name="T15" fmla="*/ 89 h 135"/>
              <a:gd name="T16" fmla="*/ 118 w 121"/>
              <a:gd name="T17" fmla="*/ 123 h 135"/>
              <a:gd name="T18" fmla="*/ 118 w 121"/>
              <a:gd name="T19" fmla="*/ 133 h 135"/>
              <a:gd name="T20" fmla="*/ 108 w 121"/>
              <a:gd name="T21" fmla="*/ 132 h 135"/>
              <a:gd name="T22" fmla="*/ 78 w 121"/>
              <a:gd name="T23" fmla="*/ 98 h 135"/>
              <a:gd name="T24" fmla="*/ 79 w 121"/>
              <a:gd name="T25" fmla="*/ 88 h 135"/>
              <a:gd name="T26" fmla="*/ 89 w 121"/>
              <a:gd name="T27" fmla="*/ 89 h 135"/>
              <a:gd name="T28" fmla="*/ 89 w 121"/>
              <a:gd name="T29" fmla="*/ 89 h 135"/>
              <a:gd name="T30" fmla="*/ 89 w 121"/>
              <a:gd name="T31" fmla="*/ 89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5">
                <a:moveTo>
                  <a:pt x="14" y="3"/>
                </a:moveTo>
                <a:cubicBezTo>
                  <a:pt x="43" y="37"/>
                  <a:pt x="43" y="37"/>
                  <a:pt x="43" y="37"/>
                </a:cubicBezTo>
                <a:cubicBezTo>
                  <a:pt x="46" y="40"/>
                  <a:pt x="46" y="44"/>
                  <a:pt x="43" y="47"/>
                </a:cubicBezTo>
                <a:cubicBezTo>
                  <a:pt x="40" y="50"/>
                  <a:pt x="35" y="49"/>
                  <a:pt x="33" y="46"/>
                </a:cubicBezTo>
                <a:cubicBezTo>
                  <a:pt x="3" y="12"/>
                  <a:pt x="3" y="12"/>
                  <a:pt x="3" y="12"/>
                </a:cubicBezTo>
                <a:cubicBezTo>
                  <a:pt x="0" y="10"/>
                  <a:pt x="1" y="5"/>
                  <a:pt x="4" y="3"/>
                </a:cubicBezTo>
                <a:cubicBezTo>
                  <a:pt x="6" y="0"/>
                  <a:pt x="11" y="0"/>
                  <a:pt x="14" y="3"/>
                </a:cubicBezTo>
                <a:close/>
                <a:moveTo>
                  <a:pt x="89" y="89"/>
                </a:moveTo>
                <a:cubicBezTo>
                  <a:pt x="118" y="123"/>
                  <a:pt x="118" y="123"/>
                  <a:pt x="118" y="123"/>
                </a:cubicBezTo>
                <a:cubicBezTo>
                  <a:pt x="121" y="126"/>
                  <a:pt x="121" y="130"/>
                  <a:pt x="118" y="133"/>
                </a:cubicBezTo>
                <a:cubicBezTo>
                  <a:pt x="115" y="135"/>
                  <a:pt x="110" y="135"/>
                  <a:pt x="108" y="132"/>
                </a:cubicBezTo>
                <a:cubicBezTo>
                  <a:pt x="78" y="98"/>
                  <a:pt x="78" y="98"/>
                  <a:pt x="78" y="98"/>
                </a:cubicBezTo>
                <a:cubicBezTo>
                  <a:pt x="76" y="95"/>
                  <a:pt x="76" y="91"/>
                  <a:pt x="79" y="88"/>
                </a:cubicBezTo>
                <a:cubicBezTo>
                  <a:pt x="82" y="86"/>
                  <a:pt x="86" y="86"/>
                  <a:pt x="89" y="89"/>
                </a:cubicBezTo>
                <a:close/>
                <a:moveTo>
                  <a:pt x="89" y="89"/>
                </a:moveTo>
                <a:cubicBezTo>
                  <a:pt x="89" y="89"/>
                  <a:pt x="89" y="89"/>
                  <a:pt x="89" y="8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22" name="组合 221"/>
          <p:cNvGrpSpPr/>
          <p:nvPr/>
        </p:nvGrpSpPr>
        <p:grpSpPr>
          <a:xfrm>
            <a:off x="0" y="2002523"/>
            <a:ext cx="11401425" cy="2487613"/>
            <a:chOff x="0" y="2002523"/>
            <a:chExt cx="11401425" cy="2487613"/>
          </a:xfrm>
        </p:grpSpPr>
        <p:grpSp>
          <p:nvGrpSpPr>
            <p:cNvPr id="223" name="Group 221"/>
            <p:cNvGrpSpPr>
              <a:grpSpLocks/>
            </p:cNvGrpSpPr>
            <p:nvPr/>
          </p:nvGrpSpPr>
          <p:grpSpPr bwMode="auto">
            <a:xfrm>
              <a:off x="0" y="2002523"/>
              <a:ext cx="11401425" cy="2487613"/>
              <a:chOff x="249" y="676"/>
              <a:chExt cx="7182" cy="1567"/>
            </a:xfrm>
          </p:grpSpPr>
          <p:sp>
            <p:nvSpPr>
              <p:cNvPr id="226" name="Freeform 22"/>
              <p:cNvSpPr>
                <a:spLocks noEditPoints="1"/>
              </p:cNvSpPr>
              <p:nvPr userDrawn="1"/>
            </p:nvSpPr>
            <p:spPr bwMode="auto">
              <a:xfrm>
                <a:off x="375" y="1179"/>
                <a:ext cx="258" cy="811"/>
              </a:xfrm>
              <a:custGeom>
                <a:avLst/>
                <a:gdLst>
                  <a:gd name="T0" fmla="*/ 37 w 258"/>
                  <a:gd name="T1" fmla="*/ 2 h 811"/>
                  <a:gd name="T2" fmla="*/ 1 w 258"/>
                  <a:gd name="T3" fmla="*/ 12 h 811"/>
                  <a:gd name="T4" fmla="*/ 1 w 258"/>
                  <a:gd name="T5" fmla="*/ 0 h 811"/>
                  <a:gd name="T6" fmla="*/ 1 w 258"/>
                  <a:gd name="T7" fmla="*/ 12 h 811"/>
                  <a:gd name="T8" fmla="*/ 221 w 258"/>
                  <a:gd name="T9" fmla="*/ 811 h 811"/>
                  <a:gd name="T10" fmla="*/ 258 w 258"/>
                  <a:gd name="T11" fmla="*/ 801 h 811"/>
                  <a:gd name="T12" fmla="*/ 38 w 258"/>
                  <a:gd name="T13" fmla="*/ 7 h 811"/>
                  <a:gd name="T14" fmla="*/ 37 w 258"/>
                  <a:gd name="T15" fmla="*/ 2 h 811"/>
                  <a:gd name="T16" fmla="*/ 37 w 258"/>
                  <a:gd name="T17" fmla="*/ 2 h 811"/>
                  <a:gd name="T18" fmla="*/ 37 w 258"/>
                  <a:gd name="T19" fmla="*/ 2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8" h="811">
                    <a:moveTo>
                      <a:pt x="37" y="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0" y="8"/>
                      <a:pt x="1" y="12"/>
                    </a:cubicBezTo>
                    <a:cubicBezTo>
                      <a:pt x="221" y="811"/>
                      <a:pt x="221" y="811"/>
                      <a:pt x="221" y="811"/>
                    </a:cubicBezTo>
                    <a:cubicBezTo>
                      <a:pt x="258" y="801"/>
                      <a:pt x="258" y="801"/>
                      <a:pt x="258" y="80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7" y="2"/>
                    </a:cubicBezTo>
                    <a:close/>
                    <a:moveTo>
                      <a:pt x="37" y="2"/>
                    </a:moveTo>
                    <a:cubicBezTo>
                      <a:pt x="37" y="2"/>
                      <a:pt x="37" y="2"/>
                      <a:pt x="3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7" name="Freeform 23"/>
              <p:cNvSpPr>
                <a:spLocks noEditPoints="1"/>
              </p:cNvSpPr>
              <p:nvPr userDrawn="1"/>
            </p:nvSpPr>
            <p:spPr bwMode="auto">
              <a:xfrm>
                <a:off x="376" y="1165"/>
                <a:ext cx="36" cy="26"/>
              </a:xfrm>
              <a:custGeom>
                <a:avLst/>
                <a:gdLst>
                  <a:gd name="T0" fmla="*/ 36 w 36"/>
                  <a:gd name="T1" fmla="*/ 16 h 26"/>
                  <a:gd name="T2" fmla="*/ 13 w 36"/>
                  <a:gd name="T3" fmla="*/ 3 h 26"/>
                  <a:gd name="T4" fmla="*/ 0 w 36"/>
                  <a:gd name="T5" fmla="*/ 14 h 26"/>
                  <a:gd name="T6" fmla="*/ 0 w 36"/>
                  <a:gd name="T7" fmla="*/ 26 h 26"/>
                  <a:gd name="T8" fmla="*/ 36 w 36"/>
                  <a:gd name="T9" fmla="*/ 16 h 26"/>
                  <a:gd name="T10" fmla="*/ 36 w 36"/>
                  <a:gd name="T11" fmla="*/ 16 h 26"/>
                  <a:gd name="T12" fmla="*/ 36 w 36"/>
                  <a:gd name="T13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6">
                    <a:moveTo>
                      <a:pt x="36" y="16"/>
                    </a:moveTo>
                    <a:cubicBezTo>
                      <a:pt x="33" y="6"/>
                      <a:pt x="23" y="0"/>
                      <a:pt x="13" y="3"/>
                    </a:cubicBezTo>
                    <a:cubicBezTo>
                      <a:pt x="7" y="5"/>
                      <a:pt x="2" y="9"/>
                      <a:pt x="0" y="14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36" y="16"/>
                    </a:lnTo>
                    <a:close/>
                    <a:moveTo>
                      <a:pt x="36" y="16"/>
                    </a:moveTo>
                    <a:cubicBezTo>
                      <a:pt x="36" y="16"/>
                      <a:pt x="36" y="16"/>
                      <a:pt x="36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8" name="Freeform 24"/>
              <p:cNvSpPr>
                <a:spLocks noEditPoints="1"/>
              </p:cNvSpPr>
              <p:nvPr userDrawn="1"/>
            </p:nvSpPr>
            <p:spPr bwMode="auto">
              <a:xfrm>
                <a:off x="376" y="1058"/>
                <a:ext cx="101" cy="122"/>
              </a:xfrm>
              <a:custGeom>
                <a:avLst/>
                <a:gdLst>
                  <a:gd name="T0" fmla="*/ 40 w 101"/>
                  <a:gd name="T1" fmla="*/ 0 h 122"/>
                  <a:gd name="T2" fmla="*/ 22 w 101"/>
                  <a:gd name="T3" fmla="*/ 5 h 122"/>
                  <a:gd name="T4" fmla="*/ 4 w 101"/>
                  <a:gd name="T5" fmla="*/ 10 h 122"/>
                  <a:gd name="T6" fmla="*/ 0 w 101"/>
                  <a:gd name="T7" fmla="*/ 121 h 122"/>
                  <a:gd name="T8" fmla="*/ 13 w 101"/>
                  <a:gd name="T9" fmla="*/ 110 h 122"/>
                  <a:gd name="T10" fmla="*/ 36 w 101"/>
                  <a:gd name="T11" fmla="*/ 122 h 122"/>
                  <a:gd name="T12" fmla="*/ 48 w 101"/>
                  <a:gd name="T13" fmla="*/ 100 h 122"/>
                  <a:gd name="T14" fmla="*/ 71 w 101"/>
                  <a:gd name="T15" fmla="*/ 112 h 122"/>
                  <a:gd name="T16" fmla="*/ 79 w 101"/>
                  <a:gd name="T17" fmla="*/ 92 h 122"/>
                  <a:gd name="T18" fmla="*/ 101 w 101"/>
                  <a:gd name="T19" fmla="*/ 93 h 122"/>
                  <a:gd name="T20" fmla="*/ 40 w 101"/>
                  <a:gd name="T21" fmla="*/ 0 h 122"/>
                  <a:gd name="T22" fmla="*/ 40 w 101"/>
                  <a:gd name="T23" fmla="*/ 0 h 122"/>
                  <a:gd name="T24" fmla="*/ 40 w 101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22">
                    <a:moveTo>
                      <a:pt x="40" y="0"/>
                    </a:moveTo>
                    <a:cubicBezTo>
                      <a:pt x="22" y="5"/>
                      <a:pt x="22" y="5"/>
                      <a:pt x="22" y="5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6"/>
                      <a:pt x="7" y="111"/>
                      <a:pt x="13" y="110"/>
                    </a:cubicBezTo>
                    <a:cubicBezTo>
                      <a:pt x="23" y="107"/>
                      <a:pt x="33" y="112"/>
                      <a:pt x="36" y="122"/>
                    </a:cubicBezTo>
                    <a:cubicBezTo>
                      <a:pt x="33" y="112"/>
                      <a:pt x="39" y="102"/>
                      <a:pt x="48" y="100"/>
                    </a:cubicBezTo>
                    <a:cubicBezTo>
                      <a:pt x="58" y="97"/>
                      <a:pt x="69" y="103"/>
                      <a:pt x="71" y="112"/>
                    </a:cubicBezTo>
                    <a:cubicBezTo>
                      <a:pt x="69" y="105"/>
                      <a:pt x="72" y="96"/>
                      <a:pt x="79" y="92"/>
                    </a:cubicBezTo>
                    <a:cubicBezTo>
                      <a:pt x="86" y="88"/>
                      <a:pt x="95" y="88"/>
                      <a:pt x="101" y="93"/>
                    </a:cubicBezTo>
                    <a:lnTo>
                      <a:pt x="40" y="0"/>
                    </a:lnTo>
                    <a:close/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9" name="Freeform 25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close/>
                    <a:moveTo>
                      <a:pt x="3" y="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0" name="Freeform 26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moveTo>
                      <a:pt x="3" y="0"/>
                    </a:move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1" name="Freeform 27"/>
              <p:cNvSpPr>
                <a:spLocks noEditPoints="1"/>
              </p:cNvSpPr>
              <p:nvPr userDrawn="1"/>
            </p:nvSpPr>
            <p:spPr bwMode="auto">
              <a:xfrm>
                <a:off x="447" y="1161"/>
                <a:ext cx="256" cy="810"/>
              </a:xfrm>
              <a:custGeom>
                <a:avLst/>
                <a:gdLst>
                  <a:gd name="T0" fmla="*/ 1 w 256"/>
                  <a:gd name="T1" fmla="*/ 15 h 810"/>
                  <a:gd name="T2" fmla="*/ 220 w 256"/>
                  <a:gd name="T3" fmla="*/ 810 h 810"/>
                  <a:gd name="T4" fmla="*/ 256 w 256"/>
                  <a:gd name="T5" fmla="*/ 800 h 810"/>
                  <a:gd name="T6" fmla="*/ 35 w 256"/>
                  <a:gd name="T7" fmla="*/ 0 h 810"/>
                  <a:gd name="T8" fmla="*/ 0 w 256"/>
                  <a:gd name="T9" fmla="*/ 10 h 810"/>
                  <a:gd name="T10" fmla="*/ 1 w 256"/>
                  <a:gd name="T11" fmla="*/ 15 h 810"/>
                  <a:gd name="T12" fmla="*/ 1 w 256"/>
                  <a:gd name="T13" fmla="*/ 15 h 810"/>
                  <a:gd name="T14" fmla="*/ 1 w 256"/>
                  <a:gd name="T15" fmla="*/ 15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" h="810">
                    <a:moveTo>
                      <a:pt x="1" y="15"/>
                    </a:moveTo>
                    <a:cubicBezTo>
                      <a:pt x="220" y="810"/>
                      <a:pt x="220" y="810"/>
                      <a:pt x="220" y="810"/>
                    </a:cubicBezTo>
                    <a:cubicBezTo>
                      <a:pt x="256" y="800"/>
                      <a:pt x="256" y="800"/>
                      <a:pt x="256" y="80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1" y="13"/>
                      <a:pt x="1" y="15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2" name="Freeform 28"/>
              <p:cNvSpPr>
                <a:spLocks noEditPoints="1"/>
              </p:cNvSpPr>
              <p:nvPr userDrawn="1"/>
            </p:nvSpPr>
            <p:spPr bwMode="auto">
              <a:xfrm>
                <a:off x="477" y="1152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0 w 5"/>
                  <a:gd name="T3" fmla="*/ 0 h 9"/>
                  <a:gd name="T4" fmla="*/ 5 w 5"/>
                  <a:gd name="T5" fmla="*/ 9 h 9"/>
                  <a:gd name="T6" fmla="*/ 5 w 5"/>
                  <a:gd name="T7" fmla="*/ 9 h 9"/>
                  <a:gd name="T8" fmla="*/ 5 w 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cubicBezTo>
                      <a:pt x="5" y="6"/>
                      <a:pt x="2" y="2"/>
                      <a:pt x="0" y="0"/>
                    </a:cubicBezTo>
                    <a:lnTo>
                      <a:pt x="5" y="9"/>
                    </a:ln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Freeform 29"/>
              <p:cNvSpPr>
                <a:spLocks noEditPoints="1"/>
              </p:cNvSpPr>
              <p:nvPr userDrawn="1"/>
            </p:nvSpPr>
            <p:spPr bwMode="auto">
              <a:xfrm>
                <a:off x="444" y="1147"/>
                <a:ext cx="38" cy="24"/>
              </a:xfrm>
              <a:custGeom>
                <a:avLst/>
                <a:gdLst>
                  <a:gd name="T0" fmla="*/ 16 w 38"/>
                  <a:gd name="T1" fmla="*/ 1 h 24"/>
                  <a:gd name="T2" fmla="*/ 3 w 38"/>
                  <a:gd name="T3" fmla="*/ 24 h 24"/>
                  <a:gd name="T4" fmla="*/ 38 w 38"/>
                  <a:gd name="T5" fmla="*/ 14 h 24"/>
                  <a:gd name="T6" fmla="*/ 33 w 38"/>
                  <a:gd name="T7" fmla="*/ 5 h 24"/>
                  <a:gd name="T8" fmla="*/ 16 w 38"/>
                  <a:gd name="T9" fmla="*/ 1 h 24"/>
                  <a:gd name="T10" fmla="*/ 16 w 38"/>
                  <a:gd name="T11" fmla="*/ 1 h 24"/>
                  <a:gd name="T12" fmla="*/ 16 w 38"/>
                  <a:gd name="T13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4">
                    <a:moveTo>
                      <a:pt x="16" y="1"/>
                    </a:moveTo>
                    <a:cubicBezTo>
                      <a:pt x="6" y="4"/>
                      <a:pt x="0" y="14"/>
                      <a:pt x="3" y="2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1"/>
                      <a:pt x="22" y="0"/>
                      <a:pt x="16" y="1"/>
                    </a:cubicBezTo>
                    <a:close/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Freeform 30"/>
              <p:cNvSpPr>
                <a:spLocks noEditPoints="1"/>
              </p:cNvSpPr>
              <p:nvPr userDrawn="1"/>
            </p:nvSpPr>
            <p:spPr bwMode="auto">
              <a:xfrm>
                <a:off x="410" y="1155"/>
                <a:ext cx="257" cy="825"/>
              </a:xfrm>
              <a:custGeom>
                <a:avLst/>
                <a:gdLst>
                  <a:gd name="T0" fmla="*/ 38 w 257"/>
                  <a:gd name="T1" fmla="*/ 21 h 825"/>
                  <a:gd name="T2" fmla="*/ 37 w 257"/>
                  <a:gd name="T3" fmla="*/ 16 h 825"/>
                  <a:gd name="T4" fmla="*/ 14 w 257"/>
                  <a:gd name="T5" fmla="*/ 3 h 825"/>
                  <a:gd name="T6" fmla="*/ 2 w 257"/>
                  <a:gd name="T7" fmla="*/ 14 h 825"/>
                  <a:gd name="T8" fmla="*/ 3 w 257"/>
                  <a:gd name="T9" fmla="*/ 30 h 825"/>
                  <a:gd name="T10" fmla="*/ 223 w 257"/>
                  <a:gd name="T11" fmla="*/ 825 h 825"/>
                  <a:gd name="T12" fmla="*/ 240 w 257"/>
                  <a:gd name="T13" fmla="*/ 820 h 825"/>
                  <a:gd name="T14" fmla="*/ 257 w 257"/>
                  <a:gd name="T15" fmla="*/ 815 h 825"/>
                  <a:gd name="T16" fmla="*/ 38 w 257"/>
                  <a:gd name="T17" fmla="*/ 21 h 825"/>
                  <a:gd name="T18" fmla="*/ 38 w 257"/>
                  <a:gd name="T19" fmla="*/ 21 h 825"/>
                  <a:gd name="T20" fmla="*/ 38 w 257"/>
                  <a:gd name="T21" fmla="*/ 21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7" h="825">
                    <a:moveTo>
                      <a:pt x="38" y="21"/>
                    </a:moveTo>
                    <a:cubicBezTo>
                      <a:pt x="38" y="19"/>
                      <a:pt x="38" y="18"/>
                      <a:pt x="37" y="16"/>
                    </a:cubicBezTo>
                    <a:cubicBezTo>
                      <a:pt x="34" y="6"/>
                      <a:pt x="24" y="0"/>
                      <a:pt x="14" y="3"/>
                    </a:cubicBezTo>
                    <a:cubicBezTo>
                      <a:pt x="9" y="4"/>
                      <a:pt x="4" y="9"/>
                      <a:pt x="2" y="14"/>
                    </a:cubicBezTo>
                    <a:cubicBezTo>
                      <a:pt x="0" y="19"/>
                      <a:pt x="0" y="26"/>
                      <a:pt x="3" y="30"/>
                    </a:cubicBezTo>
                    <a:cubicBezTo>
                      <a:pt x="223" y="825"/>
                      <a:pt x="223" y="825"/>
                      <a:pt x="223" y="825"/>
                    </a:cubicBezTo>
                    <a:cubicBezTo>
                      <a:pt x="240" y="820"/>
                      <a:pt x="240" y="820"/>
                      <a:pt x="240" y="820"/>
                    </a:cubicBezTo>
                    <a:cubicBezTo>
                      <a:pt x="257" y="815"/>
                      <a:pt x="257" y="815"/>
                      <a:pt x="257" y="815"/>
                    </a:cubicBezTo>
                    <a:lnTo>
                      <a:pt x="38" y="21"/>
                    </a:lnTo>
                    <a:close/>
                    <a:moveTo>
                      <a:pt x="38" y="21"/>
                    </a:moveTo>
                    <a:cubicBezTo>
                      <a:pt x="38" y="21"/>
                      <a:pt x="38" y="21"/>
                      <a:pt x="38" y="21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Freeform 31"/>
              <p:cNvSpPr>
                <a:spLocks noEditPoints="1"/>
              </p:cNvSpPr>
              <p:nvPr userDrawn="1"/>
            </p:nvSpPr>
            <p:spPr bwMode="auto">
              <a:xfrm>
                <a:off x="701" y="1093"/>
                <a:ext cx="72" cy="226"/>
              </a:xfrm>
              <a:custGeom>
                <a:avLst/>
                <a:gdLst>
                  <a:gd name="T0" fmla="*/ 72 w 72"/>
                  <a:gd name="T1" fmla="*/ 2 h 226"/>
                  <a:gd name="T2" fmla="*/ 0 w 72"/>
                  <a:gd name="T3" fmla="*/ 220 h 226"/>
                  <a:gd name="T4" fmla="*/ 41 w 72"/>
                  <a:gd name="T5" fmla="*/ 226 h 226"/>
                  <a:gd name="T6" fmla="*/ 72 w 72"/>
                  <a:gd name="T7" fmla="*/ 2 h 226"/>
                  <a:gd name="T8" fmla="*/ 72 w 72"/>
                  <a:gd name="T9" fmla="*/ 2 h 226"/>
                  <a:gd name="T10" fmla="*/ 72 w 72"/>
                  <a:gd name="T11" fmla="*/ 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226">
                    <a:moveTo>
                      <a:pt x="72" y="2"/>
                    </a:moveTo>
                    <a:cubicBezTo>
                      <a:pt x="54" y="0"/>
                      <a:pt x="27" y="87"/>
                      <a:pt x="0" y="220"/>
                    </a:cubicBezTo>
                    <a:cubicBezTo>
                      <a:pt x="41" y="226"/>
                      <a:pt x="41" y="226"/>
                      <a:pt x="41" y="226"/>
                    </a:cubicBezTo>
                    <a:lnTo>
                      <a:pt x="72" y="2"/>
                    </a:lnTo>
                    <a:close/>
                    <a:moveTo>
                      <a:pt x="72" y="2"/>
                    </a:moveTo>
                    <a:cubicBezTo>
                      <a:pt x="72" y="2"/>
                      <a:pt x="72" y="2"/>
                      <a:pt x="7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Freeform 32"/>
              <p:cNvSpPr>
                <a:spLocks noEditPoints="1"/>
              </p:cNvSpPr>
              <p:nvPr userDrawn="1"/>
            </p:nvSpPr>
            <p:spPr bwMode="auto">
              <a:xfrm>
                <a:off x="803" y="837"/>
                <a:ext cx="5" cy="39"/>
              </a:xfrm>
              <a:custGeom>
                <a:avLst/>
                <a:gdLst>
                  <a:gd name="T0" fmla="*/ 5 w 5"/>
                  <a:gd name="T1" fmla="*/ 0 h 39"/>
                  <a:gd name="T2" fmla="*/ 0 w 5"/>
                  <a:gd name="T3" fmla="*/ 39 h 39"/>
                  <a:gd name="T4" fmla="*/ 5 w 5"/>
                  <a:gd name="T5" fmla="*/ 0 h 39"/>
                  <a:gd name="T6" fmla="*/ 5 w 5"/>
                  <a:gd name="T7" fmla="*/ 0 h 39"/>
                  <a:gd name="T8" fmla="*/ 5 w 5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9">
                    <a:moveTo>
                      <a:pt x="5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16"/>
                      <a:pt x="5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00BE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Freeform 33"/>
              <p:cNvSpPr>
                <a:spLocks noEditPoints="1"/>
              </p:cNvSpPr>
              <p:nvPr userDrawn="1"/>
            </p:nvSpPr>
            <p:spPr bwMode="auto">
              <a:xfrm>
                <a:off x="717" y="837"/>
                <a:ext cx="128" cy="263"/>
              </a:xfrm>
              <a:custGeom>
                <a:avLst/>
                <a:gdLst>
                  <a:gd name="T0" fmla="*/ 91 w 128"/>
                  <a:gd name="T1" fmla="*/ 0 h 263"/>
                  <a:gd name="T2" fmla="*/ 86 w 128"/>
                  <a:gd name="T3" fmla="*/ 39 h 263"/>
                  <a:gd name="T4" fmla="*/ 67 w 128"/>
                  <a:gd name="T5" fmla="*/ 95 h 263"/>
                  <a:gd name="T6" fmla="*/ 4 w 128"/>
                  <a:gd name="T7" fmla="*/ 190 h 263"/>
                  <a:gd name="T8" fmla="*/ 56 w 128"/>
                  <a:gd name="T9" fmla="*/ 258 h 263"/>
                  <a:gd name="T10" fmla="*/ 124 w 128"/>
                  <a:gd name="T11" fmla="*/ 207 h 263"/>
                  <a:gd name="T12" fmla="*/ 91 w 128"/>
                  <a:gd name="T13" fmla="*/ 0 h 263"/>
                  <a:gd name="T14" fmla="*/ 91 w 128"/>
                  <a:gd name="T15" fmla="*/ 0 h 263"/>
                  <a:gd name="T16" fmla="*/ 91 w 128"/>
                  <a:gd name="T1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263">
                    <a:moveTo>
                      <a:pt x="91" y="0"/>
                    </a:moveTo>
                    <a:cubicBezTo>
                      <a:pt x="91" y="0"/>
                      <a:pt x="91" y="16"/>
                      <a:pt x="86" y="39"/>
                    </a:cubicBezTo>
                    <a:cubicBezTo>
                      <a:pt x="82" y="55"/>
                      <a:pt x="76" y="75"/>
                      <a:pt x="67" y="95"/>
                    </a:cubicBezTo>
                    <a:cubicBezTo>
                      <a:pt x="49" y="130"/>
                      <a:pt x="9" y="160"/>
                      <a:pt x="4" y="190"/>
                    </a:cubicBezTo>
                    <a:cubicBezTo>
                      <a:pt x="0" y="223"/>
                      <a:pt x="23" y="254"/>
                      <a:pt x="56" y="258"/>
                    </a:cubicBezTo>
                    <a:cubicBezTo>
                      <a:pt x="89" y="263"/>
                      <a:pt x="119" y="240"/>
                      <a:pt x="124" y="207"/>
                    </a:cubicBezTo>
                    <a:cubicBezTo>
                      <a:pt x="128" y="174"/>
                      <a:pt x="120" y="61"/>
                      <a:pt x="91" y="0"/>
                    </a:cubicBezTo>
                    <a:close/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" name="Freeform 34"/>
              <p:cNvSpPr>
                <a:spLocks noEditPoints="1"/>
              </p:cNvSpPr>
              <p:nvPr userDrawn="1"/>
            </p:nvSpPr>
            <p:spPr bwMode="auto">
              <a:xfrm>
                <a:off x="742" y="1095"/>
                <a:ext cx="51" cy="229"/>
              </a:xfrm>
              <a:custGeom>
                <a:avLst/>
                <a:gdLst>
                  <a:gd name="T0" fmla="*/ 41 w 51"/>
                  <a:gd name="T1" fmla="*/ 229 h 229"/>
                  <a:gd name="T2" fmla="*/ 31 w 51"/>
                  <a:gd name="T3" fmla="*/ 0 h 229"/>
                  <a:gd name="T4" fmla="*/ 0 w 51"/>
                  <a:gd name="T5" fmla="*/ 223 h 229"/>
                  <a:gd name="T6" fmla="*/ 41 w 51"/>
                  <a:gd name="T7" fmla="*/ 229 h 229"/>
                  <a:gd name="T8" fmla="*/ 41 w 51"/>
                  <a:gd name="T9" fmla="*/ 229 h 229"/>
                  <a:gd name="T10" fmla="*/ 41 w 51"/>
                  <a:gd name="T11" fmla="*/ 22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29">
                    <a:moveTo>
                      <a:pt x="41" y="229"/>
                    </a:moveTo>
                    <a:cubicBezTo>
                      <a:pt x="51" y="94"/>
                      <a:pt x="48" y="3"/>
                      <a:pt x="31" y="0"/>
                    </a:cubicBezTo>
                    <a:cubicBezTo>
                      <a:pt x="0" y="223"/>
                      <a:pt x="0" y="223"/>
                      <a:pt x="0" y="223"/>
                    </a:cubicBezTo>
                    <a:lnTo>
                      <a:pt x="41" y="229"/>
                    </a:lnTo>
                    <a:close/>
                    <a:moveTo>
                      <a:pt x="41" y="229"/>
                    </a:moveTo>
                    <a:cubicBezTo>
                      <a:pt x="41" y="229"/>
                      <a:pt x="41" y="229"/>
                      <a:pt x="41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" name="Freeform 35"/>
              <p:cNvSpPr>
                <a:spLocks noEditPoints="1"/>
              </p:cNvSpPr>
              <p:nvPr userDrawn="1"/>
            </p:nvSpPr>
            <p:spPr bwMode="auto">
              <a:xfrm>
                <a:off x="621" y="1313"/>
                <a:ext cx="162" cy="692"/>
              </a:xfrm>
              <a:custGeom>
                <a:avLst/>
                <a:gdLst>
                  <a:gd name="T0" fmla="*/ 121 w 162"/>
                  <a:gd name="T1" fmla="*/ 5 h 692"/>
                  <a:gd name="T2" fmla="*/ 80 w 162"/>
                  <a:gd name="T3" fmla="*/ 0 h 692"/>
                  <a:gd name="T4" fmla="*/ 42 w 162"/>
                  <a:gd name="T5" fmla="*/ 228 h 692"/>
                  <a:gd name="T6" fmla="*/ 27 w 162"/>
                  <a:gd name="T7" fmla="*/ 688 h 692"/>
                  <a:gd name="T8" fmla="*/ 136 w 162"/>
                  <a:gd name="T9" fmla="*/ 241 h 692"/>
                  <a:gd name="T10" fmla="*/ 162 w 162"/>
                  <a:gd name="T11" fmla="*/ 11 h 692"/>
                  <a:gd name="T12" fmla="*/ 121 w 162"/>
                  <a:gd name="T13" fmla="*/ 5 h 692"/>
                  <a:gd name="T14" fmla="*/ 121 w 162"/>
                  <a:gd name="T15" fmla="*/ 5 h 692"/>
                  <a:gd name="T16" fmla="*/ 121 w 162"/>
                  <a:gd name="T17" fmla="*/ 5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692">
                    <a:moveTo>
                      <a:pt x="121" y="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7" y="66"/>
                      <a:pt x="54" y="145"/>
                      <a:pt x="42" y="228"/>
                    </a:cubicBezTo>
                    <a:cubicBezTo>
                      <a:pt x="7" y="479"/>
                      <a:pt x="0" y="684"/>
                      <a:pt x="27" y="688"/>
                    </a:cubicBezTo>
                    <a:cubicBezTo>
                      <a:pt x="53" y="692"/>
                      <a:pt x="102" y="492"/>
                      <a:pt x="136" y="241"/>
                    </a:cubicBezTo>
                    <a:cubicBezTo>
                      <a:pt x="148" y="158"/>
                      <a:pt x="156" y="79"/>
                      <a:pt x="162" y="11"/>
                    </a:cubicBezTo>
                    <a:lnTo>
                      <a:pt x="121" y="5"/>
                    </a:lnTo>
                    <a:close/>
                    <a:moveTo>
                      <a:pt x="121" y="5"/>
                    </a:moveTo>
                    <a:cubicBezTo>
                      <a:pt x="121" y="5"/>
                      <a:pt x="121" y="5"/>
                      <a:pt x="121" y="5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" name="Freeform 36"/>
              <p:cNvSpPr>
                <a:spLocks noEditPoints="1"/>
              </p:cNvSpPr>
              <p:nvPr userDrawn="1"/>
            </p:nvSpPr>
            <p:spPr bwMode="auto">
              <a:xfrm>
                <a:off x="399" y="1468"/>
                <a:ext cx="452" cy="571"/>
              </a:xfrm>
              <a:custGeom>
                <a:avLst/>
                <a:gdLst>
                  <a:gd name="T0" fmla="*/ 414 w 452"/>
                  <a:gd name="T1" fmla="*/ 0 h 571"/>
                  <a:gd name="T2" fmla="*/ 38 w 452"/>
                  <a:gd name="T3" fmla="*/ 0 h 571"/>
                  <a:gd name="T4" fmla="*/ 2 w 452"/>
                  <a:gd name="T5" fmla="*/ 40 h 571"/>
                  <a:gd name="T6" fmla="*/ 12 w 452"/>
                  <a:gd name="T7" fmla="*/ 127 h 571"/>
                  <a:gd name="T8" fmla="*/ 63 w 452"/>
                  <a:gd name="T9" fmla="*/ 90 h 571"/>
                  <a:gd name="T10" fmla="*/ 117 w 452"/>
                  <a:gd name="T11" fmla="*/ 130 h 571"/>
                  <a:gd name="T12" fmla="*/ 171 w 452"/>
                  <a:gd name="T13" fmla="*/ 90 h 571"/>
                  <a:gd name="T14" fmla="*/ 226 w 452"/>
                  <a:gd name="T15" fmla="*/ 130 h 571"/>
                  <a:gd name="T16" fmla="*/ 280 w 452"/>
                  <a:gd name="T17" fmla="*/ 90 h 571"/>
                  <a:gd name="T18" fmla="*/ 335 w 452"/>
                  <a:gd name="T19" fmla="*/ 130 h 571"/>
                  <a:gd name="T20" fmla="*/ 389 w 452"/>
                  <a:gd name="T21" fmla="*/ 90 h 571"/>
                  <a:gd name="T22" fmla="*/ 440 w 452"/>
                  <a:gd name="T23" fmla="*/ 128 h 571"/>
                  <a:gd name="T24" fmla="*/ 450 w 452"/>
                  <a:gd name="T25" fmla="*/ 40 h 571"/>
                  <a:gd name="T26" fmla="*/ 414 w 452"/>
                  <a:gd name="T27" fmla="*/ 0 h 571"/>
                  <a:gd name="T28" fmla="*/ 389 w 452"/>
                  <a:gd name="T29" fmla="*/ 146 h 571"/>
                  <a:gd name="T30" fmla="*/ 334 w 452"/>
                  <a:gd name="T31" fmla="*/ 186 h 571"/>
                  <a:gd name="T32" fmla="*/ 280 w 452"/>
                  <a:gd name="T33" fmla="*/ 146 h 571"/>
                  <a:gd name="T34" fmla="*/ 225 w 452"/>
                  <a:gd name="T35" fmla="*/ 186 h 571"/>
                  <a:gd name="T36" fmla="*/ 171 w 452"/>
                  <a:gd name="T37" fmla="*/ 146 h 571"/>
                  <a:gd name="T38" fmla="*/ 117 w 452"/>
                  <a:gd name="T39" fmla="*/ 186 h 571"/>
                  <a:gd name="T40" fmla="*/ 62 w 452"/>
                  <a:gd name="T41" fmla="*/ 146 h 571"/>
                  <a:gd name="T42" fmla="*/ 18 w 452"/>
                  <a:gd name="T43" fmla="*/ 179 h 571"/>
                  <a:gd name="T44" fmla="*/ 58 w 452"/>
                  <a:gd name="T45" fmla="*/ 531 h 571"/>
                  <a:gd name="T46" fmla="*/ 103 w 452"/>
                  <a:gd name="T47" fmla="*/ 571 h 571"/>
                  <a:gd name="T48" fmla="*/ 353 w 452"/>
                  <a:gd name="T49" fmla="*/ 571 h 571"/>
                  <a:gd name="T50" fmla="*/ 398 w 452"/>
                  <a:gd name="T51" fmla="*/ 531 h 571"/>
                  <a:gd name="T52" fmla="*/ 435 w 452"/>
                  <a:gd name="T53" fmla="*/ 180 h 571"/>
                  <a:gd name="T54" fmla="*/ 389 w 452"/>
                  <a:gd name="T55" fmla="*/ 146 h 571"/>
                  <a:gd name="T56" fmla="*/ 389 w 452"/>
                  <a:gd name="T57" fmla="*/ 146 h 571"/>
                  <a:gd name="T58" fmla="*/ 389 w 452"/>
                  <a:gd name="T59" fmla="*/ 146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2" h="571">
                    <a:moveTo>
                      <a:pt x="414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6" y="0"/>
                      <a:pt x="0" y="18"/>
                      <a:pt x="2" y="40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71" y="90"/>
                      <a:pt x="171" y="90"/>
                      <a:pt x="171" y="90"/>
                    </a:cubicBezTo>
                    <a:cubicBezTo>
                      <a:pt x="226" y="130"/>
                      <a:pt x="226" y="130"/>
                      <a:pt x="226" y="130"/>
                    </a:cubicBezTo>
                    <a:cubicBezTo>
                      <a:pt x="280" y="90"/>
                      <a:pt x="280" y="90"/>
                      <a:pt x="280" y="90"/>
                    </a:cubicBezTo>
                    <a:cubicBezTo>
                      <a:pt x="335" y="130"/>
                      <a:pt x="335" y="130"/>
                      <a:pt x="335" y="130"/>
                    </a:cubicBezTo>
                    <a:cubicBezTo>
                      <a:pt x="389" y="90"/>
                      <a:pt x="389" y="90"/>
                      <a:pt x="389" y="90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50" y="40"/>
                      <a:pt x="450" y="40"/>
                      <a:pt x="450" y="40"/>
                    </a:cubicBezTo>
                    <a:cubicBezTo>
                      <a:pt x="452" y="18"/>
                      <a:pt x="436" y="0"/>
                      <a:pt x="414" y="0"/>
                    </a:cubicBezTo>
                    <a:close/>
                    <a:moveTo>
                      <a:pt x="389" y="146"/>
                    </a:moveTo>
                    <a:cubicBezTo>
                      <a:pt x="334" y="186"/>
                      <a:pt x="334" y="186"/>
                      <a:pt x="334" y="186"/>
                    </a:cubicBezTo>
                    <a:cubicBezTo>
                      <a:pt x="280" y="146"/>
                      <a:pt x="280" y="146"/>
                      <a:pt x="280" y="146"/>
                    </a:cubicBezTo>
                    <a:cubicBezTo>
                      <a:pt x="225" y="186"/>
                      <a:pt x="225" y="186"/>
                      <a:pt x="225" y="186"/>
                    </a:cubicBezTo>
                    <a:cubicBezTo>
                      <a:pt x="171" y="146"/>
                      <a:pt x="171" y="146"/>
                      <a:pt x="171" y="146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58" y="531"/>
                      <a:pt x="58" y="531"/>
                      <a:pt x="58" y="531"/>
                    </a:cubicBezTo>
                    <a:cubicBezTo>
                      <a:pt x="60" y="553"/>
                      <a:pt x="81" y="571"/>
                      <a:pt x="103" y="571"/>
                    </a:cubicBezTo>
                    <a:cubicBezTo>
                      <a:pt x="353" y="571"/>
                      <a:pt x="353" y="571"/>
                      <a:pt x="353" y="571"/>
                    </a:cubicBezTo>
                    <a:cubicBezTo>
                      <a:pt x="376" y="571"/>
                      <a:pt x="395" y="553"/>
                      <a:pt x="398" y="531"/>
                    </a:cubicBezTo>
                    <a:cubicBezTo>
                      <a:pt x="435" y="180"/>
                      <a:pt x="435" y="180"/>
                      <a:pt x="435" y="180"/>
                    </a:cubicBezTo>
                    <a:lnTo>
                      <a:pt x="389" y="146"/>
                    </a:lnTo>
                    <a:close/>
                    <a:moveTo>
                      <a:pt x="389" y="146"/>
                    </a:moveTo>
                    <a:cubicBezTo>
                      <a:pt x="389" y="146"/>
                      <a:pt x="389" y="146"/>
                      <a:pt x="389" y="146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" name="Freeform 37"/>
              <p:cNvSpPr>
                <a:spLocks noEditPoints="1"/>
              </p:cNvSpPr>
              <p:nvPr userDrawn="1"/>
            </p:nvSpPr>
            <p:spPr bwMode="auto">
              <a:xfrm>
                <a:off x="249" y="1558"/>
                <a:ext cx="7182" cy="685"/>
              </a:xfrm>
              <a:custGeom>
                <a:avLst/>
                <a:gdLst>
                  <a:gd name="T0" fmla="*/ 539 w 7184"/>
                  <a:gd name="T1" fmla="*/ 0 h 685"/>
                  <a:gd name="T2" fmla="*/ 484 w 7184"/>
                  <a:gd name="T3" fmla="*/ 40 h 685"/>
                  <a:gd name="T4" fmla="*/ 430 w 7184"/>
                  <a:gd name="T5" fmla="*/ 0 h 685"/>
                  <a:gd name="T6" fmla="*/ 376 w 7184"/>
                  <a:gd name="T7" fmla="*/ 40 h 685"/>
                  <a:gd name="T8" fmla="*/ 375 w 7184"/>
                  <a:gd name="T9" fmla="*/ 40 h 685"/>
                  <a:gd name="T10" fmla="*/ 321 w 7184"/>
                  <a:gd name="T11" fmla="*/ 0 h 685"/>
                  <a:gd name="T12" fmla="*/ 267 w 7184"/>
                  <a:gd name="T13" fmla="*/ 40 h 685"/>
                  <a:gd name="T14" fmla="*/ 213 w 7184"/>
                  <a:gd name="T15" fmla="*/ 0 h 685"/>
                  <a:gd name="T16" fmla="*/ 162 w 7184"/>
                  <a:gd name="T17" fmla="*/ 37 h 685"/>
                  <a:gd name="T18" fmla="*/ 168 w 7184"/>
                  <a:gd name="T19" fmla="*/ 88 h 685"/>
                  <a:gd name="T20" fmla="*/ 213 w 7184"/>
                  <a:gd name="T21" fmla="*/ 56 h 685"/>
                  <a:gd name="T22" fmla="*/ 267 w 7184"/>
                  <a:gd name="T23" fmla="*/ 96 h 685"/>
                  <a:gd name="T24" fmla="*/ 321 w 7184"/>
                  <a:gd name="T25" fmla="*/ 56 h 685"/>
                  <a:gd name="T26" fmla="*/ 375 w 7184"/>
                  <a:gd name="T27" fmla="*/ 96 h 685"/>
                  <a:gd name="T28" fmla="*/ 376 w 7184"/>
                  <a:gd name="T29" fmla="*/ 96 h 685"/>
                  <a:gd name="T30" fmla="*/ 430 w 7184"/>
                  <a:gd name="T31" fmla="*/ 56 h 685"/>
                  <a:gd name="T32" fmla="*/ 484 w 7184"/>
                  <a:gd name="T33" fmla="*/ 96 h 685"/>
                  <a:gd name="T34" fmla="*/ 539 w 7184"/>
                  <a:gd name="T35" fmla="*/ 56 h 685"/>
                  <a:gd name="T36" fmla="*/ 585 w 7184"/>
                  <a:gd name="T37" fmla="*/ 90 h 685"/>
                  <a:gd name="T38" fmla="*/ 590 w 7184"/>
                  <a:gd name="T39" fmla="*/ 38 h 685"/>
                  <a:gd name="T40" fmla="*/ 539 w 7184"/>
                  <a:gd name="T41" fmla="*/ 0 h 685"/>
                  <a:gd name="T42" fmla="*/ 0 w 7184"/>
                  <a:gd name="T43" fmla="*/ 583 h 685"/>
                  <a:gd name="T44" fmla="*/ 102 w 7184"/>
                  <a:gd name="T45" fmla="*/ 685 h 685"/>
                  <a:gd name="T46" fmla="*/ 7082 w 7184"/>
                  <a:gd name="T47" fmla="*/ 685 h 685"/>
                  <a:gd name="T48" fmla="*/ 7184 w 7184"/>
                  <a:gd name="T49" fmla="*/ 583 h 685"/>
                  <a:gd name="T50" fmla="*/ 7082 w 7184"/>
                  <a:gd name="T51" fmla="*/ 481 h 685"/>
                  <a:gd name="T52" fmla="*/ 102 w 7184"/>
                  <a:gd name="T53" fmla="*/ 481 h 685"/>
                  <a:gd name="T54" fmla="*/ 0 w 7184"/>
                  <a:gd name="T55" fmla="*/ 583 h 685"/>
                  <a:gd name="T56" fmla="*/ 0 w 7184"/>
                  <a:gd name="T57" fmla="*/ 583 h 685"/>
                  <a:gd name="T58" fmla="*/ 0 w 7184"/>
                  <a:gd name="T59" fmla="*/ 58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84" h="685">
                    <a:moveTo>
                      <a:pt x="539" y="0"/>
                    </a:moveTo>
                    <a:cubicBezTo>
                      <a:pt x="484" y="40"/>
                      <a:pt x="484" y="40"/>
                      <a:pt x="484" y="4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5" y="40"/>
                      <a:pt x="375" y="40"/>
                      <a:pt x="375" y="40"/>
                    </a:cubicBezTo>
                    <a:cubicBezTo>
                      <a:pt x="321" y="0"/>
                      <a:pt x="321" y="0"/>
                      <a:pt x="321" y="0"/>
                    </a:cubicBezTo>
                    <a:cubicBezTo>
                      <a:pt x="267" y="40"/>
                      <a:pt x="267" y="40"/>
                      <a:pt x="267" y="40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162" y="37"/>
                      <a:pt x="162" y="37"/>
                      <a:pt x="162" y="37"/>
                    </a:cubicBezTo>
                    <a:cubicBezTo>
                      <a:pt x="168" y="88"/>
                      <a:pt x="168" y="88"/>
                      <a:pt x="168" y="88"/>
                    </a:cubicBezTo>
                    <a:cubicBezTo>
                      <a:pt x="213" y="56"/>
                      <a:pt x="213" y="56"/>
                      <a:pt x="213" y="56"/>
                    </a:cubicBezTo>
                    <a:cubicBezTo>
                      <a:pt x="267" y="96"/>
                      <a:pt x="267" y="96"/>
                      <a:pt x="267" y="96"/>
                    </a:cubicBezTo>
                    <a:cubicBezTo>
                      <a:pt x="321" y="56"/>
                      <a:pt x="321" y="56"/>
                      <a:pt x="321" y="56"/>
                    </a:cubicBezTo>
                    <a:cubicBezTo>
                      <a:pt x="375" y="96"/>
                      <a:pt x="375" y="96"/>
                      <a:pt x="375" y="96"/>
                    </a:cubicBezTo>
                    <a:cubicBezTo>
                      <a:pt x="376" y="96"/>
                      <a:pt x="376" y="96"/>
                      <a:pt x="376" y="96"/>
                    </a:cubicBezTo>
                    <a:cubicBezTo>
                      <a:pt x="430" y="56"/>
                      <a:pt x="430" y="56"/>
                      <a:pt x="430" y="56"/>
                    </a:cubicBezTo>
                    <a:cubicBezTo>
                      <a:pt x="484" y="96"/>
                      <a:pt x="484" y="96"/>
                      <a:pt x="484" y="96"/>
                    </a:cubicBezTo>
                    <a:cubicBezTo>
                      <a:pt x="539" y="56"/>
                      <a:pt x="539" y="56"/>
                      <a:pt x="539" y="56"/>
                    </a:cubicBezTo>
                    <a:cubicBezTo>
                      <a:pt x="585" y="90"/>
                      <a:pt x="585" y="90"/>
                      <a:pt x="585" y="90"/>
                    </a:cubicBezTo>
                    <a:cubicBezTo>
                      <a:pt x="590" y="38"/>
                      <a:pt x="590" y="38"/>
                      <a:pt x="590" y="38"/>
                    </a:cubicBezTo>
                    <a:lnTo>
                      <a:pt x="539" y="0"/>
                    </a:lnTo>
                    <a:close/>
                    <a:moveTo>
                      <a:pt x="0" y="583"/>
                    </a:moveTo>
                    <a:cubicBezTo>
                      <a:pt x="0" y="639"/>
                      <a:pt x="46" y="685"/>
                      <a:pt x="102" y="685"/>
                    </a:cubicBezTo>
                    <a:cubicBezTo>
                      <a:pt x="7082" y="685"/>
                      <a:pt x="7082" y="685"/>
                      <a:pt x="7082" y="685"/>
                    </a:cubicBezTo>
                    <a:cubicBezTo>
                      <a:pt x="7138" y="685"/>
                      <a:pt x="7184" y="639"/>
                      <a:pt x="7184" y="583"/>
                    </a:cubicBezTo>
                    <a:cubicBezTo>
                      <a:pt x="7184" y="527"/>
                      <a:pt x="7138" y="481"/>
                      <a:pt x="7082" y="481"/>
                    </a:cubicBezTo>
                    <a:cubicBezTo>
                      <a:pt x="102" y="481"/>
                      <a:pt x="102" y="481"/>
                      <a:pt x="102" y="481"/>
                    </a:cubicBezTo>
                    <a:cubicBezTo>
                      <a:pt x="46" y="481"/>
                      <a:pt x="0" y="527"/>
                      <a:pt x="0" y="583"/>
                    </a:cubicBezTo>
                    <a:close/>
                    <a:moveTo>
                      <a:pt x="0" y="583"/>
                    </a:moveTo>
                    <a:cubicBezTo>
                      <a:pt x="0" y="583"/>
                      <a:pt x="0" y="583"/>
                      <a:pt x="0" y="583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" name="Freeform 38"/>
              <p:cNvSpPr>
                <a:spLocks noEditPoints="1"/>
              </p:cNvSpPr>
              <p:nvPr userDrawn="1"/>
            </p:nvSpPr>
            <p:spPr bwMode="auto">
              <a:xfrm>
                <a:off x="1117" y="1150"/>
                <a:ext cx="12" cy="495"/>
              </a:xfrm>
              <a:custGeom>
                <a:avLst/>
                <a:gdLst>
                  <a:gd name="T0" fmla="*/ 9 w 12"/>
                  <a:gd name="T1" fmla="*/ 0 h 495"/>
                  <a:gd name="T2" fmla="*/ 6 w 12"/>
                  <a:gd name="T3" fmla="*/ 2 h 495"/>
                  <a:gd name="T4" fmla="*/ 4 w 12"/>
                  <a:gd name="T5" fmla="*/ 23 h 495"/>
                  <a:gd name="T6" fmla="*/ 12 w 12"/>
                  <a:gd name="T7" fmla="*/ 25 h 495"/>
                  <a:gd name="T8" fmla="*/ 12 w 12"/>
                  <a:gd name="T9" fmla="*/ 0 h 495"/>
                  <a:gd name="T10" fmla="*/ 9 w 12"/>
                  <a:gd name="T11" fmla="*/ 0 h 495"/>
                  <a:gd name="T12" fmla="*/ 2 w 12"/>
                  <a:gd name="T13" fmla="*/ 424 h 495"/>
                  <a:gd name="T14" fmla="*/ 1 w 12"/>
                  <a:gd name="T15" fmla="*/ 483 h 495"/>
                  <a:gd name="T16" fmla="*/ 6 w 12"/>
                  <a:gd name="T17" fmla="*/ 495 h 495"/>
                  <a:gd name="T18" fmla="*/ 12 w 12"/>
                  <a:gd name="T19" fmla="*/ 494 h 495"/>
                  <a:gd name="T20" fmla="*/ 12 w 12"/>
                  <a:gd name="T21" fmla="*/ 475 h 495"/>
                  <a:gd name="T22" fmla="*/ 2 w 12"/>
                  <a:gd name="T23" fmla="*/ 456 h 495"/>
                  <a:gd name="T24" fmla="*/ 3 w 12"/>
                  <a:gd name="T25" fmla="*/ 451 h 495"/>
                  <a:gd name="T26" fmla="*/ 12 w 12"/>
                  <a:gd name="T27" fmla="*/ 441 h 495"/>
                  <a:gd name="T28" fmla="*/ 12 w 12"/>
                  <a:gd name="T29" fmla="*/ 415 h 495"/>
                  <a:gd name="T30" fmla="*/ 2 w 12"/>
                  <a:gd name="T31" fmla="*/ 424 h 495"/>
                  <a:gd name="T32" fmla="*/ 4 w 12"/>
                  <a:gd name="T33" fmla="*/ 46 h 495"/>
                  <a:gd name="T34" fmla="*/ 3 w 12"/>
                  <a:gd name="T35" fmla="*/ 63 h 495"/>
                  <a:gd name="T36" fmla="*/ 12 w 12"/>
                  <a:gd name="T37" fmla="*/ 70 h 495"/>
                  <a:gd name="T38" fmla="*/ 12 w 12"/>
                  <a:gd name="T39" fmla="*/ 46 h 495"/>
                  <a:gd name="T40" fmla="*/ 4 w 12"/>
                  <a:gd name="T41" fmla="*/ 46 h 495"/>
                  <a:gd name="T42" fmla="*/ 1 w 12"/>
                  <a:gd name="T43" fmla="*/ 311 h 495"/>
                  <a:gd name="T44" fmla="*/ 12 w 12"/>
                  <a:gd name="T45" fmla="*/ 346 h 495"/>
                  <a:gd name="T46" fmla="*/ 12 w 12"/>
                  <a:gd name="T47" fmla="*/ 282 h 495"/>
                  <a:gd name="T48" fmla="*/ 1 w 12"/>
                  <a:gd name="T49" fmla="*/ 311 h 495"/>
                  <a:gd name="T50" fmla="*/ 1 w 12"/>
                  <a:gd name="T51" fmla="*/ 311 h 495"/>
                  <a:gd name="T52" fmla="*/ 1 w 12"/>
                  <a:gd name="T53" fmla="*/ 311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95">
                    <a:moveTo>
                      <a:pt x="9" y="0"/>
                    </a:moveTo>
                    <a:cubicBezTo>
                      <a:pt x="6" y="0"/>
                      <a:pt x="6" y="0"/>
                      <a:pt x="6" y="2"/>
                    </a:cubicBezTo>
                    <a:cubicBezTo>
                      <a:pt x="5" y="10"/>
                      <a:pt x="4" y="23"/>
                      <a:pt x="4" y="23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9" y="0"/>
                    </a:lnTo>
                    <a:close/>
                    <a:moveTo>
                      <a:pt x="2" y="424"/>
                    </a:moveTo>
                    <a:cubicBezTo>
                      <a:pt x="1" y="483"/>
                      <a:pt x="1" y="483"/>
                      <a:pt x="1" y="483"/>
                    </a:cubicBezTo>
                    <a:cubicBezTo>
                      <a:pt x="0" y="493"/>
                      <a:pt x="2" y="495"/>
                      <a:pt x="6" y="495"/>
                    </a:cubicBezTo>
                    <a:cubicBezTo>
                      <a:pt x="10" y="495"/>
                      <a:pt x="12" y="494"/>
                      <a:pt x="12" y="494"/>
                    </a:cubicBezTo>
                    <a:cubicBezTo>
                      <a:pt x="12" y="475"/>
                      <a:pt x="12" y="475"/>
                      <a:pt x="12" y="475"/>
                    </a:cubicBezTo>
                    <a:cubicBezTo>
                      <a:pt x="2" y="456"/>
                      <a:pt x="2" y="456"/>
                      <a:pt x="2" y="456"/>
                    </a:cubicBezTo>
                    <a:cubicBezTo>
                      <a:pt x="3" y="451"/>
                      <a:pt x="3" y="451"/>
                      <a:pt x="3" y="451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12" y="415"/>
                      <a:pt x="12" y="415"/>
                      <a:pt x="12" y="415"/>
                    </a:cubicBezTo>
                    <a:cubicBezTo>
                      <a:pt x="4" y="416"/>
                      <a:pt x="2" y="418"/>
                      <a:pt x="2" y="424"/>
                    </a:cubicBezTo>
                    <a:close/>
                    <a:moveTo>
                      <a:pt x="4" y="46"/>
                    </a:moveTo>
                    <a:cubicBezTo>
                      <a:pt x="3" y="63"/>
                      <a:pt x="3" y="63"/>
                      <a:pt x="3" y="63"/>
                    </a:cubicBezTo>
                    <a:cubicBezTo>
                      <a:pt x="3" y="67"/>
                      <a:pt x="6" y="70"/>
                      <a:pt x="12" y="70"/>
                    </a:cubicBezTo>
                    <a:cubicBezTo>
                      <a:pt x="12" y="46"/>
                      <a:pt x="12" y="46"/>
                      <a:pt x="12" y="46"/>
                    </a:cubicBezTo>
                    <a:lnTo>
                      <a:pt x="4" y="46"/>
                    </a:lnTo>
                    <a:close/>
                    <a:moveTo>
                      <a:pt x="1" y="311"/>
                    </a:moveTo>
                    <a:cubicBezTo>
                      <a:pt x="1" y="331"/>
                      <a:pt x="5" y="342"/>
                      <a:pt x="12" y="346"/>
                    </a:cubicBezTo>
                    <a:cubicBezTo>
                      <a:pt x="12" y="282"/>
                      <a:pt x="12" y="282"/>
                      <a:pt x="12" y="282"/>
                    </a:cubicBezTo>
                    <a:cubicBezTo>
                      <a:pt x="4" y="284"/>
                      <a:pt x="1" y="292"/>
                      <a:pt x="1" y="311"/>
                    </a:cubicBezTo>
                    <a:close/>
                    <a:moveTo>
                      <a:pt x="1" y="311"/>
                    </a:moveTo>
                    <a:cubicBezTo>
                      <a:pt x="1" y="311"/>
                      <a:pt x="1" y="311"/>
                      <a:pt x="1" y="3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" name="Freeform 39"/>
              <p:cNvSpPr>
                <a:spLocks noEditPoints="1"/>
              </p:cNvSpPr>
              <p:nvPr userDrawn="1"/>
            </p:nvSpPr>
            <p:spPr bwMode="auto">
              <a:xfrm>
                <a:off x="960" y="771"/>
                <a:ext cx="169" cy="1268"/>
              </a:xfrm>
              <a:custGeom>
                <a:avLst/>
                <a:gdLst>
                  <a:gd name="T0" fmla="*/ 47 w 169"/>
                  <a:gd name="T1" fmla="*/ 968 h 1268"/>
                  <a:gd name="T2" fmla="*/ 169 w 169"/>
                  <a:gd name="T3" fmla="*/ 988 h 1268"/>
                  <a:gd name="T4" fmla="*/ 145 w 169"/>
                  <a:gd name="T5" fmla="*/ 968 h 1268"/>
                  <a:gd name="T6" fmla="*/ 169 w 169"/>
                  <a:gd name="T7" fmla="*/ 948 h 1268"/>
                  <a:gd name="T8" fmla="*/ 169 w 169"/>
                  <a:gd name="T9" fmla="*/ 890 h 1268"/>
                  <a:gd name="T10" fmla="*/ 112 w 169"/>
                  <a:gd name="T11" fmla="*/ 890 h 1268"/>
                  <a:gd name="T12" fmla="*/ 125 w 169"/>
                  <a:gd name="T13" fmla="*/ 862 h 1268"/>
                  <a:gd name="T14" fmla="*/ 119 w 169"/>
                  <a:gd name="T15" fmla="*/ 794 h 1268"/>
                  <a:gd name="T16" fmla="*/ 113 w 169"/>
                  <a:gd name="T17" fmla="*/ 792 h 1268"/>
                  <a:gd name="T18" fmla="*/ 141 w 169"/>
                  <a:gd name="T19" fmla="*/ 779 h 1268"/>
                  <a:gd name="T20" fmla="*/ 169 w 169"/>
                  <a:gd name="T21" fmla="*/ 751 h 1268"/>
                  <a:gd name="T22" fmla="*/ 169 w 169"/>
                  <a:gd name="T23" fmla="*/ 638 h 1268"/>
                  <a:gd name="T24" fmla="*/ 168 w 169"/>
                  <a:gd name="T25" fmla="*/ 609 h 1268"/>
                  <a:gd name="T26" fmla="*/ 169 w 169"/>
                  <a:gd name="T27" fmla="*/ 595 h 1268"/>
                  <a:gd name="T28" fmla="*/ 165 w 169"/>
                  <a:gd name="T29" fmla="*/ 579 h 1268"/>
                  <a:gd name="T30" fmla="*/ 149 w 169"/>
                  <a:gd name="T31" fmla="*/ 587 h 1268"/>
                  <a:gd name="T32" fmla="*/ 154 w 169"/>
                  <a:gd name="T33" fmla="*/ 594 h 1268"/>
                  <a:gd name="T34" fmla="*/ 160 w 169"/>
                  <a:gd name="T35" fmla="*/ 596 h 1268"/>
                  <a:gd name="T36" fmla="*/ 132 w 169"/>
                  <a:gd name="T37" fmla="*/ 610 h 1268"/>
                  <a:gd name="T38" fmla="*/ 111 w 169"/>
                  <a:gd name="T39" fmla="*/ 595 h 1268"/>
                  <a:gd name="T40" fmla="*/ 147 w 169"/>
                  <a:gd name="T41" fmla="*/ 500 h 1268"/>
                  <a:gd name="T42" fmla="*/ 169 w 169"/>
                  <a:gd name="T43" fmla="*/ 471 h 1268"/>
                  <a:gd name="T44" fmla="*/ 114 w 169"/>
                  <a:gd name="T45" fmla="*/ 471 h 1268"/>
                  <a:gd name="T46" fmla="*/ 127 w 169"/>
                  <a:gd name="T47" fmla="*/ 443 h 1268"/>
                  <a:gd name="T48" fmla="*/ 122 w 169"/>
                  <a:gd name="T49" fmla="*/ 375 h 1268"/>
                  <a:gd name="T50" fmla="*/ 115 w 169"/>
                  <a:gd name="T51" fmla="*/ 373 h 1268"/>
                  <a:gd name="T52" fmla="*/ 145 w 169"/>
                  <a:gd name="T53" fmla="*/ 359 h 1268"/>
                  <a:gd name="T54" fmla="*/ 169 w 169"/>
                  <a:gd name="T55" fmla="*/ 324 h 1268"/>
                  <a:gd name="T56" fmla="*/ 145 w 169"/>
                  <a:gd name="T57" fmla="*/ 304 h 1268"/>
                  <a:gd name="T58" fmla="*/ 169 w 169"/>
                  <a:gd name="T59" fmla="*/ 284 h 1268"/>
                  <a:gd name="T60" fmla="*/ 167 w 169"/>
                  <a:gd name="T61" fmla="*/ 249 h 1268"/>
                  <a:gd name="T62" fmla="*/ 47 w 169"/>
                  <a:gd name="T63" fmla="*/ 49 h 1268"/>
                  <a:gd name="T64" fmla="*/ 169 w 169"/>
                  <a:gd name="T65" fmla="*/ 0 h 1268"/>
                  <a:gd name="T66" fmla="*/ 0 w 169"/>
                  <a:gd name="T67" fmla="*/ 1268 h 1268"/>
                  <a:gd name="T68" fmla="*/ 169 w 169"/>
                  <a:gd name="T69" fmla="*/ 1222 h 1268"/>
                  <a:gd name="T70" fmla="*/ 47 w 169"/>
                  <a:gd name="T71" fmla="*/ 1222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9" h="1268">
                    <a:moveTo>
                      <a:pt x="47" y="1222"/>
                    </a:moveTo>
                    <a:cubicBezTo>
                      <a:pt x="47" y="968"/>
                      <a:pt x="47" y="968"/>
                      <a:pt x="47" y="968"/>
                    </a:cubicBezTo>
                    <a:cubicBezTo>
                      <a:pt x="169" y="1022"/>
                      <a:pt x="169" y="1022"/>
                      <a:pt x="169" y="1022"/>
                    </a:cubicBezTo>
                    <a:cubicBezTo>
                      <a:pt x="169" y="988"/>
                      <a:pt x="169" y="988"/>
                      <a:pt x="169" y="988"/>
                    </a:cubicBezTo>
                    <a:cubicBezTo>
                      <a:pt x="168" y="988"/>
                      <a:pt x="167" y="988"/>
                      <a:pt x="166" y="988"/>
                    </a:cubicBezTo>
                    <a:cubicBezTo>
                      <a:pt x="154" y="988"/>
                      <a:pt x="145" y="979"/>
                      <a:pt x="145" y="968"/>
                    </a:cubicBezTo>
                    <a:cubicBezTo>
                      <a:pt x="145" y="957"/>
                      <a:pt x="154" y="948"/>
                      <a:pt x="166" y="948"/>
                    </a:cubicBezTo>
                    <a:cubicBezTo>
                      <a:pt x="167" y="948"/>
                      <a:pt x="168" y="948"/>
                      <a:pt x="169" y="948"/>
                    </a:cubicBezTo>
                    <a:cubicBezTo>
                      <a:pt x="169" y="889"/>
                      <a:pt x="169" y="889"/>
                      <a:pt x="169" y="889"/>
                    </a:cubicBezTo>
                    <a:cubicBezTo>
                      <a:pt x="169" y="890"/>
                      <a:pt x="169" y="890"/>
                      <a:pt x="169" y="890"/>
                    </a:cubicBezTo>
                    <a:cubicBezTo>
                      <a:pt x="169" y="890"/>
                      <a:pt x="148" y="889"/>
                      <a:pt x="140" y="889"/>
                    </a:cubicBezTo>
                    <a:cubicBezTo>
                      <a:pt x="130" y="889"/>
                      <a:pt x="112" y="890"/>
                      <a:pt x="112" y="890"/>
                    </a:cubicBezTo>
                    <a:cubicBezTo>
                      <a:pt x="113" y="876"/>
                      <a:pt x="113" y="876"/>
                      <a:pt x="113" y="876"/>
                    </a:cubicBezTo>
                    <a:cubicBezTo>
                      <a:pt x="122" y="874"/>
                      <a:pt x="125" y="871"/>
                      <a:pt x="125" y="862"/>
                    </a:cubicBezTo>
                    <a:cubicBezTo>
                      <a:pt x="125" y="803"/>
                      <a:pt x="125" y="803"/>
                      <a:pt x="125" y="803"/>
                    </a:cubicBezTo>
                    <a:cubicBezTo>
                      <a:pt x="125" y="796"/>
                      <a:pt x="123" y="794"/>
                      <a:pt x="119" y="794"/>
                    </a:cubicBezTo>
                    <a:cubicBezTo>
                      <a:pt x="117" y="794"/>
                      <a:pt x="114" y="794"/>
                      <a:pt x="114" y="794"/>
                    </a:cubicBezTo>
                    <a:cubicBezTo>
                      <a:pt x="113" y="792"/>
                      <a:pt x="113" y="792"/>
                      <a:pt x="113" y="792"/>
                    </a:cubicBezTo>
                    <a:cubicBezTo>
                      <a:pt x="114" y="779"/>
                      <a:pt x="114" y="779"/>
                      <a:pt x="114" y="779"/>
                    </a:cubicBezTo>
                    <a:cubicBezTo>
                      <a:pt x="114" y="779"/>
                      <a:pt x="138" y="779"/>
                      <a:pt x="141" y="779"/>
                    </a:cubicBezTo>
                    <a:cubicBezTo>
                      <a:pt x="147" y="779"/>
                      <a:pt x="163" y="779"/>
                      <a:pt x="169" y="779"/>
                    </a:cubicBezTo>
                    <a:cubicBezTo>
                      <a:pt x="169" y="751"/>
                      <a:pt x="169" y="751"/>
                      <a:pt x="169" y="751"/>
                    </a:cubicBezTo>
                    <a:cubicBezTo>
                      <a:pt x="138" y="751"/>
                      <a:pt x="119" y="731"/>
                      <a:pt x="119" y="697"/>
                    </a:cubicBezTo>
                    <a:cubicBezTo>
                      <a:pt x="119" y="662"/>
                      <a:pt x="137" y="642"/>
                      <a:pt x="169" y="638"/>
                    </a:cubicBezTo>
                    <a:cubicBezTo>
                      <a:pt x="169" y="611"/>
                      <a:pt x="169" y="611"/>
                      <a:pt x="169" y="611"/>
                    </a:cubicBezTo>
                    <a:cubicBezTo>
                      <a:pt x="168" y="609"/>
                      <a:pt x="168" y="609"/>
                      <a:pt x="168" y="609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79"/>
                      <a:pt x="169" y="579"/>
                      <a:pt x="169" y="579"/>
                    </a:cubicBezTo>
                    <a:cubicBezTo>
                      <a:pt x="165" y="579"/>
                      <a:pt x="165" y="579"/>
                      <a:pt x="165" y="579"/>
                    </a:cubicBezTo>
                    <a:cubicBezTo>
                      <a:pt x="161" y="579"/>
                      <a:pt x="156" y="579"/>
                      <a:pt x="151" y="580"/>
                    </a:cubicBezTo>
                    <a:cubicBezTo>
                      <a:pt x="149" y="587"/>
                      <a:pt x="149" y="587"/>
                      <a:pt x="149" y="587"/>
                    </a:cubicBezTo>
                    <a:cubicBezTo>
                      <a:pt x="149" y="589"/>
                      <a:pt x="149" y="590"/>
                      <a:pt x="149" y="591"/>
                    </a:cubicBezTo>
                    <a:cubicBezTo>
                      <a:pt x="149" y="594"/>
                      <a:pt x="149" y="594"/>
                      <a:pt x="154" y="594"/>
                    </a:cubicBezTo>
                    <a:cubicBezTo>
                      <a:pt x="159" y="594"/>
                      <a:pt x="159" y="594"/>
                      <a:pt x="159" y="594"/>
                    </a:cubicBezTo>
                    <a:cubicBezTo>
                      <a:pt x="160" y="596"/>
                      <a:pt x="160" y="596"/>
                      <a:pt x="160" y="596"/>
                    </a:cubicBezTo>
                    <a:cubicBezTo>
                      <a:pt x="159" y="610"/>
                      <a:pt x="159" y="610"/>
                      <a:pt x="159" y="610"/>
                    </a:cubicBezTo>
                    <a:cubicBezTo>
                      <a:pt x="159" y="610"/>
                      <a:pt x="143" y="610"/>
                      <a:pt x="132" y="610"/>
                    </a:cubicBezTo>
                    <a:cubicBezTo>
                      <a:pt x="122" y="610"/>
                      <a:pt x="110" y="610"/>
                      <a:pt x="110" y="610"/>
                    </a:cubicBezTo>
                    <a:cubicBezTo>
                      <a:pt x="111" y="595"/>
                      <a:pt x="111" y="595"/>
                      <a:pt x="111" y="595"/>
                    </a:cubicBezTo>
                    <a:cubicBezTo>
                      <a:pt x="115" y="594"/>
                      <a:pt x="118" y="591"/>
                      <a:pt x="119" y="586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169" y="499"/>
                      <a:pt x="169" y="499"/>
                      <a:pt x="169" y="499"/>
                    </a:cubicBezTo>
                    <a:cubicBezTo>
                      <a:pt x="169" y="471"/>
                      <a:pt x="169" y="471"/>
                      <a:pt x="169" y="471"/>
                    </a:cubicBezTo>
                    <a:cubicBezTo>
                      <a:pt x="161" y="471"/>
                      <a:pt x="148" y="470"/>
                      <a:pt x="145" y="470"/>
                    </a:cubicBezTo>
                    <a:cubicBezTo>
                      <a:pt x="134" y="470"/>
                      <a:pt x="114" y="471"/>
                      <a:pt x="114" y="471"/>
                    </a:cubicBezTo>
                    <a:cubicBezTo>
                      <a:pt x="115" y="456"/>
                      <a:pt x="115" y="456"/>
                      <a:pt x="115" y="456"/>
                    </a:cubicBezTo>
                    <a:cubicBezTo>
                      <a:pt x="124" y="454"/>
                      <a:pt x="127" y="452"/>
                      <a:pt x="127" y="443"/>
                    </a:cubicBezTo>
                    <a:cubicBezTo>
                      <a:pt x="127" y="382"/>
                      <a:pt x="127" y="382"/>
                      <a:pt x="127" y="382"/>
                    </a:cubicBezTo>
                    <a:cubicBezTo>
                      <a:pt x="127" y="377"/>
                      <a:pt x="125" y="375"/>
                      <a:pt x="122" y="375"/>
                    </a:cubicBezTo>
                    <a:cubicBezTo>
                      <a:pt x="120" y="375"/>
                      <a:pt x="117" y="375"/>
                      <a:pt x="117" y="375"/>
                    </a:cubicBezTo>
                    <a:cubicBezTo>
                      <a:pt x="115" y="373"/>
                      <a:pt x="115" y="373"/>
                      <a:pt x="115" y="373"/>
                    </a:cubicBezTo>
                    <a:cubicBezTo>
                      <a:pt x="117" y="359"/>
                      <a:pt x="117" y="359"/>
                      <a:pt x="117" y="359"/>
                    </a:cubicBezTo>
                    <a:cubicBezTo>
                      <a:pt x="117" y="359"/>
                      <a:pt x="140" y="359"/>
                      <a:pt x="145" y="359"/>
                    </a:cubicBezTo>
                    <a:cubicBezTo>
                      <a:pt x="149" y="359"/>
                      <a:pt x="160" y="359"/>
                      <a:pt x="169" y="359"/>
                    </a:cubicBezTo>
                    <a:cubicBezTo>
                      <a:pt x="169" y="324"/>
                      <a:pt x="169" y="324"/>
                      <a:pt x="169" y="324"/>
                    </a:cubicBezTo>
                    <a:cubicBezTo>
                      <a:pt x="168" y="324"/>
                      <a:pt x="166" y="324"/>
                      <a:pt x="165" y="324"/>
                    </a:cubicBezTo>
                    <a:cubicBezTo>
                      <a:pt x="154" y="324"/>
                      <a:pt x="145" y="315"/>
                      <a:pt x="145" y="304"/>
                    </a:cubicBezTo>
                    <a:cubicBezTo>
                      <a:pt x="145" y="293"/>
                      <a:pt x="154" y="284"/>
                      <a:pt x="165" y="284"/>
                    </a:cubicBezTo>
                    <a:cubicBezTo>
                      <a:pt x="166" y="284"/>
                      <a:pt x="167" y="284"/>
                      <a:pt x="169" y="284"/>
                    </a:cubicBezTo>
                    <a:cubicBezTo>
                      <a:pt x="169" y="250"/>
                      <a:pt x="169" y="250"/>
                      <a:pt x="169" y="250"/>
                    </a:cubicBezTo>
                    <a:cubicBezTo>
                      <a:pt x="167" y="249"/>
                      <a:pt x="167" y="249"/>
                      <a:pt x="167" y="249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68"/>
                      <a:pt x="0" y="1268"/>
                      <a:pt x="0" y="1268"/>
                    </a:cubicBezTo>
                    <a:cubicBezTo>
                      <a:pt x="169" y="1268"/>
                      <a:pt x="169" y="1268"/>
                      <a:pt x="169" y="1268"/>
                    </a:cubicBezTo>
                    <a:cubicBezTo>
                      <a:pt x="169" y="1222"/>
                      <a:pt x="169" y="1222"/>
                      <a:pt x="169" y="1222"/>
                    </a:cubicBezTo>
                    <a:cubicBezTo>
                      <a:pt x="47" y="1222"/>
                      <a:pt x="47" y="1222"/>
                      <a:pt x="47" y="1222"/>
                    </a:cubicBezTo>
                    <a:close/>
                    <a:moveTo>
                      <a:pt x="47" y="1222"/>
                    </a:moveTo>
                    <a:cubicBezTo>
                      <a:pt x="47" y="1222"/>
                      <a:pt x="47" y="1222"/>
                      <a:pt x="47" y="12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" name="Freeform 40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" name="Freeform 41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moveTo>
                      <a:pt x="12" y="0"/>
                    </a:move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" name="Freeform 42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close/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C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7" name="Freeform 43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8" name="Freeform 4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24" cy="570"/>
              </a:xfrm>
              <a:custGeom>
                <a:avLst/>
                <a:gdLst>
                  <a:gd name="T0" fmla="*/ 15 w 24"/>
                  <a:gd name="T1" fmla="*/ 551 h 570"/>
                  <a:gd name="T2" fmla="*/ 24 w 24"/>
                  <a:gd name="T3" fmla="*/ 570 h 570"/>
                  <a:gd name="T4" fmla="*/ 24 w 24"/>
                  <a:gd name="T5" fmla="*/ 536 h 570"/>
                  <a:gd name="T6" fmla="*/ 15 w 24"/>
                  <a:gd name="T7" fmla="*/ 546 h 570"/>
                  <a:gd name="T8" fmla="*/ 15 w 24"/>
                  <a:gd name="T9" fmla="*/ 551 h 570"/>
                  <a:gd name="T10" fmla="*/ 0 w 24"/>
                  <a:gd name="T11" fmla="*/ 20 h 570"/>
                  <a:gd name="T12" fmla="*/ 21 w 24"/>
                  <a:gd name="T13" fmla="*/ 40 h 570"/>
                  <a:gd name="T14" fmla="*/ 24 w 24"/>
                  <a:gd name="T15" fmla="*/ 39 h 570"/>
                  <a:gd name="T16" fmla="*/ 24 w 24"/>
                  <a:gd name="T17" fmla="*/ 0 h 570"/>
                  <a:gd name="T18" fmla="*/ 21 w 24"/>
                  <a:gd name="T19" fmla="*/ 0 h 570"/>
                  <a:gd name="T20" fmla="*/ 0 w 24"/>
                  <a:gd name="T21" fmla="*/ 20 h 570"/>
                  <a:gd name="T22" fmla="*/ 0 w 24"/>
                  <a:gd name="T23" fmla="*/ 20 h 570"/>
                  <a:gd name="T24" fmla="*/ 0 w 24"/>
                  <a:gd name="T25" fmla="*/ 2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570">
                    <a:moveTo>
                      <a:pt x="15" y="551"/>
                    </a:moveTo>
                    <a:cubicBezTo>
                      <a:pt x="24" y="570"/>
                      <a:pt x="24" y="570"/>
                      <a:pt x="24" y="570"/>
                    </a:cubicBezTo>
                    <a:cubicBezTo>
                      <a:pt x="24" y="536"/>
                      <a:pt x="24" y="536"/>
                      <a:pt x="24" y="536"/>
                    </a:cubicBezTo>
                    <a:cubicBezTo>
                      <a:pt x="15" y="546"/>
                      <a:pt x="15" y="546"/>
                      <a:pt x="15" y="546"/>
                    </a:cubicBezTo>
                    <a:lnTo>
                      <a:pt x="15" y="551"/>
                    </a:lnTo>
                    <a:close/>
                    <a:moveTo>
                      <a:pt x="0" y="20"/>
                    </a:moveTo>
                    <a:cubicBezTo>
                      <a:pt x="0" y="31"/>
                      <a:pt x="9" y="40"/>
                      <a:pt x="21" y="40"/>
                    </a:cubicBezTo>
                    <a:cubicBezTo>
                      <a:pt x="22" y="40"/>
                      <a:pt x="23" y="39"/>
                      <a:pt x="24" y="39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9" y="0"/>
                      <a:pt x="0" y="8"/>
                      <a:pt x="0" y="20"/>
                    </a:cubicBezTo>
                    <a:close/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9" name="Rectangle 45"/>
              <p:cNvSpPr>
                <a:spLocks noChangeArrowheads="1"/>
              </p:cNvSpPr>
              <p:nvPr userDrawn="1"/>
            </p:nvSpPr>
            <p:spPr bwMode="auto">
              <a:xfrm>
                <a:off x="1297" y="771"/>
                <a:ext cx="1" cy="1268"/>
              </a:xfrm>
              <a:prstGeom prst="rect">
                <a:avLst/>
              </a:prstGeom>
              <a:solidFill>
                <a:srgbClr val="3F2B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0" name="Freeform 46"/>
              <p:cNvSpPr>
                <a:spLocks noEditPoints="1"/>
              </p:cNvSpPr>
              <p:nvPr userDrawn="1"/>
            </p:nvSpPr>
            <p:spPr bwMode="auto">
              <a:xfrm>
                <a:off x="1129" y="1300"/>
                <a:ext cx="5" cy="29"/>
              </a:xfrm>
              <a:custGeom>
                <a:avLst/>
                <a:gdLst>
                  <a:gd name="T0" fmla="*/ 0 w 5"/>
                  <a:gd name="T1" fmla="*/ 0 h 29"/>
                  <a:gd name="T2" fmla="*/ 0 w 5"/>
                  <a:gd name="T3" fmla="*/ 29 h 29"/>
                  <a:gd name="T4" fmla="*/ 5 w 5"/>
                  <a:gd name="T5" fmla="*/ 28 h 29"/>
                  <a:gd name="T6" fmla="*/ 0 w 5"/>
                  <a:gd name="T7" fmla="*/ 0 h 29"/>
                  <a:gd name="T8" fmla="*/ 0 w 5"/>
                  <a:gd name="T9" fmla="*/ 0 h 29"/>
                  <a:gd name="T10" fmla="*/ 0 w 5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9">
                    <a:moveTo>
                      <a:pt x="0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" y="29"/>
                      <a:pt x="5" y="28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1" name="Freeform 47"/>
              <p:cNvSpPr>
                <a:spLocks noEditPoints="1"/>
              </p:cNvSpPr>
              <p:nvPr userDrawn="1"/>
            </p:nvSpPr>
            <p:spPr bwMode="auto">
              <a:xfrm>
                <a:off x="1129" y="1196"/>
                <a:ext cx="16" cy="24"/>
              </a:xfrm>
              <a:custGeom>
                <a:avLst/>
                <a:gdLst>
                  <a:gd name="T0" fmla="*/ 16 w 16"/>
                  <a:gd name="T1" fmla="*/ 12 h 24"/>
                  <a:gd name="T2" fmla="*/ 5 w 16"/>
                  <a:gd name="T3" fmla="*/ 0 h 24"/>
                  <a:gd name="T4" fmla="*/ 0 w 16"/>
                  <a:gd name="T5" fmla="*/ 0 h 24"/>
                  <a:gd name="T6" fmla="*/ 0 w 16"/>
                  <a:gd name="T7" fmla="*/ 24 h 24"/>
                  <a:gd name="T8" fmla="*/ 4 w 16"/>
                  <a:gd name="T9" fmla="*/ 24 h 24"/>
                  <a:gd name="T10" fmla="*/ 16 w 16"/>
                  <a:gd name="T11" fmla="*/ 12 h 24"/>
                  <a:gd name="T12" fmla="*/ 16 w 16"/>
                  <a:gd name="T13" fmla="*/ 12 h 24"/>
                  <a:gd name="T14" fmla="*/ 16 w 16"/>
                  <a:gd name="T15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4">
                    <a:moveTo>
                      <a:pt x="16" y="12"/>
                    </a:moveTo>
                    <a:cubicBezTo>
                      <a:pt x="16" y="6"/>
                      <a:pt x="12" y="2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2" y="24"/>
                      <a:pt x="4" y="24"/>
                    </a:cubicBezTo>
                    <a:cubicBezTo>
                      <a:pt x="12" y="24"/>
                      <a:pt x="16" y="20"/>
                      <a:pt x="16" y="12"/>
                    </a:cubicBezTo>
                    <a:close/>
                    <a:moveTo>
                      <a:pt x="16" y="12"/>
                    </a:move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2" name="Freeform 48"/>
              <p:cNvSpPr>
                <a:spLocks noEditPoints="1"/>
              </p:cNvSpPr>
              <p:nvPr userDrawn="1"/>
            </p:nvSpPr>
            <p:spPr bwMode="auto">
              <a:xfrm>
                <a:off x="1129" y="771"/>
                <a:ext cx="169" cy="1270"/>
              </a:xfrm>
              <a:custGeom>
                <a:avLst/>
                <a:gdLst>
                  <a:gd name="T0" fmla="*/ 0 w 169"/>
                  <a:gd name="T1" fmla="*/ 49 h 1270"/>
                  <a:gd name="T2" fmla="*/ 122 w 169"/>
                  <a:gd name="T3" fmla="*/ 304 h 1270"/>
                  <a:gd name="T4" fmla="*/ 0 w 169"/>
                  <a:gd name="T5" fmla="*/ 284 h 1270"/>
                  <a:gd name="T6" fmla="*/ 0 w 169"/>
                  <a:gd name="T7" fmla="*/ 323 h 1270"/>
                  <a:gd name="T8" fmla="*/ 9 w 169"/>
                  <a:gd name="T9" fmla="*/ 358 h 1270"/>
                  <a:gd name="T10" fmla="*/ 32 w 169"/>
                  <a:gd name="T11" fmla="*/ 411 h 1270"/>
                  <a:gd name="T12" fmla="*/ 4 w 169"/>
                  <a:gd name="T13" fmla="*/ 471 h 1270"/>
                  <a:gd name="T14" fmla="*/ 0 w 169"/>
                  <a:gd name="T15" fmla="*/ 498 h 1270"/>
                  <a:gd name="T16" fmla="*/ 26 w 169"/>
                  <a:gd name="T17" fmla="*/ 499 h 1270"/>
                  <a:gd name="T18" fmla="*/ 57 w 169"/>
                  <a:gd name="T19" fmla="*/ 594 h 1270"/>
                  <a:gd name="T20" fmla="*/ 57 w 169"/>
                  <a:gd name="T21" fmla="*/ 610 h 1270"/>
                  <a:gd name="T22" fmla="*/ 0 w 169"/>
                  <a:gd name="T23" fmla="*/ 610 h 1270"/>
                  <a:gd name="T24" fmla="*/ 11 w 169"/>
                  <a:gd name="T25" fmla="*/ 637 h 1270"/>
                  <a:gd name="T26" fmla="*/ 48 w 169"/>
                  <a:gd name="T27" fmla="*/ 645 h 1270"/>
                  <a:gd name="T28" fmla="*/ 17 w 169"/>
                  <a:gd name="T29" fmla="*/ 683 h 1270"/>
                  <a:gd name="T30" fmla="*/ 5 w 169"/>
                  <a:gd name="T31" fmla="*/ 661 h 1270"/>
                  <a:gd name="T32" fmla="*/ 0 w 169"/>
                  <a:gd name="T33" fmla="*/ 726 h 1270"/>
                  <a:gd name="T34" fmla="*/ 20 w 169"/>
                  <a:gd name="T35" fmla="*/ 708 h 1270"/>
                  <a:gd name="T36" fmla="*/ 44 w 169"/>
                  <a:gd name="T37" fmla="*/ 742 h 1270"/>
                  <a:gd name="T38" fmla="*/ 1 w 169"/>
                  <a:gd name="T39" fmla="*/ 751 h 1270"/>
                  <a:gd name="T40" fmla="*/ 0 w 169"/>
                  <a:gd name="T41" fmla="*/ 779 h 1270"/>
                  <a:gd name="T42" fmla="*/ 1 w 169"/>
                  <a:gd name="T43" fmla="*/ 794 h 1270"/>
                  <a:gd name="T44" fmla="*/ 0 w 169"/>
                  <a:gd name="T45" fmla="*/ 820 h 1270"/>
                  <a:gd name="T46" fmla="*/ 14 w 169"/>
                  <a:gd name="T47" fmla="*/ 800 h 1270"/>
                  <a:gd name="T48" fmla="*/ 6 w 169"/>
                  <a:gd name="T49" fmla="*/ 793 h 1270"/>
                  <a:gd name="T50" fmla="*/ 32 w 169"/>
                  <a:gd name="T51" fmla="*/ 779 h 1270"/>
                  <a:gd name="T52" fmla="*/ 58 w 169"/>
                  <a:gd name="T53" fmla="*/ 781 h 1270"/>
                  <a:gd name="T54" fmla="*/ 32 w 169"/>
                  <a:gd name="T55" fmla="*/ 819 h 1270"/>
                  <a:gd name="T56" fmla="*/ 41 w 169"/>
                  <a:gd name="T57" fmla="*/ 860 h 1270"/>
                  <a:gd name="T58" fmla="*/ 59 w 169"/>
                  <a:gd name="T59" fmla="*/ 878 h 1270"/>
                  <a:gd name="T60" fmla="*/ 31 w 169"/>
                  <a:gd name="T61" fmla="*/ 892 h 1270"/>
                  <a:gd name="T62" fmla="*/ 0 w 169"/>
                  <a:gd name="T63" fmla="*/ 854 h 1270"/>
                  <a:gd name="T64" fmla="*/ 2 w 169"/>
                  <a:gd name="T65" fmla="*/ 876 h 1270"/>
                  <a:gd name="T66" fmla="*/ 0 w 169"/>
                  <a:gd name="T67" fmla="*/ 949 h 1270"/>
                  <a:gd name="T68" fmla="*/ 0 w 169"/>
                  <a:gd name="T69" fmla="*/ 988 h 1270"/>
                  <a:gd name="T70" fmla="*/ 2 w 169"/>
                  <a:gd name="T71" fmla="*/ 1024 h 1270"/>
                  <a:gd name="T72" fmla="*/ 122 w 169"/>
                  <a:gd name="T73" fmla="*/ 1224 h 1270"/>
                  <a:gd name="T74" fmla="*/ 0 w 169"/>
                  <a:gd name="T75" fmla="*/ 1270 h 1270"/>
                  <a:gd name="T76" fmla="*/ 169 w 169"/>
                  <a:gd name="T77" fmla="*/ 0 h 1270"/>
                  <a:gd name="T78" fmla="*/ 0 w 169"/>
                  <a:gd name="T79" fmla="*/ 0 h 1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9" h="1270">
                    <a:moveTo>
                      <a:pt x="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304"/>
                      <a:pt x="122" y="304"/>
                      <a:pt x="122" y="304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9" y="285"/>
                      <a:pt x="17" y="294"/>
                      <a:pt x="17" y="304"/>
                    </a:cubicBezTo>
                    <a:cubicBezTo>
                      <a:pt x="17" y="313"/>
                      <a:pt x="9" y="322"/>
                      <a:pt x="0" y="323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5" y="358"/>
                      <a:pt x="9" y="358"/>
                      <a:pt x="9" y="358"/>
                    </a:cubicBezTo>
                    <a:cubicBezTo>
                      <a:pt x="35" y="358"/>
                      <a:pt x="48" y="367"/>
                      <a:pt x="48" y="385"/>
                    </a:cubicBezTo>
                    <a:cubicBezTo>
                      <a:pt x="48" y="397"/>
                      <a:pt x="40" y="405"/>
                      <a:pt x="32" y="411"/>
                    </a:cubicBezTo>
                    <a:cubicBezTo>
                      <a:pt x="42" y="414"/>
                      <a:pt x="53" y="420"/>
                      <a:pt x="53" y="435"/>
                    </a:cubicBezTo>
                    <a:cubicBezTo>
                      <a:pt x="53" y="459"/>
                      <a:pt x="37" y="471"/>
                      <a:pt x="4" y="471"/>
                    </a:cubicBezTo>
                    <a:cubicBezTo>
                      <a:pt x="3" y="471"/>
                      <a:pt x="2" y="471"/>
                      <a:pt x="0" y="471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23" y="497"/>
                      <a:pt x="23" y="497"/>
                      <a:pt x="23" y="497"/>
                    </a:cubicBezTo>
                    <a:cubicBezTo>
                      <a:pt x="26" y="499"/>
                      <a:pt x="26" y="499"/>
                      <a:pt x="26" y="499"/>
                    </a:cubicBezTo>
                    <a:cubicBezTo>
                      <a:pt x="26" y="499"/>
                      <a:pt x="42" y="565"/>
                      <a:pt x="47" y="583"/>
                    </a:cubicBezTo>
                    <a:cubicBezTo>
                      <a:pt x="49" y="591"/>
                      <a:pt x="52" y="594"/>
                      <a:pt x="57" y="594"/>
                    </a:cubicBezTo>
                    <a:cubicBezTo>
                      <a:pt x="58" y="596"/>
                      <a:pt x="58" y="596"/>
                      <a:pt x="58" y="596"/>
                    </a:cubicBezTo>
                    <a:cubicBezTo>
                      <a:pt x="57" y="610"/>
                      <a:pt x="57" y="610"/>
                      <a:pt x="57" y="610"/>
                    </a:cubicBezTo>
                    <a:cubicBezTo>
                      <a:pt x="57" y="610"/>
                      <a:pt x="42" y="609"/>
                      <a:pt x="33" y="609"/>
                    </a:cubicBezTo>
                    <a:cubicBezTo>
                      <a:pt x="17" y="609"/>
                      <a:pt x="0" y="610"/>
                      <a:pt x="0" y="610"/>
                    </a:cubicBezTo>
                    <a:cubicBezTo>
                      <a:pt x="0" y="638"/>
                      <a:pt x="0" y="638"/>
                      <a:pt x="0" y="638"/>
                    </a:cubicBezTo>
                    <a:cubicBezTo>
                      <a:pt x="3" y="637"/>
                      <a:pt x="7" y="637"/>
                      <a:pt x="11" y="637"/>
                    </a:cubicBezTo>
                    <a:cubicBezTo>
                      <a:pt x="25" y="637"/>
                      <a:pt x="46" y="642"/>
                      <a:pt x="46" y="642"/>
                    </a:cubicBezTo>
                    <a:cubicBezTo>
                      <a:pt x="48" y="645"/>
                      <a:pt x="48" y="645"/>
                      <a:pt x="48" y="645"/>
                    </a:cubicBezTo>
                    <a:cubicBezTo>
                      <a:pt x="48" y="645"/>
                      <a:pt x="44" y="660"/>
                      <a:pt x="43" y="681"/>
                    </a:cubicBezTo>
                    <a:cubicBezTo>
                      <a:pt x="17" y="683"/>
                      <a:pt x="17" y="683"/>
                      <a:pt x="17" y="683"/>
                    </a:cubicBezTo>
                    <a:cubicBezTo>
                      <a:pt x="17" y="683"/>
                      <a:pt x="17" y="678"/>
                      <a:pt x="17" y="673"/>
                    </a:cubicBezTo>
                    <a:cubicBezTo>
                      <a:pt x="17" y="664"/>
                      <a:pt x="14" y="661"/>
                      <a:pt x="5" y="661"/>
                    </a:cubicBezTo>
                    <a:cubicBezTo>
                      <a:pt x="3" y="661"/>
                      <a:pt x="2" y="661"/>
                      <a:pt x="0" y="661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2" y="727"/>
                      <a:pt x="4" y="727"/>
                      <a:pt x="6" y="727"/>
                    </a:cubicBezTo>
                    <a:cubicBezTo>
                      <a:pt x="15" y="727"/>
                      <a:pt x="19" y="722"/>
                      <a:pt x="20" y="708"/>
                    </a:cubicBezTo>
                    <a:cubicBezTo>
                      <a:pt x="46" y="706"/>
                      <a:pt x="46" y="706"/>
                      <a:pt x="46" y="706"/>
                    </a:cubicBezTo>
                    <a:cubicBezTo>
                      <a:pt x="46" y="706"/>
                      <a:pt x="44" y="726"/>
                      <a:pt x="44" y="742"/>
                    </a:cubicBezTo>
                    <a:cubicBezTo>
                      <a:pt x="42" y="745"/>
                      <a:pt x="42" y="745"/>
                      <a:pt x="42" y="745"/>
                    </a:cubicBezTo>
                    <a:cubicBezTo>
                      <a:pt x="42" y="745"/>
                      <a:pt x="23" y="751"/>
                      <a:pt x="1" y="751"/>
                    </a:cubicBezTo>
                    <a:cubicBezTo>
                      <a:pt x="0" y="751"/>
                      <a:pt x="0" y="751"/>
                      <a:pt x="0" y="751"/>
                    </a:cubicBezTo>
                    <a:cubicBezTo>
                      <a:pt x="0" y="779"/>
                      <a:pt x="0" y="779"/>
                      <a:pt x="0" y="779"/>
                    </a:cubicBezTo>
                    <a:cubicBezTo>
                      <a:pt x="2" y="779"/>
                      <a:pt x="2" y="779"/>
                      <a:pt x="2" y="779"/>
                    </a:cubicBezTo>
                    <a:cubicBezTo>
                      <a:pt x="1" y="794"/>
                      <a:pt x="1" y="794"/>
                      <a:pt x="1" y="794"/>
                    </a:cubicBezTo>
                    <a:cubicBezTo>
                      <a:pt x="0" y="794"/>
                      <a:pt x="0" y="794"/>
                      <a:pt x="0" y="794"/>
                    </a:cubicBezTo>
                    <a:cubicBezTo>
                      <a:pt x="0" y="820"/>
                      <a:pt x="0" y="820"/>
                      <a:pt x="0" y="820"/>
                    </a:cubicBezTo>
                    <a:cubicBezTo>
                      <a:pt x="11" y="808"/>
                      <a:pt x="11" y="808"/>
                      <a:pt x="11" y="808"/>
                    </a:cubicBezTo>
                    <a:cubicBezTo>
                      <a:pt x="13" y="805"/>
                      <a:pt x="14" y="802"/>
                      <a:pt x="14" y="800"/>
                    </a:cubicBezTo>
                    <a:cubicBezTo>
                      <a:pt x="14" y="796"/>
                      <a:pt x="12" y="795"/>
                      <a:pt x="7" y="794"/>
                    </a:cubicBezTo>
                    <a:cubicBezTo>
                      <a:pt x="6" y="793"/>
                      <a:pt x="6" y="793"/>
                      <a:pt x="6" y="793"/>
                    </a:cubicBezTo>
                    <a:cubicBezTo>
                      <a:pt x="8" y="779"/>
                      <a:pt x="8" y="779"/>
                      <a:pt x="8" y="779"/>
                    </a:cubicBezTo>
                    <a:cubicBezTo>
                      <a:pt x="8" y="779"/>
                      <a:pt x="24" y="779"/>
                      <a:pt x="32" y="779"/>
                    </a:cubicBezTo>
                    <a:cubicBezTo>
                      <a:pt x="39" y="779"/>
                      <a:pt x="57" y="778"/>
                      <a:pt x="57" y="778"/>
                    </a:cubicBezTo>
                    <a:cubicBezTo>
                      <a:pt x="58" y="781"/>
                      <a:pt x="58" y="781"/>
                      <a:pt x="58" y="781"/>
                    </a:cubicBezTo>
                    <a:cubicBezTo>
                      <a:pt x="57" y="794"/>
                      <a:pt x="57" y="794"/>
                      <a:pt x="57" y="794"/>
                    </a:cubicBezTo>
                    <a:cubicBezTo>
                      <a:pt x="49" y="799"/>
                      <a:pt x="41" y="806"/>
                      <a:pt x="32" y="819"/>
                    </a:cubicBezTo>
                    <a:cubicBezTo>
                      <a:pt x="25" y="829"/>
                      <a:pt x="25" y="829"/>
                      <a:pt x="25" y="829"/>
                    </a:cubicBezTo>
                    <a:cubicBezTo>
                      <a:pt x="41" y="860"/>
                      <a:pt x="41" y="860"/>
                      <a:pt x="41" y="860"/>
                    </a:cubicBezTo>
                    <a:cubicBezTo>
                      <a:pt x="46" y="870"/>
                      <a:pt x="50" y="875"/>
                      <a:pt x="58" y="875"/>
                    </a:cubicBezTo>
                    <a:cubicBezTo>
                      <a:pt x="59" y="878"/>
                      <a:pt x="59" y="878"/>
                      <a:pt x="59" y="878"/>
                    </a:cubicBezTo>
                    <a:cubicBezTo>
                      <a:pt x="58" y="891"/>
                      <a:pt x="58" y="891"/>
                      <a:pt x="58" y="891"/>
                    </a:cubicBezTo>
                    <a:cubicBezTo>
                      <a:pt x="58" y="891"/>
                      <a:pt x="36" y="892"/>
                      <a:pt x="31" y="892"/>
                    </a:cubicBezTo>
                    <a:cubicBezTo>
                      <a:pt x="23" y="892"/>
                      <a:pt x="18" y="889"/>
                      <a:pt x="13" y="879"/>
                    </a:cubicBezTo>
                    <a:cubicBezTo>
                      <a:pt x="0" y="854"/>
                      <a:pt x="0" y="854"/>
                      <a:pt x="0" y="854"/>
                    </a:cubicBezTo>
                    <a:cubicBezTo>
                      <a:pt x="0" y="875"/>
                      <a:pt x="0" y="875"/>
                      <a:pt x="0" y="875"/>
                    </a:cubicBezTo>
                    <a:cubicBezTo>
                      <a:pt x="2" y="876"/>
                      <a:pt x="2" y="876"/>
                      <a:pt x="2" y="876"/>
                    </a:cubicBezTo>
                    <a:cubicBezTo>
                      <a:pt x="0" y="889"/>
                      <a:pt x="0" y="889"/>
                      <a:pt x="0" y="889"/>
                    </a:cubicBezTo>
                    <a:cubicBezTo>
                      <a:pt x="0" y="949"/>
                      <a:pt x="0" y="949"/>
                      <a:pt x="0" y="949"/>
                    </a:cubicBezTo>
                    <a:cubicBezTo>
                      <a:pt x="10" y="950"/>
                      <a:pt x="17" y="959"/>
                      <a:pt x="17" y="969"/>
                    </a:cubicBezTo>
                    <a:cubicBezTo>
                      <a:pt x="17" y="979"/>
                      <a:pt x="10" y="987"/>
                      <a:pt x="0" y="988"/>
                    </a:cubicBezTo>
                    <a:cubicBezTo>
                      <a:pt x="0" y="1023"/>
                      <a:pt x="0" y="1023"/>
                      <a:pt x="0" y="1023"/>
                    </a:cubicBezTo>
                    <a:cubicBezTo>
                      <a:pt x="2" y="1024"/>
                      <a:pt x="2" y="1024"/>
                      <a:pt x="2" y="1024"/>
                    </a:cubicBezTo>
                    <a:cubicBezTo>
                      <a:pt x="122" y="969"/>
                      <a:pt x="122" y="969"/>
                      <a:pt x="122" y="969"/>
                    </a:cubicBezTo>
                    <a:cubicBezTo>
                      <a:pt x="122" y="1224"/>
                      <a:pt x="122" y="1224"/>
                      <a:pt x="122" y="1224"/>
                    </a:cubicBezTo>
                    <a:cubicBezTo>
                      <a:pt x="0" y="1224"/>
                      <a:pt x="0" y="1224"/>
                      <a:pt x="0" y="1224"/>
                    </a:cubicBezTo>
                    <a:cubicBezTo>
                      <a:pt x="0" y="1270"/>
                      <a:pt x="0" y="1270"/>
                      <a:pt x="0" y="1270"/>
                    </a:cubicBezTo>
                    <a:cubicBezTo>
                      <a:pt x="169" y="1270"/>
                      <a:pt x="169" y="1270"/>
                      <a:pt x="169" y="1270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3" name="Freeform 49"/>
              <p:cNvSpPr>
                <a:spLocks noEditPoints="1"/>
              </p:cNvSpPr>
              <p:nvPr userDrawn="1"/>
            </p:nvSpPr>
            <p:spPr bwMode="auto">
              <a:xfrm>
                <a:off x="1129" y="1350"/>
                <a:ext cx="11" cy="15"/>
              </a:xfrm>
              <a:custGeom>
                <a:avLst/>
                <a:gdLst>
                  <a:gd name="T0" fmla="*/ 11 w 11"/>
                  <a:gd name="T1" fmla="*/ 9 h 15"/>
                  <a:gd name="T2" fmla="*/ 10 w 11"/>
                  <a:gd name="T3" fmla="*/ 6 h 15"/>
                  <a:gd name="T4" fmla="*/ 9 w 11"/>
                  <a:gd name="T5" fmla="*/ 0 h 15"/>
                  <a:gd name="T6" fmla="*/ 0 w 11"/>
                  <a:gd name="T7" fmla="*/ 0 h 15"/>
                  <a:gd name="T8" fmla="*/ 0 w 11"/>
                  <a:gd name="T9" fmla="*/ 15 h 15"/>
                  <a:gd name="T10" fmla="*/ 11 w 11"/>
                  <a:gd name="T11" fmla="*/ 9 h 15"/>
                  <a:gd name="T12" fmla="*/ 11 w 11"/>
                  <a:gd name="T13" fmla="*/ 9 h 15"/>
                  <a:gd name="T14" fmla="*/ 11 w 11"/>
                  <a:gd name="T15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5">
                    <a:moveTo>
                      <a:pt x="11" y="9"/>
                    </a:moveTo>
                    <a:cubicBezTo>
                      <a:pt x="11" y="9"/>
                      <a:pt x="10" y="8"/>
                      <a:pt x="10" y="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14"/>
                      <a:pt x="11" y="14"/>
                      <a:pt x="11" y="9"/>
                    </a:cubicBezTo>
                    <a:close/>
                    <a:moveTo>
                      <a:pt x="11" y="9"/>
                    </a:moveTo>
                    <a:cubicBezTo>
                      <a:pt x="11" y="9"/>
                      <a:pt x="11" y="9"/>
                      <a:pt x="11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4" name="Freeform 50"/>
              <p:cNvSpPr>
                <a:spLocks noEditPoints="1"/>
              </p:cNvSpPr>
              <p:nvPr userDrawn="1"/>
            </p:nvSpPr>
            <p:spPr bwMode="auto">
              <a:xfrm>
                <a:off x="1129" y="1150"/>
                <a:ext cx="13" cy="26"/>
              </a:xfrm>
              <a:custGeom>
                <a:avLst/>
                <a:gdLst>
                  <a:gd name="T0" fmla="*/ 13 w 13"/>
                  <a:gd name="T1" fmla="*/ 12 h 26"/>
                  <a:gd name="T2" fmla="*/ 0 w 13"/>
                  <a:gd name="T3" fmla="*/ 0 h 26"/>
                  <a:gd name="T4" fmla="*/ 0 w 13"/>
                  <a:gd name="T5" fmla="*/ 25 h 26"/>
                  <a:gd name="T6" fmla="*/ 6 w 13"/>
                  <a:gd name="T7" fmla="*/ 26 h 26"/>
                  <a:gd name="T8" fmla="*/ 13 w 13"/>
                  <a:gd name="T9" fmla="*/ 12 h 26"/>
                  <a:gd name="T10" fmla="*/ 13 w 13"/>
                  <a:gd name="T11" fmla="*/ 12 h 26"/>
                  <a:gd name="T12" fmla="*/ 13 w 13"/>
                  <a:gd name="T1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6">
                    <a:moveTo>
                      <a:pt x="13" y="12"/>
                    </a:moveTo>
                    <a:cubicBezTo>
                      <a:pt x="13" y="4"/>
                      <a:pt x="9" y="1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" y="25"/>
                      <a:pt x="4" y="26"/>
                      <a:pt x="6" y="26"/>
                    </a:cubicBezTo>
                    <a:cubicBezTo>
                      <a:pt x="6" y="26"/>
                      <a:pt x="13" y="21"/>
                      <a:pt x="13" y="12"/>
                    </a:cubicBezTo>
                    <a:close/>
                    <a:moveTo>
                      <a:pt x="13" y="12"/>
                    </a:moveTo>
                    <a:cubicBezTo>
                      <a:pt x="13" y="12"/>
                      <a:pt x="13" y="12"/>
                      <a:pt x="13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5" name="Freeform 51"/>
              <p:cNvSpPr>
                <a:spLocks noEditPoints="1"/>
              </p:cNvSpPr>
              <p:nvPr userDrawn="1"/>
            </p:nvSpPr>
            <p:spPr bwMode="auto">
              <a:xfrm>
                <a:off x="1070" y="1129"/>
                <a:ext cx="117" cy="534"/>
              </a:xfrm>
              <a:custGeom>
                <a:avLst/>
                <a:gdLst>
                  <a:gd name="T0" fmla="*/ 68 w 117"/>
                  <a:gd name="T1" fmla="*/ 0 h 534"/>
                  <a:gd name="T2" fmla="*/ 7 w 117"/>
                  <a:gd name="T3" fmla="*/ 1 h 534"/>
                  <a:gd name="T4" fmla="*/ 12 w 117"/>
                  <a:gd name="T5" fmla="*/ 16 h 534"/>
                  <a:gd name="T6" fmla="*/ 5 w 117"/>
                  <a:gd name="T7" fmla="*/ 97 h 534"/>
                  <a:gd name="T8" fmla="*/ 59 w 117"/>
                  <a:gd name="T9" fmla="*/ 113 h 534"/>
                  <a:gd name="T10" fmla="*/ 90 w 117"/>
                  <a:gd name="T11" fmla="*/ 53 h 534"/>
                  <a:gd name="T12" fmla="*/ 59 w 117"/>
                  <a:gd name="T13" fmla="*/ 21 h 534"/>
                  <a:gd name="T14" fmla="*/ 59 w 117"/>
                  <a:gd name="T15" fmla="*/ 46 h 534"/>
                  <a:gd name="T16" fmla="*/ 62 w 117"/>
                  <a:gd name="T17" fmla="*/ 91 h 534"/>
                  <a:gd name="T18" fmla="*/ 51 w 117"/>
                  <a:gd name="T19" fmla="*/ 67 h 534"/>
                  <a:gd name="T20" fmla="*/ 62 w 117"/>
                  <a:gd name="T21" fmla="*/ 91 h 534"/>
                  <a:gd name="T22" fmla="*/ 84 w 117"/>
                  <a:gd name="T23" fmla="*/ 141 h 534"/>
                  <a:gd name="T24" fmla="*/ 37 w 117"/>
                  <a:gd name="T25" fmla="*/ 141 h 534"/>
                  <a:gd name="T26" fmla="*/ 0 w 117"/>
                  <a:gd name="T27" fmla="*/ 251 h 534"/>
                  <a:gd name="T28" fmla="*/ 50 w 117"/>
                  <a:gd name="T29" fmla="*/ 237 h 534"/>
                  <a:gd name="T30" fmla="*/ 39 w 117"/>
                  <a:gd name="T31" fmla="*/ 232 h 534"/>
                  <a:gd name="T32" fmla="*/ 55 w 117"/>
                  <a:gd name="T33" fmla="*/ 220 h 534"/>
                  <a:gd name="T34" fmla="*/ 69 w 117"/>
                  <a:gd name="T35" fmla="*/ 227 h 534"/>
                  <a:gd name="T36" fmla="*/ 59 w 117"/>
                  <a:gd name="T37" fmla="*/ 251 h 534"/>
                  <a:gd name="T38" fmla="*/ 117 w 117"/>
                  <a:gd name="T39" fmla="*/ 237 h 534"/>
                  <a:gd name="T40" fmla="*/ 47 w 117"/>
                  <a:gd name="T41" fmla="*/ 200 h 534"/>
                  <a:gd name="T42" fmla="*/ 59 w 117"/>
                  <a:gd name="T43" fmla="*/ 171 h 534"/>
                  <a:gd name="T44" fmla="*/ 60 w 117"/>
                  <a:gd name="T45" fmla="*/ 517 h 534"/>
                  <a:gd name="T46" fmla="*/ 60 w 117"/>
                  <a:gd name="T47" fmla="*/ 517 h 534"/>
                  <a:gd name="T48" fmla="*/ 59 w 117"/>
                  <a:gd name="T49" fmla="*/ 420 h 534"/>
                  <a:gd name="T50" fmla="*/ 48 w 117"/>
                  <a:gd name="T51" fmla="*/ 504 h 534"/>
                  <a:gd name="T52" fmla="*/ 59 w 117"/>
                  <a:gd name="T53" fmla="*/ 420 h 534"/>
                  <a:gd name="T54" fmla="*/ 2 w 117"/>
                  <a:gd name="T55" fmla="*/ 433 h 534"/>
                  <a:gd name="T56" fmla="*/ 14 w 117"/>
                  <a:gd name="T57" fmla="*/ 444 h 534"/>
                  <a:gd name="T58" fmla="*/ 2 w 117"/>
                  <a:gd name="T59" fmla="*/ 531 h 534"/>
                  <a:gd name="T60" fmla="*/ 59 w 117"/>
                  <a:gd name="T61" fmla="*/ 515 h 534"/>
                  <a:gd name="T62" fmla="*/ 59 w 117"/>
                  <a:gd name="T63" fmla="*/ 393 h 534"/>
                  <a:gd name="T64" fmla="*/ 102 w 117"/>
                  <a:gd name="T65" fmla="*/ 383 h 534"/>
                  <a:gd name="T66" fmla="*/ 65 w 117"/>
                  <a:gd name="T67" fmla="*/ 369 h 534"/>
                  <a:gd name="T68" fmla="*/ 59 w 117"/>
                  <a:gd name="T69" fmla="*/ 303 h 534"/>
                  <a:gd name="T70" fmla="*/ 75 w 117"/>
                  <a:gd name="T71" fmla="*/ 324 h 534"/>
                  <a:gd name="T72" fmla="*/ 105 w 117"/>
                  <a:gd name="T73" fmla="*/ 283 h 534"/>
                  <a:gd name="T74" fmla="*/ 9 w 117"/>
                  <a:gd name="T75" fmla="*/ 338 h 534"/>
                  <a:gd name="T76" fmla="*/ 99 w 117"/>
                  <a:gd name="T77" fmla="*/ 501 h 534"/>
                  <a:gd name="T78" fmla="*/ 115 w 117"/>
                  <a:gd name="T79" fmla="*/ 435 h 534"/>
                  <a:gd name="T80" fmla="*/ 91 w 117"/>
                  <a:gd name="T81" fmla="*/ 420 h 534"/>
                  <a:gd name="T82" fmla="*/ 66 w 117"/>
                  <a:gd name="T83" fmla="*/ 436 h 534"/>
                  <a:gd name="T84" fmla="*/ 59 w 117"/>
                  <a:gd name="T85" fmla="*/ 461 h 534"/>
                  <a:gd name="T86" fmla="*/ 90 w 117"/>
                  <a:gd name="T87" fmla="*/ 534 h 534"/>
                  <a:gd name="T88" fmla="*/ 116 w 117"/>
                  <a:gd name="T89" fmla="*/ 51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534">
                    <a:moveTo>
                      <a:pt x="90" y="53"/>
                    </a:moveTo>
                    <a:cubicBezTo>
                      <a:pt x="99" y="47"/>
                      <a:pt x="107" y="39"/>
                      <a:pt x="107" y="27"/>
                    </a:cubicBezTo>
                    <a:cubicBezTo>
                      <a:pt x="107" y="9"/>
                      <a:pt x="93" y="0"/>
                      <a:pt x="68" y="0"/>
                    </a:cubicBezTo>
                    <a:cubicBezTo>
                      <a:pt x="68" y="0"/>
                      <a:pt x="64" y="0"/>
                      <a:pt x="59" y="0"/>
                    </a:cubicBezTo>
                    <a:cubicBezTo>
                      <a:pt x="50" y="0"/>
                      <a:pt x="39" y="1"/>
                      <a:pt x="35" y="1"/>
                    </a:cubicBezTo>
                    <a:cubicBezTo>
                      <a:pt x="30" y="1"/>
                      <a:pt x="7" y="1"/>
                      <a:pt x="7" y="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11" y="16"/>
                      <a:pt x="12" y="16"/>
                    </a:cubicBezTo>
                    <a:cubicBezTo>
                      <a:pt x="15" y="16"/>
                      <a:pt x="17" y="19"/>
                      <a:pt x="17" y="24"/>
                    </a:cubicBezTo>
                    <a:cubicBezTo>
                      <a:pt x="17" y="85"/>
                      <a:pt x="17" y="85"/>
                      <a:pt x="17" y="85"/>
                    </a:cubicBezTo>
                    <a:cubicBezTo>
                      <a:pt x="17" y="93"/>
                      <a:pt x="14" y="95"/>
                      <a:pt x="5" y="97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24" y="111"/>
                      <a:pt x="35" y="111"/>
                    </a:cubicBezTo>
                    <a:cubicBezTo>
                      <a:pt x="38" y="111"/>
                      <a:pt x="51" y="112"/>
                      <a:pt x="59" y="113"/>
                    </a:cubicBezTo>
                    <a:cubicBezTo>
                      <a:pt x="60" y="113"/>
                      <a:pt x="62" y="113"/>
                      <a:pt x="63" y="113"/>
                    </a:cubicBezTo>
                    <a:cubicBezTo>
                      <a:pt x="95" y="113"/>
                      <a:pt x="112" y="101"/>
                      <a:pt x="112" y="77"/>
                    </a:cubicBezTo>
                    <a:cubicBezTo>
                      <a:pt x="112" y="62"/>
                      <a:pt x="101" y="56"/>
                      <a:pt x="90" y="53"/>
                    </a:cubicBezTo>
                    <a:close/>
                    <a:moveTo>
                      <a:pt x="53" y="23"/>
                    </a:moveTo>
                    <a:cubicBezTo>
                      <a:pt x="53" y="21"/>
                      <a:pt x="53" y="21"/>
                      <a:pt x="56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8" y="21"/>
                      <a:pt x="72" y="25"/>
                      <a:pt x="72" y="32"/>
                    </a:cubicBezTo>
                    <a:cubicBezTo>
                      <a:pt x="72" y="41"/>
                      <a:pt x="65" y="46"/>
                      <a:pt x="65" y="46"/>
                    </a:cubicBezTo>
                    <a:cubicBezTo>
                      <a:pt x="64" y="46"/>
                      <a:pt x="61" y="46"/>
                      <a:pt x="59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1" y="44"/>
                      <a:pt x="52" y="31"/>
                      <a:pt x="53" y="23"/>
                    </a:cubicBezTo>
                    <a:close/>
                    <a:moveTo>
                      <a:pt x="62" y="91"/>
                    </a:moveTo>
                    <a:cubicBezTo>
                      <a:pt x="61" y="91"/>
                      <a:pt x="60" y="91"/>
                      <a:pt x="59" y="91"/>
                    </a:cubicBezTo>
                    <a:cubicBezTo>
                      <a:pt x="53" y="91"/>
                      <a:pt x="50" y="88"/>
                      <a:pt x="50" y="84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1" y="69"/>
                      <a:pt x="75" y="73"/>
                      <a:pt x="75" y="79"/>
                    </a:cubicBezTo>
                    <a:cubicBezTo>
                      <a:pt x="75" y="87"/>
                      <a:pt x="71" y="91"/>
                      <a:pt x="62" y="91"/>
                    </a:cubicBezTo>
                    <a:close/>
                    <a:moveTo>
                      <a:pt x="116" y="236"/>
                    </a:moveTo>
                    <a:cubicBezTo>
                      <a:pt x="110" y="236"/>
                      <a:pt x="108" y="232"/>
                      <a:pt x="105" y="225"/>
                    </a:cubicBezTo>
                    <a:cubicBezTo>
                      <a:pt x="100" y="206"/>
                      <a:pt x="84" y="141"/>
                      <a:pt x="84" y="141"/>
                    </a:cubicBezTo>
                    <a:cubicBezTo>
                      <a:pt x="82" y="139"/>
                      <a:pt x="82" y="139"/>
                      <a:pt x="82" y="139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9" y="227"/>
                      <a:pt x="9" y="227"/>
                      <a:pt x="9" y="227"/>
                    </a:cubicBezTo>
                    <a:cubicBezTo>
                      <a:pt x="8" y="232"/>
                      <a:pt x="5" y="235"/>
                      <a:pt x="1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251"/>
                      <a:pt x="12" y="251"/>
                      <a:pt x="22" y="251"/>
                    </a:cubicBezTo>
                    <a:cubicBezTo>
                      <a:pt x="33" y="251"/>
                      <a:pt x="49" y="251"/>
                      <a:pt x="49" y="251"/>
                    </a:cubicBezTo>
                    <a:cubicBezTo>
                      <a:pt x="50" y="237"/>
                      <a:pt x="50" y="237"/>
                      <a:pt x="50" y="237"/>
                    </a:cubicBezTo>
                    <a:cubicBezTo>
                      <a:pt x="49" y="236"/>
                      <a:pt x="49" y="236"/>
                      <a:pt x="49" y="236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40" y="236"/>
                      <a:pt x="39" y="235"/>
                      <a:pt x="39" y="232"/>
                    </a:cubicBezTo>
                    <a:cubicBezTo>
                      <a:pt x="39" y="232"/>
                      <a:pt x="39" y="230"/>
                      <a:pt x="39" y="228"/>
                    </a:cubicBezTo>
                    <a:cubicBezTo>
                      <a:pt x="41" y="221"/>
                      <a:pt x="41" y="221"/>
                      <a:pt x="41" y="221"/>
                    </a:cubicBezTo>
                    <a:cubicBezTo>
                      <a:pt x="46" y="221"/>
                      <a:pt x="51" y="220"/>
                      <a:pt x="55" y="220"/>
                    </a:cubicBezTo>
                    <a:cubicBezTo>
                      <a:pt x="59" y="220"/>
                      <a:pt x="59" y="220"/>
                      <a:pt x="59" y="220"/>
                    </a:cubicBezTo>
                    <a:cubicBezTo>
                      <a:pt x="62" y="220"/>
                      <a:pt x="65" y="220"/>
                      <a:pt x="68" y="220"/>
                    </a:cubicBezTo>
                    <a:cubicBezTo>
                      <a:pt x="69" y="227"/>
                      <a:pt x="69" y="227"/>
                      <a:pt x="69" y="227"/>
                    </a:cubicBezTo>
                    <a:cubicBezTo>
                      <a:pt x="69" y="228"/>
                      <a:pt x="69" y="229"/>
                      <a:pt x="69" y="230"/>
                    </a:cubicBezTo>
                    <a:cubicBezTo>
                      <a:pt x="69" y="234"/>
                      <a:pt x="69" y="234"/>
                      <a:pt x="59" y="236"/>
                    </a:cubicBezTo>
                    <a:cubicBezTo>
                      <a:pt x="59" y="251"/>
                      <a:pt x="59" y="251"/>
                      <a:pt x="59" y="251"/>
                    </a:cubicBezTo>
                    <a:cubicBezTo>
                      <a:pt x="59" y="251"/>
                      <a:pt x="75" y="250"/>
                      <a:pt x="91" y="250"/>
                    </a:cubicBezTo>
                    <a:cubicBezTo>
                      <a:pt x="100" y="250"/>
                      <a:pt x="115" y="251"/>
                      <a:pt x="115" y="251"/>
                    </a:cubicBezTo>
                    <a:cubicBezTo>
                      <a:pt x="117" y="237"/>
                      <a:pt x="117" y="237"/>
                      <a:pt x="117" y="237"/>
                    </a:cubicBezTo>
                    <a:lnTo>
                      <a:pt x="116" y="236"/>
                    </a:lnTo>
                    <a:close/>
                    <a:moveTo>
                      <a:pt x="59" y="200"/>
                    </a:moveTo>
                    <a:cubicBezTo>
                      <a:pt x="47" y="200"/>
                      <a:pt x="47" y="200"/>
                      <a:pt x="47" y="200"/>
                    </a:cubicBezTo>
                    <a:cubicBezTo>
                      <a:pt x="55" y="169"/>
                      <a:pt x="55" y="169"/>
                      <a:pt x="55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65" y="199"/>
                      <a:pt x="65" y="199"/>
                      <a:pt x="65" y="199"/>
                    </a:cubicBezTo>
                    <a:cubicBezTo>
                      <a:pt x="62" y="199"/>
                      <a:pt x="61" y="199"/>
                      <a:pt x="59" y="200"/>
                    </a:cubicBezTo>
                    <a:close/>
                    <a:moveTo>
                      <a:pt x="60" y="517"/>
                    </a:moveTo>
                    <a:cubicBezTo>
                      <a:pt x="59" y="516"/>
                      <a:pt x="59" y="516"/>
                      <a:pt x="59" y="516"/>
                    </a:cubicBezTo>
                    <a:cubicBezTo>
                      <a:pt x="59" y="530"/>
                      <a:pt x="59" y="530"/>
                      <a:pt x="59" y="530"/>
                    </a:cubicBezTo>
                    <a:lnTo>
                      <a:pt x="60" y="517"/>
                    </a:lnTo>
                    <a:close/>
                    <a:moveTo>
                      <a:pt x="59" y="435"/>
                    </a:moveTo>
                    <a:cubicBezTo>
                      <a:pt x="61" y="420"/>
                      <a:pt x="61" y="420"/>
                      <a:pt x="61" y="420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9" y="436"/>
                      <a:pt x="59" y="436"/>
                      <a:pt x="59" y="436"/>
                    </a:cubicBezTo>
                    <a:cubicBezTo>
                      <a:pt x="59" y="435"/>
                      <a:pt x="59" y="435"/>
                      <a:pt x="59" y="435"/>
                    </a:cubicBezTo>
                    <a:close/>
                    <a:moveTo>
                      <a:pt x="48" y="504"/>
                    </a:moveTo>
                    <a:cubicBezTo>
                      <a:pt x="49" y="445"/>
                      <a:pt x="49" y="445"/>
                      <a:pt x="49" y="445"/>
                    </a:cubicBezTo>
                    <a:cubicBezTo>
                      <a:pt x="49" y="439"/>
                      <a:pt x="51" y="437"/>
                      <a:pt x="59" y="436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3" y="420"/>
                      <a:pt x="37" y="421"/>
                      <a:pt x="31" y="421"/>
                    </a:cubicBezTo>
                    <a:cubicBezTo>
                      <a:pt x="28" y="421"/>
                      <a:pt x="4" y="421"/>
                      <a:pt x="4" y="421"/>
                    </a:cubicBezTo>
                    <a:cubicBezTo>
                      <a:pt x="2" y="433"/>
                      <a:pt x="2" y="433"/>
                      <a:pt x="2" y="433"/>
                    </a:cubicBezTo>
                    <a:cubicBezTo>
                      <a:pt x="4" y="436"/>
                      <a:pt x="4" y="436"/>
                      <a:pt x="4" y="436"/>
                    </a:cubicBezTo>
                    <a:cubicBezTo>
                      <a:pt x="4" y="436"/>
                      <a:pt x="6" y="436"/>
                      <a:pt x="8" y="436"/>
                    </a:cubicBezTo>
                    <a:cubicBezTo>
                      <a:pt x="13" y="436"/>
                      <a:pt x="14" y="437"/>
                      <a:pt x="14" y="444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14" y="513"/>
                      <a:pt x="12" y="515"/>
                      <a:pt x="3" y="517"/>
                    </a:cubicBezTo>
                    <a:cubicBezTo>
                      <a:pt x="2" y="531"/>
                      <a:pt x="2" y="531"/>
                      <a:pt x="2" y="531"/>
                    </a:cubicBezTo>
                    <a:cubicBezTo>
                      <a:pt x="2" y="531"/>
                      <a:pt x="19" y="531"/>
                      <a:pt x="30" y="531"/>
                    </a:cubicBezTo>
                    <a:cubicBezTo>
                      <a:pt x="37" y="531"/>
                      <a:pt x="59" y="531"/>
                      <a:pt x="59" y="531"/>
                    </a:cubicBezTo>
                    <a:cubicBezTo>
                      <a:pt x="59" y="515"/>
                      <a:pt x="59" y="515"/>
                      <a:pt x="59" y="515"/>
                    </a:cubicBezTo>
                    <a:cubicBezTo>
                      <a:pt x="59" y="515"/>
                      <a:pt x="56" y="516"/>
                      <a:pt x="53" y="516"/>
                    </a:cubicBezTo>
                    <a:cubicBezTo>
                      <a:pt x="49" y="516"/>
                      <a:pt x="48" y="514"/>
                      <a:pt x="48" y="504"/>
                    </a:cubicBezTo>
                    <a:close/>
                    <a:moveTo>
                      <a:pt x="59" y="393"/>
                    </a:moveTo>
                    <a:cubicBezTo>
                      <a:pt x="60" y="393"/>
                      <a:pt x="60" y="393"/>
                      <a:pt x="60" y="393"/>
                    </a:cubicBezTo>
                    <a:cubicBezTo>
                      <a:pt x="82" y="393"/>
                      <a:pt x="100" y="386"/>
                      <a:pt x="100" y="386"/>
                    </a:cubicBezTo>
                    <a:cubicBezTo>
                      <a:pt x="102" y="383"/>
                      <a:pt x="102" y="383"/>
                      <a:pt x="102" y="383"/>
                    </a:cubicBezTo>
                    <a:cubicBezTo>
                      <a:pt x="102" y="367"/>
                      <a:pt x="105" y="347"/>
                      <a:pt x="105" y="347"/>
                    </a:cubicBezTo>
                    <a:cubicBezTo>
                      <a:pt x="78" y="349"/>
                      <a:pt x="78" y="349"/>
                      <a:pt x="78" y="349"/>
                    </a:cubicBezTo>
                    <a:cubicBezTo>
                      <a:pt x="77" y="363"/>
                      <a:pt x="73" y="369"/>
                      <a:pt x="65" y="369"/>
                    </a:cubicBezTo>
                    <a:cubicBezTo>
                      <a:pt x="62" y="369"/>
                      <a:pt x="60" y="368"/>
                      <a:pt x="59" y="367"/>
                    </a:cubicBezTo>
                    <a:cubicBezTo>
                      <a:pt x="51" y="363"/>
                      <a:pt x="48" y="352"/>
                      <a:pt x="48" y="332"/>
                    </a:cubicBezTo>
                    <a:cubicBezTo>
                      <a:pt x="48" y="313"/>
                      <a:pt x="51" y="305"/>
                      <a:pt x="59" y="303"/>
                    </a:cubicBezTo>
                    <a:cubicBezTo>
                      <a:pt x="60" y="302"/>
                      <a:pt x="62" y="302"/>
                      <a:pt x="64" y="302"/>
                    </a:cubicBezTo>
                    <a:cubicBezTo>
                      <a:pt x="73" y="302"/>
                      <a:pt x="76" y="305"/>
                      <a:pt x="76" y="315"/>
                    </a:cubicBezTo>
                    <a:cubicBezTo>
                      <a:pt x="76" y="318"/>
                      <a:pt x="75" y="321"/>
                      <a:pt x="75" y="324"/>
                    </a:cubicBezTo>
                    <a:cubicBezTo>
                      <a:pt x="102" y="323"/>
                      <a:pt x="102" y="323"/>
                      <a:pt x="102" y="323"/>
                    </a:cubicBezTo>
                    <a:cubicBezTo>
                      <a:pt x="103" y="302"/>
                      <a:pt x="106" y="286"/>
                      <a:pt x="106" y="286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05" y="283"/>
                      <a:pt x="84" y="279"/>
                      <a:pt x="69" y="279"/>
                    </a:cubicBezTo>
                    <a:cubicBezTo>
                      <a:pt x="65" y="279"/>
                      <a:pt x="62" y="279"/>
                      <a:pt x="59" y="279"/>
                    </a:cubicBezTo>
                    <a:cubicBezTo>
                      <a:pt x="27" y="283"/>
                      <a:pt x="9" y="303"/>
                      <a:pt x="9" y="338"/>
                    </a:cubicBezTo>
                    <a:cubicBezTo>
                      <a:pt x="9" y="372"/>
                      <a:pt x="28" y="392"/>
                      <a:pt x="59" y="393"/>
                    </a:cubicBezTo>
                    <a:close/>
                    <a:moveTo>
                      <a:pt x="116" y="517"/>
                    </a:moveTo>
                    <a:cubicBezTo>
                      <a:pt x="109" y="516"/>
                      <a:pt x="104" y="511"/>
                      <a:pt x="99" y="501"/>
                    </a:cubicBezTo>
                    <a:cubicBezTo>
                      <a:pt x="83" y="470"/>
                      <a:pt x="83" y="470"/>
                      <a:pt x="83" y="470"/>
                    </a:cubicBezTo>
                    <a:cubicBezTo>
                      <a:pt x="90" y="460"/>
                      <a:pt x="90" y="460"/>
                      <a:pt x="90" y="460"/>
                    </a:cubicBezTo>
                    <a:cubicBezTo>
                      <a:pt x="99" y="447"/>
                      <a:pt x="107" y="440"/>
                      <a:pt x="115" y="435"/>
                    </a:cubicBezTo>
                    <a:cubicBezTo>
                      <a:pt x="117" y="422"/>
                      <a:pt x="117" y="422"/>
                      <a:pt x="117" y="422"/>
                    </a:cubicBezTo>
                    <a:cubicBezTo>
                      <a:pt x="115" y="419"/>
                      <a:pt x="115" y="419"/>
                      <a:pt x="115" y="419"/>
                    </a:cubicBezTo>
                    <a:cubicBezTo>
                      <a:pt x="115" y="419"/>
                      <a:pt x="97" y="420"/>
                      <a:pt x="91" y="420"/>
                    </a:cubicBezTo>
                    <a:cubicBezTo>
                      <a:pt x="83" y="420"/>
                      <a:pt x="66" y="420"/>
                      <a:pt x="66" y="420"/>
                    </a:cubicBezTo>
                    <a:cubicBezTo>
                      <a:pt x="65" y="434"/>
                      <a:pt x="65" y="434"/>
                      <a:pt x="65" y="434"/>
                    </a:cubicBezTo>
                    <a:cubicBezTo>
                      <a:pt x="66" y="436"/>
                      <a:pt x="66" y="436"/>
                      <a:pt x="66" y="436"/>
                    </a:cubicBezTo>
                    <a:cubicBezTo>
                      <a:pt x="71" y="436"/>
                      <a:pt x="73" y="437"/>
                      <a:pt x="73" y="441"/>
                    </a:cubicBezTo>
                    <a:cubicBezTo>
                      <a:pt x="73" y="444"/>
                      <a:pt x="71" y="447"/>
                      <a:pt x="69" y="449"/>
                    </a:cubicBezTo>
                    <a:cubicBezTo>
                      <a:pt x="59" y="461"/>
                      <a:pt x="59" y="461"/>
                      <a:pt x="59" y="461"/>
                    </a:cubicBezTo>
                    <a:cubicBezTo>
                      <a:pt x="59" y="496"/>
                      <a:pt x="59" y="496"/>
                      <a:pt x="59" y="496"/>
                    </a:cubicBezTo>
                    <a:cubicBezTo>
                      <a:pt x="71" y="520"/>
                      <a:pt x="71" y="520"/>
                      <a:pt x="71" y="520"/>
                    </a:cubicBezTo>
                    <a:cubicBezTo>
                      <a:pt x="76" y="530"/>
                      <a:pt x="81" y="534"/>
                      <a:pt x="90" y="534"/>
                    </a:cubicBezTo>
                    <a:cubicBezTo>
                      <a:pt x="94" y="534"/>
                      <a:pt x="116" y="532"/>
                      <a:pt x="116" y="532"/>
                    </a:cubicBezTo>
                    <a:cubicBezTo>
                      <a:pt x="117" y="519"/>
                      <a:pt x="117" y="519"/>
                      <a:pt x="117" y="519"/>
                    </a:cubicBezTo>
                    <a:lnTo>
                      <a:pt x="116" y="517"/>
                    </a:lnTo>
                    <a:close/>
                    <a:moveTo>
                      <a:pt x="116" y="517"/>
                    </a:moveTo>
                    <a:cubicBezTo>
                      <a:pt x="116" y="517"/>
                      <a:pt x="116" y="517"/>
                      <a:pt x="116" y="517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6" name="Freeform 52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close/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close/>
                    <a:moveTo>
                      <a:pt x="124" y="974"/>
                    </a:moveTo>
                    <a:lnTo>
                      <a:pt x="124" y="974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7" name="Freeform 53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moveTo>
                      <a:pt x="124" y="974"/>
                    </a:moveTo>
                    <a:lnTo>
                      <a:pt x="124" y="9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8" name="Freeform 5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41" cy="704"/>
              </a:xfrm>
              <a:custGeom>
                <a:avLst/>
                <a:gdLst>
                  <a:gd name="T0" fmla="*/ 41 w 41"/>
                  <a:gd name="T1" fmla="*/ 20 h 704"/>
                  <a:gd name="T2" fmla="*/ 24 w 41"/>
                  <a:gd name="T3" fmla="*/ 0 h 704"/>
                  <a:gd name="T4" fmla="*/ 24 w 41"/>
                  <a:gd name="T5" fmla="*/ 39 h 704"/>
                  <a:gd name="T6" fmla="*/ 41 w 41"/>
                  <a:gd name="T7" fmla="*/ 20 h 704"/>
                  <a:gd name="T8" fmla="*/ 24 w 41"/>
                  <a:gd name="T9" fmla="*/ 664 h 704"/>
                  <a:gd name="T10" fmla="*/ 21 w 41"/>
                  <a:gd name="T11" fmla="*/ 663 h 704"/>
                  <a:gd name="T12" fmla="*/ 0 w 41"/>
                  <a:gd name="T13" fmla="*/ 683 h 704"/>
                  <a:gd name="T14" fmla="*/ 21 w 41"/>
                  <a:gd name="T15" fmla="*/ 704 h 704"/>
                  <a:gd name="T16" fmla="*/ 24 w 41"/>
                  <a:gd name="T17" fmla="*/ 703 h 704"/>
                  <a:gd name="T18" fmla="*/ 41 w 41"/>
                  <a:gd name="T19" fmla="*/ 683 h 704"/>
                  <a:gd name="T20" fmla="*/ 24 w 41"/>
                  <a:gd name="T21" fmla="*/ 664 h 704"/>
                  <a:gd name="T22" fmla="*/ 24 w 41"/>
                  <a:gd name="T23" fmla="*/ 664 h 704"/>
                  <a:gd name="T24" fmla="*/ 24 w 41"/>
                  <a:gd name="T25" fmla="*/ 66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704">
                    <a:moveTo>
                      <a:pt x="41" y="20"/>
                    </a:moveTo>
                    <a:cubicBezTo>
                      <a:pt x="41" y="10"/>
                      <a:pt x="33" y="1"/>
                      <a:pt x="24" y="0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3" y="38"/>
                      <a:pt x="41" y="29"/>
                      <a:pt x="41" y="20"/>
                    </a:cubicBezTo>
                    <a:close/>
                    <a:moveTo>
                      <a:pt x="24" y="664"/>
                    </a:moveTo>
                    <a:cubicBezTo>
                      <a:pt x="23" y="663"/>
                      <a:pt x="22" y="663"/>
                      <a:pt x="21" y="663"/>
                    </a:cubicBezTo>
                    <a:cubicBezTo>
                      <a:pt x="9" y="663"/>
                      <a:pt x="0" y="672"/>
                      <a:pt x="0" y="683"/>
                    </a:cubicBezTo>
                    <a:cubicBezTo>
                      <a:pt x="0" y="695"/>
                      <a:pt x="9" y="704"/>
                      <a:pt x="21" y="704"/>
                    </a:cubicBezTo>
                    <a:cubicBezTo>
                      <a:pt x="22" y="704"/>
                      <a:pt x="23" y="703"/>
                      <a:pt x="24" y="703"/>
                    </a:cubicBezTo>
                    <a:cubicBezTo>
                      <a:pt x="33" y="702"/>
                      <a:pt x="41" y="693"/>
                      <a:pt x="41" y="683"/>
                    </a:cubicBezTo>
                    <a:cubicBezTo>
                      <a:pt x="41" y="674"/>
                      <a:pt x="33" y="665"/>
                      <a:pt x="24" y="664"/>
                    </a:cubicBezTo>
                    <a:close/>
                    <a:moveTo>
                      <a:pt x="24" y="664"/>
                    </a:moveTo>
                    <a:cubicBezTo>
                      <a:pt x="24" y="664"/>
                      <a:pt x="24" y="664"/>
                      <a:pt x="24" y="664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9" name="Freeform 55"/>
              <p:cNvSpPr>
                <a:spLocks noEditPoints="1"/>
              </p:cNvSpPr>
              <p:nvPr userDrawn="1"/>
            </p:nvSpPr>
            <p:spPr bwMode="auto">
              <a:xfrm>
                <a:off x="1298" y="676"/>
                <a:ext cx="389" cy="1363"/>
              </a:xfrm>
              <a:custGeom>
                <a:avLst/>
                <a:gdLst>
                  <a:gd name="T0" fmla="*/ 195 w 389"/>
                  <a:gd name="T1" fmla="*/ 1295 h 1363"/>
                  <a:gd name="T2" fmla="*/ 0 w 389"/>
                  <a:gd name="T3" fmla="*/ 1295 h 1363"/>
                  <a:gd name="T4" fmla="*/ 0 w 389"/>
                  <a:gd name="T5" fmla="*/ 1363 h 1363"/>
                  <a:gd name="T6" fmla="*/ 389 w 389"/>
                  <a:gd name="T7" fmla="*/ 1363 h 1363"/>
                  <a:gd name="T8" fmla="*/ 389 w 389"/>
                  <a:gd name="T9" fmla="*/ 1295 h 1363"/>
                  <a:gd name="T10" fmla="*/ 195 w 389"/>
                  <a:gd name="T11" fmla="*/ 1295 h 1363"/>
                  <a:gd name="T12" fmla="*/ 195 w 389"/>
                  <a:gd name="T13" fmla="*/ 0 h 1363"/>
                  <a:gd name="T14" fmla="*/ 0 w 389"/>
                  <a:gd name="T15" fmla="*/ 0 h 1363"/>
                  <a:gd name="T16" fmla="*/ 0 w 389"/>
                  <a:gd name="T17" fmla="*/ 72 h 1363"/>
                  <a:gd name="T18" fmla="*/ 389 w 389"/>
                  <a:gd name="T19" fmla="*/ 72 h 1363"/>
                  <a:gd name="T20" fmla="*/ 389 w 389"/>
                  <a:gd name="T21" fmla="*/ 0 h 1363"/>
                  <a:gd name="T22" fmla="*/ 195 w 389"/>
                  <a:gd name="T23" fmla="*/ 0 h 1363"/>
                  <a:gd name="T24" fmla="*/ 195 w 389"/>
                  <a:gd name="T25" fmla="*/ 119 h 1363"/>
                  <a:gd name="T26" fmla="*/ 0 w 389"/>
                  <a:gd name="T27" fmla="*/ 119 h 1363"/>
                  <a:gd name="T28" fmla="*/ 0 w 389"/>
                  <a:gd name="T29" fmla="*/ 1248 h 1363"/>
                  <a:gd name="T30" fmla="*/ 389 w 389"/>
                  <a:gd name="T31" fmla="*/ 1248 h 1363"/>
                  <a:gd name="T32" fmla="*/ 389 w 389"/>
                  <a:gd name="T33" fmla="*/ 119 h 1363"/>
                  <a:gd name="T34" fmla="*/ 195 w 389"/>
                  <a:gd name="T35" fmla="*/ 119 h 1363"/>
                  <a:gd name="T36" fmla="*/ 319 w 389"/>
                  <a:gd name="T37" fmla="*/ 1199 h 1363"/>
                  <a:gd name="T38" fmla="*/ 76 w 389"/>
                  <a:gd name="T39" fmla="*/ 1199 h 1363"/>
                  <a:gd name="T40" fmla="*/ 69 w 389"/>
                  <a:gd name="T41" fmla="*/ 1192 h 1363"/>
                  <a:gd name="T42" fmla="*/ 76 w 389"/>
                  <a:gd name="T43" fmla="*/ 1184 h 1363"/>
                  <a:gd name="T44" fmla="*/ 319 w 389"/>
                  <a:gd name="T45" fmla="*/ 1184 h 1363"/>
                  <a:gd name="T46" fmla="*/ 327 w 389"/>
                  <a:gd name="T47" fmla="*/ 1192 h 1363"/>
                  <a:gd name="T48" fmla="*/ 319 w 389"/>
                  <a:gd name="T49" fmla="*/ 1199 h 1363"/>
                  <a:gd name="T50" fmla="*/ 319 w 389"/>
                  <a:gd name="T51" fmla="*/ 1148 h 1363"/>
                  <a:gd name="T52" fmla="*/ 76 w 389"/>
                  <a:gd name="T53" fmla="*/ 1148 h 1363"/>
                  <a:gd name="T54" fmla="*/ 69 w 389"/>
                  <a:gd name="T55" fmla="*/ 1140 h 1363"/>
                  <a:gd name="T56" fmla="*/ 76 w 389"/>
                  <a:gd name="T57" fmla="*/ 1133 h 1363"/>
                  <a:gd name="T58" fmla="*/ 319 w 389"/>
                  <a:gd name="T59" fmla="*/ 1133 h 1363"/>
                  <a:gd name="T60" fmla="*/ 327 w 389"/>
                  <a:gd name="T61" fmla="*/ 1140 h 1363"/>
                  <a:gd name="T62" fmla="*/ 319 w 389"/>
                  <a:gd name="T63" fmla="*/ 1148 h 1363"/>
                  <a:gd name="T64" fmla="*/ 73 w 389"/>
                  <a:gd name="T65" fmla="*/ 1078 h 1363"/>
                  <a:gd name="T66" fmla="*/ 73 w 389"/>
                  <a:gd name="T67" fmla="*/ 281 h 1363"/>
                  <a:gd name="T68" fmla="*/ 316 w 389"/>
                  <a:gd name="T69" fmla="*/ 281 h 1363"/>
                  <a:gd name="T70" fmla="*/ 316 w 389"/>
                  <a:gd name="T71" fmla="*/ 1078 h 1363"/>
                  <a:gd name="T72" fmla="*/ 73 w 389"/>
                  <a:gd name="T73" fmla="*/ 1078 h 1363"/>
                  <a:gd name="T74" fmla="*/ 319 w 389"/>
                  <a:gd name="T75" fmla="*/ 237 h 1363"/>
                  <a:gd name="T76" fmla="*/ 76 w 389"/>
                  <a:gd name="T77" fmla="*/ 237 h 1363"/>
                  <a:gd name="T78" fmla="*/ 69 w 389"/>
                  <a:gd name="T79" fmla="*/ 230 h 1363"/>
                  <a:gd name="T80" fmla="*/ 76 w 389"/>
                  <a:gd name="T81" fmla="*/ 222 h 1363"/>
                  <a:gd name="T82" fmla="*/ 319 w 389"/>
                  <a:gd name="T83" fmla="*/ 222 h 1363"/>
                  <a:gd name="T84" fmla="*/ 327 w 389"/>
                  <a:gd name="T85" fmla="*/ 230 h 1363"/>
                  <a:gd name="T86" fmla="*/ 319 w 389"/>
                  <a:gd name="T87" fmla="*/ 237 h 1363"/>
                  <a:gd name="T88" fmla="*/ 319 w 389"/>
                  <a:gd name="T89" fmla="*/ 185 h 1363"/>
                  <a:gd name="T90" fmla="*/ 76 w 389"/>
                  <a:gd name="T91" fmla="*/ 185 h 1363"/>
                  <a:gd name="T92" fmla="*/ 69 w 389"/>
                  <a:gd name="T93" fmla="*/ 178 h 1363"/>
                  <a:gd name="T94" fmla="*/ 76 w 389"/>
                  <a:gd name="T95" fmla="*/ 170 h 1363"/>
                  <a:gd name="T96" fmla="*/ 319 w 389"/>
                  <a:gd name="T97" fmla="*/ 170 h 1363"/>
                  <a:gd name="T98" fmla="*/ 327 w 389"/>
                  <a:gd name="T99" fmla="*/ 178 h 1363"/>
                  <a:gd name="T100" fmla="*/ 319 w 389"/>
                  <a:gd name="T101" fmla="*/ 185 h 1363"/>
                  <a:gd name="T102" fmla="*/ 319 w 389"/>
                  <a:gd name="T103" fmla="*/ 185 h 1363"/>
                  <a:gd name="T104" fmla="*/ 319 w 389"/>
                  <a:gd name="T105" fmla="*/ 185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9" h="1363">
                    <a:moveTo>
                      <a:pt x="195" y="1295"/>
                    </a:moveTo>
                    <a:cubicBezTo>
                      <a:pt x="0" y="1295"/>
                      <a:pt x="0" y="1295"/>
                      <a:pt x="0" y="1295"/>
                    </a:cubicBezTo>
                    <a:cubicBezTo>
                      <a:pt x="0" y="1363"/>
                      <a:pt x="0" y="1363"/>
                      <a:pt x="0" y="1363"/>
                    </a:cubicBezTo>
                    <a:cubicBezTo>
                      <a:pt x="389" y="1363"/>
                      <a:pt x="389" y="1363"/>
                      <a:pt x="389" y="1363"/>
                    </a:cubicBezTo>
                    <a:cubicBezTo>
                      <a:pt x="389" y="1295"/>
                      <a:pt x="389" y="1295"/>
                      <a:pt x="389" y="1295"/>
                    </a:cubicBezTo>
                    <a:lnTo>
                      <a:pt x="195" y="1295"/>
                    </a:ln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89" y="72"/>
                      <a:pt x="389" y="72"/>
                      <a:pt x="389" y="72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9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48"/>
                      <a:pt x="0" y="1248"/>
                      <a:pt x="0" y="1248"/>
                    </a:cubicBezTo>
                    <a:cubicBezTo>
                      <a:pt x="389" y="1248"/>
                      <a:pt x="389" y="1248"/>
                      <a:pt x="389" y="1248"/>
                    </a:cubicBezTo>
                    <a:cubicBezTo>
                      <a:pt x="389" y="119"/>
                      <a:pt x="389" y="119"/>
                      <a:pt x="389" y="119"/>
                    </a:cubicBezTo>
                    <a:lnTo>
                      <a:pt x="195" y="119"/>
                    </a:lnTo>
                    <a:close/>
                    <a:moveTo>
                      <a:pt x="319" y="1199"/>
                    </a:moveTo>
                    <a:cubicBezTo>
                      <a:pt x="76" y="1199"/>
                      <a:pt x="76" y="1199"/>
                      <a:pt x="76" y="1199"/>
                    </a:cubicBezTo>
                    <a:cubicBezTo>
                      <a:pt x="72" y="1199"/>
                      <a:pt x="69" y="1196"/>
                      <a:pt x="69" y="1192"/>
                    </a:cubicBezTo>
                    <a:cubicBezTo>
                      <a:pt x="69" y="1188"/>
                      <a:pt x="72" y="1184"/>
                      <a:pt x="76" y="1184"/>
                    </a:cubicBezTo>
                    <a:cubicBezTo>
                      <a:pt x="319" y="1184"/>
                      <a:pt x="319" y="1184"/>
                      <a:pt x="319" y="1184"/>
                    </a:cubicBezTo>
                    <a:cubicBezTo>
                      <a:pt x="323" y="1184"/>
                      <a:pt x="327" y="1188"/>
                      <a:pt x="327" y="1192"/>
                    </a:cubicBezTo>
                    <a:cubicBezTo>
                      <a:pt x="327" y="1196"/>
                      <a:pt x="323" y="1199"/>
                      <a:pt x="319" y="1199"/>
                    </a:cubicBezTo>
                    <a:close/>
                    <a:moveTo>
                      <a:pt x="319" y="1148"/>
                    </a:moveTo>
                    <a:cubicBezTo>
                      <a:pt x="76" y="1148"/>
                      <a:pt x="76" y="1148"/>
                      <a:pt x="76" y="1148"/>
                    </a:cubicBezTo>
                    <a:cubicBezTo>
                      <a:pt x="72" y="1148"/>
                      <a:pt x="69" y="1144"/>
                      <a:pt x="69" y="1140"/>
                    </a:cubicBezTo>
                    <a:cubicBezTo>
                      <a:pt x="69" y="1136"/>
                      <a:pt x="72" y="1133"/>
                      <a:pt x="76" y="1133"/>
                    </a:cubicBezTo>
                    <a:cubicBezTo>
                      <a:pt x="319" y="1133"/>
                      <a:pt x="319" y="1133"/>
                      <a:pt x="319" y="1133"/>
                    </a:cubicBezTo>
                    <a:cubicBezTo>
                      <a:pt x="323" y="1133"/>
                      <a:pt x="327" y="1136"/>
                      <a:pt x="327" y="1140"/>
                    </a:cubicBezTo>
                    <a:cubicBezTo>
                      <a:pt x="327" y="1144"/>
                      <a:pt x="323" y="1148"/>
                      <a:pt x="319" y="1148"/>
                    </a:cubicBezTo>
                    <a:close/>
                    <a:moveTo>
                      <a:pt x="73" y="1078"/>
                    </a:moveTo>
                    <a:cubicBezTo>
                      <a:pt x="73" y="281"/>
                      <a:pt x="73" y="281"/>
                      <a:pt x="73" y="281"/>
                    </a:cubicBezTo>
                    <a:cubicBezTo>
                      <a:pt x="316" y="281"/>
                      <a:pt x="316" y="281"/>
                      <a:pt x="316" y="281"/>
                    </a:cubicBezTo>
                    <a:cubicBezTo>
                      <a:pt x="316" y="1078"/>
                      <a:pt x="316" y="1078"/>
                      <a:pt x="316" y="1078"/>
                    </a:cubicBezTo>
                    <a:lnTo>
                      <a:pt x="73" y="1078"/>
                    </a:lnTo>
                    <a:close/>
                    <a:moveTo>
                      <a:pt x="319" y="237"/>
                    </a:moveTo>
                    <a:cubicBezTo>
                      <a:pt x="76" y="237"/>
                      <a:pt x="76" y="237"/>
                      <a:pt x="76" y="237"/>
                    </a:cubicBezTo>
                    <a:cubicBezTo>
                      <a:pt x="72" y="237"/>
                      <a:pt x="69" y="234"/>
                      <a:pt x="69" y="230"/>
                    </a:cubicBezTo>
                    <a:cubicBezTo>
                      <a:pt x="69" y="226"/>
                      <a:pt x="72" y="222"/>
                      <a:pt x="76" y="222"/>
                    </a:cubicBezTo>
                    <a:cubicBezTo>
                      <a:pt x="319" y="222"/>
                      <a:pt x="319" y="222"/>
                      <a:pt x="319" y="222"/>
                    </a:cubicBezTo>
                    <a:cubicBezTo>
                      <a:pt x="323" y="222"/>
                      <a:pt x="327" y="226"/>
                      <a:pt x="327" y="230"/>
                    </a:cubicBezTo>
                    <a:cubicBezTo>
                      <a:pt x="327" y="234"/>
                      <a:pt x="323" y="237"/>
                      <a:pt x="319" y="237"/>
                    </a:cubicBezTo>
                    <a:close/>
                    <a:moveTo>
                      <a:pt x="319" y="185"/>
                    </a:moveTo>
                    <a:cubicBezTo>
                      <a:pt x="76" y="185"/>
                      <a:pt x="76" y="185"/>
                      <a:pt x="76" y="185"/>
                    </a:cubicBezTo>
                    <a:cubicBezTo>
                      <a:pt x="72" y="185"/>
                      <a:pt x="69" y="182"/>
                      <a:pt x="69" y="178"/>
                    </a:cubicBezTo>
                    <a:cubicBezTo>
                      <a:pt x="69" y="174"/>
                      <a:pt x="72" y="170"/>
                      <a:pt x="76" y="170"/>
                    </a:cubicBezTo>
                    <a:cubicBezTo>
                      <a:pt x="319" y="170"/>
                      <a:pt x="319" y="170"/>
                      <a:pt x="319" y="170"/>
                    </a:cubicBezTo>
                    <a:cubicBezTo>
                      <a:pt x="323" y="170"/>
                      <a:pt x="327" y="174"/>
                      <a:pt x="327" y="178"/>
                    </a:cubicBezTo>
                    <a:cubicBezTo>
                      <a:pt x="327" y="182"/>
                      <a:pt x="323" y="185"/>
                      <a:pt x="319" y="185"/>
                    </a:cubicBezTo>
                    <a:close/>
                    <a:moveTo>
                      <a:pt x="319" y="185"/>
                    </a:moveTo>
                    <a:cubicBezTo>
                      <a:pt x="319" y="185"/>
                      <a:pt x="319" y="185"/>
                      <a:pt x="319" y="185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0" name="Freeform 56"/>
              <p:cNvSpPr>
                <a:spLocks noEditPoints="1"/>
              </p:cNvSpPr>
              <p:nvPr userDrawn="1"/>
            </p:nvSpPr>
            <p:spPr bwMode="auto">
              <a:xfrm>
                <a:off x="1523" y="1340"/>
                <a:ext cx="24" cy="71"/>
              </a:xfrm>
              <a:custGeom>
                <a:avLst/>
                <a:gdLst>
                  <a:gd name="T0" fmla="*/ 10 w 24"/>
                  <a:gd name="T1" fmla="*/ 71 h 71"/>
                  <a:gd name="T2" fmla="*/ 24 w 24"/>
                  <a:gd name="T3" fmla="*/ 26 h 71"/>
                  <a:gd name="T4" fmla="*/ 14 w 24"/>
                  <a:gd name="T5" fmla="*/ 0 h 71"/>
                  <a:gd name="T6" fmla="*/ 0 w 24"/>
                  <a:gd name="T7" fmla="*/ 45 h 71"/>
                  <a:gd name="T8" fmla="*/ 10 w 24"/>
                  <a:gd name="T9" fmla="*/ 71 h 71"/>
                  <a:gd name="T10" fmla="*/ 10 w 24"/>
                  <a:gd name="T11" fmla="*/ 71 h 71"/>
                  <a:gd name="T12" fmla="*/ 10 w 2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71">
                    <a:moveTo>
                      <a:pt x="10" y="71"/>
                    </a:moveTo>
                    <a:cubicBezTo>
                      <a:pt x="20" y="71"/>
                      <a:pt x="24" y="57"/>
                      <a:pt x="24" y="26"/>
                    </a:cubicBezTo>
                    <a:cubicBezTo>
                      <a:pt x="24" y="7"/>
                      <a:pt x="21" y="0"/>
                      <a:pt x="14" y="0"/>
                    </a:cubicBezTo>
                    <a:cubicBezTo>
                      <a:pt x="5" y="0"/>
                      <a:pt x="0" y="17"/>
                      <a:pt x="0" y="45"/>
                    </a:cubicBezTo>
                    <a:cubicBezTo>
                      <a:pt x="0" y="62"/>
                      <a:pt x="3" y="71"/>
                      <a:pt x="10" y="71"/>
                    </a:cubicBezTo>
                    <a:close/>
                    <a:moveTo>
                      <a:pt x="10" y="71"/>
                    </a:moveTo>
                    <a:cubicBezTo>
                      <a:pt x="10" y="71"/>
                      <a:pt x="10" y="71"/>
                      <a:pt x="10" y="7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1" name="Freeform 57"/>
              <p:cNvSpPr>
                <a:spLocks noEditPoints="1"/>
              </p:cNvSpPr>
              <p:nvPr userDrawn="1"/>
            </p:nvSpPr>
            <p:spPr bwMode="auto">
              <a:xfrm>
                <a:off x="1371" y="957"/>
                <a:ext cx="243" cy="797"/>
              </a:xfrm>
              <a:custGeom>
                <a:avLst/>
                <a:gdLst>
                  <a:gd name="T0" fmla="*/ 122 w 243"/>
                  <a:gd name="T1" fmla="*/ 0 h 797"/>
                  <a:gd name="T2" fmla="*/ 0 w 243"/>
                  <a:gd name="T3" fmla="*/ 0 h 797"/>
                  <a:gd name="T4" fmla="*/ 0 w 243"/>
                  <a:gd name="T5" fmla="*/ 797 h 797"/>
                  <a:gd name="T6" fmla="*/ 243 w 243"/>
                  <a:gd name="T7" fmla="*/ 797 h 797"/>
                  <a:gd name="T8" fmla="*/ 243 w 243"/>
                  <a:gd name="T9" fmla="*/ 0 h 797"/>
                  <a:gd name="T10" fmla="*/ 122 w 243"/>
                  <a:gd name="T11" fmla="*/ 0 h 797"/>
                  <a:gd name="T12" fmla="*/ 61 w 243"/>
                  <a:gd name="T13" fmla="*/ 481 h 797"/>
                  <a:gd name="T14" fmla="*/ 26 w 243"/>
                  <a:gd name="T15" fmla="*/ 446 h 797"/>
                  <a:gd name="T16" fmla="*/ 38 w 243"/>
                  <a:gd name="T17" fmla="*/ 382 h 797"/>
                  <a:gd name="T18" fmla="*/ 35 w 243"/>
                  <a:gd name="T19" fmla="*/ 379 h 797"/>
                  <a:gd name="T20" fmla="*/ 21 w 243"/>
                  <a:gd name="T21" fmla="*/ 379 h 797"/>
                  <a:gd name="T22" fmla="*/ 20 w 243"/>
                  <a:gd name="T23" fmla="*/ 378 h 797"/>
                  <a:gd name="T24" fmla="*/ 22 w 243"/>
                  <a:gd name="T25" fmla="*/ 361 h 797"/>
                  <a:gd name="T26" fmla="*/ 41 w 243"/>
                  <a:gd name="T27" fmla="*/ 358 h 797"/>
                  <a:gd name="T28" fmla="*/ 45 w 243"/>
                  <a:gd name="T29" fmla="*/ 329 h 797"/>
                  <a:gd name="T30" fmla="*/ 89 w 243"/>
                  <a:gd name="T31" fmla="*/ 320 h 797"/>
                  <a:gd name="T32" fmla="*/ 92 w 243"/>
                  <a:gd name="T33" fmla="*/ 323 h 797"/>
                  <a:gd name="T34" fmla="*/ 84 w 243"/>
                  <a:gd name="T35" fmla="*/ 358 h 797"/>
                  <a:gd name="T36" fmla="*/ 109 w 243"/>
                  <a:gd name="T37" fmla="*/ 358 h 797"/>
                  <a:gd name="T38" fmla="*/ 111 w 243"/>
                  <a:gd name="T39" fmla="*/ 359 h 797"/>
                  <a:gd name="T40" fmla="*/ 108 w 243"/>
                  <a:gd name="T41" fmla="*/ 379 h 797"/>
                  <a:gd name="T42" fmla="*/ 83 w 243"/>
                  <a:gd name="T43" fmla="*/ 379 h 797"/>
                  <a:gd name="T44" fmla="*/ 80 w 243"/>
                  <a:gd name="T45" fmla="*/ 381 h 797"/>
                  <a:gd name="T46" fmla="*/ 71 w 243"/>
                  <a:gd name="T47" fmla="*/ 431 h 797"/>
                  <a:gd name="T48" fmla="*/ 76 w 243"/>
                  <a:gd name="T49" fmla="*/ 439 h 797"/>
                  <a:gd name="T50" fmla="*/ 91 w 243"/>
                  <a:gd name="T51" fmla="*/ 427 h 797"/>
                  <a:gd name="T52" fmla="*/ 97 w 243"/>
                  <a:gd name="T53" fmla="*/ 428 h 797"/>
                  <a:gd name="T54" fmla="*/ 102 w 243"/>
                  <a:gd name="T55" fmla="*/ 441 h 797"/>
                  <a:gd name="T56" fmla="*/ 61 w 243"/>
                  <a:gd name="T57" fmla="*/ 481 h 797"/>
                  <a:gd name="T58" fmla="*/ 152 w 243"/>
                  <a:gd name="T59" fmla="*/ 481 h 797"/>
                  <a:gd name="T60" fmla="*/ 122 w 243"/>
                  <a:gd name="T61" fmla="*/ 471 h 797"/>
                  <a:gd name="T62" fmla="*/ 105 w 243"/>
                  <a:gd name="T63" fmla="*/ 430 h 797"/>
                  <a:gd name="T64" fmla="*/ 122 w 243"/>
                  <a:gd name="T65" fmla="*/ 377 h 797"/>
                  <a:gd name="T66" fmla="*/ 176 w 243"/>
                  <a:gd name="T67" fmla="*/ 352 h 797"/>
                  <a:gd name="T68" fmla="*/ 223 w 243"/>
                  <a:gd name="T69" fmla="*/ 401 h 797"/>
                  <a:gd name="T70" fmla="*/ 152 w 243"/>
                  <a:gd name="T71" fmla="*/ 481 h 797"/>
                  <a:gd name="T72" fmla="*/ 152 w 243"/>
                  <a:gd name="T73" fmla="*/ 481 h 797"/>
                  <a:gd name="T74" fmla="*/ 152 w 243"/>
                  <a:gd name="T75" fmla="*/ 48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3" h="797">
                    <a:moveTo>
                      <a:pt x="1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243" y="797"/>
                      <a:pt x="243" y="797"/>
                      <a:pt x="243" y="797"/>
                    </a:cubicBezTo>
                    <a:cubicBezTo>
                      <a:pt x="243" y="0"/>
                      <a:pt x="243" y="0"/>
                      <a:pt x="243" y="0"/>
                    </a:cubicBezTo>
                    <a:lnTo>
                      <a:pt x="122" y="0"/>
                    </a:lnTo>
                    <a:close/>
                    <a:moveTo>
                      <a:pt x="61" y="481"/>
                    </a:moveTo>
                    <a:cubicBezTo>
                      <a:pt x="36" y="481"/>
                      <a:pt x="24" y="468"/>
                      <a:pt x="26" y="446"/>
                    </a:cubicBezTo>
                    <a:cubicBezTo>
                      <a:pt x="38" y="382"/>
                      <a:pt x="38" y="382"/>
                      <a:pt x="38" y="382"/>
                    </a:cubicBezTo>
                    <a:cubicBezTo>
                      <a:pt x="35" y="379"/>
                      <a:pt x="35" y="379"/>
                      <a:pt x="35" y="379"/>
                    </a:cubicBezTo>
                    <a:cubicBezTo>
                      <a:pt x="21" y="379"/>
                      <a:pt x="21" y="379"/>
                      <a:pt x="21" y="379"/>
                    </a:cubicBezTo>
                    <a:cubicBezTo>
                      <a:pt x="20" y="378"/>
                      <a:pt x="20" y="378"/>
                      <a:pt x="20" y="378"/>
                    </a:cubicBezTo>
                    <a:cubicBezTo>
                      <a:pt x="22" y="361"/>
                      <a:pt x="22" y="361"/>
                      <a:pt x="22" y="361"/>
                    </a:cubicBezTo>
                    <a:cubicBezTo>
                      <a:pt x="41" y="358"/>
                      <a:pt x="41" y="358"/>
                      <a:pt x="41" y="358"/>
                    </a:cubicBezTo>
                    <a:cubicBezTo>
                      <a:pt x="43" y="344"/>
                      <a:pt x="45" y="329"/>
                      <a:pt x="45" y="329"/>
                    </a:cubicBezTo>
                    <a:cubicBezTo>
                      <a:pt x="89" y="320"/>
                      <a:pt x="89" y="320"/>
                      <a:pt x="89" y="320"/>
                    </a:cubicBezTo>
                    <a:cubicBezTo>
                      <a:pt x="92" y="323"/>
                      <a:pt x="92" y="323"/>
                      <a:pt x="92" y="323"/>
                    </a:cubicBezTo>
                    <a:cubicBezTo>
                      <a:pt x="92" y="323"/>
                      <a:pt x="88" y="340"/>
                      <a:pt x="84" y="358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111" y="359"/>
                      <a:pt x="111" y="359"/>
                      <a:pt x="111" y="359"/>
                    </a:cubicBezTo>
                    <a:cubicBezTo>
                      <a:pt x="108" y="379"/>
                      <a:pt x="108" y="379"/>
                      <a:pt x="108" y="379"/>
                    </a:cubicBezTo>
                    <a:cubicBezTo>
                      <a:pt x="83" y="379"/>
                      <a:pt x="83" y="379"/>
                      <a:pt x="83" y="379"/>
                    </a:cubicBezTo>
                    <a:cubicBezTo>
                      <a:pt x="80" y="381"/>
                      <a:pt x="80" y="381"/>
                      <a:pt x="80" y="381"/>
                    </a:cubicBezTo>
                    <a:cubicBezTo>
                      <a:pt x="71" y="431"/>
                      <a:pt x="71" y="431"/>
                      <a:pt x="71" y="431"/>
                    </a:cubicBezTo>
                    <a:cubicBezTo>
                      <a:pt x="70" y="436"/>
                      <a:pt x="72" y="439"/>
                      <a:pt x="76" y="439"/>
                    </a:cubicBezTo>
                    <a:cubicBezTo>
                      <a:pt x="79" y="439"/>
                      <a:pt x="83" y="436"/>
                      <a:pt x="91" y="427"/>
                    </a:cubicBezTo>
                    <a:cubicBezTo>
                      <a:pt x="97" y="428"/>
                      <a:pt x="97" y="428"/>
                      <a:pt x="97" y="428"/>
                    </a:cubicBezTo>
                    <a:cubicBezTo>
                      <a:pt x="102" y="441"/>
                      <a:pt x="102" y="441"/>
                      <a:pt x="102" y="441"/>
                    </a:cubicBezTo>
                    <a:cubicBezTo>
                      <a:pt x="85" y="466"/>
                      <a:pt x="68" y="481"/>
                      <a:pt x="61" y="481"/>
                    </a:cubicBezTo>
                    <a:close/>
                    <a:moveTo>
                      <a:pt x="152" y="481"/>
                    </a:moveTo>
                    <a:cubicBezTo>
                      <a:pt x="140" y="481"/>
                      <a:pt x="129" y="478"/>
                      <a:pt x="122" y="471"/>
                    </a:cubicBezTo>
                    <a:cubicBezTo>
                      <a:pt x="111" y="463"/>
                      <a:pt x="105" y="449"/>
                      <a:pt x="105" y="430"/>
                    </a:cubicBezTo>
                    <a:cubicBezTo>
                      <a:pt x="105" y="409"/>
                      <a:pt x="111" y="391"/>
                      <a:pt x="122" y="377"/>
                    </a:cubicBezTo>
                    <a:cubicBezTo>
                      <a:pt x="134" y="361"/>
                      <a:pt x="153" y="352"/>
                      <a:pt x="176" y="352"/>
                    </a:cubicBezTo>
                    <a:cubicBezTo>
                      <a:pt x="206" y="352"/>
                      <a:pt x="223" y="369"/>
                      <a:pt x="223" y="401"/>
                    </a:cubicBezTo>
                    <a:cubicBezTo>
                      <a:pt x="223" y="450"/>
                      <a:pt x="195" y="481"/>
                      <a:pt x="152" y="481"/>
                    </a:cubicBezTo>
                    <a:close/>
                    <a:moveTo>
                      <a:pt x="152" y="481"/>
                    </a:moveTo>
                    <a:cubicBezTo>
                      <a:pt x="152" y="481"/>
                      <a:pt x="152" y="481"/>
                      <a:pt x="152" y="48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2" name="Freeform 58"/>
              <p:cNvSpPr>
                <a:spLocks noEditPoints="1"/>
              </p:cNvSpPr>
              <p:nvPr userDrawn="1"/>
            </p:nvSpPr>
            <p:spPr bwMode="auto">
              <a:xfrm>
                <a:off x="1298" y="748"/>
                <a:ext cx="389" cy="1223"/>
              </a:xfrm>
              <a:custGeom>
                <a:avLst/>
                <a:gdLst>
                  <a:gd name="T0" fmla="*/ 149 w 389"/>
                  <a:gd name="T1" fmla="*/ 648 h 1223"/>
                  <a:gd name="T2" fmla="*/ 153 w 389"/>
                  <a:gd name="T3" fmla="*/ 590 h 1223"/>
                  <a:gd name="T4" fmla="*/ 181 w 389"/>
                  <a:gd name="T5" fmla="*/ 588 h 1223"/>
                  <a:gd name="T6" fmla="*/ 182 w 389"/>
                  <a:gd name="T7" fmla="*/ 567 h 1223"/>
                  <a:gd name="T8" fmla="*/ 165 w 389"/>
                  <a:gd name="T9" fmla="*/ 532 h 1223"/>
                  <a:gd name="T10" fmla="*/ 118 w 389"/>
                  <a:gd name="T11" fmla="*/ 538 h 1223"/>
                  <a:gd name="T12" fmla="*/ 95 w 389"/>
                  <a:gd name="T13" fmla="*/ 570 h 1223"/>
                  <a:gd name="T14" fmla="*/ 94 w 389"/>
                  <a:gd name="T15" fmla="*/ 589 h 1223"/>
                  <a:gd name="T16" fmla="*/ 111 w 389"/>
                  <a:gd name="T17" fmla="*/ 591 h 1223"/>
                  <a:gd name="T18" fmla="*/ 134 w 389"/>
                  <a:gd name="T19" fmla="*/ 691 h 1223"/>
                  <a:gd name="T20" fmla="*/ 170 w 389"/>
                  <a:gd name="T21" fmla="*/ 638 h 1223"/>
                  <a:gd name="T22" fmla="*/ 249 w 389"/>
                  <a:gd name="T23" fmla="*/ 561 h 1223"/>
                  <a:gd name="T24" fmla="*/ 178 w 389"/>
                  <a:gd name="T25" fmla="*/ 639 h 1223"/>
                  <a:gd name="T26" fmla="*/ 225 w 389"/>
                  <a:gd name="T27" fmla="*/ 690 h 1223"/>
                  <a:gd name="T28" fmla="*/ 249 w 389"/>
                  <a:gd name="T29" fmla="*/ 561 h 1223"/>
                  <a:gd name="T30" fmla="*/ 225 w 389"/>
                  <a:gd name="T31" fmla="*/ 637 h 1223"/>
                  <a:gd name="T32" fmla="*/ 248 w 389"/>
                  <a:gd name="T33" fmla="*/ 618 h 1223"/>
                  <a:gd name="T34" fmla="*/ 195 w 389"/>
                  <a:gd name="T35" fmla="*/ 0 h 1223"/>
                  <a:gd name="T36" fmla="*/ 0 w 389"/>
                  <a:gd name="T37" fmla="*/ 47 h 1223"/>
                  <a:gd name="T38" fmla="*/ 389 w 389"/>
                  <a:gd name="T39" fmla="*/ 0 h 1223"/>
                  <a:gd name="T40" fmla="*/ 195 w 389"/>
                  <a:gd name="T41" fmla="*/ 1176 h 1223"/>
                  <a:gd name="T42" fmla="*/ 0 w 389"/>
                  <a:gd name="T43" fmla="*/ 1223 h 1223"/>
                  <a:gd name="T44" fmla="*/ 389 w 389"/>
                  <a:gd name="T45" fmla="*/ 1176 h 1223"/>
                  <a:gd name="T46" fmla="*/ 319 w 389"/>
                  <a:gd name="T47" fmla="*/ 98 h 1223"/>
                  <a:gd name="T48" fmla="*/ 69 w 389"/>
                  <a:gd name="T49" fmla="*/ 106 h 1223"/>
                  <a:gd name="T50" fmla="*/ 319 w 389"/>
                  <a:gd name="T51" fmla="*/ 113 h 1223"/>
                  <a:gd name="T52" fmla="*/ 319 w 389"/>
                  <a:gd name="T53" fmla="*/ 98 h 1223"/>
                  <a:gd name="T54" fmla="*/ 76 w 389"/>
                  <a:gd name="T55" fmla="*/ 150 h 1223"/>
                  <a:gd name="T56" fmla="*/ 76 w 389"/>
                  <a:gd name="T57" fmla="*/ 165 h 1223"/>
                  <a:gd name="T58" fmla="*/ 327 w 389"/>
                  <a:gd name="T59" fmla="*/ 158 h 1223"/>
                  <a:gd name="T60" fmla="*/ 319 w 389"/>
                  <a:gd name="T61" fmla="*/ 1061 h 1223"/>
                  <a:gd name="T62" fmla="*/ 69 w 389"/>
                  <a:gd name="T63" fmla="*/ 1068 h 1223"/>
                  <a:gd name="T64" fmla="*/ 319 w 389"/>
                  <a:gd name="T65" fmla="*/ 1076 h 1223"/>
                  <a:gd name="T66" fmla="*/ 319 w 389"/>
                  <a:gd name="T67" fmla="*/ 1061 h 1223"/>
                  <a:gd name="T68" fmla="*/ 76 w 389"/>
                  <a:gd name="T69" fmla="*/ 1112 h 1223"/>
                  <a:gd name="T70" fmla="*/ 76 w 389"/>
                  <a:gd name="T71" fmla="*/ 1127 h 1223"/>
                  <a:gd name="T72" fmla="*/ 327 w 389"/>
                  <a:gd name="T73" fmla="*/ 1120 h 1223"/>
                  <a:gd name="T74" fmla="*/ 319 w 389"/>
                  <a:gd name="T75" fmla="*/ 111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9" h="1223">
                    <a:moveTo>
                      <a:pt x="164" y="637"/>
                    </a:moveTo>
                    <a:cubicBezTo>
                      <a:pt x="156" y="646"/>
                      <a:pt x="152" y="648"/>
                      <a:pt x="149" y="648"/>
                    </a:cubicBezTo>
                    <a:cubicBezTo>
                      <a:pt x="145" y="648"/>
                      <a:pt x="143" y="646"/>
                      <a:pt x="144" y="640"/>
                    </a:cubicBezTo>
                    <a:cubicBezTo>
                      <a:pt x="153" y="590"/>
                      <a:pt x="153" y="590"/>
                      <a:pt x="153" y="590"/>
                    </a:cubicBezTo>
                    <a:cubicBezTo>
                      <a:pt x="156" y="588"/>
                      <a:pt x="156" y="588"/>
                      <a:pt x="156" y="588"/>
                    </a:cubicBezTo>
                    <a:cubicBezTo>
                      <a:pt x="181" y="588"/>
                      <a:pt x="181" y="588"/>
                      <a:pt x="181" y="588"/>
                    </a:cubicBezTo>
                    <a:cubicBezTo>
                      <a:pt x="184" y="569"/>
                      <a:pt x="184" y="569"/>
                      <a:pt x="184" y="569"/>
                    </a:cubicBezTo>
                    <a:cubicBezTo>
                      <a:pt x="182" y="567"/>
                      <a:pt x="182" y="567"/>
                      <a:pt x="182" y="567"/>
                    </a:cubicBezTo>
                    <a:cubicBezTo>
                      <a:pt x="157" y="567"/>
                      <a:pt x="157" y="567"/>
                      <a:pt x="157" y="567"/>
                    </a:cubicBezTo>
                    <a:cubicBezTo>
                      <a:pt x="161" y="550"/>
                      <a:pt x="165" y="532"/>
                      <a:pt x="165" y="532"/>
                    </a:cubicBezTo>
                    <a:cubicBezTo>
                      <a:pt x="162" y="529"/>
                      <a:pt x="162" y="529"/>
                      <a:pt x="162" y="529"/>
                    </a:cubicBezTo>
                    <a:cubicBezTo>
                      <a:pt x="118" y="538"/>
                      <a:pt x="118" y="538"/>
                      <a:pt x="118" y="538"/>
                    </a:cubicBezTo>
                    <a:cubicBezTo>
                      <a:pt x="118" y="538"/>
                      <a:pt x="116" y="554"/>
                      <a:pt x="114" y="567"/>
                    </a:cubicBezTo>
                    <a:cubicBezTo>
                      <a:pt x="95" y="570"/>
                      <a:pt x="95" y="570"/>
                      <a:pt x="95" y="570"/>
                    </a:cubicBezTo>
                    <a:cubicBezTo>
                      <a:pt x="93" y="588"/>
                      <a:pt x="93" y="588"/>
                      <a:pt x="93" y="588"/>
                    </a:cubicBezTo>
                    <a:cubicBezTo>
                      <a:pt x="94" y="589"/>
                      <a:pt x="94" y="589"/>
                      <a:pt x="94" y="589"/>
                    </a:cubicBezTo>
                    <a:cubicBezTo>
                      <a:pt x="108" y="589"/>
                      <a:pt x="108" y="589"/>
                      <a:pt x="108" y="589"/>
                    </a:cubicBezTo>
                    <a:cubicBezTo>
                      <a:pt x="111" y="591"/>
                      <a:pt x="111" y="591"/>
                      <a:pt x="111" y="591"/>
                    </a:cubicBezTo>
                    <a:cubicBezTo>
                      <a:pt x="99" y="656"/>
                      <a:pt x="99" y="656"/>
                      <a:pt x="99" y="656"/>
                    </a:cubicBezTo>
                    <a:cubicBezTo>
                      <a:pt x="97" y="678"/>
                      <a:pt x="109" y="691"/>
                      <a:pt x="134" y="691"/>
                    </a:cubicBezTo>
                    <a:cubicBezTo>
                      <a:pt x="141" y="691"/>
                      <a:pt x="158" y="675"/>
                      <a:pt x="175" y="651"/>
                    </a:cubicBezTo>
                    <a:cubicBezTo>
                      <a:pt x="170" y="638"/>
                      <a:pt x="170" y="638"/>
                      <a:pt x="170" y="638"/>
                    </a:cubicBezTo>
                    <a:lnTo>
                      <a:pt x="164" y="637"/>
                    </a:lnTo>
                    <a:close/>
                    <a:moveTo>
                      <a:pt x="249" y="561"/>
                    </a:moveTo>
                    <a:cubicBezTo>
                      <a:pt x="226" y="561"/>
                      <a:pt x="207" y="570"/>
                      <a:pt x="195" y="586"/>
                    </a:cubicBezTo>
                    <a:cubicBezTo>
                      <a:pt x="184" y="600"/>
                      <a:pt x="178" y="618"/>
                      <a:pt x="178" y="639"/>
                    </a:cubicBezTo>
                    <a:cubicBezTo>
                      <a:pt x="178" y="658"/>
                      <a:pt x="184" y="672"/>
                      <a:pt x="195" y="680"/>
                    </a:cubicBezTo>
                    <a:cubicBezTo>
                      <a:pt x="202" y="687"/>
                      <a:pt x="213" y="690"/>
                      <a:pt x="225" y="690"/>
                    </a:cubicBezTo>
                    <a:cubicBezTo>
                      <a:pt x="268" y="690"/>
                      <a:pt x="296" y="659"/>
                      <a:pt x="296" y="610"/>
                    </a:cubicBezTo>
                    <a:cubicBezTo>
                      <a:pt x="296" y="579"/>
                      <a:pt x="279" y="561"/>
                      <a:pt x="249" y="561"/>
                    </a:cubicBezTo>
                    <a:close/>
                    <a:moveTo>
                      <a:pt x="235" y="663"/>
                    </a:moveTo>
                    <a:cubicBezTo>
                      <a:pt x="228" y="663"/>
                      <a:pt x="225" y="654"/>
                      <a:pt x="225" y="637"/>
                    </a:cubicBezTo>
                    <a:cubicBezTo>
                      <a:pt x="225" y="609"/>
                      <a:pt x="230" y="592"/>
                      <a:pt x="239" y="592"/>
                    </a:cubicBezTo>
                    <a:cubicBezTo>
                      <a:pt x="246" y="592"/>
                      <a:pt x="248" y="599"/>
                      <a:pt x="248" y="618"/>
                    </a:cubicBezTo>
                    <a:cubicBezTo>
                      <a:pt x="248" y="649"/>
                      <a:pt x="245" y="663"/>
                      <a:pt x="235" y="663"/>
                    </a:cubicBez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89" y="47"/>
                      <a:pt x="389" y="47"/>
                      <a:pt x="389" y="47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76"/>
                    </a:moveTo>
                    <a:cubicBezTo>
                      <a:pt x="0" y="1176"/>
                      <a:pt x="0" y="1176"/>
                      <a:pt x="0" y="1176"/>
                    </a:cubicBezTo>
                    <a:cubicBezTo>
                      <a:pt x="0" y="1223"/>
                      <a:pt x="0" y="1223"/>
                      <a:pt x="0" y="1223"/>
                    </a:cubicBezTo>
                    <a:cubicBezTo>
                      <a:pt x="389" y="1223"/>
                      <a:pt x="389" y="1223"/>
                      <a:pt x="389" y="1223"/>
                    </a:cubicBezTo>
                    <a:cubicBezTo>
                      <a:pt x="389" y="1176"/>
                      <a:pt x="389" y="1176"/>
                      <a:pt x="389" y="1176"/>
                    </a:cubicBezTo>
                    <a:lnTo>
                      <a:pt x="195" y="1176"/>
                    </a:lnTo>
                    <a:close/>
                    <a:moveTo>
                      <a:pt x="319" y="98"/>
                    </a:moveTo>
                    <a:cubicBezTo>
                      <a:pt x="76" y="98"/>
                      <a:pt x="76" y="98"/>
                      <a:pt x="76" y="98"/>
                    </a:cubicBezTo>
                    <a:cubicBezTo>
                      <a:pt x="72" y="98"/>
                      <a:pt x="69" y="102"/>
                      <a:pt x="69" y="106"/>
                    </a:cubicBezTo>
                    <a:cubicBezTo>
                      <a:pt x="69" y="110"/>
                      <a:pt x="72" y="113"/>
                      <a:pt x="76" y="113"/>
                    </a:cubicBezTo>
                    <a:cubicBezTo>
                      <a:pt x="319" y="113"/>
                      <a:pt x="319" y="113"/>
                      <a:pt x="319" y="113"/>
                    </a:cubicBezTo>
                    <a:cubicBezTo>
                      <a:pt x="323" y="113"/>
                      <a:pt x="327" y="110"/>
                      <a:pt x="327" y="106"/>
                    </a:cubicBezTo>
                    <a:cubicBezTo>
                      <a:pt x="327" y="102"/>
                      <a:pt x="323" y="98"/>
                      <a:pt x="319" y="98"/>
                    </a:cubicBezTo>
                    <a:close/>
                    <a:moveTo>
                      <a:pt x="319" y="150"/>
                    </a:moveTo>
                    <a:cubicBezTo>
                      <a:pt x="76" y="150"/>
                      <a:pt x="76" y="150"/>
                      <a:pt x="76" y="150"/>
                    </a:cubicBezTo>
                    <a:cubicBezTo>
                      <a:pt x="72" y="150"/>
                      <a:pt x="69" y="153"/>
                      <a:pt x="69" y="158"/>
                    </a:cubicBezTo>
                    <a:cubicBezTo>
                      <a:pt x="69" y="162"/>
                      <a:pt x="72" y="165"/>
                      <a:pt x="76" y="165"/>
                    </a:cubicBezTo>
                    <a:cubicBezTo>
                      <a:pt x="319" y="165"/>
                      <a:pt x="319" y="165"/>
                      <a:pt x="319" y="165"/>
                    </a:cubicBezTo>
                    <a:cubicBezTo>
                      <a:pt x="323" y="165"/>
                      <a:pt x="327" y="162"/>
                      <a:pt x="327" y="158"/>
                    </a:cubicBezTo>
                    <a:cubicBezTo>
                      <a:pt x="327" y="153"/>
                      <a:pt x="323" y="150"/>
                      <a:pt x="319" y="150"/>
                    </a:cubicBezTo>
                    <a:close/>
                    <a:moveTo>
                      <a:pt x="319" y="1061"/>
                    </a:moveTo>
                    <a:cubicBezTo>
                      <a:pt x="76" y="1061"/>
                      <a:pt x="76" y="1061"/>
                      <a:pt x="76" y="1061"/>
                    </a:cubicBezTo>
                    <a:cubicBezTo>
                      <a:pt x="72" y="1061"/>
                      <a:pt x="69" y="1064"/>
                      <a:pt x="69" y="1068"/>
                    </a:cubicBezTo>
                    <a:cubicBezTo>
                      <a:pt x="69" y="1072"/>
                      <a:pt x="72" y="1076"/>
                      <a:pt x="76" y="1076"/>
                    </a:cubicBezTo>
                    <a:cubicBezTo>
                      <a:pt x="319" y="1076"/>
                      <a:pt x="319" y="1076"/>
                      <a:pt x="319" y="1076"/>
                    </a:cubicBezTo>
                    <a:cubicBezTo>
                      <a:pt x="323" y="1076"/>
                      <a:pt x="327" y="1072"/>
                      <a:pt x="327" y="1068"/>
                    </a:cubicBezTo>
                    <a:cubicBezTo>
                      <a:pt x="327" y="1064"/>
                      <a:pt x="323" y="1061"/>
                      <a:pt x="319" y="1061"/>
                    </a:cubicBezTo>
                    <a:close/>
                    <a:moveTo>
                      <a:pt x="319" y="1112"/>
                    </a:moveTo>
                    <a:cubicBezTo>
                      <a:pt x="76" y="1112"/>
                      <a:pt x="76" y="1112"/>
                      <a:pt x="76" y="1112"/>
                    </a:cubicBezTo>
                    <a:cubicBezTo>
                      <a:pt x="72" y="1112"/>
                      <a:pt x="69" y="1116"/>
                      <a:pt x="69" y="1120"/>
                    </a:cubicBezTo>
                    <a:cubicBezTo>
                      <a:pt x="69" y="1124"/>
                      <a:pt x="72" y="1127"/>
                      <a:pt x="76" y="1127"/>
                    </a:cubicBezTo>
                    <a:cubicBezTo>
                      <a:pt x="319" y="1127"/>
                      <a:pt x="319" y="1127"/>
                      <a:pt x="319" y="1127"/>
                    </a:cubicBezTo>
                    <a:cubicBezTo>
                      <a:pt x="323" y="1127"/>
                      <a:pt x="327" y="1124"/>
                      <a:pt x="327" y="1120"/>
                    </a:cubicBezTo>
                    <a:cubicBezTo>
                      <a:pt x="327" y="1116"/>
                      <a:pt x="323" y="1112"/>
                      <a:pt x="319" y="1112"/>
                    </a:cubicBezTo>
                    <a:close/>
                    <a:moveTo>
                      <a:pt x="319" y="1112"/>
                    </a:moveTo>
                    <a:cubicBezTo>
                      <a:pt x="319" y="1112"/>
                      <a:pt x="319" y="1112"/>
                      <a:pt x="319" y="1112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3" name="Freeform 59"/>
              <p:cNvSpPr>
                <a:spLocks noEditPoints="1"/>
              </p:cNvSpPr>
              <p:nvPr userDrawn="1"/>
            </p:nvSpPr>
            <p:spPr bwMode="auto">
              <a:xfrm>
                <a:off x="1915" y="892"/>
                <a:ext cx="418" cy="962"/>
              </a:xfrm>
              <a:custGeom>
                <a:avLst/>
                <a:gdLst>
                  <a:gd name="T0" fmla="*/ 165 w 419"/>
                  <a:gd name="T1" fmla="*/ 71 h 962"/>
                  <a:gd name="T2" fmla="*/ 172 w 419"/>
                  <a:gd name="T3" fmla="*/ 96 h 962"/>
                  <a:gd name="T4" fmla="*/ 419 w 419"/>
                  <a:gd name="T5" fmla="*/ 962 h 962"/>
                  <a:gd name="T6" fmla="*/ 145 w 419"/>
                  <a:gd name="T7" fmla="*/ 0 h 962"/>
                  <a:gd name="T8" fmla="*/ 144 w 419"/>
                  <a:gd name="T9" fmla="*/ 0 h 962"/>
                  <a:gd name="T10" fmla="*/ 165 w 419"/>
                  <a:gd name="T11" fmla="*/ 71 h 962"/>
                  <a:gd name="T12" fmla="*/ 1 w 419"/>
                  <a:gd name="T13" fmla="*/ 232 h 962"/>
                  <a:gd name="T14" fmla="*/ 11 w 419"/>
                  <a:gd name="T15" fmla="*/ 238 h 962"/>
                  <a:gd name="T16" fmla="*/ 6 w 419"/>
                  <a:gd name="T17" fmla="*/ 223 h 962"/>
                  <a:gd name="T18" fmla="*/ 1 w 419"/>
                  <a:gd name="T19" fmla="*/ 232 h 962"/>
                  <a:gd name="T20" fmla="*/ 1 w 419"/>
                  <a:gd name="T21" fmla="*/ 232 h 962"/>
                  <a:gd name="T22" fmla="*/ 1 w 419"/>
                  <a:gd name="T23" fmla="*/ 232 h 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9" h="962">
                    <a:moveTo>
                      <a:pt x="165" y="71"/>
                    </a:moveTo>
                    <a:cubicBezTo>
                      <a:pt x="172" y="96"/>
                      <a:pt x="172" y="96"/>
                      <a:pt x="172" y="96"/>
                    </a:cubicBezTo>
                    <a:cubicBezTo>
                      <a:pt x="419" y="962"/>
                      <a:pt x="419" y="962"/>
                      <a:pt x="419" y="96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65" y="71"/>
                      <a:pt x="165" y="71"/>
                      <a:pt x="165" y="71"/>
                    </a:cubicBezTo>
                    <a:close/>
                    <a:moveTo>
                      <a:pt x="1" y="232"/>
                    </a:moveTo>
                    <a:cubicBezTo>
                      <a:pt x="2" y="235"/>
                      <a:pt x="6" y="237"/>
                      <a:pt x="11" y="238"/>
                    </a:cubicBezTo>
                    <a:cubicBezTo>
                      <a:pt x="6" y="223"/>
                      <a:pt x="6" y="223"/>
                      <a:pt x="6" y="223"/>
                    </a:cubicBezTo>
                    <a:cubicBezTo>
                      <a:pt x="2" y="225"/>
                      <a:pt x="0" y="228"/>
                      <a:pt x="1" y="232"/>
                    </a:cubicBezTo>
                    <a:close/>
                    <a:moveTo>
                      <a:pt x="1" y="232"/>
                    </a:moveTo>
                    <a:cubicBezTo>
                      <a:pt x="1" y="232"/>
                      <a:pt x="1" y="232"/>
                      <a:pt x="1" y="232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4" name="Freeform 60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5" name="Freeform 61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moveTo>
                      <a:pt x="2" y="0"/>
                    </a:move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6" name="Rectangle 62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7" name="Rectangle 63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8" name="Rectangle 64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9" name="Rectangle 65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0" name="Rectangle 66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1" name="Rectangle 67"/>
              <p:cNvSpPr>
                <a:spLocks noChangeArrowheads="1"/>
              </p:cNvSpPr>
              <p:nvPr userDrawn="1"/>
            </p:nvSpPr>
            <p:spPr bwMode="auto">
              <a:xfrm>
                <a:off x="1955" y="1245"/>
                <a:ext cx="1" cy="62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2" name="Rectangle 68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3" name="Rectangle 69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4" name="Rectangle 70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5" name="Rectangle 71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6" name="Rectangle 72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7" name="Rectangle 73"/>
              <p:cNvSpPr>
                <a:spLocks noChangeArrowheads="1"/>
              </p:cNvSpPr>
              <p:nvPr userDrawn="1"/>
            </p:nvSpPr>
            <p:spPr bwMode="auto">
              <a:xfrm>
                <a:off x="1958" y="1245"/>
                <a:ext cx="1" cy="62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8" name="Rectangle 74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9" name="Rectangle 75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0" name="Rectangle 76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1" name="Rectangle 77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2" name="Rectangle 78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3" name="Rectangle 79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4" name="Rectangle 80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5" name="Rectangle 81"/>
              <p:cNvSpPr>
                <a:spLocks noChangeArrowheads="1"/>
              </p:cNvSpPr>
              <p:nvPr userDrawn="1"/>
            </p:nvSpPr>
            <p:spPr bwMode="auto">
              <a:xfrm>
                <a:off x="1962" y="1245"/>
                <a:ext cx="1" cy="62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6" name="Rectangle 82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" name="Rectangle 83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" name="Rectangle 84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" name="Rectangle 85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" name="Rectangle 86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" name="Rectangle 87"/>
              <p:cNvSpPr>
                <a:spLocks noChangeArrowheads="1"/>
              </p:cNvSpPr>
              <p:nvPr userDrawn="1"/>
            </p:nvSpPr>
            <p:spPr bwMode="auto">
              <a:xfrm>
                <a:off x="1965" y="1245"/>
                <a:ext cx="1" cy="62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" name="Rectangle 88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" name="Rectangle 89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4" name="Rectangle 90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5" name="Rectangle 91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6" name="Rectangle 92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7" name="Rectangle 93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8" name="Rectangle 94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9" name="Rectangle 95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0" name="Rectangle 96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1" name="Rectangle 97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2" name="Rectangle 98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3" name="Rectangle 99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4" name="Rectangle 100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5" name="Rectangle 101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6" name="Rectangle 102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7" name="Rectangle 103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8" name="Rectangle 104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9" name="Rectangle 105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0" name="Rectangle 106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1" name="Rectangle 107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2" name="Rectangle 108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3" name="Rectangle 109"/>
              <p:cNvSpPr>
                <a:spLocks noChangeArrowheads="1"/>
              </p:cNvSpPr>
              <p:nvPr userDrawn="1"/>
            </p:nvSpPr>
            <p:spPr bwMode="auto">
              <a:xfrm>
                <a:off x="1976" y="1245"/>
                <a:ext cx="1" cy="62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4" name="Freeform 110"/>
              <p:cNvSpPr>
                <a:spLocks noEditPoints="1"/>
              </p:cNvSpPr>
              <p:nvPr userDrawn="1"/>
            </p:nvSpPr>
            <p:spPr bwMode="auto">
              <a:xfrm>
                <a:off x="2118" y="1803"/>
                <a:ext cx="238" cy="130"/>
              </a:xfrm>
              <a:custGeom>
                <a:avLst/>
                <a:gdLst>
                  <a:gd name="T0" fmla="*/ 6 w 239"/>
                  <a:gd name="T1" fmla="*/ 22 h 130"/>
                  <a:gd name="T2" fmla="*/ 0 w 239"/>
                  <a:gd name="T3" fmla="*/ 0 h 130"/>
                  <a:gd name="T4" fmla="*/ 5 w 239"/>
                  <a:gd name="T5" fmla="*/ 20 h 130"/>
                  <a:gd name="T6" fmla="*/ 6 w 239"/>
                  <a:gd name="T7" fmla="*/ 22 h 130"/>
                  <a:gd name="T8" fmla="*/ 239 w 239"/>
                  <a:gd name="T9" fmla="*/ 130 h 130"/>
                  <a:gd name="T10" fmla="*/ 223 w 239"/>
                  <a:gd name="T11" fmla="*/ 76 h 130"/>
                  <a:gd name="T12" fmla="*/ 239 w 239"/>
                  <a:gd name="T13" fmla="*/ 130 h 130"/>
                  <a:gd name="T14" fmla="*/ 239 w 239"/>
                  <a:gd name="T15" fmla="*/ 130 h 130"/>
                  <a:gd name="T16" fmla="*/ 239 w 239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30">
                    <a:moveTo>
                      <a:pt x="6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3" y="13"/>
                      <a:pt x="5" y="20"/>
                    </a:cubicBezTo>
                    <a:cubicBezTo>
                      <a:pt x="5" y="21"/>
                      <a:pt x="6" y="21"/>
                      <a:pt x="6" y="22"/>
                    </a:cubicBezTo>
                    <a:close/>
                    <a:moveTo>
                      <a:pt x="239" y="130"/>
                    </a:moveTo>
                    <a:cubicBezTo>
                      <a:pt x="223" y="76"/>
                      <a:pt x="223" y="76"/>
                      <a:pt x="223" y="76"/>
                    </a:cubicBezTo>
                    <a:lnTo>
                      <a:pt x="239" y="130"/>
                    </a:lnTo>
                    <a:close/>
                    <a:moveTo>
                      <a:pt x="239" y="130"/>
                    </a:moveTo>
                    <a:cubicBezTo>
                      <a:pt x="239" y="130"/>
                      <a:pt x="239" y="130"/>
                      <a:pt x="239" y="130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5" name="Freeform 111"/>
              <p:cNvSpPr>
                <a:spLocks noEditPoints="1"/>
              </p:cNvSpPr>
              <p:nvPr userDrawn="1"/>
            </p:nvSpPr>
            <p:spPr bwMode="auto">
              <a:xfrm>
                <a:off x="1881" y="963"/>
                <a:ext cx="459" cy="916"/>
              </a:xfrm>
              <a:custGeom>
                <a:avLst/>
                <a:gdLst>
                  <a:gd name="T0" fmla="*/ 206 w 460"/>
                  <a:gd name="T1" fmla="*/ 25 h 916"/>
                  <a:gd name="T2" fmla="*/ 199 w 460"/>
                  <a:gd name="T3" fmla="*/ 0 h 916"/>
                  <a:gd name="T4" fmla="*/ 199 w 460"/>
                  <a:gd name="T5" fmla="*/ 0 h 916"/>
                  <a:gd name="T6" fmla="*/ 206 w 460"/>
                  <a:gd name="T7" fmla="*/ 25 h 916"/>
                  <a:gd name="T8" fmla="*/ 460 w 460"/>
                  <a:gd name="T9" fmla="*/ 916 h 916"/>
                  <a:gd name="T10" fmla="*/ 453 w 460"/>
                  <a:gd name="T11" fmla="*/ 891 h 916"/>
                  <a:gd name="T12" fmla="*/ 460 w 460"/>
                  <a:gd name="T13" fmla="*/ 916 h 916"/>
                  <a:gd name="T14" fmla="*/ 453 w 460"/>
                  <a:gd name="T15" fmla="*/ 891 h 916"/>
                  <a:gd name="T16" fmla="*/ 460 w 460"/>
                  <a:gd name="T17" fmla="*/ 916 h 916"/>
                  <a:gd name="T18" fmla="*/ 453 w 460"/>
                  <a:gd name="T19" fmla="*/ 891 h 916"/>
                  <a:gd name="T20" fmla="*/ 28 w 460"/>
                  <a:gd name="T21" fmla="*/ 572 h 916"/>
                  <a:gd name="T22" fmla="*/ 42 w 460"/>
                  <a:gd name="T23" fmla="*/ 547 h 916"/>
                  <a:gd name="T24" fmla="*/ 17 w 460"/>
                  <a:gd name="T25" fmla="*/ 534 h 916"/>
                  <a:gd name="T26" fmla="*/ 3 w 460"/>
                  <a:gd name="T27" fmla="*/ 558 h 916"/>
                  <a:gd name="T28" fmla="*/ 28 w 460"/>
                  <a:gd name="T29" fmla="*/ 572 h 916"/>
                  <a:gd name="T30" fmla="*/ 28 w 460"/>
                  <a:gd name="T31" fmla="*/ 572 h 916"/>
                  <a:gd name="T32" fmla="*/ 28 w 460"/>
                  <a:gd name="T33" fmla="*/ 572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0" h="916">
                    <a:moveTo>
                      <a:pt x="206" y="25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206" y="25"/>
                    </a:lnTo>
                    <a:close/>
                    <a:moveTo>
                      <a:pt x="460" y="916"/>
                    </a:moveTo>
                    <a:cubicBezTo>
                      <a:pt x="453" y="891"/>
                      <a:pt x="453" y="891"/>
                      <a:pt x="453" y="891"/>
                    </a:cubicBezTo>
                    <a:lnTo>
                      <a:pt x="460" y="916"/>
                    </a:lnTo>
                    <a:close/>
                    <a:moveTo>
                      <a:pt x="453" y="891"/>
                    </a:moveTo>
                    <a:cubicBezTo>
                      <a:pt x="460" y="916"/>
                      <a:pt x="460" y="916"/>
                      <a:pt x="460" y="916"/>
                    </a:cubicBezTo>
                    <a:lnTo>
                      <a:pt x="453" y="891"/>
                    </a:lnTo>
                    <a:close/>
                    <a:moveTo>
                      <a:pt x="28" y="572"/>
                    </a:moveTo>
                    <a:cubicBezTo>
                      <a:pt x="39" y="569"/>
                      <a:pt x="45" y="558"/>
                      <a:pt x="42" y="547"/>
                    </a:cubicBezTo>
                    <a:cubicBezTo>
                      <a:pt x="39" y="537"/>
                      <a:pt x="28" y="531"/>
                      <a:pt x="17" y="534"/>
                    </a:cubicBezTo>
                    <a:cubicBezTo>
                      <a:pt x="6" y="537"/>
                      <a:pt x="0" y="548"/>
                      <a:pt x="3" y="558"/>
                    </a:cubicBezTo>
                    <a:cubicBezTo>
                      <a:pt x="6" y="569"/>
                      <a:pt x="17" y="575"/>
                      <a:pt x="28" y="572"/>
                    </a:cubicBezTo>
                    <a:close/>
                    <a:moveTo>
                      <a:pt x="28" y="572"/>
                    </a:moveTo>
                    <a:cubicBezTo>
                      <a:pt x="28" y="572"/>
                      <a:pt x="28" y="572"/>
                      <a:pt x="28" y="5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112"/>
              <p:cNvSpPr>
                <a:spLocks noEditPoints="1"/>
              </p:cNvSpPr>
              <p:nvPr userDrawn="1"/>
            </p:nvSpPr>
            <p:spPr bwMode="auto">
              <a:xfrm>
                <a:off x="1789" y="1136"/>
                <a:ext cx="229" cy="760"/>
              </a:xfrm>
              <a:custGeom>
                <a:avLst/>
                <a:gdLst>
                  <a:gd name="T0" fmla="*/ 99 w 229"/>
                  <a:gd name="T1" fmla="*/ 328 h 760"/>
                  <a:gd name="T2" fmla="*/ 104 w 229"/>
                  <a:gd name="T3" fmla="*/ 319 h 760"/>
                  <a:gd name="T4" fmla="*/ 15 w 229"/>
                  <a:gd name="T5" fmla="*/ 7 h 760"/>
                  <a:gd name="T6" fmla="*/ 6 w 229"/>
                  <a:gd name="T7" fmla="*/ 2 h 760"/>
                  <a:gd name="T8" fmla="*/ 1 w 229"/>
                  <a:gd name="T9" fmla="*/ 11 h 760"/>
                  <a:gd name="T10" fmla="*/ 90 w 229"/>
                  <a:gd name="T11" fmla="*/ 323 h 760"/>
                  <a:gd name="T12" fmla="*/ 99 w 229"/>
                  <a:gd name="T13" fmla="*/ 328 h 760"/>
                  <a:gd name="T14" fmla="*/ 129 w 229"/>
                  <a:gd name="T15" fmla="*/ 432 h 760"/>
                  <a:gd name="T16" fmla="*/ 124 w 229"/>
                  <a:gd name="T17" fmla="*/ 441 h 760"/>
                  <a:gd name="T18" fmla="*/ 213 w 229"/>
                  <a:gd name="T19" fmla="*/ 753 h 760"/>
                  <a:gd name="T20" fmla="*/ 223 w 229"/>
                  <a:gd name="T21" fmla="*/ 759 h 760"/>
                  <a:gd name="T22" fmla="*/ 228 w 229"/>
                  <a:gd name="T23" fmla="*/ 749 h 760"/>
                  <a:gd name="T24" fmla="*/ 139 w 229"/>
                  <a:gd name="T25" fmla="*/ 437 h 760"/>
                  <a:gd name="T26" fmla="*/ 129 w 229"/>
                  <a:gd name="T27" fmla="*/ 432 h 760"/>
                  <a:gd name="T28" fmla="*/ 129 w 229"/>
                  <a:gd name="T29" fmla="*/ 432 h 760"/>
                  <a:gd name="T30" fmla="*/ 129 w 229"/>
                  <a:gd name="T31" fmla="*/ 432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9" h="760">
                    <a:moveTo>
                      <a:pt x="99" y="328"/>
                    </a:moveTo>
                    <a:cubicBezTo>
                      <a:pt x="103" y="327"/>
                      <a:pt x="106" y="323"/>
                      <a:pt x="104" y="31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3"/>
                      <a:pt x="10" y="0"/>
                      <a:pt x="6" y="2"/>
                    </a:cubicBezTo>
                    <a:cubicBezTo>
                      <a:pt x="2" y="3"/>
                      <a:pt x="0" y="7"/>
                      <a:pt x="1" y="11"/>
                    </a:cubicBezTo>
                    <a:cubicBezTo>
                      <a:pt x="90" y="323"/>
                      <a:pt x="90" y="323"/>
                      <a:pt x="90" y="323"/>
                    </a:cubicBezTo>
                    <a:cubicBezTo>
                      <a:pt x="91" y="327"/>
                      <a:pt x="96" y="329"/>
                      <a:pt x="99" y="328"/>
                    </a:cubicBezTo>
                    <a:close/>
                    <a:moveTo>
                      <a:pt x="129" y="432"/>
                    </a:moveTo>
                    <a:cubicBezTo>
                      <a:pt x="125" y="433"/>
                      <a:pt x="123" y="437"/>
                      <a:pt x="124" y="441"/>
                    </a:cubicBezTo>
                    <a:cubicBezTo>
                      <a:pt x="213" y="753"/>
                      <a:pt x="213" y="753"/>
                      <a:pt x="213" y="753"/>
                    </a:cubicBezTo>
                    <a:cubicBezTo>
                      <a:pt x="215" y="757"/>
                      <a:pt x="219" y="760"/>
                      <a:pt x="223" y="759"/>
                    </a:cubicBezTo>
                    <a:cubicBezTo>
                      <a:pt x="226" y="757"/>
                      <a:pt x="229" y="753"/>
                      <a:pt x="228" y="749"/>
                    </a:cubicBezTo>
                    <a:cubicBezTo>
                      <a:pt x="139" y="437"/>
                      <a:pt x="139" y="437"/>
                      <a:pt x="139" y="437"/>
                    </a:cubicBezTo>
                    <a:cubicBezTo>
                      <a:pt x="137" y="433"/>
                      <a:pt x="133" y="431"/>
                      <a:pt x="129" y="432"/>
                    </a:cubicBezTo>
                    <a:close/>
                    <a:moveTo>
                      <a:pt x="129" y="432"/>
                    </a:moveTo>
                    <a:cubicBezTo>
                      <a:pt x="129" y="432"/>
                      <a:pt x="129" y="432"/>
                      <a:pt x="129" y="43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113"/>
              <p:cNvSpPr>
                <a:spLocks noEditPoints="1"/>
              </p:cNvSpPr>
              <p:nvPr userDrawn="1"/>
            </p:nvSpPr>
            <p:spPr bwMode="auto">
              <a:xfrm>
                <a:off x="1873" y="892"/>
                <a:ext cx="483" cy="1094"/>
              </a:xfrm>
              <a:custGeom>
                <a:avLst/>
                <a:gdLst>
                  <a:gd name="T0" fmla="*/ 186 w 484"/>
                  <a:gd name="T1" fmla="*/ 0 h 1094"/>
                  <a:gd name="T2" fmla="*/ 0 w 484"/>
                  <a:gd name="T3" fmla="*/ 53 h 1094"/>
                  <a:gd name="T4" fmla="*/ 186 w 484"/>
                  <a:gd name="T5" fmla="*/ 0 h 1094"/>
                  <a:gd name="T6" fmla="*/ 297 w 484"/>
                  <a:gd name="T7" fmla="*/ 1094 h 1094"/>
                  <a:gd name="T8" fmla="*/ 484 w 484"/>
                  <a:gd name="T9" fmla="*/ 1041 h 1094"/>
                  <a:gd name="T10" fmla="*/ 297 w 484"/>
                  <a:gd name="T11" fmla="*/ 1094 h 1094"/>
                  <a:gd name="T12" fmla="*/ 70 w 484"/>
                  <a:gd name="T13" fmla="*/ 280 h 1094"/>
                  <a:gd name="T14" fmla="*/ 63 w 484"/>
                  <a:gd name="T15" fmla="*/ 274 h 1094"/>
                  <a:gd name="T16" fmla="*/ 67 w 484"/>
                  <a:gd name="T17" fmla="*/ 287 h 1094"/>
                  <a:gd name="T18" fmla="*/ 70 w 484"/>
                  <a:gd name="T19" fmla="*/ 280 h 1094"/>
                  <a:gd name="T20" fmla="*/ 70 w 484"/>
                  <a:gd name="T21" fmla="*/ 280 h 1094"/>
                  <a:gd name="T22" fmla="*/ 70 w 484"/>
                  <a:gd name="T23" fmla="*/ 28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4" h="1094">
                    <a:moveTo>
                      <a:pt x="186" y="0"/>
                    </a:moveTo>
                    <a:cubicBezTo>
                      <a:pt x="0" y="53"/>
                      <a:pt x="0" y="53"/>
                      <a:pt x="0" y="53"/>
                    </a:cubicBezTo>
                    <a:lnTo>
                      <a:pt x="186" y="0"/>
                    </a:lnTo>
                    <a:close/>
                    <a:moveTo>
                      <a:pt x="297" y="1094"/>
                    </a:moveTo>
                    <a:cubicBezTo>
                      <a:pt x="484" y="1041"/>
                      <a:pt x="484" y="1041"/>
                      <a:pt x="484" y="1041"/>
                    </a:cubicBezTo>
                    <a:lnTo>
                      <a:pt x="297" y="1094"/>
                    </a:lnTo>
                    <a:close/>
                    <a:moveTo>
                      <a:pt x="70" y="280"/>
                    </a:moveTo>
                    <a:cubicBezTo>
                      <a:pt x="69" y="277"/>
                      <a:pt x="67" y="275"/>
                      <a:pt x="63" y="274"/>
                    </a:cubicBezTo>
                    <a:cubicBezTo>
                      <a:pt x="67" y="287"/>
                      <a:pt x="67" y="287"/>
                      <a:pt x="67" y="287"/>
                    </a:cubicBezTo>
                    <a:cubicBezTo>
                      <a:pt x="70" y="285"/>
                      <a:pt x="71" y="282"/>
                      <a:pt x="70" y="280"/>
                    </a:cubicBezTo>
                    <a:close/>
                    <a:moveTo>
                      <a:pt x="70" y="280"/>
                    </a:moveTo>
                    <a:cubicBezTo>
                      <a:pt x="70" y="280"/>
                      <a:pt x="70" y="280"/>
                      <a:pt x="70" y="280"/>
                    </a:cubicBezTo>
                  </a:path>
                </a:pathLst>
              </a:custGeom>
              <a:solidFill>
                <a:srgbClr val="E086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8" name="Rectangle 114"/>
              <p:cNvSpPr>
                <a:spLocks noChangeArrowheads="1"/>
              </p:cNvSpPr>
              <p:nvPr userDrawn="1"/>
            </p:nvSpPr>
            <p:spPr bwMode="auto">
              <a:xfrm>
                <a:off x="2057" y="163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9" name="Rectangle 115"/>
              <p:cNvSpPr>
                <a:spLocks noChangeArrowheads="1"/>
              </p:cNvSpPr>
              <p:nvPr userDrawn="1"/>
            </p:nvSpPr>
            <p:spPr bwMode="auto">
              <a:xfrm>
                <a:off x="2059" y="163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0" name="Rectangle 116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1" name="Rectangle 117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2" name="Rectangle 118"/>
              <p:cNvSpPr>
                <a:spLocks noChangeArrowheads="1"/>
              </p:cNvSpPr>
              <p:nvPr userDrawn="1"/>
            </p:nvSpPr>
            <p:spPr bwMode="auto">
              <a:xfrm>
                <a:off x="2061" y="163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3" name="Rectangle 119"/>
              <p:cNvSpPr>
                <a:spLocks noChangeArrowheads="1"/>
              </p:cNvSpPr>
              <p:nvPr userDrawn="1"/>
            </p:nvSpPr>
            <p:spPr bwMode="auto">
              <a:xfrm>
                <a:off x="2062" y="163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4" name="Rectangle 120"/>
              <p:cNvSpPr>
                <a:spLocks noChangeArrowheads="1"/>
              </p:cNvSpPr>
              <p:nvPr userDrawn="1"/>
            </p:nvSpPr>
            <p:spPr bwMode="auto">
              <a:xfrm>
                <a:off x="2063" y="163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5" name="Rectangle 121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6" name="Rectangle 122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7" name="Rectangle 123"/>
              <p:cNvSpPr>
                <a:spLocks noChangeArrowheads="1"/>
              </p:cNvSpPr>
              <p:nvPr userDrawn="1"/>
            </p:nvSpPr>
            <p:spPr bwMode="auto">
              <a:xfrm>
                <a:off x="2065" y="163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8" name="Rectangle 124"/>
              <p:cNvSpPr>
                <a:spLocks noChangeArrowheads="1"/>
              </p:cNvSpPr>
              <p:nvPr userDrawn="1"/>
            </p:nvSpPr>
            <p:spPr bwMode="auto">
              <a:xfrm>
                <a:off x="2066" y="163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9" name="Rectangle 125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0" name="Rectangle 126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1" name="Rectangle 127"/>
              <p:cNvSpPr>
                <a:spLocks noChangeArrowheads="1"/>
              </p:cNvSpPr>
              <p:nvPr userDrawn="1"/>
            </p:nvSpPr>
            <p:spPr bwMode="auto">
              <a:xfrm>
                <a:off x="2068" y="163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2" name="Rectangle 128"/>
              <p:cNvSpPr>
                <a:spLocks noChangeArrowheads="1"/>
              </p:cNvSpPr>
              <p:nvPr userDrawn="1"/>
            </p:nvSpPr>
            <p:spPr bwMode="auto">
              <a:xfrm>
                <a:off x="2069" y="163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3" name="Rectangle 129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4" name="Rectangle 130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5" name="Rectangle 131"/>
              <p:cNvSpPr>
                <a:spLocks noChangeArrowheads="1"/>
              </p:cNvSpPr>
              <p:nvPr userDrawn="1"/>
            </p:nvSpPr>
            <p:spPr bwMode="auto">
              <a:xfrm>
                <a:off x="2071" y="163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6" name="Rectangle 132"/>
              <p:cNvSpPr>
                <a:spLocks noChangeArrowheads="1"/>
              </p:cNvSpPr>
              <p:nvPr userDrawn="1"/>
            </p:nvSpPr>
            <p:spPr bwMode="auto">
              <a:xfrm>
                <a:off x="2072" y="163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7" name="Rectangle 133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8" name="Rectangle 134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9" name="Rectangle 135"/>
              <p:cNvSpPr>
                <a:spLocks noChangeArrowheads="1"/>
              </p:cNvSpPr>
              <p:nvPr userDrawn="1"/>
            </p:nvSpPr>
            <p:spPr bwMode="auto">
              <a:xfrm>
                <a:off x="2074" y="163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0" name="Rectangle 136"/>
              <p:cNvSpPr>
                <a:spLocks noChangeArrowheads="1"/>
              </p:cNvSpPr>
              <p:nvPr userDrawn="1"/>
            </p:nvSpPr>
            <p:spPr bwMode="auto">
              <a:xfrm>
                <a:off x="2075" y="163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1" name="Rectangle 137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2" name="Rectangle 138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3" name="Rectangle 139"/>
              <p:cNvSpPr>
                <a:spLocks noChangeArrowheads="1"/>
              </p:cNvSpPr>
              <p:nvPr userDrawn="1"/>
            </p:nvSpPr>
            <p:spPr bwMode="auto">
              <a:xfrm>
                <a:off x="2077" y="163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4" name="Rectangle 140"/>
              <p:cNvSpPr>
                <a:spLocks noChangeArrowheads="1"/>
              </p:cNvSpPr>
              <p:nvPr userDrawn="1"/>
            </p:nvSpPr>
            <p:spPr bwMode="auto">
              <a:xfrm>
                <a:off x="2078" y="163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5" name="Rectangle 141"/>
              <p:cNvSpPr>
                <a:spLocks noChangeArrowheads="1"/>
              </p:cNvSpPr>
              <p:nvPr userDrawn="1"/>
            </p:nvSpPr>
            <p:spPr bwMode="auto">
              <a:xfrm>
                <a:off x="2079" y="163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6" name="Rectangle 142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7" name="Rectangle 143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8" name="Rectangle 144"/>
              <p:cNvSpPr>
                <a:spLocks noChangeArrowheads="1"/>
              </p:cNvSpPr>
              <p:nvPr userDrawn="1"/>
            </p:nvSpPr>
            <p:spPr bwMode="auto">
              <a:xfrm>
                <a:off x="2081" y="163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9" name="Rectangle 145"/>
              <p:cNvSpPr>
                <a:spLocks noChangeArrowheads="1"/>
              </p:cNvSpPr>
              <p:nvPr userDrawn="1"/>
            </p:nvSpPr>
            <p:spPr bwMode="auto">
              <a:xfrm>
                <a:off x="2082" y="163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0" name="Rectangle 146"/>
              <p:cNvSpPr>
                <a:spLocks noChangeArrowheads="1"/>
              </p:cNvSpPr>
              <p:nvPr userDrawn="1"/>
            </p:nvSpPr>
            <p:spPr bwMode="auto">
              <a:xfrm>
                <a:off x="2083" y="163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1" name="Rectangle 147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2" name="Rectangle 148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3" name="Rectangle 149"/>
              <p:cNvSpPr>
                <a:spLocks noChangeArrowheads="1"/>
              </p:cNvSpPr>
              <p:nvPr userDrawn="1"/>
            </p:nvSpPr>
            <p:spPr bwMode="auto">
              <a:xfrm>
                <a:off x="2085" y="163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4" name="Rectangle 150"/>
              <p:cNvSpPr>
                <a:spLocks noChangeArrowheads="1"/>
              </p:cNvSpPr>
              <p:nvPr userDrawn="1"/>
            </p:nvSpPr>
            <p:spPr bwMode="auto">
              <a:xfrm>
                <a:off x="2086" y="163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5" name="Rectangle 151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6" name="Rectangle 152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7" name="Rectangle 153"/>
              <p:cNvSpPr>
                <a:spLocks noChangeArrowheads="1"/>
              </p:cNvSpPr>
              <p:nvPr userDrawn="1"/>
            </p:nvSpPr>
            <p:spPr bwMode="auto">
              <a:xfrm>
                <a:off x="2088" y="163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8" name="Rectangle 154"/>
              <p:cNvSpPr>
                <a:spLocks noChangeArrowheads="1"/>
              </p:cNvSpPr>
              <p:nvPr userDrawn="1"/>
            </p:nvSpPr>
            <p:spPr bwMode="auto">
              <a:xfrm>
                <a:off x="2089" y="163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9" name="Rectangle 155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0" name="Rectangle 156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1" name="Rectangle 157"/>
              <p:cNvSpPr>
                <a:spLocks noChangeArrowheads="1"/>
              </p:cNvSpPr>
              <p:nvPr userDrawn="1"/>
            </p:nvSpPr>
            <p:spPr bwMode="auto">
              <a:xfrm>
                <a:off x="2091" y="163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2" name="Rectangle 158"/>
              <p:cNvSpPr>
                <a:spLocks noChangeArrowheads="1"/>
              </p:cNvSpPr>
              <p:nvPr userDrawn="1"/>
            </p:nvSpPr>
            <p:spPr bwMode="auto">
              <a:xfrm>
                <a:off x="2092" y="163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3" name="Rectangle 159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4" name="Rectangle 160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5" name="Rectangle 161"/>
              <p:cNvSpPr>
                <a:spLocks noChangeArrowheads="1"/>
              </p:cNvSpPr>
              <p:nvPr userDrawn="1"/>
            </p:nvSpPr>
            <p:spPr bwMode="auto">
              <a:xfrm>
                <a:off x="2094" y="163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6" name="Rectangle 162"/>
              <p:cNvSpPr>
                <a:spLocks noChangeArrowheads="1"/>
              </p:cNvSpPr>
              <p:nvPr userDrawn="1"/>
            </p:nvSpPr>
            <p:spPr bwMode="auto">
              <a:xfrm>
                <a:off x="2095" y="163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7" name="Rectangle 163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8" name="Rectangle 164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9" name="Freeform 165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close/>
                    <a:moveTo>
                      <a:pt x="374" y="0"/>
                    </a:move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0" name="Freeform 166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moveTo>
                      <a:pt x="374" y="0"/>
                    </a:moveTo>
                    <a:lnTo>
                      <a:pt x="3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1" name="Rectangle 167"/>
              <p:cNvSpPr>
                <a:spLocks noChangeArrowheads="1"/>
              </p:cNvSpPr>
              <p:nvPr userDrawn="1"/>
            </p:nvSpPr>
            <p:spPr bwMode="auto">
              <a:xfrm>
                <a:off x="2020" y="150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2" name="Rectangle 168"/>
              <p:cNvSpPr>
                <a:spLocks noChangeArrowheads="1"/>
              </p:cNvSpPr>
              <p:nvPr userDrawn="1"/>
            </p:nvSpPr>
            <p:spPr bwMode="auto">
              <a:xfrm>
                <a:off x="2022" y="150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3" name="Rectangle 169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4" name="Rectangle 170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5" name="Rectangle 171"/>
              <p:cNvSpPr>
                <a:spLocks noChangeArrowheads="1"/>
              </p:cNvSpPr>
              <p:nvPr userDrawn="1"/>
            </p:nvSpPr>
            <p:spPr bwMode="auto">
              <a:xfrm>
                <a:off x="2024" y="150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6" name="Rectangle 172"/>
              <p:cNvSpPr>
                <a:spLocks noChangeArrowheads="1"/>
              </p:cNvSpPr>
              <p:nvPr userDrawn="1"/>
            </p:nvSpPr>
            <p:spPr bwMode="auto">
              <a:xfrm>
                <a:off x="2025" y="150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7" name="Rectangle 173"/>
              <p:cNvSpPr>
                <a:spLocks noChangeArrowheads="1"/>
              </p:cNvSpPr>
              <p:nvPr userDrawn="1"/>
            </p:nvSpPr>
            <p:spPr bwMode="auto">
              <a:xfrm>
                <a:off x="2026" y="150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8" name="Rectangle 174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9" name="Rectangle 175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0" name="Rectangle 176"/>
              <p:cNvSpPr>
                <a:spLocks noChangeArrowheads="1"/>
              </p:cNvSpPr>
              <p:nvPr userDrawn="1"/>
            </p:nvSpPr>
            <p:spPr bwMode="auto">
              <a:xfrm>
                <a:off x="2028" y="150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1" name="Rectangle 177"/>
              <p:cNvSpPr>
                <a:spLocks noChangeArrowheads="1"/>
              </p:cNvSpPr>
              <p:nvPr userDrawn="1"/>
            </p:nvSpPr>
            <p:spPr bwMode="auto">
              <a:xfrm>
                <a:off x="2029" y="150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2" name="Rectangle 178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3" name="Rectangle 179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4" name="Rectangle 180"/>
              <p:cNvSpPr>
                <a:spLocks noChangeArrowheads="1"/>
              </p:cNvSpPr>
              <p:nvPr userDrawn="1"/>
            </p:nvSpPr>
            <p:spPr bwMode="auto">
              <a:xfrm>
                <a:off x="2031" y="150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5" name="Rectangle 181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6" name="Rectangle 182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7" name="Rectangle 183"/>
              <p:cNvSpPr>
                <a:spLocks noChangeArrowheads="1"/>
              </p:cNvSpPr>
              <p:nvPr userDrawn="1"/>
            </p:nvSpPr>
            <p:spPr bwMode="auto">
              <a:xfrm>
                <a:off x="2033" y="150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8" name="Rectangle 184"/>
              <p:cNvSpPr>
                <a:spLocks noChangeArrowheads="1"/>
              </p:cNvSpPr>
              <p:nvPr userDrawn="1"/>
            </p:nvSpPr>
            <p:spPr bwMode="auto">
              <a:xfrm>
                <a:off x="2034" y="150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9" name="Rectangle 185"/>
              <p:cNvSpPr>
                <a:spLocks noChangeArrowheads="1"/>
              </p:cNvSpPr>
              <p:nvPr userDrawn="1"/>
            </p:nvSpPr>
            <p:spPr bwMode="auto">
              <a:xfrm>
                <a:off x="2035" y="150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0" name="Rectangle 186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1" name="Rectangle 187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2" name="Rectangle 188"/>
              <p:cNvSpPr>
                <a:spLocks noChangeArrowheads="1"/>
              </p:cNvSpPr>
              <p:nvPr userDrawn="1"/>
            </p:nvSpPr>
            <p:spPr bwMode="auto">
              <a:xfrm>
                <a:off x="2037" y="150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3" name="Rectangle 189"/>
              <p:cNvSpPr>
                <a:spLocks noChangeArrowheads="1"/>
              </p:cNvSpPr>
              <p:nvPr userDrawn="1"/>
            </p:nvSpPr>
            <p:spPr bwMode="auto">
              <a:xfrm>
                <a:off x="2038" y="150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4" name="Rectangle 190"/>
              <p:cNvSpPr>
                <a:spLocks noChangeArrowheads="1"/>
              </p:cNvSpPr>
              <p:nvPr userDrawn="1"/>
            </p:nvSpPr>
            <p:spPr bwMode="auto">
              <a:xfrm>
                <a:off x="2039" y="150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5" name="Rectangle 191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6" name="Rectangle 192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7" name="Rectangle 193"/>
              <p:cNvSpPr>
                <a:spLocks noChangeArrowheads="1"/>
              </p:cNvSpPr>
              <p:nvPr userDrawn="1"/>
            </p:nvSpPr>
            <p:spPr bwMode="auto">
              <a:xfrm>
                <a:off x="2041" y="150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8" name="Rectangle 194"/>
              <p:cNvSpPr>
                <a:spLocks noChangeArrowheads="1"/>
              </p:cNvSpPr>
              <p:nvPr userDrawn="1"/>
            </p:nvSpPr>
            <p:spPr bwMode="auto">
              <a:xfrm>
                <a:off x="2042" y="150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9" name="Rectangle 195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0" name="Rectangle 196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1" name="Rectangle 197"/>
              <p:cNvSpPr>
                <a:spLocks noChangeArrowheads="1"/>
              </p:cNvSpPr>
              <p:nvPr userDrawn="1"/>
            </p:nvSpPr>
            <p:spPr bwMode="auto">
              <a:xfrm>
                <a:off x="2044" y="150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2" name="Rectangle 198"/>
              <p:cNvSpPr>
                <a:spLocks noChangeArrowheads="1"/>
              </p:cNvSpPr>
              <p:nvPr userDrawn="1"/>
            </p:nvSpPr>
            <p:spPr bwMode="auto">
              <a:xfrm>
                <a:off x="2045" y="150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3" name="Rectangle 199"/>
              <p:cNvSpPr>
                <a:spLocks noChangeArrowheads="1"/>
              </p:cNvSpPr>
              <p:nvPr userDrawn="1"/>
            </p:nvSpPr>
            <p:spPr bwMode="auto">
              <a:xfrm>
                <a:off x="2046" y="150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4" name="Rectangle 200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5" name="Rectangle 201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6" name="Rectangle 202"/>
              <p:cNvSpPr>
                <a:spLocks noChangeArrowheads="1"/>
              </p:cNvSpPr>
              <p:nvPr userDrawn="1"/>
            </p:nvSpPr>
            <p:spPr bwMode="auto">
              <a:xfrm>
                <a:off x="2048" y="150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7" name="Rectangle 203"/>
              <p:cNvSpPr>
                <a:spLocks noChangeArrowheads="1"/>
              </p:cNvSpPr>
              <p:nvPr userDrawn="1"/>
            </p:nvSpPr>
            <p:spPr bwMode="auto">
              <a:xfrm>
                <a:off x="2049" y="150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8" name="Rectangle 204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9" name="Rectangle 205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0" name="Rectangle 206"/>
              <p:cNvSpPr>
                <a:spLocks noChangeArrowheads="1"/>
              </p:cNvSpPr>
              <p:nvPr userDrawn="1"/>
            </p:nvSpPr>
            <p:spPr bwMode="auto">
              <a:xfrm>
                <a:off x="2051" y="150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1" name="Rectangle 207"/>
              <p:cNvSpPr>
                <a:spLocks noChangeArrowheads="1"/>
              </p:cNvSpPr>
              <p:nvPr userDrawn="1"/>
            </p:nvSpPr>
            <p:spPr bwMode="auto">
              <a:xfrm>
                <a:off x="2052" y="150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2" name="Rectangle 208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3" name="Rectangle 209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4" name="Rectangle 210"/>
              <p:cNvSpPr>
                <a:spLocks noChangeArrowheads="1"/>
              </p:cNvSpPr>
              <p:nvPr userDrawn="1"/>
            </p:nvSpPr>
            <p:spPr bwMode="auto">
              <a:xfrm>
                <a:off x="2054" y="150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5" name="Rectangle 211"/>
              <p:cNvSpPr>
                <a:spLocks noChangeArrowheads="1"/>
              </p:cNvSpPr>
              <p:nvPr userDrawn="1"/>
            </p:nvSpPr>
            <p:spPr bwMode="auto">
              <a:xfrm>
                <a:off x="2055" y="150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6" name="Rectangle 212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7" name="Rectangle 213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8" name="Rectangle 214"/>
              <p:cNvSpPr>
                <a:spLocks noChangeArrowheads="1"/>
              </p:cNvSpPr>
              <p:nvPr userDrawn="1"/>
            </p:nvSpPr>
            <p:spPr bwMode="auto">
              <a:xfrm>
                <a:off x="2057" y="150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9" name="Rectangle 215"/>
              <p:cNvSpPr>
                <a:spLocks noChangeArrowheads="1"/>
              </p:cNvSpPr>
              <p:nvPr userDrawn="1"/>
            </p:nvSpPr>
            <p:spPr bwMode="auto">
              <a:xfrm>
                <a:off x="2058" y="150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0" name="Rectangle 216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1" name="Rectangle 217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2" name="Freeform 218"/>
              <p:cNvSpPr>
                <a:spLocks noEditPoints="1"/>
              </p:cNvSpPr>
              <p:nvPr userDrawn="1"/>
            </p:nvSpPr>
            <p:spPr bwMode="auto">
              <a:xfrm>
                <a:off x="1713" y="988"/>
                <a:ext cx="642" cy="1051"/>
              </a:xfrm>
              <a:custGeom>
                <a:avLst/>
                <a:gdLst>
                  <a:gd name="T0" fmla="*/ 254 w 643"/>
                  <a:gd name="T1" fmla="*/ 998 h 1051"/>
                  <a:gd name="T2" fmla="*/ 621 w 643"/>
                  <a:gd name="T3" fmla="*/ 866 h 1051"/>
                  <a:gd name="T4" fmla="*/ 0 w 643"/>
                  <a:gd name="T5" fmla="*/ 107 h 1051"/>
                  <a:gd name="T6" fmla="*/ 643 w 643"/>
                  <a:gd name="T7" fmla="*/ 945 h 1051"/>
                  <a:gd name="T8" fmla="*/ 350 w 643"/>
                  <a:gd name="T9" fmla="*/ 623 h 1051"/>
                  <a:gd name="T10" fmla="*/ 381 w 643"/>
                  <a:gd name="T11" fmla="*/ 733 h 1051"/>
                  <a:gd name="T12" fmla="*/ 252 w 643"/>
                  <a:gd name="T13" fmla="*/ 458 h 1051"/>
                  <a:gd name="T14" fmla="*/ 224 w 643"/>
                  <a:gd name="T15" fmla="*/ 396 h 1051"/>
                  <a:gd name="T16" fmla="*/ 241 w 643"/>
                  <a:gd name="T17" fmla="*/ 376 h 1051"/>
                  <a:gd name="T18" fmla="*/ 270 w 643"/>
                  <a:gd name="T19" fmla="*/ 392 h 1051"/>
                  <a:gd name="T20" fmla="*/ 289 w 643"/>
                  <a:gd name="T21" fmla="*/ 408 h 1051"/>
                  <a:gd name="T22" fmla="*/ 288 w 643"/>
                  <a:gd name="T23" fmla="*/ 378 h 1051"/>
                  <a:gd name="T24" fmla="*/ 280 w 643"/>
                  <a:gd name="T25" fmla="*/ 365 h 1051"/>
                  <a:gd name="T26" fmla="*/ 338 w 643"/>
                  <a:gd name="T27" fmla="*/ 363 h 1051"/>
                  <a:gd name="T28" fmla="*/ 355 w 643"/>
                  <a:gd name="T29" fmla="*/ 443 h 1051"/>
                  <a:gd name="T30" fmla="*/ 364 w 643"/>
                  <a:gd name="T31" fmla="*/ 457 h 1051"/>
                  <a:gd name="T32" fmla="*/ 306 w 643"/>
                  <a:gd name="T33" fmla="*/ 458 h 1051"/>
                  <a:gd name="T34" fmla="*/ 299 w 643"/>
                  <a:gd name="T35" fmla="*/ 428 h 1051"/>
                  <a:gd name="T36" fmla="*/ 285 w 643"/>
                  <a:gd name="T37" fmla="*/ 452 h 1051"/>
                  <a:gd name="T38" fmla="*/ 299 w 643"/>
                  <a:gd name="T39" fmla="*/ 461 h 1051"/>
                  <a:gd name="T40" fmla="*/ 248 w 643"/>
                  <a:gd name="T41" fmla="*/ 490 h 1051"/>
                  <a:gd name="T42" fmla="*/ 313 w 643"/>
                  <a:gd name="T43" fmla="*/ 493 h 1051"/>
                  <a:gd name="T44" fmla="*/ 344 w 643"/>
                  <a:gd name="T45" fmla="*/ 603 h 1051"/>
                  <a:gd name="T46" fmla="*/ 313 w 643"/>
                  <a:gd name="T47" fmla="*/ 493 h 1051"/>
                  <a:gd name="T48" fmla="*/ 408 w 643"/>
                  <a:gd name="T49" fmla="*/ 863 h 1051"/>
                  <a:gd name="T50" fmla="*/ 378 w 643"/>
                  <a:gd name="T51" fmla="*/ 842 h 1051"/>
                  <a:gd name="T52" fmla="*/ 350 w 643"/>
                  <a:gd name="T53" fmla="*/ 782 h 1051"/>
                  <a:gd name="T54" fmla="*/ 372 w 643"/>
                  <a:gd name="T55" fmla="*/ 760 h 1051"/>
                  <a:gd name="T56" fmla="*/ 408 w 643"/>
                  <a:gd name="T57" fmla="*/ 765 h 1051"/>
                  <a:gd name="T58" fmla="*/ 412 w 643"/>
                  <a:gd name="T59" fmla="*/ 837 h 1051"/>
                  <a:gd name="T60" fmla="*/ 447 w 643"/>
                  <a:gd name="T61" fmla="*/ 801 h 1051"/>
                  <a:gd name="T62" fmla="*/ 456 w 643"/>
                  <a:gd name="T63" fmla="*/ 851 h 1051"/>
                  <a:gd name="T64" fmla="*/ 543 w 643"/>
                  <a:gd name="T65" fmla="*/ 837 h 1051"/>
                  <a:gd name="T66" fmla="*/ 449 w 643"/>
                  <a:gd name="T67" fmla="*/ 511 h 1051"/>
                  <a:gd name="T68" fmla="*/ 440 w 643"/>
                  <a:gd name="T69" fmla="*/ 478 h 1051"/>
                  <a:gd name="T70" fmla="*/ 454 w 643"/>
                  <a:gd name="T71" fmla="*/ 453 h 1051"/>
                  <a:gd name="T72" fmla="*/ 425 w 643"/>
                  <a:gd name="T73" fmla="*/ 397 h 1051"/>
                  <a:gd name="T74" fmla="*/ 321 w 643"/>
                  <a:gd name="T75" fmla="*/ 89 h 1051"/>
                  <a:gd name="T76" fmla="*/ 291 w 643"/>
                  <a:gd name="T77" fmla="*/ 265 h 1051"/>
                  <a:gd name="T78" fmla="*/ 250 w 643"/>
                  <a:gd name="T79" fmla="*/ 255 h 1051"/>
                  <a:gd name="T80" fmla="*/ 269 w 643"/>
                  <a:gd name="T81" fmla="*/ 319 h 1051"/>
                  <a:gd name="T82" fmla="*/ 309 w 643"/>
                  <a:gd name="T83" fmla="*/ 323 h 1051"/>
                  <a:gd name="T84" fmla="*/ 270 w 643"/>
                  <a:gd name="T85" fmla="*/ 344 h 1051"/>
                  <a:gd name="T86" fmla="*/ 248 w 643"/>
                  <a:gd name="T87" fmla="*/ 231 h 1051"/>
                  <a:gd name="T88" fmla="*/ 202 w 643"/>
                  <a:gd name="T89" fmla="*/ 104 h 1051"/>
                  <a:gd name="T90" fmla="*/ 244 w 643"/>
                  <a:gd name="T91" fmla="*/ 100 h 1051"/>
                  <a:gd name="T92" fmla="*/ 227 w 643"/>
                  <a:gd name="T93" fmla="*/ 136 h 1051"/>
                  <a:gd name="T94" fmla="*/ 208 w 643"/>
                  <a:gd name="T95" fmla="*/ 127 h 1051"/>
                  <a:gd name="T96" fmla="*/ 264 w 643"/>
                  <a:gd name="T97" fmla="*/ 168 h 1051"/>
                  <a:gd name="T98" fmla="*/ 189 w 643"/>
                  <a:gd name="T99" fmla="*/ 219 h 1051"/>
                  <a:gd name="T100" fmla="*/ 202 w 643"/>
                  <a:gd name="T101" fmla="*/ 181 h 1051"/>
                  <a:gd name="T102" fmla="*/ 223 w 643"/>
                  <a:gd name="T103" fmla="*/ 178 h 1051"/>
                  <a:gd name="T104" fmla="*/ 202 w 643"/>
                  <a:gd name="T105" fmla="*/ 104 h 1051"/>
                  <a:gd name="T106" fmla="*/ 82 w 643"/>
                  <a:gd name="T107" fmla="*/ 150 h 1051"/>
                  <a:gd name="T108" fmla="*/ 175 w 643"/>
                  <a:gd name="T109" fmla="*/ 476 h 1051"/>
                  <a:gd name="T110" fmla="*/ 185 w 643"/>
                  <a:gd name="T111" fmla="*/ 509 h 1051"/>
                  <a:gd name="T112" fmla="*/ 181 w 643"/>
                  <a:gd name="T113" fmla="*/ 546 h 1051"/>
                  <a:gd name="T114" fmla="*/ 215 w 643"/>
                  <a:gd name="T115" fmla="*/ 585 h 1051"/>
                  <a:gd name="T116" fmla="*/ 289 w 643"/>
                  <a:gd name="T117" fmla="*/ 901 h 1051"/>
                  <a:gd name="T118" fmla="*/ 205 w 643"/>
                  <a:gd name="T119" fmla="*/ 580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3" h="1051">
                    <a:moveTo>
                      <a:pt x="628" y="891"/>
                    </a:moveTo>
                    <a:cubicBezTo>
                      <a:pt x="442" y="945"/>
                      <a:pt x="442" y="945"/>
                      <a:pt x="442" y="945"/>
                    </a:cubicBezTo>
                    <a:cubicBezTo>
                      <a:pt x="254" y="998"/>
                      <a:pt x="254" y="998"/>
                      <a:pt x="254" y="998"/>
                    </a:cubicBezTo>
                    <a:cubicBezTo>
                      <a:pt x="247" y="973"/>
                      <a:pt x="247" y="973"/>
                      <a:pt x="247" y="973"/>
                    </a:cubicBezTo>
                    <a:cubicBezTo>
                      <a:pt x="435" y="919"/>
                      <a:pt x="435" y="919"/>
                      <a:pt x="435" y="919"/>
                    </a:cubicBezTo>
                    <a:cubicBezTo>
                      <a:pt x="621" y="866"/>
                      <a:pt x="621" y="866"/>
                      <a:pt x="621" y="86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187" y="54"/>
                      <a:pt x="187" y="54"/>
                      <a:pt x="187" y="5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69" y="1051"/>
                      <a:pt x="269" y="1051"/>
                      <a:pt x="269" y="1051"/>
                    </a:cubicBezTo>
                    <a:cubicBezTo>
                      <a:pt x="457" y="998"/>
                      <a:pt x="457" y="998"/>
                      <a:pt x="457" y="998"/>
                    </a:cubicBezTo>
                    <a:cubicBezTo>
                      <a:pt x="643" y="945"/>
                      <a:pt x="643" y="945"/>
                      <a:pt x="643" y="945"/>
                    </a:cubicBezTo>
                    <a:lnTo>
                      <a:pt x="628" y="891"/>
                    </a:lnTo>
                    <a:close/>
                    <a:moveTo>
                      <a:pt x="314" y="695"/>
                    </a:moveTo>
                    <a:cubicBezTo>
                      <a:pt x="303" y="658"/>
                      <a:pt x="316" y="633"/>
                      <a:pt x="350" y="623"/>
                    </a:cubicBezTo>
                    <a:cubicBezTo>
                      <a:pt x="350" y="623"/>
                      <a:pt x="351" y="623"/>
                      <a:pt x="351" y="623"/>
                    </a:cubicBezTo>
                    <a:cubicBezTo>
                      <a:pt x="384" y="613"/>
                      <a:pt x="405" y="626"/>
                      <a:pt x="415" y="661"/>
                    </a:cubicBezTo>
                    <a:cubicBezTo>
                      <a:pt x="425" y="696"/>
                      <a:pt x="413" y="722"/>
                      <a:pt x="381" y="733"/>
                    </a:cubicBezTo>
                    <a:cubicBezTo>
                      <a:pt x="380" y="733"/>
                      <a:pt x="379" y="733"/>
                      <a:pt x="378" y="734"/>
                    </a:cubicBezTo>
                    <a:cubicBezTo>
                      <a:pt x="346" y="743"/>
                      <a:pt x="324" y="729"/>
                      <a:pt x="314" y="695"/>
                    </a:cubicBezTo>
                    <a:close/>
                    <a:moveTo>
                      <a:pt x="252" y="458"/>
                    </a:moveTo>
                    <a:cubicBezTo>
                      <a:pt x="236" y="401"/>
                      <a:pt x="236" y="401"/>
                      <a:pt x="236" y="401"/>
                    </a:cubicBezTo>
                    <a:cubicBezTo>
                      <a:pt x="234" y="395"/>
                      <a:pt x="232" y="393"/>
                      <a:pt x="228" y="395"/>
                    </a:cubicBezTo>
                    <a:cubicBezTo>
                      <a:pt x="226" y="395"/>
                      <a:pt x="224" y="396"/>
                      <a:pt x="224" y="396"/>
                    </a:cubicBezTo>
                    <a:cubicBezTo>
                      <a:pt x="221" y="394"/>
                      <a:pt x="221" y="394"/>
                      <a:pt x="221" y="394"/>
                    </a:cubicBezTo>
                    <a:cubicBezTo>
                      <a:pt x="219" y="382"/>
                      <a:pt x="219" y="382"/>
                      <a:pt x="219" y="382"/>
                    </a:cubicBezTo>
                    <a:cubicBezTo>
                      <a:pt x="241" y="376"/>
                      <a:pt x="241" y="376"/>
                      <a:pt x="241" y="376"/>
                    </a:cubicBezTo>
                    <a:cubicBezTo>
                      <a:pt x="250" y="373"/>
                      <a:pt x="273" y="366"/>
                      <a:pt x="273" y="366"/>
                    </a:cubicBezTo>
                    <a:cubicBezTo>
                      <a:pt x="276" y="381"/>
                      <a:pt x="276" y="381"/>
                      <a:pt x="276" y="381"/>
                    </a:cubicBezTo>
                    <a:cubicBezTo>
                      <a:pt x="269" y="384"/>
                      <a:pt x="268" y="386"/>
                      <a:pt x="270" y="392"/>
                    </a:cubicBezTo>
                    <a:cubicBezTo>
                      <a:pt x="274" y="412"/>
                      <a:pt x="274" y="412"/>
                      <a:pt x="274" y="412"/>
                    </a:cubicBezTo>
                    <a:cubicBezTo>
                      <a:pt x="288" y="408"/>
                      <a:pt x="288" y="408"/>
                      <a:pt x="288" y="408"/>
                    </a:cubicBezTo>
                    <a:cubicBezTo>
                      <a:pt x="289" y="408"/>
                      <a:pt x="289" y="408"/>
                      <a:pt x="289" y="408"/>
                    </a:cubicBezTo>
                    <a:cubicBezTo>
                      <a:pt x="296" y="406"/>
                      <a:pt x="299" y="405"/>
                      <a:pt x="302" y="404"/>
                    </a:cubicBezTo>
                    <a:cubicBezTo>
                      <a:pt x="296" y="385"/>
                      <a:pt x="296" y="385"/>
                      <a:pt x="296" y="385"/>
                    </a:cubicBezTo>
                    <a:cubicBezTo>
                      <a:pt x="295" y="378"/>
                      <a:pt x="293" y="377"/>
                      <a:pt x="288" y="378"/>
                    </a:cubicBezTo>
                    <a:cubicBezTo>
                      <a:pt x="284" y="379"/>
                      <a:pt x="284" y="379"/>
                      <a:pt x="284" y="379"/>
                    </a:cubicBezTo>
                    <a:cubicBezTo>
                      <a:pt x="282" y="378"/>
                      <a:pt x="282" y="378"/>
                      <a:pt x="282" y="378"/>
                    </a:cubicBezTo>
                    <a:cubicBezTo>
                      <a:pt x="280" y="365"/>
                      <a:pt x="280" y="365"/>
                      <a:pt x="280" y="365"/>
                    </a:cubicBezTo>
                    <a:cubicBezTo>
                      <a:pt x="306" y="358"/>
                      <a:pt x="306" y="358"/>
                      <a:pt x="306" y="358"/>
                    </a:cubicBezTo>
                    <a:cubicBezTo>
                      <a:pt x="313" y="356"/>
                      <a:pt x="335" y="349"/>
                      <a:pt x="335" y="349"/>
                    </a:cubicBezTo>
                    <a:cubicBezTo>
                      <a:pt x="338" y="363"/>
                      <a:pt x="338" y="363"/>
                      <a:pt x="338" y="363"/>
                    </a:cubicBezTo>
                    <a:cubicBezTo>
                      <a:pt x="330" y="367"/>
                      <a:pt x="329" y="369"/>
                      <a:pt x="331" y="375"/>
                    </a:cubicBezTo>
                    <a:cubicBezTo>
                      <a:pt x="333" y="388"/>
                      <a:pt x="340" y="412"/>
                      <a:pt x="346" y="434"/>
                    </a:cubicBezTo>
                    <a:cubicBezTo>
                      <a:pt x="348" y="442"/>
                      <a:pt x="350" y="444"/>
                      <a:pt x="355" y="443"/>
                    </a:cubicBezTo>
                    <a:cubicBezTo>
                      <a:pt x="357" y="442"/>
                      <a:pt x="360" y="441"/>
                      <a:pt x="360" y="441"/>
                    </a:cubicBezTo>
                    <a:cubicBezTo>
                      <a:pt x="361" y="443"/>
                      <a:pt x="361" y="443"/>
                      <a:pt x="361" y="443"/>
                    </a:cubicBezTo>
                    <a:cubicBezTo>
                      <a:pt x="364" y="457"/>
                      <a:pt x="364" y="457"/>
                      <a:pt x="364" y="457"/>
                    </a:cubicBezTo>
                    <a:cubicBezTo>
                      <a:pt x="364" y="457"/>
                      <a:pt x="349" y="461"/>
                      <a:pt x="336" y="464"/>
                    </a:cubicBezTo>
                    <a:cubicBezTo>
                      <a:pt x="328" y="466"/>
                      <a:pt x="308" y="472"/>
                      <a:pt x="308" y="472"/>
                    </a:cubicBezTo>
                    <a:cubicBezTo>
                      <a:pt x="306" y="458"/>
                      <a:pt x="306" y="458"/>
                      <a:pt x="306" y="458"/>
                    </a:cubicBezTo>
                    <a:cubicBezTo>
                      <a:pt x="314" y="455"/>
                      <a:pt x="316" y="451"/>
                      <a:pt x="313" y="442"/>
                    </a:cubicBezTo>
                    <a:cubicBezTo>
                      <a:pt x="308" y="426"/>
                      <a:pt x="308" y="426"/>
                      <a:pt x="308" y="426"/>
                    </a:cubicBezTo>
                    <a:cubicBezTo>
                      <a:pt x="308" y="426"/>
                      <a:pt x="302" y="427"/>
                      <a:pt x="299" y="428"/>
                    </a:cubicBezTo>
                    <a:cubicBezTo>
                      <a:pt x="298" y="429"/>
                      <a:pt x="296" y="429"/>
                      <a:pt x="295" y="429"/>
                    </a:cubicBezTo>
                    <a:cubicBezTo>
                      <a:pt x="289" y="432"/>
                      <a:pt x="280" y="435"/>
                      <a:pt x="280" y="435"/>
                    </a:cubicBezTo>
                    <a:cubicBezTo>
                      <a:pt x="285" y="452"/>
                      <a:pt x="285" y="452"/>
                      <a:pt x="285" y="452"/>
                    </a:cubicBezTo>
                    <a:cubicBezTo>
                      <a:pt x="288" y="461"/>
                      <a:pt x="289" y="463"/>
                      <a:pt x="293" y="461"/>
                    </a:cubicBezTo>
                    <a:cubicBezTo>
                      <a:pt x="296" y="461"/>
                      <a:pt x="298" y="460"/>
                      <a:pt x="298" y="460"/>
                    </a:cubicBezTo>
                    <a:cubicBezTo>
                      <a:pt x="299" y="461"/>
                      <a:pt x="299" y="461"/>
                      <a:pt x="299" y="461"/>
                    </a:cubicBezTo>
                    <a:cubicBezTo>
                      <a:pt x="302" y="475"/>
                      <a:pt x="302" y="475"/>
                      <a:pt x="302" y="475"/>
                    </a:cubicBezTo>
                    <a:cubicBezTo>
                      <a:pt x="302" y="475"/>
                      <a:pt x="282" y="480"/>
                      <a:pt x="275" y="482"/>
                    </a:cubicBezTo>
                    <a:cubicBezTo>
                      <a:pt x="265" y="485"/>
                      <a:pt x="248" y="490"/>
                      <a:pt x="248" y="490"/>
                    </a:cubicBezTo>
                    <a:cubicBezTo>
                      <a:pt x="246" y="476"/>
                      <a:pt x="246" y="476"/>
                      <a:pt x="246" y="476"/>
                    </a:cubicBezTo>
                    <a:cubicBezTo>
                      <a:pt x="253" y="470"/>
                      <a:pt x="254" y="467"/>
                      <a:pt x="252" y="458"/>
                    </a:cubicBezTo>
                    <a:close/>
                    <a:moveTo>
                      <a:pt x="313" y="493"/>
                    </a:moveTo>
                    <a:cubicBezTo>
                      <a:pt x="313" y="493"/>
                      <a:pt x="314" y="493"/>
                      <a:pt x="314" y="493"/>
                    </a:cubicBezTo>
                    <a:cubicBezTo>
                      <a:pt x="347" y="484"/>
                      <a:pt x="368" y="497"/>
                      <a:pt x="378" y="531"/>
                    </a:cubicBezTo>
                    <a:cubicBezTo>
                      <a:pt x="388" y="567"/>
                      <a:pt x="376" y="592"/>
                      <a:pt x="344" y="603"/>
                    </a:cubicBezTo>
                    <a:cubicBezTo>
                      <a:pt x="343" y="603"/>
                      <a:pt x="342" y="604"/>
                      <a:pt x="341" y="604"/>
                    </a:cubicBezTo>
                    <a:cubicBezTo>
                      <a:pt x="309" y="613"/>
                      <a:pt x="287" y="599"/>
                      <a:pt x="277" y="565"/>
                    </a:cubicBezTo>
                    <a:cubicBezTo>
                      <a:pt x="267" y="529"/>
                      <a:pt x="279" y="503"/>
                      <a:pt x="313" y="493"/>
                    </a:cubicBezTo>
                    <a:close/>
                    <a:moveTo>
                      <a:pt x="456" y="851"/>
                    </a:moveTo>
                    <a:cubicBezTo>
                      <a:pt x="456" y="851"/>
                      <a:pt x="438" y="855"/>
                      <a:pt x="418" y="861"/>
                    </a:cubicBezTo>
                    <a:cubicBezTo>
                      <a:pt x="408" y="863"/>
                      <a:pt x="408" y="863"/>
                      <a:pt x="408" y="863"/>
                    </a:cubicBezTo>
                    <a:cubicBezTo>
                      <a:pt x="391" y="868"/>
                      <a:pt x="374" y="875"/>
                      <a:pt x="374" y="875"/>
                    </a:cubicBezTo>
                    <a:cubicBezTo>
                      <a:pt x="371" y="859"/>
                      <a:pt x="371" y="859"/>
                      <a:pt x="371" y="859"/>
                    </a:cubicBezTo>
                    <a:cubicBezTo>
                      <a:pt x="379" y="856"/>
                      <a:pt x="380" y="852"/>
                      <a:pt x="378" y="842"/>
                    </a:cubicBezTo>
                    <a:cubicBezTo>
                      <a:pt x="362" y="787"/>
                      <a:pt x="362" y="787"/>
                      <a:pt x="362" y="787"/>
                    </a:cubicBezTo>
                    <a:cubicBezTo>
                      <a:pt x="360" y="780"/>
                      <a:pt x="358" y="779"/>
                      <a:pt x="354" y="780"/>
                    </a:cubicBezTo>
                    <a:cubicBezTo>
                      <a:pt x="352" y="781"/>
                      <a:pt x="350" y="782"/>
                      <a:pt x="350" y="782"/>
                    </a:cubicBezTo>
                    <a:cubicBezTo>
                      <a:pt x="348" y="780"/>
                      <a:pt x="348" y="780"/>
                      <a:pt x="348" y="780"/>
                    </a:cubicBezTo>
                    <a:cubicBezTo>
                      <a:pt x="346" y="767"/>
                      <a:pt x="346" y="767"/>
                      <a:pt x="346" y="767"/>
                    </a:cubicBezTo>
                    <a:cubicBezTo>
                      <a:pt x="372" y="760"/>
                      <a:pt x="372" y="760"/>
                      <a:pt x="372" y="760"/>
                    </a:cubicBezTo>
                    <a:cubicBezTo>
                      <a:pt x="375" y="759"/>
                      <a:pt x="382" y="757"/>
                      <a:pt x="388" y="755"/>
                    </a:cubicBezTo>
                    <a:cubicBezTo>
                      <a:pt x="397" y="752"/>
                      <a:pt x="406" y="749"/>
                      <a:pt x="406" y="749"/>
                    </a:cubicBezTo>
                    <a:cubicBezTo>
                      <a:pt x="408" y="765"/>
                      <a:pt x="408" y="765"/>
                      <a:pt x="408" y="765"/>
                    </a:cubicBezTo>
                    <a:cubicBezTo>
                      <a:pt x="397" y="770"/>
                      <a:pt x="395" y="772"/>
                      <a:pt x="396" y="778"/>
                    </a:cubicBezTo>
                    <a:cubicBezTo>
                      <a:pt x="399" y="789"/>
                      <a:pt x="401" y="800"/>
                      <a:pt x="405" y="815"/>
                    </a:cubicBezTo>
                    <a:cubicBezTo>
                      <a:pt x="412" y="837"/>
                      <a:pt x="412" y="837"/>
                      <a:pt x="412" y="837"/>
                    </a:cubicBezTo>
                    <a:cubicBezTo>
                      <a:pt x="413" y="840"/>
                      <a:pt x="415" y="841"/>
                      <a:pt x="419" y="840"/>
                    </a:cubicBezTo>
                    <a:cubicBezTo>
                      <a:pt x="430" y="837"/>
                      <a:pt x="432" y="831"/>
                      <a:pt x="427" y="809"/>
                    </a:cubicBezTo>
                    <a:cubicBezTo>
                      <a:pt x="447" y="801"/>
                      <a:pt x="447" y="801"/>
                      <a:pt x="447" y="801"/>
                    </a:cubicBezTo>
                    <a:cubicBezTo>
                      <a:pt x="450" y="803"/>
                      <a:pt x="450" y="803"/>
                      <a:pt x="450" y="803"/>
                    </a:cubicBezTo>
                    <a:cubicBezTo>
                      <a:pt x="450" y="803"/>
                      <a:pt x="453" y="825"/>
                      <a:pt x="459" y="848"/>
                    </a:cubicBezTo>
                    <a:lnTo>
                      <a:pt x="456" y="851"/>
                    </a:lnTo>
                    <a:close/>
                    <a:moveTo>
                      <a:pt x="459" y="516"/>
                    </a:moveTo>
                    <a:cubicBezTo>
                      <a:pt x="548" y="828"/>
                      <a:pt x="548" y="828"/>
                      <a:pt x="548" y="828"/>
                    </a:cubicBezTo>
                    <a:cubicBezTo>
                      <a:pt x="549" y="832"/>
                      <a:pt x="546" y="836"/>
                      <a:pt x="543" y="837"/>
                    </a:cubicBezTo>
                    <a:cubicBezTo>
                      <a:pt x="539" y="838"/>
                      <a:pt x="534" y="836"/>
                      <a:pt x="533" y="832"/>
                    </a:cubicBezTo>
                    <a:cubicBezTo>
                      <a:pt x="444" y="520"/>
                      <a:pt x="444" y="520"/>
                      <a:pt x="444" y="520"/>
                    </a:cubicBezTo>
                    <a:cubicBezTo>
                      <a:pt x="443" y="516"/>
                      <a:pt x="445" y="512"/>
                      <a:pt x="449" y="511"/>
                    </a:cubicBezTo>
                    <a:cubicBezTo>
                      <a:pt x="453" y="510"/>
                      <a:pt x="457" y="512"/>
                      <a:pt x="459" y="516"/>
                    </a:cubicBezTo>
                    <a:close/>
                    <a:moveTo>
                      <a:pt x="454" y="453"/>
                    </a:moveTo>
                    <a:cubicBezTo>
                      <a:pt x="457" y="464"/>
                      <a:pt x="451" y="475"/>
                      <a:pt x="440" y="478"/>
                    </a:cubicBezTo>
                    <a:cubicBezTo>
                      <a:pt x="429" y="481"/>
                      <a:pt x="418" y="475"/>
                      <a:pt x="415" y="464"/>
                    </a:cubicBezTo>
                    <a:cubicBezTo>
                      <a:pt x="412" y="453"/>
                      <a:pt x="418" y="442"/>
                      <a:pt x="429" y="439"/>
                    </a:cubicBezTo>
                    <a:cubicBezTo>
                      <a:pt x="439" y="436"/>
                      <a:pt x="450" y="442"/>
                      <a:pt x="454" y="453"/>
                    </a:cubicBezTo>
                    <a:close/>
                    <a:moveTo>
                      <a:pt x="326" y="80"/>
                    </a:moveTo>
                    <a:cubicBezTo>
                      <a:pt x="330" y="79"/>
                      <a:pt x="334" y="81"/>
                      <a:pt x="336" y="85"/>
                    </a:cubicBezTo>
                    <a:cubicBezTo>
                      <a:pt x="425" y="397"/>
                      <a:pt x="425" y="397"/>
                      <a:pt x="425" y="397"/>
                    </a:cubicBezTo>
                    <a:cubicBezTo>
                      <a:pt x="426" y="401"/>
                      <a:pt x="424" y="405"/>
                      <a:pt x="420" y="406"/>
                    </a:cubicBezTo>
                    <a:cubicBezTo>
                      <a:pt x="416" y="408"/>
                      <a:pt x="412" y="405"/>
                      <a:pt x="410" y="401"/>
                    </a:cubicBezTo>
                    <a:cubicBezTo>
                      <a:pt x="321" y="89"/>
                      <a:pt x="321" y="89"/>
                      <a:pt x="321" y="89"/>
                    </a:cubicBezTo>
                    <a:cubicBezTo>
                      <a:pt x="320" y="85"/>
                      <a:pt x="322" y="81"/>
                      <a:pt x="326" y="80"/>
                    </a:cubicBezTo>
                    <a:close/>
                    <a:moveTo>
                      <a:pt x="286" y="228"/>
                    </a:moveTo>
                    <a:cubicBezTo>
                      <a:pt x="286" y="228"/>
                      <a:pt x="287" y="244"/>
                      <a:pt x="291" y="265"/>
                    </a:cubicBezTo>
                    <a:cubicBezTo>
                      <a:pt x="267" y="273"/>
                      <a:pt x="267" y="273"/>
                      <a:pt x="267" y="273"/>
                    </a:cubicBezTo>
                    <a:cubicBezTo>
                      <a:pt x="267" y="273"/>
                      <a:pt x="266" y="269"/>
                      <a:pt x="264" y="264"/>
                    </a:cubicBezTo>
                    <a:cubicBezTo>
                      <a:pt x="262" y="255"/>
                      <a:pt x="258" y="252"/>
                      <a:pt x="250" y="255"/>
                    </a:cubicBezTo>
                    <a:cubicBezTo>
                      <a:pt x="248" y="255"/>
                      <a:pt x="247" y="256"/>
                      <a:pt x="245" y="257"/>
                    </a:cubicBezTo>
                    <a:cubicBezTo>
                      <a:pt x="263" y="319"/>
                      <a:pt x="263" y="319"/>
                      <a:pt x="263" y="319"/>
                    </a:cubicBezTo>
                    <a:cubicBezTo>
                      <a:pt x="265" y="319"/>
                      <a:pt x="267" y="319"/>
                      <a:pt x="269" y="319"/>
                    </a:cubicBezTo>
                    <a:cubicBezTo>
                      <a:pt x="277" y="316"/>
                      <a:pt x="279" y="310"/>
                      <a:pt x="276" y="296"/>
                    </a:cubicBezTo>
                    <a:cubicBezTo>
                      <a:pt x="301" y="287"/>
                      <a:pt x="301" y="287"/>
                      <a:pt x="301" y="287"/>
                    </a:cubicBezTo>
                    <a:cubicBezTo>
                      <a:pt x="301" y="287"/>
                      <a:pt x="305" y="307"/>
                      <a:pt x="309" y="323"/>
                    </a:cubicBezTo>
                    <a:cubicBezTo>
                      <a:pt x="308" y="326"/>
                      <a:pt x="308" y="326"/>
                      <a:pt x="308" y="326"/>
                    </a:cubicBezTo>
                    <a:cubicBezTo>
                      <a:pt x="308" y="326"/>
                      <a:pt x="292" y="338"/>
                      <a:pt x="270" y="344"/>
                    </a:cubicBezTo>
                    <a:cubicBezTo>
                      <a:pt x="270" y="344"/>
                      <a:pt x="270" y="344"/>
                      <a:pt x="270" y="344"/>
                    </a:cubicBezTo>
                    <a:cubicBezTo>
                      <a:pt x="240" y="352"/>
                      <a:pt x="217" y="338"/>
                      <a:pt x="207" y="304"/>
                    </a:cubicBezTo>
                    <a:cubicBezTo>
                      <a:pt x="198" y="271"/>
                      <a:pt x="209" y="246"/>
                      <a:pt x="239" y="234"/>
                    </a:cubicBezTo>
                    <a:cubicBezTo>
                      <a:pt x="242" y="233"/>
                      <a:pt x="245" y="232"/>
                      <a:pt x="248" y="231"/>
                    </a:cubicBezTo>
                    <a:cubicBezTo>
                      <a:pt x="262" y="227"/>
                      <a:pt x="284" y="225"/>
                      <a:pt x="284" y="225"/>
                    </a:cubicBezTo>
                    <a:lnTo>
                      <a:pt x="286" y="228"/>
                    </a:lnTo>
                    <a:close/>
                    <a:moveTo>
                      <a:pt x="202" y="104"/>
                    </a:moveTo>
                    <a:cubicBezTo>
                      <a:pt x="204" y="103"/>
                      <a:pt x="207" y="102"/>
                      <a:pt x="209" y="102"/>
                    </a:cubicBezTo>
                    <a:cubicBezTo>
                      <a:pt x="227" y="97"/>
                      <a:pt x="241" y="97"/>
                      <a:pt x="241" y="97"/>
                    </a:cubicBezTo>
                    <a:cubicBezTo>
                      <a:pt x="244" y="100"/>
                      <a:pt x="244" y="100"/>
                      <a:pt x="244" y="100"/>
                    </a:cubicBezTo>
                    <a:cubicBezTo>
                      <a:pt x="244" y="100"/>
                      <a:pt x="245" y="115"/>
                      <a:pt x="248" y="130"/>
                    </a:cubicBezTo>
                    <a:cubicBezTo>
                      <a:pt x="230" y="137"/>
                      <a:pt x="230" y="137"/>
                      <a:pt x="230" y="137"/>
                    </a:cubicBezTo>
                    <a:cubicBezTo>
                      <a:pt x="227" y="136"/>
                      <a:pt x="227" y="136"/>
                      <a:pt x="227" y="136"/>
                    </a:cubicBezTo>
                    <a:cubicBezTo>
                      <a:pt x="226" y="134"/>
                      <a:pt x="226" y="134"/>
                      <a:pt x="226" y="134"/>
                    </a:cubicBezTo>
                    <a:cubicBezTo>
                      <a:pt x="224" y="126"/>
                      <a:pt x="219" y="124"/>
                      <a:pt x="211" y="126"/>
                    </a:cubicBezTo>
                    <a:cubicBezTo>
                      <a:pt x="210" y="126"/>
                      <a:pt x="209" y="126"/>
                      <a:pt x="208" y="127"/>
                    </a:cubicBezTo>
                    <a:cubicBezTo>
                      <a:pt x="212" y="142"/>
                      <a:pt x="212" y="142"/>
                      <a:pt x="212" y="142"/>
                    </a:cubicBezTo>
                    <a:cubicBezTo>
                      <a:pt x="217" y="143"/>
                      <a:pt x="222" y="144"/>
                      <a:pt x="228" y="145"/>
                    </a:cubicBezTo>
                    <a:cubicBezTo>
                      <a:pt x="243" y="146"/>
                      <a:pt x="259" y="150"/>
                      <a:pt x="264" y="168"/>
                    </a:cubicBezTo>
                    <a:cubicBezTo>
                      <a:pt x="270" y="187"/>
                      <a:pt x="258" y="203"/>
                      <a:pt x="233" y="213"/>
                    </a:cubicBezTo>
                    <a:cubicBezTo>
                      <a:pt x="230" y="214"/>
                      <a:pt x="227" y="216"/>
                      <a:pt x="223" y="217"/>
                    </a:cubicBezTo>
                    <a:cubicBezTo>
                      <a:pt x="204" y="222"/>
                      <a:pt x="189" y="219"/>
                      <a:pt x="189" y="219"/>
                    </a:cubicBezTo>
                    <a:cubicBezTo>
                      <a:pt x="186" y="216"/>
                      <a:pt x="186" y="216"/>
                      <a:pt x="186" y="216"/>
                    </a:cubicBezTo>
                    <a:cubicBezTo>
                      <a:pt x="186" y="216"/>
                      <a:pt x="184" y="199"/>
                      <a:pt x="182" y="188"/>
                    </a:cubicBezTo>
                    <a:cubicBezTo>
                      <a:pt x="202" y="181"/>
                      <a:pt x="202" y="181"/>
                      <a:pt x="202" y="181"/>
                    </a:cubicBezTo>
                    <a:cubicBezTo>
                      <a:pt x="206" y="192"/>
                      <a:pt x="212" y="196"/>
                      <a:pt x="221" y="193"/>
                    </a:cubicBezTo>
                    <a:cubicBezTo>
                      <a:pt x="224" y="193"/>
                      <a:pt x="225" y="192"/>
                      <a:pt x="227" y="191"/>
                    </a:cubicBezTo>
                    <a:cubicBezTo>
                      <a:pt x="223" y="178"/>
                      <a:pt x="223" y="178"/>
                      <a:pt x="223" y="178"/>
                    </a:cubicBezTo>
                    <a:cubicBezTo>
                      <a:pt x="218" y="176"/>
                      <a:pt x="210" y="176"/>
                      <a:pt x="202" y="174"/>
                    </a:cubicBezTo>
                    <a:cubicBezTo>
                      <a:pt x="188" y="172"/>
                      <a:pt x="173" y="168"/>
                      <a:pt x="169" y="151"/>
                    </a:cubicBezTo>
                    <a:cubicBezTo>
                      <a:pt x="163" y="132"/>
                      <a:pt x="176" y="113"/>
                      <a:pt x="202" y="104"/>
                    </a:cubicBezTo>
                    <a:close/>
                    <a:moveTo>
                      <a:pt x="166" y="471"/>
                    </a:moveTo>
                    <a:cubicBezTo>
                      <a:pt x="77" y="159"/>
                      <a:pt x="77" y="159"/>
                      <a:pt x="77" y="159"/>
                    </a:cubicBezTo>
                    <a:cubicBezTo>
                      <a:pt x="76" y="155"/>
                      <a:pt x="78" y="151"/>
                      <a:pt x="82" y="150"/>
                    </a:cubicBezTo>
                    <a:cubicBezTo>
                      <a:pt x="86" y="148"/>
                      <a:pt x="90" y="151"/>
                      <a:pt x="91" y="155"/>
                    </a:cubicBezTo>
                    <a:cubicBezTo>
                      <a:pt x="180" y="467"/>
                      <a:pt x="180" y="467"/>
                      <a:pt x="180" y="467"/>
                    </a:cubicBezTo>
                    <a:cubicBezTo>
                      <a:pt x="182" y="471"/>
                      <a:pt x="179" y="475"/>
                      <a:pt x="175" y="476"/>
                    </a:cubicBezTo>
                    <a:cubicBezTo>
                      <a:pt x="172" y="477"/>
                      <a:pt x="167" y="475"/>
                      <a:pt x="166" y="471"/>
                    </a:cubicBezTo>
                    <a:close/>
                    <a:moveTo>
                      <a:pt x="171" y="533"/>
                    </a:moveTo>
                    <a:cubicBezTo>
                      <a:pt x="168" y="523"/>
                      <a:pt x="174" y="512"/>
                      <a:pt x="185" y="509"/>
                    </a:cubicBezTo>
                    <a:cubicBezTo>
                      <a:pt x="196" y="506"/>
                      <a:pt x="207" y="512"/>
                      <a:pt x="210" y="522"/>
                    </a:cubicBezTo>
                    <a:cubicBezTo>
                      <a:pt x="213" y="533"/>
                      <a:pt x="207" y="544"/>
                      <a:pt x="196" y="547"/>
                    </a:cubicBezTo>
                    <a:cubicBezTo>
                      <a:pt x="191" y="549"/>
                      <a:pt x="185" y="548"/>
                      <a:pt x="181" y="546"/>
                    </a:cubicBezTo>
                    <a:cubicBezTo>
                      <a:pt x="176" y="543"/>
                      <a:pt x="173" y="539"/>
                      <a:pt x="171" y="533"/>
                    </a:cubicBezTo>
                    <a:close/>
                    <a:moveTo>
                      <a:pt x="205" y="580"/>
                    </a:moveTo>
                    <a:cubicBezTo>
                      <a:pt x="209" y="579"/>
                      <a:pt x="213" y="581"/>
                      <a:pt x="215" y="585"/>
                    </a:cubicBezTo>
                    <a:cubicBezTo>
                      <a:pt x="304" y="897"/>
                      <a:pt x="304" y="897"/>
                      <a:pt x="304" y="897"/>
                    </a:cubicBezTo>
                    <a:cubicBezTo>
                      <a:pt x="305" y="901"/>
                      <a:pt x="302" y="905"/>
                      <a:pt x="299" y="907"/>
                    </a:cubicBezTo>
                    <a:cubicBezTo>
                      <a:pt x="295" y="908"/>
                      <a:pt x="291" y="905"/>
                      <a:pt x="289" y="901"/>
                    </a:cubicBezTo>
                    <a:cubicBezTo>
                      <a:pt x="200" y="589"/>
                      <a:pt x="200" y="589"/>
                      <a:pt x="200" y="589"/>
                    </a:cubicBezTo>
                    <a:cubicBezTo>
                      <a:pt x="199" y="585"/>
                      <a:pt x="201" y="581"/>
                      <a:pt x="205" y="580"/>
                    </a:cubicBezTo>
                    <a:close/>
                    <a:moveTo>
                      <a:pt x="205" y="580"/>
                    </a:moveTo>
                    <a:cubicBezTo>
                      <a:pt x="205" y="580"/>
                      <a:pt x="205" y="580"/>
                      <a:pt x="205" y="580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3" name="Freeform 219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close/>
                    <a:moveTo>
                      <a:pt x="375" y="0"/>
                    </a:move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4" name="Freeform 220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moveTo>
                      <a:pt x="375" y="0"/>
                    </a:moveTo>
                    <a:lnTo>
                      <a:pt x="3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24" name="Freeform 232"/>
            <p:cNvSpPr>
              <a:spLocks noEditPoints="1"/>
            </p:cNvSpPr>
            <p:nvPr/>
          </p:nvSpPr>
          <p:spPr bwMode="auto">
            <a:xfrm>
              <a:off x="2828926" y="2614955"/>
              <a:ext cx="168275" cy="522288"/>
            </a:xfrm>
            <a:custGeom>
              <a:avLst/>
              <a:gdLst>
                <a:gd name="T0" fmla="*/ 99 w 106"/>
                <a:gd name="T1" fmla="*/ 327 h 329"/>
                <a:gd name="T2" fmla="*/ 104 w 106"/>
                <a:gd name="T3" fmla="*/ 318 h 329"/>
                <a:gd name="T4" fmla="*/ 15 w 106"/>
                <a:gd name="T5" fmla="*/ 6 h 329"/>
                <a:gd name="T6" fmla="*/ 6 w 106"/>
                <a:gd name="T7" fmla="*/ 1 h 329"/>
                <a:gd name="T8" fmla="*/ 1 w 106"/>
                <a:gd name="T9" fmla="*/ 10 h 329"/>
                <a:gd name="T10" fmla="*/ 90 w 106"/>
                <a:gd name="T11" fmla="*/ 322 h 329"/>
                <a:gd name="T12" fmla="*/ 99 w 106"/>
                <a:gd name="T13" fmla="*/ 327 h 329"/>
                <a:gd name="T14" fmla="*/ 99 w 106"/>
                <a:gd name="T15" fmla="*/ 327 h 329"/>
                <a:gd name="T16" fmla="*/ 99 w 106"/>
                <a:gd name="T17" fmla="*/ 32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9">
                  <a:moveTo>
                    <a:pt x="99" y="327"/>
                  </a:moveTo>
                  <a:cubicBezTo>
                    <a:pt x="103" y="326"/>
                    <a:pt x="106" y="322"/>
                    <a:pt x="104" y="31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2"/>
                    <a:pt x="10" y="0"/>
                    <a:pt x="6" y="1"/>
                  </a:cubicBez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5" y="329"/>
                    <a:pt x="99" y="327"/>
                  </a:cubicBezTo>
                  <a:close/>
                  <a:moveTo>
                    <a:pt x="99" y="327"/>
                  </a:moveTo>
                  <a:cubicBezTo>
                    <a:pt x="99" y="327"/>
                    <a:pt x="99" y="327"/>
                    <a:pt x="99" y="32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233"/>
            <p:cNvSpPr>
              <a:spLocks noEditPoints="1"/>
            </p:cNvSpPr>
            <p:nvPr/>
          </p:nvSpPr>
          <p:spPr bwMode="auto">
            <a:xfrm>
              <a:off x="3025247" y="3293161"/>
              <a:ext cx="166688" cy="520700"/>
            </a:xfrm>
            <a:custGeom>
              <a:avLst/>
              <a:gdLst>
                <a:gd name="T0" fmla="*/ 6 w 106"/>
                <a:gd name="T1" fmla="*/ 1 h 328"/>
                <a:gd name="T2" fmla="*/ 1 w 106"/>
                <a:gd name="T3" fmla="*/ 10 h 328"/>
                <a:gd name="T4" fmla="*/ 90 w 106"/>
                <a:gd name="T5" fmla="*/ 322 h 328"/>
                <a:gd name="T6" fmla="*/ 100 w 106"/>
                <a:gd name="T7" fmla="*/ 327 h 328"/>
                <a:gd name="T8" fmla="*/ 105 w 106"/>
                <a:gd name="T9" fmla="*/ 318 h 328"/>
                <a:gd name="T10" fmla="*/ 16 w 106"/>
                <a:gd name="T11" fmla="*/ 6 h 328"/>
                <a:gd name="T12" fmla="*/ 6 w 106"/>
                <a:gd name="T13" fmla="*/ 1 h 328"/>
                <a:gd name="T14" fmla="*/ 6 w 106"/>
                <a:gd name="T15" fmla="*/ 1 h 328"/>
                <a:gd name="T16" fmla="*/ 6 w 106"/>
                <a:gd name="T17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8">
                  <a:moveTo>
                    <a:pt x="6" y="1"/>
                  </a:move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6" y="328"/>
                    <a:pt x="100" y="327"/>
                  </a:cubicBezTo>
                  <a:cubicBezTo>
                    <a:pt x="103" y="326"/>
                    <a:pt x="106" y="322"/>
                    <a:pt x="105" y="31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2"/>
                    <a:pt x="10" y="0"/>
                    <a:pt x="6" y="1"/>
                  </a:cubicBezTo>
                  <a:close/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25" name="矩形 424"/>
          <p:cNvSpPr/>
          <p:nvPr/>
        </p:nvSpPr>
        <p:spPr>
          <a:xfrm>
            <a:off x="5291708" y="3353182"/>
            <a:ext cx="1209678" cy="30773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5-1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问题评估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26" name="矩形 425"/>
          <p:cNvSpPr/>
          <p:nvPr/>
        </p:nvSpPr>
        <p:spPr>
          <a:xfrm>
            <a:off x="6707144" y="3369125"/>
            <a:ext cx="1209905" cy="30773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5-2 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相关对策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7" name="矩形 426"/>
          <p:cNvSpPr/>
          <p:nvPr/>
        </p:nvSpPr>
        <p:spPr>
          <a:xfrm>
            <a:off x="8086113" y="3346207"/>
            <a:ext cx="1210131" cy="30773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5-3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研究总结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8" name="矩形 427"/>
          <p:cNvSpPr/>
          <p:nvPr/>
        </p:nvSpPr>
        <p:spPr>
          <a:xfrm>
            <a:off x="9512070" y="3368166"/>
            <a:ext cx="1389860" cy="30777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5-4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成绩与思考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901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9" name="组合 3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4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3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研究成果与应用</a:t>
            </a:r>
          </a:p>
        </p:txBody>
      </p:sp>
      <p:sp>
        <p:nvSpPr>
          <p:cNvPr id="44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  <a:sym typeface="微软雅黑" panose="020B0503020204020204" pitchFamily="34" charset="-122"/>
              </a:rPr>
              <a:t>研究目标</a:t>
            </a:r>
            <a:endParaRPr lang="zh-CN" altLang="en-US" sz="1100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成果形式</a:t>
            </a:r>
          </a:p>
        </p:txBody>
      </p:sp>
      <p:sp>
        <p:nvSpPr>
          <p:cNvPr id="47" name="矩形 46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应用前景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b="1" dirty="0">
                <a:solidFill>
                  <a:srgbClr val="1C50A2"/>
                </a:solidFill>
                <a:latin typeface="Arial" panose="020B0604020202020204"/>
              </a:rPr>
              <a:t>案例分析</a:t>
            </a:r>
            <a:endParaRPr lang="zh-CN" altLang="en-US" b="1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430"/>
          <p:cNvSpPr/>
          <p:nvPr/>
        </p:nvSpPr>
        <p:spPr bwMode="auto">
          <a:xfrm>
            <a:off x="3237813" y="2783602"/>
            <a:ext cx="1937595" cy="1403886"/>
          </a:xfrm>
          <a:custGeom>
            <a:avLst/>
            <a:gdLst>
              <a:gd name="T0" fmla="*/ 668 w 668"/>
              <a:gd name="T1" fmla="*/ 356 h 484"/>
              <a:gd name="T2" fmla="*/ 640 w 668"/>
              <a:gd name="T3" fmla="*/ 368 h 484"/>
              <a:gd name="T4" fmla="*/ 610 w 668"/>
              <a:gd name="T5" fmla="*/ 370 h 484"/>
              <a:gd name="T6" fmla="*/ 580 w 668"/>
              <a:gd name="T7" fmla="*/ 366 h 484"/>
              <a:gd name="T8" fmla="*/ 550 w 668"/>
              <a:gd name="T9" fmla="*/ 356 h 484"/>
              <a:gd name="T10" fmla="*/ 524 w 668"/>
              <a:gd name="T11" fmla="*/ 340 h 484"/>
              <a:gd name="T12" fmla="*/ 502 w 668"/>
              <a:gd name="T13" fmla="*/ 318 h 484"/>
              <a:gd name="T14" fmla="*/ 488 w 668"/>
              <a:gd name="T15" fmla="*/ 292 h 484"/>
              <a:gd name="T16" fmla="*/ 484 w 668"/>
              <a:gd name="T17" fmla="*/ 262 h 484"/>
              <a:gd name="T18" fmla="*/ 484 w 668"/>
              <a:gd name="T19" fmla="*/ 244 h 484"/>
              <a:gd name="T20" fmla="*/ 482 w 668"/>
              <a:gd name="T21" fmla="*/ 206 h 484"/>
              <a:gd name="T22" fmla="*/ 472 w 668"/>
              <a:gd name="T23" fmla="*/ 168 h 484"/>
              <a:gd name="T24" fmla="*/ 458 w 668"/>
              <a:gd name="T25" fmla="*/ 134 h 484"/>
              <a:gd name="T26" fmla="*/ 438 w 668"/>
              <a:gd name="T27" fmla="*/ 102 h 484"/>
              <a:gd name="T28" fmla="*/ 414 w 668"/>
              <a:gd name="T29" fmla="*/ 72 h 484"/>
              <a:gd name="T30" fmla="*/ 384 w 668"/>
              <a:gd name="T31" fmla="*/ 48 h 484"/>
              <a:gd name="T32" fmla="*/ 352 w 668"/>
              <a:gd name="T33" fmla="*/ 26 h 484"/>
              <a:gd name="T34" fmla="*/ 332 w 668"/>
              <a:gd name="T35" fmla="*/ 18 h 484"/>
              <a:gd name="T36" fmla="*/ 286 w 668"/>
              <a:gd name="T37" fmla="*/ 4 h 484"/>
              <a:gd name="T38" fmla="*/ 238 w 668"/>
              <a:gd name="T39" fmla="*/ 0 h 484"/>
              <a:gd name="T40" fmla="*/ 192 w 668"/>
              <a:gd name="T41" fmla="*/ 6 h 484"/>
              <a:gd name="T42" fmla="*/ 148 w 668"/>
              <a:gd name="T43" fmla="*/ 20 h 484"/>
              <a:gd name="T44" fmla="*/ 108 w 668"/>
              <a:gd name="T45" fmla="*/ 42 h 484"/>
              <a:gd name="T46" fmla="*/ 72 w 668"/>
              <a:gd name="T47" fmla="*/ 72 h 484"/>
              <a:gd name="T48" fmla="*/ 42 w 668"/>
              <a:gd name="T49" fmla="*/ 108 h 484"/>
              <a:gd name="T50" fmla="*/ 18 w 668"/>
              <a:gd name="T51" fmla="*/ 152 h 484"/>
              <a:gd name="T52" fmla="*/ 10 w 668"/>
              <a:gd name="T53" fmla="*/ 176 h 484"/>
              <a:gd name="T54" fmla="*/ 2 w 668"/>
              <a:gd name="T55" fmla="*/ 222 h 484"/>
              <a:gd name="T56" fmla="*/ 2 w 668"/>
              <a:gd name="T57" fmla="*/ 270 h 484"/>
              <a:gd name="T58" fmla="*/ 12 w 668"/>
              <a:gd name="T59" fmla="*/ 316 h 484"/>
              <a:gd name="T60" fmla="*/ 30 w 668"/>
              <a:gd name="T61" fmla="*/ 358 h 484"/>
              <a:gd name="T62" fmla="*/ 56 w 668"/>
              <a:gd name="T63" fmla="*/ 396 h 484"/>
              <a:gd name="T64" fmla="*/ 90 w 668"/>
              <a:gd name="T65" fmla="*/ 430 h 484"/>
              <a:gd name="T66" fmla="*/ 130 w 668"/>
              <a:gd name="T67" fmla="*/ 456 h 484"/>
              <a:gd name="T68" fmla="*/ 152 w 668"/>
              <a:gd name="T69" fmla="*/ 466 h 484"/>
              <a:gd name="T70" fmla="*/ 192 w 668"/>
              <a:gd name="T71" fmla="*/ 478 h 484"/>
              <a:gd name="T72" fmla="*/ 230 w 668"/>
              <a:gd name="T73" fmla="*/ 484 h 484"/>
              <a:gd name="T74" fmla="*/ 270 w 668"/>
              <a:gd name="T75" fmla="*/ 482 h 484"/>
              <a:gd name="T76" fmla="*/ 308 w 668"/>
              <a:gd name="T77" fmla="*/ 476 h 484"/>
              <a:gd name="T78" fmla="*/ 344 w 668"/>
              <a:gd name="T79" fmla="*/ 462 h 484"/>
              <a:gd name="T80" fmla="*/ 378 w 668"/>
              <a:gd name="T81" fmla="*/ 442 h 484"/>
              <a:gd name="T82" fmla="*/ 410 w 668"/>
              <a:gd name="T83" fmla="*/ 418 h 484"/>
              <a:gd name="T84" fmla="*/ 436 w 668"/>
              <a:gd name="T85" fmla="*/ 388 h 484"/>
              <a:gd name="T86" fmla="*/ 446 w 668"/>
              <a:gd name="T87" fmla="*/ 380 h 484"/>
              <a:gd name="T88" fmla="*/ 472 w 668"/>
              <a:gd name="T89" fmla="*/ 368 h 484"/>
              <a:gd name="T90" fmla="*/ 502 w 668"/>
              <a:gd name="T91" fmla="*/ 366 h 484"/>
              <a:gd name="T92" fmla="*/ 530 w 668"/>
              <a:gd name="T93" fmla="*/ 368 h 484"/>
              <a:gd name="T94" fmla="*/ 560 w 668"/>
              <a:gd name="T95" fmla="*/ 378 h 484"/>
              <a:gd name="T96" fmla="*/ 586 w 668"/>
              <a:gd name="T97" fmla="*/ 394 h 484"/>
              <a:gd name="T98" fmla="*/ 608 w 668"/>
              <a:gd name="T99" fmla="*/ 414 h 484"/>
              <a:gd name="T100" fmla="*/ 622 w 668"/>
              <a:gd name="T101" fmla="*/ 440 h 484"/>
              <a:gd name="T102" fmla="*/ 628 w 668"/>
              <a:gd name="T103" fmla="*/ 454 h 484"/>
              <a:gd name="T104" fmla="*/ 644 w 668"/>
              <a:gd name="T105" fmla="*/ 402 h 484"/>
              <a:gd name="T106" fmla="*/ 668 w 668"/>
              <a:gd name="T107" fmla="*/ 356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68" h="484">
                <a:moveTo>
                  <a:pt x="668" y="356"/>
                </a:moveTo>
                <a:lnTo>
                  <a:pt x="668" y="356"/>
                </a:lnTo>
                <a:lnTo>
                  <a:pt x="654" y="362"/>
                </a:lnTo>
                <a:lnTo>
                  <a:pt x="640" y="368"/>
                </a:lnTo>
                <a:lnTo>
                  <a:pt x="626" y="370"/>
                </a:lnTo>
                <a:lnTo>
                  <a:pt x="610" y="370"/>
                </a:lnTo>
                <a:lnTo>
                  <a:pt x="594" y="370"/>
                </a:lnTo>
                <a:lnTo>
                  <a:pt x="580" y="366"/>
                </a:lnTo>
                <a:lnTo>
                  <a:pt x="564" y="362"/>
                </a:lnTo>
                <a:lnTo>
                  <a:pt x="550" y="356"/>
                </a:lnTo>
                <a:lnTo>
                  <a:pt x="536" y="348"/>
                </a:lnTo>
                <a:lnTo>
                  <a:pt x="524" y="340"/>
                </a:lnTo>
                <a:lnTo>
                  <a:pt x="512" y="328"/>
                </a:lnTo>
                <a:lnTo>
                  <a:pt x="502" y="318"/>
                </a:lnTo>
                <a:lnTo>
                  <a:pt x="494" y="306"/>
                </a:lnTo>
                <a:lnTo>
                  <a:pt x="488" y="292"/>
                </a:lnTo>
                <a:lnTo>
                  <a:pt x="484" y="278"/>
                </a:lnTo>
                <a:lnTo>
                  <a:pt x="484" y="262"/>
                </a:lnTo>
                <a:lnTo>
                  <a:pt x="484" y="262"/>
                </a:lnTo>
                <a:lnTo>
                  <a:pt x="484" y="244"/>
                </a:lnTo>
                <a:lnTo>
                  <a:pt x="484" y="224"/>
                </a:lnTo>
                <a:lnTo>
                  <a:pt x="482" y="206"/>
                </a:lnTo>
                <a:lnTo>
                  <a:pt x="478" y="186"/>
                </a:lnTo>
                <a:lnTo>
                  <a:pt x="472" y="168"/>
                </a:lnTo>
                <a:lnTo>
                  <a:pt x="466" y="152"/>
                </a:lnTo>
                <a:lnTo>
                  <a:pt x="458" y="134"/>
                </a:lnTo>
                <a:lnTo>
                  <a:pt x="450" y="118"/>
                </a:lnTo>
                <a:lnTo>
                  <a:pt x="438" y="102"/>
                </a:lnTo>
                <a:lnTo>
                  <a:pt x="426" y="86"/>
                </a:lnTo>
                <a:lnTo>
                  <a:pt x="414" y="72"/>
                </a:lnTo>
                <a:lnTo>
                  <a:pt x="400" y="60"/>
                </a:lnTo>
                <a:lnTo>
                  <a:pt x="384" y="48"/>
                </a:lnTo>
                <a:lnTo>
                  <a:pt x="368" y="36"/>
                </a:lnTo>
                <a:lnTo>
                  <a:pt x="352" y="26"/>
                </a:lnTo>
                <a:lnTo>
                  <a:pt x="332" y="18"/>
                </a:lnTo>
                <a:lnTo>
                  <a:pt x="332" y="18"/>
                </a:lnTo>
                <a:lnTo>
                  <a:pt x="310" y="10"/>
                </a:lnTo>
                <a:lnTo>
                  <a:pt x="286" y="4"/>
                </a:lnTo>
                <a:lnTo>
                  <a:pt x="262" y="2"/>
                </a:lnTo>
                <a:lnTo>
                  <a:pt x="238" y="0"/>
                </a:lnTo>
                <a:lnTo>
                  <a:pt x="216" y="2"/>
                </a:lnTo>
                <a:lnTo>
                  <a:pt x="192" y="6"/>
                </a:lnTo>
                <a:lnTo>
                  <a:pt x="170" y="12"/>
                </a:lnTo>
                <a:lnTo>
                  <a:pt x="148" y="20"/>
                </a:lnTo>
                <a:lnTo>
                  <a:pt x="128" y="30"/>
                </a:lnTo>
                <a:lnTo>
                  <a:pt x="108" y="42"/>
                </a:lnTo>
                <a:lnTo>
                  <a:pt x="88" y="56"/>
                </a:lnTo>
                <a:lnTo>
                  <a:pt x="72" y="72"/>
                </a:lnTo>
                <a:lnTo>
                  <a:pt x="56" y="90"/>
                </a:lnTo>
                <a:lnTo>
                  <a:pt x="42" y="108"/>
                </a:lnTo>
                <a:lnTo>
                  <a:pt x="28" y="130"/>
                </a:lnTo>
                <a:lnTo>
                  <a:pt x="18" y="152"/>
                </a:lnTo>
                <a:lnTo>
                  <a:pt x="18" y="152"/>
                </a:lnTo>
                <a:lnTo>
                  <a:pt x="10" y="176"/>
                </a:lnTo>
                <a:lnTo>
                  <a:pt x="4" y="198"/>
                </a:lnTo>
                <a:lnTo>
                  <a:pt x="2" y="222"/>
                </a:lnTo>
                <a:lnTo>
                  <a:pt x="0" y="246"/>
                </a:lnTo>
                <a:lnTo>
                  <a:pt x="2" y="270"/>
                </a:lnTo>
                <a:lnTo>
                  <a:pt x="6" y="292"/>
                </a:lnTo>
                <a:lnTo>
                  <a:pt x="12" y="316"/>
                </a:lnTo>
                <a:lnTo>
                  <a:pt x="20" y="336"/>
                </a:lnTo>
                <a:lnTo>
                  <a:pt x="30" y="358"/>
                </a:lnTo>
                <a:lnTo>
                  <a:pt x="42" y="378"/>
                </a:lnTo>
                <a:lnTo>
                  <a:pt x="56" y="396"/>
                </a:lnTo>
                <a:lnTo>
                  <a:pt x="72" y="414"/>
                </a:lnTo>
                <a:lnTo>
                  <a:pt x="90" y="430"/>
                </a:lnTo>
                <a:lnTo>
                  <a:pt x="108" y="444"/>
                </a:lnTo>
                <a:lnTo>
                  <a:pt x="130" y="456"/>
                </a:lnTo>
                <a:lnTo>
                  <a:pt x="152" y="466"/>
                </a:lnTo>
                <a:lnTo>
                  <a:pt x="152" y="466"/>
                </a:lnTo>
                <a:lnTo>
                  <a:pt x="172" y="474"/>
                </a:lnTo>
                <a:lnTo>
                  <a:pt x="192" y="478"/>
                </a:lnTo>
                <a:lnTo>
                  <a:pt x="210" y="482"/>
                </a:lnTo>
                <a:lnTo>
                  <a:pt x="230" y="484"/>
                </a:lnTo>
                <a:lnTo>
                  <a:pt x="250" y="484"/>
                </a:lnTo>
                <a:lnTo>
                  <a:pt x="270" y="482"/>
                </a:lnTo>
                <a:lnTo>
                  <a:pt x="290" y="480"/>
                </a:lnTo>
                <a:lnTo>
                  <a:pt x="308" y="476"/>
                </a:lnTo>
                <a:lnTo>
                  <a:pt x="326" y="468"/>
                </a:lnTo>
                <a:lnTo>
                  <a:pt x="344" y="462"/>
                </a:lnTo>
                <a:lnTo>
                  <a:pt x="362" y="452"/>
                </a:lnTo>
                <a:lnTo>
                  <a:pt x="378" y="442"/>
                </a:lnTo>
                <a:lnTo>
                  <a:pt x="394" y="430"/>
                </a:lnTo>
                <a:lnTo>
                  <a:pt x="410" y="418"/>
                </a:lnTo>
                <a:lnTo>
                  <a:pt x="422" y="404"/>
                </a:lnTo>
                <a:lnTo>
                  <a:pt x="436" y="388"/>
                </a:lnTo>
                <a:lnTo>
                  <a:pt x="436" y="388"/>
                </a:lnTo>
                <a:lnTo>
                  <a:pt x="446" y="380"/>
                </a:lnTo>
                <a:lnTo>
                  <a:pt x="460" y="372"/>
                </a:lnTo>
                <a:lnTo>
                  <a:pt x="472" y="368"/>
                </a:lnTo>
                <a:lnTo>
                  <a:pt x="486" y="366"/>
                </a:lnTo>
                <a:lnTo>
                  <a:pt x="502" y="366"/>
                </a:lnTo>
                <a:lnTo>
                  <a:pt x="516" y="366"/>
                </a:lnTo>
                <a:lnTo>
                  <a:pt x="530" y="368"/>
                </a:lnTo>
                <a:lnTo>
                  <a:pt x="546" y="372"/>
                </a:lnTo>
                <a:lnTo>
                  <a:pt x="560" y="378"/>
                </a:lnTo>
                <a:lnTo>
                  <a:pt x="574" y="386"/>
                </a:lnTo>
                <a:lnTo>
                  <a:pt x="586" y="394"/>
                </a:lnTo>
                <a:lnTo>
                  <a:pt x="598" y="404"/>
                </a:lnTo>
                <a:lnTo>
                  <a:pt x="608" y="414"/>
                </a:lnTo>
                <a:lnTo>
                  <a:pt x="616" y="426"/>
                </a:lnTo>
                <a:lnTo>
                  <a:pt x="622" y="440"/>
                </a:lnTo>
                <a:lnTo>
                  <a:pt x="628" y="454"/>
                </a:lnTo>
                <a:lnTo>
                  <a:pt x="628" y="454"/>
                </a:lnTo>
                <a:lnTo>
                  <a:pt x="634" y="428"/>
                </a:lnTo>
                <a:lnTo>
                  <a:pt x="644" y="402"/>
                </a:lnTo>
                <a:lnTo>
                  <a:pt x="654" y="378"/>
                </a:lnTo>
                <a:lnTo>
                  <a:pt x="668" y="356"/>
                </a:lnTo>
                <a:lnTo>
                  <a:pt x="668" y="356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8" name="Freeform 1431"/>
          <p:cNvSpPr/>
          <p:nvPr/>
        </p:nvSpPr>
        <p:spPr bwMode="auto">
          <a:xfrm>
            <a:off x="4409652" y="1588559"/>
            <a:ext cx="1403886" cy="1902787"/>
          </a:xfrm>
          <a:custGeom>
            <a:avLst/>
            <a:gdLst>
              <a:gd name="T0" fmla="*/ 466 w 484"/>
              <a:gd name="T1" fmla="*/ 618 h 656"/>
              <a:gd name="T2" fmla="*/ 440 w 484"/>
              <a:gd name="T3" fmla="*/ 608 h 656"/>
              <a:gd name="T4" fmla="*/ 416 w 484"/>
              <a:gd name="T5" fmla="*/ 588 h 656"/>
              <a:gd name="T6" fmla="*/ 398 w 484"/>
              <a:gd name="T7" fmla="*/ 564 h 656"/>
              <a:gd name="T8" fmla="*/ 384 w 484"/>
              <a:gd name="T9" fmla="*/ 536 h 656"/>
              <a:gd name="T10" fmla="*/ 378 w 484"/>
              <a:gd name="T11" fmla="*/ 506 h 656"/>
              <a:gd name="T12" fmla="*/ 378 w 484"/>
              <a:gd name="T13" fmla="*/ 476 h 656"/>
              <a:gd name="T14" fmla="*/ 386 w 484"/>
              <a:gd name="T15" fmla="*/ 448 h 656"/>
              <a:gd name="T16" fmla="*/ 402 w 484"/>
              <a:gd name="T17" fmla="*/ 424 h 656"/>
              <a:gd name="T18" fmla="*/ 416 w 484"/>
              <a:gd name="T19" fmla="*/ 412 h 656"/>
              <a:gd name="T20" fmla="*/ 440 w 484"/>
              <a:gd name="T21" fmla="*/ 382 h 656"/>
              <a:gd name="T22" fmla="*/ 460 w 484"/>
              <a:gd name="T23" fmla="*/ 350 h 656"/>
              <a:gd name="T24" fmla="*/ 474 w 484"/>
              <a:gd name="T25" fmla="*/ 314 h 656"/>
              <a:gd name="T26" fmla="*/ 482 w 484"/>
              <a:gd name="T27" fmla="*/ 278 h 656"/>
              <a:gd name="T28" fmla="*/ 484 w 484"/>
              <a:gd name="T29" fmla="*/ 240 h 656"/>
              <a:gd name="T30" fmla="*/ 480 w 484"/>
              <a:gd name="T31" fmla="*/ 202 h 656"/>
              <a:gd name="T32" fmla="*/ 472 w 484"/>
              <a:gd name="T33" fmla="*/ 164 h 656"/>
              <a:gd name="T34" fmla="*/ 464 w 484"/>
              <a:gd name="T35" fmla="*/ 144 h 656"/>
              <a:gd name="T36" fmla="*/ 440 w 484"/>
              <a:gd name="T37" fmla="*/ 102 h 656"/>
              <a:gd name="T38" fmla="*/ 408 w 484"/>
              <a:gd name="T39" fmla="*/ 66 h 656"/>
              <a:gd name="T40" fmla="*/ 372 w 484"/>
              <a:gd name="T41" fmla="*/ 38 h 656"/>
              <a:gd name="T42" fmla="*/ 330 w 484"/>
              <a:gd name="T43" fmla="*/ 16 h 656"/>
              <a:gd name="T44" fmla="*/ 286 w 484"/>
              <a:gd name="T45" fmla="*/ 4 h 656"/>
              <a:gd name="T46" fmla="*/ 238 w 484"/>
              <a:gd name="T47" fmla="*/ 0 h 656"/>
              <a:gd name="T48" fmla="*/ 192 w 484"/>
              <a:gd name="T49" fmla="*/ 6 h 656"/>
              <a:gd name="T50" fmla="*/ 144 w 484"/>
              <a:gd name="T51" fmla="*/ 22 h 656"/>
              <a:gd name="T52" fmla="*/ 122 w 484"/>
              <a:gd name="T53" fmla="*/ 32 h 656"/>
              <a:gd name="T54" fmla="*/ 84 w 484"/>
              <a:gd name="T55" fmla="*/ 60 h 656"/>
              <a:gd name="T56" fmla="*/ 52 w 484"/>
              <a:gd name="T57" fmla="*/ 94 h 656"/>
              <a:gd name="T58" fmla="*/ 26 w 484"/>
              <a:gd name="T59" fmla="*/ 134 h 656"/>
              <a:gd name="T60" fmla="*/ 10 w 484"/>
              <a:gd name="T61" fmla="*/ 178 h 656"/>
              <a:gd name="T62" fmla="*/ 2 w 484"/>
              <a:gd name="T63" fmla="*/ 222 h 656"/>
              <a:gd name="T64" fmla="*/ 2 w 484"/>
              <a:gd name="T65" fmla="*/ 270 h 656"/>
              <a:gd name="T66" fmla="*/ 12 w 484"/>
              <a:gd name="T67" fmla="*/ 316 h 656"/>
              <a:gd name="T68" fmla="*/ 22 w 484"/>
              <a:gd name="T69" fmla="*/ 340 h 656"/>
              <a:gd name="T70" fmla="*/ 42 w 484"/>
              <a:gd name="T71" fmla="*/ 376 h 656"/>
              <a:gd name="T72" fmla="*/ 66 w 484"/>
              <a:gd name="T73" fmla="*/ 408 h 656"/>
              <a:gd name="T74" fmla="*/ 96 w 484"/>
              <a:gd name="T75" fmla="*/ 434 h 656"/>
              <a:gd name="T76" fmla="*/ 128 w 484"/>
              <a:gd name="T77" fmla="*/ 456 h 656"/>
              <a:gd name="T78" fmla="*/ 164 w 484"/>
              <a:gd name="T79" fmla="*/ 470 h 656"/>
              <a:gd name="T80" fmla="*/ 202 w 484"/>
              <a:gd name="T81" fmla="*/ 480 h 656"/>
              <a:gd name="T82" fmla="*/ 240 w 484"/>
              <a:gd name="T83" fmla="*/ 484 h 656"/>
              <a:gd name="T84" fmla="*/ 280 w 484"/>
              <a:gd name="T85" fmla="*/ 482 h 656"/>
              <a:gd name="T86" fmla="*/ 294 w 484"/>
              <a:gd name="T87" fmla="*/ 482 h 656"/>
              <a:gd name="T88" fmla="*/ 320 w 484"/>
              <a:gd name="T89" fmla="*/ 492 h 656"/>
              <a:gd name="T90" fmla="*/ 342 w 484"/>
              <a:gd name="T91" fmla="*/ 510 h 656"/>
              <a:gd name="T92" fmla="*/ 360 w 484"/>
              <a:gd name="T93" fmla="*/ 532 h 656"/>
              <a:gd name="T94" fmla="*/ 374 w 484"/>
              <a:gd name="T95" fmla="*/ 558 h 656"/>
              <a:gd name="T96" fmla="*/ 384 w 484"/>
              <a:gd name="T97" fmla="*/ 586 h 656"/>
              <a:gd name="T98" fmla="*/ 386 w 484"/>
              <a:gd name="T99" fmla="*/ 616 h 656"/>
              <a:gd name="T100" fmla="*/ 380 w 484"/>
              <a:gd name="T101" fmla="*/ 644 h 656"/>
              <a:gd name="T102" fmla="*/ 376 w 484"/>
              <a:gd name="T103" fmla="*/ 656 h 656"/>
              <a:gd name="T104" fmla="*/ 420 w 484"/>
              <a:gd name="T105" fmla="*/ 634 h 656"/>
              <a:gd name="T106" fmla="*/ 466 w 484"/>
              <a:gd name="T107" fmla="*/ 618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84" h="656">
                <a:moveTo>
                  <a:pt x="466" y="618"/>
                </a:moveTo>
                <a:lnTo>
                  <a:pt x="466" y="618"/>
                </a:lnTo>
                <a:lnTo>
                  <a:pt x="452" y="614"/>
                </a:lnTo>
                <a:lnTo>
                  <a:pt x="440" y="608"/>
                </a:lnTo>
                <a:lnTo>
                  <a:pt x="428" y="598"/>
                </a:lnTo>
                <a:lnTo>
                  <a:pt x="416" y="588"/>
                </a:lnTo>
                <a:lnTo>
                  <a:pt x="406" y="578"/>
                </a:lnTo>
                <a:lnTo>
                  <a:pt x="398" y="564"/>
                </a:lnTo>
                <a:lnTo>
                  <a:pt x="390" y="550"/>
                </a:lnTo>
                <a:lnTo>
                  <a:pt x="384" y="536"/>
                </a:lnTo>
                <a:lnTo>
                  <a:pt x="380" y="522"/>
                </a:lnTo>
                <a:lnTo>
                  <a:pt x="378" y="506"/>
                </a:lnTo>
                <a:lnTo>
                  <a:pt x="376" y="492"/>
                </a:lnTo>
                <a:lnTo>
                  <a:pt x="378" y="476"/>
                </a:lnTo>
                <a:lnTo>
                  <a:pt x="380" y="462"/>
                </a:lnTo>
                <a:lnTo>
                  <a:pt x="386" y="448"/>
                </a:lnTo>
                <a:lnTo>
                  <a:pt x="392" y="436"/>
                </a:lnTo>
                <a:lnTo>
                  <a:pt x="402" y="424"/>
                </a:lnTo>
                <a:lnTo>
                  <a:pt x="402" y="424"/>
                </a:lnTo>
                <a:lnTo>
                  <a:pt x="416" y="412"/>
                </a:lnTo>
                <a:lnTo>
                  <a:pt x="428" y="398"/>
                </a:lnTo>
                <a:lnTo>
                  <a:pt x="440" y="382"/>
                </a:lnTo>
                <a:lnTo>
                  <a:pt x="450" y="366"/>
                </a:lnTo>
                <a:lnTo>
                  <a:pt x="460" y="350"/>
                </a:lnTo>
                <a:lnTo>
                  <a:pt x="466" y="332"/>
                </a:lnTo>
                <a:lnTo>
                  <a:pt x="474" y="314"/>
                </a:lnTo>
                <a:lnTo>
                  <a:pt x="478" y="296"/>
                </a:lnTo>
                <a:lnTo>
                  <a:pt x="482" y="278"/>
                </a:lnTo>
                <a:lnTo>
                  <a:pt x="484" y="258"/>
                </a:lnTo>
                <a:lnTo>
                  <a:pt x="484" y="240"/>
                </a:lnTo>
                <a:lnTo>
                  <a:pt x="484" y="220"/>
                </a:lnTo>
                <a:lnTo>
                  <a:pt x="480" y="202"/>
                </a:lnTo>
                <a:lnTo>
                  <a:pt x="476" y="182"/>
                </a:lnTo>
                <a:lnTo>
                  <a:pt x="472" y="164"/>
                </a:lnTo>
                <a:lnTo>
                  <a:pt x="464" y="144"/>
                </a:lnTo>
                <a:lnTo>
                  <a:pt x="464" y="144"/>
                </a:lnTo>
                <a:lnTo>
                  <a:pt x="452" y="122"/>
                </a:lnTo>
                <a:lnTo>
                  <a:pt x="440" y="102"/>
                </a:lnTo>
                <a:lnTo>
                  <a:pt x="424" y="84"/>
                </a:lnTo>
                <a:lnTo>
                  <a:pt x="408" y="66"/>
                </a:lnTo>
                <a:lnTo>
                  <a:pt x="390" y="52"/>
                </a:lnTo>
                <a:lnTo>
                  <a:pt x="372" y="38"/>
                </a:lnTo>
                <a:lnTo>
                  <a:pt x="352" y="26"/>
                </a:lnTo>
                <a:lnTo>
                  <a:pt x="330" y="16"/>
                </a:lnTo>
                <a:lnTo>
                  <a:pt x="308" y="10"/>
                </a:lnTo>
                <a:lnTo>
                  <a:pt x="286" y="4"/>
                </a:lnTo>
                <a:lnTo>
                  <a:pt x="262" y="2"/>
                </a:lnTo>
                <a:lnTo>
                  <a:pt x="238" y="0"/>
                </a:lnTo>
                <a:lnTo>
                  <a:pt x="216" y="2"/>
                </a:lnTo>
                <a:lnTo>
                  <a:pt x="192" y="6"/>
                </a:lnTo>
                <a:lnTo>
                  <a:pt x="168" y="12"/>
                </a:lnTo>
                <a:lnTo>
                  <a:pt x="144" y="22"/>
                </a:lnTo>
                <a:lnTo>
                  <a:pt x="144" y="22"/>
                </a:lnTo>
                <a:lnTo>
                  <a:pt x="122" y="32"/>
                </a:lnTo>
                <a:lnTo>
                  <a:pt x="102" y="46"/>
                </a:lnTo>
                <a:lnTo>
                  <a:pt x="84" y="60"/>
                </a:lnTo>
                <a:lnTo>
                  <a:pt x="66" y="76"/>
                </a:lnTo>
                <a:lnTo>
                  <a:pt x="52" y="94"/>
                </a:lnTo>
                <a:lnTo>
                  <a:pt x="38" y="114"/>
                </a:lnTo>
                <a:lnTo>
                  <a:pt x="26" y="134"/>
                </a:lnTo>
                <a:lnTo>
                  <a:pt x="18" y="156"/>
                </a:lnTo>
                <a:lnTo>
                  <a:pt x="10" y="178"/>
                </a:lnTo>
                <a:lnTo>
                  <a:pt x="4" y="200"/>
                </a:lnTo>
                <a:lnTo>
                  <a:pt x="2" y="222"/>
                </a:lnTo>
                <a:lnTo>
                  <a:pt x="0" y="246"/>
                </a:lnTo>
                <a:lnTo>
                  <a:pt x="2" y="270"/>
                </a:lnTo>
                <a:lnTo>
                  <a:pt x="6" y="294"/>
                </a:lnTo>
                <a:lnTo>
                  <a:pt x="12" y="316"/>
                </a:lnTo>
                <a:lnTo>
                  <a:pt x="22" y="340"/>
                </a:lnTo>
                <a:lnTo>
                  <a:pt x="22" y="340"/>
                </a:lnTo>
                <a:lnTo>
                  <a:pt x="30" y="358"/>
                </a:lnTo>
                <a:lnTo>
                  <a:pt x="42" y="376"/>
                </a:lnTo>
                <a:lnTo>
                  <a:pt x="54" y="392"/>
                </a:lnTo>
                <a:lnTo>
                  <a:pt x="66" y="408"/>
                </a:lnTo>
                <a:lnTo>
                  <a:pt x="80" y="422"/>
                </a:lnTo>
                <a:lnTo>
                  <a:pt x="96" y="434"/>
                </a:lnTo>
                <a:lnTo>
                  <a:pt x="112" y="446"/>
                </a:lnTo>
                <a:lnTo>
                  <a:pt x="128" y="456"/>
                </a:lnTo>
                <a:lnTo>
                  <a:pt x="146" y="464"/>
                </a:lnTo>
                <a:lnTo>
                  <a:pt x="164" y="470"/>
                </a:lnTo>
                <a:lnTo>
                  <a:pt x="182" y="476"/>
                </a:lnTo>
                <a:lnTo>
                  <a:pt x="202" y="480"/>
                </a:lnTo>
                <a:lnTo>
                  <a:pt x="220" y="484"/>
                </a:lnTo>
                <a:lnTo>
                  <a:pt x="240" y="484"/>
                </a:lnTo>
                <a:lnTo>
                  <a:pt x="260" y="484"/>
                </a:lnTo>
                <a:lnTo>
                  <a:pt x="280" y="482"/>
                </a:lnTo>
                <a:lnTo>
                  <a:pt x="280" y="482"/>
                </a:lnTo>
                <a:lnTo>
                  <a:pt x="294" y="482"/>
                </a:lnTo>
                <a:lnTo>
                  <a:pt x="306" y="486"/>
                </a:lnTo>
                <a:lnTo>
                  <a:pt x="320" y="492"/>
                </a:lnTo>
                <a:lnTo>
                  <a:pt x="332" y="500"/>
                </a:lnTo>
                <a:lnTo>
                  <a:pt x="342" y="510"/>
                </a:lnTo>
                <a:lnTo>
                  <a:pt x="352" y="520"/>
                </a:lnTo>
                <a:lnTo>
                  <a:pt x="360" y="532"/>
                </a:lnTo>
                <a:lnTo>
                  <a:pt x="368" y="544"/>
                </a:lnTo>
                <a:lnTo>
                  <a:pt x="374" y="558"/>
                </a:lnTo>
                <a:lnTo>
                  <a:pt x="380" y="572"/>
                </a:lnTo>
                <a:lnTo>
                  <a:pt x="384" y="586"/>
                </a:lnTo>
                <a:lnTo>
                  <a:pt x="386" y="600"/>
                </a:lnTo>
                <a:lnTo>
                  <a:pt x="386" y="616"/>
                </a:lnTo>
                <a:lnTo>
                  <a:pt x="384" y="630"/>
                </a:lnTo>
                <a:lnTo>
                  <a:pt x="380" y="644"/>
                </a:lnTo>
                <a:lnTo>
                  <a:pt x="376" y="656"/>
                </a:lnTo>
                <a:lnTo>
                  <a:pt x="376" y="656"/>
                </a:lnTo>
                <a:lnTo>
                  <a:pt x="396" y="644"/>
                </a:lnTo>
                <a:lnTo>
                  <a:pt x="420" y="634"/>
                </a:lnTo>
                <a:lnTo>
                  <a:pt x="442" y="626"/>
                </a:lnTo>
                <a:lnTo>
                  <a:pt x="466" y="618"/>
                </a:lnTo>
                <a:lnTo>
                  <a:pt x="466" y="618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Freeform 1432"/>
          <p:cNvSpPr/>
          <p:nvPr/>
        </p:nvSpPr>
        <p:spPr bwMode="auto">
          <a:xfrm>
            <a:off x="6799739" y="2777801"/>
            <a:ext cx="1954998" cy="1403886"/>
          </a:xfrm>
          <a:custGeom>
            <a:avLst/>
            <a:gdLst>
              <a:gd name="T0" fmla="*/ 0 w 674"/>
              <a:gd name="T1" fmla="*/ 350 h 484"/>
              <a:gd name="T2" fmla="*/ 28 w 674"/>
              <a:gd name="T3" fmla="*/ 364 h 484"/>
              <a:gd name="T4" fmla="*/ 58 w 674"/>
              <a:gd name="T5" fmla="*/ 370 h 484"/>
              <a:gd name="T6" fmla="*/ 90 w 674"/>
              <a:gd name="T7" fmla="*/ 366 h 484"/>
              <a:gd name="T8" fmla="*/ 120 w 674"/>
              <a:gd name="T9" fmla="*/ 356 h 484"/>
              <a:gd name="T10" fmla="*/ 148 w 674"/>
              <a:gd name="T11" fmla="*/ 340 h 484"/>
              <a:gd name="T12" fmla="*/ 170 w 674"/>
              <a:gd name="T13" fmla="*/ 318 h 484"/>
              <a:gd name="T14" fmla="*/ 186 w 674"/>
              <a:gd name="T15" fmla="*/ 292 h 484"/>
              <a:gd name="T16" fmla="*/ 192 w 674"/>
              <a:gd name="T17" fmla="*/ 262 h 484"/>
              <a:gd name="T18" fmla="*/ 190 w 674"/>
              <a:gd name="T19" fmla="*/ 242 h 484"/>
              <a:gd name="T20" fmla="*/ 194 w 674"/>
              <a:gd name="T21" fmla="*/ 204 h 484"/>
              <a:gd name="T22" fmla="*/ 202 w 674"/>
              <a:gd name="T23" fmla="*/ 168 h 484"/>
              <a:gd name="T24" fmla="*/ 216 w 674"/>
              <a:gd name="T25" fmla="*/ 132 h 484"/>
              <a:gd name="T26" fmla="*/ 236 w 674"/>
              <a:gd name="T27" fmla="*/ 100 h 484"/>
              <a:gd name="T28" fmla="*/ 260 w 674"/>
              <a:gd name="T29" fmla="*/ 72 h 484"/>
              <a:gd name="T30" fmla="*/ 290 w 674"/>
              <a:gd name="T31" fmla="*/ 46 h 484"/>
              <a:gd name="T32" fmla="*/ 324 w 674"/>
              <a:gd name="T33" fmla="*/ 26 h 484"/>
              <a:gd name="T34" fmla="*/ 342 w 674"/>
              <a:gd name="T35" fmla="*/ 18 h 484"/>
              <a:gd name="T36" fmla="*/ 388 w 674"/>
              <a:gd name="T37" fmla="*/ 4 h 484"/>
              <a:gd name="T38" fmla="*/ 436 w 674"/>
              <a:gd name="T39" fmla="*/ 0 h 484"/>
              <a:gd name="T40" fmla="*/ 482 w 674"/>
              <a:gd name="T41" fmla="*/ 4 h 484"/>
              <a:gd name="T42" fmla="*/ 526 w 674"/>
              <a:gd name="T43" fmla="*/ 18 h 484"/>
              <a:gd name="T44" fmla="*/ 568 w 674"/>
              <a:gd name="T45" fmla="*/ 40 h 484"/>
              <a:gd name="T46" fmla="*/ 604 w 674"/>
              <a:gd name="T47" fmla="*/ 70 h 484"/>
              <a:gd name="T48" fmla="*/ 634 w 674"/>
              <a:gd name="T49" fmla="*/ 108 h 484"/>
              <a:gd name="T50" fmla="*/ 656 w 674"/>
              <a:gd name="T51" fmla="*/ 150 h 484"/>
              <a:gd name="T52" fmla="*/ 664 w 674"/>
              <a:gd name="T53" fmla="*/ 174 h 484"/>
              <a:gd name="T54" fmla="*/ 672 w 674"/>
              <a:gd name="T55" fmla="*/ 222 h 484"/>
              <a:gd name="T56" fmla="*/ 672 w 674"/>
              <a:gd name="T57" fmla="*/ 268 h 484"/>
              <a:gd name="T58" fmla="*/ 662 w 674"/>
              <a:gd name="T59" fmla="*/ 314 h 484"/>
              <a:gd name="T60" fmla="*/ 644 w 674"/>
              <a:gd name="T61" fmla="*/ 356 h 484"/>
              <a:gd name="T62" fmla="*/ 618 w 674"/>
              <a:gd name="T63" fmla="*/ 396 h 484"/>
              <a:gd name="T64" fmla="*/ 586 w 674"/>
              <a:gd name="T65" fmla="*/ 428 h 484"/>
              <a:gd name="T66" fmla="*/ 546 w 674"/>
              <a:gd name="T67" fmla="*/ 456 h 484"/>
              <a:gd name="T68" fmla="*/ 522 w 674"/>
              <a:gd name="T69" fmla="*/ 466 h 484"/>
              <a:gd name="T70" fmla="*/ 484 w 674"/>
              <a:gd name="T71" fmla="*/ 478 h 484"/>
              <a:gd name="T72" fmla="*/ 444 w 674"/>
              <a:gd name="T73" fmla="*/ 482 h 484"/>
              <a:gd name="T74" fmla="*/ 404 w 674"/>
              <a:gd name="T75" fmla="*/ 482 h 484"/>
              <a:gd name="T76" fmla="*/ 366 w 674"/>
              <a:gd name="T77" fmla="*/ 474 h 484"/>
              <a:gd name="T78" fmla="*/ 330 w 674"/>
              <a:gd name="T79" fmla="*/ 460 h 484"/>
              <a:gd name="T80" fmla="*/ 296 w 674"/>
              <a:gd name="T81" fmla="*/ 440 h 484"/>
              <a:gd name="T82" fmla="*/ 266 w 674"/>
              <a:gd name="T83" fmla="*/ 416 h 484"/>
              <a:gd name="T84" fmla="*/ 238 w 674"/>
              <a:gd name="T85" fmla="*/ 386 h 484"/>
              <a:gd name="T86" fmla="*/ 228 w 674"/>
              <a:gd name="T87" fmla="*/ 378 h 484"/>
              <a:gd name="T88" fmla="*/ 200 w 674"/>
              <a:gd name="T89" fmla="*/ 368 h 484"/>
              <a:gd name="T90" fmla="*/ 172 w 674"/>
              <a:gd name="T91" fmla="*/ 364 h 484"/>
              <a:gd name="T92" fmla="*/ 142 w 674"/>
              <a:gd name="T93" fmla="*/ 368 h 484"/>
              <a:gd name="T94" fmla="*/ 112 w 674"/>
              <a:gd name="T95" fmla="*/ 378 h 484"/>
              <a:gd name="T96" fmla="*/ 86 w 674"/>
              <a:gd name="T97" fmla="*/ 396 h 484"/>
              <a:gd name="T98" fmla="*/ 64 w 674"/>
              <a:gd name="T99" fmla="*/ 416 h 484"/>
              <a:gd name="T100" fmla="*/ 50 w 674"/>
              <a:gd name="T101" fmla="*/ 442 h 484"/>
              <a:gd name="T102" fmla="*/ 46 w 674"/>
              <a:gd name="T103" fmla="*/ 456 h 484"/>
              <a:gd name="T104" fmla="*/ 28 w 674"/>
              <a:gd name="T105" fmla="*/ 400 h 484"/>
              <a:gd name="T106" fmla="*/ 0 w 674"/>
              <a:gd name="T107" fmla="*/ 350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74" h="484">
                <a:moveTo>
                  <a:pt x="0" y="350"/>
                </a:moveTo>
                <a:lnTo>
                  <a:pt x="0" y="350"/>
                </a:lnTo>
                <a:lnTo>
                  <a:pt x="14" y="358"/>
                </a:lnTo>
                <a:lnTo>
                  <a:pt x="28" y="364"/>
                </a:lnTo>
                <a:lnTo>
                  <a:pt x="42" y="368"/>
                </a:lnTo>
                <a:lnTo>
                  <a:pt x="58" y="370"/>
                </a:lnTo>
                <a:lnTo>
                  <a:pt x="74" y="368"/>
                </a:lnTo>
                <a:lnTo>
                  <a:pt x="90" y="366"/>
                </a:lnTo>
                <a:lnTo>
                  <a:pt x="106" y="362"/>
                </a:lnTo>
                <a:lnTo>
                  <a:pt x="120" y="356"/>
                </a:lnTo>
                <a:lnTo>
                  <a:pt x="136" y="348"/>
                </a:lnTo>
                <a:lnTo>
                  <a:pt x="148" y="340"/>
                </a:lnTo>
                <a:lnTo>
                  <a:pt x="160" y="330"/>
                </a:lnTo>
                <a:lnTo>
                  <a:pt x="170" y="318"/>
                </a:lnTo>
                <a:lnTo>
                  <a:pt x="180" y="306"/>
                </a:lnTo>
                <a:lnTo>
                  <a:pt x="186" y="292"/>
                </a:lnTo>
                <a:lnTo>
                  <a:pt x="190" y="276"/>
                </a:lnTo>
                <a:lnTo>
                  <a:pt x="192" y="262"/>
                </a:lnTo>
                <a:lnTo>
                  <a:pt x="192" y="262"/>
                </a:lnTo>
                <a:lnTo>
                  <a:pt x="190" y="242"/>
                </a:lnTo>
                <a:lnTo>
                  <a:pt x="190" y="224"/>
                </a:lnTo>
                <a:lnTo>
                  <a:pt x="194" y="204"/>
                </a:lnTo>
                <a:lnTo>
                  <a:pt x="196" y="186"/>
                </a:lnTo>
                <a:lnTo>
                  <a:pt x="202" y="168"/>
                </a:lnTo>
                <a:lnTo>
                  <a:pt x="208" y="150"/>
                </a:lnTo>
                <a:lnTo>
                  <a:pt x="216" y="132"/>
                </a:lnTo>
                <a:lnTo>
                  <a:pt x="226" y="116"/>
                </a:lnTo>
                <a:lnTo>
                  <a:pt x="236" y="100"/>
                </a:lnTo>
                <a:lnTo>
                  <a:pt x="248" y="86"/>
                </a:lnTo>
                <a:lnTo>
                  <a:pt x="260" y="72"/>
                </a:lnTo>
                <a:lnTo>
                  <a:pt x="274" y="58"/>
                </a:lnTo>
                <a:lnTo>
                  <a:pt x="290" y="46"/>
                </a:lnTo>
                <a:lnTo>
                  <a:pt x="306" y="36"/>
                </a:lnTo>
                <a:lnTo>
                  <a:pt x="324" y="26"/>
                </a:lnTo>
                <a:lnTo>
                  <a:pt x="342" y="18"/>
                </a:lnTo>
                <a:lnTo>
                  <a:pt x="342" y="18"/>
                </a:lnTo>
                <a:lnTo>
                  <a:pt x="364" y="10"/>
                </a:lnTo>
                <a:lnTo>
                  <a:pt x="388" y="4"/>
                </a:lnTo>
                <a:lnTo>
                  <a:pt x="412" y="0"/>
                </a:lnTo>
                <a:lnTo>
                  <a:pt x="436" y="0"/>
                </a:lnTo>
                <a:lnTo>
                  <a:pt x="460" y="2"/>
                </a:lnTo>
                <a:lnTo>
                  <a:pt x="482" y="4"/>
                </a:lnTo>
                <a:lnTo>
                  <a:pt x="504" y="10"/>
                </a:lnTo>
                <a:lnTo>
                  <a:pt x="526" y="18"/>
                </a:lnTo>
                <a:lnTo>
                  <a:pt x="548" y="28"/>
                </a:lnTo>
                <a:lnTo>
                  <a:pt x="568" y="40"/>
                </a:lnTo>
                <a:lnTo>
                  <a:pt x="586" y="54"/>
                </a:lnTo>
                <a:lnTo>
                  <a:pt x="604" y="70"/>
                </a:lnTo>
                <a:lnTo>
                  <a:pt x="620" y="88"/>
                </a:lnTo>
                <a:lnTo>
                  <a:pt x="634" y="108"/>
                </a:lnTo>
                <a:lnTo>
                  <a:pt x="646" y="128"/>
                </a:lnTo>
                <a:lnTo>
                  <a:pt x="656" y="150"/>
                </a:lnTo>
                <a:lnTo>
                  <a:pt x="656" y="150"/>
                </a:lnTo>
                <a:lnTo>
                  <a:pt x="664" y="174"/>
                </a:lnTo>
                <a:lnTo>
                  <a:pt x="670" y="198"/>
                </a:lnTo>
                <a:lnTo>
                  <a:pt x="672" y="222"/>
                </a:lnTo>
                <a:lnTo>
                  <a:pt x="674" y="246"/>
                </a:lnTo>
                <a:lnTo>
                  <a:pt x="672" y="268"/>
                </a:lnTo>
                <a:lnTo>
                  <a:pt x="668" y="292"/>
                </a:lnTo>
                <a:lnTo>
                  <a:pt x="662" y="314"/>
                </a:lnTo>
                <a:lnTo>
                  <a:pt x="654" y="336"/>
                </a:lnTo>
                <a:lnTo>
                  <a:pt x="644" y="356"/>
                </a:lnTo>
                <a:lnTo>
                  <a:pt x="632" y="376"/>
                </a:lnTo>
                <a:lnTo>
                  <a:pt x="618" y="396"/>
                </a:lnTo>
                <a:lnTo>
                  <a:pt x="602" y="412"/>
                </a:lnTo>
                <a:lnTo>
                  <a:pt x="586" y="428"/>
                </a:lnTo>
                <a:lnTo>
                  <a:pt x="566" y="442"/>
                </a:lnTo>
                <a:lnTo>
                  <a:pt x="546" y="456"/>
                </a:lnTo>
                <a:lnTo>
                  <a:pt x="522" y="466"/>
                </a:lnTo>
                <a:lnTo>
                  <a:pt x="522" y="466"/>
                </a:lnTo>
                <a:lnTo>
                  <a:pt x="504" y="472"/>
                </a:lnTo>
                <a:lnTo>
                  <a:pt x="484" y="478"/>
                </a:lnTo>
                <a:lnTo>
                  <a:pt x="464" y="482"/>
                </a:lnTo>
                <a:lnTo>
                  <a:pt x="444" y="482"/>
                </a:lnTo>
                <a:lnTo>
                  <a:pt x="424" y="484"/>
                </a:lnTo>
                <a:lnTo>
                  <a:pt x="404" y="482"/>
                </a:lnTo>
                <a:lnTo>
                  <a:pt x="384" y="478"/>
                </a:lnTo>
                <a:lnTo>
                  <a:pt x="366" y="474"/>
                </a:lnTo>
                <a:lnTo>
                  <a:pt x="348" y="468"/>
                </a:lnTo>
                <a:lnTo>
                  <a:pt x="330" y="460"/>
                </a:lnTo>
                <a:lnTo>
                  <a:pt x="312" y="452"/>
                </a:lnTo>
                <a:lnTo>
                  <a:pt x="296" y="440"/>
                </a:lnTo>
                <a:lnTo>
                  <a:pt x="280" y="430"/>
                </a:lnTo>
                <a:lnTo>
                  <a:pt x="266" y="416"/>
                </a:lnTo>
                <a:lnTo>
                  <a:pt x="252" y="402"/>
                </a:lnTo>
                <a:lnTo>
                  <a:pt x="238" y="386"/>
                </a:lnTo>
                <a:lnTo>
                  <a:pt x="238" y="386"/>
                </a:lnTo>
                <a:lnTo>
                  <a:pt x="228" y="378"/>
                </a:lnTo>
                <a:lnTo>
                  <a:pt x="214" y="372"/>
                </a:lnTo>
                <a:lnTo>
                  <a:pt x="200" y="368"/>
                </a:lnTo>
                <a:lnTo>
                  <a:pt x="186" y="364"/>
                </a:lnTo>
                <a:lnTo>
                  <a:pt x="172" y="364"/>
                </a:lnTo>
                <a:lnTo>
                  <a:pt x="156" y="366"/>
                </a:lnTo>
                <a:lnTo>
                  <a:pt x="142" y="368"/>
                </a:lnTo>
                <a:lnTo>
                  <a:pt x="126" y="372"/>
                </a:lnTo>
                <a:lnTo>
                  <a:pt x="112" y="378"/>
                </a:lnTo>
                <a:lnTo>
                  <a:pt x="98" y="386"/>
                </a:lnTo>
                <a:lnTo>
                  <a:pt x="86" y="396"/>
                </a:lnTo>
                <a:lnTo>
                  <a:pt x="74" y="406"/>
                </a:lnTo>
                <a:lnTo>
                  <a:pt x="64" y="416"/>
                </a:lnTo>
                <a:lnTo>
                  <a:pt x="56" y="430"/>
                </a:lnTo>
                <a:lnTo>
                  <a:pt x="50" y="442"/>
                </a:lnTo>
                <a:lnTo>
                  <a:pt x="46" y="456"/>
                </a:lnTo>
                <a:lnTo>
                  <a:pt x="46" y="456"/>
                </a:lnTo>
                <a:lnTo>
                  <a:pt x="38" y="428"/>
                </a:lnTo>
                <a:lnTo>
                  <a:pt x="28" y="400"/>
                </a:lnTo>
                <a:lnTo>
                  <a:pt x="14" y="374"/>
                </a:lnTo>
                <a:lnTo>
                  <a:pt x="0" y="350"/>
                </a:lnTo>
                <a:lnTo>
                  <a:pt x="0" y="35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0" name="Freeform 1433"/>
          <p:cNvSpPr/>
          <p:nvPr/>
        </p:nvSpPr>
        <p:spPr bwMode="auto">
          <a:xfrm>
            <a:off x="6179013" y="1582758"/>
            <a:ext cx="1403886" cy="1920191"/>
          </a:xfrm>
          <a:custGeom>
            <a:avLst/>
            <a:gdLst>
              <a:gd name="T0" fmla="*/ 10 w 484"/>
              <a:gd name="T1" fmla="*/ 620 h 662"/>
              <a:gd name="T2" fmla="*/ 38 w 484"/>
              <a:gd name="T3" fmla="*/ 610 h 662"/>
              <a:gd name="T4" fmla="*/ 64 w 484"/>
              <a:gd name="T5" fmla="*/ 592 h 662"/>
              <a:gd name="T6" fmla="*/ 84 w 484"/>
              <a:gd name="T7" fmla="*/ 568 h 662"/>
              <a:gd name="T8" fmla="*/ 98 w 484"/>
              <a:gd name="T9" fmla="*/ 540 h 662"/>
              <a:gd name="T10" fmla="*/ 106 w 484"/>
              <a:gd name="T11" fmla="*/ 508 h 662"/>
              <a:gd name="T12" fmla="*/ 108 w 484"/>
              <a:gd name="T13" fmla="*/ 478 h 662"/>
              <a:gd name="T14" fmla="*/ 100 w 484"/>
              <a:gd name="T15" fmla="*/ 448 h 662"/>
              <a:gd name="T16" fmla="*/ 82 w 484"/>
              <a:gd name="T17" fmla="*/ 424 h 662"/>
              <a:gd name="T18" fmla="*/ 68 w 484"/>
              <a:gd name="T19" fmla="*/ 410 h 662"/>
              <a:gd name="T20" fmla="*/ 44 w 484"/>
              <a:gd name="T21" fmla="*/ 380 h 662"/>
              <a:gd name="T22" fmla="*/ 26 w 484"/>
              <a:gd name="T23" fmla="*/ 348 h 662"/>
              <a:gd name="T24" fmla="*/ 10 w 484"/>
              <a:gd name="T25" fmla="*/ 314 h 662"/>
              <a:gd name="T26" fmla="*/ 2 w 484"/>
              <a:gd name="T27" fmla="*/ 276 h 662"/>
              <a:gd name="T28" fmla="*/ 0 w 484"/>
              <a:gd name="T29" fmla="*/ 238 h 662"/>
              <a:gd name="T30" fmla="*/ 4 w 484"/>
              <a:gd name="T31" fmla="*/ 200 h 662"/>
              <a:gd name="T32" fmla="*/ 14 w 484"/>
              <a:gd name="T33" fmla="*/ 162 h 662"/>
              <a:gd name="T34" fmla="*/ 20 w 484"/>
              <a:gd name="T35" fmla="*/ 144 h 662"/>
              <a:gd name="T36" fmla="*/ 44 w 484"/>
              <a:gd name="T37" fmla="*/ 100 h 662"/>
              <a:gd name="T38" fmla="*/ 76 w 484"/>
              <a:gd name="T39" fmla="*/ 66 h 662"/>
              <a:gd name="T40" fmla="*/ 112 w 484"/>
              <a:gd name="T41" fmla="*/ 36 h 662"/>
              <a:gd name="T42" fmla="*/ 154 w 484"/>
              <a:gd name="T43" fmla="*/ 16 h 662"/>
              <a:gd name="T44" fmla="*/ 200 w 484"/>
              <a:gd name="T45" fmla="*/ 4 h 662"/>
              <a:gd name="T46" fmla="*/ 246 w 484"/>
              <a:gd name="T47" fmla="*/ 0 h 662"/>
              <a:gd name="T48" fmla="*/ 292 w 484"/>
              <a:gd name="T49" fmla="*/ 4 h 662"/>
              <a:gd name="T50" fmla="*/ 340 w 484"/>
              <a:gd name="T51" fmla="*/ 20 h 662"/>
              <a:gd name="T52" fmla="*/ 362 w 484"/>
              <a:gd name="T53" fmla="*/ 32 h 662"/>
              <a:gd name="T54" fmla="*/ 400 w 484"/>
              <a:gd name="T55" fmla="*/ 60 h 662"/>
              <a:gd name="T56" fmla="*/ 432 w 484"/>
              <a:gd name="T57" fmla="*/ 94 h 662"/>
              <a:gd name="T58" fmla="*/ 458 w 484"/>
              <a:gd name="T59" fmla="*/ 132 h 662"/>
              <a:gd name="T60" fmla="*/ 474 w 484"/>
              <a:gd name="T61" fmla="*/ 176 h 662"/>
              <a:gd name="T62" fmla="*/ 482 w 484"/>
              <a:gd name="T63" fmla="*/ 222 h 662"/>
              <a:gd name="T64" fmla="*/ 482 w 484"/>
              <a:gd name="T65" fmla="*/ 268 h 662"/>
              <a:gd name="T66" fmla="*/ 472 w 484"/>
              <a:gd name="T67" fmla="*/ 316 h 662"/>
              <a:gd name="T68" fmla="*/ 462 w 484"/>
              <a:gd name="T69" fmla="*/ 338 h 662"/>
              <a:gd name="T70" fmla="*/ 442 w 484"/>
              <a:gd name="T71" fmla="*/ 374 h 662"/>
              <a:gd name="T72" fmla="*/ 418 w 484"/>
              <a:gd name="T73" fmla="*/ 406 h 662"/>
              <a:gd name="T74" fmla="*/ 388 w 484"/>
              <a:gd name="T75" fmla="*/ 432 h 662"/>
              <a:gd name="T76" fmla="*/ 356 w 484"/>
              <a:gd name="T77" fmla="*/ 454 h 662"/>
              <a:gd name="T78" fmla="*/ 320 w 484"/>
              <a:gd name="T79" fmla="*/ 470 h 662"/>
              <a:gd name="T80" fmla="*/ 282 w 484"/>
              <a:gd name="T81" fmla="*/ 480 h 662"/>
              <a:gd name="T82" fmla="*/ 244 w 484"/>
              <a:gd name="T83" fmla="*/ 482 h 662"/>
              <a:gd name="T84" fmla="*/ 204 w 484"/>
              <a:gd name="T85" fmla="*/ 480 h 662"/>
              <a:gd name="T86" fmla="*/ 190 w 484"/>
              <a:gd name="T87" fmla="*/ 482 h 662"/>
              <a:gd name="T88" fmla="*/ 164 w 484"/>
              <a:gd name="T89" fmla="*/ 492 h 662"/>
              <a:gd name="T90" fmla="*/ 140 w 484"/>
              <a:gd name="T91" fmla="*/ 510 h 662"/>
              <a:gd name="T92" fmla="*/ 122 w 484"/>
              <a:gd name="T93" fmla="*/ 534 h 662"/>
              <a:gd name="T94" fmla="*/ 108 w 484"/>
              <a:gd name="T95" fmla="*/ 560 h 662"/>
              <a:gd name="T96" fmla="*/ 100 w 484"/>
              <a:gd name="T97" fmla="*/ 590 h 662"/>
              <a:gd name="T98" fmla="*/ 100 w 484"/>
              <a:gd name="T99" fmla="*/ 620 h 662"/>
              <a:gd name="T100" fmla="*/ 106 w 484"/>
              <a:gd name="T101" fmla="*/ 648 h 662"/>
              <a:gd name="T102" fmla="*/ 112 w 484"/>
              <a:gd name="T103" fmla="*/ 662 h 662"/>
              <a:gd name="T104" fmla="*/ 64 w 484"/>
              <a:gd name="T105" fmla="*/ 636 h 662"/>
              <a:gd name="T106" fmla="*/ 10 w 484"/>
              <a:gd name="T107" fmla="*/ 620 h 6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84" h="662">
                <a:moveTo>
                  <a:pt x="10" y="620"/>
                </a:moveTo>
                <a:lnTo>
                  <a:pt x="10" y="620"/>
                </a:lnTo>
                <a:lnTo>
                  <a:pt x="24" y="616"/>
                </a:lnTo>
                <a:lnTo>
                  <a:pt x="38" y="610"/>
                </a:lnTo>
                <a:lnTo>
                  <a:pt x="52" y="602"/>
                </a:lnTo>
                <a:lnTo>
                  <a:pt x="64" y="592"/>
                </a:lnTo>
                <a:lnTo>
                  <a:pt x="74" y="580"/>
                </a:lnTo>
                <a:lnTo>
                  <a:pt x="84" y="568"/>
                </a:lnTo>
                <a:lnTo>
                  <a:pt x="92" y="554"/>
                </a:lnTo>
                <a:lnTo>
                  <a:pt x="98" y="540"/>
                </a:lnTo>
                <a:lnTo>
                  <a:pt x="104" y="524"/>
                </a:lnTo>
                <a:lnTo>
                  <a:pt x="106" y="508"/>
                </a:lnTo>
                <a:lnTo>
                  <a:pt x="108" y="492"/>
                </a:lnTo>
                <a:lnTo>
                  <a:pt x="108" y="478"/>
                </a:lnTo>
                <a:lnTo>
                  <a:pt x="104" y="462"/>
                </a:lnTo>
                <a:lnTo>
                  <a:pt x="100" y="448"/>
                </a:lnTo>
                <a:lnTo>
                  <a:pt x="92" y="436"/>
                </a:lnTo>
                <a:lnTo>
                  <a:pt x="82" y="424"/>
                </a:lnTo>
                <a:lnTo>
                  <a:pt x="82" y="424"/>
                </a:lnTo>
                <a:lnTo>
                  <a:pt x="68" y="410"/>
                </a:lnTo>
                <a:lnTo>
                  <a:pt x="56" y="396"/>
                </a:lnTo>
                <a:lnTo>
                  <a:pt x="44" y="380"/>
                </a:lnTo>
                <a:lnTo>
                  <a:pt x="34" y="366"/>
                </a:lnTo>
                <a:lnTo>
                  <a:pt x="26" y="348"/>
                </a:lnTo>
                <a:lnTo>
                  <a:pt x="18" y="332"/>
                </a:lnTo>
                <a:lnTo>
                  <a:pt x="10" y="314"/>
                </a:lnTo>
                <a:lnTo>
                  <a:pt x="6" y="296"/>
                </a:lnTo>
                <a:lnTo>
                  <a:pt x="2" y="276"/>
                </a:lnTo>
                <a:lnTo>
                  <a:pt x="0" y="258"/>
                </a:lnTo>
                <a:lnTo>
                  <a:pt x="0" y="238"/>
                </a:lnTo>
                <a:lnTo>
                  <a:pt x="0" y="220"/>
                </a:lnTo>
                <a:lnTo>
                  <a:pt x="4" y="200"/>
                </a:lnTo>
                <a:lnTo>
                  <a:pt x="8" y="182"/>
                </a:lnTo>
                <a:lnTo>
                  <a:pt x="14" y="162"/>
                </a:lnTo>
                <a:lnTo>
                  <a:pt x="20" y="144"/>
                </a:lnTo>
                <a:lnTo>
                  <a:pt x="20" y="144"/>
                </a:lnTo>
                <a:lnTo>
                  <a:pt x="32" y="122"/>
                </a:lnTo>
                <a:lnTo>
                  <a:pt x="44" y="100"/>
                </a:lnTo>
                <a:lnTo>
                  <a:pt x="60" y="82"/>
                </a:lnTo>
                <a:lnTo>
                  <a:pt x="76" y="66"/>
                </a:lnTo>
                <a:lnTo>
                  <a:pt x="94" y="50"/>
                </a:lnTo>
                <a:lnTo>
                  <a:pt x="112" y="36"/>
                </a:lnTo>
                <a:lnTo>
                  <a:pt x="134" y="26"/>
                </a:lnTo>
                <a:lnTo>
                  <a:pt x="154" y="16"/>
                </a:lnTo>
                <a:lnTo>
                  <a:pt x="176" y="8"/>
                </a:lnTo>
                <a:lnTo>
                  <a:pt x="200" y="4"/>
                </a:lnTo>
                <a:lnTo>
                  <a:pt x="222" y="0"/>
                </a:lnTo>
                <a:lnTo>
                  <a:pt x="246" y="0"/>
                </a:lnTo>
                <a:lnTo>
                  <a:pt x="270" y="0"/>
                </a:lnTo>
                <a:lnTo>
                  <a:pt x="292" y="4"/>
                </a:lnTo>
                <a:lnTo>
                  <a:pt x="316" y="12"/>
                </a:lnTo>
                <a:lnTo>
                  <a:pt x="340" y="20"/>
                </a:lnTo>
                <a:lnTo>
                  <a:pt x="340" y="20"/>
                </a:lnTo>
                <a:lnTo>
                  <a:pt x="362" y="32"/>
                </a:lnTo>
                <a:lnTo>
                  <a:pt x="382" y="44"/>
                </a:lnTo>
                <a:lnTo>
                  <a:pt x="400" y="60"/>
                </a:lnTo>
                <a:lnTo>
                  <a:pt x="418" y="76"/>
                </a:lnTo>
                <a:lnTo>
                  <a:pt x="432" y="94"/>
                </a:lnTo>
                <a:lnTo>
                  <a:pt x="446" y="112"/>
                </a:lnTo>
                <a:lnTo>
                  <a:pt x="458" y="132"/>
                </a:lnTo>
                <a:lnTo>
                  <a:pt x="468" y="154"/>
                </a:lnTo>
                <a:lnTo>
                  <a:pt x="474" y="176"/>
                </a:lnTo>
                <a:lnTo>
                  <a:pt x="480" y="198"/>
                </a:lnTo>
                <a:lnTo>
                  <a:pt x="482" y="222"/>
                </a:lnTo>
                <a:lnTo>
                  <a:pt x="484" y="246"/>
                </a:lnTo>
                <a:lnTo>
                  <a:pt x="482" y="268"/>
                </a:lnTo>
                <a:lnTo>
                  <a:pt x="478" y="292"/>
                </a:lnTo>
                <a:lnTo>
                  <a:pt x="472" y="316"/>
                </a:lnTo>
                <a:lnTo>
                  <a:pt x="462" y="338"/>
                </a:lnTo>
                <a:lnTo>
                  <a:pt x="462" y="338"/>
                </a:lnTo>
                <a:lnTo>
                  <a:pt x="454" y="358"/>
                </a:lnTo>
                <a:lnTo>
                  <a:pt x="442" y="374"/>
                </a:lnTo>
                <a:lnTo>
                  <a:pt x="432" y="392"/>
                </a:lnTo>
                <a:lnTo>
                  <a:pt x="418" y="406"/>
                </a:lnTo>
                <a:lnTo>
                  <a:pt x="404" y="420"/>
                </a:lnTo>
                <a:lnTo>
                  <a:pt x="388" y="432"/>
                </a:lnTo>
                <a:lnTo>
                  <a:pt x="372" y="444"/>
                </a:lnTo>
                <a:lnTo>
                  <a:pt x="356" y="454"/>
                </a:lnTo>
                <a:lnTo>
                  <a:pt x="338" y="462"/>
                </a:lnTo>
                <a:lnTo>
                  <a:pt x="320" y="470"/>
                </a:lnTo>
                <a:lnTo>
                  <a:pt x="302" y="476"/>
                </a:lnTo>
                <a:lnTo>
                  <a:pt x="282" y="480"/>
                </a:lnTo>
                <a:lnTo>
                  <a:pt x="264" y="482"/>
                </a:lnTo>
                <a:lnTo>
                  <a:pt x="244" y="482"/>
                </a:lnTo>
                <a:lnTo>
                  <a:pt x="224" y="482"/>
                </a:lnTo>
                <a:lnTo>
                  <a:pt x="204" y="480"/>
                </a:lnTo>
                <a:lnTo>
                  <a:pt x="204" y="480"/>
                </a:lnTo>
                <a:lnTo>
                  <a:pt x="190" y="482"/>
                </a:lnTo>
                <a:lnTo>
                  <a:pt x="176" y="486"/>
                </a:lnTo>
                <a:lnTo>
                  <a:pt x="164" y="492"/>
                </a:lnTo>
                <a:lnTo>
                  <a:pt x="152" y="500"/>
                </a:lnTo>
                <a:lnTo>
                  <a:pt x="140" y="510"/>
                </a:lnTo>
                <a:lnTo>
                  <a:pt x="130" y="520"/>
                </a:lnTo>
                <a:lnTo>
                  <a:pt x="122" y="534"/>
                </a:lnTo>
                <a:lnTo>
                  <a:pt x="114" y="546"/>
                </a:lnTo>
                <a:lnTo>
                  <a:pt x="108" y="560"/>
                </a:lnTo>
                <a:lnTo>
                  <a:pt x="104" y="576"/>
                </a:lnTo>
                <a:lnTo>
                  <a:pt x="100" y="590"/>
                </a:lnTo>
                <a:lnTo>
                  <a:pt x="98" y="606"/>
                </a:lnTo>
                <a:lnTo>
                  <a:pt x="100" y="620"/>
                </a:lnTo>
                <a:lnTo>
                  <a:pt x="102" y="634"/>
                </a:lnTo>
                <a:lnTo>
                  <a:pt x="106" y="648"/>
                </a:lnTo>
                <a:lnTo>
                  <a:pt x="112" y="662"/>
                </a:lnTo>
                <a:lnTo>
                  <a:pt x="112" y="662"/>
                </a:lnTo>
                <a:lnTo>
                  <a:pt x="88" y="648"/>
                </a:lnTo>
                <a:lnTo>
                  <a:pt x="64" y="636"/>
                </a:lnTo>
                <a:lnTo>
                  <a:pt x="36" y="626"/>
                </a:lnTo>
                <a:lnTo>
                  <a:pt x="10" y="620"/>
                </a:lnTo>
                <a:lnTo>
                  <a:pt x="10" y="62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1" name="Freeform 1434"/>
          <p:cNvSpPr/>
          <p:nvPr/>
        </p:nvSpPr>
        <p:spPr bwMode="auto">
          <a:xfrm>
            <a:off x="5036180" y="3357919"/>
            <a:ext cx="1920191" cy="1920191"/>
          </a:xfrm>
          <a:custGeom>
            <a:avLst/>
            <a:gdLst>
              <a:gd name="T0" fmla="*/ 0 w 662"/>
              <a:gd name="T1" fmla="*/ 330 h 662"/>
              <a:gd name="T2" fmla="*/ 6 w 662"/>
              <a:gd name="T3" fmla="*/ 264 h 662"/>
              <a:gd name="T4" fmla="*/ 26 w 662"/>
              <a:gd name="T5" fmla="*/ 202 h 662"/>
              <a:gd name="T6" fmla="*/ 56 w 662"/>
              <a:gd name="T7" fmla="*/ 146 h 662"/>
              <a:gd name="T8" fmla="*/ 96 w 662"/>
              <a:gd name="T9" fmla="*/ 96 h 662"/>
              <a:gd name="T10" fmla="*/ 146 w 662"/>
              <a:gd name="T11" fmla="*/ 56 h 662"/>
              <a:gd name="T12" fmla="*/ 202 w 662"/>
              <a:gd name="T13" fmla="*/ 26 h 662"/>
              <a:gd name="T14" fmla="*/ 264 w 662"/>
              <a:gd name="T15" fmla="*/ 6 h 662"/>
              <a:gd name="T16" fmla="*/ 330 w 662"/>
              <a:gd name="T17" fmla="*/ 0 h 662"/>
              <a:gd name="T18" fmla="*/ 364 w 662"/>
              <a:gd name="T19" fmla="*/ 0 h 662"/>
              <a:gd name="T20" fmla="*/ 428 w 662"/>
              <a:gd name="T21" fmla="*/ 14 h 662"/>
              <a:gd name="T22" fmla="*/ 488 w 662"/>
              <a:gd name="T23" fmla="*/ 40 h 662"/>
              <a:gd name="T24" fmla="*/ 542 w 662"/>
              <a:gd name="T25" fmla="*/ 74 h 662"/>
              <a:gd name="T26" fmla="*/ 586 w 662"/>
              <a:gd name="T27" fmla="*/ 120 h 662"/>
              <a:gd name="T28" fmla="*/ 622 w 662"/>
              <a:gd name="T29" fmla="*/ 172 h 662"/>
              <a:gd name="T30" fmla="*/ 646 w 662"/>
              <a:gd name="T31" fmla="*/ 232 h 662"/>
              <a:gd name="T32" fmla="*/ 660 w 662"/>
              <a:gd name="T33" fmla="*/ 296 h 662"/>
              <a:gd name="T34" fmla="*/ 662 w 662"/>
              <a:gd name="T35" fmla="*/ 330 h 662"/>
              <a:gd name="T36" fmla="*/ 656 w 662"/>
              <a:gd name="T37" fmla="*/ 398 h 662"/>
              <a:gd name="T38" fmla="*/ 636 w 662"/>
              <a:gd name="T39" fmla="*/ 460 h 662"/>
              <a:gd name="T40" fmla="*/ 606 w 662"/>
              <a:gd name="T41" fmla="*/ 516 h 662"/>
              <a:gd name="T42" fmla="*/ 564 w 662"/>
              <a:gd name="T43" fmla="*/ 564 h 662"/>
              <a:gd name="T44" fmla="*/ 516 w 662"/>
              <a:gd name="T45" fmla="*/ 606 h 662"/>
              <a:gd name="T46" fmla="*/ 460 w 662"/>
              <a:gd name="T47" fmla="*/ 636 h 662"/>
              <a:gd name="T48" fmla="*/ 398 w 662"/>
              <a:gd name="T49" fmla="*/ 656 h 662"/>
              <a:gd name="T50" fmla="*/ 330 w 662"/>
              <a:gd name="T51" fmla="*/ 662 h 662"/>
              <a:gd name="T52" fmla="*/ 296 w 662"/>
              <a:gd name="T53" fmla="*/ 660 h 662"/>
              <a:gd name="T54" fmla="*/ 232 w 662"/>
              <a:gd name="T55" fmla="*/ 648 h 662"/>
              <a:gd name="T56" fmla="*/ 172 w 662"/>
              <a:gd name="T57" fmla="*/ 622 h 662"/>
              <a:gd name="T58" fmla="*/ 120 w 662"/>
              <a:gd name="T59" fmla="*/ 586 h 662"/>
              <a:gd name="T60" fmla="*/ 74 w 662"/>
              <a:gd name="T61" fmla="*/ 542 h 662"/>
              <a:gd name="T62" fmla="*/ 40 w 662"/>
              <a:gd name="T63" fmla="*/ 488 h 662"/>
              <a:gd name="T64" fmla="*/ 14 w 662"/>
              <a:gd name="T65" fmla="*/ 430 h 662"/>
              <a:gd name="T66" fmla="*/ 0 w 662"/>
              <a:gd name="T67" fmla="*/ 364 h 662"/>
              <a:gd name="T68" fmla="*/ 0 w 662"/>
              <a:gd name="T69" fmla="*/ 330 h 6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62" h="662">
                <a:moveTo>
                  <a:pt x="0" y="330"/>
                </a:moveTo>
                <a:lnTo>
                  <a:pt x="0" y="330"/>
                </a:lnTo>
                <a:lnTo>
                  <a:pt x="0" y="296"/>
                </a:lnTo>
                <a:lnTo>
                  <a:pt x="6" y="264"/>
                </a:lnTo>
                <a:lnTo>
                  <a:pt x="14" y="232"/>
                </a:lnTo>
                <a:lnTo>
                  <a:pt x="26" y="202"/>
                </a:lnTo>
                <a:lnTo>
                  <a:pt x="40" y="172"/>
                </a:lnTo>
                <a:lnTo>
                  <a:pt x="56" y="146"/>
                </a:lnTo>
                <a:lnTo>
                  <a:pt x="74" y="120"/>
                </a:lnTo>
                <a:lnTo>
                  <a:pt x="96" y="96"/>
                </a:lnTo>
                <a:lnTo>
                  <a:pt x="120" y="74"/>
                </a:lnTo>
                <a:lnTo>
                  <a:pt x="146" y="56"/>
                </a:lnTo>
                <a:lnTo>
                  <a:pt x="172" y="40"/>
                </a:lnTo>
                <a:lnTo>
                  <a:pt x="202" y="26"/>
                </a:lnTo>
                <a:lnTo>
                  <a:pt x="232" y="14"/>
                </a:lnTo>
                <a:lnTo>
                  <a:pt x="264" y="6"/>
                </a:lnTo>
                <a:lnTo>
                  <a:pt x="296" y="0"/>
                </a:lnTo>
                <a:lnTo>
                  <a:pt x="330" y="0"/>
                </a:lnTo>
                <a:lnTo>
                  <a:pt x="330" y="0"/>
                </a:lnTo>
                <a:lnTo>
                  <a:pt x="364" y="0"/>
                </a:lnTo>
                <a:lnTo>
                  <a:pt x="398" y="6"/>
                </a:lnTo>
                <a:lnTo>
                  <a:pt x="428" y="14"/>
                </a:lnTo>
                <a:lnTo>
                  <a:pt x="460" y="26"/>
                </a:lnTo>
                <a:lnTo>
                  <a:pt x="488" y="40"/>
                </a:lnTo>
                <a:lnTo>
                  <a:pt x="516" y="56"/>
                </a:lnTo>
                <a:lnTo>
                  <a:pt x="542" y="74"/>
                </a:lnTo>
                <a:lnTo>
                  <a:pt x="564" y="96"/>
                </a:lnTo>
                <a:lnTo>
                  <a:pt x="586" y="120"/>
                </a:lnTo>
                <a:lnTo>
                  <a:pt x="606" y="146"/>
                </a:lnTo>
                <a:lnTo>
                  <a:pt x="622" y="172"/>
                </a:lnTo>
                <a:lnTo>
                  <a:pt x="636" y="202"/>
                </a:lnTo>
                <a:lnTo>
                  <a:pt x="646" y="232"/>
                </a:lnTo>
                <a:lnTo>
                  <a:pt x="656" y="264"/>
                </a:lnTo>
                <a:lnTo>
                  <a:pt x="660" y="296"/>
                </a:lnTo>
                <a:lnTo>
                  <a:pt x="662" y="330"/>
                </a:lnTo>
                <a:lnTo>
                  <a:pt x="662" y="330"/>
                </a:lnTo>
                <a:lnTo>
                  <a:pt x="660" y="364"/>
                </a:lnTo>
                <a:lnTo>
                  <a:pt x="656" y="398"/>
                </a:lnTo>
                <a:lnTo>
                  <a:pt x="646" y="430"/>
                </a:lnTo>
                <a:lnTo>
                  <a:pt x="636" y="460"/>
                </a:lnTo>
                <a:lnTo>
                  <a:pt x="622" y="488"/>
                </a:lnTo>
                <a:lnTo>
                  <a:pt x="606" y="516"/>
                </a:lnTo>
                <a:lnTo>
                  <a:pt x="586" y="542"/>
                </a:lnTo>
                <a:lnTo>
                  <a:pt x="564" y="564"/>
                </a:lnTo>
                <a:lnTo>
                  <a:pt x="542" y="586"/>
                </a:lnTo>
                <a:lnTo>
                  <a:pt x="516" y="606"/>
                </a:lnTo>
                <a:lnTo>
                  <a:pt x="488" y="622"/>
                </a:lnTo>
                <a:lnTo>
                  <a:pt x="460" y="636"/>
                </a:lnTo>
                <a:lnTo>
                  <a:pt x="428" y="648"/>
                </a:lnTo>
                <a:lnTo>
                  <a:pt x="398" y="656"/>
                </a:lnTo>
                <a:lnTo>
                  <a:pt x="364" y="660"/>
                </a:lnTo>
                <a:lnTo>
                  <a:pt x="330" y="662"/>
                </a:lnTo>
                <a:lnTo>
                  <a:pt x="330" y="662"/>
                </a:lnTo>
                <a:lnTo>
                  <a:pt x="296" y="660"/>
                </a:lnTo>
                <a:lnTo>
                  <a:pt x="264" y="656"/>
                </a:lnTo>
                <a:lnTo>
                  <a:pt x="232" y="648"/>
                </a:lnTo>
                <a:lnTo>
                  <a:pt x="202" y="636"/>
                </a:lnTo>
                <a:lnTo>
                  <a:pt x="172" y="622"/>
                </a:lnTo>
                <a:lnTo>
                  <a:pt x="146" y="606"/>
                </a:lnTo>
                <a:lnTo>
                  <a:pt x="120" y="586"/>
                </a:lnTo>
                <a:lnTo>
                  <a:pt x="96" y="564"/>
                </a:lnTo>
                <a:lnTo>
                  <a:pt x="74" y="542"/>
                </a:lnTo>
                <a:lnTo>
                  <a:pt x="56" y="516"/>
                </a:lnTo>
                <a:lnTo>
                  <a:pt x="40" y="488"/>
                </a:lnTo>
                <a:lnTo>
                  <a:pt x="26" y="460"/>
                </a:lnTo>
                <a:lnTo>
                  <a:pt x="14" y="430"/>
                </a:lnTo>
                <a:lnTo>
                  <a:pt x="6" y="398"/>
                </a:lnTo>
                <a:lnTo>
                  <a:pt x="0" y="364"/>
                </a:lnTo>
                <a:lnTo>
                  <a:pt x="0" y="330"/>
                </a:lnTo>
                <a:lnTo>
                  <a:pt x="0" y="330"/>
                </a:lnTo>
                <a:close/>
              </a:path>
            </a:pathLst>
          </a:custGeom>
          <a:solidFill>
            <a:srgbClr val="CACA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Freeform 1435"/>
          <p:cNvSpPr/>
          <p:nvPr/>
        </p:nvSpPr>
        <p:spPr bwMode="auto">
          <a:xfrm>
            <a:off x="5152203" y="4373126"/>
            <a:ext cx="371276" cy="487299"/>
          </a:xfrm>
          <a:custGeom>
            <a:avLst/>
            <a:gdLst>
              <a:gd name="T0" fmla="*/ 68 w 128"/>
              <a:gd name="T1" fmla="*/ 168 h 168"/>
              <a:gd name="T2" fmla="*/ 68 w 128"/>
              <a:gd name="T3" fmla="*/ 168 h 168"/>
              <a:gd name="T4" fmla="*/ 54 w 128"/>
              <a:gd name="T5" fmla="*/ 150 h 168"/>
              <a:gd name="T6" fmla="*/ 42 w 128"/>
              <a:gd name="T7" fmla="*/ 132 h 168"/>
              <a:gd name="T8" fmla="*/ 32 w 128"/>
              <a:gd name="T9" fmla="*/ 112 h 168"/>
              <a:gd name="T10" fmla="*/ 22 w 128"/>
              <a:gd name="T11" fmla="*/ 92 h 168"/>
              <a:gd name="T12" fmla="*/ 14 w 128"/>
              <a:gd name="T13" fmla="*/ 72 h 168"/>
              <a:gd name="T14" fmla="*/ 8 w 128"/>
              <a:gd name="T15" fmla="*/ 50 h 168"/>
              <a:gd name="T16" fmla="*/ 4 w 128"/>
              <a:gd name="T17" fmla="*/ 28 h 168"/>
              <a:gd name="T18" fmla="*/ 0 w 128"/>
              <a:gd name="T19" fmla="*/ 6 h 168"/>
              <a:gd name="T20" fmla="*/ 78 w 128"/>
              <a:gd name="T21" fmla="*/ 0 h 168"/>
              <a:gd name="T22" fmla="*/ 78 w 128"/>
              <a:gd name="T23" fmla="*/ 0 h 168"/>
              <a:gd name="T24" fmla="*/ 80 w 128"/>
              <a:gd name="T25" fmla="*/ 16 h 168"/>
              <a:gd name="T26" fmla="*/ 84 w 128"/>
              <a:gd name="T27" fmla="*/ 32 h 168"/>
              <a:gd name="T28" fmla="*/ 88 w 128"/>
              <a:gd name="T29" fmla="*/ 48 h 168"/>
              <a:gd name="T30" fmla="*/ 94 w 128"/>
              <a:gd name="T31" fmla="*/ 62 h 168"/>
              <a:gd name="T32" fmla="*/ 100 w 128"/>
              <a:gd name="T33" fmla="*/ 78 h 168"/>
              <a:gd name="T34" fmla="*/ 108 w 128"/>
              <a:gd name="T35" fmla="*/ 92 h 168"/>
              <a:gd name="T36" fmla="*/ 118 w 128"/>
              <a:gd name="T37" fmla="*/ 104 h 168"/>
              <a:gd name="T38" fmla="*/ 128 w 128"/>
              <a:gd name="T39" fmla="*/ 118 h 168"/>
              <a:gd name="T40" fmla="*/ 68 w 128"/>
              <a:gd name="T41" fmla="*/ 168 h 168"/>
              <a:gd name="T42" fmla="*/ 68 w 128"/>
              <a:gd name="T43" fmla="*/ 168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" h="168">
                <a:moveTo>
                  <a:pt x="68" y="168"/>
                </a:moveTo>
                <a:lnTo>
                  <a:pt x="68" y="168"/>
                </a:lnTo>
                <a:lnTo>
                  <a:pt x="54" y="150"/>
                </a:lnTo>
                <a:lnTo>
                  <a:pt x="42" y="132"/>
                </a:lnTo>
                <a:lnTo>
                  <a:pt x="32" y="112"/>
                </a:lnTo>
                <a:lnTo>
                  <a:pt x="22" y="92"/>
                </a:lnTo>
                <a:lnTo>
                  <a:pt x="14" y="72"/>
                </a:lnTo>
                <a:lnTo>
                  <a:pt x="8" y="50"/>
                </a:lnTo>
                <a:lnTo>
                  <a:pt x="4" y="28"/>
                </a:lnTo>
                <a:lnTo>
                  <a:pt x="0" y="6"/>
                </a:lnTo>
                <a:lnTo>
                  <a:pt x="78" y="0"/>
                </a:lnTo>
                <a:lnTo>
                  <a:pt x="78" y="0"/>
                </a:lnTo>
                <a:lnTo>
                  <a:pt x="80" y="16"/>
                </a:lnTo>
                <a:lnTo>
                  <a:pt x="84" y="32"/>
                </a:lnTo>
                <a:lnTo>
                  <a:pt x="88" y="48"/>
                </a:lnTo>
                <a:lnTo>
                  <a:pt x="94" y="62"/>
                </a:lnTo>
                <a:lnTo>
                  <a:pt x="100" y="78"/>
                </a:lnTo>
                <a:lnTo>
                  <a:pt x="108" y="92"/>
                </a:lnTo>
                <a:lnTo>
                  <a:pt x="118" y="104"/>
                </a:lnTo>
                <a:lnTo>
                  <a:pt x="128" y="118"/>
                </a:lnTo>
                <a:lnTo>
                  <a:pt x="68" y="168"/>
                </a:lnTo>
                <a:lnTo>
                  <a:pt x="68" y="1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3" name="Freeform 1436"/>
          <p:cNvSpPr/>
          <p:nvPr/>
        </p:nvSpPr>
        <p:spPr bwMode="auto">
          <a:xfrm>
            <a:off x="5453865" y="4790811"/>
            <a:ext cx="487299" cy="365474"/>
          </a:xfrm>
          <a:custGeom>
            <a:avLst/>
            <a:gdLst>
              <a:gd name="T0" fmla="*/ 162 w 168"/>
              <a:gd name="T1" fmla="*/ 126 h 126"/>
              <a:gd name="T2" fmla="*/ 162 w 168"/>
              <a:gd name="T3" fmla="*/ 126 h 126"/>
              <a:gd name="T4" fmla="*/ 140 w 168"/>
              <a:gd name="T5" fmla="*/ 124 h 126"/>
              <a:gd name="T6" fmla="*/ 118 w 168"/>
              <a:gd name="T7" fmla="*/ 120 h 126"/>
              <a:gd name="T8" fmla="*/ 96 w 168"/>
              <a:gd name="T9" fmla="*/ 114 h 126"/>
              <a:gd name="T10" fmla="*/ 76 w 168"/>
              <a:gd name="T11" fmla="*/ 106 h 126"/>
              <a:gd name="T12" fmla="*/ 56 w 168"/>
              <a:gd name="T13" fmla="*/ 96 h 126"/>
              <a:gd name="T14" fmla="*/ 36 w 168"/>
              <a:gd name="T15" fmla="*/ 86 h 126"/>
              <a:gd name="T16" fmla="*/ 18 w 168"/>
              <a:gd name="T17" fmla="*/ 74 h 126"/>
              <a:gd name="T18" fmla="*/ 0 w 168"/>
              <a:gd name="T19" fmla="*/ 60 h 126"/>
              <a:gd name="T20" fmla="*/ 50 w 168"/>
              <a:gd name="T21" fmla="*/ 0 h 126"/>
              <a:gd name="T22" fmla="*/ 50 w 168"/>
              <a:gd name="T23" fmla="*/ 0 h 126"/>
              <a:gd name="T24" fmla="*/ 62 w 168"/>
              <a:gd name="T25" fmla="*/ 10 h 126"/>
              <a:gd name="T26" fmla="*/ 76 w 168"/>
              <a:gd name="T27" fmla="*/ 20 h 126"/>
              <a:gd name="T28" fmla="*/ 90 w 168"/>
              <a:gd name="T29" fmla="*/ 28 h 126"/>
              <a:gd name="T30" fmla="*/ 106 w 168"/>
              <a:gd name="T31" fmla="*/ 34 h 126"/>
              <a:gd name="T32" fmla="*/ 120 w 168"/>
              <a:gd name="T33" fmla="*/ 40 h 126"/>
              <a:gd name="T34" fmla="*/ 136 w 168"/>
              <a:gd name="T35" fmla="*/ 44 h 126"/>
              <a:gd name="T36" fmla="*/ 152 w 168"/>
              <a:gd name="T37" fmla="*/ 48 h 126"/>
              <a:gd name="T38" fmla="*/ 168 w 168"/>
              <a:gd name="T39" fmla="*/ 50 h 126"/>
              <a:gd name="T40" fmla="*/ 162 w 168"/>
              <a:gd name="T41" fmla="*/ 126 h 126"/>
              <a:gd name="T42" fmla="*/ 162 w 168"/>
              <a:gd name="T43" fmla="*/ 126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8" h="126">
                <a:moveTo>
                  <a:pt x="162" y="126"/>
                </a:moveTo>
                <a:lnTo>
                  <a:pt x="162" y="126"/>
                </a:lnTo>
                <a:lnTo>
                  <a:pt x="140" y="124"/>
                </a:lnTo>
                <a:lnTo>
                  <a:pt x="118" y="120"/>
                </a:lnTo>
                <a:lnTo>
                  <a:pt x="96" y="114"/>
                </a:lnTo>
                <a:lnTo>
                  <a:pt x="76" y="106"/>
                </a:lnTo>
                <a:lnTo>
                  <a:pt x="56" y="96"/>
                </a:lnTo>
                <a:lnTo>
                  <a:pt x="36" y="86"/>
                </a:lnTo>
                <a:lnTo>
                  <a:pt x="18" y="74"/>
                </a:lnTo>
                <a:lnTo>
                  <a:pt x="0" y="60"/>
                </a:lnTo>
                <a:lnTo>
                  <a:pt x="50" y="0"/>
                </a:lnTo>
                <a:lnTo>
                  <a:pt x="50" y="0"/>
                </a:lnTo>
                <a:lnTo>
                  <a:pt x="62" y="10"/>
                </a:lnTo>
                <a:lnTo>
                  <a:pt x="76" y="20"/>
                </a:lnTo>
                <a:lnTo>
                  <a:pt x="90" y="28"/>
                </a:lnTo>
                <a:lnTo>
                  <a:pt x="106" y="34"/>
                </a:lnTo>
                <a:lnTo>
                  <a:pt x="120" y="40"/>
                </a:lnTo>
                <a:lnTo>
                  <a:pt x="136" y="44"/>
                </a:lnTo>
                <a:lnTo>
                  <a:pt x="152" y="48"/>
                </a:lnTo>
                <a:lnTo>
                  <a:pt x="168" y="50"/>
                </a:lnTo>
                <a:lnTo>
                  <a:pt x="162" y="126"/>
                </a:lnTo>
                <a:lnTo>
                  <a:pt x="162" y="1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4" name="Freeform 1437"/>
          <p:cNvSpPr/>
          <p:nvPr/>
        </p:nvSpPr>
        <p:spPr bwMode="auto">
          <a:xfrm>
            <a:off x="5152203" y="3775604"/>
            <a:ext cx="371276" cy="487299"/>
          </a:xfrm>
          <a:custGeom>
            <a:avLst/>
            <a:gdLst>
              <a:gd name="T0" fmla="*/ 128 w 128"/>
              <a:gd name="T1" fmla="*/ 50 h 168"/>
              <a:gd name="T2" fmla="*/ 128 w 128"/>
              <a:gd name="T3" fmla="*/ 50 h 168"/>
              <a:gd name="T4" fmla="*/ 118 w 128"/>
              <a:gd name="T5" fmla="*/ 62 h 168"/>
              <a:gd name="T6" fmla="*/ 108 w 128"/>
              <a:gd name="T7" fmla="*/ 76 h 168"/>
              <a:gd name="T8" fmla="*/ 100 w 128"/>
              <a:gd name="T9" fmla="*/ 90 h 168"/>
              <a:gd name="T10" fmla="*/ 94 w 128"/>
              <a:gd name="T11" fmla="*/ 104 h 168"/>
              <a:gd name="T12" fmla="*/ 88 w 128"/>
              <a:gd name="T13" fmla="*/ 120 h 168"/>
              <a:gd name="T14" fmla="*/ 84 w 128"/>
              <a:gd name="T15" fmla="*/ 136 h 168"/>
              <a:gd name="T16" fmla="*/ 80 w 128"/>
              <a:gd name="T17" fmla="*/ 152 h 168"/>
              <a:gd name="T18" fmla="*/ 78 w 128"/>
              <a:gd name="T19" fmla="*/ 168 h 168"/>
              <a:gd name="T20" fmla="*/ 0 w 128"/>
              <a:gd name="T21" fmla="*/ 162 h 168"/>
              <a:gd name="T22" fmla="*/ 0 w 128"/>
              <a:gd name="T23" fmla="*/ 162 h 168"/>
              <a:gd name="T24" fmla="*/ 4 w 128"/>
              <a:gd name="T25" fmla="*/ 140 h 168"/>
              <a:gd name="T26" fmla="*/ 8 w 128"/>
              <a:gd name="T27" fmla="*/ 118 h 168"/>
              <a:gd name="T28" fmla="*/ 14 w 128"/>
              <a:gd name="T29" fmla="*/ 96 h 168"/>
              <a:gd name="T30" fmla="*/ 22 w 128"/>
              <a:gd name="T31" fmla="*/ 76 h 168"/>
              <a:gd name="T32" fmla="*/ 32 w 128"/>
              <a:gd name="T33" fmla="*/ 56 h 168"/>
              <a:gd name="T34" fmla="*/ 42 w 128"/>
              <a:gd name="T35" fmla="*/ 36 h 168"/>
              <a:gd name="T36" fmla="*/ 54 w 128"/>
              <a:gd name="T37" fmla="*/ 18 h 168"/>
              <a:gd name="T38" fmla="*/ 68 w 128"/>
              <a:gd name="T39" fmla="*/ 0 h 168"/>
              <a:gd name="T40" fmla="*/ 128 w 128"/>
              <a:gd name="T41" fmla="*/ 50 h 168"/>
              <a:gd name="T42" fmla="*/ 128 w 128"/>
              <a:gd name="T43" fmla="*/ 5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" h="168">
                <a:moveTo>
                  <a:pt x="128" y="50"/>
                </a:moveTo>
                <a:lnTo>
                  <a:pt x="128" y="50"/>
                </a:lnTo>
                <a:lnTo>
                  <a:pt x="118" y="62"/>
                </a:lnTo>
                <a:lnTo>
                  <a:pt x="108" y="76"/>
                </a:lnTo>
                <a:lnTo>
                  <a:pt x="100" y="90"/>
                </a:lnTo>
                <a:lnTo>
                  <a:pt x="94" y="104"/>
                </a:lnTo>
                <a:lnTo>
                  <a:pt x="88" y="120"/>
                </a:lnTo>
                <a:lnTo>
                  <a:pt x="84" y="136"/>
                </a:lnTo>
                <a:lnTo>
                  <a:pt x="80" y="152"/>
                </a:lnTo>
                <a:lnTo>
                  <a:pt x="78" y="168"/>
                </a:lnTo>
                <a:lnTo>
                  <a:pt x="0" y="162"/>
                </a:lnTo>
                <a:lnTo>
                  <a:pt x="0" y="162"/>
                </a:lnTo>
                <a:lnTo>
                  <a:pt x="4" y="140"/>
                </a:lnTo>
                <a:lnTo>
                  <a:pt x="8" y="118"/>
                </a:lnTo>
                <a:lnTo>
                  <a:pt x="14" y="96"/>
                </a:lnTo>
                <a:lnTo>
                  <a:pt x="22" y="76"/>
                </a:lnTo>
                <a:lnTo>
                  <a:pt x="32" y="56"/>
                </a:lnTo>
                <a:lnTo>
                  <a:pt x="42" y="36"/>
                </a:lnTo>
                <a:lnTo>
                  <a:pt x="54" y="18"/>
                </a:lnTo>
                <a:lnTo>
                  <a:pt x="68" y="0"/>
                </a:lnTo>
                <a:lnTo>
                  <a:pt x="128" y="50"/>
                </a:lnTo>
                <a:lnTo>
                  <a:pt x="128" y="5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" name="Freeform 1438"/>
          <p:cNvSpPr/>
          <p:nvPr/>
        </p:nvSpPr>
        <p:spPr bwMode="auto">
          <a:xfrm>
            <a:off x="5453865" y="3473943"/>
            <a:ext cx="487299" cy="365474"/>
          </a:xfrm>
          <a:custGeom>
            <a:avLst/>
            <a:gdLst>
              <a:gd name="T0" fmla="*/ 168 w 168"/>
              <a:gd name="T1" fmla="*/ 78 h 126"/>
              <a:gd name="T2" fmla="*/ 168 w 168"/>
              <a:gd name="T3" fmla="*/ 78 h 126"/>
              <a:gd name="T4" fmla="*/ 152 w 168"/>
              <a:gd name="T5" fmla="*/ 80 h 126"/>
              <a:gd name="T6" fmla="*/ 136 w 168"/>
              <a:gd name="T7" fmla="*/ 84 h 126"/>
              <a:gd name="T8" fmla="*/ 120 w 168"/>
              <a:gd name="T9" fmla="*/ 88 h 126"/>
              <a:gd name="T10" fmla="*/ 106 w 168"/>
              <a:gd name="T11" fmla="*/ 94 h 126"/>
              <a:gd name="T12" fmla="*/ 90 w 168"/>
              <a:gd name="T13" fmla="*/ 100 h 126"/>
              <a:gd name="T14" fmla="*/ 76 w 168"/>
              <a:gd name="T15" fmla="*/ 108 h 126"/>
              <a:gd name="T16" fmla="*/ 62 w 168"/>
              <a:gd name="T17" fmla="*/ 116 h 126"/>
              <a:gd name="T18" fmla="*/ 50 w 168"/>
              <a:gd name="T19" fmla="*/ 126 h 126"/>
              <a:gd name="T20" fmla="*/ 0 w 168"/>
              <a:gd name="T21" fmla="*/ 66 h 126"/>
              <a:gd name="T22" fmla="*/ 0 w 168"/>
              <a:gd name="T23" fmla="*/ 66 h 126"/>
              <a:gd name="T24" fmla="*/ 18 w 168"/>
              <a:gd name="T25" fmla="*/ 54 h 126"/>
              <a:gd name="T26" fmla="*/ 36 w 168"/>
              <a:gd name="T27" fmla="*/ 42 h 126"/>
              <a:gd name="T28" fmla="*/ 56 w 168"/>
              <a:gd name="T29" fmla="*/ 30 h 126"/>
              <a:gd name="T30" fmla="*/ 76 w 168"/>
              <a:gd name="T31" fmla="*/ 22 h 126"/>
              <a:gd name="T32" fmla="*/ 96 w 168"/>
              <a:gd name="T33" fmla="*/ 14 h 126"/>
              <a:gd name="T34" fmla="*/ 118 w 168"/>
              <a:gd name="T35" fmla="*/ 8 h 126"/>
              <a:gd name="T36" fmla="*/ 140 w 168"/>
              <a:gd name="T37" fmla="*/ 4 h 126"/>
              <a:gd name="T38" fmla="*/ 162 w 168"/>
              <a:gd name="T39" fmla="*/ 0 h 126"/>
              <a:gd name="T40" fmla="*/ 168 w 168"/>
              <a:gd name="T41" fmla="*/ 78 h 126"/>
              <a:gd name="T42" fmla="*/ 168 w 168"/>
              <a:gd name="T43" fmla="*/ 78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8" h="126">
                <a:moveTo>
                  <a:pt x="168" y="78"/>
                </a:moveTo>
                <a:lnTo>
                  <a:pt x="168" y="78"/>
                </a:lnTo>
                <a:lnTo>
                  <a:pt x="152" y="80"/>
                </a:lnTo>
                <a:lnTo>
                  <a:pt x="136" y="84"/>
                </a:lnTo>
                <a:lnTo>
                  <a:pt x="120" y="88"/>
                </a:lnTo>
                <a:lnTo>
                  <a:pt x="106" y="94"/>
                </a:lnTo>
                <a:lnTo>
                  <a:pt x="90" y="100"/>
                </a:lnTo>
                <a:lnTo>
                  <a:pt x="76" y="108"/>
                </a:lnTo>
                <a:lnTo>
                  <a:pt x="62" y="116"/>
                </a:lnTo>
                <a:lnTo>
                  <a:pt x="50" y="126"/>
                </a:lnTo>
                <a:lnTo>
                  <a:pt x="0" y="66"/>
                </a:lnTo>
                <a:lnTo>
                  <a:pt x="0" y="66"/>
                </a:lnTo>
                <a:lnTo>
                  <a:pt x="18" y="54"/>
                </a:lnTo>
                <a:lnTo>
                  <a:pt x="36" y="42"/>
                </a:lnTo>
                <a:lnTo>
                  <a:pt x="56" y="30"/>
                </a:lnTo>
                <a:lnTo>
                  <a:pt x="76" y="22"/>
                </a:lnTo>
                <a:lnTo>
                  <a:pt x="96" y="14"/>
                </a:lnTo>
                <a:lnTo>
                  <a:pt x="118" y="8"/>
                </a:lnTo>
                <a:lnTo>
                  <a:pt x="140" y="4"/>
                </a:lnTo>
                <a:lnTo>
                  <a:pt x="162" y="0"/>
                </a:lnTo>
                <a:lnTo>
                  <a:pt x="168" y="78"/>
                </a:lnTo>
                <a:lnTo>
                  <a:pt x="168" y="78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6" name="Freeform 1439"/>
          <p:cNvSpPr/>
          <p:nvPr/>
        </p:nvSpPr>
        <p:spPr bwMode="auto">
          <a:xfrm>
            <a:off x="6469072" y="4373126"/>
            <a:ext cx="365474" cy="487299"/>
          </a:xfrm>
          <a:custGeom>
            <a:avLst/>
            <a:gdLst>
              <a:gd name="T0" fmla="*/ 0 w 126"/>
              <a:gd name="T1" fmla="*/ 118 h 168"/>
              <a:gd name="T2" fmla="*/ 0 w 126"/>
              <a:gd name="T3" fmla="*/ 118 h 168"/>
              <a:gd name="T4" fmla="*/ 10 w 126"/>
              <a:gd name="T5" fmla="*/ 104 h 168"/>
              <a:gd name="T6" fmla="*/ 18 w 126"/>
              <a:gd name="T7" fmla="*/ 92 h 168"/>
              <a:gd name="T8" fmla="*/ 26 w 126"/>
              <a:gd name="T9" fmla="*/ 78 h 168"/>
              <a:gd name="T10" fmla="*/ 34 w 126"/>
              <a:gd name="T11" fmla="*/ 62 h 168"/>
              <a:gd name="T12" fmla="*/ 38 w 126"/>
              <a:gd name="T13" fmla="*/ 48 h 168"/>
              <a:gd name="T14" fmla="*/ 44 w 126"/>
              <a:gd name="T15" fmla="*/ 32 h 168"/>
              <a:gd name="T16" fmla="*/ 46 w 126"/>
              <a:gd name="T17" fmla="*/ 16 h 168"/>
              <a:gd name="T18" fmla="*/ 48 w 126"/>
              <a:gd name="T19" fmla="*/ 0 h 168"/>
              <a:gd name="T20" fmla="*/ 126 w 126"/>
              <a:gd name="T21" fmla="*/ 6 h 168"/>
              <a:gd name="T22" fmla="*/ 126 w 126"/>
              <a:gd name="T23" fmla="*/ 6 h 168"/>
              <a:gd name="T24" fmla="*/ 124 w 126"/>
              <a:gd name="T25" fmla="*/ 28 h 168"/>
              <a:gd name="T26" fmla="*/ 118 w 126"/>
              <a:gd name="T27" fmla="*/ 50 h 168"/>
              <a:gd name="T28" fmla="*/ 112 w 126"/>
              <a:gd name="T29" fmla="*/ 72 h 168"/>
              <a:gd name="T30" fmla="*/ 104 w 126"/>
              <a:gd name="T31" fmla="*/ 92 h 168"/>
              <a:gd name="T32" fmla="*/ 96 w 126"/>
              <a:gd name="T33" fmla="*/ 112 h 168"/>
              <a:gd name="T34" fmla="*/ 84 w 126"/>
              <a:gd name="T35" fmla="*/ 132 h 168"/>
              <a:gd name="T36" fmla="*/ 72 w 126"/>
              <a:gd name="T37" fmla="*/ 150 h 168"/>
              <a:gd name="T38" fmla="*/ 58 w 126"/>
              <a:gd name="T39" fmla="*/ 168 h 168"/>
              <a:gd name="T40" fmla="*/ 0 w 126"/>
              <a:gd name="T41" fmla="*/ 118 h 168"/>
              <a:gd name="T42" fmla="*/ 0 w 126"/>
              <a:gd name="T43" fmla="*/ 118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6" h="168">
                <a:moveTo>
                  <a:pt x="0" y="118"/>
                </a:moveTo>
                <a:lnTo>
                  <a:pt x="0" y="118"/>
                </a:lnTo>
                <a:lnTo>
                  <a:pt x="10" y="104"/>
                </a:lnTo>
                <a:lnTo>
                  <a:pt x="18" y="92"/>
                </a:lnTo>
                <a:lnTo>
                  <a:pt x="26" y="78"/>
                </a:lnTo>
                <a:lnTo>
                  <a:pt x="34" y="62"/>
                </a:lnTo>
                <a:lnTo>
                  <a:pt x="38" y="48"/>
                </a:lnTo>
                <a:lnTo>
                  <a:pt x="44" y="32"/>
                </a:lnTo>
                <a:lnTo>
                  <a:pt x="46" y="16"/>
                </a:lnTo>
                <a:lnTo>
                  <a:pt x="48" y="0"/>
                </a:lnTo>
                <a:lnTo>
                  <a:pt x="126" y="6"/>
                </a:lnTo>
                <a:lnTo>
                  <a:pt x="126" y="6"/>
                </a:lnTo>
                <a:lnTo>
                  <a:pt x="124" y="28"/>
                </a:lnTo>
                <a:lnTo>
                  <a:pt x="118" y="50"/>
                </a:lnTo>
                <a:lnTo>
                  <a:pt x="112" y="72"/>
                </a:lnTo>
                <a:lnTo>
                  <a:pt x="104" y="92"/>
                </a:lnTo>
                <a:lnTo>
                  <a:pt x="96" y="112"/>
                </a:lnTo>
                <a:lnTo>
                  <a:pt x="84" y="132"/>
                </a:lnTo>
                <a:lnTo>
                  <a:pt x="72" y="150"/>
                </a:lnTo>
                <a:lnTo>
                  <a:pt x="58" y="168"/>
                </a:lnTo>
                <a:lnTo>
                  <a:pt x="0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7" name="Freeform 1440"/>
          <p:cNvSpPr/>
          <p:nvPr/>
        </p:nvSpPr>
        <p:spPr bwMode="auto">
          <a:xfrm>
            <a:off x="6051387" y="4790811"/>
            <a:ext cx="481498" cy="365474"/>
          </a:xfrm>
          <a:custGeom>
            <a:avLst/>
            <a:gdLst>
              <a:gd name="T0" fmla="*/ 0 w 166"/>
              <a:gd name="T1" fmla="*/ 50 h 126"/>
              <a:gd name="T2" fmla="*/ 0 w 166"/>
              <a:gd name="T3" fmla="*/ 50 h 126"/>
              <a:gd name="T4" fmla="*/ 16 w 166"/>
              <a:gd name="T5" fmla="*/ 48 h 126"/>
              <a:gd name="T6" fmla="*/ 30 w 166"/>
              <a:gd name="T7" fmla="*/ 44 h 126"/>
              <a:gd name="T8" fmla="*/ 46 w 166"/>
              <a:gd name="T9" fmla="*/ 40 h 126"/>
              <a:gd name="T10" fmla="*/ 62 w 166"/>
              <a:gd name="T11" fmla="*/ 34 h 126"/>
              <a:gd name="T12" fmla="*/ 76 w 166"/>
              <a:gd name="T13" fmla="*/ 28 h 126"/>
              <a:gd name="T14" fmla="*/ 90 w 166"/>
              <a:gd name="T15" fmla="*/ 20 h 126"/>
              <a:gd name="T16" fmla="*/ 104 w 166"/>
              <a:gd name="T17" fmla="*/ 10 h 126"/>
              <a:gd name="T18" fmla="*/ 116 w 166"/>
              <a:gd name="T19" fmla="*/ 0 h 126"/>
              <a:gd name="T20" fmla="*/ 166 w 166"/>
              <a:gd name="T21" fmla="*/ 60 h 126"/>
              <a:gd name="T22" fmla="*/ 166 w 166"/>
              <a:gd name="T23" fmla="*/ 60 h 126"/>
              <a:gd name="T24" fmla="*/ 148 w 166"/>
              <a:gd name="T25" fmla="*/ 74 h 126"/>
              <a:gd name="T26" fmla="*/ 130 w 166"/>
              <a:gd name="T27" fmla="*/ 86 h 126"/>
              <a:gd name="T28" fmla="*/ 110 w 166"/>
              <a:gd name="T29" fmla="*/ 96 h 126"/>
              <a:gd name="T30" fmla="*/ 90 w 166"/>
              <a:gd name="T31" fmla="*/ 106 h 126"/>
              <a:gd name="T32" fmla="*/ 70 w 166"/>
              <a:gd name="T33" fmla="*/ 114 h 126"/>
              <a:gd name="T34" fmla="*/ 50 w 166"/>
              <a:gd name="T35" fmla="*/ 120 h 126"/>
              <a:gd name="T36" fmla="*/ 28 w 166"/>
              <a:gd name="T37" fmla="*/ 124 h 126"/>
              <a:gd name="T38" fmla="*/ 6 w 166"/>
              <a:gd name="T39" fmla="*/ 126 h 126"/>
              <a:gd name="T40" fmla="*/ 0 w 166"/>
              <a:gd name="T41" fmla="*/ 50 h 126"/>
              <a:gd name="T42" fmla="*/ 0 w 166"/>
              <a:gd name="T43" fmla="*/ 50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6" h="126">
                <a:moveTo>
                  <a:pt x="0" y="50"/>
                </a:moveTo>
                <a:lnTo>
                  <a:pt x="0" y="50"/>
                </a:lnTo>
                <a:lnTo>
                  <a:pt x="16" y="48"/>
                </a:lnTo>
                <a:lnTo>
                  <a:pt x="30" y="44"/>
                </a:lnTo>
                <a:lnTo>
                  <a:pt x="46" y="40"/>
                </a:lnTo>
                <a:lnTo>
                  <a:pt x="62" y="34"/>
                </a:lnTo>
                <a:lnTo>
                  <a:pt x="76" y="28"/>
                </a:lnTo>
                <a:lnTo>
                  <a:pt x="90" y="20"/>
                </a:lnTo>
                <a:lnTo>
                  <a:pt x="104" y="10"/>
                </a:lnTo>
                <a:lnTo>
                  <a:pt x="116" y="0"/>
                </a:lnTo>
                <a:lnTo>
                  <a:pt x="166" y="60"/>
                </a:lnTo>
                <a:lnTo>
                  <a:pt x="166" y="60"/>
                </a:lnTo>
                <a:lnTo>
                  <a:pt x="148" y="74"/>
                </a:lnTo>
                <a:lnTo>
                  <a:pt x="130" y="86"/>
                </a:lnTo>
                <a:lnTo>
                  <a:pt x="110" y="96"/>
                </a:lnTo>
                <a:lnTo>
                  <a:pt x="90" y="106"/>
                </a:lnTo>
                <a:lnTo>
                  <a:pt x="70" y="114"/>
                </a:lnTo>
                <a:lnTo>
                  <a:pt x="50" y="120"/>
                </a:lnTo>
                <a:lnTo>
                  <a:pt x="28" y="124"/>
                </a:lnTo>
                <a:lnTo>
                  <a:pt x="6" y="126"/>
                </a:lnTo>
                <a:lnTo>
                  <a:pt x="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8" name="Freeform 1441"/>
          <p:cNvSpPr/>
          <p:nvPr/>
        </p:nvSpPr>
        <p:spPr bwMode="auto">
          <a:xfrm>
            <a:off x="6469072" y="3775604"/>
            <a:ext cx="365474" cy="487299"/>
          </a:xfrm>
          <a:custGeom>
            <a:avLst/>
            <a:gdLst>
              <a:gd name="T0" fmla="*/ 58 w 126"/>
              <a:gd name="T1" fmla="*/ 0 h 168"/>
              <a:gd name="T2" fmla="*/ 58 w 126"/>
              <a:gd name="T3" fmla="*/ 0 h 168"/>
              <a:gd name="T4" fmla="*/ 72 w 126"/>
              <a:gd name="T5" fmla="*/ 18 h 168"/>
              <a:gd name="T6" fmla="*/ 84 w 126"/>
              <a:gd name="T7" fmla="*/ 36 h 168"/>
              <a:gd name="T8" fmla="*/ 96 w 126"/>
              <a:gd name="T9" fmla="*/ 56 h 168"/>
              <a:gd name="T10" fmla="*/ 104 w 126"/>
              <a:gd name="T11" fmla="*/ 76 h 168"/>
              <a:gd name="T12" fmla="*/ 112 w 126"/>
              <a:gd name="T13" fmla="*/ 96 h 168"/>
              <a:gd name="T14" fmla="*/ 118 w 126"/>
              <a:gd name="T15" fmla="*/ 118 h 168"/>
              <a:gd name="T16" fmla="*/ 124 w 126"/>
              <a:gd name="T17" fmla="*/ 140 h 168"/>
              <a:gd name="T18" fmla="*/ 126 w 126"/>
              <a:gd name="T19" fmla="*/ 162 h 168"/>
              <a:gd name="T20" fmla="*/ 48 w 126"/>
              <a:gd name="T21" fmla="*/ 168 h 168"/>
              <a:gd name="T22" fmla="*/ 48 w 126"/>
              <a:gd name="T23" fmla="*/ 168 h 168"/>
              <a:gd name="T24" fmla="*/ 46 w 126"/>
              <a:gd name="T25" fmla="*/ 152 h 168"/>
              <a:gd name="T26" fmla="*/ 44 w 126"/>
              <a:gd name="T27" fmla="*/ 136 h 168"/>
              <a:gd name="T28" fmla="*/ 38 w 126"/>
              <a:gd name="T29" fmla="*/ 120 h 168"/>
              <a:gd name="T30" fmla="*/ 34 w 126"/>
              <a:gd name="T31" fmla="*/ 104 h 168"/>
              <a:gd name="T32" fmla="*/ 26 w 126"/>
              <a:gd name="T33" fmla="*/ 90 h 168"/>
              <a:gd name="T34" fmla="*/ 18 w 126"/>
              <a:gd name="T35" fmla="*/ 76 h 168"/>
              <a:gd name="T36" fmla="*/ 10 w 126"/>
              <a:gd name="T37" fmla="*/ 62 h 168"/>
              <a:gd name="T38" fmla="*/ 0 w 126"/>
              <a:gd name="T39" fmla="*/ 50 h 168"/>
              <a:gd name="T40" fmla="*/ 58 w 126"/>
              <a:gd name="T41" fmla="*/ 0 h 168"/>
              <a:gd name="T42" fmla="*/ 58 w 126"/>
              <a:gd name="T43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6" h="168">
                <a:moveTo>
                  <a:pt x="58" y="0"/>
                </a:moveTo>
                <a:lnTo>
                  <a:pt x="58" y="0"/>
                </a:lnTo>
                <a:lnTo>
                  <a:pt x="72" y="18"/>
                </a:lnTo>
                <a:lnTo>
                  <a:pt x="84" y="36"/>
                </a:lnTo>
                <a:lnTo>
                  <a:pt x="96" y="56"/>
                </a:lnTo>
                <a:lnTo>
                  <a:pt x="104" y="76"/>
                </a:lnTo>
                <a:lnTo>
                  <a:pt x="112" y="96"/>
                </a:lnTo>
                <a:lnTo>
                  <a:pt x="118" y="118"/>
                </a:lnTo>
                <a:lnTo>
                  <a:pt x="124" y="140"/>
                </a:lnTo>
                <a:lnTo>
                  <a:pt x="126" y="162"/>
                </a:lnTo>
                <a:lnTo>
                  <a:pt x="48" y="168"/>
                </a:lnTo>
                <a:lnTo>
                  <a:pt x="48" y="168"/>
                </a:lnTo>
                <a:lnTo>
                  <a:pt x="46" y="152"/>
                </a:lnTo>
                <a:lnTo>
                  <a:pt x="44" y="136"/>
                </a:lnTo>
                <a:lnTo>
                  <a:pt x="38" y="120"/>
                </a:lnTo>
                <a:lnTo>
                  <a:pt x="34" y="104"/>
                </a:lnTo>
                <a:lnTo>
                  <a:pt x="26" y="90"/>
                </a:lnTo>
                <a:lnTo>
                  <a:pt x="18" y="76"/>
                </a:lnTo>
                <a:lnTo>
                  <a:pt x="10" y="62"/>
                </a:lnTo>
                <a:lnTo>
                  <a:pt x="0" y="50"/>
                </a:lnTo>
                <a:lnTo>
                  <a:pt x="58" y="0"/>
                </a:lnTo>
                <a:lnTo>
                  <a:pt x="58" y="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9" name="Freeform 1442"/>
          <p:cNvSpPr/>
          <p:nvPr/>
        </p:nvSpPr>
        <p:spPr bwMode="auto">
          <a:xfrm>
            <a:off x="6051387" y="3473943"/>
            <a:ext cx="481498" cy="365474"/>
          </a:xfrm>
          <a:custGeom>
            <a:avLst/>
            <a:gdLst>
              <a:gd name="T0" fmla="*/ 6 w 166"/>
              <a:gd name="T1" fmla="*/ 0 h 126"/>
              <a:gd name="T2" fmla="*/ 6 w 166"/>
              <a:gd name="T3" fmla="*/ 0 h 126"/>
              <a:gd name="T4" fmla="*/ 28 w 166"/>
              <a:gd name="T5" fmla="*/ 4 h 126"/>
              <a:gd name="T6" fmla="*/ 50 w 166"/>
              <a:gd name="T7" fmla="*/ 8 h 126"/>
              <a:gd name="T8" fmla="*/ 70 w 166"/>
              <a:gd name="T9" fmla="*/ 14 h 126"/>
              <a:gd name="T10" fmla="*/ 90 w 166"/>
              <a:gd name="T11" fmla="*/ 22 h 126"/>
              <a:gd name="T12" fmla="*/ 110 w 166"/>
              <a:gd name="T13" fmla="*/ 30 h 126"/>
              <a:gd name="T14" fmla="*/ 130 w 166"/>
              <a:gd name="T15" fmla="*/ 42 h 126"/>
              <a:gd name="T16" fmla="*/ 148 w 166"/>
              <a:gd name="T17" fmla="*/ 54 h 126"/>
              <a:gd name="T18" fmla="*/ 166 w 166"/>
              <a:gd name="T19" fmla="*/ 66 h 126"/>
              <a:gd name="T20" fmla="*/ 116 w 166"/>
              <a:gd name="T21" fmla="*/ 126 h 126"/>
              <a:gd name="T22" fmla="*/ 116 w 166"/>
              <a:gd name="T23" fmla="*/ 126 h 126"/>
              <a:gd name="T24" fmla="*/ 104 w 166"/>
              <a:gd name="T25" fmla="*/ 116 h 126"/>
              <a:gd name="T26" fmla="*/ 90 w 166"/>
              <a:gd name="T27" fmla="*/ 108 h 126"/>
              <a:gd name="T28" fmla="*/ 76 w 166"/>
              <a:gd name="T29" fmla="*/ 100 h 126"/>
              <a:gd name="T30" fmla="*/ 62 w 166"/>
              <a:gd name="T31" fmla="*/ 94 h 126"/>
              <a:gd name="T32" fmla="*/ 46 w 166"/>
              <a:gd name="T33" fmla="*/ 88 h 126"/>
              <a:gd name="T34" fmla="*/ 30 w 166"/>
              <a:gd name="T35" fmla="*/ 84 h 126"/>
              <a:gd name="T36" fmla="*/ 16 w 166"/>
              <a:gd name="T37" fmla="*/ 80 h 126"/>
              <a:gd name="T38" fmla="*/ 0 w 166"/>
              <a:gd name="T39" fmla="*/ 78 h 126"/>
              <a:gd name="T40" fmla="*/ 6 w 166"/>
              <a:gd name="T41" fmla="*/ 0 h 126"/>
              <a:gd name="T42" fmla="*/ 6 w 166"/>
              <a:gd name="T43" fmla="*/ 0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6" h="126">
                <a:moveTo>
                  <a:pt x="6" y="0"/>
                </a:moveTo>
                <a:lnTo>
                  <a:pt x="6" y="0"/>
                </a:lnTo>
                <a:lnTo>
                  <a:pt x="28" y="4"/>
                </a:lnTo>
                <a:lnTo>
                  <a:pt x="50" y="8"/>
                </a:lnTo>
                <a:lnTo>
                  <a:pt x="70" y="14"/>
                </a:lnTo>
                <a:lnTo>
                  <a:pt x="90" y="22"/>
                </a:lnTo>
                <a:lnTo>
                  <a:pt x="110" y="30"/>
                </a:lnTo>
                <a:lnTo>
                  <a:pt x="130" y="42"/>
                </a:lnTo>
                <a:lnTo>
                  <a:pt x="148" y="54"/>
                </a:lnTo>
                <a:lnTo>
                  <a:pt x="166" y="66"/>
                </a:lnTo>
                <a:lnTo>
                  <a:pt x="116" y="126"/>
                </a:lnTo>
                <a:lnTo>
                  <a:pt x="116" y="126"/>
                </a:lnTo>
                <a:lnTo>
                  <a:pt x="104" y="116"/>
                </a:lnTo>
                <a:lnTo>
                  <a:pt x="90" y="108"/>
                </a:lnTo>
                <a:lnTo>
                  <a:pt x="76" y="100"/>
                </a:lnTo>
                <a:lnTo>
                  <a:pt x="62" y="94"/>
                </a:lnTo>
                <a:lnTo>
                  <a:pt x="46" y="88"/>
                </a:lnTo>
                <a:lnTo>
                  <a:pt x="30" y="84"/>
                </a:lnTo>
                <a:lnTo>
                  <a:pt x="16" y="80"/>
                </a:lnTo>
                <a:lnTo>
                  <a:pt x="0" y="7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0" name="Freeform 1443"/>
          <p:cNvSpPr/>
          <p:nvPr/>
        </p:nvSpPr>
        <p:spPr bwMode="auto">
          <a:xfrm>
            <a:off x="3591685" y="3537756"/>
            <a:ext cx="672937" cy="34807"/>
          </a:xfrm>
          <a:custGeom>
            <a:avLst/>
            <a:gdLst>
              <a:gd name="T0" fmla="*/ 4 w 232"/>
              <a:gd name="T1" fmla="*/ 12 h 12"/>
              <a:gd name="T2" fmla="*/ 4 w 232"/>
              <a:gd name="T3" fmla="*/ 12 h 12"/>
              <a:gd name="T4" fmla="*/ 2 w 232"/>
              <a:gd name="T5" fmla="*/ 10 h 12"/>
              <a:gd name="T6" fmla="*/ 0 w 232"/>
              <a:gd name="T7" fmla="*/ 6 h 12"/>
              <a:gd name="T8" fmla="*/ 0 w 232"/>
              <a:gd name="T9" fmla="*/ 6 h 12"/>
              <a:gd name="T10" fmla="*/ 2 w 232"/>
              <a:gd name="T11" fmla="*/ 2 h 12"/>
              <a:gd name="T12" fmla="*/ 4 w 232"/>
              <a:gd name="T13" fmla="*/ 0 h 12"/>
              <a:gd name="T14" fmla="*/ 226 w 232"/>
              <a:gd name="T15" fmla="*/ 0 h 12"/>
              <a:gd name="T16" fmla="*/ 226 w 232"/>
              <a:gd name="T17" fmla="*/ 0 h 12"/>
              <a:gd name="T18" fmla="*/ 230 w 232"/>
              <a:gd name="T19" fmla="*/ 2 h 12"/>
              <a:gd name="T20" fmla="*/ 232 w 232"/>
              <a:gd name="T21" fmla="*/ 6 h 12"/>
              <a:gd name="T22" fmla="*/ 232 w 232"/>
              <a:gd name="T23" fmla="*/ 6 h 12"/>
              <a:gd name="T24" fmla="*/ 230 w 232"/>
              <a:gd name="T25" fmla="*/ 10 h 12"/>
              <a:gd name="T26" fmla="*/ 226 w 232"/>
              <a:gd name="T27" fmla="*/ 12 h 12"/>
              <a:gd name="T28" fmla="*/ 4 w 232"/>
              <a:gd name="T29" fmla="*/ 12 h 12"/>
              <a:gd name="T30" fmla="*/ 4 w 232"/>
              <a:gd name="T31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2" h="12">
                <a:moveTo>
                  <a:pt x="4" y="12"/>
                </a:moveTo>
                <a:lnTo>
                  <a:pt x="4" y="12"/>
                </a:lnTo>
                <a:lnTo>
                  <a:pt x="2" y="10"/>
                </a:lnTo>
                <a:lnTo>
                  <a:pt x="0" y="6"/>
                </a:lnTo>
                <a:lnTo>
                  <a:pt x="0" y="6"/>
                </a:lnTo>
                <a:lnTo>
                  <a:pt x="2" y="2"/>
                </a:lnTo>
                <a:lnTo>
                  <a:pt x="4" y="0"/>
                </a:lnTo>
                <a:lnTo>
                  <a:pt x="226" y="0"/>
                </a:lnTo>
                <a:lnTo>
                  <a:pt x="226" y="0"/>
                </a:lnTo>
                <a:lnTo>
                  <a:pt x="230" y="2"/>
                </a:lnTo>
                <a:lnTo>
                  <a:pt x="232" y="6"/>
                </a:lnTo>
                <a:lnTo>
                  <a:pt x="232" y="6"/>
                </a:lnTo>
                <a:lnTo>
                  <a:pt x="230" y="10"/>
                </a:lnTo>
                <a:lnTo>
                  <a:pt x="226" y="12"/>
                </a:lnTo>
                <a:lnTo>
                  <a:pt x="4" y="12"/>
                </a:lnTo>
                <a:lnTo>
                  <a:pt x="4" y="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1" name="Freeform 1444"/>
          <p:cNvSpPr>
            <a:spLocks noEditPoints="1"/>
          </p:cNvSpPr>
          <p:nvPr/>
        </p:nvSpPr>
        <p:spPr bwMode="auto">
          <a:xfrm>
            <a:off x="3875943" y="3033053"/>
            <a:ext cx="104421" cy="104421"/>
          </a:xfrm>
          <a:custGeom>
            <a:avLst/>
            <a:gdLst>
              <a:gd name="T0" fmla="*/ 18 w 36"/>
              <a:gd name="T1" fmla="*/ 26 h 36"/>
              <a:gd name="T2" fmla="*/ 18 w 36"/>
              <a:gd name="T3" fmla="*/ 26 h 36"/>
              <a:gd name="T4" fmla="*/ 14 w 36"/>
              <a:gd name="T5" fmla="*/ 26 h 36"/>
              <a:gd name="T6" fmla="*/ 12 w 36"/>
              <a:gd name="T7" fmla="*/ 24 h 36"/>
              <a:gd name="T8" fmla="*/ 10 w 36"/>
              <a:gd name="T9" fmla="*/ 22 h 36"/>
              <a:gd name="T10" fmla="*/ 8 w 36"/>
              <a:gd name="T11" fmla="*/ 18 h 36"/>
              <a:gd name="T12" fmla="*/ 8 w 36"/>
              <a:gd name="T13" fmla="*/ 18 h 36"/>
              <a:gd name="T14" fmla="*/ 10 w 36"/>
              <a:gd name="T15" fmla="*/ 14 h 36"/>
              <a:gd name="T16" fmla="*/ 12 w 36"/>
              <a:gd name="T17" fmla="*/ 12 h 36"/>
              <a:gd name="T18" fmla="*/ 14 w 36"/>
              <a:gd name="T19" fmla="*/ 10 h 36"/>
              <a:gd name="T20" fmla="*/ 18 w 36"/>
              <a:gd name="T21" fmla="*/ 8 h 36"/>
              <a:gd name="T22" fmla="*/ 18 w 36"/>
              <a:gd name="T23" fmla="*/ 8 h 36"/>
              <a:gd name="T24" fmla="*/ 22 w 36"/>
              <a:gd name="T25" fmla="*/ 10 h 36"/>
              <a:gd name="T26" fmla="*/ 24 w 36"/>
              <a:gd name="T27" fmla="*/ 12 h 36"/>
              <a:gd name="T28" fmla="*/ 26 w 36"/>
              <a:gd name="T29" fmla="*/ 14 h 36"/>
              <a:gd name="T30" fmla="*/ 26 w 36"/>
              <a:gd name="T31" fmla="*/ 18 h 36"/>
              <a:gd name="T32" fmla="*/ 26 w 36"/>
              <a:gd name="T33" fmla="*/ 18 h 36"/>
              <a:gd name="T34" fmla="*/ 26 w 36"/>
              <a:gd name="T35" fmla="*/ 22 h 36"/>
              <a:gd name="T36" fmla="*/ 24 w 36"/>
              <a:gd name="T37" fmla="*/ 24 h 36"/>
              <a:gd name="T38" fmla="*/ 22 w 36"/>
              <a:gd name="T39" fmla="*/ 26 h 36"/>
              <a:gd name="T40" fmla="*/ 18 w 36"/>
              <a:gd name="T41" fmla="*/ 26 h 36"/>
              <a:gd name="T42" fmla="*/ 18 w 36"/>
              <a:gd name="T43" fmla="*/ 26 h 36"/>
              <a:gd name="T44" fmla="*/ 36 w 36"/>
              <a:gd name="T45" fmla="*/ 18 h 36"/>
              <a:gd name="T46" fmla="*/ 36 w 36"/>
              <a:gd name="T47" fmla="*/ 18 h 36"/>
              <a:gd name="T48" fmla="*/ 34 w 36"/>
              <a:gd name="T49" fmla="*/ 10 h 36"/>
              <a:gd name="T50" fmla="*/ 30 w 36"/>
              <a:gd name="T51" fmla="*/ 4 h 36"/>
              <a:gd name="T52" fmla="*/ 24 w 36"/>
              <a:gd name="T53" fmla="*/ 2 h 36"/>
              <a:gd name="T54" fmla="*/ 18 w 36"/>
              <a:gd name="T55" fmla="*/ 0 h 36"/>
              <a:gd name="T56" fmla="*/ 18 w 36"/>
              <a:gd name="T57" fmla="*/ 0 h 36"/>
              <a:gd name="T58" fmla="*/ 10 w 36"/>
              <a:gd name="T59" fmla="*/ 2 h 36"/>
              <a:gd name="T60" fmla="*/ 4 w 36"/>
              <a:gd name="T61" fmla="*/ 4 h 36"/>
              <a:gd name="T62" fmla="*/ 2 w 36"/>
              <a:gd name="T63" fmla="*/ 10 h 36"/>
              <a:gd name="T64" fmla="*/ 0 w 36"/>
              <a:gd name="T65" fmla="*/ 18 h 36"/>
              <a:gd name="T66" fmla="*/ 0 w 36"/>
              <a:gd name="T67" fmla="*/ 18 h 36"/>
              <a:gd name="T68" fmla="*/ 0 w 36"/>
              <a:gd name="T69" fmla="*/ 24 h 36"/>
              <a:gd name="T70" fmla="*/ 4 w 36"/>
              <a:gd name="T71" fmla="*/ 28 h 36"/>
              <a:gd name="T72" fmla="*/ 6 w 36"/>
              <a:gd name="T73" fmla="*/ 32 h 36"/>
              <a:gd name="T74" fmla="*/ 12 w 36"/>
              <a:gd name="T75" fmla="*/ 34 h 36"/>
              <a:gd name="T76" fmla="*/ 12 w 36"/>
              <a:gd name="T77" fmla="*/ 34 h 36"/>
              <a:gd name="T78" fmla="*/ 18 w 36"/>
              <a:gd name="T79" fmla="*/ 36 h 36"/>
              <a:gd name="T80" fmla="*/ 18 w 36"/>
              <a:gd name="T81" fmla="*/ 36 h 36"/>
              <a:gd name="T82" fmla="*/ 24 w 36"/>
              <a:gd name="T83" fmla="*/ 34 h 36"/>
              <a:gd name="T84" fmla="*/ 24 w 36"/>
              <a:gd name="T85" fmla="*/ 34 h 36"/>
              <a:gd name="T86" fmla="*/ 28 w 36"/>
              <a:gd name="T87" fmla="*/ 32 h 36"/>
              <a:gd name="T88" fmla="*/ 32 w 36"/>
              <a:gd name="T89" fmla="*/ 28 h 36"/>
              <a:gd name="T90" fmla="*/ 36 w 36"/>
              <a:gd name="T91" fmla="*/ 24 h 36"/>
              <a:gd name="T92" fmla="*/ 36 w 36"/>
              <a:gd name="T93" fmla="*/ 18 h 36"/>
              <a:gd name="T94" fmla="*/ 36 w 36"/>
              <a:gd name="T95" fmla="*/ 18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6" h="36">
                <a:moveTo>
                  <a:pt x="18" y="26"/>
                </a:moveTo>
                <a:lnTo>
                  <a:pt x="18" y="26"/>
                </a:lnTo>
                <a:lnTo>
                  <a:pt x="14" y="26"/>
                </a:lnTo>
                <a:lnTo>
                  <a:pt x="12" y="24"/>
                </a:lnTo>
                <a:lnTo>
                  <a:pt x="10" y="22"/>
                </a:lnTo>
                <a:lnTo>
                  <a:pt x="8" y="18"/>
                </a:lnTo>
                <a:lnTo>
                  <a:pt x="8" y="18"/>
                </a:lnTo>
                <a:lnTo>
                  <a:pt x="10" y="14"/>
                </a:lnTo>
                <a:lnTo>
                  <a:pt x="12" y="12"/>
                </a:lnTo>
                <a:lnTo>
                  <a:pt x="14" y="10"/>
                </a:lnTo>
                <a:lnTo>
                  <a:pt x="18" y="8"/>
                </a:lnTo>
                <a:lnTo>
                  <a:pt x="18" y="8"/>
                </a:lnTo>
                <a:lnTo>
                  <a:pt x="22" y="10"/>
                </a:lnTo>
                <a:lnTo>
                  <a:pt x="24" y="12"/>
                </a:lnTo>
                <a:lnTo>
                  <a:pt x="26" y="14"/>
                </a:lnTo>
                <a:lnTo>
                  <a:pt x="26" y="18"/>
                </a:lnTo>
                <a:lnTo>
                  <a:pt x="26" y="18"/>
                </a:lnTo>
                <a:lnTo>
                  <a:pt x="26" y="22"/>
                </a:lnTo>
                <a:lnTo>
                  <a:pt x="24" y="24"/>
                </a:lnTo>
                <a:lnTo>
                  <a:pt x="22" y="26"/>
                </a:lnTo>
                <a:lnTo>
                  <a:pt x="18" y="26"/>
                </a:lnTo>
                <a:lnTo>
                  <a:pt x="18" y="26"/>
                </a:lnTo>
                <a:close/>
                <a:moveTo>
                  <a:pt x="36" y="18"/>
                </a:moveTo>
                <a:lnTo>
                  <a:pt x="36" y="18"/>
                </a:lnTo>
                <a:lnTo>
                  <a:pt x="34" y="10"/>
                </a:lnTo>
                <a:lnTo>
                  <a:pt x="30" y="4"/>
                </a:lnTo>
                <a:lnTo>
                  <a:pt x="24" y="2"/>
                </a:lnTo>
                <a:lnTo>
                  <a:pt x="18" y="0"/>
                </a:lnTo>
                <a:lnTo>
                  <a:pt x="18" y="0"/>
                </a:lnTo>
                <a:lnTo>
                  <a:pt x="10" y="2"/>
                </a:lnTo>
                <a:lnTo>
                  <a:pt x="4" y="4"/>
                </a:lnTo>
                <a:lnTo>
                  <a:pt x="2" y="10"/>
                </a:lnTo>
                <a:lnTo>
                  <a:pt x="0" y="18"/>
                </a:lnTo>
                <a:lnTo>
                  <a:pt x="0" y="18"/>
                </a:lnTo>
                <a:lnTo>
                  <a:pt x="0" y="24"/>
                </a:lnTo>
                <a:lnTo>
                  <a:pt x="4" y="28"/>
                </a:lnTo>
                <a:lnTo>
                  <a:pt x="6" y="32"/>
                </a:lnTo>
                <a:lnTo>
                  <a:pt x="12" y="34"/>
                </a:lnTo>
                <a:lnTo>
                  <a:pt x="12" y="34"/>
                </a:lnTo>
                <a:lnTo>
                  <a:pt x="18" y="36"/>
                </a:lnTo>
                <a:lnTo>
                  <a:pt x="18" y="36"/>
                </a:lnTo>
                <a:lnTo>
                  <a:pt x="24" y="34"/>
                </a:lnTo>
                <a:lnTo>
                  <a:pt x="24" y="34"/>
                </a:lnTo>
                <a:lnTo>
                  <a:pt x="28" y="32"/>
                </a:lnTo>
                <a:lnTo>
                  <a:pt x="32" y="28"/>
                </a:lnTo>
                <a:lnTo>
                  <a:pt x="36" y="24"/>
                </a:lnTo>
                <a:lnTo>
                  <a:pt x="36" y="18"/>
                </a:ln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2" name="Freeform 1445"/>
          <p:cNvSpPr/>
          <p:nvPr/>
        </p:nvSpPr>
        <p:spPr bwMode="auto">
          <a:xfrm>
            <a:off x="3736715" y="3265100"/>
            <a:ext cx="69614" cy="63813"/>
          </a:xfrm>
          <a:custGeom>
            <a:avLst/>
            <a:gdLst>
              <a:gd name="T0" fmla="*/ 16 w 24"/>
              <a:gd name="T1" fmla="*/ 0 h 22"/>
              <a:gd name="T2" fmla="*/ 8 w 24"/>
              <a:gd name="T3" fmla="*/ 8 h 22"/>
              <a:gd name="T4" fmla="*/ 0 w 24"/>
              <a:gd name="T5" fmla="*/ 18 h 22"/>
              <a:gd name="T6" fmla="*/ 12 w 24"/>
              <a:gd name="T7" fmla="*/ 20 h 22"/>
              <a:gd name="T8" fmla="*/ 24 w 24"/>
              <a:gd name="T9" fmla="*/ 22 h 22"/>
              <a:gd name="T10" fmla="*/ 20 w 24"/>
              <a:gd name="T11" fmla="*/ 10 h 22"/>
              <a:gd name="T12" fmla="*/ 16 w 24"/>
              <a:gd name="T13" fmla="*/ 0 h 22"/>
              <a:gd name="T14" fmla="*/ 16 w 24"/>
              <a:gd name="T15" fmla="*/ 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" h="22">
                <a:moveTo>
                  <a:pt x="16" y="0"/>
                </a:moveTo>
                <a:lnTo>
                  <a:pt x="8" y="8"/>
                </a:lnTo>
                <a:lnTo>
                  <a:pt x="0" y="18"/>
                </a:lnTo>
                <a:lnTo>
                  <a:pt x="12" y="20"/>
                </a:lnTo>
                <a:lnTo>
                  <a:pt x="24" y="22"/>
                </a:lnTo>
                <a:lnTo>
                  <a:pt x="20" y="10"/>
                </a:lnTo>
                <a:lnTo>
                  <a:pt x="16" y="0"/>
                </a:lnTo>
                <a:lnTo>
                  <a:pt x="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3" name="Freeform 1446"/>
          <p:cNvSpPr/>
          <p:nvPr/>
        </p:nvSpPr>
        <p:spPr bwMode="auto">
          <a:xfrm>
            <a:off x="4049979" y="3265100"/>
            <a:ext cx="69614" cy="63813"/>
          </a:xfrm>
          <a:custGeom>
            <a:avLst/>
            <a:gdLst>
              <a:gd name="T0" fmla="*/ 24 w 24"/>
              <a:gd name="T1" fmla="*/ 18 h 22"/>
              <a:gd name="T2" fmla="*/ 16 w 24"/>
              <a:gd name="T3" fmla="*/ 8 h 22"/>
              <a:gd name="T4" fmla="*/ 8 w 24"/>
              <a:gd name="T5" fmla="*/ 0 h 22"/>
              <a:gd name="T6" fmla="*/ 4 w 24"/>
              <a:gd name="T7" fmla="*/ 10 h 22"/>
              <a:gd name="T8" fmla="*/ 0 w 24"/>
              <a:gd name="T9" fmla="*/ 22 h 22"/>
              <a:gd name="T10" fmla="*/ 12 w 24"/>
              <a:gd name="T11" fmla="*/ 20 h 22"/>
              <a:gd name="T12" fmla="*/ 24 w 24"/>
              <a:gd name="T13" fmla="*/ 18 h 22"/>
              <a:gd name="T14" fmla="*/ 24 w 24"/>
              <a:gd name="T15" fmla="*/ 18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" h="22">
                <a:moveTo>
                  <a:pt x="24" y="18"/>
                </a:moveTo>
                <a:lnTo>
                  <a:pt x="16" y="8"/>
                </a:lnTo>
                <a:lnTo>
                  <a:pt x="8" y="0"/>
                </a:lnTo>
                <a:lnTo>
                  <a:pt x="4" y="10"/>
                </a:lnTo>
                <a:lnTo>
                  <a:pt x="0" y="22"/>
                </a:lnTo>
                <a:lnTo>
                  <a:pt x="12" y="20"/>
                </a:lnTo>
                <a:lnTo>
                  <a:pt x="24" y="18"/>
                </a:lnTo>
                <a:lnTo>
                  <a:pt x="24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4" name="Freeform 1447"/>
          <p:cNvSpPr/>
          <p:nvPr/>
        </p:nvSpPr>
        <p:spPr bwMode="auto">
          <a:xfrm>
            <a:off x="3754119" y="3143276"/>
            <a:ext cx="348071" cy="319065"/>
          </a:xfrm>
          <a:custGeom>
            <a:avLst/>
            <a:gdLst>
              <a:gd name="T0" fmla="*/ 120 w 120"/>
              <a:gd name="T1" fmla="*/ 70 h 110"/>
              <a:gd name="T2" fmla="*/ 114 w 120"/>
              <a:gd name="T3" fmla="*/ 66 h 110"/>
              <a:gd name="T4" fmla="*/ 108 w 120"/>
              <a:gd name="T5" fmla="*/ 66 h 110"/>
              <a:gd name="T6" fmla="*/ 102 w 120"/>
              <a:gd name="T7" fmla="*/ 74 h 110"/>
              <a:gd name="T8" fmla="*/ 94 w 120"/>
              <a:gd name="T9" fmla="*/ 76 h 110"/>
              <a:gd name="T10" fmla="*/ 76 w 120"/>
              <a:gd name="T11" fmla="*/ 78 h 110"/>
              <a:gd name="T12" fmla="*/ 70 w 120"/>
              <a:gd name="T13" fmla="*/ 74 h 110"/>
              <a:gd name="T14" fmla="*/ 68 w 120"/>
              <a:gd name="T15" fmla="*/ 52 h 110"/>
              <a:gd name="T16" fmla="*/ 82 w 120"/>
              <a:gd name="T17" fmla="*/ 16 h 110"/>
              <a:gd name="T18" fmla="*/ 84 w 120"/>
              <a:gd name="T19" fmla="*/ 16 h 110"/>
              <a:gd name="T20" fmla="*/ 86 w 120"/>
              <a:gd name="T21" fmla="*/ 12 h 110"/>
              <a:gd name="T22" fmla="*/ 84 w 120"/>
              <a:gd name="T23" fmla="*/ 8 h 110"/>
              <a:gd name="T24" fmla="*/ 66 w 120"/>
              <a:gd name="T25" fmla="*/ 8 h 110"/>
              <a:gd name="T26" fmla="*/ 66 w 120"/>
              <a:gd name="T27" fmla="*/ 0 h 110"/>
              <a:gd name="T28" fmla="*/ 60 w 120"/>
              <a:gd name="T29" fmla="*/ 2 h 110"/>
              <a:gd name="T30" fmla="*/ 54 w 120"/>
              <a:gd name="T31" fmla="*/ 0 h 110"/>
              <a:gd name="T32" fmla="*/ 54 w 120"/>
              <a:gd name="T33" fmla="*/ 8 h 110"/>
              <a:gd name="T34" fmla="*/ 38 w 120"/>
              <a:gd name="T35" fmla="*/ 8 h 110"/>
              <a:gd name="T36" fmla="*/ 34 w 120"/>
              <a:gd name="T37" fmla="*/ 12 h 110"/>
              <a:gd name="T38" fmla="*/ 34 w 120"/>
              <a:gd name="T39" fmla="*/ 12 h 110"/>
              <a:gd name="T40" fmla="*/ 38 w 120"/>
              <a:gd name="T41" fmla="*/ 16 h 110"/>
              <a:gd name="T42" fmla="*/ 54 w 120"/>
              <a:gd name="T43" fmla="*/ 16 h 110"/>
              <a:gd name="T44" fmla="*/ 50 w 120"/>
              <a:gd name="T45" fmla="*/ 74 h 110"/>
              <a:gd name="T46" fmla="*/ 48 w 120"/>
              <a:gd name="T47" fmla="*/ 76 h 110"/>
              <a:gd name="T48" fmla="*/ 34 w 120"/>
              <a:gd name="T49" fmla="*/ 78 h 110"/>
              <a:gd name="T50" fmla="*/ 18 w 120"/>
              <a:gd name="T51" fmla="*/ 74 h 110"/>
              <a:gd name="T52" fmla="*/ 14 w 120"/>
              <a:gd name="T53" fmla="*/ 70 h 110"/>
              <a:gd name="T54" fmla="*/ 6 w 120"/>
              <a:gd name="T55" fmla="*/ 66 h 110"/>
              <a:gd name="T56" fmla="*/ 0 w 120"/>
              <a:gd name="T57" fmla="*/ 64 h 110"/>
              <a:gd name="T58" fmla="*/ 0 w 120"/>
              <a:gd name="T59" fmla="*/ 70 h 110"/>
              <a:gd name="T60" fmla="*/ 4 w 120"/>
              <a:gd name="T61" fmla="*/ 84 h 110"/>
              <a:gd name="T62" fmla="*/ 18 w 120"/>
              <a:gd name="T63" fmla="*/ 92 h 110"/>
              <a:gd name="T64" fmla="*/ 26 w 120"/>
              <a:gd name="T65" fmla="*/ 94 h 110"/>
              <a:gd name="T66" fmla="*/ 42 w 120"/>
              <a:gd name="T67" fmla="*/ 100 h 110"/>
              <a:gd name="T68" fmla="*/ 56 w 120"/>
              <a:gd name="T69" fmla="*/ 108 h 110"/>
              <a:gd name="T70" fmla="*/ 60 w 120"/>
              <a:gd name="T71" fmla="*/ 110 h 110"/>
              <a:gd name="T72" fmla="*/ 64 w 120"/>
              <a:gd name="T73" fmla="*/ 108 h 110"/>
              <a:gd name="T74" fmla="*/ 76 w 120"/>
              <a:gd name="T75" fmla="*/ 100 h 110"/>
              <a:gd name="T76" fmla="*/ 94 w 120"/>
              <a:gd name="T77" fmla="*/ 94 h 110"/>
              <a:gd name="T78" fmla="*/ 102 w 120"/>
              <a:gd name="T79" fmla="*/ 92 h 110"/>
              <a:gd name="T80" fmla="*/ 116 w 120"/>
              <a:gd name="T81" fmla="*/ 84 h 110"/>
              <a:gd name="T82" fmla="*/ 120 w 120"/>
              <a:gd name="T83" fmla="*/ 7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0" h="110">
                <a:moveTo>
                  <a:pt x="120" y="70"/>
                </a:moveTo>
                <a:lnTo>
                  <a:pt x="120" y="70"/>
                </a:lnTo>
                <a:lnTo>
                  <a:pt x="118" y="64"/>
                </a:lnTo>
                <a:lnTo>
                  <a:pt x="114" y="66"/>
                </a:lnTo>
                <a:lnTo>
                  <a:pt x="108" y="66"/>
                </a:lnTo>
                <a:lnTo>
                  <a:pt x="108" y="66"/>
                </a:lnTo>
                <a:lnTo>
                  <a:pt x="106" y="70"/>
                </a:lnTo>
                <a:lnTo>
                  <a:pt x="102" y="74"/>
                </a:lnTo>
                <a:lnTo>
                  <a:pt x="102" y="74"/>
                </a:lnTo>
                <a:lnTo>
                  <a:pt x="94" y="76"/>
                </a:lnTo>
                <a:lnTo>
                  <a:pt x="84" y="78"/>
                </a:lnTo>
                <a:lnTo>
                  <a:pt x="76" y="78"/>
                </a:lnTo>
                <a:lnTo>
                  <a:pt x="72" y="76"/>
                </a:lnTo>
                <a:lnTo>
                  <a:pt x="70" y="74"/>
                </a:lnTo>
                <a:lnTo>
                  <a:pt x="70" y="74"/>
                </a:lnTo>
                <a:lnTo>
                  <a:pt x="68" y="52"/>
                </a:lnTo>
                <a:lnTo>
                  <a:pt x="66" y="16"/>
                </a:lnTo>
                <a:lnTo>
                  <a:pt x="82" y="16"/>
                </a:lnTo>
                <a:lnTo>
                  <a:pt x="82" y="16"/>
                </a:lnTo>
                <a:lnTo>
                  <a:pt x="84" y="16"/>
                </a:lnTo>
                <a:lnTo>
                  <a:pt x="86" y="12"/>
                </a:lnTo>
                <a:lnTo>
                  <a:pt x="86" y="12"/>
                </a:lnTo>
                <a:lnTo>
                  <a:pt x="86" y="12"/>
                </a:lnTo>
                <a:lnTo>
                  <a:pt x="84" y="8"/>
                </a:lnTo>
                <a:lnTo>
                  <a:pt x="82" y="8"/>
                </a:lnTo>
                <a:lnTo>
                  <a:pt x="66" y="8"/>
                </a:lnTo>
                <a:lnTo>
                  <a:pt x="66" y="8"/>
                </a:lnTo>
                <a:lnTo>
                  <a:pt x="66" y="0"/>
                </a:lnTo>
                <a:lnTo>
                  <a:pt x="66" y="0"/>
                </a:lnTo>
                <a:lnTo>
                  <a:pt x="60" y="2"/>
                </a:lnTo>
                <a:lnTo>
                  <a:pt x="60" y="2"/>
                </a:lnTo>
                <a:lnTo>
                  <a:pt x="54" y="0"/>
                </a:lnTo>
                <a:lnTo>
                  <a:pt x="54" y="0"/>
                </a:lnTo>
                <a:lnTo>
                  <a:pt x="54" y="8"/>
                </a:lnTo>
                <a:lnTo>
                  <a:pt x="38" y="8"/>
                </a:lnTo>
                <a:lnTo>
                  <a:pt x="38" y="8"/>
                </a:lnTo>
                <a:lnTo>
                  <a:pt x="36" y="8"/>
                </a:lnTo>
                <a:lnTo>
                  <a:pt x="34" y="12"/>
                </a:lnTo>
                <a:lnTo>
                  <a:pt x="34" y="12"/>
                </a:lnTo>
                <a:lnTo>
                  <a:pt x="34" y="12"/>
                </a:lnTo>
                <a:lnTo>
                  <a:pt x="36" y="16"/>
                </a:lnTo>
                <a:lnTo>
                  <a:pt x="38" y="16"/>
                </a:lnTo>
                <a:lnTo>
                  <a:pt x="54" y="16"/>
                </a:lnTo>
                <a:lnTo>
                  <a:pt x="54" y="16"/>
                </a:lnTo>
                <a:lnTo>
                  <a:pt x="52" y="52"/>
                </a:lnTo>
                <a:lnTo>
                  <a:pt x="50" y="74"/>
                </a:lnTo>
                <a:lnTo>
                  <a:pt x="50" y="74"/>
                </a:lnTo>
                <a:lnTo>
                  <a:pt x="48" y="76"/>
                </a:lnTo>
                <a:lnTo>
                  <a:pt x="44" y="78"/>
                </a:lnTo>
                <a:lnTo>
                  <a:pt x="34" y="78"/>
                </a:lnTo>
                <a:lnTo>
                  <a:pt x="24" y="76"/>
                </a:lnTo>
                <a:lnTo>
                  <a:pt x="18" y="74"/>
                </a:lnTo>
                <a:lnTo>
                  <a:pt x="18" y="74"/>
                </a:lnTo>
                <a:lnTo>
                  <a:pt x="14" y="70"/>
                </a:lnTo>
                <a:lnTo>
                  <a:pt x="10" y="66"/>
                </a:lnTo>
                <a:lnTo>
                  <a:pt x="6" y="66"/>
                </a:lnTo>
                <a:lnTo>
                  <a:pt x="0" y="64"/>
                </a:lnTo>
                <a:lnTo>
                  <a:pt x="0" y="64"/>
                </a:lnTo>
                <a:lnTo>
                  <a:pt x="0" y="70"/>
                </a:lnTo>
                <a:lnTo>
                  <a:pt x="0" y="70"/>
                </a:lnTo>
                <a:lnTo>
                  <a:pt x="0" y="78"/>
                </a:lnTo>
                <a:lnTo>
                  <a:pt x="4" y="84"/>
                </a:lnTo>
                <a:lnTo>
                  <a:pt x="10" y="88"/>
                </a:lnTo>
                <a:lnTo>
                  <a:pt x="18" y="92"/>
                </a:lnTo>
                <a:lnTo>
                  <a:pt x="18" y="92"/>
                </a:lnTo>
                <a:lnTo>
                  <a:pt x="26" y="94"/>
                </a:lnTo>
                <a:lnTo>
                  <a:pt x="26" y="94"/>
                </a:lnTo>
                <a:lnTo>
                  <a:pt x="42" y="100"/>
                </a:lnTo>
                <a:lnTo>
                  <a:pt x="50" y="104"/>
                </a:lnTo>
                <a:lnTo>
                  <a:pt x="56" y="108"/>
                </a:lnTo>
                <a:lnTo>
                  <a:pt x="56" y="108"/>
                </a:lnTo>
                <a:lnTo>
                  <a:pt x="60" y="110"/>
                </a:lnTo>
                <a:lnTo>
                  <a:pt x="64" y="108"/>
                </a:lnTo>
                <a:lnTo>
                  <a:pt x="64" y="108"/>
                </a:lnTo>
                <a:lnTo>
                  <a:pt x="70" y="104"/>
                </a:lnTo>
                <a:lnTo>
                  <a:pt x="76" y="100"/>
                </a:lnTo>
                <a:lnTo>
                  <a:pt x="94" y="94"/>
                </a:lnTo>
                <a:lnTo>
                  <a:pt x="94" y="94"/>
                </a:lnTo>
                <a:lnTo>
                  <a:pt x="102" y="92"/>
                </a:lnTo>
                <a:lnTo>
                  <a:pt x="102" y="92"/>
                </a:lnTo>
                <a:lnTo>
                  <a:pt x="110" y="88"/>
                </a:lnTo>
                <a:lnTo>
                  <a:pt x="116" y="84"/>
                </a:lnTo>
                <a:lnTo>
                  <a:pt x="120" y="78"/>
                </a:lnTo>
                <a:lnTo>
                  <a:pt x="120" y="70"/>
                </a:lnTo>
                <a:lnTo>
                  <a:pt x="120" y="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5" name="Freeform 1448"/>
          <p:cNvSpPr>
            <a:spLocks noEditPoints="1"/>
          </p:cNvSpPr>
          <p:nvPr/>
        </p:nvSpPr>
        <p:spPr bwMode="auto">
          <a:xfrm>
            <a:off x="3597487" y="3711791"/>
            <a:ext cx="116024" cy="110222"/>
          </a:xfrm>
          <a:custGeom>
            <a:avLst/>
            <a:gdLst>
              <a:gd name="T0" fmla="*/ 20 w 40"/>
              <a:gd name="T1" fmla="*/ 38 h 38"/>
              <a:gd name="T2" fmla="*/ 12 w 40"/>
              <a:gd name="T3" fmla="*/ 36 h 38"/>
              <a:gd name="T4" fmla="*/ 6 w 40"/>
              <a:gd name="T5" fmla="*/ 32 h 38"/>
              <a:gd name="T6" fmla="*/ 2 w 40"/>
              <a:gd name="T7" fmla="*/ 26 h 38"/>
              <a:gd name="T8" fmla="*/ 0 w 40"/>
              <a:gd name="T9" fmla="*/ 18 h 38"/>
              <a:gd name="T10" fmla="*/ 2 w 40"/>
              <a:gd name="T11" fmla="*/ 12 h 38"/>
              <a:gd name="T12" fmla="*/ 6 w 40"/>
              <a:gd name="T13" fmla="*/ 6 h 38"/>
              <a:gd name="T14" fmla="*/ 12 w 40"/>
              <a:gd name="T15" fmla="*/ 0 h 38"/>
              <a:gd name="T16" fmla="*/ 20 w 40"/>
              <a:gd name="T17" fmla="*/ 0 h 38"/>
              <a:gd name="T18" fmla="*/ 28 w 40"/>
              <a:gd name="T19" fmla="*/ 0 h 38"/>
              <a:gd name="T20" fmla="*/ 34 w 40"/>
              <a:gd name="T21" fmla="*/ 6 h 38"/>
              <a:gd name="T22" fmla="*/ 38 w 40"/>
              <a:gd name="T23" fmla="*/ 12 h 38"/>
              <a:gd name="T24" fmla="*/ 40 w 40"/>
              <a:gd name="T25" fmla="*/ 20 h 38"/>
              <a:gd name="T26" fmla="*/ 38 w 40"/>
              <a:gd name="T27" fmla="*/ 26 h 38"/>
              <a:gd name="T28" fmla="*/ 34 w 40"/>
              <a:gd name="T29" fmla="*/ 32 h 38"/>
              <a:gd name="T30" fmla="*/ 28 w 40"/>
              <a:gd name="T31" fmla="*/ 38 h 38"/>
              <a:gd name="T32" fmla="*/ 20 w 40"/>
              <a:gd name="T33" fmla="*/ 38 h 38"/>
              <a:gd name="T34" fmla="*/ 10 w 40"/>
              <a:gd name="T35" fmla="*/ 18 h 38"/>
              <a:gd name="T36" fmla="*/ 10 w 40"/>
              <a:gd name="T37" fmla="*/ 24 h 38"/>
              <a:gd name="T38" fmla="*/ 12 w 40"/>
              <a:gd name="T39" fmla="*/ 28 h 38"/>
              <a:gd name="T40" fmla="*/ 16 w 40"/>
              <a:gd name="T41" fmla="*/ 30 h 38"/>
              <a:gd name="T42" fmla="*/ 20 w 40"/>
              <a:gd name="T43" fmla="*/ 30 h 38"/>
              <a:gd name="T44" fmla="*/ 24 w 40"/>
              <a:gd name="T45" fmla="*/ 30 h 38"/>
              <a:gd name="T46" fmla="*/ 28 w 40"/>
              <a:gd name="T47" fmla="*/ 26 h 38"/>
              <a:gd name="T48" fmla="*/ 30 w 40"/>
              <a:gd name="T49" fmla="*/ 24 h 38"/>
              <a:gd name="T50" fmla="*/ 30 w 40"/>
              <a:gd name="T51" fmla="*/ 18 h 38"/>
              <a:gd name="T52" fmla="*/ 30 w 40"/>
              <a:gd name="T53" fmla="*/ 14 h 38"/>
              <a:gd name="T54" fmla="*/ 28 w 40"/>
              <a:gd name="T55" fmla="*/ 10 h 38"/>
              <a:gd name="T56" fmla="*/ 24 w 40"/>
              <a:gd name="T57" fmla="*/ 8 h 38"/>
              <a:gd name="T58" fmla="*/ 20 w 40"/>
              <a:gd name="T59" fmla="*/ 8 h 38"/>
              <a:gd name="T60" fmla="*/ 16 w 40"/>
              <a:gd name="T61" fmla="*/ 8 h 38"/>
              <a:gd name="T62" fmla="*/ 12 w 40"/>
              <a:gd name="T63" fmla="*/ 10 h 38"/>
              <a:gd name="T64" fmla="*/ 10 w 40"/>
              <a:gd name="T65" fmla="*/ 14 h 38"/>
              <a:gd name="T66" fmla="*/ 10 w 40"/>
              <a:gd name="T67" fmla="*/ 1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0" h="38">
                <a:moveTo>
                  <a:pt x="20" y="38"/>
                </a:moveTo>
                <a:lnTo>
                  <a:pt x="20" y="38"/>
                </a:lnTo>
                <a:lnTo>
                  <a:pt x="12" y="36"/>
                </a:lnTo>
                <a:lnTo>
                  <a:pt x="12" y="36"/>
                </a:lnTo>
                <a:lnTo>
                  <a:pt x="6" y="32"/>
                </a:lnTo>
                <a:lnTo>
                  <a:pt x="6" y="32"/>
                </a:lnTo>
                <a:lnTo>
                  <a:pt x="2" y="26"/>
                </a:lnTo>
                <a:lnTo>
                  <a:pt x="2" y="26"/>
                </a:lnTo>
                <a:lnTo>
                  <a:pt x="0" y="18"/>
                </a:lnTo>
                <a:lnTo>
                  <a:pt x="0" y="18"/>
                </a:lnTo>
                <a:lnTo>
                  <a:pt x="2" y="12"/>
                </a:lnTo>
                <a:lnTo>
                  <a:pt x="2" y="12"/>
                </a:lnTo>
                <a:lnTo>
                  <a:pt x="6" y="6"/>
                </a:lnTo>
                <a:lnTo>
                  <a:pt x="6" y="6"/>
                </a:lnTo>
                <a:lnTo>
                  <a:pt x="12" y="0"/>
                </a:lnTo>
                <a:lnTo>
                  <a:pt x="12" y="0"/>
                </a:lnTo>
                <a:lnTo>
                  <a:pt x="20" y="0"/>
                </a:lnTo>
                <a:lnTo>
                  <a:pt x="20" y="0"/>
                </a:lnTo>
                <a:lnTo>
                  <a:pt x="28" y="0"/>
                </a:lnTo>
                <a:lnTo>
                  <a:pt x="28" y="0"/>
                </a:lnTo>
                <a:lnTo>
                  <a:pt x="34" y="6"/>
                </a:lnTo>
                <a:lnTo>
                  <a:pt x="34" y="6"/>
                </a:lnTo>
                <a:lnTo>
                  <a:pt x="38" y="12"/>
                </a:lnTo>
                <a:lnTo>
                  <a:pt x="38" y="12"/>
                </a:lnTo>
                <a:lnTo>
                  <a:pt x="40" y="20"/>
                </a:lnTo>
                <a:lnTo>
                  <a:pt x="40" y="20"/>
                </a:lnTo>
                <a:lnTo>
                  <a:pt x="38" y="26"/>
                </a:lnTo>
                <a:lnTo>
                  <a:pt x="38" y="26"/>
                </a:lnTo>
                <a:lnTo>
                  <a:pt x="34" y="32"/>
                </a:lnTo>
                <a:lnTo>
                  <a:pt x="34" y="32"/>
                </a:lnTo>
                <a:lnTo>
                  <a:pt x="28" y="38"/>
                </a:lnTo>
                <a:lnTo>
                  <a:pt x="28" y="38"/>
                </a:lnTo>
                <a:lnTo>
                  <a:pt x="20" y="38"/>
                </a:lnTo>
                <a:lnTo>
                  <a:pt x="20" y="38"/>
                </a:lnTo>
                <a:close/>
                <a:moveTo>
                  <a:pt x="10" y="18"/>
                </a:moveTo>
                <a:lnTo>
                  <a:pt x="10" y="18"/>
                </a:lnTo>
                <a:lnTo>
                  <a:pt x="10" y="24"/>
                </a:lnTo>
                <a:lnTo>
                  <a:pt x="10" y="24"/>
                </a:lnTo>
                <a:lnTo>
                  <a:pt x="12" y="28"/>
                </a:lnTo>
                <a:lnTo>
                  <a:pt x="12" y="28"/>
                </a:lnTo>
                <a:lnTo>
                  <a:pt x="16" y="30"/>
                </a:lnTo>
                <a:lnTo>
                  <a:pt x="16" y="30"/>
                </a:lnTo>
                <a:lnTo>
                  <a:pt x="20" y="30"/>
                </a:lnTo>
                <a:lnTo>
                  <a:pt x="20" y="30"/>
                </a:lnTo>
                <a:lnTo>
                  <a:pt x="24" y="30"/>
                </a:lnTo>
                <a:lnTo>
                  <a:pt x="24" y="30"/>
                </a:lnTo>
                <a:lnTo>
                  <a:pt x="28" y="26"/>
                </a:lnTo>
                <a:lnTo>
                  <a:pt x="28" y="26"/>
                </a:lnTo>
                <a:lnTo>
                  <a:pt x="30" y="24"/>
                </a:lnTo>
                <a:lnTo>
                  <a:pt x="30" y="24"/>
                </a:lnTo>
                <a:lnTo>
                  <a:pt x="30" y="18"/>
                </a:lnTo>
                <a:lnTo>
                  <a:pt x="30" y="18"/>
                </a:lnTo>
                <a:lnTo>
                  <a:pt x="30" y="14"/>
                </a:lnTo>
                <a:lnTo>
                  <a:pt x="30" y="14"/>
                </a:lnTo>
                <a:lnTo>
                  <a:pt x="28" y="10"/>
                </a:lnTo>
                <a:lnTo>
                  <a:pt x="28" y="10"/>
                </a:lnTo>
                <a:lnTo>
                  <a:pt x="24" y="8"/>
                </a:lnTo>
                <a:lnTo>
                  <a:pt x="24" y="8"/>
                </a:lnTo>
                <a:lnTo>
                  <a:pt x="20" y="8"/>
                </a:lnTo>
                <a:lnTo>
                  <a:pt x="20" y="8"/>
                </a:lnTo>
                <a:lnTo>
                  <a:pt x="16" y="8"/>
                </a:lnTo>
                <a:lnTo>
                  <a:pt x="16" y="8"/>
                </a:lnTo>
                <a:lnTo>
                  <a:pt x="12" y="10"/>
                </a:lnTo>
                <a:lnTo>
                  <a:pt x="12" y="10"/>
                </a:lnTo>
                <a:lnTo>
                  <a:pt x="10" y="14"/>
                </a:lnTo>
                <a:lnTo>
                  <a:pt x="10" y="14"/>
                </a:lnTo>
                <a:lnTo>
                  <a:pt x="10" y="18"/>
                </a:lnTo>
                <a:lnTo>
                  <a:pt x="10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6" name="Freeform 1449"/>
          <p:cNvSpPr>
            <a:spLocks noEditPoints="1"/>
          </p:cNvSpPr>
          <p:nvPr/>
        </p:nvSpPr>
        <p:spPr bwMode="auto">
          <a:xfrm>
            <a:off x="3725113" y="3740797"/>
            <a:ext cx="87018" cy="116024"/>
          </a:xfrm>
          <a:custGeom>
            <a:avLst/>
            <a:gdLst>
              <a:gd name="T0" fmla="*/ 18 w 30"/>
              <a:gd name="T1" fmla="*/ 28 h 40"/>
              <a:gd name="T2" fmla="*/ 18 w 30"/>
              <a:gd name="T3" fmla="*/ 28 h 40"/>
              <a:gd name="T4" fmla="*/ 12 w 30"/>
              <a:gd name="T5" fmla="*/ 28 h 40"/>
              <a:gd name="T6" fmla="*/ 12 w 30"/>
              <a:gd name="T7" fmla="*/ 28 h 40"/>
              <a:gd name="T8" fmla="*/ 8 w 30"/>
              <a:gd name="T9" fmla="*/ 24 h 40"/>
              <a:gd name="T10" fmla="*/ 8 w 30"/>
              <a:gd name="T11" fmla="*/ 40 h 40"/>
              <a:gd name="T12" fmla="*/ 0 w 30"/>
              <a:gd name="T13" fmla="*/ 40 h 40"/>
              <a:gd name="T14" fmla="*/ 0 w 30"/>
              <a:gd name="T15" fmla="*/ 0 h 40"/>
              <a:gd name="T16" fmla="*/ 8 w 30"/>
              <a:gd name="T17" fmla="*/ 0 h 40"/>
              <a:gd name="T18" fmla="*/ 8 w 30"/>
              <a:gd name="T19" fmla="*/ 4 h 40"/>
              <a:gd name="T20" fmla="*/ 8 w 30"/>
              <a:gd name="T21" fmla="*/ 4 h 40"/>
              <a:gd name="T22" fmla="*/ 12 w 30"/>
              <a:gd name="T23" fmla="*/ 0 h 40"/>
              <a:gd name="T24" fmla="*/ 12 w 30"/>
              <a:gd name="T25" fmla="*/ 0 h 40"/>
              <a:gd name="T26" fmla="*/ 18 w 30"/>
              <a:gd name="T27" fmla="*/ 0 h 40"/>
              <a:gd name="T28" fmla="*/ 18 w 30"/>
              <a:gd name="T29" fmla="*/ 0 h 40"/>
              <a:gd name="T30" fmla="*/ 22 w 30"/>
              <a:gd name="T31" fmla="*/ 0 h 40"/>
              <a:gd name="T32" fmla="*/ 22 w 30"/>
              <a:gd name="T33" fmla="*/ 0 h 40"/>
              <a:gd name="T34" fmla="*/ 26 w 30"/>
              <a:gd name="T35" fmla="*/ 4 h 40"/>
              <a:gd name="T36" fmla="*/ 26 w 30"/>
              <a:gd name="T37" fmla="*/ 4 h 40"/>
              <a:gd name="T38" fmla="*/ 30 w 30"/>
              <a:gd name="T39" fmla="*/ 8 h 40"/>
              <a:gd name="T40" fmla="*/ 30 w 30"/>
              <a:gd name="T41" fmla="*/ 8 h 40"/>
              <a:gd name="T42" fmla="*/ 30 w 30"/>
              <a:gd name="T43" fmla="*/ 14 h 40"/>
              <a:gd name="T44" fmla="*/ 30 w 30"/>
              <a:gd name="T45" fmla="*/ 14 h 40"/>
              <a:gd name="T46" fmla="*/ 30 w 30"/>
              <a:gd name="T47" fmla="*/ 20 h 40"/>
              <a:gd name="T48" fmla="*/ 30 w 30"/>
              <a:gd name="T49" fmla="*/ 20 h 40"/>
              <a:gd name="T50" fmla="*/ 26 w 30"/>
              <a:gd name="T51" fmla="*/ 24 h 40"/>
              <a:gd name="T52" fmla="*/ 26 w 30"/>
              <a:gd name="T53" fmla="*/ 24 h 40"/>
              <a:gd name="T54" fmla="*/ 22 w 30"/>
              <a:gd name="T55" fmla="*/ 28 h 40"/>
              <a:gd name="T56" fmla="*/ 22 w 30"/>
              <a:gd name="T57" fmla="*/ 28 h 40"/>
              <a:gd name="T58" fmla="*/ 18 w 30"/>
              <a:gd name="T59" fmla="*/ 28 h 40"/>
              <a:gd name="T60" fmla="*/ 18 w 30"/>
              <a:gd name="T61" fmla="*/ 28 h 40"/>
              <a:gd name="T62" fmla="*/ 16 w 30"/>
              <a:gd name="T63" fmla="*/ 22 h 40"/>
              <a:gd name="T64" fmla="*/ 16 w 30"/>
              <a:gd name="T65" fmla="*/ 22 h 40"/>
              <a:gd name="T66" fmla="*/ 18 w 30"/>
              <a:gd name="T67" fmla="*/ 20 h 40"/>
              <a:gd name="T68" fmla="*/ 18 w 30"/>
              <a:gd name="T69" fmla="*/ 20 h 40"/>
              <a:gd name="T70" fmla="*/ 20 w 30"/>
              <a:gd name="T71" fmla="*/ 20 h 40"/>
              <a:gd name="T72" fmla="*/ 20 w 30"/>
              <a:gd name="T73" fmla="*/ 20 h 40"/>
              <a:gd name="T74" fmla="*/ 22 w 30"/>
              <a:gd name="T75" fmla="*/ 16 h 40"/>
              <a:gd name="T76" fmla="*/ 22 w 30"/>
              <a:gd name="T77" fmla="*/ 16 h 40"/>
              <a:gd name="T78" fmla="*/ 22 w 30"/>
              <a:gd name="T79" fmla="*/ 14 h 40"/>
              <a:gd name="T80" fmla="*/ 22 w 30"/>
              <a:gd name="T81" fmla="*/ 14 h 40"/>
              <a:gd name="T82" fmla="*/ 20 w 30"/>
              <a:gd name="T83" fmla="*/ 10 h 40"/>
              <a:gd name="T84" fmla="*/ 20 w 30"/>
              <a:gd name="T85" fmla="*/ 10 h 40"/>
              <a:gd name="T86" fmla="*/ 20 w 30"/>
              <a:gd name="T87" fmla="*/ 8 h 40"/>
              <a:gd name="T88" fmla="*/ 20 w 30"/>
              <a:gd name="T89" fmla="*/ 8 h 40"/>
              <a:gd name="T90" fmla="*/ 18 w 30"/>
              <a:gd name="T91" fmla="*/ 8 h 40"/>
              <a:gd name="T92" fmla="*/ 18 w 30"/>
              <a:gd name="T93" fmla="*/ 8 h 40"/>
              <a:gd name="T94" fmla="*/ 14 w 30"/>
              <a:gd name="T95" fmla="*/ 6 h 40"/>
              <a:gd name="T96" fmla="*/ 14 w 30"/>
              <a:gd name="T97" fmla="*/ 6 h 40"/>
              <a:gd name="T98" fmla="*/ 12 w 30"/>
              <a:gd name="T99" fmla="*/ 8 h 40"/>
              <a:gd name="T100" fmla="*/ 12 w 30"/>
              <a:gd name="T101" fmla="*/ 8 h 40"/>
              <a:gd name="T102" fmla="*/ 8 w 30"/>
              <a:gd name="T103" fmla="*/ 10 h 40"/>
              <a:gd name="T104" fmla="*/ 8 w 30"/>
              <a:gd name="T105" fmla="*/ 16 h 40"/>
              <a:gd name="T106" fmla="*/ 8 w 30"/>
              <a:gd name="T107" fmla="*/ 16 h 40"/>
              <a:gd name="T108" fmla="*/ 12 w 30"/>
              <a:gd name="T109" fmla="*/ 20 h 40"/>
              <a:gd name="T110" fmla="*/ 12 w 30"/>
              <a:gd name="T111" fmla="*/ 20 h 40"/>
              <a:gd name="T112" fmla="*/ 16 w 30"/>
              <a:gd name="T113" fmla="*/ 22 h 40"/>
              <a:gd name="T114" fmla="*/ 16 w 30"/>
              <a:gd name="T115" fmla="*/ 22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" h="40">
                <a:moveTo>
                  <a:pt x="18" y="28"/>
                </a:moveTo>
                <a:lnTo>
                  <a:pt x="18" y="28"/>
                </a:lnTo>
                <a:lnTo>
                  <a:pt x="12" y="28"/>
                </a:lnTo>
                <a:lnTo>
                  <a:pt x="12" y="28"/>
                </a:lnTo>
                <a:lnTo>
                  <a:pt x="8" y="24"/>
                </a:lnTo>
                <a:lnTo>
                  <a:pt x="8" y="40"/>
                </a:lnTo>
                <a:lnTo>
                  <a:pt x="0" y="40"/>
                </a:lnTo>
                <a:lnTo>
                  <a:pt x="0" y="0"/>
                </a:lnTo>
                <a:lnTo>
                  <a:pt x="8" y="0"/>
                </a:lnTo>
                <a:lnTo>
                  <a:pt x="8" y="4"/>
                </a:lnTo>
                <a:lnTo>
                  <a:pt x="8" y="4"/>
                </a:lnTo>
                <a:lnTo>
                  <a:pt x="12" y="0"/>
                </a:lnTo>
                <a:lnTo>
                  <a:pt x="12" y="0"/>
                </a:lnTo>
                <a:lnTo>
                  <a:pt x="18" y="0"/>
                </a:lnTo>
                <a:lnTo>
                  <a:pt x="18" y="0"/>
                </a:lnTo>
                <a:lnTo>
                  <a:pt x="22" y="0"/>
                </a:lnTo>
                <a:lnTo>
                  <a:pt x="22" y="0"/>
                </a:lnTo>
                <a:lnTo>
                  <a:pt x="26" y="4"/>
                </a:lnTo>
                <a:lnTo>
                  <a:pt x="26" y="4"/>
                </a:lnTo>
                <a:lnTo>
                  <a:pt x="30" y="8"/>
                </a:lnTo>
                <a:lnTo>
                  <a:pt x="30" y="8"/>
                </a:lnTo>
                <a:lnTo>
                  <a:pt x="30" y="14"/>
                </a:lnTo>
                <a:lnTo>
                  <a:pt x="30" y="14"/>
                </a:lnTo>
                <a:lnTo>
                  <a:pt x="30" y="20"/>
                </a:lnTo>
                <a:lnTo>
                  <a:pt x="30" y="20"/>
                </a:lnTo>
                <a:lnTo>
                  <a:pt x="26" y="24"/>
                </a:lnTo>
                <a:lnTo>
                  <a:pt x="26" y="24"/>
                </a:lnTo>
                <a:lnTo>
                  <a:pt x="22" y="28"/>
                </a:lnTo>
                <a:lnTo>
                  <a:pt x="22" y="28"/>
                </a:lnTo>
                <a:lnTo>
                  <a:pt x="18" y="28"/>
                </a:lnTo>
                <a:lnTo>
                  <a:pt x="18" y="28"/>
                </a:lnTo>
                <a:close/>
                <a:moveTo>
                  <a:pt x="16" y="22"/>
                </a:moveTo>
                <a:lnTo>
                  <a:pt x="16" y="22"/>
                </a:lnTo>
                <a:lnTo>
                  <a:pt x="18" y="20"/>
                </a:lnTo>
                <a:lnTo>
                  <a:pt x="18" y="20"/>
                </a:lnTo>
                <a:lnTo>
                  <a:pt x="20" y="20"/>
                </a:lnTo>
                <a:lnTo>
                  <a:pt x="20" y="20"/>
                </a:lnTo>
                <a:lnTo>
                  <a:pt x="22" y="16"/>
                </a:lnTo>
                <a:lnTo>
                  <a:pt x="22" y="16"/>
                </a:lnTo>
                <a:lnTo>
                  <a:pt x="22" y="14"/>
                </a:lnTo>
                <a:lnTo>
                  <a:pt x="22" y="14"/>
                </a:lnTo>
                <a:lnTo>
                  <a:pt x="20" y="10"/>
                </a:lnTo>
                <a:lnTo>
                  <a:pt x="20" y="10"/>
                </a:lnTo>
                <a:lnTo>
                  <a:pt x="20" y="8"/>
                </a:lnTo>
                <a:lnTo>
                  <a:pt x="20" y="8"/>
                </a:lnTo>
                <a:lnTo>
                  <a:pt x="18" y="8"/>
                </a:lnTo>
                <a:lnTo>
                  <a:pt x="18" y="8"/>
                </a:lnTo>
                <a:lnTo>
                  <a:pt x="14" y="6"/>
                </a:lnTo>
                <a:lnTo>
                  <a:pt x="14" y="6"/>
                </a:lnTo>
                <a:lnTo>
                  <a:pt x="12" y="8"/>
                </a:lnTo>
                <a:lnTo>
                  <a:pt x="12" y="8"/>
                </a:lnTo>
                <a:lnTo>
                  <a:pt x="8" y="10"/>
                </a:lnTo>
                <a:lnTo>
                  <a:pt x="8" y="16"/>
                </a:lnTo>
                <a:lnTo>
                  <a:pt x="8" y="16"/>
                </a:lnTo>
                <a:lnTo>
                  <a:pt x="12" y="20"/>
                </a:lnTo>
                <a:lnTo>
                  <a:pt x="12" y="20"/>
                </a:lnTo>
                <a:lnTo>
                  <a:pt x="16" y="22"/>
                </a:lnTo>
                <a:lnTo>
                  <a:pt x="16" y="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7" name="Freeform 1450"/>
          <p:cNvSpPr/>
          <p:nvPr/>
        </p:nvSpPr>
        <p:spPr bwMode="auto">
          <a:xfrm>
            <a:off x="3817932" y="3711791"/>
            <a:ext cx="63813" cy="110222"/>
          </a:xfrm>
          <a:custGeom>
            <a:avLst/>
            <a:gdLst>
              <a:gd name="T0" fmla="*/ 22 w 22"/>
              <a:gd name="T1" fmla="*/ 36 h 38"/>
              <a:gd name="T2" fmla="*/ 22 w 22"/>
              <a:gd name="T3" fmla="*/ 36 h 38"/>
              <a:gd name="T4" fmla="*/ 16 w 22"/>
              <a:gd name="T5" fmla="*/ 38 h 38"/>
              <a:gd name="T6" fmla="*/ 16 w 22"/>
              <a:gd name="T7" fmla="*/ 38 h 38"/>
              <a:gd name="T8" fmla="*/ 12 w 22"/>
              <a:gd name="T9" fmla="*/ 38 h 38"/>
              <a:gd name="T10" fmla="*/ 12 w 22"/>
              <a:gd name="T11" fmla="*/ 38 h 38"/>
              <a:gd name="T12" fmla="*/ 10 w 22"/>
              <a:gd name="T13" fmla="*/ 38 h 38"/>
              <a:gd name="T14" fmla="*/ 10 w 22"/>
              <a:gd name="T15" fmla="*/ 38 h 38"/>
              <a:gd name="T16" fmla="*/ 6 w 22"/>
              <a:gd name="T17" fmla="*/ 38 h 38"/>
              <a:gd name="T18" fmla="*/ 6 w 22"/>
              <a:gd name="T19" fmla="*/ 38 h 38"/>
              <a:gd name="T20" fmla="*/ 4 w 22"/>
              <a:gd name="T21" fmla="*/ 34 h 38"/>
              <a:gd name="T22" fmla="*/ 4 w 22"/>
              <a:gd name="T23" fmla="*/ 34 h 38"/>
              <a:gd name="T24" fmla="*/ 4 w 22"/>
              <a:gd name="T25" fmla="*/ 32 h 38"/>
              <a:gd name="T26" fmla="*/ 4 w 22"/>
              <a:gd name="T27" fmla="*/ 16 h 38"/>
              <a:gd name="T28" fmla="*/ 0 w 22"/>
              <a:gd name="T29" fmla="*/ 16 h 38"/>
              <a:gd name="T30" fmla="*/ 0 w 22"/>
              <a:gd name="T31" fmla="*/ 10 h 38"/>
              <a:gd name="T32" fmla="*/ 4 w 22"/>
              <a:gd name="T33" fmla="*/ 10 h 38"/>
              <a:gd name="T34" fmla="*/ 4 w 22"/>
              <a:gd name="T35" fmla="*/ 0 h 38"/>
              <a:gd name="T36" fmla="*/ 14 w 22"/>
              <a:gd name="T37" fmla="*/ 0 h 38"/>
              <a:gd name="T38" fmla="*/ 14 w 22"/>
              <a:gd name="T39" fmla="*/ 10 h 38"/>
              <a:gd name="T40" fmla="*/ 18 w 22"/>
              <a:gd name="T41" fmla="*/ 10 h 38"/>
              <a:gd name="T42" fmla="*/ 18 w 22"/>
              <a:gd name="T43" fmla="*/ 16 h 38"/>
              <a:gd name="T44" fmla="*/ 14 w 22"/>
              <a:gd name="T45" fmla="*/ 16 h 38"/>
              <a:gd name="T46" fmla="*/ 14 w 22"/>
              <a:gd name="T47" fmla="*/ 28 h 38"/>
              <a:gd name="T48" fmla="*/ 14 w 22"/>
              <a:gd name="T49" fmla="*/ 28 h 38"/>
              <a:gd name="T50" fmla="*/ 14 w 22"/>
              <a:gd name="T51" fmla="*/ 30 h 38"/>
              <a:gd name="T52" fmla="*/ 14 w 22"/>
              <a:gd name="T53" fmla="*/ 30 h 38"/>
              <a:gd name="T54" fmla="*/ 16 w 22"/>
              <a:gd name="T55" fmla="*/ 30 h 38"/>
              <a:gd name="T56" fmla="*/ 16 w 22"/>
              <a:gd name="T57" fmla="*/ 30 h 38"/>
              <a:gd name="T58" fmla="*/ 18 w 22"/>
              <a:gd name="T59" fmla="*/ 30 h 38"/>
              <a:gd name="T60" fmla="*/ 18 w 22"/>
              <a:gd name="T61" fmla="*/ 30 h 38"/>
              <a:gd name="T62" fmla="*/ 20 w 22"/>
              <a:gd name="T63" fmla="*/ 30 h 38"/>
              <a:gd name="T64" fmla="*/ 22 w 22"/>
              <a:gd name="T65" fmla="*/ 36 h 38"/>
              <a:gd name="T66" fmla="*/ 22 w 22"/>
              <a:gd name="T67" fmla="*/ 36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2" h="38">
                <a:moveTo>
                  <a:pt x="22" y="36"/>
                </a:moveTo>
                <a:lnTo>
                  <a:pt x="22" y="36"/>
                </a:lnTo>
                <a:lnTo>
                  <a:pt x="16" y="38"/>
                </a:lnTo>
                <a:lnTo>
                  <a:pt x="16" y="38"/>
                </a:lnTo>
                <a:lnTo>
                  <a:pt x="12" y="38"/>
                </a:lnTo>
                <a:lnTo>
                  <a:pt x="12" y="38"/>
                </a:lnTo>
                <a:lnTo>
                  <a:pt x="10" y="38"/>
                </a:lnTo>
                <a:lnTo>
                  <a:pt x="10" y="38"/>
                </a:lnTo>
                <a:lnTo>
                  <a:pt x="6" y="38"/>
                </a:lnTo>
                <a:lnTo>
                  <a:pt x="6" y="38"/>
                </a:lnTo>
                <a:lnTo>
                  <a:pt x="4" y="34"/>
                </a:lnTo>
                <a:lnTo>
                  <a:pt x="4" y="34"/>
                </a:lnTo>
                <a:lnTo>
                  <a:pt x="4" y="32"/>
                </a:lnTo>
                <a:lnTo>
                  <a:pt x="4" y="16"/>
                </a:lnTo>
                <a:lnTo>
                  <a:pt x="0" y="16"/>
                </a:lnTo>
                <a:lnTo>
                  <a:pt x="0" y="10"/>
                </a:lnTo>
                <a:lnTo>
                  <a:pt x="4" y="10"/>
                </a:lnTo>
                <a:lnTo>
                  <a:pt x="4" y="0"/>
                </a:lnTo>
                <a:lnTo>
                  <a:pt x="14" y="0"/>
                </a:lnTo>
                <a:lnTo>
                  <a:pt x="14" y="10"/>
                </a:lnTo>
                <a:lnTo>
                  <a:pt x="18" y="10"/>
                </a:lnTo>
                <a:lnTo>
                  <a:pt x="18" y="16"/>
                </a:lnTo>
                <a:lnTo>
                  <a:pt x="14" y="16"/>
                </a:lnTo>
                <a:lnTo>
                  <a:pt x="14" y="28"/>
                </a:lnTo>
                <a:lnTo>
                  <a:pt x="14" y="28"/>
                </a:lnTo>
                <a:lnTo>
                  <a:pt x="14" y="30"/>
                </a:lnTo>
                <a:lnTo>
                  <a:pt x="14" y="30"/>
                </a:lnTo>
                <a:lnTo>
                  <a:pt x="16" y="30"/>
                </a:lnTo>
                <a:lnTo>
                  <a:pt x="16" y="30"/>
                </a:lnTo>
                <a:lnTo>
                  <a:pt x="18" y="30"/>
                </a:lnTo>
                <a:lnTo>
                  <a:pt x="18" y="30"/>
                </a:lnTo>
                <a:lnTo>
                  <a:pt x="20" y="30"/>
                </a:lnTo>
                <a:lnTo>
                  <a:pt x="22" y="36"/>
                </a:lnTo>
                <a:lnTo>
                  <a:pt x="22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3" name="Freeform 1451"/>
          <p:cNvSpPr>
            <a:spLocks noEditPoints="1"/>
          </p:cNvSpPr>
          <p:nvPr/>
        </p:nvSpPr>
        <p:spPr bwMode="auto">
          <a:xfrm>
            <a:off x="3887546" y="3705990"/>
            <a:ext cx="29006" cy="116024"/>
          </a:xfrm>
          <a:custGeom>
            <a:avLst/>
            <a:gdLst>
              <a:gd name="T0" fmla="*/ 0 w 10"/>
              <a:gd name="T1" fmla="*/ 40 h 40"/>
              <a:gd name="T2" fmla="*/ 0 w 10"/>
              <a:gd name="T3" fmla="*/ 12 h 40"/>
              <a:gd name="T4" fmla="*/ 10 w 10"/>
              <a:gd name="T5" fmla="*/ 12 h 40"/>
              <a:gd name="T6" fmla="*/ 10 w 10"/>
              <a:gd name="T7" fmla="*/ 40 h 40"/>
              <a:gd name="T8" fmla="*/ 0 w 10"/>
              <a:gd name="T9" fmla="*/ 40 h 40"/>
              <a:gd name="T10" fmla="*/ 0 w 10"/>
              <a:gd name="T11" fmla="*/ 40 h 40"/>
              <a:gd name="T12" fmla="*/ 0 w 10"/>
              <a:gd name="T13" fmla="*/ 8 h 40"/>
              <a:gd name="T14" fmla="*/ 0 w 10"/>
              <a:gd name="T15" fmla="*/ 0 h 40"/>
              <a:gd name="T16" fmla="*/ 10 w 10"/>
              <a:gd name="T17" fmla="*/ 0 h 40"/>
              <a:gd name="T18" fmla="*/ 10 w 10"/>
              <a:gd name="T19" fmla="*/ 8 h 40"/>
              <a:gd name="T20" fmla="*/ 0 w 10"/>
              <a:gd name="T21" fmla="*/ 8 h 40"/>
              <a:gd name="T22" fmla="*/ 0 w 10"/>
              <a:gd name="T23" fmla="*/ 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" h="40">
                <a:moveTo>
                  <a:pt x="0" y="40"/>
                </a:moveTo>
                <a:lnTo>
                  <a:pt x="0" y="12"/>
                </a:lnTo>
                <a:lnTo>
                  <a:pt x="10" y="12"/>
                </a:lnTo>
                <a:lnTo>
                  <a:pt x="10" y="40"/>
                </a:lnTo>
                <a:lnTo>
                  <a:pt x="0" y="40"/>
                </a:lnTo>
                <a:lnTo>
                  <a:pt x="0" y="40"/>
                </a:lnTo>
                <a:close/>
                <a:moveTo>
                  <a:pt x="0" y="8"/>
                </a:moveTo>
                <a:lnTo>
                  <a:pt x="0" y="0"/>
                </a:lnTo>
                <a:lnTo>
                  <a:pt x="10" y="0"/>
                </a:lnTo>
                <a:lnTo>
                  <a:pt x="10" y="8"/>
                </a:lnTo>
                <a:lnTo>
                  <a:pt x="0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4" name="Freeform 1452"/>
          <p:cNvSpPr>
            <a:spLocks noEditPoints="1"/>
          </p:cNvSpPr>
          <p:nvPr/>
        </p:nvSpPr>
        <p:spPr bwMode="auto">
          <a:xfrm>
            <a:off x="3928154" y="3740797"/>
            <a:ext cx="87018" cy="81217"/>
          </a:xfrm>
          <a:custGeom>
            <a:avLst/>
            <a:gdLst>
              <a:gd name="T0" fmla="*/ 16 w 30"/>
              <a:gd name="T1" fmla="*/ 28 h 28"/>
              <a:gd name="T2" fmla="*/ 16 w 30"/>
              <a:gd name="T3" fmla="*/ 28 h 28"/>
              <a:gd name="T4" fmla="*/ 8 w 30"/>
              <a:gd name="T5" fmla="*/ 28 h 28"/>
              <a:gd name="T6" fmla="*/ 8 w 30"/>
              <a:gd name="T7" fmla="*/ 28 h 28"/>
              <a:gd name="T8" fmla="*/ 4 w 30"/>
              <a:gd name="T9" fmla="*/ 24 h 28"/>
              <a:gd name="T10" fmla="*/ 4 w 30"/>
              <a:gd name="T11" fmla="*/ 24 h 28"/>
              <a:gd name="T12" fmla="*/ 0 w 30"/>
              <a:gd name="T13" fmla="*/ 20 h 28"/>
              <a:gd name="T14" fmla="*/ 0 w 30"/>
              <a:gd name="T15" fmla="*/ 20 h 28"/>
              <a:gd name="T16" fmla="*/ 0 w 30"/>
              <a:gd name="T17" fmla="*/ 14 h 28"/>
              <a:gd name="T18" fmla="*/ 0 w 30"/>
              <a:gd name="T19" fmla="*/ 14 h 28"/>
              <a:gd name="T20" fmla="*/ 0 w 30"/>
              <a:gd name="T21" fmla="*/ 8 h 28"/>
              <a:gd name="T22" fmla="*/ 0 w 30"/>
              <a:gd name="T23" fmla="*/ 8 h 28"/>
              <a:gd name="T24" fmla="*/ 4 w 30"/>
              <a:gd name="T25" fmla="*/ 4 h 28"/>
              <a:gd name="T26" fmla="*/ 4 w 30"/>
              <a:gd name="T27" fmla="*/ 4 h 28"/>
              <a:gd name="T28" fmla="*/ 8 w 30"/>
              <a:gd name="T29" fmla="*/ 0 h 28"/>
              <a:gd name="T30" fmla="*/ 8 w 30"/>
              <a:gd name="T31" fmla="*/ 0 h 28"/>
              <a:gd name="T32" fmla="*/ 16 w 30"/>
              <a:gd name="T33" fmla="*/ 0 h 28"/>
              <a:gd name="T34" fmla="*/ 16 w 30"/>
              <a:gd name="T35" fmla="*/ 0 h 28"/>
              <a:gd name="T36" fmla="*/ 22 w 30"/>
              <a:gd name="T37" fmla="*/ 0 h 28"/>
              <a:gd name="T38" fmla="*/ 22 w 30"/>
              <a:gd name="T39" fmla="*/ 0 h 28"/>
              <a:gd name="T40" fmla="*/ 26 w 30"/>
              <a:gd name="T41" fmla="*/ 4 h 28"/>
              <a:gd name="T42" fmla="*/ 26 w 30"/>
              <a:gd name="T43" fmla="*/ 4 h 28"/>
              <a:gd name="T44" fmla="*/ 30 w 30"/>
              <a:gd name="T45" fmla="*/ 8 h 28"/>
              <a:gd name="T46" fmla="*/ 30 w 30"/>
              <a:gd name="T47" fmla="*/ 8 h 28"/>
              <a:gd name="T48" fmla="*/ 30 w 30"/>
              <a:gd name="T49" fmla="*/ 14 h 28"/>
              <a:gd name="T50" fmla="*/ 30 w 30"/>
              <a:gd name="T51" fmla="*/ 14 h 28"/>
              <a:gd name="T52" fmla="*/ 30 w 30"/>
              <a:gd name="T53" fmla="*/ 20 h 28"/>
              <a:gd name="T54" fmla="*/ 30 w 30"/>
              <a:gd name="T55" fmla="*/ 20 h 28"/>
              <a:gd name="T56" fmla="*/ 26 w 30"/>
              <a:gd name="T57" fmla="*/ 24 h 28"/>
              <a:gd name="T58" fmla="*/ 26 w 30"/>
              <a:gd name="T59" fmla="*/ 24 h 28"/>
              <a:gd name="T60" fmla="*/ 22 w 30"/>
              <a:gd name="T61" fmla="*/ 28 h 28"/>
              <a:gd name="T62" fmla="*/ 22 w 30"/>
              <a:gd name="T63" fmla="*/ 28 h 28"/>
              <a:gd name="T64" fmla="*/ 16 w 30"/>
              <a:gd name="T65" fmla="*/ 28 h 28"/>
              <a:gd name="T66" fmla="*/ 16 w 30"/>
              <a:gd name="T67" fmla="*/ 28 h 28"/>
              <a:gd name="T68" fmla="*/ 8 w 30"/>
              <a:gd name="T69" fmla="*/ 14 h 28"/>
              <a:gd name="T70" fmla="*/ 8 w 30"/>
              <a:gd name="T71" fmla="*/ 14 h 28"/>
              <a:gd name="T72" fmla="*/ 10 w 30"/>
              <a:gd name="T73" fmla="*/ 20 h 28"/>
              <a:gd name="T74" fmla="*/ 10 w 30"/>
              <a:gd name="T75" fmla="*/ 20 h 28"/>
              <a:gd name="T76" fmla="*/ 16 w 30"/>
              <a:gd name="T77" fmla="*/ 22 h 28"/>
              <a:gd name="T78" fmla="*/ 16 w 30"/>
              <a:gd name="T79" fmla="*/ 22 h 28"/>
              <a:gd name="T80" fmla="*/ 18 w 30"/>
              <a:gd name="T81" fmla="*/ 20 h 28"/>
              <a:gd name="T82" fmla="*/ 18 w 30"/>
              <a:gd name="T83" fmla="*/ 20 h 28"/>
              <a:gd name="T84" fmla="*/ 20 w 30"/>
              <a:gd name="T85" fmla="*/ 20 h 28"/>
              <a:gd name="T86" fmla="*/ 20 w 30"/>
              <a:gd name="T87" fmla="*/ 20 h 28"/>
              <a:gd name="T88" fmla="*/ 20 w 30"/>
              <a:gd name="T89" fmla="*/ 18 h 28"/>
              <a:gd name="T90" fmla="*/ 20 w 30"/>
              <a:gd name="T91" fmla="*/ 18 h 28"/>
              <a:gd name="T92" fmla="*/ 22 w 30"/>
              <a:gd name="T93" fmla="*/ 14 h 28"/>
              <a:gd name="T94" fmla="*/ 22 w 30"/>
              <a:gd name="T95" fmla="*/ 14 h 28"/>
              <a:gd name="T96" fmla="*/ 20 w 30"/>
              <a:gd name="T97" fmla="*/ 8 h 28"/>
              <a:gd name="T98" fmla="*/ 20 w 30"/>
              <a:gd name="T99" fmla="*/ 8 h 28"/>
              <a:gd name="T100" fmla="*/ 16 w 30"/>
              <a:gd name="T101" fmla="*/ 6 h 28"/>
              <a:gd name="T102" fmla="*/ 16 w 30"/>
              <a:gd name="T103" fmla="*/ 6 h 28"/>
              <a:gd name="T104" fmla="*/ 12 w 30"/>
              <a:gd name="T105" fmla="*/ 8 h 28"/>
              <a:gd name="T106" fmla="*/ 12 w 30"/>
              <a:gd name="T107" fmla="*/ 8 h 28"/>
              <a:gd name="T108" fmla="*/ 10 w 30"/>
              <a:gd name="T109" fmla="*/ 8 h 28"/>
              <a:gd name="T110" fmla="*/ 10 w 30"/>
              <a:gd name="T111" fmla="*/ 8 h 28"/>
              <a:gd name="T112" fmla="*/ 10 w 30"/>
              <a:gd name="T113" fmla="*/ 10 h 28"/>
              <a:gd name="T114" fmla="*/ 10 w 30"/>
              <a:gd name="T115" fmla="*/ 10 h 28"/>
              <a:gd name="T116" fmla="*/ 8 w 30"/>
              <a:gd name="T117" fmla="*/ 14 h 28"/>
              <a:gd name="T118" fmla="*/ 8 w 30"/>
              <a:gd name="T119" fmla="*/ 14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" h="28">
                <a:moveTo>
                  <a:pt x="16" y="28"/>
                </a:moveTo>
                <a:lnTo>
                  <a:pt x="16" y="28"/>
                </a:lnTo>
                <a:lnTo>
                  <a:pt x="8" y="28"/>
                </a:lnTo>
                <a:lnTo>
                  <a:pt x="8" y="28"/>
                </a:lnTo>
                <a:lnTo>
                  <a:pt x="4" y="24"/>
                </a:lnTo>
                <a:lnTo>
                  <a:pt x="4" y="24"/>
                </a:lnTo>
                <a:lnTo>
                  <a:pt x="0" y="20"/>
                </a:lnTo>
                <a:lnTo>
                  <a:pt x="0" y="20"/>
                </a:lnTo>
                <a:lnTo>
                  <a:pt x="0" y="14"/>
                </a:lnTo>
                <a:lnTo>
                  <a:pt x="0" y="14"/>
                </a:lnTo>
                <a:lnTo>
                  <a:pt x="0" y="8"/>
                </a:lnTo>
                <a:lnTo>
                  <a:pt x="0" y="8"/>
                </a:lnTo>
                <a:lnTo>
                  <a:pt x="4" y="4"/>
                </a:lnTo>
                <a:lnTo>
                  <a:pt x="4" y="4"/>
                </a:lnTo>
                <a:lnTo>
                  <a:pt x="8" y="0"/>
                </a:lnTo>
                <a:lnTo>
                  <a:pt x="8" y="0"/>
                </a:lnTo>
                <a:lnTo>
                  <a:pt x="16" y="0"/>
                </a:lnTo>
                <a:lnTo>
                  <a:pt x="16" y="0"/>
                </a:lnTo>
                <a:lnTo>
                  <a:pt x="22" y="0"/>
                </a:lnTo>
                <a:lnTo>
                  <a:pt x="22" y="0"/>
                </a:lnTo>
                <a:lnTo>
                  <a:pt x="26" y="4"/>
                </a:lnTo>
                <a:lnTo>
                  <a:pt x="26" y="4"/>
                </a:lnTo>
                <a:lnTo>
                  <a:pt x="30" y="8"/>
                </a:lnTo>
                <a:lnTo>
                  <a:pt x="30" y="8"/>
                </a:lnTo>
                <a:lnTo>
                  <a:pt x="30" y="14"/>
                </a:lnTo>
                <a:lnTo>
                  <a:pt x="30" y="14"/>
                </a:lnTo>
                <a:lnTo>
                  <a:pt x="30" y="20"/>
                </a:lnTo>
                <a:lnTo>
                  <a:pt x="30" y="20"/>
                </a:lnTo>
                <a:lnTo>
                  <a:pt x="26" y="24"/>
                </a:lnTo>
                <a:lnTo>
                  <a:pt x="26" y="24"/>
                </a:lnTo>
                <a:lnTo>
                  <a:pt x="22" y="28"/>
                </a:lnTo>
                <a:lnTo>
                  <a:pt x="22" y="28"/>
                </a:lnTo>
                <a:lnTo>
                  <a:pt x="16" y="28"/>
                </a:lnTo>
                <a:lnTo>
                  <a:pt x="16" y="28"/>
                </a:lnTo>
                <a:close/>
                <a:moveTo>
                  <a:pt x="8" y="14"/>
                </a:moveTo>
                <a:lnTo>
                  <a:pt x="8" y="14"/>
                </a:lnTo>
                <a:lnTo>
                  <a:pt x="10" y="20"/>
                </a:lnTo>
                <a:lnTo>
                  <a:pt x="10" y="20"/>
                </a:lnTo>
                <a:lnTo>
                  <a:pt x="16" y="22"/>
                </a:lnTo>
                <a:lnTo>
                  <a:pt x="16" y="22"/>
                </a:lnTo>
                <a:lnTo>
                  <a:pt x="18" y="20"/>
                </a:lnTo>
                <a:lnTo>
                  <a:pt x="18" y="20"/>
                </a:lnTo>
                <a:lnTo>
                  <a:pt x="20" y="20"/>
                </a:lnTo>
                <a:lnTo>
                  <a:pt x="20" y="20"/>
                </a:lnTo>
                <a:lnTo>
                  <a:pt x="20" y="18"/>
                </a:lnTo>
                <a:lnTo>
                  <a:pt x="20" y="18"/>
                </a:lnTo>
                <a:lnTo>
                  <a:pt x="22" y="14"/>
                </a:lnTo>
                <a:lnTo>
                  <a:pt x="22" y="14"/>
                </a:lnTo>
                <a:lnTo>
                  <a:pt x="20" y="8"/>
                </a:lnTo>
                <a:lnTo>
                  <a:pt x="20" y="8"/>
                </a:lnTo>
                <a:lnTo>
                  <a:pt x="16" y="6"/>
                </a:lnTo>
                <a:lnTo>
                  <a:pt x="16" y="6"/>
                </a:lnTo>
                <a:lnTo>
                  <a:pt x="12" y="8"/>
                </a:lnTo>
                <a:lnTo>
                  <a:pt x="12" y="8"/>
                </a:lnTo>
                <a:lnTo>
                  <a:pt x="10" y="8"/>
                </a:lnTo>
                <a:lnTo>
                  <a:pt x="10" y="8"/>
                </a:lnTo>
                <a:lnTo>
                  <a:pt x="10" y="10"/>
                </a:lnTo>
                <a:lnTo>
                  <a:pt x="10" y="10"/>
                </a:lnTo>
                <a:lnTo>
                  <a:pt x="8" y="14"/>
                </a:lnTo>
                <a:lnTo>
                  <a:pt x="8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5" name="Freeform 1453"/>
          <p:cNvSpPr/>
          <p:nvPr/>
        </p:nvSpPr>
        <p:spPr bwMode="auto">
          <a:xfrm>
            <a:off x="4026774" y="3740797"/>
            <a:ext cx="81217" cy="81217"/>
          </a:xfrm>
          <a:custGeom>
            <a:avLst/>
            <a:gdLst>
              <a:gd name="T0" fmla="*/ 28 w 28"/>
              <a:gd name="T1" fmla="*/ 28 h 28"/>
              <a:gd name="T2" fmla="*/ 20 w 28"/>
              <a:gd name="T3" fmla="*/ 28 h 28"/>
              <a:gd name="T4" fmla="*/ 20 w 28"/>
              <a:gd name="T5" fmla="*/ 12 h 28"/>
              <a:gd name="T6" fmla="*/ 20 w 28"/>
              <a:gd name="T7" fmla="*/ 12 h 28"/>
              <a:gd name="T8" fmla="*/ 18 w 28"/>
              <a:gd name="T9" fmla="*/ 8 h 28"/>
              <a:gd name="T10" fmla="*/ 18 w 28"/>
              <a:gd name="T11" fmla="*/ 8 h 28"/>
              <a:gd name="T12" fmla="*/ 16 w 28"/>
              <a:gd name="T13" fmla="*/ 6 h 28"/>
              <a:gd name="T14" fmla="*/ 16 w 28"/>
              <a:gd name="T15" fmla="*/ 6 h 28"/>
              <a:gd name="T16" fmla="*/ 14 w 28"/>
              <a:gd name="T17" fmla="*/ 8 h 28"/>
              <a:gd name="T18" fmla="*/ 14 w 28"/>
              <a:gd name="T19" fmla="*/ 8 h 28"/>
              <a:gd name="T20" fmla="*/ 12 w 28"/>
              <a:gd name="T21" fmla="*/ 8 h 28"/>
              <a:gd name="T22" fmla="*/ 12 w 28"/>
              <a:gd name="T23" fmla="*/ 8 h 28"/>
              <a:gd name="T24" fmla="*/ 10 w 28"/>
              <a:gd name="T25" fmla="*/ 10 h 28"/>
              <a:gd name="T26" fmla="*/ 10 w 28"/>
              <a:gd name="T27" fmla="*/ 10 h 28"/>
              <a:gd name="T28" fmla="*/ 10 w 28"/>
              <a:gd name="T29" fmla="*/ 12 h 28"/>
              <a:gd name="T30" fmla="*/ 10 w 28"/>
              <a:gd name="T31" fmla="*/ 28 h 28"/>
              <a:gd name="T32" fmla="*/ 0 w 28"/>
              <a:gd name="T33" fmla="*/ 28 h 28"/>
              <a:gd name="T34" fmla="*/ 0 w 28"/>
              <a:gd name="T35" fmla="*/ 0 h 28"/>
              <a:gd name="T36" fmla="*/ 8 w 28"/>
              <a:gd name="T37" fmla="*/ 0 h 28"/>
              <a:gd name="T38" fmla="*/ 8 w 28"/>
              <a:gd name="T39" fmla="*/ 4 h 28"/>
              <a:gd name="T40" fmla="*/ 8 w 28"/>
              <a:gd name="T41" fmla="*/ 4 h 28"/>
              <a:gd name="T42" fmla="*/ 14 w 28"/>
              <a:gd name="T43" fmla="*/ 0 h 28"/>
              <a:gd name="T44" fmla="*/ 14 w 28"/>
              <a:gd name="T45" fmla="*/ 0 h 28"/>
              <a:gd name="T46" fmla="*/ 20 w 28"/>
              <a:gd name="T47" fmla="*/ 0 h 28"/>
              <a:gd name="T48" fmla="*/ 20 w 28"/>
              <a:gd name="T49" fmla="*/ 0 h 28"/>
              <a:gd name="T50" fmla="*/ 24 w 28"/>
              <a:gd name="T51" fmla="*/ 0 h 28"/>
              <a:gd name="T52" fmla="*/ 24 w 28"/>
              <a:gd name="T53" fmla="*/ 0 h 28"/>
              <a:gd name="T54" fmla="*/ 28 w 28"/>
              <a:gd name="T55" fmla="*/ 2 h 28"/>
              <a:gd name="T56" fmla="*/ 28 w 28"/>
              <a:gd name="T57" fmla="*/ 2 h 28"/>
              <a:gd name="T58" fmla="*/ 28 w 28"/>
              <a:gd name="T59" fmla="*/ 6 h 28"/>
              <a:gd name="T60" fmla="*/ 28 w 28"/>
              <a:gd name="T61" fmla="*/ 6 h 28"/>
              <a:gd name="T62" fmla="*/ 28 w 28"/>
              <a:gd name="T63" fmla="*/ 10 h 28"/>
              <a:gd name="T64" fmla="*/ 28 w 28"/>
              <a:gd name="T65" fmla="*/ 28 h 28"/>
              <a:gd name="T66" fmla="*/ 28 w 28"/>
              <a:gd name="T67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" h="28">
                <a:moveTo>
                  <a:pt x="28" y="28"/>
                </a:moveTo>
                <a:lnTo>
                  <a:pt x="20" y="28"/>
                </a:lnTo>
                <a:lnTo>
                  <a:pt x="20" y="12"/>
                </a:lnTo>
                <a:lnTo>
                  <a:pt x="20" y="12"/>
                </a:lnTo>
                <a:lnTo>
                  <a:pt x="18" y="8"/>
                </a:lnTo>
                <a:lnTo>
                  <a:pt x="18" y="8"/>
                </a:lnTo>
                <a:lnTo>
                  <a:pt x="16" y="6"/>
                </a:lnTo>
                <a:lnTo>
                  <a:pt x="16" y="6"/>
                </a:lnTo>
                <a:lnTo>
                  <a:pt x="14" y="8"/>
                </a:lnTo>
                <a:lnTo>
                  <a:pt x="14" y="8"/>
                </a:lnTo>
                <a:lnTo>
                  <a:pt x="12" y="8"/>
                </a:lnTo>
                <a:lnTo>
                  <a:pt x="12" y="8"/>
                </a:lnTo>
                <a:lnTo>
                  <a:pt x="10" y="10"/>
                </a:lnTo>
                <a:lnTo>
                  <a:pt x="10" y="10"/>
                </a:lnTo>
                <a:lnTo>
                  <a:pt x="10" y="12"/>
                </a:lnTo>
                <a:lnTo>
                  <a:pt x="10" y="28"/>
                </a:lnTo>
                <a:lnTo>
                  <a:pt x="0" y="28"/>
                </a:lnTo>
                <a:lnTo>
                  <a:pt x="0" y="0"/>
                </a:lnTo>
                <a:lnTo>
                  <a:pt x="8" y="0"/>
                </a:lnTo>
                <a:lnTo>
                  <a:pt x="8" y="4"/>
                </a:lnTo>
                <a:lnTo>
                  <a:pt x="8" y="4"/>
                </a:lnTo>
                <a:lnTo>
                  <a:pt x="14" y="0"/>
                </a:lnTo>
                <a:lnTo>
                  <a:pt x="14" y="0"/>
                </a:lnTo>
                <a:lnTo>
                  <a:pt x="20" y="0"/>
                </a:lnTo>
                <a:lnTo>
                  <a:pt x="20" y="0"/>
                </a:lnTo>
                <a:lnTo>
                  <a:pt x="24" y="0"/>
                </a:lnTo>
                <a:lnTo>
                  <a:pt x="24" y="0"/>
                </a:lnTo>
                <a:lnTo>
                  <a:pt x="28" y="2"/>
                </a:lnTo>
                <a:lnTo>
                  <a:pt x="28" y="2"/>
                </a:lnTo>
                <a:lnTo>
                  <a:pt x="28" y="6"/>
                </a:lnTo>
                <a:lnTo>
                  <a:pt x="28" y="6"/>
                </a:lnTo>
                <a:lnTo>
                  <a:pt x="28" y="10"/>
                </a:lnTo>
                <a:lnTo>
                  <a:pt x="28" y="28"/>
                </a:lnTo>
                <a:lnTo>
                  <a:pt x="28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6" name="Freeform 1454"/>
          <p:cNvSpPr>
            <a:spLocks noEditPoints="1"/>
          </p:cNvSpPr>
          <p:nvPr/>
        </p:nvSpPr>
        <p:spPr bwMode="auto">
          <a:xfrm>
            <a:off x="4148599" y="3711791"/>
            <a:ext cx="110222" cy="110222"/>
          </a:xfrm>
          <a:custGeom>
            <a:avLst/>
            <a:gdLst>
              <a:gd name="T0" fmla="*/ 14 w 38"/>
              <a:gd name="T1" fmla="*/ 0 h 38"/>
              <a:gd name="T2" fmla="*/ 22 w 38"/>
              <a:gd name="T3" fmla="*/ 0 h 38"/>
              <a:gd name="T4" fmla="*/ 38 w 38"/>
              <a:gd name="T5" fmla="*/ 38 h 38"/>
              <a:gd name="T6" fmla="*/ 28 w 38"/>
              <a:gd name="T7" fmla="*/ 38 h 38"/>
              <a:gd name="T8" fmla="*/ 24 w 38"/>
              <a:gd name="T9" fmla="*/ 30 h 38"/>
              <a:gd name="T10" fmla="*/ 12 w 38"/>
              <a:gd name="T11" fmla="*/ 30 h 38"/>
              <a:gd name="T12" fmla="*/ 10 w 38"/>
              <a:gd name="T13" fmla="*/ 38 h 38"/>
              <a:gd name="T14" fmla="*/ 0 w 38"/>
              <a:gd name="T15" fmla="*/ 38 h 38"/>
              <a:gd name="T16" fmla="*/ 14 w 38"/>
              <a:gd name="T17" fmla="*/ 0 h 38"/>
              <a:gd name="T18" fmla="*/ 14 w 38"/>
              <a:gd name="T19" fmla="*/ 0 h 38"/>
              <a:gd name="T20" fmla="*/ 24 w 38"/>
              <a:gd name="T21" fmla="*/ 24 h 38"/>
              <a:gd name="T22" fmla="*/ 18 w 38"/>
              <a:gd name="T23" fmla="*/ 10 h 38"/>
              <a:gd name="T24" fmla="*/ 14 w 38"/>
              <a:gd name="T25" fmla="*/ 24 h 38"/>
              <a:gd name="T26" fmla="*/ 24 w 38"/>
              <a:gd name="T27" fmla="*/ 24 h 38"/>
              <a:gd name="T28" fmla="*/ 24 w 38"/>
              <a:gd name="T29" fmla="*/ 24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8" h="38">
                <a:moveTo>
                  <a:pt x="14" y="0"/>
                </a:moveTo>
                <a:lnTo>
                  <a:pt x="22" y="0"/>
                </a:lnTo>
                <a:lnTo>
                  <a:pt x="38" y="38"/>
                </a:lnTo>
                <a:lnTo>
                  <a:pt x="28" y="38"/>
                </a:lnTo>
                <a:lnTo>
                  <a:pt x="24" y="30"/>
                </a:lnTo>
                <a:lnTo>
                  <a:pt x="12" y="30"/>
                </a:lnTo>
                <a:lnTo>
                  <a:pt x="10" y="38"/>
                </a:lnTo>
                <a:lnTo>
                  <a:pt x="0" y="38"/>
                </a:lnTo>
                <a:lnTo>
                  <a:pt x="14" y="0"/>
                </a:lnTo>
                <a:lnTo>
                  <a:pt x="14" y="0"/>
                </a:lnTo>
                <a:close/>
                <a:moveTo>
                  <a:pt x="24" y="24"/>
                </a:moveTo>
                <a:lnTo>
                  <a:pt x="18" y="10"/>
                </a:lnTo>
                <a:lnTo>
                  <a:pt x="14" y="24"/>
                </a:lnTo>
                <a:lnTo>
                  <a:pt x="24" y="24"/>
                </a:lnTo>
                <a:lnTo>
                  <a:pt x="24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7" name="Freeform 1455"/>
          <p:cNvSpPr/>
          <p:nvPr/>
        </p:nvSpPr>
        <p:spPr bwMode="auto">
          <a:xfrm>
            <a:off x="7722127" y="3537756"/>
            <a:ext cx="678738" cy="34807"/>
          </a:xfrm>
          <a:custGeom>
            <a:avLst/>
            <a:gdLst>
              <a:gd name="T0" fmla="*/ 6 w 234"/>
              <a:gd name="T1" fmla="*/ 12 h 12"/>
              <a:gd name="T2" fmla="*/ 6 w 234"/>
              <a:gd name="T3" fmla="*/ 12 h 12"/>
              <a:gd name="T4" fmla="*/ 2 w 234"/>
              <a:gd name="T5" fmla="*/ 10 h 12"/>
              <a:gd name="T6" fmla="*/ 0 w 234"/>
              <a:gd name="T7" fmla="*/ 6 h 12"/>
              <a:gd name="T8" fmla="*/ 0 w 234"/>
              <a:gd name="T9" fmla="*/ 6 h 12"/>
              <a:gd name="T10" fmla="*/ 2 w 234"/>
              <a:gd name="T11" fmla="*/ 2 h 12"/>
              <a:gd name="T12" fmla="*/ 6 w 234"/>
              <a:gd name="T13" fmla="*/ 0 h 12"/>
              <a:gd name="T14" fmla="*/ 228 w 234"/>
              <a:gd name="T15" fmla="*/ 0 h 12"/>
              <a:gd name="T16" fmla="*/ 228 w 234"/>
              <a:gd name="T17" fmla="*/ 0 h 12"/>
              <a:gd name="T18" fmla="*/ 232 w 234"/>
              <a:gd name="T19" fmla="*/ 2 h 12"/>
              <a:gd name="T20" fmla="*/ 234 w 234"/>
              <a:gd name="T21" fmla="*/ 6 h 12"/>
              <a:gd name="T22" fmla="*/ 234 w 234"/>
              <a:gd name="T23" fmla="*/ 6 h 12"/>
              <a:gd name="T24" fmla="*/ 232 w 234"/>
              <a:gd name="T25" fmla="*/ 10 h 12"/>
              <a:gd name="T26" fmla="*/ 228 w 234"/>
              <a:gd name="T27" fmla="*/ 12 h 12"/>
              <a:gd name="T28" fmla="*/ 6 w 234"/>
              <a:gd name="T29" fmla="*/ 12 h 12"/>
              <a:gd name="T30" fmla="*/ 6 w 234"/>
              <a:gd name="T31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4" h="12">
                <a:moveTo>
                  <a:pt x="6" y="12"/>
                </a:moveTo>
                <a:lnTo>
                  <a:pt x="6" y="12"/>
                </a:lnTo>
                <a:lnTo>
                  <a:pt x="2" y="10"/>
                </a:lnTo>
                <a:lnTo>
                  <a:pt x="0" y="6"/>
                </a:lnTo>
                <a:lnTo>
                  <a:pt x="0" y="6"/>
                </a:lnTo>
                <a:lnTo>
                  <a:pt x="2" y="2"/>
                </a:lnTo>
                <a:lnTo>
                  <a:pt x="6" y="0"/>
                </a:lnTo>
                <a:lnTo>
                  <a:pt x="228" y="0"/>
                </a:lnTo>
                <a:lnTo>
                  <a:pt x="228" y="0"/>
                </a:lnTo>
                <a:lnTo>
                  <a:pt x="232" y="2"/>
                </a:lnTo>
                <a:lnTo>
                  <a:pt x="234" y="6"/>
                </a:lnTo>
                <a:lnTo>
                  <a:pt x="234" y="6"/>
                </a:lnTo>
                <a:lnTo>
                  <a:pt x="232" y="10"/>
                </a:lnTo>
                <a:lnTo>
                  <a:pt x="228" y="12"/>
                </a:lnTo>
                <a:lnTo>
                  <a:pt x="6" y="12"/>
                </a:lnTo>
                <a:lnTo>
                  <a:pt x="6" y="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8" name="Freeform 1456"/>
          <p:cNvSpPr>
            <a:spLocks noEditPoints="1"/>
          </p:cNvSpPr>
          <p:nvPr/>
        </p:nvSpPr>
        <p:spPr bwMode="auto">
          <a:xfrm>
            <a:off x="7727929" y="3711791"/>
            <a:ext cx="110222" cy="110222"/>
          </a:xfrm>
          <a:custGeom>
            <a:avLst/>
            <a:gdLst>
              <a:gd name="T0" fmla="*/ 20 w 38"/>
              <a:gd name="T1" fmla="*/ 38 h 38"/>
              <a:gd name="T2" fmla="*/ 12 w 38"/>
              <a:gd name="T3" fmla="*/ 36 h 38"/>
              <a:gd name="T4" fmla="*/ 6 w 38"/>
              <a:gd name="T5" fmla="*/ 32 h 38"/>
              <a:gd name="T6" fmla="*/ 2 w 38"/>
              <a:gd name="T7" fmla="*/ 26 h 38"/>
              <a:gd name="T8" fmla="*/ 0 w 38"/>
              <a:gd name="T9" fmla="*/ 18 h 38"/>
              <a:gd name="T10" fmla="*/ 2 w 38"/>
              <a:gd name="T11" fmla="*/ 12 h 38"/>
              <a:gd name="T12" fmla="*/ 6 w 38"/>
              <a:gd name="T13" fmla="*/ 6 h 38"/>
              <a:gd name="T14" fmla="*/ 12 w 38"/>
              <a:gd name="T15" fmla="*/ 0 h 38"/>
              <a:gd name="T16" fmla="*/ 20 w 38"/>
              <a:gd name="T17" fmla="*/ 0 h 38"/>
              <a:gd name="T18" fmla="*/ 28 w 38"/>
              <a:gd name="T19" fmla="*/ 0 h 38"/>
              <a:gd name="T20" fmla="*/ 34 w 38"/>
              <a:gd name="T21" fmla="*/ 6 h 38"/>
              <a:gd name="T22" fmla="*/ 38 w 38"/>
              <a:gd name="T23" fmla="*/ 12 h 38"/>
              <a:gd name="T24" fmla="*/ 38 w 38"/>
              <a:gd name="T25" fmla="*/ 20 h 38"/>
              <a:gd name="T26" fmla="*/ 38 w 38"/>
              <a:gd name="T27" fmla="*/ 26 h 38"/>
              <a:gd name="T28" fmla="*/ 34 w 38"/>
              <a:gd name="T29" fmla="*/ 32 h 38"/>
              <a:gd name="T30" fmla="*/ 28 w 38"/>
              <a:gd name="T31" fmla="*/ 38 h 38"/>
              <a:gd name="T32" fmla="*/ 20 w 38"/>
              <a:gd name="T33" fmla="*/ 38 h 38"/>
              <a:gd name="T34" fmla="*/ 10 w 38"/>
              <a:gd name="T35" fmla="*/ 18 h 38"/>
              <a:gd name="T36" fmla="*/ 10 w 38"/>
              <a:gd name="T37" fmla="*/ 24 h 38"/>
              <a:gd name="T38" fmla="*/ 12 w 38"/>
              <a:gd name="T39" fmla="*/ 28 h 38"/>
              <a:gd name="T40" fmla="*/ 14 w 38"/>
              <a:gd name="T41" fmla="*/ 30 h 38"/>
              <a:gd name="T42" fmla="*/ 20 w 38"/>
              <a:gd name="T43" fmla="*/ 30 h 38"/>
              <a:gd name="T44" fmla="*/ 24 w 38"/>
              <a:gd name="T45" fmla="*/ 30 h 38"/>
              <a:gd name="T46" fmla="*/ 28 w 38"/>
              <a:gd name="T47" fmla="*/ 26 h 38"/>
              <a:gd name="T48" fmla="*/ 28 w 38"/>
              <a:gd name="T49" fmla="*/ 24 h 38"/>
              <a:gd name="T50" fmla="*/ 30 w 38"/>
              <a:gd name="T51" fmla="*/ 18 h 38"/>
              <a:gd name="T52" fmla="*/ 28 w 38"/>
              <a:gd name="T53" fmla="*/ 14 h 38"/>
              <a:gd name="T54" fmla="*/ 26 w 38"/>
              <a:gd name="T55" fmla="*/ 10 h 38"/>
              <a:gd name="T56" fmla="*/ 24 w 38"/>
              <a:gd name="T57" fmla="*/ 8 h 38"/>
              <a:gd name="T58" fmla="*/ 20 w 38"/>
              <a:gd name="T59" fmla="*/ 8 h 38"/>
              <a:gd name="T60" fmla="*/ 14 w 38"/>
              <a:gd name="T61" fmla="*/ 8 h 38"/>
              <a:gd name="T62" fmla="*/ 12 w 38"/>
              <a:gd name="T63" fmla="*/ 10 h 38"/>
              <a:gd name="T64" fmla="*/ 10 w 38"/>
              <a:gd name="T65" fmla="*/ 14 h 38"/>
              <a:gd name="T66" fmla="*/ 10 w 38"/>
              <a:gd name="T67" fmla="*/ 1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8" h="38">
                <a:moveTo>
                  <a:pt x="20" y="38"/>
                </a:moveTo>
                <a:lnTo>
                  <a:pt x="20" y="38"/>
                </a:lnTo>
                <a:lnTo>
                  <a:pt x="12" y="36"/>
                </a:lnTo>
                <a:lnTo>
                  <a:pt x="12" y="36"/>
                </a:lnTo>
                <a:lnTo>
                  <a:pt x="6" y="32"/>
                </a:lnTo>
                <a:lnTo>
                  <a:pt x="6" y="32"/>
                </a:lnTo>
                <a:lnTo>
                  <a:pt x="2" y="26"/>
                </a:lnTo>
                <a:lnTo>
                  <a:pt x="2" y="26"/>
                </a:lnTo>
                <a:lnTo>
                  <a:pt x="0" y="18"/>
                </a:lnTo>
                <a:lnTo>
                  <a:pt x="0" y="18"/>
                </a:lnTo>
                <a:lnTo>
                  <a:pt x="2" y="12"/>
                </a:lnTo>
                <a:lnTo>
                  <a:pt x="2" y="12"/>
                </a:lnTo>
                <a:lnTo>
                  <a:pt x="6" y="6"/>
                </a:lnTo>
                <a:lnTo>
                  <a:pt x="6" y="6"/>
                </a:lnTo>
                <a:lnTo>
                  <a:pt x="12" y="0"/>
                </a:lnTo>
                <a:lnTo>
                  <a:pt x="12" y="0"/>
                </a:lnTo>
                <a:lnTo>
                  <a:pt x="20" y="0"/>
                </a:lnTo>
                <a:lnTo>
                  <a:pt x="20" y="0"/>
                </a:lnTo>
                <a:lnTo>
                  <a:pt x="28" y="0"/>
                </a:lnTo>
                <a:lnTo>
                  <a:pt x="28" y="0"/>
                </a:lnTo>
                <a:lnTo>
                  <a:pt x="34" y="6"/>
                </a:lnTo>
                <a:lnTo>
                  <a:pt x="34" y="6"/>
                </a:lnTo>
                <a:lnTo>
                  <a:pt x="38" y="12"/>
                </a:lnTo>
                <a:lnTo>
                  <a:pt x="38" y="12"/>
                </a:lnTo>
                <a:lnTo>
                  <a:pt x="38" y="20"/>
                </a:lnTo>
                <a:lnTo>
                  <a:pt x="38" y="20"/>
                </a:lnTo>
                <a:lnTo>
                  <a:pt x="38" y="26"/>
                </a:lnTo>
                <a:lnTo>
                  <a:pt x="38" y="26"/>
                </a:lnTo>
                <a:lnTo>
                  <a:pt x="34" y="32"/>
                </a:lnTo>
                <a:lnTo>
                  <a:pt x="34" y="32"/>
                </a:lnTo>
                <a:lnTo>
                  <a:pt x="28" y="38"/>
                </a:lnTo>
                <a:lnTo>
                  <a:pt x="28" y="38"/>
                </a:lnTo>
                <a:lnTo>
                  <a:pt x="20" y="38"/>
                </a:lnTo>
                <a:lnTo>
                  <a:pt x="20" y="38"/>
                </a:lnTo>
                <a:close/>
                <a:moveTo>
                  <a:pt x="10" y="18"/>
                </a:moveTo>
                <a:lnTo>
                  <a:pt x="10" y="18"/>
                </a:lnTo>
                <a:lnTo>
                  <a:pt x="10" y="24"/>
                </a:lnTo>
                <a:lnTo>
                  <a:pt x="10" y="24"/>
                </a:lnTo>
                <a:lnTo>
                  <a:pt x="12" y="28"/>
                </a:lnTo>
                <a:lnTo>
                  <a:pt x="12" y="28"/>
                </a:lnTo>
                <a:lnTo>
                  <a:pt x="14" y="30"/>
                </a:lnTo>
                <a:lnTo>
                  <a:pt x="14" y="30"/>
                </a:lnTo>
                <a:lnTo>
                  <a:pt x="20" y="30"/>
                </a:lnTo>
                <a:lnTo>
                  <a:pt x="20" y="30"/>
                </a:lnTo>
                <a:lnTo>
                  <a:pt x="24" y="30"/>
                </a:lnTo>
                <a:lnTo>
                  <a:pt x="24" y="30"/>
                </a:lnTo>
                <a:lnTo>
                  <a:pt x="28" y="26"/>
                </a:lnTo>
                <a:lnTo>
                  <a:pt x="28" y="26"/>
                </a:lnTo>
                <a:lnTo>
                  <a:pt x="28" y="24"/>
                </a:lnTo>
                <a:lnTo>
                  <a:pt x="28" y="24"/>
                </a:lnTo>
                <a:lnTo>
                  <a:pt x="30" y="18"/>
                </a:lnTo>
                <a:lnTo>
                  <a:pt x="30" y="18"/>
                </a:lnTo>
                <a:lnTo>
                  <a:pt x="28" y="14"/>
                </a:lnTo>
                <a:lnTo>
                  <a:pt x="28" y="14"/>
                </a:lnTo>
                <a:lnTo>
                  <a:pt x="26" y="10"/>
                </a:lnTo>
                <a:lnTo>
                  <a:pt x="26" y="10"/>
                </a:lnTo>
                <a:lnTo>
                  <a:pt x="24" y="8"/>
                </a:lnTo>
                <a:lnTo>
                  <a:pt x="24" y="8"/>
                </a:lnTo>
                <a:lnTo>
                  <a:pt x="20" y="8"/>
                </a:lnTo>
                <a:lnTo>
                  <a:pt x="20" y="8"/>
                </a:lnTo>
                <a:lnTo>
                  <a:pt x="14" y="8"/>
                </a:lnTo>
                <a:lnTo>
                  <a:pt x="14" y="8"/>
                </a:lnTo>
                <a:lnTo>
                  <a:pt x="12" y="10"/>
                </a:lnTo>
                <a:lnTo>
                  <a:pt x="12" y="10"/>
                </a:lnTo>
                <a:lnTo>
                  <a:pt x="10" y="14"/>
                </a:lnTo>
                <a:lnTo>
                  <a:pt x="10" y="14"/>
                </a:lnTo>
                <a:lnTo>
                  <a:pt x="10" y="18"/>
                </a:lnTo>
                <a:lnTo>
                  <a:pt x="10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9" name="Freeform 1457"/>
          <p:cNvSpPr>
            <a:spLocks noEditPoints="1"/>
          </p:cNvSpPr>
          <p:nvPr/>
        </p:nvSpPr>
        <p:spPr bwMode="auto">
          <a:xfrm>
            <a:off x="7855555" y="3740797"/>
            <a:ext cx="87018" cy="116024"/>
          </a:xfrm>
          <a:custGeom>
            <a:avLst/>
            <a:gdLst>
              <a:gd name="T0" fmla="*/ 18 w 30"/>
              <a:gd name="T1" fmla="*/ 28 h 40"/>
              <a:gd name="T2" fmla="*/ 18 w 30"/>
              <a:gd name="T3" fmla="*/ 28 h 40"/>
              <a:gd name="T4" fmla="*/ 12 w 30"/>
              <a:gd name="T5" fmla="*/ 28 h 40"/>
              <a:gd name="T6" fmla="*/ 12 w 30"/>
              <a:gd name="T7" fmla="*/ 28 h 40"/>
              <a:gd name="T8" fmla="*/ 8 w 30"/>
              <a:gd name="T9" fmla="*/ 24 h 40"/>
              <a:gd name="T10" fmla="*/ 8 w 30"/>
              <a:gd name="T11" fmla="*/ 40 h 40"/>
              <a:gd name="T12" fmla="*/ 0 w 30"/>
              <a:gd name="T13" fmla="*/ 40 h 40"/>
              <a:gd name="T14" fmla="*/ 0 w 30"/>
              <a:gd name="T15" fmla="*/ 0 h 40"/>
              <a:gd name="T16" fmla="*/ 6 w 30"/>
              <a:gd name="T17" fmla="*/ 0 h 40"/>
              <a:gd name="T18" fmla="*/ 6 w 30"/>
              <a:gd name="T19" fmla="*/ 4 h 40"/>
              <a:gd name="T20" fmla="*/ 6 w 30"/>
              <a:gd name="T21" fmla="*/ 4 h 40"/>
              <a:gd name="T22" fmla="*/ 10 w 30"/>
              <a:gd name="T23" fmla="*/ 0 h 40"/>
              <a:gd name="T24" fmla="*/ 10 w 30"/>
              <a:gd name="T25" fmla="*/ 0 h 40"/>
              <a:gd name="T26" fmla="*/ 16 w 30"/>
              <a:gd name="T27" fmla="*/ 0 h 40"/>
              <a:gd name="T28" fmla="*/ 16 w 30"/>
              <a:gd name="T29" fmla="*/ 0 h 40"/>
              <a:gd name="T30" fmla="*/ 22 w 30"/>
              <a:gd name="T31" fmla="*/ 0 h 40"/>
              <a:gd name="T32" fmla="*/ 22 w 30"/>
              <a:gd name="T33" fmla="*/ 0 h 40"/>
              <a:gd name="T34" fmla="*/ 26 w 30"/>
              <a:gd name="T35" fmla="*/ 4 h 40"/>
              <a:gd name="T36" fmla="*/ 26 w 30"/>
              <a:gd name="T37" fmla="*/ 4 h 40"/>
              <a:gd name="T38" fmla="*/ 28 w 30"/>
              <a:gd name="T39" fmla="*/ 8 h 40"/>
              <a:gd name="T40" fmla="*/ 28 w 30"/>
              <a:gd name="T41" fmla="*/ 8 h 40"/>
              <a:gd name="T42" fmla="*/ 30 w 30"/>
              <a:gd name="T43" fmla="*/ 14 h 40"/>
              <a:gd name="T44" fmla="*/ 30 w 30"/>
              <a:gd name="T45" fmla="*/ 14 h 40"/>
              <a:gd name="T46" fmla="*/ 28 w 30"/>
              <a:gd name="T47" fmla="*/ 20 h 40"/>
              <a:gd name="T48" fmla="*/ 28 w 30"/>
              <a:gd name="T49" fmla="*/ 20 h 40"/>
              <a:gd name="T50" fmla="*/ 26 w 30"/>
              <a:gd name="T51" fmla="*/ 24 h 40"/>
              <a:gd name="T52" fmla="*/ 26 w 30"/>
              <a:gd name="T53" fmla="*/ 24 h 40"/>
              <a:gd name="T54" fmla="*/ 22 w 30"/>
              <a:gd name="T55" fmla="*/ 28 h 40"/>
              <a:gd name="T56" fmla="*/ 22 w 30"/>
              <a:gd name="T57" fmla="*/ 28 h 40"/>
              <a:gd name="T58" fmla="*/ 18 w 30"/>
              <a:gd name="T59" fmla="*/ 28 h 40"/>
              <a:gd name="T60" fmla="*/ 18 w 30"/>
              <a:gd name="T61" fmla="*/ 28 h 40"/>
              <a:gd name="T62" fmla="*/ 14 w 30"/>
              <a:gd name="T63" fmla="*/ 22 h 40"/>
              <a:gd name="T64" fmla="*/ 14 w 30"/>
              <a:gd name="T65" fmla="*/ 22 h 40"/>
              <a:gd name="T66" fmla="*/ 18 w 30"/>
              <a:gd name="T67" fmla="*/ 20 h 40"/>
              <a:gd name="T68" fmla="*/ 18 w 30"/>
              <a:gd name="T69" fmla="*/ 20 h 40"/>
              <a:gd name="T70" fmla="*/ 20 w 30"/>
              <a:gd name="T71" fmla="*/ 20 h 40"/>
              <a:gd name="T72" fmla="*/ 20 w 30"/>
              <a:gd name="T73" fmla="*/ 20 h 40"/>
              <a:gd name="T74" fmla="*/ 20 w 30"/>
              <a:gd name="T75" fmla="*/ 16 h 40"/>
              <a:gd name="T76" fmla="*/ 20 w 30"/>
              <a:gd name="T77" fmla="*/ 16 h 40"/>
              <a:gd name="T78" fmla="*/ 20 w 30"/>
              <a:gd name="T79" fmla="*/ 14 h 40"/>
              <a:gd name="T80" fmla="*/ 20 w 30"/>
              <a:gd name="T81" fmla="*/ 14 h 40"/>
              <a:gd name="T82" fmla="*/ 20 w 30"/>
              <a:gd name="T83" fmla="*/ 10 h 40"/>
              <a:gd name="T84" fmla="*/ 20 w 30"/>
              <a:gd name="T85" fmla="*/ 10 h 40"/>
              <a:gd name="T86" fmla="*/ 20 w 30"/>
              <a:gd name="T87" fmla="*/ 8 h 40"/>
              <a:gd name="T88" fmla="*/ 20 w 30"/>
              <a:gd name="T89" fmla="*/ 8 h 40"/>
              <a:gd name="T90" fmla="*/ 16 w 30"/>
              <a:gd name="T91" fmla="*/ 8 h 40"/>
              <a:gd name="T92" fmla="*/ 16 w 30"/>
              <a:gd name="T93" fmla="*/ 8 h 40"/>
              <a:gd name="T94" fmla="*/ 14 w 30"/>
              <a:gd name="T95" fmla="*/ 6 h 40"/>
              <a:gd name="T96" fmla="*/ 14 w 30"/>
              <a:gd name="T97" fmla="*/ 6 h 40"/>
              <a:gd name="T98" fmla="*/ 10 w 30"/>
              <a:gd name="T99" fmla="*/ 8 h 40"/>
              <a:gd name="T100" fmla="*/ 10 w 30"/>
              <a:gd name="T101" fmla="*/ 8 h 40"/>
              <a:gd name="T102" fmla="*/ 8 w 30"/>
              <a:gd name="T103" fmla="*/ 10 h 40"/>
              <a:gd name="T104" fmla="*/ 8 w 30"/>
              <a:gd name="T105" fmla="*/ 16 h 40"/>
              <a:gd name="T106" fmla="*/ 8 w 30"/>
              <a:gd name="T107" fmla="*/ 16 h 40"/>
              <a:gd name="T108" fmla="*/ 10 w 30"/>
              <a:gd name="T109" fmla="*/ 20 h 40"/>
              <a:gd name="T110" fmla="*/ 10 w 30"/>
              <a:gd name="T111" fmla="*/ 20 h 40"/>
              <a:gd name="T112" fmla="*/ 14 w 30"/>
              <a:gd name="T113" fmla="*/ 22 h 40"/>
              <a:gd name="T114" fmla="*/ 14 w 30"/>
              <a:gd name="T115" fmla="*/ 22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" h="40">
                <a:moveTo>
                  <a:pt x="18" y="28"/>
                </a:moveTo>
                <a:lnTo>
                  <a:pt x="18" y="28"/>
                </a:lnTo>
                <a:lnTo>
                  <a:pt x="12" y="28"/>
                </a:lnTo>
                <a:lnTo>
                  <a:pt x="12" y="28"/>
                </a:lnTo>
                <a:lnTo>
                  <a:pt x="8" y="24"/>
                </a:lnTo>
                <a:lnTo>
                  <a:pt x="8" y="40"/>
                </a:lnTo>
                <a:lnTo>
                  <a:pt x="0" y="40"/>
                </a:lnTo>
                <a:lnTo>
                  <a:pt x="0" y="0"/>
                </a:lnTo>
                <a:lnTo>
                  <a:pt x="6" y="0"/>
                </a:lnTo>
                <a:lnTo>
                  <a:pt x="6" y="4"/>
                </a:lnTo>
                <a:lnTo>
                  <a:pt x="6" y="4"/>
                </a:lnTo>
                <a:lnTo>
                  <a:pt x="10" y="0"/>
                </a:lnTo>
                <a:lnTo>
                  <a:pt x="10" y="0"/>
                </a:lnTo>
                <a:lnTo>
                  <a:pt x="16" y="0"/>
                </a:lnTo>
                <a:lnTo>
                  <a:pt x="16" y="0"/>
                </a:lnTo>
                <a:lnTo>
                  <a:pt x="22" y="0"/>
                </a:lnTo>
                <a:lnTo>
                  <a:pt x="22" y="0"/>
                </a:lnTo>
                <a:lnTo>
                  <a:pt x="26" y="4"/>
                </a:lnTo>
                <a:lnTo>
                  <a:pt x="26" y="4"/>
                </a:lnTo>
                <a:lnTo>
                  <a:pt x="28" y="8"/>
                </a:lnTo>
                <a:lnTo>
                  <a:pt x="28" y="8"/>
                </a:lnTo>
                <a:lnTo>
                  <a:pt x="30" y="14"/>
                </a:lnTo>
                <a:lnTo>
                  <a:pt x="30" y="14"/>
                </a:lnTo>
                <a:lnTo>
                  <a:pt x="28" y="20"/>
                </a:lnTo>
                <a:lnTo>
                  <a:pt x="28" y="20"/>
                </a:lnTo>
                <a:lnTo>
                  <a:pt x="26" y="24"/>
                </a:lnTo>
                <a:lnTo>
                  <a:pt x="26" y="24"/>
                </a:lnTo>
                <a:lnTo>
                  <a:pt x="22" y="28"/>
                </a:lnTo>
                <a:lnTo>
                  <a:pt x="22" y="28"/>
                </a:lnTo>
                <a:lnTo>
                  <a:pt x="18" y="28"/>
                </a:lnTo>
                <a:lnTo>
                  <a:pt x="18" y="28"/>
                </a:lnTo>
                <a:close/>
                <a:moveTo>
                  <a:pt x="14" y="22"/>
                </a:moveTo>
                <a:lnTo>
                  <a:pt x="14" y="22"/>
                </a:lnTo>
                <a:lnTo>
                  <a:pt x="18" y="20"/>
                </a:lnTo>
                <a:lnTo>
                  <a:pt x="18" y="20"/>
                </a:lnTo>
                <a:lnTo>
                  <a:pt x="20" y="20"/>
                </a:lnTo>
                <a:lnTo>
                  <a:pt x="20" y="20"/>
                </a:lnTo>
                <a:lnTo>
                  <a:pt x="20" y="16"/>
                </a:lnTo>
                <a:lnTo>
                  <a:pt x="20" y="16"/>
                </a:lnTo>
                <a:lnTo>
                  <a:pt x="20" y="14"/>
                </a:lnTo>
                <a:lnTo>
                  <a:pt x="20" y="14"/>
                </a:lnTo>
                <a:lnTo>
                  <a:pt x="20" y="10"/>
                </a:lnTo>
                <a:lnTo>
                  <a:pt x="20" y="10"/>
                </a:lnTo>
                <a:lnTo>
                  <a:pt x="20" y="8"/>
                </a:lnTo>
                <a:lnTo>
                  <a:pt x="20" y="8"/>
                </a:lnTo>
                <a:lnTo>
                  <a:pt x="16" y="8"/>
                </a:lnTo>
                <a:lnTo>
                  <a:pt x="16" y="8"/>
                </a:lnTo>
                <a:lnTo>
                  <a:pt x="14" y="6"/>
                </a:lnTo>
                <a:lnTo>
                  <a:pt x="14" y="6"/>
                </a:lnTo>
                <a:lnTo>
                  <a:pt x="10" y="8"/>
                </a:lnTo>
                <a:lnTo>
                  <a:pt x="10" y="8"/>
                </a:lnTo>
                <a:lnTo>
                  <a:pt x="8" y="10"/>
                </a:lnTo>
                <a:lnTo>
                  <a:pt x="8" y="16"/>
                </a:lnTo>
                <a:lnTo>
                  <a:pt x="8" y="16"/>
                </a:lnTo>
                <a:lnTo>
                  <a:pt x="10" y="20"/>
                </a:lnTo>
                <a:lnTo>
                  <a:pt x="10" y="20"/>
                </a:lnTo>
                <a:lnTo>
                  <a:pt x="14" y="22"/>
                </a:lnTo>
                <a:lnTo>
                  <a:pt x="14" y="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0" name="Freeform 1458"/>
          <p:cNvSpPr/>
          <p:nvPr/>
        </p:nvSpPr>
        <p:spPr bwMode="auto">
          <a:xfrm>
            <a:off x="7948373" y="3711791"/>
            <a:ext cx="58012" cy="110222"/>
          </a:xfrm>
          <a:custGeom>
            <a:avLst/>
            <a:gdLst>
              <a:gd name="T0" fmla="*/ 20 w 20"/>
              <a:gd name="T1" fmla="*/ 36 h 38"/>
              <a:gd name="T2" fmla="*/ 20 w 20"/>
              <a:gd name="T3" fmla="*/ 36 h 38"/>
              <a:gd name="T4" fmla="*/ 16 w 20"/>
              <a:gd name="T5" fmla="*/ 38 h 38"/>
              <a:gd name="T6" fmla="*/ 16 w 20"/>
              <a:gd name="T7" fmla="*/ 38 h 38"/>
              <a:gd name="T8" fmla="*/ 12 w 20"/>
              <a:gd name="T9" fmla="*/ 38 h 38"/>
              <a:gd name="T10" fmla="*/ 12 w 20"/>
              <a:gd name="T11" fmla="*/ 38 h 38"/>
              <a:gd name="T12" fmla="*/ 8 w 20"/>
              <a:gd name="T13" fmla="*/ 38 h 38"/>
              <a:gd name="T14" fmla="*/ 8 w 20"/>
              <a:gd name="T15" fmla="*/ 38 h 38"/>
              <a:gd name="T16" fmla="*/ 6 w 20"/>
              <a:gd name="T17" fmla="*/ 38 h 38"/>
              <a:gd name="T18" fmla="*/ 6 w 20"/>
              <a:gd name="T19" fmla="*/ 38 h 38"/>
              <a:gd name="T20" fmla="*/ 4 w 20"/>
              <a:gd name="T21" fmla="*/ 34 h 38"/>
              <a:gd name="T22" fmla="*/ 4 w 20"/>
              <a:gd name="T23" fmla="*/ 34 h 38"/>
              <a:gd name="T24" fmla="*/ 4 w 20"/>
              <a:gd name="T25" fmla="*/ 32 h 38"/>
              <a:gd name="T26" fmla="*/ 4 w 20"/>
              <a:gd name="T27" fmla="*/ 16 h 38"/>
              <a:gd name="T28" fmla="*/ 0 w 20"/>
              <a:gd name="T29" fmla="*/ 16 h 38"/>
              <a:gd name="T30" fmla="*/ 0 w 20"/>
              <a:gd name="T31" fmla="*/ 10 h 38"/>
              <a:gd name="T32" fmla="*/ 4 w 20"/>
              <a:gd name="T33" fmla="*/ 10 h 38"/>
              <a:gd name="T34" fmla="*/ 4 w 20"/>
              <a:gd name="T35" fmla="*/ 0 h 38"/>
              <a:gd name="T36" fmla="*/ 12 w 20"/>
              <a:gd name="T37" fmla="*/ 0 h 38"/>
              <a:gd name="T38" fmla="*/ 12 w 20"/>
              <a:gd name="T39" fmla="*/ 10 h 38"/>
              <a:gd name="T40" fmla="*/ 18 w 20"/>
              <a:gd name="T41" fmla="*/ 10 h 38"/>
              <a:gd name="T42" fmla="*/ 18 w 20"/>
              <a:gd name="T43" fmla="*/ 16 h 38"/>
              <a:gd name="T44" fmla="*/ 12 w 20"/>
              <a:gd name="T45" fmla="*/ 16 h 38"/>
              <a:gd name="T46" fmla="*/ 12 w 20"/>
              <a:gd name="T47" fmla="*/ 28 h 38"/>
              <a:gd name="T48" fmla="*/ 12 w 20"/>
              <a:gd name="T49" fmla="*/ 28 h 38"/>
              <a:gd name="T50" fmla="*/ 14 w 20"/>
              <a:gd name="T51" fmla="*/ 30 h 38"/>
              <a:gd name="T52" fmla="*/ 14 w 20"/>
              <a:gd name="T53" fmla="*/ 30 h 38"/>
              <a:gd name="T54" fmla="*/ 16 w 20"/>
              <a:gd name="T55" fmla="*/ 30 h 38"/>
              <a:gd name="T56" fmla="*/ 16 w 20"/>
              <a:gd name="T57" fmla="*/ 30 h 38"/>
              <a:gd name="T58" fmla="*/ 18 w 20"/>
              <a:gd name="T59" fmla="*/ 30 h 38"/>
              <a:gd name="T60" fmla="*/ 18 w 20"/>
              <a:gd name="T61" fmla="*/ 30 h 38"/>
              <a:gd name="T62" fmla="*/ 18 w 20"/>
              <a:gd name="T63" fmla="*/ 30 h 38"/>
              <a:gd name="T64" fmla="*/ 20 w 20"/>
              <a:gd name="T65" fmla="*/ 36 h 38"/>
              <a:gd name="T66" fmla="*/ 20 w 20"/>
              <a:gd name="T67" fmla="*/ 36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0" h="38">
                <a:moveTo>
                  <a:pt x="20" y="36"/>
                </a:moveTo>
                <a:lnTo>
                  <a:pt x="20" y="36"/>
                </a:lnTo>
                <a:lnTo>
                  <a:pt x="16" y="38"/>
                </a:lnTo>
                <a:lnTo>
                  <a:pt x="16" y="38"/>
                </a:lnTo>
                <a:lnTo>
                  <a:pt x="12" y="38"/>
                </a:lnTo>
                <a:lnTo>
                  <a:pt x="12" y="38"/>
                </a:lnTo>
                <a:lnTo>
                  <a:pt x="8" y="38"/>
                </a:lnTo>
                <a:lnTo>
                  <a:pt x="8" y="38"/>
                </a:lnTo>
                <a:lnTo>
                  <a:pt x="6" y="38"/>
                </a:lnTo>
                <a:lnTo>
                  <a:pt x="6" y="38"/>
                </a:lnTo>
                <a:lnTo>
                  <a:pt x="4" y="34"/>
                </a:lnTo>
                <a:lnTo>
                  <a:pt x="4" y="34"/>
                </a:lnTo>
                <a:lnTo>
                  <a:pt x="4" y="32"/>
                </a:lnTo>
                <a:lnTo>
                  <a:pt x="4" y="16"/>
                </a:lnTo>
                <a:lnTo>
                  <a:pt x="0" y="16"/>
                </a:lnTo>
                <a:lnTo>
                  <a:pt x="0" y="10"/>
                </a:lnTo>
                <a:lnTo>
                  <a:pt x="4" y="10"/>
                </a:lnTo>
                <a:lnTo>
                  <a:pt x="4" y="0"/>
                </a:lnTo>
                <a:lnTo>
                  <a:pt x="12" y="0"/>
                </a:lnTo>
                <a:lnTo>
                  <a:pt x="12" y="10"/>
                </a:lnTo>
                <a:lnTo>
                  <a:pt x="18" y="10"/>
                </a:lnTo>
                <a:lnTo>
                  <a:pt x="18" y="16"/>
                </a:lnTo>
                <a:lnTo>
                  <a:pt x="12" y="16"/>
                </a:lnTo>
                <a:lnTo>
                  <a:pt x="12" y="28"/>
                </a:lnTo>
                <a:lnTo>
                  <a:pt x="12" y="28"/>
                </a:lnTo>
                <a:lnTo>
                  <a:pt x="14" y="30"/>
                </a:lnTo>
                <a:lnTo>
                  <a:pt x="14" y="30"/>
                </a:lnTo>
                <a:lnTo>
                  <a:pt x="16" y="30"/>
                </a:lnTo>
                <a:lnTo>
                  <a:pt x="16" y="30"/>
                </a:lnTo>
                <a:lnTo>
                  <a:pt x="18" y="30"/>
                </a:lnTo>
                <a:lnTo>
                  <a:pt x="18" y="30"/>
                </a:lnTo>
                <a:lnTo>
                  <a:pt x="18" y="30"/>
                </a:lnTo>
                <a:lnTo>
                  <a:pt x="20" y="36"/>
                </a:lnTo>
                <a:lnTo>
                  <a:pt x="2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1" name="Freeform 1459"/>
          <p:cNvSpPr>
            <a:spLocks noEditPoints="1"/>
          </p:cNvSpPr>
          <p:nvPr/>
        </p:nvSpPr>
        <p:spPr bwMode="auto">
          <a:xfrm>
            <a:off x="8017988" y="3705990"/>
            <a:ext cx="23205" cy="116024"/>
          </a:xfrm>
          <a:custGeom>
            <a:avLst/>
            <a:gdLst>
              <a:gd name="T0" fmla="*/ 0 w 8"/>
              <a:gd name="T1" fmla="*/ 40 h 40"/>
              <a:gd name="T2" fmla="*/ 0 w 8"/>
              <a:gd name="T3" fmla="*/ 12 h 40"/>
              <a:gd name="T4" fmla="*/ 8 w 8"/>
              <a:gd name="T5" fmla="*/ 12 h 40"/>
              <a:gd name="T6" fmla="*/ 8 w 8"/>
              <a:gd name="T7" fmla="*/ 40 h 40"/>
              <a:gd name="T8" fmla="*/ 0 w 8"/>
              <a:gd name="T9" fmla="*/ 40 h 40"/>
              <a:gd name="T10" fmla="*/ 0 w 8"/>
              <a:gd name="T11" fmla="*/ 40 h 40"/>
              <a:gd name="T12" fmla="*/ 0 w 8"/>
              <a:gd name="T13" fmla="*/ 8 h 40"/>
              <a:gd name="T14" fmla="*/ 0 w 8"/>
              <a:gd name="T15" fmla="*/ 0 h 40"/>
              <a:gd name="T16" fmla="*/ 8 w 8"/>
              <a:gd name="T17" fmla="*/ 0 h 40"/>
              <a:gd name="T18" fmla="*/ 8 w 8"/>
              <a:gd name="T19" fmla="*/ 8 h 40"/>
              <a:gd name="T20" fmla="*/ 0 w 8"/>
              <a:gd name="T21" fmla="*/ 8 h 40"/>
              <a:gd name="T22" fmla="*/ 0 w 8"/>
              <a:gd name="T23" fmla="*/ 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" h="40">
                <a:moveTo>
                  <a:pt x="0" y="40"/>
                </a:moveTo>
                <a:lnTo>
                  <a:pt x="0" y="12"/>
                </a:lnTo>
                <a:lnTo>
                  <a:pt x="8" y="12"/>
                </a:lnTo>
                <a:lnTo>
                  <a:pt x="8" y="40"/>
                </a:lnTo>
                <a:lnTo>
                  <a:pt x="0" y="40"/>
                </a:lnTo>
                <a:lnTo>
                  <a:pt x="0" y="40"/>
                </a:lnTo>
                <a:close/>
                <a:moveTo>
                  <a:pt x="0" y="8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2" name="Freeform 1460"/>
          <p:cNvSpPr>
            <a:spLocks noEditPoints="1"/>
          </p:cNvSpPr>
          <p:nvPr/>
        </p:nvSpPr>
        <p:spPr bwMode="auto">
          <a:xfrm>
            <a:off x="8058596" y="3740797"/>
            <a:ext cx="87018" cy="81217"/>
          </a:xfrm>
          <a:custGeom>
            <a:avLst/>
            <a:gdLst>
              <a:gd name="T0" fmla="*/ 14 w 30"/>
              <a:gd name="T1" fmla="*/ 28 h 28"/>
              <a:gd name="T2" fmla="*/ 14 w 30"/>
              <a:gd name="T3" fmla="*/ 28 h 28"/>
              <a:gd name="T4" fmla="*/ 8 w 30"/>
              <a:gd name="T5" fmla="*/ 28 h 28"/>
              <a:gd name="T6" fmla="*/ 8 w 30"/>
              <a:gd name="T7" fmla="*/ 28 h 28"/>
              <a:gd name="T8" fmla="*/ 4 w 30"/>
              <a:gd name="T9" fmla="*/ 24 h 28"/>
              <a:gd name="T10" fmla="*/ 4 w 30"/>
              <a:gd name="T11" fmla="*/ 24 h 28"/>
              <a:gd name="T12" fmla="*/ 0 w 30"/>
              <a:gd name="T13" fmla="*/ 20 h 28"/>
              <a:gd name="T14" fmla="*/ 0 w 30"/>
              <a:gd name="T15" fmla="*/ 20 h 28"/>
              <a:gd name="T16" fmla="*/ 0 w 30"/>
              <a:gd name="T17" fmla="*/ 14 h 28"/>
              <a:gd name="T18" fmla="*/ 0 w 30"/>
              <a:gd name="T19" fmla="*/ 14 h 28"/>
              <a:gd name="T20" fmla="*/ 0 w 30"/>
              <a:gd name="T21" fmla="*/ 8 h 28"/>
              <a:gd name="T22" fmla="*/ 0 w 30"/>
              <a:gd name="T23" fmla="*/ 8 h 28"/>
              <a:gd name="T24" fmla="*/ 4 w 30"/>
              <a:gd name="T25" fmla="*/ 4 h 28"/>
              <a:gd name="T26" fmla="*/ 4 w 30"/>
              <a:gd name="T27" fmla="*/ 4 h 28"/>
              <a:gd name="T28" fmla="*/ 8 w 30"/>
              <a:gd name="T29" fmla="*/ 0 h 28"/>
              <a:gd name="T30" fmla="*/ 8 w 30"/>
              <a:gd name="T31" fmla="*/ 0 h 28"/>
              <a:gd name="T32" fmla="*/ 14 w 30"/>
              <a:gd name="T33" fmla="*/ 0 h 28"/>
              <a:gd name="T34" fmla="*/ 14 w 30"/>
              <a:gd name="T35" fmla="*/ 0 h 28"/>
              <a:gd name="T36" fmla="*/ 22 w 30"/>
              <a:gd name="T37" fmla="*/ 0 h 28"/>
              <a:gd name="T38" fmla="*/ 22 w 30"/>
              <a:gd name="T39" fmla="*/ 0 h 28"/>
              <a:gd name="T40" fmla="*/ 26 w 30"/>
              <a:gd name="T41" fmla="*/ 4 h 28"/>
              <a:gd name="T42" fmla="*/ 26 w 30"/>
              <a:gd name="T43" fmla="*/ 4 h 28"/>
              <a:gd name="T44" fmla="*/ 28 w 30"/>
              <a:gd name="T45" fmla="*/ 8 h 28"/>
              <a:gd name="T46" fmla="*/ 28 w 30"/>
              <a:gd name="T47" fmla="*/ 8 h 28"/>
              <a:gd name="T48" fmla="*/ 30 w 30"/>
              <a:gd name="T49" fmla="*/ 14 h 28"/>
              <a:gd name="T50" fmla="*/ 30 w 30"/>
              <a:gd name="T51" fmla="*/ 14 h 28"/>
              <a:gd name="T52" fmla="*/ 28 w 30"/>
              <a:gd name="T53" fmla="*/ 20 h 28"/>
              <a:gd name="T54" fmla="*/ 28 w 30"/>
              <a:gd name="T55" fmla="*/ 20 h 28"/>
              <a:gd name="T56" fmla="*/ 26 w 30"/>
              <a:gd name="T57" fmla="*/ 24 h 28"/>
              <a:gd name="T58" fmla="*/ 26 w 30"/>
              <a:gd name="T59" fmla="*/ 24 h 28"/>
              <a:gd name="T60" fmla="*/ 22 w 30"/>
              <a:gd name="T61" fmla="*/ 28 h 28"/>
              <a:gd name="T62" fmla="*/ 22 w 30"/>
              <a:gd name="T63" fmla="*/ 28 h 28"/>
              <a:gd name="T64" fmla="*/ 14 w 30"/>
              <a:gd name="T65" fmla="*/ 28 h 28"/>
              <a:gd name="T66" fmla="*/ 14 w 30"/>
              <a:gd name="T67" fmla="*/ 28 h 28"/>
              <a:gd name="T68" fmla="*/ 8 w 30"/>
              <a:gd name="T69" fmla="*/ 14 h 28"/>
              <a:gd name="T70" fmla="*/ 8 w 30"/>
              <a:gd name="T71" fmla="*/ 14 h 28"/>
              <a:gd name="T72" fmla="*/ 10 w 30"/>
              <a:gd name="T73" fmla="*/ 20 h 28"/>
              <a:gd name="T74" fmla="*/ 10 w 30"/>
              <a:gd name="T75" fmla="*/ 20 h 28"/>
              <a:gd name="T76" fmla="*/ 14 w 30"/>
              <a:gd name="T77" fmla="*/ 22 h 28"/>
              <a:gd name="T78" fmla="*/ 14 w 30"/>
              <a:gd name="T79" fmla="*/ 22 h 28"/>
              <a:gd name="T80" fmla="*/ 18 w 30"/>
              <a:gd name="T81" fmla="*/ 20 h 28"/>
              <a:gd name="T82" fmla="*/ 18 w 30"/>
              <a:gd name="T83" fmla="*/ 20 h 28"/>
              <a:gd name="T84" fmla="*/ 20 w 30"/>
              <a:gd name="T85" fmla="*/ 20 h 28"/>
              <a:gd name="T86" fmla="*/ 20 w 30"/>
              <a:gd name="T87" fmla="*/ 20 h 28"/>
              <a:gd name="T88" fmla="*/ 20 w 30"/>
              <a:gd name="T89" fmla="*/ 18 h 28"/>
              <a:gd name="T90" fmla="*/ 20 w 30"/>
              <a:gd name="T91" fmla="*/ 18 h 28"/>
              <a:gd name="T92" fmla="*/ 20 w 30"/>
              <a:gd name="T93" fmla="*/ 14 h 28"/>
              <a:gd name="T94" fmla="*/ 20 w 30"/>
              <a:gd name="T95" fmla="*/ 14 h 28"/>
              <a:gd name="T96" fmla="*/ 20 w 30"/>
              <a:gd name="T97" fmla="*/ 8 h 28"/>
              <a:gd name="T98" fmla="*/ 20 w 30"/>
              <a:gd name="T99" fmla="*/ 8 h 28"/>
              <a:gd name="T100" fmla="*/ 14 w 30"/>
              <a:gd name="T101" fmla="*/ 6 h 28"/>
              <a:gd name="T102" fmla="*/ 14 w 30"/>
              <a:gd name="T103" fmla="*/ 6 h 28"/>
              <a:gd name="T104" fmla="*/ 12 w 30"/>
              <a:gd name="T105" fmla="*/ 8 h 28"/>
              <a:gd name="T106" fmla="*/ 12 w 30"/>
              <a:gd name="T107" fmla="*/ 8 h 28"/>
              <a:gd name="T108" fmla="*/ 10 w 30"/>
              <a:gd name="T109" fmla="*/ 8 h 28"/>
              <a:gd name="T110" fmla="*/ 10 w 30"/>
              <a:gd name="T111" fmla="*/ 8 h 28"/>
              <a:gd name="T112" fmla="*/ 8 w 30"/>
              <a:gd name="T113" fmla="*/ 10 h 28"/>
              <a:gd name="T114" fmla="*/ 8 w 30"/>
              <a:gd name="T115" fmla="*/ 10 h 28"/>
              <a:gd name="T116" fmla="*/ 8 w 30"/>
              <a:gd name="T117" fmla="*/ 14 h 28"/>
              <a:gd name="T118" fmla="*/ 8 w 30"/>
              <a:gd name="T119" fmla="*/ 14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" h="28">
                <a:moveTo>
                  <a:pt x="14" y="28"/>
                </a:moveTo>
                <a:lnTo>
                  <a:pt x="14" y="28"/>
                </a:lnTo>
                <a:lnTo>
                  <a:pt x="8" y="28"/>
                </a:lnTo>
                <a:lnTo>
                  <a:pt x="8" y="28"/>
                </a:lnTo>
                <a:lnTo>
                  <a:pt x="4" y="24"/>
                </a:lnTo>
                <a:lnTo>
                  <a:pt x="4" y="24"/>
                </a:lnTo>
                <a:lnTo>
                  <a:pt x="0" y="20"/>
                </a:lnTo>
                <a:lnTo>
                  <a:pt x="0" y="20"/>
                </a:lnTo>
                <a:lnTo>
                  <a:pt x="0" y="14"/>
                </a:lnTo>
                <a:lnTo>
                  <a:pt x="0" y="14"/>
                </a:lnTo>
                <a:lnTo>
                  <a:pt x="0" y="8"/>
                </a:lnTo>
                <a:lnTo>
                  <a:pt x="0" y="8"/>
                </a:lnTo>
                <a:lnTo>
                  <a:pt x="4" y="4"/>
                </a:lnTo>
                <a:lnTo>
                  <a:pt x="4" y="4"/>
                </a:lnTo>
                <a:lnTo>
                  <a:pt x="8" y="0"/>
                </a:lnTo>
                <a:lnTo>
                  <a:pt x="8" y="0"/>
                </a:lnTo>
                <a:lnTo>
                  <a:pt x="14" y="0"/>
                </a:lnTo>
                <a:lnTo>
                  <a:pt x="14" y="0"/>
                </a:lnTo>
                <a:lnTo>
                  <a:pt x="22" y="0"/>
                </a:lnTo>
                <a:lnTo>
                  <a:pt x="22" y="0"/>
                </a:lnTo>
                <a:lnTo>
                  <a:pt x="26" y="4"/>
                </a:lnTo>
                <a:lnTo>
                  <a:pt x="26" y="4"/>
                </a:lnTo>
                <a:lnTo>
                  <a:pt x="28" y="8"/>
                </a:lnTo>
                <a:lnTo>
                  <a:pt x="28" y="8"/>
                </a:lnTo>
                <a:lnTo>
                  <a:pt x="30" y="14"/>
                </a:lnTo>
                <a:lnTo>
                  <a:pt x="30" y="14"/>
                </a:lnTo>
                <a:lnTo>
                  <a:pt x="28" y="20"/>
                </a:lnTo>
                <a:lnTo>
                  <a:pt x="28" y="20"/>
                </a:lnTo>
                <a:lnTo>
                  <a:pt x="26" y="24"/>
                </a:lnTo>
                <a:lnTo>
                  <a:pt x="26" y="24"/>
                </a:lnTo>
                <a:lnTo>
                  <a:pt x="22" y="28"/>
                </a:lnTo>
                <a:lnTo>
                  <a:pt x="22" y="28"/>
                </a:lnTo>
                <a:lnTo>
                  <a:pt x="14" y="28"/>
                </a:lnTo>
                <a:lnTo>
                  <a:pt x="14" y="28"/>
                </a:lnTo>
                <a:close/>
                <a:moveTo>
                  <a:pt x="8" y="14"/>
                </a:moveTo>
                <a:lnTo>
                  <a:pt x="8" y="14"/>
                </a:lnTo>
                <a:lnTo>
                  <a:pt x="10" y="20"/>
                </a:lnTo>
                <a:lnTo>
                  <a:pt x="10" y="20"/>
                </a:lnTo>
                <a:lnTo>
                  <a:pt x="14" y="22"/>
                </a:lnTo>
                <a:lnTo>
                  <a:pt x="14" y="22"/>
                </a:lnTo>
                <a:lnTo>
                  <a:pt x="18" y="20"/>
                </a:lnTo>
                <a:lnTo>
                  <a:pt x="18" y="20"/>
                </a:lnTo>
                <a:lnTo>
                  <a:pt x="20" y="20"/>
                </a:lnTo>
                <a:lnTo>
                  <a:pt x="20" y="20"/>
                </a:lnTo>
                <a:lnTo>
                  <a:pt x="20" y="18"/>
                </a:lnTo>
                <a:lnTo>
                  <a:pt x="20" y="18"/>
                </a:lnTo>
                <a:lnTo>
                  <a:pt x="20" y="14"/>
                </a:lnTo>
                <a:lnTo>
                  <a:pt x="20" y="14"/>
                </a:lnTo>
                <a:lnTo>
                  <a:pt x="20" y="8"/>
                </a:lnTo>
                <a:lnTo>
                  <a:pt x="20" y="8"/>
                </a:lnTo>
                <a:lnTo>
                  <a:pt x="14" y="6"/>
                </a:lnTo>
                <a:lnTo>
                  <a:pt x="14" y="6"/>
                </a:lnTo>
                <a:lnTo>
                  <a:pt x="12" y="8"/>
                </a:lnTo>
                <a:lnTo>
                  <a:pt x="12" y="8"/>
                </a:lnTo>
                <a:lnTo>
                  <a:pt x="10" y="8"/>
                </a:lnTo>
                <a:lnTo>
                  <a:pt x="10" y="8"/>
                </a:lnTo>
                <a:lnTo>
                  <a:pt x="8" y="10"/>
                </a:lnTo>
                <a:lnTo>
                  <a:pt x="8" y="10"/>
                </a:lnTo>
                <a:lnTo>
                  <a:pt x="8" y="14"/>
                </a:lnTo>
                <a:lnTo>
                  <a:pt x="8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3" name="Freeform 1461"/>
          <p:cNvSpPr/>
          <p:nvPr/>
        </p:nvSpPr>
        <p:spPr bwMode="auto">
          <a:xfrm>
            <a:off x="8157216" y="3740797"/>
            <a:ext cx="81217" cy="81217"/>
          </a:xfrm>
          <a:custGeom>
            <a:avLst/>
            <a:gdLst>
              <a:gd name="T0" fmla="*/ 28 w 28"/>
              <a:gd name="T1" fmla="*/ 28 h 28"/>
              <a:gd name="T2" fmla="*/ 20 w 28"/>
              <a:gd name="T3" fmla="*/ 28 h 28"/>
              <a:gd name="T4" fmla="*/ 20 w 28"/>
              <a:gd name="T5" fmla="*/ 12 h 28"/>
              <a:gd name="T6" fmla="*/ 20 w 28"/>
              <a:gd name="T7" fmla="*/ 12 h 28"/>
              <a:gd name="T8" fmla="*/ 18 w 28"/>
              <a:gd name="T9" fmla="*/ 8 h 28"/>
              <a:gd name="T10" fmla="*/ 18 w 28"/>
              <a:gd name="T11" fmla="*/ 8 h 28"/>
              <a:gd name="T12" fmla="*/ 16 w 28"/>
              <a:gd name="T13" fmla="*/ 6 h 28"/>
              <a:gd name="T14" fmla="*/ 16 w 28"/>
              <a:gd name="T15" fmla="*/ 6 h 28"/>
              <a:gd name="T16" fmla="*/ 14 w 28"/>
              <a:gd name="T17" fmla="*/ 8 h 28"/>
              <a:gd name="T18" fmla="*/ 14 w 28"/>
              <a:gd name="T19" fmla="*/ 8 h 28"/>
              <a:gd name="T20" fmla="*/ 12 w 28"/>
              <a:gd name="T21" fmla="*/ 8 h 28"/>
              <a:gd name="T22" fmla="*/ 12 w 28"/>
              <a:gd name="T23" fmla="*/ 8 h 28"/>
              <a:gd name="T24" fmla="*/ 10 w 28"/>
              <a:gd name="T25" fmla="*/ 10 h 28"/>
              <a:gd name="T26" fmla="*/ 10 w 28"/>
              <a:gd name="T27" fmla="*/ 10 h 28"/>
              <a:gd name="T28" fmla="*/ 10 w 28"/>
              <a:gd name="T29" fmla="*/ 12 h 28"/>
              <a:gd name="T30" fmla="*/ 10 w 28"/>
              <a:gd name="T31" fmla="*/ 28 h 28"/>
              <a:gd name="T32" fmla="*/ 0 w 28"/>
              <a:gd name="T33" fmla="*/ 28 h 28"/>
              <a:gd name="T34" fmla="*/ 0 w 28"/>
              <a:gd name="T35" fmla="*/ 0 h 28"/>
              <a:gd name="T36" fmla="*/ 8 w 28"/>
              <a:gd name="T37" fmla="*/ 0 h 28"/>
              <a:gd name="T38" fmla="*/ 8 w 28"/>
              <a:gd name="T39" fmla="*/ 4 h 28"/>
              <a:gd name="T40" fmla="*/ 8 w 28"/>
              <a:gd name="T41" fmla="*/ 4 h 28"/>
              <a:gd name="T42" fmla="*/ 12 w 28"/>
              <a:gd name="T43" fmla="*/ 0 h 28"/>
              <a:gd name="T44" fmla="*/ 12 w 28"/>
              <a:gd name="T45" fmla="*/ 0 h 28"/>
              <a:gd name="T46" fmla="*/ 20 w 28"/>
              <a:gd name="T47" fmla="*/ 0 h 28"/>
              <a:gd name="T48" fmla="*/ 20 w 28"/>
              <a:gd name="T49" fmla="*/ 0 h 28"/>
              <a:gd name="T50" fmla="*/ 24 w 28"/>
              <a:gd name="T51" fmla="*/ 0 h 28"/>
              <a:gd name="T52" fmla="*/ 24 w 28"/>
              <a:gd name="T53" fmla="*/ 0 h 28"/>
              <a:gd name="T54" fmla="*/ 26 w 28"/>
              <a:gd name="T55" fmla="*/ 2 h 28"/>
              <a:gd name="T56" fmla="*/ 26 w 28"/>
              <a:gd name="T57" fmla="*/ 2 h 28"/>
              <a:gd name="T58" fmla="*/ 28 w 28"/>
              <a:gd name="T59" fmla="*/ 6 h 28"/>
              <a:gd name="T60" fmla="*/ 28 w 28"/>
              <a:gd name="T61" fmla="*/ 6 h 28"/>
              <a:gd name="T62" fmla="*/ 28 w 28"/>
              <a:gd name="T63" fmla="*/ 10 h 28"/>
              <a:gd name="T64" fmla="*/ 28 w 28"/>
              <a:gd name="T65" fmla="*/ 28 h 28"/>
              <a:gd name="T66" fmla="*/ 28 w 28"/>
              <a:gd name="T67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" h="28">
                <a:moveTo>
                  <a:pt x="28" y="28"/>
                </a:moveTo>
                <a:lnTo>
                  <a:pt x="20" y="28"/>
                </a:lnTo>
                <a:lnTo>
                  <a:pt x="20" y="12"/>
                </a:lnTo>
                <a:lnTo>
                  <a:pt x="20" y="12"/>
                </a:lnTo>
                <a:lnTo>
                  <a:pt x="18" y="8"/>
                </a:lnTo>
                <a:lnTo>
                  <a:pt x="18" y="8"/>
                </a:lnTo>
                <a:lnTo>
                  <a:pt x="16" y="6"/>
                </a:lnTo>
                <a:lnTo>
                  <a:pt x="16" y="6"/>
                </a:lnTo>
                <a:lnTo>
                  <a:pt x="14" y="8"/>
                </a:lnTo>
                <a:lnTo>
                  <a:pt x="14" y="8"/>
                </a:lnTo>
                <a:lnTo>
                  <a:pt x="12" y="8"/>
                </a:lnTo>
                <a:lnTo>
                  <a:pt x="12" y="8"/>
                </a:lnTo>
                <a:lnTo>
                  <a:pt x="10" y="10"/>
                </a:lnTo>
                <a:lnTo>
                  <a:pt x="10" y="10"/>
                </a:lnTo>
                <a:lnTo>
                  <a:pt x="10" y="12"/>
                </a:lnTo>
                <a:lnTo>
                  <a:pt x="10" y="28"/>
                </a:lnTo>
                <a:lnTo>
                  <a:pt x="0" y="28"/>
                </a:lnTo>
                <a:lnTo>
                  <a:pt x="0" y="0"/>
                </a:lnTo>
                <a:lnTo>
                  <a:pt x="8" y="0"/>
                </a:lnTo>
                <a:lnTo>
                  <a:pt x="8" y="4"/>
                </a:lnTo>
                <a:lnTo>
                  <a:pt x="8" y="4"/>
                </a:lnTo>
                <a:lnTo>
                  <a:pt x="12" y="0"/>
                </a:lnTo>
                <a:lnTo>
                  <a:pt x="12" y="0"/>
                </a:lnTo>
                <a:lnTo>
                  <a:pt x="20" y="0"/>
                </a:lnTo>
                <a:lnTo>
                  <a:pt x="20" y="0"/>
                </a:lnTo>
                <a:lnTo>
                  <a:pt x="24" y="0"/>
                </a:lnTo>
                <a:lnTo>
                  <a:pt x="24" y="0"/>
                </a:lnTo>
                <a:lnTo>
                  <a:pt x="26" y="2"/>
                </a:lnTo>
                <a:lnTo>
                  <a:pt x="26" y="2"/>
                </a:lnTo>
                <a:lnTo>
                  <a:pt x="28" y="6"/>
                </a:lnTo>
                <a:lnTo>
                  <a:pt x="28" y="6"/>
                </a:lnTo>
                <a:lnTo>
                  <a:pt x="28" y="10"/>
                </a:lnTo>
                <a:lnTo>
                  <a:pt x="28" y="28"/>
                </a:lnTo>
                <a:lnTo>
                  <a:pt x="28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4" name="Freeform 1462"/>
          <p:cNvSpPr>
            <a:spLocks noEditPoints="1"/>
          </p:cNvSpPr>
          <p:nvPr/>
        </p:nvSpPr>
        <p:spPr bwMode="auto">
          <a:xfrm>
            <a:off x="8296444" y="3711791"/>
            <a:ext cx="98620" cy="110222"/>
          </a:xfrm>
          <a:custGeom>
            <a:avLst/>
            <a:gdLst>
              <a:gd name="T0" fmla="*/ 0 w 34"/>
              <a:gd name="T1" fmla="*/ 38 h 38"/>
              <a:gd name="T2" fmla="*/ 0 w 34"/>
              <a:gd name="T3" fmla="*/ 0 h 38"/>
              <a:gd name="T4" fmla="*/ 14 w 34"/>
              <a:gd name="T5" fmla="*/ 0 h 38"/>
              <a:gd name="T6" fmla="*/ 14 w 34"/>
              <a:gd name="T7" fmla="*/ 0 h 38"/>
              <a:gd name="T8" fmla="*/ 22 w 34"/>
              <a:gd name="T9" fmla="*/ 0 h 38"/>
              <a:gd name="T10" fmla="*/ 22 w 34"/>
              <a:gd name="T11" fmla="*/ 0 h 38"/>
              <a:gd name="T12" fmla="*/ 28 w 34"/>
              <a:gd name="T13" fmla="*/ 6 h 38"/>
              <a:gd name="T14" fmla="*/ 28 w 34"/>
              <a:gd name="T15" fmla="*/ 6 h 38"/>
              <a:gd name="T16" fmla="*/ 32 w 34"/>
              <a:gd name="T17" fmla="*/ 12 h 38"/>
              <a:gd name="T18" fmla="*/ 32 w 34"/>
              <a:gd name="T19" fmla="*/ 12 h 38"/>
              <a:gd name="T20" fmla="*/ 34 w 34"/>
              <a:gd name="T21" fmla="*/ 18 h 38"/>
              <a:gd name="T22" fmla="*/ 34 w 34"/>
              <a:gd name="T23" fmla="*/ 18 h 38"/>
              <a:gd name="T24" fmla="*/ 32 w 34"/>
              <a:gd name="T25" fmla="*/ 26 h 38"/>
              <a:gd name="T26" fmla="*/ 32 w 34"/>
              <a:gd name="T27" fmla="*/ 26 h 38"/>
              <a:gd name="T28" fmla="*/ 28 w 34"/>
              <a:gd name="T29" fmla="*/ 34 h 38"/>
              <a:gd name="T30" fmla="*/ 28 w 34"/>
              <a:gd name="T31" fmla="*/ 34 h 38"/>
              <a:gd name="T32" fmla="*/ 22 w 34"/>
              <a:gd name="T33" fmla="*/ 36 h 38"/>
              <a:gd name="T34" fmla="*/ 22 w 34"/>
              <a:gd name="T35" fmla="*/ 36 h 38"/>
              <a:gd name="T36" fmla="*/ 14 w 34"/>
              <a:gd name="T37" fmla="*/ 38 h 38"/>
              <a:gd name="T38" fmla="*/ 0 w 34"/>
              <a:gd name="T39" fmla="*/ 38 h 38"/>
              <a:gd name="T40" fmla="*/ 0 w 34"/>
              <a:gd name="T41" fmla="*/ 38 h 38"/>
              <a:gd name="T42" fmla="*/ 24 w 34"/>
              <a:gd name="T43" fmla="*/ 18 h 38"/>
              <a:gd name="T44" fmla="*/ 24 w 34"/>
              <a:gd name="T45" fmla="*/ 18 h 38"/>
              <a:gd name="T46" fmla="*/ 24 w 34"/>
              <a:gd name="T47" fmla="*/ 14 h 38"/>
              <a:gd name="T48" fmla="*/ 24 w 34"/>
              <a:gd name="T49" fmla="*/ 14 h 38"/>
              <a:gd name="T50" fmla="*/ 22 w 34"/>
              <a:gd name="T51" fmla="*/ 10 h 38"/>
              <a:gd name="T52" fmla="*/ 22 w 34"/>
              <a:gd name="T53" fmla="*/ 10 h 38"/>
              <a:gd name="T54" fmla="*/ 18 w 34"/>
              <a:gd name="T55" fmla="*/ 8 h 38"/>
              <a:gd name="T56" fmla="*/ 18 w 34"/>
              <a:gd name="T57" fmla="*/ 8 h 38"/>
              <a:gd name="T58" fmla="*/ 14 w 34"/>
              <a:gd name="T59" fmla="*/ 8 h 38"/>
              <a:gd name="T60" fmla="*/ 8 w 34"/>
              <a:gd name="T61" fmla="*/ 8 h 38"/>
              <a:gd name="T62" fmla="*/ 8 w 34"/>
              <a:gd name="T63" fmla="*/ 30 h 38"/>
              <a:gd name="T64" fmla="*/ 14 w 34"/>
              <a:gd name="T65" fmla="*/ 30 h 38"/>
              <a:gd name="T66" fmla="*/ 14 w 34"/>
              <a:gd name="T67" fmla="*/ 30 h 38"/>
              <a:gd name="T68" fmla="*/ 18 w 34"/>
              <a:gd name="T69" fmla="*/ 30 h 38"/>
              <a:gd name="T70" fmla="*/ 18 w 34"/>
              <a:gd name="T71" fmla="*/ 30 h 38"/>
              <a:gd name="T72" fmla="*/ 22 w 34"/>
              <a:gd name="T73" fmla="*/ 28 h 38"/>
              <a:gd name="T74" fmla="*/ 22 w 34"/>
              <a:gd name="T75" fmla="*/ 28 h 38"/>
              <a:gd name="T76" fmla="*/ 24 w 34"/>
              <a:gd name="T77" fmla="*/ 24 h 38"/>
              <a:gd name="T78" fmla="*/ 24 w 34"/>
              <a:gd name="T79" fmla="*/ 24 h 38"/>
              <a:gd name="T80" fmla="*/ 24 w 34"/>
              <a:gd name="T81" fmla="*/ 18 h 38"/>
              <a:gd name="T82" fmla="*/ 24 w 34"/>
              <a:gd name="T83" fmla="*/ 1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4" h="38">
                <a:moveTo>
                  <a:pt x="0" y="38"/>
                </a:moveTo>
                <a:lnTo>
                  <a:pt x="0" y="0"/>
                </a:lnTo>
                <a:lnTo>
                  <a:pt x="14" y="0"/>
                </a:lnTo>
                <a:lnTo>
                  <a:pt x="14" y="0"/>
                </a:lnTo>
                <a:lnTo>
                  <a:pt x="22" y="0"/>
                </a:lnTo>
                <a:lnTo>
                  <a:pt x="22" y="0"/>
                </a:lnTo>
                <a:lnTo>
                  <a:pt x="28" y="6"/>
                </a:lnTo>
                <a:lnTo>
                  <a:pt x="28" y="6"/>
                </a:lnTo>
                <a:lnTo>
                  <a:pt x="32" y="12"/>
                </a:lnTo>
                <a:lnTo>
                  <a:pt x="32" y="12"/>
                </a:lnTo>
                <a:lnTo>
                  <a:pt x="34" y="18"/>
                </a:lnTo>
                <a:lnTo>
                  <a:pt x="34" y="18"/>
                </a:lnTo>
                <a:lnTo>
                  <a:pt x="32" y="26"/>
                </a:lnTo>
                <a:lnTo>
                  <a:pt x="32" y="26"/>
                </a:lnTo>
                <a:lnTo>
                  <a:pt x="28" y="34"/>
                </a:lnTo>
                <a:lnTo>
                  <a:pt x="28" y="34"/>
                </a:lnTo>
                <a:lnTo>
                  <a:pt x="22" y="36"/>
                </a:lnTo>
                <a:lnTo>
                  <a:pt x="22" y="36"/>
                </a:lnTo>
                <a:lnTo>
                  <a:pt x="14" y="38"/>
                </a:lnTo>
                <a:lnTo>
                  <a:pt x="0" y="38"/>
                </a:lnTo>
                <a:lnTo>
                  <a:pt x="0" y="38"/>
                </a:lnTo>
                <a:close/>
                <a:moveTo>
                  <a:pt x="24" y="18"/>
                </a:moveTo>
                <a:lnTo>
                  <a:pt x="24" y="18"/>
                </a:lnTo>
                <a:lnTo>
                  <a:pt x="24" y="14"/>
                </a:lnTo>
                <a:lnTo>
                  <a:pt x="24" y="14"/>
                </a:lnTo>
                <a:lnTo>
                  <a:pt x="22" y="10"/>
                </a:lnTo>
                <a:lnTo>
                  <a:pt x="22" y="10"/>
                </a:lnTo>
                <a:lnTo>
                  <a:pt x="18" y="8"/>
                </a:lnTo>
                <a:lnTo>
                  <a:pt x="18" y="8"/>
                </a:lnTo>
                <a:lnTo>
                  <a:pt x="14" y="8"/>
                </a:lnTo>
                <a:lnTo>
                  <a:pt x="8" y="8"/>
                </a:lnTo>
                <a:lnTo>
                  <a:pt x="8" y="30"/>
                </a:lnTo>
                <a:lnTo>
                  <a:pt x="14" y="30"/>
                </a:lnTo>
                <a:lnTo>
                  <a:pt x="14" y="30"/>
                </a:lnTo>
                <a:lnTo>
                  <a:pt x="18" y="30"/>
                </a:lnTo>
                <a:lnTo>
                  <a:pt x="18" y="30"/>
                </a:lnTo>
                <a:lnTo>
                  <a:pt x="22" y="28"/>
                </a:lnTo>
                <a:lnTo>
                  <a:pt x="22" y="28"/>
                </a:lnTo>
                <a:lnTo>
                  <a:pt x="24" y="24"/>
                </a:lnTo>
                <a:lnTo>
                  <a:pt x="24" y="24"/>
                </a:lnTo>
                <a:lnTo>
                  <a:pt x="24" y="18"/>
                </a:lnTo>
                <a:lnTo>
                  <a:pt x="24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5" name="Freeform 1463"/>
          <p:cNvSpPr>
            <a:spLocks noEditPoints="1"/>
          </p:cNvSpPr>
          <p:nvPr/>
        </p:nvSpPr>
        <p:spPr bwMode="auto">
          <a:xfrm>
            <a:off x="7890362" y="3125872"/>
            <a:ext cx="342270" cy="342270"/>
          </a:xfrm>
          <a:custGeom>
            <a:avLst/>
            <a:gdLst>
              <a:gd name="T0" fmla="*/ 112 w 118"/>
              <a:gd name="T1" fmla="*/ 40 h 118"/>
              <a:gd name="T2" fmla="*/ 60 w 118"/>
              <a:gd name="T3" fmla="*/ 50 h 118"/>
              <a:gd name="T4" fmla="*/ 4 w 118"/>
              <a:gd name="T5" fmla="*/ 38 h 118"/>
              <a:gd name="T6" fmla="*/ 6 w 118"/>
              <a:gd name="T7" fmla="*/ 32 h 118"/>
              <a:gd name="T8" fmla="*/ 60 w 118"/>
              <a:gd name="T9" fmla="*/ 40 h 118"/>
              <a:gd name="T10" fmla="*/ 112 w 118"/>
              <a:gd name="T11" fmla="*/ 32 h 118"/>
              <a:gd name="T12" fmla="*/ 116 w 118"/>
              <a:gd name="T13" fmla="*/ 36 h 118"/>
              <a:gd name="T14" fmla="*/ 112 w 118"/>
              <a:gd name="T15" fmla="*/ 60 h 118"/>
              <a:gd name="T16" fmla="*/ 60 w 118"/>
              <a:gd name="T17" fmla="*/ 68 h 118"/>
              <a:gd name="T18" fmla="*/ 4 w 118"/>
              <a:gd name="T19" fmla="*/ 58 h 118"/>
              <a:gd name="T20" fmla="*/ 6 w 118"/>
              <a:gd name="T21" fmla="*/ 50 h 118"/>
              <a:gd name="T22" fmla="*/ 60 w 118"/>
              <a:gd name="T23" fmla="*/ 58 h 118"/>
              <a:gd name="T24" fmla="*/ 112 w 118"/>
              <a:gd name="T25" fmla="*/ 50 h 118"/>
              <a:gd name="T26" fmla="*/ 116 w 118"/>
              <a:gd name="T27" fmla="*/ 56 h 118"/>
              <a:gd name="T28" fmla="*/ 112 w 118"/>
              <a:gd name="T29" fmla="*/ 80 h 118"/>
              <a:gd name="T30" fmla="*/ 60 w 118"/>
              <a:gd name="T31" fmla="*/ 88 h 118"/>
              <a:gd name="T32" fmla="*/ 4 w 118"/>
              <a:gd name="T33" fmla="*/ 76 h 118"/>
              <a:gd name="T34" fmla="*/ 6 w 118"/>
              <a:gd name="T35" fmla="*/ 70 h 118"/>
              <a:gd name="T36" fmla="*/ 60 w 118"/>
              <a:gd name="T37" fmla="*/ 78 h 118"/>
              <a:gd name="T38" fmla="*/ 112 w 118"/>
              <a:gd name="T39" fmla="*/ 70 h 118"/>
              <a:gd name="T40" fmla="*/ 116 w 118"/>
              <a:gd name="T41" fmla="*/ 74 h 118"/>
              <a:gd name="T42" fmla="*/ 112 w 118"/>
              <a:gd name="T43" fmla="*/ 98 h 118"/>
              <a:gd name="T44" fmla="*/ 60 w 118"/>
              <a:gd name="T45" fmla="*/ 108 h 118"/>
              <a:gd name="T46" fmla="*/ 4 w 118"/>
              <a:gd name="T47" fmla="*/ 96 h 118"/>
              <a:gd name="T48" fmla="*/ 6 w 118"/>
              <a:gd name="T49" fmla="*/ 90 h 118"/>
              <a:gd name="T50" fmla="*/ 60 w 118"/>
              <a:gd name="T51" fmla="*/ 98 h 118"/>
              <a:gd name="T52" fmla="*/ 112 w 118"/>
              <a:gd name="T53" fmla="*/ 90 h 118"/>
              <a:gd name="T54" fmla="*/ 116 w 118"/>
              <a:gd name="T55" fmla="*/ 94 h 118"/>
              <a:gd name="T56" fmla="*/ 100 w 118"/>
              <a:gd name="T57" fmla="*/ 8 h 118"/>
              <a:gd name="T58" fmla="*/ 116 w 118"/>
              <a:gd name="T59" fmla="*/ 16 h 118"/>
              <a:gd name="T60" fmla="*/ 82 w 118"/>
              <a:gd name="T61" fmla="*/ 28 h 118"/>
              <a:gd name="T62" fmla="*/ 18 w 118"/>
              <a:gd name="T63" fmla="*/ 26 h 118"/>
              <a:gd name="T64" fmla="*/ 2 w 118"/>
              <a:gd name="T65" fmla="*/ 16 h 118"/>
              <a:gd name="T66" fmla="*/ 36 w 118"/>
              <a:gd name="T67" fmla="*/ 4 h 118"/>
              <a:gd name="T68" fmla="*/ 118 w 118"/>
              <a:gd name="T69" fmla="*/ 16 h 118"/>
              <a:gd name="T70" fmla="*/ 100 w 118"/>
              <a:gd name="T71" fmla="*/ 4 h 118"/>
              <a:gd name="T72" fmla="*/ 38 w 118"/>
              <a:gd name="T73" fmla="*/ 2 h 118"/>
              <a:gd name="T74" fmla="*/ 0 w 118"/>
              <a:gd name="T75" fmla="*/ 16 h 118"/>
              <a:gd name="T76" fmla="*/ 4 w 118"/>
              <a:gd name="T77" fmla="*/ 30 h 118"/>
              <a:gd name="T78" fmla="*/ 0 w 118"/>
              <a:gd name="T79" fmla="*/ 44 h 118"/>
              <a:gd name="T80" fmla="*/ 4 w 118"/>
              <a:gd name="T81" fmla="*/ 50 h 118"/>
              <a:gd name="T82" fmla="*/ 0 w 118"/>
              <a:gd name="T83" fmla="*/ 62 h 118"/>
              <a:gd name="T84" fmla="*/ 0 w 118"/>
              <a:gd name="T85" fmla="*/ 72 h 118"/>
              <a:gd name="T86" fmla="*/ 0 w 118"/>
              <a:gd name="T87" fmla="*/ 86 h 118"/>
              <a:gd name="T88" fmla="*/ 0 w 118"/>
              <a:gd name="T89" fmla="*/ 94 h 118"/>
              <a:gd name="T90" fmla="*/ 6 w 118"/>
              <a:gd name="T91" fmla="*/ 108 h 118"/>
              <a:gd name="T92" fmla="*/ 60 w 118"/>
              <a:gd name="T93" fmla="*/ 118 h 118"/>
              <a:gd name="T94" fmla="*/ 118 w 118"/>
              <a:gd name="T95" fmla="*/ 106 h 118"/>
              <a:gd name="T96" fmla="*/ 118 w 118"/>
              <a:gd name="T97" fmla="*/ 90 h 118"/>
              <a:gd name="T98" fmla="*/ 118 w 118"/>
              <a:gd name="T99" fmla="*/ 82 h 118"/>
              <a:gd name="T100" fmla="*/ 114 w 118"/>
              <a:gd name="T101" fmla="*/ 68 h 118"/>
              <a:gd name="T102" fmla="*/ 118 w 118"/>
              <a:gd name="T103" fmla="*/ 56 h 118"/>
              <a:gd name="T104" fmla="*/ 114 w 118"/>
              <a:gd name="T105" fmla="*/ 50 h 118"/>
              <a:gd name="T106" fmla="*/ 118 w 118"/>
              <a:gd name="T107" fmla="*/ 36 h 118"/>
              <a:gd name="T108" fmla="*/ 118 w 118"/>
              <a:gd name="T109" fmla="*/ 26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8" h="118">
                <a:moveTo>
                  <a:pt x="116" y="36"/>
                </a:moveTo>
                <a:lnTo>
                  <a:pt x="116" y="36"/>
                </a:lnTo>
                <a:lnTo>
                  <a:pt x="116" y="38"/>
                </a:lnTo>
                <a:lnTo>
                  <a:pt x="112" y="40"/>
                </a:lnTo>
                <a:lnTo>
                  <a:pt x="100" y="44"/>
                </a:lnTo>
                <a:lnTo>
                  <a:pt x="82" y="48"/>
                </a:lnTo>
                <a:lnTo>
                  <a:pt x="60" y="50"/>
                </a:lnTo>
                <a:lnTo>
                  <a:pt x="60" y="50"/>
                </a:lnTo>
                <a:lnTo>
                  <a:pt x="36" y="48"/>
                </a:lnTo>
                <a:lnTo>
                  <a:pt x="18" y="44"/>
                </a:lnTo>
                <a:lnTo>
                  <a:pt x="6" y="40"/>
                </a:lnTo>
                <a:lnTo>
                  <a:pt x="4" y="38"/>
                </a:lnTo>
                <a:lnTo>
                  <a:pt x="2" y="36"/>
                </a:lnTo>
                <a:lnTo>
                  <a:pt x="2" y="36"/>
                </a:lnTo>
                <a:lnTo>
                  <a:pt x="4" y="34"/>
                </a:lnTo>
                <a:lnTo>
                  <a:pt x="6" y="32"/>
                </a:lnTo>
                <a:lnTo>
                  <a:pt x="6" y="32"/>
                </a:lnTo>
                <a:lnTo>
                  <a:pt x="16" y="34"/>
                </a:lnTo>
                <a:lnTo>
                  <a:pt x="28" y="38"/>
                </a:lnTo>
                <a:lnTo>
                  <a:pt x="60" y="40"/>
                </a:lnTo>
                <a:lnTo>
                  <a:pt x="60" y="40"/>
                </a:lnTo>
                <a:lnTo>
                  <a:pt x="90" y="38"/>
                </a:lnTo>
                <a:lnTo>
                  <a:pt x="104" y="34"/>
                </a:lnTo>
                <a:lnTo>
                  <a:pt x="112" y="32"/>
                </a:lnTo>
                <a:lnTo>
                  <a:pt x="112" y="32"/>
                </a:lnTo>
                <a:lnTo>
                  <a:pt x="116" y="34"/>
                </a:lnTo>
                <a:lnTo>
                  <a:pt x="116" y="36"/>
                </a:lnTo>
                <a:lnTo>
                  <a:pt x="116" y="36"/>
                </a:lnTo>
                <a:close/>
                <a:moveTo>
                  <a:pt x="116" y="56"/>
                </a:moveTo>
                <a:lnTo>
                  <a:pt x="116" y="56"/>
                </a:lnTo>
                <a:lnTo>
                  <a:pt x="116" y="58"/>
                </a:lnTo>
                <a:lnTo>
                  <a:pt x="112" y="60"/>
                </a:lnTo>
                <a:lnTo>
                  <a:pt x="100" y="64"/>
                </a:lnTo>
                <a:lnTo>
                  <a:pt x="82" y="68"/>
                </a:lnTo>
                <a:lnTo>
                  <a:pt x="60" y="68"/>
                </a:lnTo>
                <a:lnTo>
                  <a:pt x="60" y="68"/>
                </a:lnTo>
                <a:lnTo>
                  <a:pt x="36" y="68"/>
                </a:lnTo>
                <a:lnTo>
                  <a:pt x="18" y="64"/>
                </a:lnTo>
                <a:lnTo>
                  <a:pt x="6" y="60"/>
                </a:lnTo>
                <a:lnTo>
                  <a:pt x="4" y="58"/>
                </a:lnTo>
                <a:lnTo>
                  <a:pt x="2" y="56"/>
                </a:lnTo>
                <a:lnTo>
                  <a:pt x="2" y="56"/>
                </a:lnTo>
                <a:lnTo>
                  <a:pt x="4" y="52"/>
                </a:lnTo>
                <a:lnTo>
                  <a:pt x="6" y="50"/>
                </a:lnTo>
                <a:lnTo>
                  <a:pt x="6" y="50"/>
                </a:lnTo>
                <a:lnTo>
                  <a:pt x="16" y="54"/>
                </a:lnTo>
                <a:lnTo>
                  <a:pt x="28" y="56"/>
                </a:lnTo>
                <a:lnTo>
                  <a:pt x="60" y="58"/>
                </a:lnTo>
                <a:lnTo>
                  <a:pt x="60" y="58"/>
                </a:lnTo>
                <a:lnTo>
                  <a:pt x="90" y="56"/>
                </a:lnTo>
                <a:lnTo>
                  <a:pt x="104" y="54"/>
                </a:lnTo>
                <a:lnTo>
                  <a:pt x="112" y="50"/>
                </a:lnTo>
                <a:lnTo>
                  <a:pt x="112" y="50"/>
                </a:lnTo>
                <a:lnTo>
                  <a:pt x="116" y="52"/>
                </a:lnTo>
                <a:lnTo>
                  <a:pt x="116" y="56"/>
                </a:lnTo>
                <a:lnTo>
                  <a:pt x="116" y="56"/>
                </a:lnTo>
                <a:close/>
                <a:moveTo>
                  <a:pt x="116" y="74"/>
                </a:moveTo>
                <a:lnTo>
                  <a:pt x="116" y="74"/>
                </a:lnTo>
                <a:lnTo>
                  <a:pt x="116" y="76"/>
                </a:lnTo>
                <a:lnTo>
                  <a:pt x="112" y="80"/>
                </a:lnTo>
                <a:lnTo>
                  <a:pt x="100" y="84"/>
                </a:lnTo>
                <a:lnTo>
                  <a:pt x="82" y="86"/>
                </a:lnTo>
                <a:lnTo>
                  <a:pt x="60" y="88"/>
                </a:lnTo>
                <a:lnTo>
                  <a:pt x="60" y="88"/>
                </a:lnTo>
                <a:lnTo>
                  <a:pt x="36" y="86"/>
                </a:lnTo>
                <a:lnTo>
                  <a:pt x="18" y="84"/>
                </a:lnTo>
                <a:lnTo>
                  <a:pt x="6" y="80"/>
                </a:lnTo>
                <a:lnTo>
                  <a:pt x="4" y="76"/>
                </a:lnTo>
                <a:lnTo>
                  <a:pt x="2" y="74"/>
                </a:lnTo>
                <a:lnTo>
                  <a:pt x="2" y="74"/>
                </a:lnTo>
                <a:lnTo>
                  <a:pt x="4" y="72"/>
                </a:lnTo>
                <a:lnTo>
                  <a:pt x="6" y="70"/>
                </a:lnTo>
                <a:lnTo>
                  <a:pt x="6" y="70"/>
                </a:lnTo>
                <a:lnTo>
                  <a:pt x="16" y="74"/>
                </a:lnTo>
                <a:lnTo>
                  <a:pt x="28" y="76"/>
                </a:lnTo>
                <a:lnTo>
                  <a:pt x="60" y="78"/>
                </a:lnTo>
                <a:lnTo>
                  <a:pt x="60" y="78"/>
                </a:lnTo>
                <a:lnTo>
                  <a:pt x="90" y="76"/>
                </a:lnTo>
                <a:lnTo>
                  <a:pt x="102" y="74"/>
                </a:lnTo>
                <a:lnTo>
                  <a:pt x="112" y="70"/>
                </a:lnTo>
                <a:lnTo>
                  <a:pt x="112" y="70"/>
                </a:lnTo>
                <a:lnTo>
                  <a:pt x="116" y="72"/>
                </a:lnTo>
                <a:lnTo>
                  <a:pt x="116" y="74"/>
                </a:lnTo>
                <a:lnTo>
                  <a:pt x="116" y="74"/>
                </a:lnTo>
                <a:close/>
                <a:moveTo>
                  <a:pt x="116" y="94"/>
                </a:moveTo>
                <a:lnTo>
                  <a:pt x="116" y="94"/>
                </a:lnTo>
                <a:lnTo>
                  <a:pt x="116" y="96"/>
                </a:lnTo>
                <a:lnTo>
                  <a:pt x="112" y="98"/>
                </a:lnTo>
                <a:lnTo>
                  <a:pt x="100" y="102"/>
                </a:lnTo>
                <a:lnTo>
                  <a:pt x="82" y="106"/>
                </a:lnTo>
                <a:lnTo>
                  <a:pt x="60" y="108"/>
                </a:lnTo>
                <a:lnTo>
                  <a:pt x="60" y="108"/>
                </a:lnTo>
                <a:lnTo>
                  <a:pt x="36" y="106"/>
                </a:lnTo>
                <a:lnTo>
                  <a:pt x="18" y="102"/>
                </a:lnTo>
                <a:lnTo>
                  <a:pt x="6" y="98"/>
                </a:lnTo>
                <a:lnTo>
                  <a:pt x="4" y="96"/>
                </a:lnTo>
                <a:lnTo>
                  <a:pt x="2" y="94"/>
                </a:lnTo>
                <a:lnTo>
                  <a:pt x="2" y="94"/>
                </a:lnTo>
                <a:lnTo>
                  <a:pt x="4" y="92"/>
                </a:lnTo>
                <a:lnTo>
                  <a:pt x="6" y="90"/>
                </a:lnTo>
                <a:lnTo>
                  <a:pt x="6" y="90"/>
                </a:lnTo>
                <a:lnTo>
                  <a:pt x="16" y="92"/>
                </a:lnTo>
                <a:lnTo>
                  <a:pt x="28" y="96"/>
                </a:lnTo>
                <a:lnTo>
                  <a:pt x="60" y="98"/>
                </a:lnTo>
                <a:lnTo>
                  <a:pt x="60" y="98"/>
                </a:lnTo>
                <a:lnTo>
                  <a:pt x="90" y="96"/>
                </a:lnTo>
                <a:lnTo>
                  <a:pt x="102" y="92"/>
                </a:lnTo>
                <a:lnTo>
                  <a:pt x="112" y="90"/>
                </a:lnTo>
                <a:lnTo>
                  <a:pt x="112" y="90"/>
                </a:lnTo>
                <a:lnTo>
                  <a:pt x="116" y="92"/>
                </a:lnTo>
                <a:lnTo>
                  <a:pt x="116" y="94"/>
                </a:lnTo>
                <a:lnTo>
                  <a:pt x="116" y="94"/>
                </a:lnTo>
                <a:close/>
                <a:moveTo>
                  <a:pt x="60" y="2"/>
                </a:moveTo>
                <a:lnTo>
                  <a:pt x="60" y="2"/>
                </a:lnTo>
                <a:lnTo>
                  <a:pt x="82" y="4"/>
                </a:lnTo>
                <a:lnTo>
                  <a:pt x="100" y="8"/>
                </a:lnTo>
                <a:lnTo>
                  <a:pt x="112" y="12"/>
                </a:lnTo>
                <a:lnTo>
                  <a:pt x="116" y="14"/>
                </a:lnTo>
                <a:lnTo>
                  <a:pt x="116" y="16"/>
                </a:lnTo>
                <a:lnTo>
                  <a:pt x="116" y="16"/>
                </a:lnTo>
                <a:lnTo>
                  <a:pt x="116" y="18"/>
                </a:lnTo>
                <a:lnTo>
                  <a:pt x="112" y="22"/>
                </a:lnTo>
                <a:lnTo>
                  <a:pt x="100" y="26"/>
                </a:lnTo>
                <a:lnTo>
                  <a:pt x="82" y="28"/>
                </a:lnTo>
                <a:lnTo>
                  <a:pt x="60" y="30"/>
                </a:lnTo>
                <a:lnTo>
                  <a:pt x="60" y="30"/>
                </a:lnTo>
                <a:lnTo>
                  <a:pt x="36" y="28"/>
                </a:lnTo>
                <a:lnTo>
                  <a:pt x="18" y="26"/>
                </a:lnTo>
                <a:lnTo>
                  <a:pt x="6" y="22"/>
                </a:lnTo>
                <a:lnTo>
                  <a:pt x="4" y="18"/>
                </a:lnTo>
                <a:lnTo>
                  <a:pt x="2" y="16"/>
                </a:lnTo>
                <a:lnTo>
                  <a:pt x="2" y="16"/>
                </a:lnTo>
                <a:lnTo>
                  <a:pt x="4" y="14"/>
                </a:lnTo>
                <a:lnTo>
                  <a:pt x="6" y="12"/>
                </a:lnTo>
                <a:lnTo>
                  <a:pt x="18" y="8"/>
                </a:lnTo>
                <a:lnTo>
                  <a:pt x="36" y="4"/>
                </a:lnTo>
                <a:lnTo>
                  <a:pt x="60" y="2"/>
                </a:lnTo>
                <a:lnTo>
                  <a:pt x="60" y="2"/>
                </a:lnTo>
                <a:close/>
                <a:moveTo>
                  <a:pt x="118" y="24"/>
                </a:moveTo>
                <a:lnTo>
                  <a:pt x="118" y="16"/>
                </a:lnTo>
                <a:lnTo>
                  <a:pt x="118" y="16"/>
                </a:lnTo>
                <a:lnTo>
                  <a:pt x="118" y="12"/>
                </a:lnTo>
                <a:lnTo>
                  <a:pt x="114" y="10"/>
                </a:lnTo>
                <a:lnTo>
                  <a:pt x="100" y="4"/>
                </a:lnTo>
                <a:lnTo>
                  <a:pt x="80" y="2"/>
                </a:lnTo>
                <a:lnTo>
                  <a:pt x="60" y="0"/>
                </a:lnTo>
                <a:lnTo>
                  <a:pt x="60" y="0"/>
                </a:lnTo>
                <a:lnTo>
                  <a:pt x="38" y="2"/>
                </a:lnTo>
                <a:lnTo>
                  <a:pt x="18" y="4"/>
                </a:lnTo>
                <a:lnTo>
                  <a:pt x="6" y="10"/>
                </a:lnTo>
                <a:lnTo>
                  <a:pt x="2" y="12"/>
                </a:lnTo>
                <a:lnTo>
                  <a:pt x="0" y="16"/>
                </a:lnTo>
                <a:lnTo>
                  <a:pt x="0" y="24"/>
                </a:lnTo>
                <a:lnTo>
                  <a:pt x="0" y="24"/>
                </a:lnTo>
                <a:lnTo>
                  <a:pt x="0" y="26"/>
                </a:lnTo>
                <a:lnTo>
                  <a:pt x="4" y="30"/>
                </a:lnTo>
                <a:lnTo>
                  <a:pt x="4" y="30"/>
                </a:lnTo>
                <a:lnTo>
                  <a:pt x="0" y="32"/>
                </a:lnTo>
                <a:lnTo>
                  <a:pt x="0" y="36"/>
                </a:lnTo>
                <a:lnTo>
                  <a:pt x="0" y="44"/>
                </a:lnTo>
                <a:lnTo>
                  <a:pt x="0" y="44"/>
                </a:lnTo>
                <a:lnTo>
                  <a:pt x="0" y="46"/>
                </a:lnTo>
                <a:lnTo>
                  <a:pt x="4" y="50"/>
                </a:lnTo>
                <a:lnTo>
                  <a:pt x="4" y="50"/>
                </a:lnTo>
                <a:lnTo>
                  <a:pt x="0" y="52"/>
                </a:lnTo>
                <a:lnTo>
                  <a:pt x="0" y="56"/>
                </a:lnTo>
                <a:lnTo>
                  <a:pt x="0" y="62"/>
                </a:lnTo>
                <a:lnTo>
                  <a:pt x="0" y="62"/>
                </a:lnTo>
                <a:lnTo>
                  <a:pt x="0" y="66"/>
                </a:lnTo>
                <a:lnTo>
                  <a:pt x="4" y="68"/>
                </a:lnTo>
                <a:lnTo>
                  <a:pt x="4" y="68"/>
                </a:lnTo>
                <a:lnTo>
                  <a:pt x="0" y="72"/>
                </a:lnTo>
                <a:lnTo>
                  <a:pt x="0" y="74"/>
                </a:lnTo>
                <a:lnTo>
                  <a:pt x="0" y="82"/>
                </a:lnTo>
                <a:lnTo>
                  <a:pt x="0" y="82"/>
                </a:lnTo>
                <a:lnTo>
                  <a:pt x="0" y="86"/>
                </a:lnTo>
                <a:lnTo>
                  <a:pt x="4" y="88"/>
                </a:lnTo>
                <a:lnTo>
                  <a:pt x="4" y="88"/>
                </a:lnTo>
                <a:lnTo>
                  <a:pt x="0" y="90"/>
                </a:lnTo>
                <a:lnTo>
                  <a:pt x="0" y="94"/>
                </a:lnTo>
                <a:lnTo>
                  <a:pt x="0" y="102"/>
                </a:lnTo>
                <a:lnTo>
                  <a:pt x="0" y="102"/>
                </a:lnTo>
                <a:lnTo>
                  <a:pt x="2" y="106"/>
                </a:lnTo>
                <a:lnTo>
                  <a:pt x="6" y="108"/>
                </a:lnTo>
                <a:lnTo>
                  <a:pt x="18" y="114"/>
                </a:lnTo>
                <a:lnTo>
                  <a:pt x="38" y="116"/>
                </a:lnTo>
                <a:lnTo>
                  <a:pt x="60" y="118"/>
                </a:lnTo>
                <a:lnTo>
                  <a:pt x="60" y="118"/>
                </a:lnTo>
                <a:lnTo>
                  <a:pt x="80" y="116"/>
                </a:lnTo>
                <a:lnTo>
                  <a:pt x="100" y="114"/>
                </a:lnTo>
                <a:lnTo>
                  <a:pt x="114" y="108"/>
                </a:lnTo>
                <a:lnTo>
                  <a:pt x="118" y="106"/>
                </a:lnTo>
                <a:lnTo>
                  <a:pt x="118" y="102"/>
                </a:lnTo>
                <a:lnTo>
                  <a:pt x="118" y="94"/>
                </a:lnTo>
                <a:lnTo>
                  <a:pt x="118" y="94"/>
                </a:lnTo>
                <a:lnTo>
                  <a:pt x="118" y="90"/>
                </a:lnTo>
                <a:lnTo>
                  <a:pt x="114" y="88"/>
                </a:lnTo>
                <a:lnTo>
                  <a:pt x="114" y="88"/>
                </a:lnTo>
                <a:lnTo>
                  <a:pt x="118" y="86"/>
                </a:lnTo>
                <a:lnTo>
                  <a:pt x="118" y="82"/>
                </a:lnTo>
                <a:lnTo>
                  <a:pt x="118" y="74"/>
                </a:lnTo>
                <a:lnTo>
                  <a:pt x="118" y="74"/>
                </a:lnTo>
                <a:lnTo>
                  <a:pt x="118" y="72"/>
                </a:lnTo>
                <a:lnTo>
                  <a:pt x="114" y="68"/>
                </a:lnTo>
                <a:lnTo>
                  <a:pt x="114" y="68"/>
                </a:lnTo>
                <a:lnTo>
                  <a:pt x="118" y="66"/>
                </a:lnTo>
                <a:lnTo>
                  <a:pt x="118" y="62"/>
                </a:lnTo>
                <a:lnTo>
                  <a:pt x="118" y="56"/>
                </a:lnTo>
                <a:lnTo>
                  <a:pt x="118" y="56"/>
                </a:lnTo>
                <a:lnTo>
                  <a:pt x="118" y="52"/>
                </a:lnTo>
                <a:lnTo>
                  <a:pt x="114" y="50"/>
                </a:lnTo>
                <a:lnTo>
                  <a:pt x="114" y="50"/>
                </a:lnTo>
                <a:lnTo>
                  <a:pt x="118" y="46"/>
                </a:lnTo>
                <a:lnTo>
                  <a:pt x="118" y="44"/>
                </a:lnTo>
                <a:lnTo>
                  <a:pt x="118" y="36"/>
                </a:lnTo>
                <a:lnTo>
                  <a:pt x="118" y="36"/>
                </a:lnTo>
                <a:lnTo>
                  <a:pt x="118" y="32"/>
                </a:lnTo>
                <a:lnTo>
                  <a:pt x="114" y="30"/>
                </a:lnTo>
                <a:lnTo>
                  <a:pt x="114" y="30"/>
                </a:lnTo>
                <a:lnTo>
                  <a:pt x="118" y="26"/>
                </a:lnTo>
                <a:lnTo>
                  <a:pt x="118" y="24"/>
                </a:lnTo>
                <a:lnTo>
                  <a:pt x="118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6" name="Freeform 1464"/>
          <p:cNvSpPr/>
          <p:nvPr/>
        </p:nvSpPr>
        <p:spPr bwMode="auto">
          <a:xfrm>
            <a:off x="4769325" y="2360116"/>
            <a:ext cx="678738" cy="34807"/>
          </a:xfrm>
          <a:custGeom>
            <a:avLst/>
            <a:gdLst>
              <a:gd name="T0" fmla="*/ 6 w 234"/>
              <a:gd name="T1" fmla="*/ 12 h 12"/>
              <a:gd name="T2" fmla="*/ 6 w 234"/>
              <a:gd name="T3" fmla="*/ 12 h 12"/>
              <a:gd name="T4" fmla="*/ 2 w 234"/>
              <a:gd name="T5" fmla="*/ 10 h 12"/>
              <a:gd name="T6" fmla="*/ 0 w 234"/>
              <a:gd name="T7" fmla="*/ 6 h 12"/>
              <a:gd name="T8" fmla="*/ 0 w 234"/>
              <a:gd name="T9" fmla="*/ 6 h 12"/>
              <a:gd name="T10" fmla="*/ 2 w 234"/>
              <a:gd name="T11" fmla="*/ 2 h 12"/>
              <a:gd name="T12" fmla="*/ 6 w 234"/>
              <a:gd name="T13" fmla="*/ 0 h 12"/>
              <a:gd name="T14" fmla="*/ 228 w 234"/>
              <a:gd name="T15" fmla="*/ 0 h 12"/>
              <a:gd name="T16" fmla="*/ 228 w 234"/>
              <a:gd name="T17" fmla="*/ 0 h 12"/>
              <a:gd name="T18" fmla="*/ 232 w 234"/>
              <a:gd name="T19" fmla="*/ 2 h 12"/>
              <a:gd name="T20" fmla="*/ 234 w 234"/>
              <a:gd name="T21" fmla="*/ 6 h 12"/>
              <a:gd name="T22" fmla="*/ 234 w 234"/>
              <a:gd name="T23" fmla="*/ 6 h 12"/>
              <a:gd name="T24" fmla="*/ 232 w 234"/>
              <a:gd name="T25" fmla="*/ 10 h 12"/>
              <a:gd name="T26" fmla="*/ 228 w 234"/>
              <a:gd name="T27" fmla="*/ 12 h 12"/>
              <a:gd name="T28" fmla="*/ 6 w 234"/>
              <a:gd name="T29" fmla="*/ 12 h 12"/>
              <a:gd name="T30" fmla="*/ 6 w 234"/>
              <a:gd name="T31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4" h="12">
                <a:moveTo>
                  <a:pt x="6" y="12"/>
                </a:moveTo>
                <a:lnTo>
                  <a:pt x="6" y="12"/>
                </a:lnTo>
                <a:lnTo>
                  <a:pt x="2" y="10"/>
                </a:lnTo>
                <a:lnTo>
                  <a:pt x="0" y="6"/>
                </a:lnTo>
                <a:lnTo>
                  <a:pt x="0" y="6"/>
                </a:lnTo>
                <a:lnTo>
                  <a:pt x="2" y="2"/>
                </a:lnTo>
                <a:lnTo>
                  <a:pt x="6" y="0"/>
                </a:lnTo>
                <a:lnTo>
                  <a:pt x="228" y="0"/>
                </a:lnTo>
                <a:lnTo>
                  <a:pt x="228" y="0"/>
                </a:lnTo>
                <a:lnTo>
                  <a:pt x="232" y="2"/>
                </a:lnTo>
                <a:lnTo>
                  <a:pt x="234" y="6"/>
                </a:lnTo>
                <a:lnTo>
                  <a:pt x="234" y="6"/>
                </a:lnTo>
                <a:lnTo>
                  <a:pt x="232" y="10"/>
                </a:lnTo>
                <a:lnTo>
                  <a:pt x="228" y="12"/>
                </a:lnTo>
                <a:lnTo>
                  <a:pt x="6" y="12"/>
                </a:lnTo>
                <a:lnTo>
                  <a:pt x="6" y="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7" name="Freeform 1465"/>
          <p:cNvSpPr>
            <a:spLocks noEditPoints="1"/>
          </p:cNvSpPr>
          <p:nvPr/>
        </p:nvSpPr>
        <p:spPr bwMode="auto">
          <a:xfrm>
            <a:off x="4775127" y="2534152"/>
            <a:ext cx="116024" cy="116024"/>
          </a:xfrm>
          <a:custGeom>
            <a:avLst/>
            <a:gdLst>
              <a:gd name="T0" fmla="*/ 20 w 40"/>
              <a:gd name="T1" fmla="*/ 40 h 40"/>
              <a:gd name="T2" fmla="*/ 12 w 40"/>
              <a:gd name="T3" fmla="*/ 38 h 40"/>
              <a:gd name="T4" fmla="*/ 6 w 40"/>
              <a:gd name="T5" fmla="*/ 34 h 40"/>
              <a:gd name="T6" fmla="*/ 2 w 40"/>
              <a:gd name="T7" fmla="*/ 26 h 40"/>
              <a:gd name="T8" fmla="*/ 0 w 40"/>
              <a:gd name="T9" fmla="*/ 20 h 40"/>
              <a:gd name="T10" fmla="*/ 2 w 40"/>
              <a:gd name="T11" fmla="*/ 12 h 40"/>
              <a:gd name="T12" fmla="*/ 6 w 40"/>
              <a:gd name="T13" fmla="*/ 6 h 40"/>
              <a:gd name="T14" fmla="*/ 12 w 40"/>
              <a:gd name="T15" fmla="*/ 2 h 40"/>
              <a:gd name="T16" fmla="*/ 20 w 40"/>
              <a:gd name="T17" fmla="*/ 0 h 40"/>
              <a:gd name="T18" fmla="*/ 28 w 40"/>
              <a:gd name="T19" fmla="*/ 2 h 40"/>
              <a:gd name="T20" fmla="*/ 34 w 40"/>
              <a:gd name="T21" fmla="*/ 6 h 40"/>
              <a:gd name="T22" fmla="*/ 38 w 40"/>
              <a:gd name="T23" fmla="*/ 12 h 40"/>
              <a:gd name="T24" fmla="*/ 40 w 40"/>
              <a:gd name="T25" fmla="*/ 20 h 40"/>
              <a:gd name="T26" fmla="*/ 38 w 40"/>
              <a:gd name="T27" fmla="*/ 28 h 40"/>
              <a:gd name="T28" fmla="*/ 34 w 40"/>
              <a:gd name="T29" fmla="*/ 34 h 40"/>
              <a:gd name="T30" fmla="*/ 28 w 40"/>
              <a:gd name="T31" fmla="*/ 38 h 40"/>
              <a:gd name="T32" fmla="*/ 20 w 40"/>
              <a:gd name="T33" fmla="*/ 40 h 40"/>
              <a:gd name="T34" fmla="*/ 10 w 40"/>
              <a:gd name="T35" fmla="*/ 20 h 40"/>
              <a:gd name="T36" fmla="*/ 10 w 40"/>
              <a:gd name="T37" fmla="*/ 24 h 40"/>
              <a:gd name="T38" fmla="*/ 12 w 40"/>
              <a:gd name="T39" fmla="*/ 28 h 40"/>
              <a:gd name="T40" fmla="*/ 16 w 40"/>
              <a:gd name="T41" fmla="*/ 30 h 40"/>
              <a:gd name="T42" fmla="*/ 20 w 40"/>
              <a:gd name="T43" fmla="*/ 32 h 40"/>
              <a:gd name="T44" fmla="*/ 24 w 40"/>
              <a:gd name="T45" fmla="*/ 30 h 40"/>
              <a:gd name="T46" fmla="*/ 28 w 40"/>
              <a:gd name="T47" fmla="*/ 28 h 40"/>
              <a:gd name="T48" fmla="*/ 30 w 40"/>
              <a:gd name="T49" fmla="*/ 24 h 40"/>
              <a:gd name="T50" fmla="*/ 30 w 40"/>
              <a:gd name="T51" fmla="*/ 20 h 40"/>
              <a:gd name="T52" fmla="*/ 30 w 40"/>
              <a:gd name="T53" fmla="*/ 16 h 40"/>
              <a:gd name="T54" fmla="*/ 28 w 40"/>
              <a:gd name="T55" fmla="*/ 12 h 40"/>
              <a:gd name="T56" fmla="*/ 24 w 40"/>
              <a:gd name="T57" fmla="*/ 8 h 40"/>
              <a:gd name="T58" fmla="*/ 20 w 40"/>
              <a:gd name="T59" fmla="*/ 8 h 40"/>
              <a:gd name="T60" fmla="*/ 16 w 40"/>
              <a:gd name="T61" fmla="*/ 10 h 40"/>
              <a:gd name="T62" fmla="*/ 12 w 40"/>
              <a:gd name="T63" fmla="*/ 12 h 40"/>
              <a:gd name="T64" fmla="*/ 10 w 40"/>
              <a:gd name="T65" fmla="*/ 16 h 40"/>
              <a:gd name="T66" fmla="*/ 10 w 40"/>
              <a:gd name="T6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0" h="40">
                <a:moveTo>
                  <a:pt x="20" y="40"/>
                </a:moveTo>
                <a:lnTo>
                  <a:pt x="20" y="40"/>
                </a:lnTo>
                <a:lnTo>
                  <a:pt x="12" y="38"/>
                </a:lnTo>
                <a:lnTo>
                  <a:pt x="12" y="38"/>
                </a:lnTo>
                <a:lnTo>
                  <a:pt x="6" y="34"/>
                </a:lnTo>
                <a:lnTo>
                  <a:pt x="6" y="34"/>
                </a:lnTo>
                <a:lnTo>
                  <a:pt x="2" y="26"/>
                </a:lnTo>
                <a:lnTo>
                  <a:pt x="2" y="26"/>
                </a:lnTo>
                <a:lnTo>
                  <a:pt x="0" y="20"/>
                </a:lnTo>
                <a:lnTo>
                  <a:pt x="0" y="20"/>
                </a:lnTo>
                <a:lnTo>
                  <a:pt x="2" y="12"/>
                </a:lnTo>
                <a:lnTo>
                  <a:pt x="2" y="12"/>
                </a:lnTo>
                <a:lnTo>
                  <a:pt x="6" y="6"/>
                </a:lnTo>
                <a:lnTo>
                  <a:pt x="6" y="6"/>
                </a:lnTo>
                <a:lnTo>
                  <a:pt x="12" y="2"/>
                </a:lnTo>
                <a:lnTo>
                  <a:pt x="12" y="2"/>
                </a:lnTo>
                <a:lnTo>
                  <a:pt x="20" y="0"/>
                </a:lnTo>
                <a:lnTo>
                  <a:pt x="20" y="0"/>
                </a:lnTo>
                <a:lnTo>
                  <a:pt x="28" y="2"/>
                </a:lnTo>
                <a:lnTo>
                  <a:pt x="28" y="2"/>
                </a:lnTo>
                <a:lnTo>
                  <a:pt x="34" y="6"/>
                </a:lnTo>
                <a:lnTo>
                  <a:pt x="34" y="6"/>
                </a:lnTo>
                <a:lnTo>
                  <a:pt x="38" y="12"/>
                </a:lnTo>
                <a:lnTo>
                  <a:pt x="38" y="12"/>
                </a:lnTo>
                <a:lnTo>
                  <a:pt x="40" y="20"/>
                </a:lnTo>
                <a:lnTo>
                  <a:pt x="40" y="20"/>
                </a:lnTo>
                <a:lnTo>
                  <a:pt x="38" y="28"/>
                </a:lnTo>
                <a:lnTo>
                  <a:pt x="38" y="28"/>
                </a:lnTo>
                <a:lnTo>
                  <a:pt x="34" y="34"/>
                </a:lnTo>
                <a:lnTo>
                  <a:pt x="34" y="34"/>
                </a:lnTo>
                <a:lnTo>
                  <a:pt x="28" y="38"/>
                </a:lnTo>
                <a:lnTo>
                  <a:pt x="28" y="38"/>
                </a:lnTo>
                <a:lnTo>
                  <a:pt x="20" y="40"/>
                </a:lnTo>
                <a:lnTo>
                  <a:pt x="20" y="40"/>
                </a:lnTo>
                <a:close/>
                <a:moveTo>
                  <a:pt x="10" y="20"/>
                </a:moveTo>
                <a:lnTo>
                  <a:pt x="10" y="20"/>
                </a:lnTo>
                <a:lnTo>
                  <a:pt x="10" y="24"/>
                </a:lnTo>
                <a:lnTo>
                  <a:pt x="10" y="24"/>
                </a:lnTo>
                <a:lnTo>
                  <a:pt x="12" y="28"/>
                </a:lnTo>
                <a:lnTo>
                  <a:pt x="12" y="28"/>
                </a:lnTo>
                <a:lnTo>
                  <a:pt x="16" y="30"/>
                </a:lnTo>
                <a:lnTo>
                  <a:pt x="16" y="30"/>
                </a:lnTo>
                <a:lnTo>
                  <a:pt x="20" y="32"/>
                </a:lnTo>
                <a:lnTo>
                  <a:pt x="20" y="32"/>
                </a:lnTo>
                <a:lnTo>
                  <a:pt x="24" y="30"/>
                </a:lnTo>
                <a:lnTo>
                  <a:pt x="24" y="30"/>
                </a:lnTo>
                <a:lnTo>
                  <a:pt x="28" y="28"/>
                </a:lnTo>
                <a:lnTo>
                  <a:pt x="28" y="28"/>
                </a:lnTo>
                <a:lnTo>
                  <a:pt x="30" y="24"/>
                </a:lnTo>
                <a:lnTo>
                  <a:pt x="30" y="24"/>
                </a:lnTo>
                <a:lnTo>
                  <a:pt x="30" y="20"/>
                </a:lnTo>
                <a:lnTo>
                  <a:pt x="30" y="20"/>
                </a:lnTo>
                <a:lnTo>
                  <a:pt x="30" y="16"/>
                </a:lnTo>
                <a:lnTo>
                  <a:pt x="30" y="16"/>
                </a:lnTo>
                <a:lnTo>
                  <a:pt x="28" y="12"/>
                </a:lnTo>
                <a:lnTo>
                  <a:pt x="28" y="12"/>
                </a:lnTo>
                <a:lnTo>
                  <a:pt x="24" y="8"/>
                </a:lnTo>
                <a:lnTo>
                  <a:pt x="24" y="8"/>
                </a:lnTo>
                <a:lnTo>
                  <a:pt x="20" y="8"/>
                </a:lnTo>
                <a:lnTo>
                  <a:pt x="20" y="8"/>
                </a:lnTo>
                <a:lnTo>
                  <a:pt x="16" y="10"/>
                </a:lnTo>
                <a:lnTo>
                  <a:pt x="16" y="10"/>
                </a:lnTo>
                <a:lnTo>
                  <a:pt x="12" y="12"/>
                </a:lnTo>
                <a:lnTo>
                  <a:pt x="12" y="12"/>
                </a:lnTo>
                <a:lnTo>
                  <a:pt x="10" y="16"/>
                </a:lnTo>
                <a:lnTo>
                  <a:pt x="10" y="16"/>
                </a:lnTo>
                <a:lnTo>
                  <a:pt x="10" y="20"/>
                </a:lnTo>
                <a:lnTo>
                  <a:pt x="10" y="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8" name="Freeform 1466"/>
          <p:cNvSpPr>
            <a:spLocks noEditPoints="1"/>
          </p:cNvSpPr>
          <p:nvPr/>
        </p:nvSpPr>
        <p:spPr bwMode="auto">
          <a:xfrm>
            <a:off x="4902753" y="2563158"/>
            <a:ext cx="87018" cy="116024"/>
          </a:xfrm>
          <a:custGeom>
            <a:avLst/>
            <a:gdLst>
              <a:gd name="T0" fmla="*/ 18 w 30"/>
              <a:gd name="T1" fmla="*/ 30 h 40"/>
              <a:gd name="T2" fmla="*/ 18 w 30"/>
              <a:gd name="T3" fmla="*/ 30 h 40"/>
              <a:gd name="T4" fmla="*/ 12 w 30"/>
              <a:gd name="T5" fmla="*/ 28 h 40"/>
              <a:gd name="T6" fmla="*/ 12 w 30"/>
              <a:gd name="T7" fmla="*/ 28 h 40"/>
              <a:gd name="T8" fmla="*/ 8 w 30"/>
              <a:gd name="T9" fmla="*/ 24 h 40"/>
              <a:gd name="T10" fmla="*/ 8 w 30"/>
              <a:gd name="T11" fmla="*/ 40 h 40"/>
              <a:gd name="T12" fmla="*/ 0 w 30"/>
              <a:gd name="T13" fmla="*/ 40 h 40"/>
              <a:gd name="T14" fmla="*/ 0 w 30"/>
              <a:gd name="T15" fmla="*/ 0 h 40"/>
              <a:gd name="T16" fmla="*/ 8 w 30"/>
              <a:gd name="T17" fmla="*/ 0 h 40"/>
              <a:gd name="T18" fmla="*/ 8 w 30"/>
              <a:gd name="T19" fmla="*/ 6 h 40"/>
              <a:gd name="T20" fmla="*/ 8 w 30"/>
              <a:gd name="T21" fmla="*/ 6 h 40"/>
              <a:gd name="T22" fmla="*/ 12 w 30"/>
              <a:gd name="T23" fmla="*/ 2 h 40"/>
              <a:gd name="T24" fmla="*/ 12 w 30"/>
              <a:gd name="T25" fmla="*/ 2 h 40"/>
              <a:gd name="T26" fmla="*/ 16 w 30"/>
              <a:gd name="T27" fmla="*/ 0 h 40"/>
              <a:gd name="T28" fmla="*/ 16 w 30"/>
              <a:gd name="T29" fmla="*/ 0 h 40"/>
              <a:gd name="T30" fmla="*/ 22 w 30"/>
              <a:gd name="T31" fmla="*/ 0 h 40"/>
              <a:gd name="T32" fmla="*/ 22 w 30"/>
              <a:gd name="T33" fmla="*/ 0 h 40"/>
              <a:gd name="T34" fmla="*/ 26 w 30"/>
              <a:gd name="T35" fmla="*/ 4 h 40"/>
              <a:gd name="T36" fmla="*/ 26 w 30"/>
              <a:gd name="T37" fmla="*/ 4 h 40"/>
              <a:gd name="T38" fmla="*/ 30 w 30"/>
              <a:gd name="T39" fmla="*/ 8 h 40"/>
              <a:gd name="T40" fmla="*/ 30 w 30"/>
              <a:gd name="T41" fmla="*/ 8 h 40"/>
              <a:gd name="T42" fmla="*/ 30 w 30"/>
              <a:gd name="T43" fmla="*/ 14 h 40"/>
              <a:gd name="T44" fmla="*/ 30 w 30"/>
              <a:gd name="T45" fmla="*/ 14 h 40"/>
              <a:gd name="T46" fmla="*/ 30 w 30"/>
              <a:gd name="T47" fmla="*/ 20 h 40"/>
              <a:gd name="T48" fmla="*/ 30 w 30"/>
              <a:gd name="T49" fmla="*/ 20 h 40"/>
              <a:gd name="T50" fmla="*/ 26 w 30"/>
              <a:gd name="T51" fmla="*/ 26 h 40"/>
              <a:gd name="T52" fmla="*/ 26 w 30"/>
              <a:gd name="T53" fmla="*/ 26 h 40"/>
              <a:gd name="T54" fmla="*/ 22 w 30"/>
              <a:gd name="T55" fmla="*/ 28 h 40"/>
              <a:gd name="T56" fmla="*/ 22 w 30"/>
              <a:gd name="T57" fmla="*/ 28 h 40"/>
              <a:gd name="T58" fmla="*/ 18 w 30"/>
              <a:gd name="T59" fmla="*/ 30 h 40"/>
              <a:gd name="T60" fmla="*/ 18 w 30"/>
              <a:gd name="T61" fmla="*/ 30 h 40"/>
              <a:gd name="T62" fmla="*/ 14 w 30"/>
              <a:gd name="T63" fmla="*/ 22 h 40"/>
              <a:gd name="T64" fmla="*/ 14 w 30"/>
              <a:gd name="T65" fmla="*/ 22 h 40"/>
              <a:gd name="T66" fmla="*/ 18 w 30"/>
              <a:gd name="T67" fmla="*/ 22 h 40"/>
              <a:gd name="T68" fmla="*/ 18 w 30"/>
              <a:gd name="T69" fmla="*/ 22 h 40"/>
              <a:gd name="T70" fmla="*/ 20 w 30"/>
              <a:gd name="T71" fmla="*/ 20 h 40"/>
              <a:gd name="T72" fmla="*/ 20 w 30"/>
              <a:gd name="T73" fmla="*/ 20 h 40"/>
              <a:gd name="T74" fmla="*/ 20 w 30"/>
              <a:gd name="T75" fmla="*/ 18 h 40"/>
              <a:gd name="T76" fmla="*/ 20 w 30"/>
              <a:gd name="T77" fmla="*/ 18 h 40"/>
              <a:gd name="T78" fmla="*/ 22 w 30"/>
              <a:gd name="T79" fmla="*/ 14 h 40"/>
              <a:gd name="T80" fmla="*/ 22 w 30"/>
              <a:gd name="T81" fmla="*/ 14 h 40"/>
              <a:gd name="T82" fmla="*/ 20 w 30"/>
              <a:gd name="T83" fmla="*/ 12 h 40"/>
              <a:gd name="T84" fmla="*/ 20 w 30"/>
              <a:gd name="T85" fmla="*/ 12 h 40"/>
              <a:gd name="T86" fmla="*/ 20 w 30"/>
              <a:gd name="T87" fmla="*/ 10 h 40"/>
              <a:gd name="T88" fmla="*/ 20 w 30"/>
              <a:gd name="T89" fmla="*/ 10 h 40"/>
              <a:gd name="T90" fmla="*/ 18 w 30"/>
              <a:gd name="T91" fmla="*/ 8 h 40"/>
              <a:gd name="T92" fmla="*/ 18 w 30"/>
              <a:gd name="T93" fmla="*/ 8 h 40"/>
              <a:gd name="T94" fmla="*/ 14 w 30"/>
              <a:gd name="T95" fmla="*/ 8 h 40"/>
              <a:gd name="T96" fmla="*/ 14 w 30"/>
              <a:gd name="T97" fmla="*/ 8 h 40"/>
              <a:gd name="T98" fmla="*/ 12 w 30"/>
              <a:gd name="T99" fmla="*/ 8 h 40"/>
              <a:gd name="T100" fmla="*/ 12 w 30"/>
              <a:gd name="T101" fmla="*/ 8 h 40"/>
              <a:gd name="T102" fmla="*/ 8 w 30"/>
              <a:gd name="T103" fmla="*/ 12 h 40"/>
              <a:gd name="T104" fmla="*/ 8 w 30"/>
              <a:gd name="T105" fmla="*/ 18 h 40"/>
              <a:gd name="T106" fmla="*/ 8 w 30"/>
              <a:gd name="T107" fmla="*/ 18 h 40"/>
              <a:gd name="T108" fmla="*/ 12 w 30"/>
              <a:gd name="T109" fmla="*/ 20 h 40"/>
              <a:gd name="T110" fmla="*/ 12 w 30"/>
              <a:gd name="T111" fmla="*/ 20 h 40"/>
              <a:gd name="T112" fmla="*/ 14 w 30"/>
              <a:gd name="T113" fmla="*/ 22 h 40"/>
              <a:gd name="T114" fmla="*/ 14 w 30"/>
              <a:gd name="T115" fmla="*/ 22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" h="40">
                <a:moveTo>
                  <a:pt x="18" y="30"/>
                </a:moveTo>
                <a:lnTo>
                  <a:pt x="18" y="30"/>
                </a:lnTo>
                <a:lnTo>
                  <a:pt x="12" y="28"/>
                </a:lnTo>
                <a:lnTo>
                  <a:pt x="12" y="28"/>
                </a:lnTo>
                <a:lnTo>
                  <a:pt x="8" y="24"/>
                </a:lnTo>
                <a:lnTo>
                  <a:pt x="8" y="40"/>
                </a:lnTo>
                <a:lnTo>
                  <a:pt x="0" y="40"/>
                </a:lnTo>
                <a:lnTo>
                  <a:pt x="0" y="0"/>
                </a:lnTo>
                <a:lnTo>
                  <a:pt x="8" y="0"/>
                </a:lnTo>
                <a:lnTo>
                  <a:pt x="8" y="6"/>
                </a:lnTo>
                <a:lnTo>
                  <a:pt x="8" y="6"/>
                </a:lnTo>
                <a:lnTo>
                  <a:pt x="12" y="2"/>
                </a:lnTo>
                <a:lnTo>
                  <a:pt x="12" y="2"/>
                </a:lnTo>
                <a:lnTo>
                  <a:pt x="16" y="0"/>
                </a:lnTo>
                <a:lnTo>
                  <a:pt x="16" y="0"/>
                </a:lnTo>
                <a:lnTo>
                  <a:pt x="22" y="0"/>
                </a:lnTo>
                <a:lnTo>
                  <a:pt x="22" y="0"/>
                </a:lnTo>
                <a:lnTo>
                  <a:pt x="26" y="4"/>
                </a:lnTo>
                <a:lnTo>
                  <a:pt x="26" y="4"/>
                </a:lnTo>
                <a:lnTo>
                  <a:pt x="30" y="8"/>
                </a:lnTo>
                <a:lnTo>
                  <a:pt x="30" y="8"/>
                </a:lnTo>
                <a:lnTo>
                  <a:pt x="30" y="14"/>
                </a:lnTo>
                <a:lnTo>
                  <a:pt x="30" y="14"/>
                </a:lnTo>
                <a:lnTo>
                  <a:pt x="30" y="20"/>
                </a:lnTo>
                <a:lnTo>
                  <a:pt x="30" y="20"/>
                </a:lnTo>
                <a:lnTo>
                  <a:pt x="26" y="26"/>
                </a:lnTo>
                <a:lnTo>
                  <a:pt x="26" y="26"/>
                </a:lnTo>
                <a:lnTo>
                  <a:pt x="22" y="28"/>
                </a:lnTo>
                <a:lnTo>
                  <a:pt x="22" y="28"/>
                </a:lnTo>
                <a:lnTo>
                  <a:pt x="18" y="30"/>
                </a:lnTo>
                <a:lnTo>
                  <a:pt x="18" y="30"/>
                </a:lnTo>
                <a:close/>
                <a:moveTo>
                  <a:pt x="14" y="22"/>
                </a:moveTo>
                <a:lnTo>
                  <a:pt x="14" y="22"/>
                </a:lnTo>
                <a:lnTo>
                  <a:pt x="18" y="22"/>
                </a:lnTo>
                <a:lnTo>
                  <a:pt x="18" y="22"/>
                </a:lnTo>
                <a:lnTo>
                  <a:pt x="20" y="20"/>
                </a:lnTo>
                <a:lnTo>
                  <a:pt x="20" y="20"/>
                </a:lnTo>
                <a:lnTo>
                  <a:pt x="20" y="18"/>
                </a:lnTo>
                <a:lnTo>
                  <a:pt x="20" y="18"/>
                </a:lnTo>
                <a:lnTo>
                  <a:pt x="22" y="14"/>
                </a:lnTo>
                <a:lnTo>
                  <a:pt x="22" y="14"/>
                </a:lnTo>
                <a:lnTo>
                  <a:pt x="20" y="12"/>
                </a:lnTo>
                <a:lnTo>
                  <a:pt x="20" y="12"/>
                </a:lnTo>
                <a:lnTo>
                  <a:pt x="20" y="10"/>
                </a:lnTo>
                <a:lnTo>
                  <a:pt x="20" y="10"/>
                </a:lnTo>
                <a:lnTo>
                  <a:pt x="18" y="8"/>
                </a:lnTo>
                <a:lnTo>
                  <a:pt x="18" y="8"/>
                </a:lnTo>
                <a:lnTo>
                  <a:pt x="14" y="8"/>
                </a:lnTo>
                <a:lnTo>
                  <a:pt x="14" y="8"/>
                </a:lnTo>
                <a:lnTo>
                  <a:pt x="12" y="8"/>
                </a:lnTo>
                <a:lnTo>
                  <a:pt x="12" y="8"/>
                </a:lnTo>
                <a:lnTo>
                  <a:pt x="8" y="12"/>
                </a:lnTo>
                <a:lnTo>
                  <a:pt x="8" y="18"/>
                </a:lnTo>
                <a:lnTo>
                  <a:pt x="8" y="18"/>
                </a:lnTo>
                <a:lnTo>
                  <a:pt x="12" y="20"/>
                </a:lnTo>
                <a:lnTo>
                  <a:pt x="12" y="20"/>
                </a:lnTo>
                <a:lnTo>
                  <a:pt x="14" y="22"/>
                </a:lnTo>
                <a:lnTo>
                  <a:pt x="14" y="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9" name="Freeform 1467"/>
          <p:cNvSpPr/>
          <p:nvPr/>
        </p:nvSpPr>
        <p:spPr bwMode="auto">
          <a:xfrm>
            <a:off x="4995572" y="2539953"/>
            <a:ext cx="63813" cy="110222"/>
          </a:xfrm>
          <a:custGeom>
            <a:avLst/>
            <a:gdLst>
              <a:gd name="T0" fmla="*/ 22 w 22"/>
              <a:gd name="T1" fmla="*/ 36 h 38"/>
              <a:gd name="T2" fmla="*/ 22 w 22"/>
              <a:gd name="T3" fmla="*/ 36 h 38"/>
              <a:gd name="T4" fmla="*/ 16 w 22"/>
              <a:gd name="T5" fmla="*/ 38 h 38"/>
              <a:gd name="T6" fmla="*/ 16 w 22"/>
              <a:gd name="T7" fmla="*/ 38 h 38"/>
              <a:gd name="T8" fmla="*/ 12 w 22"/>
              <a:gd name="T9" fmla="*/ 38 h 38"/>
              <a:gd name="T10" fmla="*/ 12 w 22"/>
              <a:gd name="T11" fmla="*/ 38 h 38"/>
              <a:gd name="T12" fmla="*/ 10 w 22"/>
              <a:gd name="T13" fmla="*/ 38 h 38"/>
              <a:gd name="T14" fmla="*/ 10 w 22"/>
              <a:gd name="T15" fmla="*/ 38 h 38"/>
              <a:gd name="T16" fmla="*/ 6 w 22"/>
              <a:gd name="T17" fmla="*/ 36 h 38"/>
              <a:gd name="T18" fmla="*/ 6 w 22"/>
              <a:gd name="T19" fmla="*/ 36 h 38"/>
              <a:gd name="T20" fmla="*/ 4 w 22"/>
              <a:gd name="T21" fmla="*/ 34 h 38"/>
              <a:gd name="T22" fmla="*/ 4 w 22"/>
              <a:gd name="T23" fmla="*/ 34 h 38"/>
              <a:gd name="T24" fmla="*/ 4 w 22"/>
              <a:gd name="T25" fmla="*/ 30 h 38"/>
              <a:gd name="T26" fmla="*/ 4 w 22"/>
              <a:gd name="T27" fmla="*/ 16 h 38"/>
              <a:gd name="T28" fmla="*/ 0 w 22"/>
              <a:gd name="T29" fmla="*/ 16 h 38"/>
              <a:gd name="T30" fmla="*/ 0 w 22"/>
              <a:gd name="T31" fmla="*/ 8 h 38"/>
              <a:gd name="T32" fmla="*/ 4 w 22"/>
              <a:gd name="T33" fmla="*/ 8 h 38"/>
              <a:gd name="T34" fmla="*/ 4 w 22"/>
              <a:gd name="T35" fmla="*/ 0 h 38"/>
              <a:gd name="T36" fmla="*/ 12 w 22"/>
              <a:gd name="T37" fmla="*/ 0 h 38"/>
              <a:gd name="T38" fmla="*/ 12 w 22"/>
              <a:gd name="T39" fmla="*/ 8 h 38"/>
              <a:gd name="T40" fmla="*/ 18 w 22"/>
              <a:gd name="T41" fmla="*/ 8 h 38"/>
              <a:gd name="T42" fmla="*/ 18 w 22"/>
              <a:gd name="T43" fmla="*/ 16 h 38"/>
              <a:gd name="T44" fmla="*/ 12 w 22"/>
              <a:gd name="T45" fmla="*/ 16 h 38"/>
              <a:gd name="T46" fmla="*/ 12 w 22"/>
              <a:gd name="T47" fmla="*/ 28 h 38"/>
              <a:gd name="T48" fmla="*/ 12 w 22"/>
              <a:gd name="T49" fmla="*/ 28 h 38"/>
              <a:gd name="T50" fmla="*/ 14 w 22"/>
              <a:gd name="T51" fmla="*/ 30 h 38"/>
              <a:gd name="T52" fmla="*/ 14 w 22"/>
              <a:gd name="T53" fmla="*/ 30 h 38"/>
              <a:gd name="T54" fmla="*/ 16 w 22"/>
              <a:gd name="T55" fmla="*/ 30 h 38"/>
              <a:gd name="T56" fmla="*/ 16 w 22"/>
              <a:gd name="T57" fmla="*/ 30 h 38"/>
              <a:gd name="T58" fmla="*/ 18 w 22"/>
              <a:gd name="T59" fmla="*/ 30 h 38"/>
              <a:gd name="T60" fmla="*/ 18 w 22"/>
              <a:gd name="T61" fmla="*/ 30 h 38"/>
              <a:gd name="T62" fmla="*/ 20 w 22"/>
              <a:gd name="T63" fmla="*/ 28 h 38"/>
              <a:gd name="T64" fmla="*/ 22 w 22"/>
              <a:gd name="T65" fmla="*/ 36 h 38"/>
              <a:gd name="T66" fmla="*/ 22 w 22"/>
              <a:gd name="T67" fmla="*/ 36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2" h="38">
                <a:moveTo>
                  <a:pt x="22" y="36"/>
                </a:moveTo>
                <a:lnTo>
                  <a:pt x="22" y="36"/>
                </a:lnTo>
                <a:lnTo>
                  <a:pt x="16" y="38"/>
                </a:lnTo>
                <a:lnTo>
                  <a:pt x="16" y="38"/>
                </a:lnTo>
                <a:lnTo>
                  <a:pt x="12" y="38"/>
                </a:lnTo>
                <a:lnTo>
                  <a:pt x="12" y="38"/>
                </a:lnTo>
                <a:lnTo>
                  <a:pt x="10" y="38"/>
                </a:lnTo>
                <a:lnTo>
                  <a:pt x="10" y="38"/>
                </a:lnTo>
                <a:lnTo>
                  <a:pt x="6" y="36"/>
                </a:lnTo>
                <a:lnTo>
                  <a:pt x="6" y="36"/>
                </a:lnTo>
                <a:lnTo>
                  <a:pt x="4" y="34"/>
                </a:lnTo>
                <a:lnTo>
                  <a:pt x="4" y="34"/>
                </a:lnTo>
                <a:lnTo>
                  <a:pt x="4" y="30"/>
                </a:lnTo>
                <a:lnTo>
                  <a:pt x="4" y="16"/>
                </a:lnTo>
                <a:lnTo>
                  <a:pt x="0" y="16"/>
                </a:lnTo>
                <a:lnTo>
                  <a:pt x="0" y="8"/>
                </a:lnTo>
                <a:lnTo>
                  <a:pt x="4" y="8"/>
                </a:lnTo>
                <a:lnTo>
                  <a:pt x="4" y="0"/>
                </a:lnTo>
                <a:lnTo>
                  <a:pt x="12" y="0"/>
                </a:lnTo>
                <a:lnTo>
                  <a:pt x="12" y="8"/>
                </a:lnTo>
                <a:lnTo>
                  <a:pt x="18" y="8"/>
                </a:lnTo>
                <a:lnTo>
                  <a:pt x="18" y="16"/>
                </a:lnTo>
                <a:lnTo>
                  <a:pt x="12" y="16"/>
                </a:lnTo>
                <a:lnTo>
                  <a:pt x="12" y="28"/>
                </a:lnTo>
                <a:lnTo>
                  <a:pt x="12" y="28"/>
                </a:lnTo>
                <a:lnTo>
                  <a:pt x="14" y="30"/>
                </a:lnTo>
                <a:lnTo>
                  <a:pt x="14" y="30"/>
                </a:lnTo>
                <a:lnTo>
                  <a:pt x="16" y="30"/>
                </a:lnTo>
                <a:lnTo>
                  <a:pt x="16" y="30"/>
                </a:lnTo>
                <a:lnTo>
                  <a:pt x="18" y="30"/>
                </a:lnTo>
                <a:lnTo>
                  <a:pt x="18" y="30"/>
                </a:lnTo>
                <a:lnTo>
                  <a:pt x="20" y="28"/>
                </a:lnTo>
                <a:lnTo>
                  <a:pt x="22" y="36"/>
                </a:lnTo>
                <a:lnTo>
                  <a:pt x="22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0" name="Freeform 1468"/>
          <p:cNvSpPr>
            <a:spLocks noEditPoints="1"/>
          </p:cNvSpPr>
          <p:nvPr/>
        </p:nvSpPr>
        <p:spPr bwMode="auto">
          <a:xfrm>
            <a:off x="5065186" y="2534152"/>
            <a:ext cx="29006" cy="116024"/>
          </a:xfrm>
          <a:custGeom>
            <a:avLst/>
            <a:gdLst>
              <a:gd name="T0" fmla="*/ 0 w 10"/>
              <a:gd name="T1" fmla="*/ 40 h 40"/>
              <a:gd name="T2" fmla="*/ 0 w 10"/>
              <a:gd name="T3" fmla="*/ 10 h 40"/>
              <a:gd name="T4" fmla="*/ 10 w 10"/>
              <a:gd name="T5" fmla="*/ 10 h 40"/>
              <a:gd name="T6" fmla="*/ 10 w 10"/>
              <a:gd name="T7" fmla="*/ 40 h 40"/>
              <a:gd name="T8" fmla="*/ 0 w 10"/>
              <a:gd name="T9" fmla="*/ 40 h 40"/>
              <a:gd name="T10" fmla="*/ 0 w 10"/>
              <a:gd name="T11" fmla="*/ 40 h 40"/>
              <a:gd name="T12" fmla="*/ 0 w 10"/>
              <a:gd name="T13" fmla="*/ 8 h 40"/>
              <a:gd name="T14" fmla="*/ 0 w 10"/>
              <a:gd name="T15" fmla="*/ 0 h 40"/>
              <a:gd name="T16" fmla="*/ 10 w 10"/>
              <a:gd name="T17" fmla="*/ 0 h 40"/>
              <a:gd name="T18" fmla="*/ 10 w 10"/>
              <a:gd name="T19" fmla="*/ 8 h 40"/>
              <a:gd name="T20" fmla="*/ 0 w 10"/>
              <a:gd name="T21" fmla="*/ 8 h 40"/>
              <a:gd name="T22" fmla="*/ 0 w 10"/>
              <a:gd name="T23" fmla="*/ 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" h="40">
                <a:moveTo>
                  <a:pt x="0" y="40"/>
                </a:moveTo>
                <a:lnTo>
                  <a:pt x="0" y="10"/>
                </a:lnTo>
                <a:lnTo>
                  <a:pt x="10" y="10"/>
                </a:lnTo>
                <a:lnTo>
                  <a:pt x="10" y="40"/>
                </a:lnTo>
                <a:lnTo>
                  <a:pt x="0" y="40"/>
                </a:lnTo>
                <a:lnTo>
                  <a:pt x="0" y="40"/>
                </a:lnTo>
                <a:close/>
                <a:moveTo>
                  <a:pt x="0" y="8"/>
                </a:moveTo>
                <a:lnTo>
                  <a:pt x="0" y="0"/>
                </a:lnTo>
                <a:lnTo>
                  <a:pt x="10" y="0"/>
                </a:lnTo>
                <a:lnTo>
                  <a:pt x="10" y="8"/>
                </a:lnTo>
                <a:lnTo>
                  <a:pt x="0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1" name="Freeform 1469"/>
          <p:cNvSpPr>
            <a:spLocks noEditPoints="1"/>
          </p:cNvSpPr>
          <p:nvPr/>
        </p:nvSpPr>
        <p:spPr bwMode="auto">
          <a:xfrm>
            <a:off x="5105794" y="2563158"/>
            <a:ext cx="87018" cy="87018"/>
          </a:xfrm>
          <a:custGeom>
            <a:avLst/>
            <a:gdLst>
              <a:gd name="T0" fmla="*/ 14 w 30"/>
              <a:gd name="T1" fmla="*/ 30 h 30"/>
              <a:gd name="T2" fmla="*/ 14 w 30"/>
              <a:gd name="T3" fmla="*/ 30 h 30"/>
              <a:gd name="T4" fmla="*/ 8 w 30"/>
              <a:gd name="T5" fmla="*/ 28 h 30"/>
              <a:gd name="T6" fmla="*/ 8 w 30"/>
              <a:gd name="T7" fmla="*/ 28 h 30"/>
              <a:gd name="T8" fmla="*/ 4 w 30"/>
              <a:gd name="T9" fmla="*/ 26 h 30"/>
              <a:gd name="T10" fmla="*/ 4 w 30"/>
              <a:gd name="T11" fmla="*/ 26 h 30"/>
              <a:gd name="T12" fmla="*/ 0 w 30"/>
              <a:gd name="T13" fmla="*/ 20 h 30"/>
              <a:gd name="T14" fmla="*/ 0 w 30"/>
              <a:gd name="T15" fmla="*/ 20 h 30"/>
              <a:gd name="T16" fmla="*/ 0 w 30"/>
              <a:gd name="T17" fmla="*/ 14 h 30"/>
              <a:gd name="T18" fmla="*/ 0 w 30"/>
              <a:gd name="T19" fmla="*/ 14 h 30"/>
              <a:gd name="T20" fmla="*/ 0 w 30"/>
              <a:gd name="T21" fmla="*/ 10 h 30"/>
              <a:gd name="T22" fmla="*/ 0 w 30"/>
              <a:gd name="T23" fmla="*/ 10 h 30"/>
              <a:gd name="T24" fmla="*/ 4 w 30"/>
              <a:gd name="T25" fmla="*/ 4 h 30"/>
              <a:gd name="T26" fmla="*/ 4 w 30"/>
              <a:gd name="T27" fmla="*/ 4 h 30"/>
              <a:gd name="T28" fmla="*/ 8 w 30"/>
              <a:gd name="T29" fmla="*/ 2 h 30"/>
              <a:gd name="T30" fmla="*/ 8 w 30"/>
              <a:gd name="T31" fmla="*/ 2 h 30"/>
              <a:gd name="T32" fmla="*/ 14 w 30"/>
              <a:gd name="T33" fmla="*/ 0 h 30"/>
              <a:gd name="T34" fmla="*/ 14 w 30"/>
              <a:gd name="T35" fmla="*/ 0 h 30"/>
              <a:gd name="T36" fmla="*/ 22 w 30"/>
              <a:gd name="T37" fmla="*/ 2 h 30"/>
              <a:gd name="T38" fmla="*/ 22 w 30"/>
              <a:gd name="T39" fmla="*/ 2 h 30"/>
              <a:gd name="T40" fmla="*/ 26 w 30"/>
              <a:gd name="T41" fmla="*/ 4 h 30"/>
              <a:gd name="T42" fmla="*/ 26 w 30"/>
              <a:gd name="T43" fmla="*/ 4 h 30"/>
              <a:gd name="T44" fmla="*/ 30 w 30"/>
              <a:gd name="T45" fmla="*/ 10 h 30"/>
              <a:gd name="T46" fmla="*/ 30 w 30"/>
              <a:gd name="T47" fmla="*/ 10 h 30"/>
              <a:gd name="T48" fmla="*/ 30 w 30"/>
              <a:gd name="T49" fmla="*/ 14 h 30"/>
              <a:gd name="T50" fmla="*/ 30 w 30"/>
              <a:gd name="T51" fmla="*/ 14 h 30"/>
              <a:gd name="T52" fmla="*/ 30 w 30"/>
              <a:gd name="T53" fmla="*/ 20 h 30"/>
              <a:gd name="T54" fmla="*/ 30 w 30"/>
              <a:gd name="T55" fmla="*/ 20 h 30"/>
              <a:gd name="T56" fmla="*/ 26 w 30"/>
              <a:gd name="T57" fmla="*/ 26 h 30"/>
              <a:gd name="T58" fmla="*/ 26 w 30"/>
              <a:gd name="T59" fmla="*/ 26 h 30"/>
              <a:gd name="T60" fmla="*/ 22 w 30"/>
              <a:gd name="T61" fmla="*/ 28 h 30"/>
              <a:gd name="T62" fmla="*/ 22 w 30"/>
              <a:gd name="T63" fmla="*/ 28 h 30"/>
              <a:gd name="T64" fmla="*/ 14 w 30"/>
              <a:gd name="T65" fmla="*/ 30 h 30"/>
              <a:gd name="T66" fmla="*/ 14 w 30"/>
              <a:gd name="T67" fmla="*/ 30 h 30"/>
              <a:gd name="T68" fmla="*/ 8 w 30"/>
              <a:gd name="T69" fmla="*/ 14 h 30"/>
              <a:gd name="T70" fmla="*/ 8 w 30"/>
              <a:gd name="T71" fmla="*/ 14 h 30"/>
              <a:gd name="T72" fmla="*/ 10 w 30"/>
              <a:gd name="T73" fmla="*/ 20 h 30"/>
              <a:gd name="T74" fmla="*/ 10 w 30"/>
              <a:gd name="T75" fmla="*/ 20 h 30"/>
              <a:gd name="T76" fmla="*/ 14 w 30"/>
              <a:gd name="T77" fmla="*/ 22 h 30"/>
              <a:gd name="T78" fmla="*/ 14 w 30"/>
              <a:gd name="T79" fmla="*/ 22 h 30"/>
              <a:gd name="T80" fmla="*/ 18 w 30"/>
              <a:gd name="T81" fmla="*/ 22 h 30"/>
              <a:gd name="T82" fmla="*/ 18 w 30"/>
              <a:gd name="T83" fmla="*/ 22 h 30"/>
              <a:gd name="T84" fmla="*/ 20 w 30"/>
              <a:gd name="T85" fmla="*/ 20 h 30"/>
              <a:gd name="T86" fmla="*/ 20 w 30"/>
              <a:gd name="T87" fmla="*/ 20 h 30"/>
              <a:gd name="T88" fmla="*/ 20 w 30"/>
              <a:gd name="T89" fmla="*/ 18 h 30"/>
              <a:gd name="T90" fmla="*/ 20 w 30"/>
              <a:gd name="T91" fmla="*/ 18 h 30"/>
              <a:gd name="T92" fmla="*/ 22 w 30"/>
              <a:gd name="T93" fmla="*/ 14 h 30"/>
              <a:gd name="T94" fmla="*/ 22 w 30"/>
              <a:gd name="T95" fmla="*/ 14 h 30"/>
              <a:gd name="T96" fmla="*/ 20 w 30"/>
              <a:gd name="T97" fmla="*/ 10 h 30"/>
              <a:gd name="T98" fmla="*/ 20 w 30"/>
              <a:gd name="T99" fmla="*/ 10 h 30"/>
              <a:gd name="T100" fmla="*/ 14 w 30"/>
              <a:gd name="T101" fmla="*/ 8 h 30"/>
              <a:gd name="T102" fmla="*/ 14 w 30"/>
              <a:gd name="T103" fmla="*/ 8 h 30"/>
              <a:gd name="T104" fmla="*/ 12 w 30"/>
              <a:gd name="T105" fmla="*/ 8 h 30"/>
              <a:gd name="T106" fmla="*/ 12 w 30"/>
              <a:gd name="T107" fmla="*/ 8 h 30"/>
              <a:gd name="T108" fmla="*/ 10 w 30"/>
              <a:gd name="T109" fmla="*/ 10 h 30"/>
              <a:gd name="T110" fmla="*/ 10 w 30"/>
              <a:gd name="T111" fmla="*/ 10 h 30"/>
              <a:gd name="T112" fmla="*/ 10 w 30"/>
              <a:gd name="T113" fmla="*/ 12 h 30"/>
              <a:gd name="T114" fmla="*/ 10 w 30"/>
              <a:gd name="T115" fmla="*/ 12 h 30"/>
              <a:gd name="T116" fmla="*/ 8 w 30"/>
              <a:gd name="T117" fmla="*/ 14 h 30"/>
              <a:gd name="T118" fmla="*/ 8 w 30"/>
              <a:gd name="T119" fmla="*/ 14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" h="30">
                <a:moveTo>
                  <a:pt x="14" y="30"/>
                </a:moveTo>
                <a:lnTo>
                  <a:pt x="14" y="30"/>
                </a:lnTo>
                <a:lnTo>
                  <a:pt x="8" y="28"/>
                </a:lnTo>
                <a:lnTo>
                  <a:pt x="8" y="28"/>
                </a:lnTo>
                <a:lnTo>
                  <a:pt x="4" y="26"/>
                </a:lnTo>
                <a:lnTo>
                  <a:pt x="4" y="26"/>
                </a:lnTo>
                <a:lnTo>
                  <a:pt x="0" y="20"/>
                </a:lnTo>
                <a:lnTo>
                  <a:pt x="0" y="20"/>
                </a:lnTo>
                <a:lnTo>
                  <a:pt x="0" y="14"/>
                </a:lnTo>
                <a:lnTo>
                  <a:pt x="0" y="14"/>
                </a:lnTo>
                <a:lnTo>
                  <a:pt x="0" y="10"/>
                </a:lnTo>
                <a:lnTo>
                  <a:pt x="0" y="10"/>
                </a:lnTo>
                <a:lnTo>
                  <a:pt x="4" y="4"/>
                </a:lnTo>
                <a:lnTo>
                  <a:pt x="4" y="4"/>
                </a:lnTo>
                <a:lnTo>
                  <a:pt x="8" y="2"/>
                </a:lnTo>
                <a:lnTo>
                  <a:pt x="8" y="2"/>
                </a:lnTo>
                <a:lnTo>
                  <a:pt x="14" y="0"/>
                </a:lnTo>
                <a:lnTo>
                  <a:pt x="14" y="0"/>
                </a:lnTo>
                <a:lnTo>
                  <a:pt x="22" y="2"/>
                </a:lnTo>
                <a:lnTo>
                  <a:pt x="22" y="2"/>
                </a:lnTo>
                <a:lnTo>
                  <a:pt x="26" y="4"/>
                </a:lnTo>
                <a:lnTo>
                  <a:pt x="26" y="4"/>
                </a:lnTo>
                <a:lnTo>
                  <a:pt x="30" y="10"/>
                </a:lnTo>
                <a:lnTo>
                  <a:pt x="30" y="10"/>
                </a:lnTo>
                <a:lnTo>
                  <a:pt x="30" y="14"/>
                </a:lnTo>
                <a:lnTo>
                  <a:pt x="30" y="14"/>
                </a:lnTo>
                <a:lnTo>
                  <a:pt x="30" y="20"/>
                </a:lnTo>
                <a:lnTo>
                  <a:pt x="30" y="20"/>
                </a:lnTo>
                <a:lnTo>
                  <a:pt x="26" y="26"/>
                </a:lnTo>
                <a:lnTo>
                  <a:pt x="26" y="26"/>
                </a:lnTo>
                <a:lnTo>
                  <a:pt x="22" y="28"/>
                </a:lnTo>
                <a:lnTo>
                  <a:pt x="22" y="28"/>
                </a:lnTo>
                <a:lnTo>
                  <a:pt x="14" y="30"/>
                </a:lnTo>
                <a:lnTo>
                  <a:pt x="14" y="30"/>
                </a:lnTo>
                <a:close/>
                <a:moveTo>
                  <a:pt x="8" y="14"/>
                </a:moveTo>
                <a:lnTo>
                  <a:pt x="8" y="14"/>
                </a:lnTo>
                <a:lnTo>
                  <a:pt x="10" y="20"/>
                </a:lnTo>
                <a:lnTo>
                  <a:pt x="10" y="20"/>
                </a:lnTo>
                <a:lnTo>
                  <a:pt x="14" y="22"/>
                </a:lnTo>
                <a:lnTo>
                  <a:pt x="14" y="22"/>
                </a:lnTo>
                <a:lnTo>
                  <a:pt x="18" y="22"/>
                </a:lnTo>
                <a:lnTo>
                  <a:pt x="18" y="22"/>
                </a:lnTo>
                <a:lnTo>
                  <a:pt x="20" y="20"/>
                </a:lnTo>
                <a:lnTo>
                  <a:pt x="20" y="20"/>
                </a:lnTo>
                <a:lnTo>
                  <a:pt x="20" y="18"/>
                </a:lnTo>
                <a:lnTo>
                  <a:pt x="20" y="18"/>
                </a:lnTo>
                <a:lnTo>
                  <a:pt x="22" y="14"/>
                </a:lnTo>
                <a:lnTo>
                  <a:pt x="22" y="14"/>
                </a:lnTo>
                <a:lnTo>
                  <a:pt x="20" y="10"/>
                </a:lnTo>
                <a:lnTo>
                  <a:pt x="20" y="10"/>
                </a:lnTo>
                <a:lnTo>
                  <a:pt x="14" y="8"/>
                </a:lnTo>
                <a:lnTo>
                  <a:pt x="14" y="8"/>
                </a:lnTo>
                <a:lnTo>
                  <a:pt x="12" y="8"/>
                </a:lnTo>
                <a:lnTo>
                  <a:pt x="12" y="8"/>
                </a:lnTo>
                <a:lnTo>
                  <a:pt x="10" y="10"/>
                </a:lnTo>
                <a:lnTo>
                  <a:pt x="10" y="10"/>
                </a:lnTo>
                <a:lnTo>
                  <a:pt x="10" y="12"/>
                </a:lnTo>
                <a:lnTo>
                  <a:pt x="10" y="12"/>
                </a:lnTo>
                <a:lnTo>
                  <a:pt x="8" y="14"/>
                </a:lnTo>
                <a:lnTo>
                  <a:pt x="8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2" name="Freeform 1470"/>
          <p:cNvSpPr/>
          <p:nvPr/>
        </p:nvSpPr>
        <p:spPr bwMode="auto">
          <a:xfrm>
            <a:off x="5204414" y="2563158"/>
            <a:ext cx="81217" cy="87018"/>
          </a:xfrm>
          <a:custGeom>
            <a:avLst/>
            <a:gdLst>
              <a:gd name="T0" fmla="*/ 28 w 28"/>
              <a:gd name="T1" fmla="*/ 30 h 30"/>
              <a:gd name="T2" fmla="*/ 20 w 28"/>
              <a:gd name="T3" fmla="*/ 30 h 30"/>
              <a:gd name="T4" fmla="*/ 20 w 28"/>
              <a:gd name="T5" fmla="*/ 12 h 30"/>
              <a:gd name="T6" fmla="*/ 20 w 28"/>
              <a:gd name="T7" fmla="*/ 12 h 30"/>
              <a:gd name="T8" fmla="*/ 18 w 28"/>
              <a:gd name="T9" fmla="*/ 8 h 30"/>
              <a:gd name="T10" fmla="*/ 18 w 28"/>
              <a:gd name="T11" fmla="*/ 8 h 30"/>
              <a:gd name="T12" fmla="*/ 16 w 28"/>
              <a:gd name="T13" fmla="*/ 8 h 30"/>
              <a:gd name="T14" fmla="*/ 16 w 28"/>
              <a:gd name="T15" fmla="*/ 8 h 30"/>
              <a:gd name="T16" fmla="*/ 14 w 28"/>
              <a:gd name="T17" fmla="*/ 8 h 30"/>
              <a:gd name="T18" fmla="*/ 14 w 28"/>
              <a:gd name="T19" fmla="*/ 8 h 30"/>
              <a:gd name="T20" fmla="*/ 12 w 28"/>
              <a:gd name="T21" fmla="*/ 10 h 30"/>
              <a:gd name="T22" fmla="*/ 12 w 28"/>
              <a:gd name="T23" fmla="*/ 10 h 30"/>
              <a:gd name="T24" fmla="*/ 10 w 28"/>
              <a:gd name="T25" fmla="*/ 10 h 30"/>
              <a:gd name="T26" fmla="*/ 10 w 28"/>
              <a:gd name="T27" fmla="*/ 10 h 30"/>
              <a:gd name="T28" fmla="*/ 10 w 28"/>
              <a:gd name="T29" fmla="*/ 12 h 30"/>
              <a:gd name="T30" fmla="*/ 10 w 28"/>
              <a:gd name="T31" fmla="*/ 30 h 30"/>
              <a:gd name="T32" fmla="*/ 0 w 28"/>
              <a:gd name="T33" fmla="*/ 30 h 30"/>
              <a:gd name="T34" fmla="*/ 0 w 28"/>
              <a:gd name="T35" fmla="*/ 0 h 30"/>
              <a:gd name="T36" fmla="*/ 8 w 28"/>
              <a:gd name="T37" fmla="*/ 0 h 30"/>
              <a:gd name="T38" fmla="*/ 8 w 28"/>
              <a:gd name="T39" fmla="*/ 6 h 30"/>
              <a:gd name="T40" fmla="*/ 8 w 28"/>
              <a:gd name="T41" fmla="*/ 6 h 30"/>
              <a:gd name="T42" fmla="*/ 14 w 28"/>
              <a:gd name="T43" fmla="*/ 2 h 30"/>
              <a:gd name="T44" fmla="*/ 14 w 28"/>
              <a:gd name="T45" fmla="*/ 2 h 30"/>
              <a:gd name="T46" fmla="*/ 20 w 28"/>
              <a:gd name="T47" fmla="*/ 0 h 30"/>
              <a:gd name="T48" fmla="*/ 20 w 28"/>
              <a:gd name="T49" fmla="*/ 0 h 30"/>
              <a:gd name="T50" fmla="*/ 24 w 28"/>
              <a:gd name="T51" fmla="*/ 0 h 30"/>
              <a:gd name="T52" fmla="*/ 24 w 28"/>
              <a:gd name="T53" fmla="*/ 0 h 30"/>
              <a:gd name="T54" fmla="*/ 26 w 28"/>
              <a:gd name="T55" fmla="*/ 4 h 30"/>
              <a:gd name="T56" fmla="*/ 26 w 28"/>
              <a:gd name="T57" fmla="*/ 4 h 30"/>
              <a:gd name="T58" fmla="*/ 28 w 28"/>
              <a:gd name="T59" fmla="*/ 8 h 30"/>
              <a:gd name="T60" fmla="*/ 28 w 28"/>
              <a:gd name="T61" fmla="*/ 8 h 30"/>
              <a:gd name="T62" fmla="*/ 28 w 28"/>
              <a:gd name="T63" fmla="*/ 10 h 30"/>
              <a:gd name="T64" fmla="*/ 28 w 28"/>
              <a:gd name="T65" fmla="*/ 30 h 30"/>
              <a:gd name="T66" fmla="*/ 28 w 28"/>
              <a:gd name="T67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" h="30">
                <a:moveTo>
                  <a:pt x="28" y="30"/>
                </a:moveTo>
                <a:lnTo>
                  <a:pt x="20" y="30"/>
                </a:lnTo>
                <a:lnTo>
                  <a:pt x="20" y="12"/>
                </a:lnTo>
                <a:lnTo>
                  <a:pt x="20" y="12"/>
                </a:lnTo>
                <a:lnTo>
                  <a:pt x="18" y="8"/>
                </a:lnTo>
                <a:lnTo>
                  <a:pt x="18" y="8"/>
                </a:lnTo>
                <a:lnTo>
                  <a:pt x="16" y="8"/>
                </a:lnTo>
                <a:lnTo>
                  <a:pt x="16" y="8"/>
                </a:lnTo>
                <a:lnTo>
                  <a:pt x="14" y="8"/>
                </a:lnTo>
                <a:lnTo>
                  <a:pt x="14" y="8"/>
                </a:lnTo>
                <a:lnTo>
                  <a:pt x="12" y="10"/>
                </a:lnTo>
                <a:lnTo>
                  <a:pt x="12" y="10"/>
                </a:lnTo>
                <a:lnTo>
                  <a:pt x="10" y="10"/>
                </a:lnTo>
                <a:lnTo>
                  <a:pt x="10" y="10"/>
                </a:lnTo>
                <a:lnTo>
                  <a:pt x="10" y="12"/>
                </a:lnTo>
                <a:lnTo>
                  <a:pt x="10" y="30"/>
                </a:lnTo>
                <a:lnTo>
                  <a:pt x="0" y="30"/>
                </a:lnTo>
                <a:lnTo>
                  <a:pt x="0" y="0"/>
                </a:lnTo>
                <a:lnTo>
                  <a:pt x="8" y="0"/>
                </a:lnTo>
                <a:lnTo>
                  <a:pt x="8" y="6"/>
                </a:lnTo>
                <a:lnTo>
                  <a:pt x="8" y="6"/>
                </a:lnTo>
                <a:lnTo>
                  <a:pt x="14" y="2"/>
                </a:lnTo>
                <a:lnTo>
                  <a:pt x="14" y="2"/>
                </a:lnTo>
                <a:lnTo>
                  <a:pt x="20" y="0"/>
                </a:lnTo>
                <a:lnTo>
                  <a:pt x="20" y="0"/>
                </a:lnTo>
                <a:lnTo>
                  <a:pt x="24" y="0"/>
                </a:lnTo>
                <a:lnTo>
                  <a:pt x="24" y="0"/>
                </a:lnTo>
                <a:lnTo>
                  <a:pt x="26" y="4"/>
                </a:lnTo>
                <a:lnTo>
                  <a:pt x="26" y="4"/>
                </a:lnTo>
                <a:lnTo>
                  <a:pt x="28" y="8"/>
                </a:lnTo>
                <a:lnTo>
                  <a:pt x="28" y="8"/>
                </a:lnTo>
                <a:lnTo>
                  <a:pt x="28" y="10"/>
                </a:lnTo>
                <a:lnTo>
                  <a:pt x="28" y="30"/>
                </a:lnTo>
                <a:lnTo>
                  <a:pt x="28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3" name="Freeform 1471"/>
          <p:cNvSpPr>
            <a:spLocks noEditPoints="1"/>
          </p:cNvSpPr>
          <p:nvPr/>
        </p:nvSpPr>
        <p:spPr bwMode="auto">
          <a:xfrm>
            <a:off x="5343643" y="2534152"/>
            <a:ext cx="92819" cy="116024"/>
          </a:xfrm>
          <a:custGeom>
            <a:avLst/>
            <a:gdLst>
              <a:gd name="T0" fmla="*/ 32 w 32"/>
              <a:gd name="T1" fmla="*/ 30 h 40"/>
              <a:gd name="T2" fmla="*/ 32 w 32"/>
              <a:gd name="T3" fmla="*/ 30 h 40"/>
              <a:gd name="T4" fmla="*/ 30 w 32"/>
              <a:gd name="T5" fmla="*/ 34 h 40"/>
              <a:gd name="T6" fmla="*/ 30 w 32"/>
              <a:gd name="T7" fmla="*/ 34 h 40"/>
              <a:gd name="T8" fmla="*/ 28 w 32"/>
              <a:gd name="T9" fmla="*/ 36 h 40"/>
              <a:gd name="T10" fmla="*/ 28 w 32"/>
              <a:gd name="T11" fmla="*/ 36 h 40"/>
              <a:gd name="T12" fmla="*/ 24 w 32"/>
              <a:gd name="T13" fmla="*/ 38 h 40"/>
              <a:gd name="T14" fmla="*/ 24 w 32"/>
              <a:gd name="T15" fmla="*/ 38 h 40"/>
              <a:gd name="T16" fmla="*/ 18 w 32"/>
              <a:gd name="T17" fmla="*/ 40 h 40"/>
              <a:gd name="T18" fmla="*/ 0 w 32"/>
              <a:gd name="T19" fmla="*/ 40 h 40"/>
              <a:gd name="T20" fmla="*/ 0 w 32"/>
              <a:gd name="T21" fmla="*/ 0 h 40"/>
              <a:gd name="T22" fmla="*/ 22 w 32"/>
              <a:gd name="T23" fmla="*/ 0 h 40"/>
              <a:gd name="T24" fmla="*/ 22 w 32"/>
              <a:gd name="T25" fmla="*/ 0 h 40"/>
              <a:gd name="T26" fmla="*/ 26 w 32"/>
              <a:gd name="T27" fmla="*/ 2 h 40"/>
              <a:gd name="T28" fmla="*/ 26 w 32"/>
              <a:gd name="T29" fmla="*/ 2 h 40"/>
              <a:gd name="T30" fmla="*/ 28 w 32"/>
              <a:gd name="T31" fmla="*/ 4 h 40"/>
              <a:gd name="T32" fmla="*/ 28 w 32"/>
              <a:gd name="T33" fmla="*/ 4 h 40"/>
              <a:gd name="T34" fmla="*/ 30 w 32"/>
              <a:gd name="T35" fmla="*/ 6 h 40"/>
              <a:gd name="T36" fmla="*/ 30 w 32"/>
              <a:gd name="T37" fmla="*/ 6 h 40"/>
              <a:gd name="T38" fmla="*/ 30 w 32"/>
              <a:gd name="T39" fmla="*/ 10 h 40"/>
              <a:gd name="T40" fmla="*/ 30 w 32"/>
              <a:gd name="T41" fmla="*/ 10 h 40"/>
              <a:gd name="T42" fmla="*/ 28 w 32"/>
              <a:gd name="T43" fmla="*/ 16 h 40"/>
              <a:gd name="T44" fmla="*/ 28 w 32"/>
              <a:gd name="T45" fmla="*/ 16 h 40"/>
              <a:gd name="T46" fmla="*/ 24 w 32"/>
              <a:gd name="T47" fmla="*/ 20 h 40"/>
              <a:gd name="T48" fmla="*/ 24 w 32"/>
              <a:gd name="T49" fmla="*/ 20 h 40"/>
              <a:gd name="T50" fmla="*/ 30 w 32"/>
              <a:gd name="T51" fmla="*/ 22 h 40"/>
              <a:gd name="T52" fmla="*/ 30 w 32"/>
              <a:gd name="T53" fmla="*/ 22 h 40"/>
              <a:gd name="T54" fmla="*/ 32 w 32"/>
              <a:gd name="T55" fmla="*/ 30 h 40"/>
              <a:gd name="T56" fmla="*/ 32 w 32"/>
              <a:gd name="T57" fmla="*/ 30 h 40"/>
              <a:gd name="T58" fmla="*/ 22 w 32"/>
              <a:gd name="T59" fmla="*/ 28 h 40"/>
              <a:gd name="T60" fmla="*/ 22 w 32"/>
              <a:gd name="T61" fmla="*/ 28 h 40"/>
              <a:gd name="T62" fmla="*/ 22 w 32"/>
              <a:gd name="T63" fmla="*/ 24 h 40"/>
              <a:gd name="T64" fmla="*/ 22 w 32"/>
              <a:gd name="T65" fmla="*/ 24 h 40"/>
              <a:gd name="T66" fmla="*/ 20 w 32"/>
              <a:gd name="T67" fmla="*/ 24 h 40"/>
              <a:gd name="T68" fmla="*/ 8 w 32"/>
              <a:gd name="T69" fmla="*/ 24 h 40"/>
              <a:gd name="T70" fmla="*/ 8 w 32"/>
              <a:gd name="T71" fmla="*/ 32 h 40"/>
              <a:gd name="T72" fmla="*/ 18 w 32"/>
              <a:gd name="T73" fmla="*/ 32 h 40"/>
              <a:gd name="T74" fmla="*/ 18 w 32"/>
              <a:gd name="T75" fmla="*/ 32 h 40"/>
              <a:gd name="T76" fmla="*/ 22 w 32"/>
              <a:gd name="T77" fmla="*/ 30 h 40"/>
              <a:gd name="T78" fmla="*/ 22 w 32"/>
              <a:gd name="T79" fmla="*/ 30 h 40"/>
              <a:gd name="T80" fmla="*/ 22 w 32"/>
              <a:gd name="T81" fmla="*/ 28 h 40"/>
              <a:gd name="T82" fmla="*/ 22 w 32"/>
              <a:gd name="T83" fmla="*/ 28 h 40"/>
              <a:gd name="T84" fmla="*/ 8 w 32"/>
              <a:gd name="T85" fmla="*/ 8 h 40"/>
              <a:gd name="T86" fmla="*/ 8 w 32"/>
              <a:gd name="T87" fmla="*/ 16 h 40"/>
              <a:gd name="T88" fmla="*/ 18 w 32"/>
              <a:gd name="T89" fmla="*/ 16 h 40"/>
              <a:gd name="T90" fmla="*/ 18 w 32"/>
              <a:gd name="T91" fmla="*/ 16 h 40"/>
              <a:gd name="T92" fmla="*/ 20 w 32"/>
              <a:gd name="T93" fmla="*/ 14 h 40"/>
              <a:gd name="T94" fmla="*/ 20 w 32"/>
              <a:gd name="T95" fmla="*/ 14 h 40"/>
              <a:gd name="T96" fmla="*/ 22 w 32"/>
              <a:gd name="T97" fmla="*/ 12 h 40"/>
              <a:gd name="T98" fmla="*/ 22 w 32"/>
              <a:gd name="T99" fmla="*/ 12 h 40"/>
              <a:gd name="T100" fmla="*/ 20 w 32"/>
              <a:gd name="T101" fmla="*/ 8 h 40"/>
              <a:gd name="T102" fmla="*/ 20 w 32"/>
              <a:gd name="T103" fmla="*/ 8 h 40"/>
              <a:gd name="T104" fmla="*/ 18 w 32"/>
              <a:gd name="T105" fmla="*/ 8 h 40"/>
              <a:gd name="T106" fmla="*/ 8 w 32"/>
              <a:gd name="T107" fmla="*/ 8 h 40"/>
              <a:gd name="T108" fmla="*/ 8 w 32"/>
              <a:gd name="T109" fmla="*/ 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2" h="40">
                <a:moveTo>
                  <a:pt x="32" y="30"/>
                </a:moveTo>
                <a:lnTo>
                  <a:pt x="32" y="30"/>
                </a:lnTo>
                <a:lnTo>
                  <a:pt x="30" y="34"/>
                </a:lnTo>
                <a:lnTo>
                  <a:pt x="30" y="34"/>
                </a:lnTo>
                <a:lnTo>
                  <a:pt x="28" y="36"/>
                </a:lnTo>
                <a:lnTo>
                  <a:pt x="28" y="36"/>
                </a:lnTo>
                <a:lnTo>
                  <a:pt x="24" y="38"/>
                </a:lnTo>
                <a:lnTo>
                  <a:pt x="24" y="38"/>
                </a:lnTo>
                <a:lnTo>
                  <a:pt x="18" y="40"/>
                </a:lnTo>
                <a:lnTo>
                  <a:pt x="0" y="40"/>
                </a:lnTo>
                <a:lnTo>
                  <a:pt x="0" y="0"/>
                </a:lnTo>
                <a:lnTo>
                  <a:pt x="22" y="0"/>
                </a:lnTo>
                <a:lnTo>
                  <a:pt x="22" y="0"/>
                </a:lnTo>
                <a:lnTo>
                  <a:pt x="26" y="2"/>
                </a:lnTo>
                <a:lnTo>
                  <a:pt x="26" y="2"/>
                </a:lnTo>
                <a:lnTo>
                  <a:pt x="28" y="4"/>
                </a:lnTo>
                <a:lnTo>
                  <a:pt x="28" y="4"/>
                </a:lnTo>
                <a:lnTo>
                  <a:pt x="30" y="6"/>
                </a:lnTo>
                <a:lnTo>
                  <a:pt x="30" y="6"/>
                </a:lnTo>
                <a:lnTo>
                  <a:pt x="30" y="10"/>
                </a:lnTo>
                <a:lnTo>
                  <a:pt x="30" y="10"/>
                </a:lnTo>
                <a:lnTo>
                  <a:pt x="28" y="16"/>
                </a:lnTo>
                <a:lnTo>
                  <a:pt x="28" y="16"/>
                </a:lnTo>
                <a:lnTo>
                  <a:pt x="24" y="20"/>
                </a:lnTo>
                <a:lnTo>
                  <a:pt x="24" y="20"/>
                </a:lnTo>
                <a:lnTo>
                  <a:pt x="30" y="22"/>
                </a:lnTo>
                <a:lnTo>
                  <a:pt x="30" y="22"/>
                </a:lnTo>
                <a:lnTo>
                  <a:pt x="32" y="30"/>
                </a:lnTo>
                <a:lnTo>
                  <a:pt x="32" y="30"/>
                </a:lnTo>
                <a:close/>
                <a:moveTo>
                  <a:pt x="22" y="28"/>
                </a:moveTo>
                <a:lnTo>
                  <a:pt x="22" y="28"/>
                </a:lnTo>
                <a:lnTo>
                  <a:pt x="22" y="24"/>
                </a:lnTo>
                <a:lnTo>
                  <a:pt x="22" y="24"/>
                </a:lnTo>
                <a:lnTo>
                  <a:pt x="20" y="24"/>
                </a:lnTo>
                <a:lnTo>
                  <a:pt x="8" y="24"/>
                </a:lnTo>
                <a:lnTo>
                  <a:pt x="8" y="32"/>
                </a:lnTo>
                <a:lnTo>
                  <a:pt x="18" y="32"/>
                </a:lnTo>
                <a:lnTo>
                  <a:pt x="18" y="32"/>
                </a:lnTo>
                <a:lnTo>
                  <a:pt x="22" y="30"/>
                </a:lnTo>
                <a:lnTo>
                  <a:pt x="22" y="30"/>
                </a:lnTo>
                <a:lnTo>
                  <a:pt x="22" y="28"/>
                </a:lnTo>
                <a:lnTo>
                  <a:pt x="22" y="28"/>
                </a:lnTo>
                <a:close/>
                <a:moveTo>
                  <a:pt x="8" y="8"/>
                </a:moveTo>
                <a:lnTo>
                  <a:pt x="8" y="16"/>
                </a:lnTo>
                <a:lnTo>
                  <a:pt x="18" y="16"/>
                </a:lnTo>
                <a:lnTo>
                  <a:pt x="18" y="16"/>
                </a:lnTo>
                <a:lnTo>
                  <a:pt x="20" y="14"/>
                </a:lnTo>
                <a:lnTo>
                  <a:pt x="20" y="14"/>
                </a:lnTo>
                <a:lnTo>
                  <a:pt x="22" y="12"/>
                </a:lnTo>
                <a:lnTo>
                  <a:pt x="22" y="12"/>
                </a:lnTo>
                <a:lnTo>
                  <a:pt x="20" y="8"/>
                </a:lnTo>
                <a:lnTo>
                  <a:pt x="20" y="8"/>
                </a:lnTo>
                <a:lnTo>
                  <a:pt x="18" y="8"/>
                </a:lnTo>
                <a:lnTo>
                  <a:pt x="8" y="8"/>
                </a:lnTo>
                <a:lnTo>
                  <a:pt x="8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4" name="Freeform 1472"/>
          <p:cNvSpPr>
            <a:spLocks noEditPoints="1"/>
          </p:cNvSpPr>
          <p:nvPr/>
        </p:nvSpPr>
        <p:spPr bwMode="auto">
          <a:xfrm>
            <a:off x="5024577" y="1872817"/>
            <a:ext cx="266854" cy="272655"/>
          </a:xfrm>
          <a:custGeom>
            <a:avLst/>
            <a:gdLst>
              <a:gd name="T0" fmla="*/ 46 w 92"/>
              <a:gd name="T1" fmla="*/ 14 h 94"/>
              <a:gd name="T2" fmla="*/ 32 w 92"/>
              <a:gd name="T3" fmla="*/ 16 h 94"/>
              <a:gd name="T4" fmla="*/ 20 w 92"/>
              <a:gd name="T5" fmla="*/ 26 h 94"/>
              <a:gd name="T6" fmla="*/ 16 w 92"/>
              <a:gd name="T7" fmla="*/ 32 h 94"/>
              <a:gd name="T8" fmla="*/ 12 w 92"/>
              <a:gd name="T9" fmla="*/ 44 h 94"/>
              <a:gd name="T10" fmla="*/ 14 w 92"/>
              <a:gd name="T11" fmla="*/ 56 h 94"/>
              <a:gd name="T12" fmla="*/ 18 w 92"/>
              <a:gd name="T13" fmla="*/ 68 h 94"/>
              <a:gd name="T14" fmla="*/ 24 w 92"/>
              <a:gd name="T15" fmla="*/ 74 h 94"/>
              <a:gd name="T16" fmla="*/ 46 w 92"/>
              <a:gd name="T17" fmla="*/ 82 h 94"/>
              <a:gd name="T18" fmla="*/ 54 w 92"/>
              <a:gd name="T19" fmla="*/ 80 h 94"/>
              <a:gd name="T20" fmla="*/ 66 w 92"/>
              <a:gd name="T21" fmla="*/ 74 h 94"/>
              <a:gd name="T22" fmla="*/ 72 w 92"/>
              <a:gd name="T23" fmla="*/ 70 h 94"/>
              <a:gd name="T24" fmla="*/ 78 w 92"/>
              <a:gd name="T25" fmla="*/ 58 h 94"/>
              <a:gd name="T26" fmla="*/ 80 w 92"/>
              <a:gd name="T27" fmla="*/ 44 h 94"/>
              <a:gd name="T28" fmla="*/ 78 w 92"/>
              <a:gd name="T29" fmla="*/ 38 h 94"/>
              <a:gd name="T30" fmla="*/ 72 w 92"/>
              <a:gd name="T31" fmla="*/ 26 h 94"/>
              <a:gd name="T32" fmla="*/ 68 w 92"/>
              <a:gd name="T33" fmla="*/ 22 h 94"/>
              <a:gd name="T34" fmla="*/ 46 w 92"/>
              <a:gd name="T35" fmla="*/ 14 h 94"/>
              <a:gd name="T36" fmla="*/ 46 w 92"/>
              <a:gd name="T37" fmla="*/ 94 h 94"/>
              <a:gd name="T38" fmla="*/ 38 w 92"/>
              <a:gd name="T39" fmla="*/ 94 h 94"/>
              <a:gd name="T40" fmla="*/ 22 w 92"/>
              <a:gd name="T41" fmla="*/ 88 h 94"/>
              <a:gd name="T42" fmla="*/ 16 w 92"/>
              <a:gd name="T43" fmla="*/ 84 h 94"/>
              <a:gd name="T44" fmla="*/ 4 w 92"/>
              <a:gd name="T45" fmla="*/ 68 h 94"/>
              <a:gd name="T46" fmla="*/ 0 w 92"/>
              <a:gd name="T47" fmla="*/ 52 h 94"/>
              <a:gd name="T48" fmla="*/ 2 w 92"/>
              <a:gd name="T49" fmla="*/ 34 h 94"/>
              <a:gd name="T50" fmla="*/ 10 w 92"/>
              <a:gd name="T51" fmla="*/ 18 h 94"/>
              <a:gd name="T52" fmla="*/ 18 w 92"/>
              <a:gd name="T53" fmla="*/ 10 h 94"/>
              <a:gd name="T54" fmla="*/ 36 w 92"/>
              <a:gd name="T55" fmla="*/ 2 h 94"/>
              <a:gd name="T56" fmla="*/ 46 w 92"/>
              <a:gd name="T57" fmla="*/ 0 h 94"/>
              <a:gd name="T58" fmla="*/ 62 w 92"/>
              <a:gd name="T59" fmla="*/ 4 h 94"/>
              <a:gd name="T60" fmla="*/ 76 w 92"/>
              <a:gd name="T61" fmla="*/ 12 h 94"/>
              <a:gd name="T62" fmla="*/ 82 w 92"/>
              <a:gd name="T63" fmla="*/ 18 h 94"/>
              <a:gd name="T64" fmla="*/ 92 w 92"/>
              <a:gd name="T65" fmla="*/ 34 h 94"/>
              <a:gd name="T66" fmla="*/ 92 w 92"/>
              <a:gd name="T67" fmla="*/ 44 h 94"/>
              <a:gd name="T68" fmla="*/ 90 w 92"/>
              <a:gd name="T69" fmla="*/ 62 h 94"/>
              <a:gd name="T70" fmla="*/ 82 w 92"/>
              <a:gd name="T71" fmla="*/ 78 h 94"/>
              <a:gd name="T72" fmla="*/ 74 w 92"/>
              <a:gd name="T73" fmla="*/ 84 h 94"/>
              <a:gd name="T74" fmla="*/ 56 w 92"/>
              <a:gd name="T75" fmla="*/ 94 h 94"/>
              <a:gd name="T76" fmla="*/ 46 w 92"/>
              <a:gd name="T77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92" h="94">
                <a:moveTo>
                  <a:pt x="46" y="14"/>
                </a:moveTo>
                <a:lnTo>
                  <a:pt x="46" y="14"/>
                </a:lnTo>
                <a:lnTo>
                  <a:pt x="38" y="14"/>
                </a:lnTo>
                <a:lnTo>
                  <a:pt x="32" y="16"/>
                </a:lnTo>
                <a:lnTo>
                  <a:pt x="26" y="20"/>
                </a:lnTo>
                <a:lnTo>
                  <a:pt x="20" y="26"/>
                </a:lnTo>
                <a:lnTo>
                  <a:pt x="20" y="26"/>
                </a:lnTo>
                <a:lnTo>
                  <a:pt x="16" y="32"/>
                </a:lnTo>
                <a:lnTo>
                  <a:pt x="14" y="38"/>
                </a:lnTo>
                <a:lnTo>
                  <a:pt x="12" y="44"/>
                </a:lnTo>
                <a:lnTo>
                  <a:pt x="12" y="50"/>
                </a:lnTo>
                <a:lnTo>
                  <a:pt x="14" y="56"/>
                </a:lnTo>
                <a:lnTo>
                  <a:pt x="16" y="62"/>
                </a:lnTo>
                <a:lnTo>
                  <a:pt x="18" y="68"/>
                </a:lnTo>
                <a:lnTo>
                  <a:pt x="24" y="74"/>
                </a:lnTo>
                <a:lnTo>
                  <a:pt x="24" y="74"/>
                </a:lnTo>
                <a:lnTo>
                  <a:pt x="34" y="80"/>
                </a:lnTo>
                <a:lnTo>
                  <a:pt x="46" y="82"/>
                </a:lnTo>
                <a:lnTo>
                  <a:pt x="46" y="82"/>
                </a:lnTo>
                <a:lnTo>
                  <a:pt x="54" y="80"/>
                </a:lnTo>
                <a:lnTo>
                  <a:pt x="60" y="78"/>
                </a:lnTo>
                <a:lnTo>
                  <a:pt x="66" y="74"/>
                </a:lnTo>
                <a:lnTo>
                  <a:pt x="72" y="70"/>
                </a:lnTo>
                <a:lnTo>
                  <a:pt x="72" y="70"/>
                </a:lnTo>
                <a:lnTo>
                  <a:pt x="76" y="64"/>
                </a:lnTo>
                <a:lnTo>
                  <a:pt x="78" y="58"/>
                </a:lnTo>
                <a:lnTo>
                  <a:pt x="80" y="52"/>
                </a:lnTo>
                <a:lnTo>
                  <a:pt x="80" y="44"/>
                </a:lnTo>
                <a:lnTo>
                  <a:pt x="80" y="44"/>
                </a:lnTo>
                <a:lnTo>
                  <a:pt x="78" y="38"/>
                </a:lnTo>
                <a:lnTo>
                  <a:pt x="76" y="32"/>
                </a:lnTo>
                <a:lnTo>
                  <a:pt x="72" y="26"/>
                </a:lnTo>
                <a:lnTo>
                  <a:pt x="68" y="22"/>
                </a:lnTo>
                <a:lnTo>
                  <a:pt x="68" y="22"/>
                </a:lnTo>
                <a:lnTo>
                  <a:pt x="58" y="16"/>
                </a:lnTo>
                <a:lnTo>
                  <a:pt x="46" y="14"/>
                </a:lnTo>
                <a:lnTo>
                  <a:pt x="46" y="14"/>
                </a:lnTo>
                <a:close/>
                <a:moveTo>
                  <a:pt x="46" y="94"/>
                </a:moveTo>
                <a:lnTo>
                  <a:pt x="46" y="94"/>
                </a:lnTo>
                <a:lnTo>
                  <a:pt x="38" y="94"/>
                </a:lnTo>
                <a:lnTo>
                  <a:pt x="30" y="92"/>
                </a:lnTo>
                <a:lnTo>
                  <a:pt x="22" y="88"/>
                </a:lnTo>
                <a:lnTo>
                  <a:pt x="16" y="84"/>
                </a:lnTo>
                <a:lnTo>
                  <a:pt x="16" y="84"/>
                </a:lnTo>
                <a:lnTo>
                  <a:pt x="8" y="76"/>
                </a:lnTo>
                <a:lnTo>
                  <a:pt x="4" y="68"/>
                </a:lnTo>
                <a:lnTo>
                  <a:pt x="0" y="60"/>
                </a:lnTo>
                <a:lnTo>
                  <a:pt x="0" y="52"/>
                </a:lnTo>
                <a:lnTo>
                  <a:pt x="0" y="42"/>
                </a:lnTo>
                <a:lnTo>
                  <a:pt x="2" y="34"/>
                </a:lnTo>
                <a:lnTo>
                  <a:pt x="4" y="24"/>
                </a:lnTo>
                <a:lnTo>
                  <a:pt x="10" y="18"/>
                </a:lnTo>
                <a:lnTo>
                  <a:pt x="10" y="18"/>
                </a:lnTo>
                <a:lnTo>
                  <a:pt x="18" y="10"/>
                </a:lnTo>
                <a:lnTo>
                  <a:pt x="26" y="4"/>
                </a:lnTo>
                <a:lnTo>
                  <a:pt x="36" y="2"/>
                </a:lnTo>
                <a:lnTo>
                  <a:pt x="46" y="0"/>
                </a:lnTo>
                <a:lnTo>
                  <a:pt x="46" y="0"/>
                </a:lnTo>
                <a:lnTo>
                  <a:pt x="54" y="2"/>
                </a:lnTo>
                <a:lnTo>
                  <a:pt x="62" y="4"/>
                </a:lnTo>
                <a:lnTo>
                  <a:pt x="70" y="6"/>
                </a:lnTo>
                <a:lnTo>
                  <a:pt x="76" y="12"/>
                </a:lnTo>
                <a:lnTo>
                  <a:pt x="76" y="12"/>
                </a:lnTo>
                <a:lnTo>
                  <a:pt x="82" y="18"/>
                </a:lnTo>
                <a:lnTo>
                  <a:pt x="88" y="26"/>
                </a:lnTo>
                <a:lnTo>
                  <a:pt x="92" y="34"/>
                </a:lnTo>
                <a:lnTo>
                  <a:pt x="92" y="44"/>
                </a:lnTo>
                <a:lnTo>
                  <a:pt x="92" y="44"/>
                </a:lnTo>
                <a:lnTo>
                  <a:pt x="92" y="52"/>
                </a:lnTo>
                <a:lnTo>
                  <a:pt x="90" y="62"/>
                </a:lnTo>
                <a:lnTo>
                  <a:pt x="86" y="70"/>
                </a:lnTo>
                <a:lnTo>
                  <a:pt x="82" y="78"/>
                </a:lnTo>
                <a:lnTo>
                  <a:pt x="82" y="78"/>
                </a:lnTo>
                <a:lnTo>
                  <a:pt x="74" y="84"/>
                </a:lnTo>
                <a:lnTo>
                  <a:pt x="66" y="90"/>
                </a:lnTo>
                <a:lnTo>
                  <a:pt x="56" y="94"/>
                </a:lnTo>
                <a:lnTo>
                  <a:pt x="46" y="94"/>
                </a:lnTo>
                <a:lnTo>
                  <a:pt x="46" y="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5" name="Freeform 1473"/>
          <p:cNvSpPr/>
          <p:nvPr/>
        </p:nvSpPr>
        <p:spPr bwMode="auto">
          <a:xfrm>
            <a:off x="5024577" y="2087461"/>
            <a:ext cx="69614" cy="69614"/>
          </a:xfrm>
          <a:custGeom>
            <a:avLst/>
            <a:gdLst>
              <a:gd name="T0" fmla="*/ 10 w 24"/>
              <a:gd name="T1" fmla="*/ 24 h 24"/>
              <a:gd name="T2" fmla="*/ 0 w 24"/>
              <a:gd name="T3" fmla="*/ 16 h 24"/>
              <a:gd name="T4" fmla="*/ 14 w 24"/>
              <a:gd name="T5" fmla="*/ 0 h 24"/>
              <a:gd name="T6" fmla="*/ 24 w 24"/>
              <a:gd name="T7" fmla="*/ 8 h 24"/>
              <a:gd name="T8" fmla="*/ 10 w 24"/>
              <a:gd name="T9" fmla="*/ 24 h 24"/>
              <a:gd name="T10" fmla="*/ 10 w 24"/>
              <a:gd name="T11" fmla="*/ 24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" h="24">
                <a:moveTo>
                  <a:pt x="10" y="24"/>
                </a:moveTo>
                <a:lnTo>
                  <a:pt x="0" y="16"/>
                </a:lnTo>
                <a:lnTo>
                  <a:pt x="14" y="0"/>
                </a:lnTo>
                <a:lnTo>
                  <a:pt x="24" y="8"/>
                </a:lnTo>
                <a:lnTo>
                  <a:pt x="10" y="24"/>
                </a:lnTo>
                <a:lnTo>
                  <a:pt x="10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6" name="Freeform 1474"/>
          <p:cNvSpPr/>
          <p:nvPr/>
        </p:nvSpPr>
        <p:spPr bwMode="auto">
          <a:xfrm>
            <a:off x="4943361" y="2128069"/>
            <a:ext cx="116024" cy="127626"/>
          </a:xfrm>
          <a:custGeom>
            <a:avLst/>
            <a:gdLst>
              <a:gd name="T0" fmla="*/ 18 w 40"/>
              <a:gd name="T1" fmla="*/ 42 h 44"/>
              <a:gd name="T2" fmla="*/ 18 w 40"/>
              <a:gd name="T3" fmla="*/ 42 h 44"/>
              <a:gd name="T4" fmla="*/ 14 w 40"/>
              <a:gd name="T5" fmla="*/ 44 h 44"/>
              <a:gd name="T6" fmla="*/ 10 w 40"/>
              <a:gd name="T7" fmla="*/ 42 h 44"/>
              <a:gd name="T8" fmla="*/ 2 w 40"/>
              <a:gd name="T9" fmla="*/ 36 h 44"/>
              <a:gd name="T10" fmla="*/ 2 w 40"/>
              <a:gd name="T11" fmla="*/ 36 h 44"/>
              <a:gd name="T12" fmla="*/ 0 w 40"/>
              <a:gd name="T13" fmla="*/ 32 h 44"/>
              <a:gd name="T14" fmla="*/ 2 w 40"/>
              <a:gd name="T15" fmla="*/ 28 h 44"/>
              <a:gd name="T16" fmla="*/ 24 w 40"/>
              <a:gd name="T17" fmla="*/ 2 h 44"/>
              <a:gd name="T18" fmla="*/ 24 w 40"/>
              <a:gd name="T19" fmla="*/ 2 h 44"/>
              <a:gd name="T20" fmla="*/ 28 w 40"/>
              <a:gd name="T21" fmla="*/ 0 h 44"/>
              <a:gd name="T22" fmla="*/ 32 w 40"/>
              <a:gd name="T23" fmla="*/ 2 h 44"/>
              <a:gd name="T24" fmla="*/ 38 w 40"/>
              <a:gd name="T25" fmla="*/ 8 h 44"/>
              <a:gd name="T26" fmla="*/ 38 w 40"/>
              <a:gd name="T27" fmla="*/ 8 h 44"/>
              <a:gd name="T28" fmla="*/ 40 w 40"/>
              <a:gd name="T29" fmla="*/ 12 h 44"/>
              <a:gd name="T30" fmla="*/ 40 w 40"/>
              <a:gd name="T31" fmla="*/ 16 h 44"/>
              <a:gd name="T32" fmla="*/ 18 w 40"/>
              <a:gd name="T33" fmla="*/ 42 h 44"/>
              <a:gd name="T34" fmla="*/ 18 w 40"/>
              <a:gd name="T35" fmla="*/ 4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" h="44">
                <a:moveTo>
                  <a:pt x="18" y="42"/>
                </a:moveTo>
                <a:lnTo>
                  <a:pt x="18" y="42"/>
                </a:lnTo>
                <a:lnTo>
                  <a:pt x="14" y="44"/>
                </a:lnTo>
                <a:lnTo>
                  <a:pt x="10" y="42"/>
                </a:lnTo>
                <a:lnTo>
                  <a:pt x="2" y="36"/>
                </a:lnTo>
                <a:lnTo>
                  <a:pt x="2" y="36"/>
                </a:lnTo>
                <a:lnTo>
                  <a:pt x="0" y="32"/>
                </a:lnTo>
                <a:lnTo>
                  <a:pt x="2" y="28"/>
                </a:lnTo>
                <a:lnTo>
                  <a:pt x="24" y="2"/>
                </a:lnTo>
                <a:lnTo>
                  <a:pt x="24" y="2"/>
                </a:lnTo>
                <a:lnTo>
                  <a:pt x="28" y="0"/>
                </a:lnTo>
                <a:lnTo>
                  <a:pt x="32" y="2"/>
                </a:lnTo>
                <a:lnTo>
                  <a:pt x="38" y="8"/>
                </a:lnTo>
                <a:lnTo>
                  <a:pt x="38" y="8"/>
                </a:lnTo>
                <a:lnTo>
                  <a:pt x="40" y="12"/>
                </a:lnTo>
                <a:lnTo>
                  <a:pt x="40" y="16"/>
                </a:lnTo>
                <a:lnTo>
                  <a:pt x="18" y="42"/>
                </a:lnTo>
                <a:lnTo>
                  <a:pt x="18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7" name="Freeform 1475"/>
          <p:cNvSpPr/>
          <p:nvPr/>
        </p:nvSpPr>
        <p:spPr bwMode="auto">
          <a:xfrm>
            <a:off x="5099993" y="1930829"/>
            <a:ext cx="87018" cy="34807"/>
          </a:xfrm>
          <a:custGeom>
            <a:avLst/>
            <a:gdLst>
              <a:gd name="T0" fmla="*/ 30 w 30"/>
              <a:gd name="T1" fmla="*/ 4 h 12"/>
              <a:gd name="T2" fmla="*/ 30 w 30"/>
              <a:gd name="T3" fmla="*/ 4 h 12"/>
              <a:gd name="T4" fmla="*/ 28 w 30"/>
              <a:gd name="T5" fmla="*/ 6 h 12"/>
              <a:gd name="T6" fmla="*/ 26 w 30"/>
              <a:gd name="T7" fmla="*/ 6 h 12"/>
              <a:gd name="T8" fmla="*/ 20 w 30"/>
              <a:gd name="T9" fmla="*/ 6 h 12"/>
              <a:gd name="T10" fmla="*/ 14 w 30"/>
              <a:gd name="T11" fmla="*/ 6 h 12"/>
              <a:gd name="T12" fmla="*/ 14 w 30"/>
              <a:gd name="T13" fmla="*/ 6 h 12"/>
              <a:gd name="T14" fmla="*/ 8 w 30"/>
              <a:gd name="T15" fmla="*/ 8 h 12"/>
              <a:gd name="T16" fmla="*/ 4 w 30"/>
              <a:gd name="T17" fmla="*/ 12 h 12"/>
              <a:gd name="T18" fmla="*/ 0 w 30"/>
              <a:gd name="T19" fmla="*/ 12 h 12"/>
              <a:gd name="T20" fmla="*/ 0 w 30"/>
              <a:gd name="T21" fmla="*/ 12 h 12"/>
              <a:gd name="T22" fmla="*/ 0 w 30"/>
              <a:gd name="T23" fmla="*/ 12 h 12"/>
              <a:gd name="T24" fmla="*/ 0 w 30"/>
              <a:gd name="T25" fmla="*/ 8 h 12"/>
              <a:gd name="T26" fmla="*/ 4 w 30"/>
              <a:gd name="T27" fmla="*/ 4 h 12"/>
              <a:gd name="T28" fmla="*/ 12 w 30"/>
              <a:gd name="T29" fmla="*/ 0 h 12"/>
              <a:gd name="T30" fmla="*/ 12 w 30"/>
              <a:gd name="T31" fmla="*/ 0 h 12"/>
              <a:gd name="T32" fmla="*/ 22 w 30"/>
              <a:gd name="T33" fmla="*/ 0 h 12"/>
              <a:gd name="T34" fmla="*/ 26 w 30"/>
              <a:gd name="T35" fmla="*/ 2 h 12"/>
              <a:gd name="T36" fmla="*/ 30 w 30"/>
              <a:gd name="T37" fmla="*/ 4 h 12"/>
              <a:gd name="T38" fmla="*/ 30 w 30"/>
              <a:gd name="T39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0" h="12">
                <a:moveTo>
                  <a:pt x="30" y="4"/>
                </a:moveTo>
                <a:lnTo>
                  <a:pt x="30" y="4"/>
                </a:lnTo>
                <a:lnTo>
                  <a:pt x="28" y="6"/>
                </a:lnTo>
                <a:lnTo>
                  <a:pt x="26" y="6"/>
                </a:lnTo>
                <a:lnTo>
                  <a:pt x="20" y="6"/>
                </a:lnTo>
                <a:lnTo>
                  <a:pt x="14" y="6"/>
                </a:lnTo>
                <a:lnTo>
                  <a:pt x="14" y="6"/>
                </a:lnTo>
                <a:lnTo>
                  <a:pt x="8" y="8"/>
                </a:lnTo>
                <a:lnTo>
                  <a:pt x="4" y="12"/>
                </a:lnTo>
                <a:lnTo>
                  <a:pt x="0" y="12"/>
                </a:lnTo>
                <a:lnTo>
                  <a:pt x="0" y="12"/>
                </a:lnTo>
                <a:lnTo>
                  <a:pt x="0" y="12"/>
                </a:lnTo>
                <a:lnTo>
                  <a:pt x="0" y="8"/>
                </a:lnTo>
                <a:lnTo>
                  <a:pt x="4" y="4"/>
                </a:lnTo>
                <a:lnTo>
                  <a:pt x="12" y="0"/>
                </a:lnTo>
                <a:lnTo>
                  <a:pt x="12" y="0"/>
                </a:lnTo>
                <a:lnTo>
                  <a:pt x="22" y="0"/>
                </a:lnTo>
                <a:lnTo>
                  <a:pt x="26" y="2"/>
                </a:lnTo>
                <a:lnTo>
                  <a:pt x="30" y="4"/>
                </a:lnTo>
                <a:lnTo>
                  <a:pt x="3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8" name="Freeform 1476"/>
          <p:cNvSpPr/>
          <p:nvPr/>
        </p:nvSpPr>
        <p:spPr bwMode="auto">
          <a:xfrm>
            <a:off x="5192812" y="1942431"/>
            <a:ext cx="17404" cy="17404"/>
          </a:xfrm>
          <a:custGeom>
            <a:avLst/>
            <a:gdLst>
              <a:gd name="T0" fmla="*/ 6 w 6"/>
              <a:gd name="T1" fmla="*/ 4 h 6"/>
              <a:gd name="T2" fmla="*/ 6 w 6"/>
              <a:gd name="T3" fmla="*/ 4 h 6"/>
              <a:gd name="T4" fmla="*/ 4 w 6"/>
              <a:gd name="T5" fmla="*/ 6 h 6"/>
              <a:gd name="T6" fmla="*/ 2 w 6"/>
              <a:gd name="T7" fmla="*/ 4 h 6"/>
              <a:gd name="T8" fmla="*/ 2 w 6"/>
              <a:gd name="T9" fmla="*/ 4 h 6"/>
              <a:gd name="T10" fmla="*/ 0 w 6"/>
              <a:gd name="T11" fmla="*/ 4 h 6"/>
              <a:gd name="T12" fmla="*/ 0 w 6"/>
              <a:gd name="T13" fmla="*/ 2 h 6"/>
              <a:gd name="T14" fmla="*/ 0 w 6"/>
              <a:gd name="T15" fmla="*/ 2 h 6"/>
              <a:gd name="T16" fmla="*/ 0 w 6"/>
              <a:gd name="T17" fmla="*/ 0 h 6"/>
              <a:gd name="T18" fmla="*/ 2 w 6"/>
              <a:gd name="T19" fmla="*/ 0 h 6"/>
              <a:gd name="T20" fmla="*/ 2 w 6"/>
              <a:gd name="T21" fmla="*/ 0 h 6"/>
              <a:gd name="T22" fmla="*/ 6 w 6"/>
              <a:gd name="T23" fmla="*/ 2 h 6"/>
              <a:gd name="T24" fmla="*/ 6 w 6"/>
              <a:gd name="T25" fmla="*/ 4 h 6"/>
              <a:gd name="T26" fmla="*/ 6 w 6"/>
              <a:gd name="T27" fmla="*/ 4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" h="6">
                <a:moveTo>
                  <a:pt x="6" y="4"/>
                </a:moveTo>
                <a:lnTo>
                  <a:pt x="6" y="4"/>
                </a:lnTo>
                <a:lnTo>
                  <a:pt x="4" y="6"/>
                </a:lnTo>
                <a:lnTo>
                  <a:pt x="2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0"/>
                </a:lnTo>
                <a:lnTo>
                  <a:pt x="6" y="2"/>
                </a:lnTo>
                <a:lnTo>
                  <a:pt x="6" y="4"/>
                </a:lnTo>
                <a:lnTo>
                  <a:pt x="6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9" name="Freeform 1477"/>
          <p:cNvSpPr/>
          <p:nvPr/>
        </p:nvSpPr>
        <p:spPr bwMode="auto">
          <a:xfrm>
            <a:off x="6521283" y="2360116"/>
            <a:ext cx="672937" cy="34807"/>
          </a:xfrm>
          <a:custGeom>
            <a:avLst/>
            <a:gdLst>
              <a:gd name="T0" fmla="*/ 6 w 232"/>
              <a:gd name="T1" fmla="*/ 12 h 12"/>
              <a:gd name="T2" fmla="*/ 6 w 232"/>
              <a:gd name="T3" fmla="*/ 12 h 12"/>
              <a:gd name="T4" fmla="*/ 2 w 232"/>
              <a:gd name="T5" fmla="*/ 10 h 12"/>
              <a:gd name="T6" fmla="*/ 0 w 232"/>
              <a:gd name="T7" fmla="*/ 6 h 12"/>
              <a:gd name="T8" fmla="*/ 0 w 232"/>
              <a:gd name="T9" fmla="*/ 6 h 12"/>
              <a:gd name="T10" fmla="*/ 2 w 232"/>
              <a:gd name="T11" fmla="*/ 2 h 12"/>
              <a:gd name="T12" fmla="*/ 6 w 232"/>
              <a:gd name="T13" fmla="*/ 0 h 12"/>
              <a:gd name="T14" fmla="*/ 228 w 232"/>
              <a:gd name="T15" fmla="*/ 0 h 12"/>
              <a:gd name="T16" fmla="*/ 228 w 232"/>
              <a:gd name="T17" fmla="*/ 0 h 12"/>
              <a:gd name="T18" fmla="*/ 232 w 232"/>
              <a:gd name="T19" fmla="*/ 2 h 12"/>
              <a:gd name="T20" fmla="*/ 232 w 232"/>
              <a:gd name="T21" fmla="*/ 6 h 12"/>
              <a:gd name="T22" fmla="*/ 232 w 232"/>
              <a:gd name="T23" fmla="*/ 6 h 12"/>
              <a:gd name="T24" fmla="*/ 232 w 232"/>
              <a:gd name="T25" fmla="*/ 10 h 12"/>
              <a:gd name="T26" fmla="*/ 228 w 232"/>
              <a:gd name="T27" fmla="*/ 12 h 12"/>
              <a:gd name="T28" fmla="*/ 6 w 232"/>
              <a:gd name="T29" fmla="*/ 12 h 12"/>
              <a:gd name="T30" fmla="*/ 6 w 232"/>
              <a:gd name="T31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2" h="12">
                <a:moveTo>
                  <a:pt x="6" y="12"/>
                </a:moveTo>
                <a:lnTo>
                  <a:pt x="6" y="12"/>
                </a:lnTo>
                <a:lnTo>
                  <a:pt x="2" y="10"/>
                </a:lnTo>
                <a:lnTo>
                  <a:pt x="0" y="6"/>
                </a:lnTo>
                <a:lnTo>
                  <a:pt x="0" y="6"/>
                </a:lnTo>
                <a:lnTo>
                  <a:pt x="2" y="2"/>
                </a:lnTo>
                <a:lnTo>
                  <a:pt x="6" y="0"/>
                </a:lnTo>
                <a:lnTo>
                  <a:pt x="228" y="0"/>
                </a:lnTo>
                <a:lnTo>
                  <a:pt x="228" y="0"/>
                </a:lnTo>
                <a:lnTo>
                  <a:pt x="232" y="2"/>
                </a:lnTo>
                <a:lnTo>
                  <a:pt x="232" y="6"/>
                </a:lnTo>
                <a:lnTo>
                  <a:pt x="232" y="6"/>
                </a:lnTo>
                <a:lnTo>
                  <a:pt x="232" y="10"/>
                </a:lnTo>
                <a:lnTo>
                  <a:pt x="228" y="12"/>
                </a:lnTo>
                <a:lnTo>
                  <a:pt x="6" y="12"/>
                </a:lnTo>
                <a:lnTo>
                  <a:pt x="6" y="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0" name="Freeform 1478"/>
          <p:cNvSpPr>
            <a:spLocks noEditPoints="1"/>
          </p:cNvSpPr>
          <p:nvPr/>
        </p:nvSpPr>
        <p:spPr bwMode="auto">
          <a:xfrm>
            <a:off x="6527084" y="2534152"/>
            <a:ext cx="110222" cy="116024"/>
          </a:xfrm>
          <a:custGeom>
            <a:avLst/>
            <a:gdLst>
              <a:gd name="T0" fmla="*/ 20 w 38"/>
              <a:gd name="T1" fmla="*/ 40 h 40"/>
              <a:gd name="T2" fmla="*/ 12 w 38"/>
              <a:gd name="T3" fmla="*/ 38 h 40"/>
              <a:gd name="T4" fmla="*/ 6 w 38"/>
              <a:gd name="T5" fmla="*/ 34 h 40"/>
              <a:gd name="T6" fmla="*/ 2 w 38"/>
              <a:gd name="T7" fmla="*/ 26 h 40"/>
              <a:gd name="T8" fmla="*/ 0 w 38"/>
              <a:gd name="T9" fmla="*/ 20 h 40"/>
              <a:gd name="T10" fmla="*/ 2 w 38"/>
              <a:gd name="T11" fmla="*/ 12 h 40"/>
              <a:gd name="T12" fmla="*/ 6 w 38"/>
              <a:gd name="T13" fmla="*/ 6 h 40"/>
              <a:gd name="T14" fmla="*/ 12 w 38"/>
              <a:gd name="T15" fmla="*/ 2 h 40"/>
              <a:gd name="T16" fmla="*/ 20 w 38"/>
              <a:gd name="T17" fmla="*/ 0 h 40"/>
              <a:gd name="T18" fmla="*/ 28 w 38"/>
              <a:gd name="T19" fmla="*/ 2 h 40"/>
              <a:gd name="T20" fmla="*/ 34 w 38"/>
              <a:gd name="T21" fmla="*/ 6 h 40"/>
              <a:gd name="T22" fmla="*/ 38 w 38"/>
              <a:gd name="T23" fmla="*/ 12 h 40"/>
              <a:gd name="T24" fmla="*/ 38 w 38"/>
              <a:gd name="T25" fmla="*/ 20 h 40"/>
              <a:gd name="T26" fmla="*/ 38 w 38"/>
              <a:gd name="T27" fmla="*/ 28 h 40"/>
              <a:gd name="T28" fmla="*/ 32 w 38"/>
              <a:gd name="T29" fmla="*/ 34 h 40"/>
              <a:gd name="T30" fmla="*/ 26 w 38"/>
              <a:gd name="T31" fmla="*/ 38 h 40"/>
              <a:gd name="T32" fmla="*/ 20 w 38"/>
              <a:gd name="T33" fmla="*/ 40 h 40"/>
              <a:gd name="T34" fmla="*/ 8 w 38"/>
              <a:gd name="T35" fmla="*/ 20 h 40"/>
              <a:gd name="T36" fmla="*/ 10 w 38"/>
              <a:gd name="T37" fmla="*/ 24 h 40"/>
              <a:gd name="T38" fmla="*/ 12 w 38"/>
              <a:gd name="T39" fmla="*/ 28 h 40"/>
              <a:gd name="T40" fmla="*/ 14 w 38"/>
              <a:gd name="T41" fmla="*/ 30 h 40"/>
              <a:gd name="T42" fmla="*/ 20 w 38"/>
              <a:gd name="T43" fmla="*/ 32 h 40"/>
              <a:gd name="T44" fmla="*/ 24 w 38"/>
              <a:gd name="T45" fmla="*/ 30 h 40"/>
              <a:gd name="T46" fmla="*/ 26 w 38"/>
              <a:gd name="T47" fmla="*/ 28 h 40"/>
              <a:gd name="T48" fmla="*/ 28 w 38"/>
              <a:gd name="T49" fmla="*/ 24 h 40"/>
              <a:gd name="T50" fmla="*/ 30 w 38"/>
              <a:gd name="T51" fmla="*/ 20 h 40"/>
              <a:gd name="T52" fmla="*/ 28 w 38"/>
              <a:gd name="T53" fmla="*/ 16 h 40"/>
              <a:gd name="T54" fmla="*/ 26 w 38"/>
              <a:gd name="T55" fmla="*/ 12 h 40"/>
              <a:gd name="T56" fmla="*/ 24 w 38"/>
              <a:gd name="T57" fmla="*/ 8 h 40"/>
              <a:gd name="T58" fmla="*/ 20 w 38"/>
              <a:gd name="T59" fmla="*/ 8 h 40"/>
              <a:gd name="T60" fmla="*/ 14 w 38"/>
              <a:gd name="T61" fmla="*/ 10 h 40"/>
              <a:gd name="T62" fmla="*/ 12 w 38"/>
              <a:gd name="T63" fmla="*/ 12 h 40"/>
              <a:gd name="T64" fmla="*/ 10 w 38"/>
              <a:gd name="T65" fmla="*/ 16 h 40"/>
              <a:gd name="T66" fmla="*/ 8 w 38"/>
              <a:gd name="T6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8" h="40">
                <a:moveTo>
                  <a:pt x="20" y="40"/>
                </a:moveTo>
                <a:lnTo>
                  <a:pt x="20" y="40"/>
                </a:lnTo>
                <a:lnTo>
                  <a:pt x="12" y="38"/>
                </a:lnTo>
                <a:lnTo>
                  <a:pt x="12" y="38"/>
                </a:lnTo>
                <a:lnTo>
                  <a:pt x="6" y="34"/>
                </a:lnTo>
                <a:lnTo>
                  <a:pt x="6" y="34"/>
                </a:lnTo>
                <a:lnTo>
                  <a:pt x="2" y="26"/>
                </a:lnTo>
                <a:lnTo>
                  <a:pt x="2" y="26"/>
                </a:lnTo>
                <a:lnTo>
                  <a:pt x="0" y="20"/>
                </a:lnTo>
                <a:lnTo>
                  <a:pt x="0" y="20"/>
                </a:lnTo>
                <a:lnTo>
                  <a:pt x="2" y="12"/>
                </a:lnTo>
                <a:lnTo>
                  <a:pt x="2" y="12"/>
                </a:lnTo>
                <a:lnTo>
                  <a:pt x="6" y="6"/>
                </a:lnTo>
                <a:lnTo>
                  <a:pt x="6" y="6"/>
                </a:lnTo>
                <a:lnTo>
                  <a:pt x="12" y="2"/>
                </a:lnTo>
                <a:lnTo>
                  <a:pt x="12" y="2"/>
                </a:lnTo>
                <a:lnTo>
                  <a:pt x="20" y="0"/>
                </a:lnTo>
                <a:lnTo>
                  <a:pt x="20" y="0"/>
                </a:lnTo>
                <a:lnTo>
                  <a:pt x="28" y="2"/>
                </a:lnTo>
                <a:lnTo>
                  <a:pt x="28" y="2"/>
                </a:lnTo>
                <a:lnTo>
                  <a:pt x="34" y="6"/>
                </a:lnTo>
                <a:lnTo>
                  <a:pt x="34" y="6"/>
                </a:lnTo>
                <a:lnTo>
                  <a:pt x="38" y="12"/>
                </a:lnTo>
                <a:lnTo>
                  <a:pt x="38" y="12"/>
                </a:lnTo>
                <a:lnTo>
                  <a:pt x="38" y="20"/>
                </a:lnTo>
                <a:lnTo>
                  <a:pt x="38" y="20"/>
                </a:lnTo>
                <a:lnTo>
                  <a:pt x="38" y="28"/>
                </a:lnTo>
                <a:lnTo>
                  <a:pt x="38" y="28"/>
                </a:lnTo>
                <a:lnTo>
                  <a:pt x="32" y="34"/>
                </a:lnTo>
                <a:lnTo>
                  <a:pt x="32" y="34"/>
                </a:lnTo>
                <a:lnTo>
                  <a:pt x="26" y="38"/>
                </a:lnTo>
                <a:lnTo>
                  <a:pt x="26" y="38"/>
                </a:lnTo>
                <a:lnTo>
                  <a:pt x="20" y="40"/>
                </a:lnTo>
                <a:lnTo>
                  <a:pt x="20" y="40"/>
                </a:lnTo>
                <a:close/>
                <a:moveTo>
                  <a:pt x="8" y="20"/>
                </a:moveTo>
                <a:lnTo>
                  <a:pt x="8" y="20"/>
                </a:lnTo>
                <a:lnTo>
                  <a:pt x="10" y="24"/>
                </a:lnTo>
                <a:lnTo>
                  <a:pt x="10" y="24"/>
                </a:lnTo>
                <a:lnTo>
                  <a:pt x="12" y="28"/>
                </a:lnTo>
                <a:lnTo>
                  <a:pt x="12" y="28"/>
                </a:lnTo>
                <a:lnTo>
                  <a:pt x="14" y="30"/>
                </a:lnTo>
                <a:lnTo>
                  <a:pt x="14" y="30"/>
                </a:lnTo>
                <a:lnTo>
                  <a:pt x="20" y="32"/>
                </a:lnTo>
                <a:lnTo>
                  <a:pt x="20" y="32"/>
                </a:lnTo>
                <a:lnTo>
                  <a:pt x="24" y="30"/>
                </a:lnTo>
                <a:lnTo>
                  <a:pt x="24" y="30"/>
                </a:lnTo>
                <a:lnTo>
                  <a:pt x="26" y="28"/>
                </a:lnTo>
                <a:lnTo>
                  <a:pt x="26" y="28"/>
                </a:lnTo>
                <a:lnTo>
                  <a:pt x="28" y="24"/>
                </a:lnTo>
                <a:lnTo>
                  <a:pt x="28" y="24"/>
                </a:lnTo>
                <a:lnTo>
                  <a:pt x="30" y="20"/>
                </a:lnTo>
                <a:lnTo>
                  <a:pt x="30" y="20"/>
                </a:lnTo>
                <a:lnTo>
                  <a:pt x="28" y="16"/>
                </a:lnTo>
                <a:lnTo>
                  <a:pt x="28" y="16"/>
                </a:lnTo>
                <a:lnTo>
                  <a:pt x="26" y="12"/>
                </a:lnTo>
                <a:lnTo>
                  <a:pt x="26" y="12"/>
                </a:lnTo>
                <a:lnTo>
                  <a:pt x="24" y="8"/>
                </a:lnTo>
                <a:lnTo>
                  <a:pt x="24" y="8"/>
                </a:lnTo>
                <a:lnTo>
                  <a:pt x="20" y="8"/>
                </a:lnTo>
                <a:lnTo>
                  <a:pt x="20" y="8"/>
                </a:lnTo>
                <a:lnTo>
                  <a:pt x="14" y="10"/>
                </a:lnTo>
                <a:lnTo>
                  <a:pt x="14" y="10"/>
                </a:lnTo>
                <a:lnTo>
                  <a:pt x="12" y="12"/>
                </a:lnTo>
                <a:lnTo>
                  <a:pt x="12" y="12"/>
                </a:lnTo>
                <a:lnTo>
                  <a:pt x="10" y="16"/>
                </a:lnTo>
                <a:lnTo>
                  <a:pt x="10" y="16"/>
                </a:lnTo>
                <a:lnTo>
                  <a:pt x="8" y="20"/>
                </a:lnTo>
                <a:lnTo>
                  <a:pt x="8" y="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1" name="Freeform 1479"/>
          <p:cNvSpPr>
            <a:spLocks noEditPoints="1"/>
          </p:cNvSpPr>
          <p:nvPr/>
        </p:nvSpPr>
        <p:spPr bwMode="auto">
          <a:xfrm>
            <a:off x="6648909" y="2563158"/>
            <a:ext cx="92819" cy="116024"/>
          </a:xfrm>
          <a:custGeom>
            <a:avLst/>
            <a:gdLst>
              <a:gd name="T0" fmla="*/ 20 w 32"/>
              <a:gd name="T1" fmla="*/ 30 h 40"/>
              <a:gd name="T2" fmla="*/ 20 w 32"/>
              <a:gd name="T3" fmla="*/ 30 h 40"/>
              <a:gd name="T4" fmla="*/ 14 w 32"/>
              <a:gd name="T5" fmla="*/ 28 h 40"/>
              <a:gd name="T6" fmla="*/ 14 w 32"/>
              <a:gd name="T7" fmla="*/ 28 h 40"/>
              <a:gd name="T8" fmla="*/ 10 w 32"/>
              <a:gd name="T9" fmla="*/ 24 h 40"/>
              <a:gd name="T10" fmla="*/ 10 w 32"/>
              <a:gd name="T11" fmla="*/ 40 h 40"/>
              <a:gd name="T12" fmla="*/ 0 w 32"/>
              <a:gd name="T13" fmla="*/ 40 h 40"/>
              <a:gd name="T14" fmla="*/ 0 w 32"/>
              <a:gd name="T15" fmla="*/ 0 h 40"/>
              <a:gd name="T16" fmla="*/ 8 w 32"/>
              <a:gd name="T17" fmla="*/ 0 h 40"/>
              <a:gd name="T18" fmla="*/ 8 w 32"/>
              <a:gd name="T19" fmla="*/ 6 h 40"/>
              <a:gd name="T20" fmla="*/ 8 w 32"/>
              <a:gd name="T21" fmla="*/ 6 h 40"/>
              <a:gd name="T22" fmla="*/ 12 w 32"/>
              <a:gd name="T23" fmla="*/ 2 h 40"/>
              <a:gd name="T24" fmla="*/ 12 w 32"/>
              <a:gd name="T25" fmla="*/ 2 h 40"/>
              <a:gd name="T26" fmla="*/ 18 w 32"/>
              <a:gd name="T27" fmla="*/ 0 h 40"/>
              <a:gd name="T28" fmla="*/ 18 w 32"/>
              <a:gd name="T29" fmla="*/ 0 h 40"/>
              <a:gd name="T30" fmla="*/ 24 w 32"/>
              <a:gd name="T31" fmla="*/ 0 h 40"/>
              <a:gd name="T32" fmla="*/ 24 w 32"/>
              <a:gd name="T33" fmla="*/ 0 h 40"/>
              <a:gd name="T34" fmla="*/ 28 w 32"/>
              <a:gd name="T35" fmla="*/ 4 h 40"/>
              <a:gd name="T36" fmla="*/ 28 w 32"/>
              <a:gd name="T37" fmla="*/ 4 h 40"/>
              <a:gd name="T38" fmla="*/ 30 w 32"/>
              <a:gd name="T39" fmla="*/ 8 h 40"/>
              <a:gd name="T40" fmla="*/ 30 w 32"/>
              <a:gd name="T41" fmla="*/ 8 h 40"/>
              <a:gd name="T42" fmla="*/ 32 w 32"/>
              <a:gd name="T43" fmla="*/ 14 h 40"/>
              <a:gd name="T44" fmla="*/ 32 w 32"/>
              <a:gd name="T45" fmla="*/ 14 h 40"/>
              <a:gd name="T46" fmla="*/ 30 w 32"/>
              <a:gd name="T47" fmla="*/ 20 h 40"/>
              <a:gd name="T48" fmla="*/ 30 w 32"/>
              <a:gd name="T49" fmla="*/ 20 h 40"/>
              <a:gd name="T50" fmla="*/ 28 w 32"/>
              <a:gd name="T51" fmla="*/ 26 h 40"/>
              <a:gd name="T52" fmla="*/ 28 w 32"/>
              <a:gd name="T53" fmla="*/ 26 h 40"/>
              <a:gd name="T54" fmla="*/ 24 w 32"/>
              <a:gd name="T55" fmla="*/ 28 h 40"/>
              <a:gd name="T56" fmla="*/ 24 w 32"/>
              <a:gd name="T57" fmla="*/ 28 h 40"/>
              <a:gd name="T58" fmla="*/ 20 w 32"/>
              <a:gd name="T59" fmla="*/ 30 h 40"/>
              <a:gd name="T60" fmla="*/ 20 w 32"/>
              <a:gd name="T61" fmla="*/ 30 h 40"/>
              <a:gd name="T62" fmla="*/ 16 w 32"/>
              <a:gd name="T63" fmla="*/ 22 h 40"/>
              <a:gd name="T64" fmla="*/ 16 w 32"/>
              <a:gd name="T65" fmla="*/ 22 h 40"/>
              <a:gd name="T66" fmla="*/ 18 w 32"/>
              <a:gd name="T67" fmla="*/ 22 h 40"/>
              <a:gd name="T68" fmla="*/ 18 w 32"/>
              <a:gd name="T69" fmla="*/ 22 h 40"/>
              <a:gd name="T70" fmla="*/ 20 w 32"/>
              <a:gd name="T71" fmla="*/ 20 h 40"/>
              <a:gd name="T72" fmla="*/ 20 w 32"/>
              <a:gd name="T73" fmla="*/ 20 h 40"/>
              <a:gd name="T74" fmla="*/ 22 w 32"/>
              <a:gd name="T75" fmla="*/ 18 h 40"/>
              <a:gd name="T76" fmla="*/ 22 w 32"/>
              <a:gd name="T77" fmla="*/ 18 h 40"/>
              <a:gd name="T78" fmla="*/ 22 w 32"/>
              <a:gd name="T79" fmla="*/ 14 h 40"/>
              <a:gd name="T80" fmla="*/ 22 w 32"/>
              <a:gd name="T81" fmla="*/ 14 h 40"/>
              <a:gd name="T82" fmla="*/ 22 w 32"/>
              <a:gd name="T83" fmla="*/ 12 h 40"/>
              <a:gd name="T84" fmla="*/ 22 w 32"/>
              <a:gd name="T85" fmla="*/ 12 h 40"/>
              <a:gd name="T86" fmla="*/ 20 w 32"/>
              <a:gd name="T87" fmla="*/ 10 h 40"/>
              <a:gd name="T88" fmla="*/ 20 w 32"/>
              <a:gd name="T89" fmla="*/ 10 h 40"/>
              <a:gd name="T90" fmla="*/ 18 w 32"/>
              <a:gd name="T91" fmla="*/ 8 h 40"/>
              <a:gd name="T92" fmla="*/ 18 w 32"/>
              <a:gd name="T93" fmla="*/ 8 h 40"/>
              <a:gd name="T94" fmla="*/ 16 w 32"/>
              <a:gd name="T95" fmla="*/ 8 h 40"/>
              <a:gd name="T96" fmla="*/ 16 w 32"/>
              <a:gd name="T97" fmla="*/ 8 h 40"/>
              <a:gd name="T98" fmla="*/ 12 w 32"/>
              <a:gd name="T99" fmla="*/ 8 h 40"/>
              <a:gd name="T100" fmla="*/ 12 w 32"/>
              <a:gd name="T101" fmla="*/ 8 h 40"/>
              <a:gd name="T102" fmla="*/ 10 w 32"/>
              <a:gd name="T103" fmla="*/ 12 h 40"/>
              <a:gd name="T104" fmla="*/ 10 w 32"/>
              <a:gd name="T105" fmla="*/ 18 h 40"/>
              <a:gd name="T106" fmla="*/ 10 w 32"/>
              <a:gd name="T107" fmla="*/ 18 h 40"/>
              <a:gd name="T108" fmla="*/ 12 w 32"/>
              <a:gd name="T109" fmla="*/ 20 h 40"/>
              <a:gd name="T110" fmla="*/ 12 w 32"/>
              <a:gd name="T111" fmla="*/ 20 h 40"/>
              <a:gd name="T112" fmla="*/ 16 w 32"/>
              <a:gd name="T113" fmla="*/ 22 h 40"/>
              <a:gd name="T114" fmla="*/ 16 w 32"/>
              <a:gd name="T115" fmla="*/ 22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2" h="40">
                <a:moveTo>
                  <a:pt x="20" y="30"/>
                </a:moveTo>
                <a:lnTo>
                  <a:pt x="20" y="30"/>
                </a:lnTo>
                <a:lnTo>
                  <a:pt x="14" y="28"/>
                </a:lnTo>
                <a:lnTo>
                  <a:pt x="14" y="28"/>
                </a:lnTo>
                <a:lnTo>
                  <a:pt x="10" y="24"/>
                </a:lnTo>
                <a:lnTo>
                  <a:pt x="10" y="40"/>
                </a:lnTo>
                <a:lnTo>
                  <a:pt x="0" y="40"/>
                </a:lnTo>
                <a:lnTo>
                  <a:pt x="0" y="0"/>
                </a:lnTo>
                <a:lnTo>
                  <a:pt x="8" y="0"/>
                </a:lnTo>
                <a:lnTo>
                  <a:pt x="8" y="6"/>
                </a:lnTo>
                <a:lnTo>
                  <a:pt x="8" y="6"/>
                </a:lnTo>
                <a:lnTo>
                  <a:pt x="12" y="2"/>
                </a:lnTo>
                <a:lnTo>
                  <a:pt x="12" y="2"/>
                </a:lnTo>
                <a:lnTo>
                  <a:pt x="18" y="0"/>
                </a:lnTo>
                <a:lnTo>
                  <a:pt x="18" y="0"/>
                </a:lnTo>
                <a:lnTo>
                  <a:pt x="24" y="0"/>
                </a:lnTo>
                <a:lnTo>
                  <a:pt x="24" y="0"/>
                </a:lnTo>
                <a:lnTo>
                  <a:pt x="28" y="4"/>
                </a:lnTo>
                <a:lnTo>
                  <a:pt x="28" y="4"/>
                </a:lnTo>
                <a:lnTo>
                  <a:pt x="30" y="8"/>
                </a:lnTo>
                <a:lnTo>
                  <a:pt x="30" y="8"/>
                </a:lnTo>
                <a:lnTo>
                  <a:pt x="32" y="14"/>
                </a:lnTo>
                <a:lnTo>
                  <a:pt x="32" y="14"/>
                </a:lnTo>
                <a:lnTo>
                  <a:pt x="30" y="20"/>
                </a:lnTo>
                <a:lnTo>
                  <a:pt x="30" y="20"/>
                </a:lnTo>
                <a:lnTo>
                  <a:pt x="28" y="26"/>
                </a:lnTo>
                <a:lnTo>
                  <a:pt x="28" y="26"/>
                </a:lnTo>
                <a:lnTo>
                  <a:pt x="24" y="28"/>
                </a:lnTo>
                <a:lnTo>
                  <a:pt x="24" y="28"/>
                </a:lnTo>
                <a:lnTo>
                  <a:pt x="20" y="30"/>
                </a:lnTo>
                <a:lnTo>
                  <a:pt x="20" y="30"/>
                </a:lnTo>
                <a:close/>
                <a:moveTo>
                  <a:pt x="16" y="22"/>
                </a:moveTo>
                <a:lnTo>
                  <a:pt x="16" y="22"/>
                </a:lnTo>
                <a:lnTo>
                  <a:pt x="18" y="22"/>
                </a:lnTo>
                <a:lnTo>
                  <a:pt x="18" y="22"/>
                </a:lnTo>
                <a:lnTo>
                  <a:pt x="20" y="20"/>
                </a:lnTo>
                <a:lnTo>
                  <a:pt x="20" y="20"/>
                </a:lnTo>
                <a:lnTo>
                  <a:pt x="22" y="18"/>
                </a:lnTo>
                <a:lnTo>
                  <a:pt x="22" y="18"/>
                </a:lnTo>
                <a:lnTo>
                  <a:pt x="22" y="14"/>
                </a:lnTo>
                <a:lnTo>
                  <a:pt x="22" y="14"/>
                </a:lnTo>
                <a:lnTo>
                  <a:pt x="22" y="12"/>
                </a:lnTo>
                <a:lnTo>
                  <a:pt x="22" y="12"/>
                </a:lnTo>
                <a:lnTo>
                  <a:pt x="20" y="10"/>
                </a:lnTo>
                <a:lnTo>
                  <a:pt x="20" y="10"/>
                </a:lnTo>
                <a:lnTo>
                  <a:pt x="18" y="8"/>
                </a:lnTo>
                <a:lnTo>
                  <a:pt x="18" y="8"/>
                </a:lnTo>
                <a:lnTo>
                  <a:pt x="16" y="8"/>
                </a:lnTo>
                <a:lnTo>
                  <a:pt x="16" y="8"/>
                </a:lnTo>
                <a:lnTo>
                  <a:pt x="12" y="8"/>
                </a:lnTo>
                <a:lnTo>
                  <a:pt x="12" y="8"/>
                </a:lnTo>
                <a:lnTo>
                  <a:pt x="10" y="12"/>
                </a:lnTo>
                <a:lnTo>
                  <a:pt x="10" y="18"/>
                </a:lnTo>
                <a:lnTo>
                  <a:pt x="10" y="18"/>
                </a:lnTo>
                <a:lnTo>
                  <a:pt x="12" y="20"/>
                </a:lnTo>
                <a:lnTo>
                  <a:pt x="12" y="20"/>
                </a:lnTo>
                <a:lnTo>
                  <a:pt x="16" y="22"/>
                </a:lnTo>
                <a:lnTo>
                  <a:pt x="16" y="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2" name="Freeform 1480"/>
          <p:cNvSpPr/>
          <p:nvPr/>
        </p:nvSpPr>
        <p:spPr bwMode="auto">
          <a:xfrm>
            <a:off x="6747529" y="2539953"/>
            <a:ext cx="58012" cy="110222"/>
          </a:xfrm>
          <a:custGeom>
            <a:avLst/>
            <a:gdLst>
              <a:gd name="T0" fmla="*/ 20 w 20"/>
              <a:gd name="T1" fmla="*/ 36 h 38"/>
              <a:gd name="T2" fmla="*/ 20 w 20"/>
              <a:gd name="T3" fmla="*/ 36 h 38"/>
              <a:gd name="T4" fmla="*/ 16 w 20"/>
              <a:gd name="T5" fmla="*/ 38 h 38"/>
              <a:gd name="T6" fmla="*/ 16 w 20"/>
              <a:gd name="T7" fmla="*/ 38 h 38"/>
              <a:gd name="T8" fmla="*/ 12 w 20"/>
              <a:gd name="T9" fmla="*/ 38 h 38"/>
              <a:gd name="T10" fmla="*/ 12 w 20"/>
              <a:gd name="T11" fmla="*/ 38 h 38"/>
              <a:gd name="T12" fmla="*/ 8 w 20"/>
              <a:gd name="T13" fmla="*/ 38 h 38"/>
              <a:gd name="T14" fmla="*/ 8 w 20"/>
              <a:gd name="T15" fmla="*/ 38 h 38"/>
              <a:gd name="T16" fmla="*/ 6 w 20"/>
              <a:gd name="T17" fmla="*/ 36 h 38"/>
              <a:gd name="T18" fmla="*/ 6 w 20"/>
              <a:gd name="T19" fmla="*/ 36 h 38"/>
              <a:gd name="T20" fmla="*/ 4 w 20"/>
              <a:gd name="T21" fmla="*/ 34 h 38"/>
              <a:gd name="T22" fmla="*/ 4 w 20"/>
              <a:gd name="T23" fmla="*/ 34 h 38"/>
              <a:gd name="T24" fmla="*/ 4 w 20"/>
              <a:gd name="T25" fmla="*/ 30 h 38"/>
              <a:gd name="T26" fmla="*/ 4 w 20"/>
              <a:gd name="T27" fmla="*/ 16 h 38"/>
              <a:gd name="T28" fmla="*/ 0 w 20"/>
              <a:gd name="T29" fmla="*/ 16 h 38"/>
              <a:gd name="T30" fmla="*/ 0 w 20"/>
              <a:gd name="T31" fmla="*/ 8 h 38"/>
              <a:gd name="T32" fmla="*/ 4 w 20"/>
              <a:gd name="T33" fmla="*/ 8 h 38"/>
              <a:gd name="T34" fmla="*/ 4 w 20"/>
              <a:gd name="T35" fmla="*/ 0 h 38"/>
              <a:gd name="T36" fmla="*/ 12 w 20"/>
              <a:gd name="T37" fmla="*/ 0 h 38"/>
              <a:gd name="T38" fmla="*/ 12 w 20"/>
              <a:gd name="T39" fmla="*/ 8 h 38"/>
              <a:gd name="T40" fmla="*/ 18 w 20"/>
              <a:gd name="T41" fmla="*/ 8 h 38"/>
              <a:gd name="T42" fmla="*/ 18 w 20"/>
              <a:gd name="T43" fmla="*/ 16 h 38"/>
              <a:gd name="T44" fmla="*/ 12 w 20"/>
              <a:gd name="T45" fmla="*/ 16 h 38"/>
              <a:gd name="T46" fmla="*/ 12 w 20"/>
              <a:gd name="T47" fmla="*/ 28 h 38"/>
              <a:gd name="T48" fmla="*/ 12 w 20"/>
              <a:gd name="T49" fmla="*/ 28 h 38"/>
              <a:gd name="T50" fmla="*/ 12 w 20"/>
              <a:gd name="T51" fmla="*/ 30 h 38"/>
              <a:gd name="T52" fmla="*/ 12 w 20"/>
              <a:gd name="T53" fmla="*/ 30 h 38"/>
              <a:gd name="T54" fmla="*/ 14 w 20"/>
              <a:gd name="T55" fmla="*/ 30 h 38"/>
              <a:gd name="T56" fmla="*/ 14 w 20"/>
              <a:gd name="T57" fmla="*/ 30 h 38"/>
              <a:gd name="T58" fmla="*/ 16 w 20"/>
              <a:gd name="T59" fmla="*/ 30 h 38"/>
              <a:gd name="T60" fmla="*/ 16 w 20"/>
              <a:gd name="T61" fmla="*/ 30 h 38"/>
              <a:gd name="T62" fmla="*/ 18 w 20"/>
              <a:gd name="T63" fmla="*/ 28 h 38"/>
              <a:gd name="T64" fmla="*/ 20 w 20"/>
              <a:gd name="T65" fmla="*/ 36 h 38"/>
              <a:gd name="T66" fmla="*/ 20 w 20"/>
              <a:gd name="T67" fmla="*/ 36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0" h="38">
                <a:moveTo>
                  <a:pt x="20" y="36"/>
                </a:moveTo>
                <a:lnTo>
                  <a:pt x="20" y="36"/>
                </a:lnTo>
                <a:lnTo>
                  <a:pt x="16" y="38"/>
                </a:lnTo>
                <a:lnTo>
                  <a:pt x="16" y="38"/>
                </a:lnTo>
                <a:lnTo>
                  <a:pt x="12" y="38"/>
                </a:lnTo>
                <a:lnTo>
                  <a:pt x="12" y="38"/>
                </a:lnTo>
                <a:lnTo>
                  <a:pt x="8" y="38"/>
                </a:lnTo>
                <a:lnTo>
                  <a:pt x="8" y="38"/>
                </a:lnTo>
                <a:lnTo>
                  <a:pt x="6" y="36"/>
                </a:lnTo>
                <a:lnTo>
                  <a:pt x="6" y="36"/>
                </a:lnTo>
                <a:lnTo>
                  <a:pt x="4" y="34"/>
                </a:lnTo>
                <a:lnTo>
                  <a:pt x="4" y="34"/>
                </a:lnTo>
                <a:lnTo>
                  <a:pt x="4" y="30"/>
                </a:lnTo>
                <a:lnTo>
                  <a:pt x="4" y="16"/>
                </a:lnTo>
                <a:lnTo>
                  <a:pt x="0" y="16"/>
                </a:lnTo>
                <a:lnTo>
                  <a:pt x="0" y="8"/>
                </a:lnTo>
                <a:lnTo>
                  <a:pt x="4" y="8"/>
                </a:lnTo>
                <a:lnTo>
                  <a:pt x="4" y="0"/>
                </a:lnTo>
                <a:lnTo>
                  <a:pt x="12" y="0"/>
                </a:lnTo>
                <a:lnTo>
                  <a:pt x="12" y="8"/>
                </a:lnTo>
                <a:lnTo>
                  <a:pt x="18" y="8"/>
                </a:lnTo>
                <a:lnTo>
                  <a:pt x="18" y="16"/>
                </a:lnTo>
                <a:lnTo>
                  <a:pt x="12" y="16"/>
                </a:lnTo>
                <a:lnTo>
                  <a:pt x="12" y="28"/>
                </a:lnTo>
                <a:lnTo>
                  <a:pt x="12" y="28"/>
                </a:lnTo>
                <a:lnTo>
                  <a:pt x="12" y="30"/>
                </a:lnTo>
                <a:lnTo>
                  <a:pt x="12" y="30"/>
                </a:lnTo>
                <a:lnTo>
                  <a:pt x="14" y="30"/>
                </a:lnTo>
                <a:lnTo>
                  <a:pt x="14" y="30"/>
                </a:lnTo>
                <a:lnTo>
                  <a:pt x="16" y="30"/>
                </a:lnTo>
                <a:lnTo>
                  <a:pt x="16" y="30"/>
                </a:lnTo>
                <a:lnTo>
                  <a:pt x="18" y="28"/>
                </a:lnTo>
                <a:lnTo>
                  <a:pt x="20" y="36"/>
                </a:lnTo>
                <a:lnTo>
                  <a:pt x="2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3" name="Freeform 1481"/>
          <p:cNvSpPr>
            <a:spLocks noEditPoints="1"/>
          </p:cNvSpPr>
          <p:nvPr/>
        </p:nvSpPr>
        <p:spPr bwMode="auto">
          <a:xfrm>
            <a:off x="6817143" y="2534152"/>
            <a:ext cx="23205" cy="116024"/>
          </a:xfrm>
          <a:custGeom>
            <a:avLst/>
            <a:gdLst>
              <a:gd name="T0" fmla="*/ 0 w 8"/>
              <a:gd name="T1" fmla="*/ 40 h 40"/>
              <a:gd name="T2" fmla="*/ 0 w 8"/>
              <a:gd name="T3" fmla="*/ 10 h 40"/>
              <a:gd name="T4" fmla="*/ 8 w 8"/>
              <a:gd name="T5" fmla="*/ 10 h 40"/>
              <a:gd name="T6" fmla="*/ 8 w 8"/>
              <a:gd name="T7" fmla="*/ 40 h 40"/>
              <a:gd name="T8" fmla="*/ 0 w 8"/>
              <a:gd name="T9" fmla="*/ 40 h 40"/>
              <a:gd name="T10" fmla="*/ 0 w 8"/>
              <a:gd name="T11" fmla="*/ 40 h 40"/>
              <a:gd name="T12" fmla="*/ 0 w 8"/>
              <a:gd name="T13" fmla="*/ 8 h 40"/>
              <a:gd name="T14" fmla="*/ 0 w 8"/>
              <a:gd name="T15" fmla="*/ 0 h 40"/>
              <a:gd name="T16" fmla="*/ 8 w 8"/>
              <a:gd name="T17" fmla="*/ 0 h 40"/>
              <a:gd name="T18" fmla="*/ 8 w 8"/>
              <a:gd name="T19" fmla="*/ 8 h 40"/>
              <a:gd name="T20" fmla="*/ 0 w 8"/>
              <a:gd name="T21" fmla="*/ 8 h 40"/>
              <a:gd name="T22" fmla="*/ 0 w 8"/>
              <a:gd name="T23" fmla="*/ 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" h="40">
                <a:moveTo>
                  <a:pt x="0" y="40"/>
                </a:moveTo>
                <a:lnTo>
                  <a:pt x="0" y="10"/>
                </a:lnTo>
                <a:lnTo>
                  <a:pt x="8" y="10"/>
                </a:lnTo>
                <a:lnTo>
                  <a:pt x="8" y="40"/>
                </a:lnTo>
                <a:lnTo>
                  <a:pt x="0" y="40"/>
                </a:lnTo>
                <a:lnTo>
                  <a:pt x="0" y="40"/>
                </a:lnTo>
                <a:close/>
                <a:moveTo>
                  <a:pt x="0" y="8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4" name="Freeform 1482"/>
          <p:cNvSpPr>
            <a:spLocks noEditPoints="1"/>
          </p:cNvSpPr>
          <p:nvPr/>
        </p:nvSpPr>
        <p:spPr bwMode="auto">
          <a:xfrm>
            <a:off x="6851950" y="2563158"/>
            <a:ext cx="92819" cy="87018"/>
          </a:xfrm>
          <a:custGeom>
            <a:avLst/>
            <a:gdLst>
              <a:gd name="T0" fmla="*/ 16 w 32"/>
              <a:gd name="T1" fmla="*/ 30 h 30"/>
              <a:gd name="T2" fmla="*/ 16 w 32"/>
              <a:gd name="T3" fmla="*/ 30 h 30"/>
              <a:gd name="T4" fmla="*/ 10 w 32"/>
              <a:gd name="T5" fmla="*/ 28 h 30"/>
              <a:gd name="T6" fmla="*/ 10 w 32"/>
              <a:gd name="T7" fmla="*/ 28 h 30"/>
              <a:gd name="T8" fmla="*/ 4 w 32"/>
              <a:gd name="T9" fmla="*/ 26 h 30"/>
              <a:gd name="T10" fmla="*/ 4 w 32"/>
              <a:gd name="T11" fmla="*/ 26 h 30"/>
              <a:gd name="T12" fmla="*/ 2 w 32"/>
              <a:gd name="T13" fmla="*/ 20 h 30"/>
              <a:gd name="T14" fmla="*/ 2 w 32"/>
              <a:gd name="T15" fmla="*/ 20 h 30"/>
              <a:gd name="T16" fmla="*/ 0 w 32"/>
              <a:gd name="T17" fmla="*/ 14 h 30"/>
              <a:gd name="T18" fmla="*/ 0 w 32"/>
              <a:gd name="T19" fmla="*/ 14 h 30"/>
              <a:gd name="T20" fmla="*/ 2 w 32"/>
              <a:gd name="T21" fmla="*/ 10 h 30"/>
              <a:gd name="T22" fmla="*/ 2 w 32"/>
              <a:gd name="T23" fmla="*/ 10 h 30"/>
              <a:gd name="T24" fmla="*/ 4 w 32"/>
              <a:gd name="T25" fmla="*/ 4 h 30"/>
              <a:gd name="T26" fmla="*/ 4 w 32"/>
              <a:gd name="T27" fmla="*/ 4 h 30"/>
              <a:gd name="T28" fmla="*/ 10 w 32"/>
              <a:gd name="T29" fmla="*/ 2 h 30"/>
              <a:gd name="T30" fmla="*/ 10 w 32"/>
              <a:gd name="T31" fmla="*/ 2 h 30"/>
              <a:gd name="T32" fmla="*/ 16 w 32"/>
              <a:gd name="T33" fmla="*/ 0 h 30"/>
              <a:gd name="T34" fmla="*/ 16 w 32"/>
              <a:gd name="T35" fmla="*/ 0 h 30"/>
              <a:gd name="T36" fmla="*/ 22 w 32"/>
              <a:gd name="T37" fmla="*/ 2 h 30"/>
              <a:gd name="T38" fmla="*/ 22 w 32"/>
              <a:gd name="T39" fmla="*/ 2 h 30"/>
              <a:gd name="T40" fmla="*/ 28 w 32"/>
              <a:gd name="T41" fmla="*/ 4 h 30"/>
              <a:gd name="T42" fmla="*/ 28 w 32"/>
              <a:gd name="T43" fmla="*/ 4 h 30"/>
              <a:gd name="T44" fmla="*/ 30 w 32"/>
              <a:gd name="T45" fmla="*/ 10 h 30"/>
              <a:gd name="T46" fmla="*/ 30 w 32"/>
              <a:gd name="T47" fmla="*/ 10 h 30"/>
              <a:gd name="T48" fmla="*/ 32 w 32"/>
              <a:gd name="T49" fmla="*/ 14 h 30"/>
              <a:gd name="T50" fmla="*/ 32 w 32"/>
              <a:gd name="T51" fmla="*/ 14 h 30"/>
              <a:gd name="T52" fmla="*/ 30 w 32"/>
              <a:gd name="T53" fmla="*/ 20 h 30"/>
              <a:gd name="T54" fmla="*/ 30 w 32"/>
              <a:gd name="T55" fmla="*/ 20 h 30"/>
              <a:gd name="T56" fmla="*/ 28 w 32"/>
              <a:gd name="T57" fmla="*/ 26 h 30"/>
              <a:gd name="T58" fmla="*/ 28 w 32"/>
              <a:gd name="T59" fmla="*/ 26 h 30"/>
              <a:gd name="T60" fmla="*/ 22 w 32"/>
              <a:gd name="T61" fmla="*/ 28 h 30"/>
              <a:gd name="T62" fmla="*/ 22 w 32"/>
              <a:gd name="T63" fmla="*/ 28 h 30"/>
              <a:gd name="T64" fmla="*/ 16 w 32"/>
              <a:gd name="T65" fmla="*/ 30 h 30"/>
              <a:gd name="T66" fmla="*/ 16 w 32"/>
              <a:gd name="T67" fmla="*/ 30 h 30"/>
              <a:gd name="T68" fmla="*/ 10 w 32"/>
              <a:gd name="T69" fmla="*/ 14 h 30"/>
              <a:gd name="T70" fmla="*/ 10 w 32"/>
              <a:gd name="T71" fmla="*/ 14 h 30"/>
              <a:gd name="T72" fmla="*/ 12 w 32"/>
              <a:gd name="T73" fmla="*/ 20 h 30"/>
              <a:gd name="T74" fmla="*/ 12 w 32"/>
              <a:gd name="T75" fmla="*/ 20 h 30"/>
              <a:gd name="T76" fmla="*/ 16 w 32"/>
              <a:gd name="T77" fmla="*/ 22 h 30"/>
              <a:gd name="T78" fmla="*/ 16 w 32"/>
              <a:gd name="T79" fmla="*/ 22 h 30"/>
              <a:gd name="T80" fmla="*/ 18 w 32"/>
              <a:gd name="T81" fmla="*/ 22 h 30"/>
              <a:gd name="T82" fmla="*/ 18 w 32"/>
              <a:gd name="T83" fmla="*/ 22 h 30"/>
              <a:gd name="T84" fmla="*/ 20 w 32"/>
              <a:gd name="T85" fmla="*/ 20 h 30"/>
              <a:gd name="T86" fmla="*/ 20 w 32"/>
              <a:gd name="T87" fmla="*/ 20 h 30"/>
              <a:gd name="T88" fmla="*/ 22 w 32"/>
              <a:gd name="T89" fmla="*/ 18 h 30"/>
              <a:gd name="T90" fmla="*/ 22 w 32"/>
              <a:gd name="T91" fmla="*/ 18 h 30"/>
              <a:gd name="T92" fmla="*/ 22 w 32"/>
              <a:gd name="T93" fmla="*/ 14 h 30"/>
              <a:gd name="T94" fmla="*/ 22 w 32"/>
              <a:gd name="T95" fmla="*/ 14 h 30"/>
              <a:gd name="T96" fmla="*/ 20 w 32"/>
              <a:gd name="T97" fmla="*/ 10 h 30"/>
              <a:gd name="T98" fmla="*/ 20 w 32"/>
              <a:gd name="T99" fmla="*/ 10 h 30"/>
              <a:gd name="T100" fmla="*/ 16 w 32"/>
              <a:gd name="T101" fmla="*/ 8 h 30"/>
              <a:gd name="T102" fmla="*/ 16 w 32"/>
              <a:gd name="T103" fmla="*/ 8 h 30"/>
              <a:gd name="T104" fmla="*/ 14 w 32"/>
              <a:gd name="T105" fmla="*/ 8 h 30"/>
              <a:gd name="T106" fmla="*/ 14 w 32"/>
              <a:gd name="T107" fmla="*/ 8 h 30"/>
              <a:gd name="T108" fmla="*/ 12 w 32"/>
              <a:gd name="T109" fmla="*/ 10 h 30"/>
              <a:gd name="T110" fmla="*/ 12 w 32"/>
              <a:gd name="T111" fmla="*/ 10 h 30"/>
              <a:gd name="T112" fmla="*/ 10 w 32"/>
              <a:gd name="T113" fmla="*/ 12 h 30"/>
              <a:gd name="T114" fmla="*/ 10 w 32"/>
              <a:gd name="T115" fmla="*/ 12 h 30"/>
              <a:gd name="T116" fmla="*/ 10 w 32"/>
              <a:gd name="T117" fmla="*/ 14 h 30"/>
              <a:gd name="T118" fmla="*/ 10 w 32"/>
              <a:gd name="T119" fmla="*/ 14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" h="30">
                <a:moveTo>
                  <a:pt x="16" y="30"/>
                </a:moveTo>
                <a:lnTo>
                  <a:pt x="16" y="30"/>
                </a:lnTo>
                <a:lnTo>
                  <a:pt x="10" y="28"/>
                </a:lnTo>
                <a:lnTo>
                  <a:pt x="10" y="28"/>
                </a:lnTo>
                <a:lnTo>
                  <a:pt x="4" y="26"/>
                </a:lnTo>
                <a:lnTo>
                  <a:pt x="4" y="26"/>
                </a:lnTo>
                <a:lnTo>
                  <a:pt x="2" y="20"/>
                </a:lnTo>
                <a:lnTo>
                  <a:pt x="2" y="20"/>
                </a:lnTo>
                <a:lnTo>
                  <a:pt x="0" y="14"/>
                </a:lnTo>
                <a:lnTo>
                  <a:pt x="0" y="14"/>
                </a:lnTo>
                <a:lnTo>
                  <a:pt x="2" y="10"/>
                </a:lnTo>
                <a:lnTo>
                  <a:pt x="2" y="10"/>
                </a:lnTo>
                <a:lnTo>
                  <a:pt x="4" y="4"/>
                </a:lnTo>
                <a:lnTo>
                  <a:pt x="4" y="4"/>
                </a:lnTo>
                <a:lnTo>
                  <a:pt x="10" y="2"/>
                </a:lnTo>
                <a:lnTo>
                  <a:pt x="10" y="2"/>
                </a:lnTo>
                <a:lnTo>
                  <a:pt x="16" y="0"/>
                </a:lnTo>
                <a:lnTo>
                  <a:pt x="16" y="0"/>
                </a:lnTo>
                <a:lnTo>
                  <a:pt x="22" y="2"/>
                </a:lnTo>
                <a:lnTo>
                  <a:pt x="22" y="2"/>
                </a:lnTo>
                <a:lnTo>
                  <a:pt x="28" y="4"/>
                </a:lnTo>
                <a:lnTo>
                  <a:pt x="28" y="4"/>
                </a:lnTo>
                <a:lnTo>
                  <a:pt x="30" y="10"/>
                </a:lnTo>
                <a:lnTo>
                  <a:pt x="30" y="10"/>
                </a:lnTo>
                <a:lnTo>
                  <a:pt x="32" y="14"/>
                </a:lnTo>
                <a:lnTo>
                  <a:pt x="32" y="14"/>
                </a:lnTo>
                <a:lnTo>
                  <a:pt x="30" y="20"/>
                </a:lnTo>
                <a:lnTo>
                  <a:pt x="30" y="20"/>
                </a:lnTo>
                <a:lnTo>
                  <a:pt x="28" y="26"/>
                </a:lnTo>
                <a:lnTo>
                  <a:pt x="28" y="26"/>
                </a:lnTo>
                <a:lnTo>
                  <a:pt x="22" y="28"/>
                </a:lnTo>
                <a:lnTo>
                  <a:pt x="22" y="28"/>
                </a:lnTo>
                <a:lnTo>
                  <a:pt x="16" y="30"/>
                </a:lnTo>
                <a:lnTo>
                  <a:pt x="16" y="30"/>
                </a:lnTo>
                <a:close/>
                <a:moveTo>
                  <a:pt x="10" y="14"/>
                </a:moveTo>
                <a:lnTo>
                  <a:pt x="10" y="14"/>
                </a:lnTo>
                <a:lnTo>
                  <a:pt x="12" y="20"/>
                </a:lnTo>
                <a:lnTo>
                  <a:pt x="12" y="20"/>
                </a:lnTo>
                <a:lnTo>
                  <a:pt x="16" y="22"/>
                </a:lnTo>
                <a:lnTo>
                  <a:pt x="16" y="22"/>
                </a:lnTo>
                <a:lnTo>
                  <a:pt x="18" y="22"/>
                </a:lnTo>
                <a:lnTo>
                  <a:pt x="18" y="22"/>
                </a:lnTo>
                <a:lnTo>
                  <a:pt x="20" y="20"/>
                </a:lnTo>
                <a:lnTo>
                  <a:pt x="20" y="20"/>
                </a:lnTo>
                <a:lnTo>
                  <a:pt x="22" y="18"/>
                </a:lnTo>
                <a:lnTo>
                  <a:pt x="22" y="18"/>
                </a:lnTo>
                <a:lnTo>
                  <a:pt x="22" y="14"/>
                </a:lnTo>
                <a:lnTo>
                  <a:pt x="22" y="14"/>
                </a:lnTo>
                <a:lnTo>
                  <a:pt x="20" y="10"/>
                </a:lnTo>
                <a:lnTo>
                  <a:pt x="20" y="10"/>
                </a:lnTo>
                <a:lnTo>
                  <a:pt x="16" y="8"/>
                </a:lnTo>
                <a:lnTo>
                  <a:pt x="16" y="8"/>
                </a:lnTo>
                <a:lnTo>
                  <a:pt x="14" y="8"/>
                </a:lnTo>
                <a:lnTo>
                  <a:pt x="14" y="8"/>
                </a:lnTo>
                <a:lnTo>
                  <a:pt x="12" y="10"/>
                </a:lnTo>
                <a:lnTo>
                  <a:pt x="12" y="10"/>
                </a:lnTo>
                <a:lnTo>
                  <a:pt x="10" y="12"/>
                </a:lnTo>
                <a:lnTo>
                  <a:pt x="10" y="12"/>
                </a:lnTo>
                <a:lnTo>
                  <a:pt x="10" y="14"/>
                </a:lnTo>
                <a:lnTo>
                  <a:pt x="10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5" name="Freeform 1483"/>
          <p:cNvSpPr/>
          <p:nvPr/>
        </p:nvSpPr>
        <p:spPr bwMode="auto">
          <a:xfrm>
            <a:off x="6956371" y="2563158"/>
            <a:ext cx="81217" cy="87018"/>
          </a:xfrm>
          <a:custGeom>
            <a:avLst/>
            <a:gdLst>
              <a:gd name="T0" fmla="*/ 28 w 28"/>
              <a:gd name="T1" fmla="*/ 30 h 30"/>
              <a:gd name="T2" fmla="*/ 18 w 28"/>
              <a:gd name="T3" fmla="*/ 30 h 30"/>
              <a:gd name="T4" fmla="*/ 18 w 28"/>
              <a:gd name="T5" fmla="*/ 12 h 30"/>
              <a:gd name="T6" fmla="*/ 18 w 28"/>
              <a:gd name="T7" fmla="*/ 12 h 30"/>
              <a:gd name="T8" fmla="*/ 18 w 28"/>
              <a:gd name="T9" fmla="*/ 8 h 30"/>
              <a:gd name="T10" fmla="*/ 18 w 28"/>
              <a:gd name="T11" fmla="*/ 8 h 30"/>
              <a:gd name="T12" fmla="*/ 16 w 28"/>
              <a:gd name="T13" fmla="*/ 8 h 30"/>
              <a:gd name="T14" fmla="*/ 16 w 28"/>
              <a:gd name="T15" fmla="*/ 8 h 30"/>
              <a:gd name="T16" fmla="*/ 14 w 28"/>
              <a:gd name="T17" fmla="*/ 8 h 30"/>
              <a:gd name="T18" fmla="*/ 14 w 28"/>
              <a:gd name="T19" fmla="*/ 8 h 30"/>
              <a:gd name="T20" fmla="*/ 12 w 28"/>
              <a:gd name="T21" fmla="*/ 10 h 30"/>
              <a:gd name="T22" fmla="*/ 12 w 28"/>
              <a:gd name="T23" fmla="*/ 10 h 30"/>
              <a:gd name="T24" fmla="*/ 10 w 28"/>
              <a:gd name="T25" fmla="*/ 10 h 30"/>
              <a:gd name="T26" fmla="*/ 10 w 28"/>
              <a:gd name="T27" fmla="*/ 10 h 30"/>
              <a:gd name="T28" fmla="*/ 8 w 28"/>
              <a:gd name="T29" fmla="*/ 12 h 30"/>
              <a:gd name="T30" fmla="*/ 8 w 28"/>
              <a:gd name="T31" fmla="*/ 30 h 30"/>
              <a:gd name="T32" fmla="*/ 0 w 28"/>
              <a:gd name="T33" fmla="*/ 30 h 30"/>
              <a:gd name="T34" fmla="*/ 0 w 28"/>
              <a:gd name="T35" fmla="*/ 0 h 30"/>
              <a:gd name="T36" fmla="*/ 8 w 28"/>
              <a:gd name="T37" fmla="*/ 0 h 30"/>
              <a:gd name="T38" fmla="*/ 8 w 28"/>
              <a:gd name="T39" fmla="*/ 6 h 30"/>
              <a:gd name="T40" fmla="*/ 8 w 28"/>
              <a:gd name="T41" fmla="*/ 6 h 30"/>
              <a:gd name="T42" fmla="*/ 12 w 28"/>
              <a:gd name="T43" fmla="*/ 2 h 30"/>
              <a:gd name="T44" fmla="*/ 12 w 28"/>
              <a:gd name="T45" fmla="*/ 2 h 30"/>
              <a:gd name="T46" fmla="*/ 20 w 28"/>
              <a:gd name="T47" fmla="*/ 0 h 30"/>
              <a:gd name="T48" fmla="*/ 20 w 28"/>
              <a:gd name="T49" fmla="*/ 0 h 30"/>
              <a:gd name="T50" fmla="*/ 24 w 28"/>
              <a:gd name="T51" fmla="*/ 0 h 30"/>
              <a:gd name="T52" fmla="*/ 24 w 28"/>
              <a:gd name="T53" fmla="*/ 0 h 30"/>
              <a:gd name="T54" fmla="*/ 26 w 28"/>
              <a:gd name="T55" fmla="*/ 4 h 30"/>
              <a:gd name="T56" fmla="*/ 26 w 28"/>
              <a:gd name="T57" fmla="*/ 4 h 30"/>
              <a:gd name="T58" fmla="*/ 28 w 28"/>
              <a:gd name="T59" fmla="*/ 8 h 30"/>
              <a:gd name="T60" fmla="*/ 28 w 28"/>
              <a:gd name="T61" fmla="*/ 8 h 30"/>
              <a:gd name="T62" fmla="*/ 28 w 28"/>
              <a:gd name="T63" fmla="*/ 10 h 30"/>
              <a:gd name="T64" fmla="*/ 28 w 28"/>
              <a:gd name="T65" fmla="*/ 30 h 30"/>
              <a:gd name="T66" fmla="*/ 28 w 28"/>
              <a:gd name="T67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" h="30">
                <a:moveTo>
                  <a:pt x="28" y="30"/>
                </a:moveTo>
                <a:lnTo>
                  <a:pt x="18" y="30"/>
                </a:lnTo>
                <a:lnTo>
                  <a:pt x="18" y="12"/>
                </a:lnTo>
                <a:lnTo>
                  <a:pt x="18" y="12"/>
                </a:lnTo>
                <a:lnTo>
                  <a:pt x="18" y="8"/>
                </a:lnTo>
                <a:lnTo>
                  <a:pt x="18" y="8"/>
                </a:lnTo>
                <a:lnTo>
                  <a:pt x="16" y="8"/>
                </a:lnTo>
                <a:lnTo>
                  <a:pt x="16" y="8"/>
                </a:lnTo>
                <a:lnTo>
                  <a:pt x="14" y="8"/>
                </a:lnTo>
                <a:lnTo>
                  <a:pt x="14" y="8"/>
                </a:lnTo>
                <a:lnTo>
                  <a:pt x="12" y="10"/>
                </a:lnTo>
                <a:lnTo>
                  <a:pt x="12" y="10"/>
                </a:lnTo>
                <a:lnTo>
                  <a:pt x="10" y="10"/>
                </a:lnTo>
                <a:lnTo>
                  <a:pt x="10" y="10"/>
                </a:lnTo>
                <a:lnTo>
                  <a:pt x="8" y="12"/>
                </a:lnTo>
                <a:lnTo>
                  <a:pt x="8" y="30"/>
                </a:lnTo>
                <a:lnTo>
                  <a:pt x="0" y="30"/>
                </a:lnTo>
                <a:lnTo>
                  <a:pt x="0" y="0"/>
                </a:lnTo>
                <a:lnTo>
                  <a:pt x="8" y="0"/>
                </a:lnTo>
                <a:lnTo>
                  <a:pt x="8" y="6"/>
                </a:lnTo>
                <a:lnTo>
                  <a:pt x="8" y="6"/>
                </a:lnTo>
                <a:lnTo>
                  <a:pt x="12" y="2"/>
                </a:lnTo>
                <a:lnTo>
                  <a:pt x="12" y="2"/>
                </a:lnTo>
                <a:lnTo>
                  <a:pt x="20" y="0"/>
                </a:lnTo>
                <a:lnTo>
                  <a:pt x="20" y="0"/>
                </a:lnTo>
                <a:lnTo>
                  <a:pt x="24" y="0"/>
                </a:lnTo>
                <a:lnTo>
                  <a:pt x="24" y="0"/>
                </a:lnTo>
                <a:lnTo>
                  <a:pt x="26" y="4"/>
                </a:lnTo>
                <a:lnTo>
                  <a:pt x="26" y="4"/>
                </a:lnTo>
                <a:lnTo>
                  <a:pt x="28" y="8"/>
                </a:lnTo>
                <a:lnTo>
                  <a:pt x="28" y="8"/>
                </a:lnTo>
                <a:lnTo>
                  <a:pt x="28" y="10"/>
                </a:lnTo>
                <a:lnTo>
                  <a:pt x="28" y="30"/>
                </a:lnTo>
                <a:lnTo>
                  <a:pt x="28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6" name="Freeform 1484"/>
          <p:cNvSpPr/>
          <p:nvPr/>
        </p:nvSpPr>
        <p:spPr bwMode="auto">
          <a:xfrm>
            <a:off x="7083997" y="2534152"/>
            <a:ext cx="104421" cy="116024"/>
          </a:xfrm>
          <a:custGeom>
            <a:avLst/>
            <a:gdLst>
              <a:gd name="T0" fmla="*/ 0 w 36"/>
              <a:gd name="T1" fmla="*/ 20 h 40"/>
              <a:gd name="T2" fmla="*/ 2 w 36"/>
              <a:gd name="T3" fmla="*/ 12 h 40"/>
              <a:gd name="T4" fmla="*/ 6 w 36"/>
              <a:gd name="T5" fmla="*/ 6 h 40"/>
              <a:gd name="T6" fmla="*/ 12 w 36"/>
              <a:gd name="T7" fmla="*/ 2 h 40"/>
              <a:gd name="T8" fmla="*/ 20 w 36"/>
              <a:gd name="T9" fmla="*/ 0 h 40"/>
              <a:gd name="T10" fmla="*/ 30 w 36"/>
              <a:gd name="T11" fmla="*/ 2 h 40"/>
              <a:gd name="T12" fmla="*/ 34 w 36"/>
              <a:gd name="T13" fmla="*/ 6 h 40"/>
              <a:gd name="T14" fmla="*/ 28 w 36"/>
              <a:gd name="T15" fmla="*/ 14 h 40"/>
              <a:gd name="T16" fmla="*/ 28 w 36"/>
              <a:gd name="T17" fmla="*/ 10 h 40"/>
              <a:gd name="T18" fmla="*/ 26 w 36"/>
              <a:gd name="T19" fmla="*/ 10 h 40"/>
              <a:gd name="T20" fmla="*/ 22 w 36"/>
              <a:gd name="T21" fmla="*/ 8 h 40"/>
              <a:gd name="T22" fmla="*/ 20 w 36"/>
              <a:gd name="T23" fmla="*/ 8 h 40"/>
              <a:gd name="T24" fmla="*/ 16 w 36"/>
              <a:gd name="T25" fmla="*/ 10 h 40"/>
              <a:gd name="T26" fmla="*/ 12 w 36"/>
              <a:gd name="T27" fmla="*/ 12 h 40"/>
              <a:gd name="T28" fmla="*/ 10 w 36"/>
              <a:gd name="T29" fmla="*/ 16 h 40"/>
              <a:gd name="T30" fmla="*/ 10 w 36"/>
              <a:gd name="T31" fmla="*/ 20 h 40"/>
              <a:gd name="T32" fmla="*/ 10 w 36"/>
              <a:gd name="T33" fmla="*/ 24 h 40"/>
              <a:gd name="T34" fmla="*/ 12 w 36"/>
              <a:gd name="T35" fmla="*/ 28 h 40"/>
              <a:gd name="T36" fmla="*/ 16 w 36"/>
              <a:gd name="T37" fmla="*/ 30 h 40"/>
              <a:gd name="T38" fmla="*/ 20 w 36"/>
              <a:gd name="T39" fmla="*/ 32 h 40"/>
              <a:gd name="T40" fmla="*/ 22 w 36"/>
              <a:gd name="T41" fmla="*/ 32 h 40"/>
              <a:gd name="T42" fmla="*/ 26 w 36"/>
              <a:gd name="T43" fmla="*/ 30 h 40"/>
              <a:gd name="T44" fmla="*/ 28 w 36"/>
              <a:gd name="T45" fmla="*/ 28 h 40"/>
              <a:gd name="T46" fmla="*/ 28 w 36"/>
              <a:gd name="T47" fmla="*/ 26 h 40"/>
              <a:gd name="T48" fmla="*/ 36 w 36"/>
              <a:gd name="T49" fmla="*/ 30 h 40"/>
              <a:gd name="T50" fmla="*/ 34 w 36"/>
              <a:gd name="T51" fmla="*/ 34 h 40"/>
              <a:gd name="T52" fmla="*/ 30 w 36"/>
              <a:gd name="T53" fmla="*/ 38 h 40"/>
              <a:gd name="T54" fmla="*/ 24 w 36"/>
              <a:gd name="T55" fmla="*/ 38 h 40"/>
              <a:gd name="T56" fmla="*/ 20 w 36"/>
              <a:gd name="T57" fmla="*/ 40 h 40"/>
              <a:gd name="T58" fmla="*/ 12 w 36"/>
              <a:gd name="T59" fmla="*/ 38 h 40"/>
              <a:gd name="T60" fmla="*/ 6 w 36"/>
              <a:gd name="T61" fmla="*/ 34 h 40"/>
              <a:gd name="T62" fmla="*/ 2 w 36"/>
              <a:gd name="T63" fmla="*/ 26 h 40"/>
              <a:gd name="T64" fmla="*/ 0 w 36"/>
              <a:gd name="T65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6" h="40">
                <a:moveTo>
                  <a:pt x="0" y="20"/>
                </a:moveTo>
                <a:lnTo>
                  <a:pt x="0" y="20"/>
                </a:lnTo>
                <a:lnTo>
                  <a:pt x="2" y="12"/>
                </a:lnTo>
                <a:lnTo>
                  <a:pt x="2" y="12"/>
                </a:lnTo>
                <a:lnTo>
                  <a:pt x="6" y="6"/>
                </a:lnTo>
                <a:lnTo>
                  <a:pt x="6" y="6"/>
                </a:lnTo>
                <a:lnTo>
                  <a:pt x="12" y="2"/>
                </a:lnTo>
                <a:lnTo>
                  <a:pt x="12" y="2"/>
                </a:lnTo>
                <a:lnTo>
                  <a:pt x="20" y="0"/>
                </a:lnTo>
                <a:lnTo>
                  <a:pt x="20" y="0"/>
                </a:lnTo>
                <a:lnTo>
                  <a:pt x="26" y="0"/>
                </a:lnTo>
                <a:lnTo>
                  <a:pt x="30" y="2"/>
                </a:lnTo>
                <a:lnTo>
                  <a:pt x="30" y="2"/>
                </a:lnTo>
                <a:lnTo>
                  <a:pt x="34" y="6"/>
                </a:lnTo>
                <a:lnTo>
                  <a:pt x="36" y="8"/>
                </a:lnTo>
                <a:lnTo>
                  <a:pt x="28" y="14"/>
                </a:lnTo>
                <a:lnTo>
                  <a:pt x="28" y="14"/>
                </a:lnTo>
                <a:lnTo>
                  <a:pt x="28" y="10"/>
                </a:lnTo>
                <a:lnTo>
                  <a:pt x="28" y="10"/>
                </a:lnTo>
                <a:lnTo>
                  <a:pt x="26" y="10"/>
                </a:lnTo>
                <a:lnTo>
                  <a:pt x="26" y="10"/>
                </a:lnTo>
                <a:lnTo>
                  <a:pt x="22" y="8"/>
                </a:lnTo>
                <a:lnTo>
                  <a:pt x="22" y="8"/>
                </a:lnTo>
                <a:lnTo>
                  <a:pt x="20" y="8"/>
                </a:lnTo>
                <a:lnTo>
                  <a:pt x="20" y="8"/>
                </a:lnTo>
                <a:lnTo>
                  <a:pt x="16" y="10"/>
                </a:lnTo>
                <a:lnTo>
                  <a:pt x="16" y="10"/>
                </a:lnTo>
                <a:lnTo>
                  <a:pt x="12" y="12"/>
                </a:lnTo>
                <a:lnTo>
                  <a:pt x="12" y="12"/>
                </a:lnTo>
                <a:lnTo>
                  <a:pt x="10" y="16"/>
                </a:lnTo>
                <a:lnTo>
                  <a:pt x="10" y="16"/>
                </a:lnTo>
                <a:lnTo>
                  <a:pt x="10" y="20"/>
                </a:lnTo>
                <a:lnTo>
                  <a:pt x="10" y="20"/>
                </a:lnTo>
                <a:lnTo>
                  <a:pt x="10" y="24"/>
                </a:lnTo>
                <a:lnTo>
                  <a:pt x="10" y="24"/>
                </a:lnTo>
                <a:lnTo>
                  <a:pt x="12" y="28"/>
                </a:lnTo>
                <a:lnTo>
                  <a:pt x="12" y="28"/>
                </a:lnTo>
                <a:lnTo>
                  <a:pt x="16" y="30"/>
                </a:lnTo>
                <a:lnTo>
                  <a:pt x="16" y="30"/>
                </a:lnTo>
                <a:lnTo>
                  <a:pt x="20" y="32"/>
                </a:lnTo>
                <a:lnTo>
                  <a:pt x="20" y="32"/>
                </a:lnTo>
                <a:lnTo>
                  <a:pt x="22" y="32"/>
                </a:lnTo>
                <a:lnTo>
                  <a:pt x="22" y="32"/>
                </a:lnTo>
                <a:lnTo>
                  <a:pt x="26" y="30"/>
                </a:lnTo>
                <a:lnTo>
                  <a:pt x="26" y="30"/>
                </a:lnTo>
                <a:lnTo>
                  <a:pt x="28" y="28"/>
                </a:lnTo>
                <a:lnTo>
                  <a:pt x="28" y="28"/>
                </a:lnTo>
                <a:lnTo>
                  <a:pt x="28" y="26"/>
                </a:lnTo>
                <a:lnTo>
                  <a:pt x="36" y="30"/>
                </a:lnTo>
                <a:lnTo>
                  <a:pt x="36" y="30"/>
                </a:lnTo>
                <a:lnTo>
                  <a:pt x="34" y="34"/>
                </a:lnTo>
                <a:lnTo>
                  <a:pt x="34" y="34"/>
                </a:lnTo>
                <a:lnTo>
                  <a:pt x="30" y="38"/>
                </a:lnTo>
                <a:lnTo>
                  <a:pt x="30" y="38"/>
                </a:lnTo>
                <a:lnTo>
                  <a:pt x="24" y="38"/>
                </a:lnTo>
                <a:lnTo>
                  <a:pt x="24" y="38"/>
                </a:lnTo>
                <a:lnTo>
                  <a:pt x="20" y="40"/>
                </a:lnTo>
                <a:lnTo>
                  <a:pt x="20" y="40"/>
                </a:lnTo>
                <a:lnTo>
                  <a:pt x="12" y="38"/>
                </a:lnTo>
                <a:lnTo>
                  <a:pt x="12" y="38"/>
                </a:lnTo>
                <a:lnTo>
                  <a:pt x="6" y="34"/>
                </a:lnTo>
                <a:lnTo>
                  <a:pt x="6" y="34"/>
                </a:lnTo>
                <a:lnTo>
                  <a:pt x="2" y="26"/>
                </a:lnTo>
                <a:lnTo>
                  <a:pt x="2" y="26"/>
                </a:lnTo>
                <a:lnTo>
                  <a:pt x="0" y="20"/>
                </a:lnTo>
                <a:lnTo>
                  <a:pt x="0" y="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7" name="Freeform 1485"/>
          <p:cNvSpPr/>
          <p:nvPr/>
        </p:nvSpPr>
        <p:spPr bwMode="auto">
          <a:xfrm>
            <a:off x="6828745" y="2099063"/>
            <a:ext cx="23205" cy="34807"/>
          </a:xfrm>
          <a:custGeom>
            <a:avLst/>
            <a:gdLst>
              <a:gd name="T0" fmla="*/ 0 w 8"/>
              <a:gd name="T1" fmla="*/ 6 h 12"/>
              <a:gd name="T2" fmla="*/ 0 w 8"/>
              <a:gd name="T3" fmla="*/ 6 h 12"/>
              <a:gd name="T4" fmla="*/ 2 w 8"/>
              <a:gd name="T5" fmla="*/ 10 h 12"/>
              <a:gd name="T6" fmla="*/ 8 w 8"/>
              <a:gd name="T7" fmla="*/ 12 h 12"/>
              <a:gd name="T8" fmla="*/ 8 w 8"/>
              <a:gd name="T9" fmla="*/ 0 h 12"/>
              <a:gd name="T10" fmla="*/ 8 w 8"/>
              <a:gd name="T11" fmla="*/ 0 h 12"/>
              <a:gd name="T12" fmla="*/ 2 w 8"/>
              <a:gd name="T13" fmla="*/ 2 h 12"/>
              <a:gd name="T14" fmla="*/ 2 w 8"/>
              <a:gd name="T15" fmla="*/ 2 h 12"/>
              <a:gd name="T16" fmla="*/ 0 w 8"/>
              <a:gd name="T17" fmla="*/ 4 h 12"/>
              <a:gd name="T18" fmla="*/ 0 w 8"/>
              <a:gd name="T19" fmla="*/ 6 h 12"/>
              <a:gd name="T20" fmla="*/ 0 w 8"/>
              <a:gd name="T21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" h="12">
                <a:moveTo>
                  <a:pt x="0" y="6"/>
                </a:moveTo>
                <a:lnTo>
                  <a:pt x="0" y="6"/>
                </a:lnTo>
                <a:lnTo>
                  <a:pt x="2" y="10"/>
                </a:lnTo>
                <a:lnTo>
                  <a:pt x="8" y="12"/>
                </a:lnTo>
                <a:lnTo>
                  <a:pt x="8" y="0"/>
                </a:lnTo>
                <a:lnTo>
                  <a:pt x="8" y="0"/>
                </a:lnTo>
                <a:lnTo>
                  <a:pt x="2" y="2"/>
                </a:lnTo>
                <a:lnTo>
                  <a:pt x="2" y="2"/>
                </a:lnTo>
                <a:lnTo>
                  <a:pt x="0" y="4"/>
                </a:lnTo>
                <a:lnTo>
                  <a:pt x="0" y="6"/>
                </a:lnTo>
                <a:lnTo>
                  <a:pt x="0" y="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8" name="Freeform 1486"/>
          <p:cNvSpPr/>
          <p:nvPr/>
        </p:nvSpPr>
        <p:spPr bwMode="auto">
          <a:xfrm>
            <a:off x="6863552" y="2162876"/>
            <a:ext cx="23205" cy="40608"/>
          </a:xfrm>
          <a:custGeom>
            <a:avLst/>
            <a:gdLst>
              <a:gd name="T0" fmla="*/ 0 w 8"/>
              <a:gd name="T1" fmla="*/ 0 h 14"/>
              <a:gd name="T2" fmla="*/ 0 w 8"/>
              <a:gd name="T3" fmla="*/ 14 h 14"/>
              <a:gd name="T4" fmla="*/ 0 w 8"/>
              <a:gd name="T5" fmla="*/ 14 h 14"/>
              <a:gd name="T6" fmla="*/ 6 w 8"/>
              <a:gd name="T7" fmla="*/ 12 h 14"/>
              <a:gd name="T8" fmla="*/ 6 w 8"/>
              <a:gd name="T9" fmla="*/ 12 h 14"/>
              <a:gd name="T10" fmla="*/ 8 w 8"/>
              <a:gd name="T11" fmla="*/ 10 h 14"/>
              <a:gd name="T12" fmla="*/ 8 w 8"/>
              <a:gd name="T13" fmla="*/ 8 h 14"/>
              <a:gd name="T14" fmla="*/ 8 w 8"/>
              <a:gd name="T15" fmla="*/ 8 h 14"/>
              <a:gd name="T16" fmla="*/ 6 w 8"/>
              <a:gd name="T17" fmla="*/ 2 h 14"/>
              <a:gd name="T18" fmla="*/ 0 w 8"/>
              <a:gd name="T19" fmla="*/ 0 h 14"/>
              <a:gd name="T20" fmla="*/ 0 w 8"/>
              <a:gd name="T21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" h="14">
                <a:moveTo>
                  <a:pt x="0" y="0"/>
                </a:moveTo>
                <a:lnTo>
                  <a:pt x="0" y="14"/>
                </a:lnTo>
                <a:lnTo>
                  <a:pt x="0" y="14"/>
                </a:lnTo>
                <a:lnTo>
                  <a:pt x="6" y="12"/>
                </a:lnTo>
                <a:lnTo>
                  <a:pt x="6" y="12"/>
                </a:lnTo>
                <a:lnTo>
                  <a:pt x="8" y="10"/>
                </a:lnTo>
                <a:lnTo>
                  <a:pt x="8" y="8"/>
                </a:lnTo>
                <a:lnTo>
                  <a:pt x="8" y="8"/>
                </a:lnTo>
                <a:lnTo>
                  <a:pt x="6" y="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9" name="Freeform 1487"/>
          <p:cNvSpPr/>
          <p:nvPr/>
        </p:nvSpPr>
        <p:spPr bwMode="auto">
          <a:xfrm>
            <a:off x="6776535" y="1855413"/>
            <a:ext cx="162433" cy="87018"/>
          </a:xfrm>
          <a:custGeom>
            <a:avLst/>
            <a:gdLst>
              <a:gd name="T0" fmla="*/ 44 w 56"/>
              <a:gd name="T1" fmla="*/ 30 h 30"/>
              <a:gd name="T2" fmla="*/ 44 w 56"/>
              <a:gd name="T3" fmla="*/ 30 h 30"/>
              <a:gd name="T4" fmla="*/ 44 w 56"/>
              <a:gd name="T5" fmla="*/ 30 h 30"/>
              <a:gd name="T6" fmla="*/ 44 w 56"/>
              <a:gd name="T7" fmla="*/ 30 h 30"/>
              <a:gd name="T8" fmla="*/ 54 w 56"/>
              <a:gd name="T9" fmla="*/ 14 h 30"/>
              <a:gd name="T10" fmla="*/ 54 w 56"/>
              <a:gd name="T11" fmla="*/ 14 h 30"/>
              <a:gd name="T12" fmla="*/ 56 w 56"/>
              <a:gd name="T13" fmla="*/ 10 h 30"/>
              <a:gd name="T14" fmla="*/ 56 w 56"/>
              <a:gd name="T15" fmla="*/ 6 h 30"/>
              <a:gd name="T16" fmla="*/ 54 w 56"/>
              <a:gd name="T17" fmla="*/ 4 h 30"/>
              <a:gd name="T18" fmla="*/ 50 w 56"/>
              <a:gd name="T19" fmla="*/ 2 h 30"/>
              <a:gd name="T20" fmla="*/ 40 w 56"/>
              <a:gd name="T21" fmla="*/ 0 h 30"/>
              <a:gd name="T22" fmla="*/ 28 w 56"/>
              <a:gd name="T23" fmla="*/ 0 h 30"/>
              <a:gd name="T24" fmla="*/ 28 w 56"/>
              <a:gd name="T25" fmla="*/ 0 h 30"/>
              <a:gd name="T26" fmla="*/ 18 w 56"/>
              <a:gd name="T27" fmla="*/ 0 h 30"/>
              <a:gd name="T28" fmla="*/ 8 w 56"/>
              <a:gd name="T29" fmla="*/ 2 h 30"/>
              <a:gd name="T30" fmla="*/ 4 w 56"/>
              <a:gd name="T31" fmla="*/ 4 h 30"/>
              <a:gd name="T32" fmla="*/ 2 w 56"/>
              <a:gd name="T33" fmla="*/ 6 h 30"/>
              <a:gd name="T34" fmla="*/ 0 w 56"/>
              <a:gd name="T35" fmla="*/ 10 h 30"/>
              <a:gd name="T36" fmla="*/ 2 w 56"/>
              <a:gd name="T37" fmla="*/ 14 h 30"/>
              <a:gd name="T38" fmla="*/ 2 w 56"/>
              <a:gd name="T39" fmla="*/ 14 h 30"/>
              <a:gd name="T40" fmla="*/ 12 w 56"/>
              <a:gd name="T41" fmla="*/ 30 h 30"/>
              <a:gd name="T42" fmla="*/ 12 w 56"/>
              <a:gd name="T43" fmla="*/ 30 h 30"/>
              <a:gd name="T44" fmla="*/ 14 w 56"/>
              <a:gd name="T45" fmla="*/ 30 h 30"/>
              <a:gd name="T46" fmla="*/ 44 w 56"/>
              <a:gd name="T47" fmla="*/ 30 h 30"/>
              <a:gd name="T48" fmla="*/ 44 w 56"/>
              <a:gd name="T49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6" h="30">
                <a:moveTo>
                  <a:pt x="44" y="30"/>
                </a:moveTo>
                <a:lnTo>
                  <a:pt x="44" y="30"/>
                </a:lnTo>
                <a:lnTo>
                  <a:pt x="44" y="30"/>
                </a:lnTo>
                <a:lnTo>
                  <a:pt x="44" y="30"/>
                </a:lnTo>
                <a:lnTo>
                  <a:pt x="54" y="14"/>
                </a:lnTo>
                <a:lnTo>
                  <a:pt x="54" y="14"/>
                </a:lnTo>
                <a:lnTo>
                  <a:pt x="56" y="10"/>
                </a:lnTo>
                <a:lnTo>
                  <a:pt x="56" y="6"/>
                </a:lnTo>
                <a:lnTo>
                  <a:pt x="54" y="4"/>
                </a:lnTo>
                <a:lnTo>
                  <a:pt x="50" y="2"/>
                </a:lnTo>
                <a:lnTo>
                  <a:pt x="40" y="0"/>
                </a:lnTo>
                <a:lnTo>
                  <a:pt x="28" y="0"/>
                </a:lnTo>
                <a:lnTo>
                  <a:pt x="28" y="0"/>
                </a:lnTo>
                <a:lnTo>
                  <a:pt x="18" y="0"/>
                </a:lnTo>
                <a:lnTo>
                  <a:pt x="8" y="2"/>
                </a:lnTo>
                <a:lnTo>
                  <a:pt x="4" y="4"/>
                </a:lnTo>
                <a:lnTo>
                  <a:pt x="2" y="6"/>
                </a:lnTo>
                <a:lnTo>
                  <a:pt x="0" y="10"/>
                </a:lnTo>
                <a:lnTo>
                  <a:pt x="2" y="14"/>
                </a:lnTo>
                <a:lnTo>
                  <a:pt x="2" y="14"/>
                </a:lnTo>
                <a:lnTo>
                  <a:pt x="12" y="30"/>
                </a:lnTo>
                <a:lnTo>
                  <a:pt x="12" y="30"/>
                </a:lnTo>
                <a:lnTo>
                  <a:pt x="14" y="30"/>
                </a:lnTo>
                <a:lnTo>
                  <a:pt x="44" y="30"/>
                </a:lnTo>
                <a:lnTo>
                  <a:pt x="44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0" name="Freeform 1488"/>
          <p:cNvSpPr>
            <a:spLocks noEditPoints="1"/>
          </p:cNvSpPr>
          <p:nvPr/>
        </p:nvSpPr>
        <p:spPr bwMode="auto">
          <a:xfrm>
            <a:off x="6683716" y="1965636"/>
            <a:ext cx="348071" cy="353872"/>
          </a:xfrm>
          <a:custGeom>
            <a:avLst/>
            <a:gdLst>
              <a:gd name="T0" fmla="*/ 74 w 120"/>
              <a:gd name="T1" fmla="*/ 84 h 122"/>
              <a:gd name="T2" fmla="*/ 62 w 120"/>
              <a:gd name="T3" fmla="*/ 90 h 122"/>
              <a:gd name="T4" fmla="*/ 58 w 120"/>
              <a:gd name="T5" fmla="*/ 96 h 122"/>
              <a:gd name="T6" fmla="*/ 58 w 120"/>
              <a:gd name="T7" fmla="*/ 90 h 122"/>
              <a:gd name="T8" fmla="*/ 46 w 120"/>
              <a:gd name="T9" fmla="*/ 86 h 122"/>
              <a:gd name="T10" fmla="*/ 40 w 120"/>
              <a:gd name="T11" fmla="*/ 76 h 122"/>
              <a:gd name="T12" fmla="*/ 48 w 120"/>
              <a:gd name="T13" fmla="*/ 74 h 122"/>
              <a:gd name="T14" fmla="*/ 58 w 120"/>
              <a:gd name="T15" fmla="*/ 82 h 122"/>
              <a:gd name="T16" fmla="*/ 58 w 120"/>
              <a:gd name="T17" fmla="*/ 68 h 122"/>
              <a:gd name="T18" fmla="*/ 44 w 120"/>
              <a:gd name="T19" fmla="*/ 62 h 122"/>
              <a:gd name="T20" fmla="*/ 42 w 120"/>
              <a:gd name="T21" fmla="*/ 58 h 122"/>
              <a:gd name="T22" fmla="*/ 40 w 120"/>
              <a:gd name="T23" fmla="*/ 54 h 122"/>
              <a:gd name="T24" fmla="*/ 46 w 120"/>
              <a:gd name="T25" fmla="*/ 44 h 122"/>
              <a:gd name="T26" fmla="*/ 58 w 120"/>
              <a:gd name="T27" fmla="*/ 38 h 122"/>
              <a:gd name="T28" fmla="*/ 62 w 120"/>
              <a:gd name="T29" fmla="*/ 34 h 122"/>
              <a:gd name="T30" fmla="*/ 62 w 120"/>
              <a:gd name="T31" fmla="*/ 38 h 122"/>
              <a:gd name="T32" fmla="*/ 72 w 120"/>
              <a:gd name="T33" fmla="*/ 42 h 122"/>
              <a:gd name="T34" fmla="*/ 78 w 120"/>
              <a:gd name="T35" fmla="*/ 50 h 122"/>
              <a:gd name="T36" fmla="*/ 70 w 120"/>
              <a:gd name="T37" fmla="*/ 52 h 122"/>
              <a:gd name="T38" fmla="*/ 62 w 120"/>
              <a:gd name="T39" fmla="*/ 46 h 122"/>
              <a:gd name="T40" fmla="*/ 62 w 120"/>
              <a:gd name="T41" fmla="*/ 58 h 122"/>
              <a:gd name="T42" fmla="*/ 72 w 120"/>
              <a:gd name="T43" fmla="*/ 62 h 122"/>
              <a:gd name="T44" fmla="*/ 76 w 120"/>
              <a:gd name="T45" fmla="*/ 66 h 122"/>
              <a:gd name="T46" fmla="*/ 80 w 120"/>
              <a:gd name="T47" fmla="*/ 74 h 122"/>
              <a:gd name="T48" fmla="*/ 74 w 120"/>
              <a:gd name="T49" fmla="*/ 84 h 122"/>
              <a:gd name="T50" fmla="*/ 80 w 120"/>
              <a:gd name="T51" fmla="*/ 2 h 122"/>
              <a:gd name="T52" fmla="*/ 78 w 120"/>
              <a:gd name="T53" fmla="*/ 4 h 122"/>
              <a:gd name="T54" fmla="*/ 46 w 120"/>
              <a:gd name="T55" fmla="*/ 6 h 122"/>
              <a:gd name="T56" fmla="*/ 42 w 120"/>
              <a:gd name="T57" fmla="*/ 4 h 122"/>
              <a:gd name="T58" fmla="*/ 42 w 120"/>
              <a:gd name="T59" fmla="*/ 0 h 122"/>
              <a:gd name="T60" fmla="*/ 26 w 120"/>
              <a:gd name="T61" fmla="*/ 14 h 122"/>
              <a:gd name="T62" fmla="*/ 12 w 120"/>
              <a:gd name="T63" fmla="*/ 34 h 122"/>
              <a:gd name="T64" fmla="*/ 4 w 120"/>
              <a:gd name="T65" fmla="*/ 54 h 122"/>
              <a:gd name="T66" fmla="*/ 0 w 120"/>
              <a:gd name="T67" fmla="*/ 76 h 122"/>
              <a:gd name="T68" fmla="*/ 2 w 120"/>
              <a:gd name="T69" fmla="*/ 88 h 122"/>
              <a:gd name="T70" fmla="*/ 10 w 120"/>
              <a:gd name="T71" fmla="*/ 106 h 122"/>
              <a:gd name="T72" fmla="*/ 26 w 120"/>
              <a:gd name="T73" fmla="*/ 116 h 122"/>
              <a:gd name="T74" fmla="*/ 48 w 120"/>
              <a:gd name="T75" fmla="*/ 120 h 122"/>
              <a:gd name="T76" fmla="*/ 60 w 120"/>
              <a:gd name="T77" fmla="*/ 122 h 122"/>
              <a:gd name="T78" fmla="*/ 84 w 120"/>
              <a:gd name="T79" fmla="*/ 120 h 122"/>
              <a:gd name="T80" fmla="*/ 102 w 120"/>
              <a:gd name="T81" fmla="*/ 112 h 122"/>
              <a:gd name="T82" fmla="*/ 116 w 120"/>
              <a:gd name="T83" fmla="*/ 98 h 122"/>
              <a:gd name="T84" fmla="*/ 120 w 120"/>
              <a:gd name="T85" fmla="*/ 76 h 122"/>
              <a:gd name="T86" fmla="*/ 120 w 120"/>
              <a:gd name="T87" fmla="*/ 66 h 122"/>
              <a:gd name="T88" fmla="*/ 112 w 120"/>
              <a:gd name="T89" fmla="*/ 44 h 122"/>
              <a:gd name="T90" fmla="*/ 94 w 120"/>
              <a:gd name="T91" fmla="*/ 16 h 122"/>
              <a:gd name="T92" fmla="*/ 80 w 120"/>
              <a:gd name="T93" fmla="*/ 2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20" h="122">
                <a:moveTo>
                  <a:pt x="74" y="84"/>
                </a:moveTo>
                <a:lnTo>
                  <a:pt x="74" y="84"/>
                </a:lnTo>
                <a:lnTo>
                  <a:pt x="70" y="88"/>
                </a:lnTo>
                <a:lnTo>
                  <a:pt x="62" y="90"/>
                </a:lnTo>
                <a:lnTo>
                  <a:pt x="62" y="96"/>
                </a:lnTo>
                <a:lnTo>
                  <a:pt x="58" y="96"/>
                </a:lnTo>
                <a:lnTo>
                  <a:pt x="58" y="90"/>
                </a:lnTo>
                <a:lnTo>
                  <a:pt x="58" y="90"/>
                </a:lnTo>
                <a:lnTo>
                  <a:pt x="50" y="88"/>
                </a:lnTo>
                <a:lnTo>
                  <a:pt x="46" y="86"/>
                </a:lnTo>
                <a:lnTo>
                  <a:pt x="42" y="82"/>
                </a:lnTo>
                <a:lnTo>
                  <a:pt x="40" y="76"/>
                </a:lnTo>
                <a:lnTo>
                  <a:pt x="48" y="74"/>
                </a:lnTo>
                <a:lnTo>
                  <a:pt x="48" y="74"/>
                </a:lnTo>
                <a:lnTo>
                  <a:pt x="50" y="80"/>
                </a:lnTo>
                <a:lnTo>
                  <a:pt x="58" y="82"/>
                </a:lnTo>
                <a:lnTo>
                  <a:pt x="58" y="68"/>
                </a:lnTo>
                <a:lnTo>
                  <a:pt x="58" y="68"/>
                </a:lnTo>
                <a:lnTo>
                  <a:pt x="48" y="66"/>
                </a:lnTo>
                <a:lnTo>
                  <a:pt x="44" y="62"/>
                </a:lnTo>
                <a:lnTo>
                  <a:pt x="44" y="62"/>
                </a:lnTo>
                <a:lnTo>
                  <a:pt x="42" y="58"/>
                </a:lnTo>
                <a:lnTo>
                  <a:pt x="40" y="54"/>
                </a:lnTo>
                <a:lnTo>
                  <a:pt x="40" y="54"/>
                </a:lnTo>
                <a:lnTo>
                  <a:pt x="42" y="48"/>
                </a:lnTo>
                <a:lnTo>
                  <a:pt x="46" y="44"/>
                </a:lnTo>
                <a:lnTo>
                  <a:pt x="50" y="40"/>
                </a:lnTo>
                <a:lnTo>
                  <a:pt x="58" y="38"/>
                </a:lnTo>
                <a:lnTo>
                  <a:pt x="58" y="34"/>
                </a:lnTo>
                <a:lnTo>
                  <a:pt x="62" y="34"/>
                </a:lnTo>
                <a:lnTo>
                  <a:pt x="62" y="38"/>
                </a:lnTo>
                <a:lnTo>
                  <a:pt x="62" y="38"/>
                </a:lnTo>
                <a:lnTo>
                  <a:pt x="68" y="40"/>
                </a:lnTo>
                <a:lnTo>
                  <a:pt x="72" y="42"/>
                </a:lnTo>
                <a:lnTo>
                  <a:pt x="76" y="46"/>
                </a:lnTo>
                <a:lnTo>
                  <a:pt x="78" y="50"/>
                </a:lnTo>
                <a:lnTo>
                  <a:pt x="70" y="52"/>
                </a:lnTo>
                <a:lnTo>
                  <a:pt x="70" y="52"/>
                </a:lnTo>
                <a:lnTo>
                  <a:pt x="66" y="48"/>
                </a:lnTo>
                <a:lnTo>
                  <a:pt x="62" y="46"/>
                </a:lnTo>
                <a:lnTo>
                  <a:pt x="62" y="58"/>
                </a:lnTo>
                <a:lnTo>
                  <a:pt x="62" y="58"/>
                </a:lnTo>
                <a:lnTo>
                  <a:pt x="72" y="62"/>
                </a:lnTo>
                <a:lnTo>
                  <a:pt x="72" y="62"/>
                </a:lnTo>
                <a:lnTo>
                  <a:pt x="76" y="66"/>
                </a:lnTo>
                <a:lnTo>
                  <a:pt x="76" y="66"/>
                </a:lnTo>
                <a:lnTo>
                  <a:pt x="80" y="74"/>
                </a:lnTo>
                <a:lnTo>
                  <a:pt x="80" y="74"/>
                </a:lnTo>
                <a:lnTo>
                  <a:pt x="78" y="80"/>
                </a:lnTo>
                <a:lnTo>
                  <a:pt x="74" y="84"/>
                </a:lnTo>
                <a:lnTo>
                  <a:pt x="74" y="84"/>
                </a:lnTo>
                <a:close/>
                <a:moveTo>
                  <a:pt x="80" y="2"/>
                </a:moveTo>
                <a:lnTo>
                  <a:pt x="80" y="2"/>
                </a:lnTo>
                <a:lnTo>
                  <a:pt x="78" y="4"/>
                </a:lnTo>
                <a:lnTo>
                  <a:pt x="76" y="6"/>
                </a:lnTo>
                <a:lnTo>
                  <a:pt x="46" y="6"/>
                </a:lnTo>
                <a:lnTo>
                  <a:pt x="46" y="6"/>
                </a:lnTo>
                <a:lnTo>
                  <a:pt x="42" y="4"/>
                </a:lnTo>
                <a:lnTo>
                  <a:pt x="42" y="0"/>
                </a:lnTo>
                <a:lnTo>
                  <a:pt x="42" y="0"/>
                </a:lnTo>
                <a:lnTo>
                  <a:pt x="34" y="6"/>
                </a:lnTo>
                <a:lnTo>
                  <a:pt x="26" y="14"/>
                </a:lnTo>
                <a:lnTo>
                  <a:pt x="18" y="24"/>
                </a:lnTo>
                <a:lnTo>
                  <a:pt x="12" y="34"/>
                </a:lnTo>
                <a:lnTo>
                  <a:pt x="8" y="44"/>
                </a:lnTo>
                <a:lnTo>
                  <a:pt x="4" y="54"/>
                </a:lnTo>
                <a:lnTo>
                  <a:pt x="2" y="66"/>
                </a:lnTo>
                <a:lnTo>
                  <a:pt x="0" y="76"/>
                </a:lnTo>
                <a:lnTo>
                  <a:pt x="0" y="76"/>
                </a:lnTo>
                <a:lnTo>
                  <a:pt x="2" y="88"/>
                </a:lnTo>
                <a:lnTo>
                  <a:pt x="6" y="98"/>
                </a:lnTo>
                <a:lnTo>
                  <a:pt x="10" y="106"/>
                </a:lnTo>
                <a:lnTo>
                  <a:pt x="18" y="112"/>
                </a:lnTo>
                <a:lnTo>
                  <a:pt x="26" y="116"/>
                </a:lnTo>
                <a:lnTo>
                  <a:pt x="38" y="120"/>
                </a:lnTo>
                <a:lnTo>
                  <a:pt x="48" y="120"/>
                </a:lnTo>
                <a:lnTo>
                  <a:pt x="60" y="122"/>
                </a:lnTo>
                <a:lnTo>
                  <a:pt x="60" y="122"/>
                </a:lnTo>
                <a:lnTo>
                  <a:pt x="72" y="120"/>
                </a:lnTo>
                <a:lnTo>
                  <a:pt x="84" y="120"/>
                </a:lnTo>
                <a:lnTo>
                  <a:pt x="94" y="116"/>
                </a:lnTo>
                <a:lnTo>
                  <a:pt x="102" y="112"/>
                </a:lnTo>
                <a:lnTo>
                  <a:pt x="110" y="106"/>
                </a:lnTo>
                <a:lnTo>
                  <a:pt x="116" y="98"/>
                </a:lnTo>
                <a:lnTo>
                  <a:pt x="118" y="88"/>
                </a:lnTo>
                <a:lnTo>
                  <a:pt x="120" y="76"/>
                </a:lnTo>
                <a:lnTo>
                  <a:pt x="120" y="76"/>
                </a:lnTo>
                <a:lnTo>
                  <a:pt x="120" y="66"/>
                </a:lnTo>
                <a:lnTo>
                  <a:pt x="116" y="56"/>
                </a:lnTo>
                <a:lnTo>
                  <a:pt x="112" y="44"/>
                </a:lnTo>
                <a:lnTo>
                  <a:pt x="108" y="34"/>
                </a:lnTo>
                <a:lnTo>
                  <a:pt x="94" y="16"/>
                </a:lnTo>
                <a:lnTo>
                  <a:pt x="88" y="8"/>
                </a:lnTo>
                <a:lnTo>
                  <a:pt x="80" y="2"/>
                </a:lnTo>
                <a:lnTo>
                  <a:pt x="80" y="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1" name="Freeform 1489"/>
          <p:cNvSpPr/>
          <p:nvPr/>
        </p:nvSpPr>
        <p:spPr bwMode="auto">
          <a:xfrm>
            <a:off x="5819339" y="4431138"/>
            <a:ext cx="116024" cy="116024"/>
          </a:xfrm>
          <a:custGeom>
            <a:avLst/>
            <a:gdLst>
              <a:gd name="T0" fmla="*/ 30 w 40"/>
              <a:gd name="T1" fmla="*/ 40 h 40"/>
              <a:gd name="T2" fmla="*/ 30 w 40"/>
              <a:gd name="T3" fmla="*/ 16 h 40"/>
              <a:gd name="T4" fmla="*/ 22 w 40"/>
              <a:gd name="T5" fmla="*/ 32 h 40"/>
              <a:gd name="T6" fmla="*/ 18 w 40"/>
              <a:gd name="T7" fmla="*/ 32 h 40"/>
              <a:gd name="T8" fmla="*/ 10 w 40"/>
              <a:gd name="T9" fmla="*/ 16 h 40"/>
              <a:gd name="T10" fmla="*/ 10 w 40"/>
              <a:gd name="T11" fmla="*/ 40 h 40"/>
              <a:gd name="T12" fmla="*/ 0 w 40"/>
              <a:gd name="T13" fmla="*/ 40 h 40"/>
              <a:gd name="T14" fmla="*/ 0 w 40"/>
              <a:gd name="T15" fmla="*/ 0 h 40"/>
              <a:gd name="T16" fmla="*/ 10 w 40"/>
              <a:gd name="T17" fmla="*/ 0 h 40"/>
              <a:gd name="T18" fmla="*/ 20 w 40"/>
              <a:gd name="T19" fmla="*/ 20 h 40"/>
              <a:gd name="T20" fmla="*/ 30 w 40"/>
              <a:gd name="T21" fmla="*/ 0 h 40"/>
              <a:gd name="T22" fmla="*/ 40 w 40"/>
              <a:gd name="T23" fmla="*/ 0 h 40"/>
              <a:gd name="T24" fmla="*/ 40 w 40"/>
              <a:gd name="T25" fmla="*/ 40 h 40"/>
              <a:gd name="T26" fmla="*/ 30 w 40"/>
              <a:gd name="T27" fmla="*/ 40 h 40"/>
              <a:gd name="T28" fmla="*/ 30 w 40"/>
              <a:gd name="T29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0" h="40">
                <a:moveTo>
                  <a:pt x="30" y="40"/>
                </a:moveTo>
                <a:lnTo>
                  <a:pt x="30" y="16"/>
                </a:lnTo>
                <a:lnTo>
                  <a:pt x="22" y="32"/>
                </a:lnTo>
                <a:lnTo>
                  <a:pt x="18" y="32"/>
                </a:lnTo>
                <a:lnTo>
                  <a:pt x="10" y="16"/>
                </a:lnTo>
                <a:lnTo>
                  <a:pt x="10" y="40"/>
                </a:lnTo>
                <a:lnTo>
                  <a:pt x="0" y="40"/>
                </a:lnTo>
                <a:lnTo>
                  <a:pt x="0" y="0"/>
                </a:lnTo>
                <a:lnTo>
                  <a:pt x="10" y="0"/>
                </a:lnTo>
                <a:lnTo>
                  <a:pt x="20" y="20"/>
                </a:lnTo>
                <a:lnTo>
                  <a:pt x="30" y="0"/>
                </a:lnTo>
                <a:lnTo>
                  <a:pt x="40" y="0"/>
                </a:lnTo>
                <a:lnTo>
                  <a:pt x="40" y="40"/>
                </a:lnTo>
                <a:lnTo>
                  <a:pt x="30" y="40"/>
                </a:lnTo>
                <a:lnTo>
                  <a:pt x="30" y="40"/>
                </a:lnTo>
                <a:close/>
              </a:path>
            </a:pathLst>
          </a:custGeom>
          <a:solidFill>
            <a:srgbClr val="7426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2" name="Freeform 1490"/>
          <p:cNvSpPr>
            <a:spLocks noEditPoints="1"/>
          </p:cNvSpPr>
          <p:nvPr/>
        </p:nvSpPr>
        <p:spPr bwMode="auto">
          <a:xfrm>
            <a:off x="5946965" y="4460144"/>
            <a:ext cx="87018" cy="87018"/>
          </a:xfrm>
          <a:custGeom>
            <a:avLst/>
            <a:gdLst>
              <a:gd name="T0" fmla="*/ 10 w 30"/>
              <a:gd name="T1" fmla="*/ 30 h 30"/>
              <a:gd name="T2" fmla="*/ 6 w 30"/>
              <a:gd name="T3" fmla="*/ 30 h 30"/>
              <a:gd name="T4" fmla="*/ 4 w 30"/>
              <a:gd name="T5" fmla="*/ 28 h 30"/>
              <a:gd name="T6" fmla="*/ 2 w 30"/>
              <a:gd name="T7" fmla="*/ 24 h 30"/>
              <a:gd name="T8" fmla="*/ 0 w 30"/>
              <a:gd name="T9" fmla="*/ 20 h 30"/>
              <a:gd name="T10" fmla="*/ 2 w 30"/>
              <a:gd name="T11" fmla="*/ 16 h 30"/>
              <a:gd name="T12" fmla="*/ 4 w 30"/>
              <a:gd name="T13" fmla="*/ 14 h 30"/>
              <a:gd name="T14" fmla="*/ 8 w 30"/>
              <a:gd name="T15" fmla="*/ 12 h 30"/>
              <a:gd name="T16" fmla="*/ 12 w 30"/>
              <a:gd name="T17" fmla="*/ 12 h 30"/>
              <a:gd name="T18" fmla="*/ 16 w 30"/>
              <a:gd name="T19" fmla="*/ 12 h 30"/>
              <a:gd name="T20" fmla="*/ 20 w 30"/>
              <a:gd name="T21" fmla="*/ 10 h 30"/>
              <a:gd name="T22" fmla="*/ 18 w 30"/>
              <a:gd name="T23" fmla="*/ 8 h 30"/>
              <a:gd name="T24" fmla="*/ 14 w 30"/>
              <a:gd name="T25" fmla="*/ 6 h 30"/>
              <a:gd name="T26" fmla="*/ 10 w 30"/>
              <a:gd name="T27" fmla="*/ 6 h 30"/>
              <a:gd name="T28" fmla="*/ 2 w 30"/>
              <a:gd name="T29" fmla="*/ 4 h 30"/>
              <a:gd name="T30" fmla="*/ 8 w 30"/>
              <a:gd name="T31" fmla="*/ 0 h 30"/>
              <a:gd name="T32" fmla="*/ 14 w 30"/>
              <a:gd name="T33" fmla="*/ 0 h 30"/>
              <a:gd name="T34" fmla="*/ 20 w 30"/>
              <a:gd name="T35" fmla="*/ 0 h 30"/>
              <a:gd name="T36" fmla="*/ 24 w 30"/>
              <a:gd name="T37" fmla="*/ 4 h 30"/>
              <a:gd name="T38" fmla="*/ 28 w 30"/>
              <a:gd name="T39" fmla="*/ 12 h 30"/>
              <a:gd name="T40" fmla="*/ 28 w 30"/>
              <a:gd name="T41" fmla="*/ 20 h 30"/>
              <a:gd name="T42" fmla="*/ 28 w 30"/>
              <a:gd name="T43" fmla="*/ 22 h 30"/>
              <a:gd name="T44" fmla="*/ 30 w 30"/>
              <a:gd name="T45" fmla="*/ 30 h 30"/>
              <a:gd name="T46" fmla="*/ 28 w 30"/>
              <a:gd name="T47" fmla="*/ 30 h 30"/>
              <a:gd name="T48" fmla="*/ 26 w 30"/>
              <a:gd name="T49" fmla="*/ 30 h 30"/>
              <a:gd name="T50" fmla="*/ 22 w 30"/>
              <a:gd name="T51" fmla="*/ 28 h 30"/>
              <a:gd name="T52" fmla="*/ 20 w 30"/>
              <a:gd name="T53" fmla="*/ 26 h 30"/>
              <a:gd name="T54" fmla="*/ 20 w 30"/>
              <a:gd name="T55" fmla="*/ 24 h 30"/>
              <a:gd name="T56" fmla="*/ 16 w 30"/>
              <a:gd name="T57" fmla="*/ 28 h 30"/>
              <a:gd name="T58" fmla="*/ 10 w 30"/>
              <a:gd name="T59" fmla="*/ 30 h 30"/>
              <a:gd name="T60" fmla="*/ 14 w 30"/>
              <a:gd name="T61" fmla="*/ 24 h 30"/>
              <a:gd name="T62" fmla="*/ 16 w 30"/>
              <a:gd name="T63" fmla="*/ 24 h 30"/>
              <a:gd name="T64" fmla="*/ 18 w 30"/>
              <a:gd name="T65" fmla="*/ 22 h 30"/>
              <a:gd name="T66" fmla="*/ 20 w 30"/>
              <a:gd name="T67" fmla="*/ 16 h 30"/>
              <a:gd name="T68" fmla="*/ 16 w 30"/>
              <a:gd name="T69" fmla="*/ 16 h 30"/>
              <a:gd name="T70" fmla="*/ 14 w 30"/>
              <a:gd name="T71" fmla="*/ 16 h 30"/>
              <a:gd name="T72" fmla="*/ 10 w 30"/>
              <a:gd name="T73" fmla="*/ 18 h 30"/>
              <a:gd name="T74" fmla="*/ 8 w 30"/>
              <a:gd name="T75" fmla="*/ 20 h 30"/>
              <a:gd name="T76" fmla="*/ 10 w 30"/>
              <a:gd name="T77" fmla="*/ 22 h 30"/>
              <a:gd name="T78" fmla="*/ 14 w 30"/>
              <a:gd name="T79" fmla="*/ 24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0" h="30">
                <a:moveTo>
                  <a:pt x="10" y="30"/>
                </a:moveTo>
                <a:lnTo>
                  <a:pt x="10" y="30"/>
                </a:lnTo>
                <a:lnTo>
                  <a:pt x="6" y="30"/>
                </a:lnTo>
                <a:lnTo>
                  <a:pt x="6" y="30"/>
                </a:lnTo>
                <a:lnTo>
                  <a:pt x="4" y="28"/>
                </a:lnTo>
                <a:lnTo>
                  <a:pt x="4" y="28"/>
                </a:lnTo>
                <a:lnTo>
                  <a:pt x="2" y="24"/>
                </a:lnTo>
                <a:lnTo>
                  <a:pt x="2" y="24"/>
                </a:lnTo>
                <a:lnTo>
                  <a:pt x="0" y="20"/>
                </a:lnTo>
                <a:lnTo>
                  <a:pt x="0" y="20"/>
                </a:lnTo>
                <a:lnTo>
                  <a:pt x="2" y="16"/>
                </a:lnTo>
                <a:lnTo>
                  <a:pt x="2" y="16"/>
                </a:lnTo>
                <a:lnTo>
                  <a:pt x="4" y="14"/>
                </a:lnTo>
                <a:lnTo>
                  <a:pt x="4" y="14"/>
                </a:lnTo>
                <a:lnTo>
                  <a:pt x="8" y="12"/>
                </a:lnTo>
                <a:lnTo>
                  <a:pt x="8" y="12"/>
                </a:lnTo>
                <a:lnTo>
                  <a:pt x="12" y="12"/>
                </a:lnTo>
                <a:lnTo>
                  <a:pt x="12" y="12"/>
                </a:lnTo>
                <a:lnTo>
                  <a:pt x="16" y="12"/>
                </a:lnTo>
                <a:lnTo>
                  <a:pt x="16" y="12"/>
                </a:lnTo>
                <a:lnTo>
                  <a:pt x="20" y="12"/>
                </a:lnTo>
                <a:lnTo>
                  <a:pt x="20" y="10"/>
                </a:lnTo>
                <a:lnTo>
                  <a:pt x="20" y="10"/>
                </a:lnTo>
                <a:lnTo>
                  <a:pt x="18" y="8"/>
                </a:lnTo>
                <a:lnTo>
                  <a:pt x="14" y="6"/>
                </a:lnTo>
                <a:lnTo>
                  <a:pt x="14" y="6"/>
                </a:lnTo>
                <a:lnTo>
                  <a:pt x="10" y="6"/>
                </a:lnTo>
                <a:lnTo>
                  <a:pt x="10" y="6"/>
                </a:lnTo>
                <a:lnTo>
                  <a:pt x="4" y="10"/>
                </a:lnTo>
                <a:lnTo>
                  <a:pt x="2" y="4"/>
                </a:lnTo>
                <a:lnTo>
                  <a:pt x="2" y="4"/>
                </a:lnTo>
                <a:lnTo>
                  <a:pt x="8" y="0"/>
                </a:lnTo>
                <a:lnTo>
                  <a:pt x="8" y="0"/>
                </a:lnTo>
                <a:lnTo>
                  <a:pt x="14" y="0"/>
                </a:lnTo>
                <a:lnTo>
                  <a:pt x="14" y="0"/>
                </a:lnTo>
                <a:lnTo>
                  <a:pt x="20" y="0"/>
                </a:lnTo>
                <a:lnTo>
                  <a:pt x="24" y="4"/>
                </a:lnTo>
                <a:lnTo>
                  <a:pt x="24" y="4"/>
                </a:lnTo>
                <a:lnTo>
                  <a:pt x="28" y="6"/>
                </a:lnTo>
                <a:lnTo>
                  <a:pt x="28" y="12"/>
                </a:lnTo>
                <a:lnTo>
                  <a:pt x="28" y="20"/>
                </a:lnTo>
                <a:lnTo>
                  <a:pt x="28" y="20"/>
                </a:lnTo>
                <a:lnTo>
                  <a:pt x="28" y="22"/>
                </a:lnTo>
                <a:lnTo>
                  <a:pt x="28" y="22"/>
                </a:lnTo>
                <a:lnTo>
                  <a:pt x="30" y="22"/>
                </a:lnTo>
                <a:lnTo>
                  <a:pt x="30" y="30"/>
                </a:lnTo>
                <a:lnTo>
                  <a:pt x="30" y="30"/>
                </a:lnTo>
                <a:lnTo>
                  <a:pt x="28" y="30"/>
                </a:lnTo>
                <a:lnTo>
                  <a:pt x="28" y="30"/>
                </a:lnTo>
                <a:lnTo>
                  <a:pt x="26" y="30"/>
                </a:lnTo>
                <a:lnTo>
                  <a:pt x="26" y="30"/>
                </a:lnTo>
                <a:lnTo>
                  <a:pt x="22" y="28"/>
                </a:lnTo>
                <a:lnTo>
                  <a:pt x="22" y="28"/>
                </a:lnTo>
                <a:lnTo>
                  <a:pt x="20" y="26"/>
                </a:lnTo>
                <a:lnTo>
                  <a:pt x="20" y="24"/>
                </a:lnTo>
                <a:lnTo>
                  <a:pt x="20" y="24"/>
                </a:lnTo>
                <a:lnTo>
                  <a:pt x="16" y="28"/>
                </a:lnTo>
                <a:lnTo>
                  <a:pt x="16" y="28"/>
                </a:lnTo>
                <a:lnTo>
                  <a:pt x="10" y="30"/>
                </a:lnTo>
                <a:lnTo>
                  <a:pt x="10" y="30"/>
                </a:lnTo>
                <a:close/>
                <a:moveTo>
                  <a:pt x="14" y="24"/>
                </a:moveTo>
                <a:lnTo>
                  <a:pt x="14" y="24"/>
                </a:lnTo>
                <a:lnTo>
                  <a:pt x="16" y="24"/>
                </a:lnTo>
                <a:lnTo>
                  <a:pt x="16" y="24"/>
                </a:lnTo>
                <a:lnTo>
                  <a:pt x="18" y="22"/>
                </a:lnTo>
                <a:lnTo>
                  <a:pt x="18" y="22"/>
                </a:lnTo>
                <a:lnTo>
                  <a:pt x="20" y="20"/>
                </a:lnTo>
                <a:lnTo>
                  <a:pt x="20" y="16"/>
                </a:lnTo>
                <a:lnTo>
                  <a:pt x="20" y="16"/>
                </a:lnTo>
                <a:lnTo>
                  <a:pt x="16" y="16"/>
                </a:lnTo>
                <a:lnTo>
                  <a:pt x="16" y="16"/>
                </a:lnTo>
                <a:lnTo>
                  <a:pt x="14" y="16"/>
                </a:lnTo>
                <a:lnTo>
                  <a:pt x="14" y="16"/>
                </a:lnTo>
                <a:lnTo>
                  <a:pt x="10" y="18"/>
                </a:lnTo>
                <a:lnTo>
                  <a:pt x="10" y="18"/>
                </a:lnTo>
                <a:lnTo>
                  <a:pt x="8" y="20"/>
                </a:lnTo>
                <a:lnTo>
                  <a:pt x="8" y="20"/>
                </a:lnTo>
                <a:lnTo>
                  <a:pt x="10" y="22"/>
                </a:lnTo>
                <a:lnTo>
                  <a:pt x="10" y="22"/>
                </a:lnTo>
                <a:lnTo>
                  <a:pt x="14" y="24"/>
                </a:lnTo>
                <a:lnTo>
                  <a:pt x="14" y="24"/>
                </a:lnTo>
                <a:close/>
              </a:path>
            </a:pathLst>
          </a:custGeom>
          <a:solidFill>
            <a:srgbClr val="7426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3" name="Freeform 1491"/>
          <p:cNvSpPr>
            <a:spLocks noEditPoints="1"/>
          </p:cNvSpPr>
          <p:nvPr/>
        </p:nvSpPr>
        <p:spPr bwMode="auto">
          <a:xfrm>
            <a:off x="6045586" y="4431138"/>
            <a:ext cx="29006" cy="116024"/>
          </a:xfrm>
          <a:custGeom>
            <a:avLst/>
            <a:gdLst>
              <a:gd name="T0" fmla="*/ 0 w 10"/>
              <a:gd name="T1" fmla="*/ 40 h 40"/>
              <a:gd name="T2" fmla="*/ 0 w 10"/>
              <a:gd name="T3" fmla="*/ 10 h 40"/>
              <a:gd name="T4" fmla="*/ 10 w 10"/>
              <a:gd name="T5" fmla="*/ 10 h 40"/>
              <a:gd name="T6" fmla="*/ 10 w 10"/>
              <a:gd name="T7" fmla="*/ 40 h 40"/>
              <a:gd name="T8" fmla="*/ 0 w 10"/>
              <a:gd name="T9" fmla="*/ 40 h 40"/>
              <a:gd name="T10" fmla="*/ 0 w 10"/>
              <a:gd name="T11" fmla="*/ 40 h 40"/>
              <a:gd name="T12" fmla="*/ 0 w 10"/>
              <a:gd name="T13" fmla="*/ 8 h 40"/>
              <a:gd name="T14" fmla="*/ 0 w 10"/>
              <a:gd name="T15" fmla="*/ 0 h 40"/>
              <a:gd name="T16" fmla="*/ 10 w 10"/>
              <a:gd name="T17" fmla="*/ 0 h 40"/>
              <a:gd name="T18" fmla="*/ 10 w 10"/>
              <a:gd name="T19" fmla="*/ 8 h 40"/>
              <a:gd name="T20" fmla="*/ 0 w 10"/>
              <a:gd name="T21" fmla="*/ 8 h 40"/>
              <a:gd name="T22" fmla="*/ 0 w 10"/>
              <a:gd name="T23" fmla="*/ 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" h="40">
                <a:moveTo>
                  <a:pt x="0" y="40"/>
                </a:moveTo>
                <a:lnTo>
                  <a:pt x="0" y="10"/>
                </a:lnTo>
                <a:lnTo>
                  <a:pt x="10" y="10"/>
                </a:lnTo>
                <a:lnTo>
                  <a:pt x="10" y="40"/>
                </a:lnTo>
                <a:lnTo>
                  <a:pt x="0" y="40"/>
                </a:lnTo>
                <a:lnTo>
                  <a:pt x="0" y="40"/>
                </a:lnTo>
                <a:close/>
                <a:moveTo>
                  <a:pt x="0" y="8"/>
                </a:moveTo>
                <a:lnTo>
                  <a:pt x="0" y="0"/>
                </a:lnTo>
                <a:lnTo>
                  <a:pt x="10" y="0"/>
                </a:lnTo>
                <a:lnTo>
                  <a:pt x="10" y="8"/>
                </a:lnTo>
                <a:lnTo>
                  <a:pt x="0" y="8"/>
                </a:lnTo>
                <a:lnTo>
                  <a:pt x="0" y="8"/>
                </a:lnTo>
                <a:close/>
              </a:path>
            </a:pathLst>
          </a:custGeom>
          <a:solidFill>
            <a:srgbClr val="7426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4" name="Freeform 1492"/>
          <p:cNvSpPr/>
          <p:nvPr/>
        </p:nvSpPr>
        <p:spPr bwMode="auto">
          <a:xfrm>
            <a:off x="6091995" y="4460144"/>
            <a:ext cx="81217" cy="87018"/>
          </a:xfrm>
          <a:custGeom>
            <a:avLst/>
            <a:gdLst>
              <a:gd name="T0" fmla="*/ 28 w 28"/>
              <a:gd name="T1" fmla="*/ 30 h 30"/>
              <a:gd name="T2" fmla="*/ 18 w 28"/>
              <a:gd name="T3" fmla="*/ 30 h 30"/>
              <a:gd name="T4" fmla="*/ 18 w 28"/>
              <a:gd name="T5" fmla="*/ 14 h 30"/>
              <a:gd name="T6" fmla="*/ 18 w 28"/>
              <a:gd name="T7" fmla="*/ 14 h 30"/>
              <a:gd name="T8" fmla="*/ 18 w 28"/>
              <a:gd name="T9" fmla="*/ 8 h 30"/>
              <a:gd name="T10" fmla="*/ 18 w 28"/>
              <a:gd name="T11" fmla="*/ 8 h 30"/>
              <a:gd name="T12" fmla="*/ 14 w 28"/>
              <a:gd name="T13" fmla="*/ 8 h 30"/>
              <a:gd name="T14" fmla="*/ 14 w 28"/>
              <a:gd name="T15" fmla="*/ 8 h 30"/>
              <a:gd name="T16" fmla="*/ 12 w 28"/>
              <a:gd name="T17" fmla="*/ 8 h 30"/>
              <a:gd name="T18" fmla="*/ 12 w 28"/>
              <a:gd name="T19" fmla="*/ 8 h 30"/>
              <a:gd name="T20" fmla="*/ 10 w 28"/>
              <a:gd name="T21" fmla="*/ 10 h 30"/>
              <a:gd name="T22" fmla="*/ 10 w 28"/>
              <a:gd name="T23" fmla="*/ 10 h 30"/>
              <a:gd name="T24" fmla="*/ 10 w 28"/>
              <a:gd name="T25" fmla="*/ 10 h 30"/>
              <a:gd name="T26" fmla="*/ 10 w 28"/>
              <a:gd name="T27" fmla="*/ 10 h 30"/>
              <a:gd name="T28" fmla="*/ 8 w 28"/>
              <a:gd name="T29" fmla="*/ 12 h 30"/>
              <a:gd name="T30" fmla="*/ 8 w 28"/>
              <a:gd name="T31" fmla="*/ 30 h 30"/>
              <a:gd name="T32" fmla="*/ 0 w 28"/>
              <a:gd name="T33" fmla="*/ 30 h 30"/>
              <a:gd name="T34" fmla="*/ 0 w 28"/>
              <a:gd name="T35" fmla="*/ 0 h 30"/>
              <a:gd name="T36" fmla="*/ 8 w 28"/>
              <a:gd name="T37" fmla="*/ 0 h 30"/>
              <a:gd name="T38" fmla="*/ 8 w 28"/>
              <a:gd name="T39" fmla="*/ 6 h 30"/>
              <a:gd name="T40" fmla="*/ 8 w 28"/>
              <a:gd name="T41" fmla="*/ 6 h 30"/>
              <a:gd name="T42" fmla="*/ 12 w 28"/>
              <a:gd name="T43" fmla="*/ 2 h 30"/>
              <a:gd name="T44" fmla="*/ 12 w 28"/>
              <a:gd name="T45" fmla="*/ 2 h 30"/>
              <a:gd name="T46" fmla="*/ 18 w 28"/>
              <a:gd name="T47" fmla="*/ 0 h 30"/>
              <a:gd name="T48" fmla="*/ 18 w 28"/>
              <a:gd name="T49" fmla="*/ 0 h 30"/>
              <a:gd name="T50" fmla="*/ 22 w 28"/>
              <a:gd name="T51" fmla="*/ 0 h 30"/>
              <a:gd name="T52" fmla="*/ 22 w 28"/>
              <a:gd name="T53" fmla="*/ 0 h 30"/>
              <a:gd name="T54" fmla="*/ 26 w 28"/>
              <a:gd name="T55" fmla="*/ 4 h 30"/>
              <a:gd name="T56" fmla="*/ 26 w 28"/>
              <a:gd name="T57" fmla="*/ 4 h 30"/>
              <a:gd name="T58" fmla="*/ 26 w 28"/>
              <a:gd name="T59" fmla="*/ 8 h 30"/>
              <a:gd name="T60" fmla="*/ 26 w 28"/>
              <a:gd name="T61" fmla="*/ 8 h 30"/>
              <a:gd name="T62" fmla="*/ 28 w 28"/>
              <a:gd name="T63" fmla="*/ 10 h 30"/>
              <a:gd name="T64" fmla="*/ 28 w 28"/>
              <a:gd name="T65" fmla="*/ 30 h 30"/>
              <a:gd name="T66" fmla="*/ 28 w 28"/>
              <a:gd name="T67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" h="30">
                <a:moveTo>
                  <a:pt x="28" y="30"/>
                </a:moveTo>
                <a:lnTo>
                  <a:pt x="18" y="30"/>
                </a:lnTo>
                <a:lnTo>
                  <a:pt x="18" y="14"/>
                </a:lnTo>
                <a:lnTo>
                  <a:pt x="18" y="14"/>
                </a:lnTo>
                <a:lnTo>
                  <a:pt x="18" y="8"/>
                </a:lnTo>
                <a:lnTo>
                  <a:pt x="18" y="8"/>
                </a:lnTo>
                <a:lnTo>
                  <a:pt x="14" y="8"/>
                </a:lnTo>
                <a:lnTo>
                  <a:pt x="14" y="8"/>
                </a:lnTo>
                <a:lnTo>
                  <a:pt x="12" y="8"/>
                </a:lnTo>
                <a:lnTo>
                  <a:pt x="12" y="8"/>
                </a:lnTo>
                <a:lnTo>
                  <a:pt x="10" y="10"/>
                </a:lnTo>
                <a:lnTo>
                  <a:pt x="10" y="10"/>
                </a:lnTo>
                <a:lnTo>
                  <a:pt x="10" y="10"/>
                </a:lnTo>
                <a:lnTo>
                  <a:pt x="10" y="10"/>
                </a:lnTo>
                <a:lnTo>
                  <a:pt x="8" y="12"/>
                </a:lnTo>
                <a:lnTo>
                  <a:pt x="8" y="30"/>
                </a:lnTo>
                <a:lnTo>
                  <a:pt x="0" y="30"/>
                </a:lnTo>
                <a:lnTo>
                  <a:pt x="0" y="0"/>
                </a:lnTo>
                <a:lnTo>
                  <a:pt x="8" y="0"/>
                </a:lnTo>
                <a:lnTo>
                  <a:pt x="8" y="6"/>
                </a:lnTo>
                <a:lnTo>
                  <a:pt x="8" y="6"/>
                </a:lnTo>
                <a:lnTo>
                  <a:pt x="12" y="2"/>
                </a:lnTo>
                <a:lnTo>
                  <a:pt x="12" y="2"/>
                </a:lnTo>
                <a:lnTo>
                  <a:pt x="18" y="0"/>
                </a:lnTo>
                <a:lnTo>
                  <a:pt x="18" y="0"/>
                </a:lnTo>
                <a:lnTo>
                  <a:pt x="22" y="0"/>
                </a:lnTo>
                <a:lnTo>
                  <a:pt x="22" y="0"/>
                </a:lnTo>
                <a:lnTo>
                  <a:pt x="26" y="4"/>
                </a:lnTo>
                <a:lnTo>
                  <a:pt x="26" y="4"/>
                </a:lnTo>
                <a:lnTo>
                  <a:pt x="26" y="8"/>
                </a:lnTo>
                <a:lnTo>
                  <a:pt x="26" y="8"/>
                </a:lnTo>
                <a:lnTo>
                  <a:pt x="28" y="10"/>
                </a:lnTo>
                <a:lnTo>
                  <a:pt x="28" y="30"/>
                </a:lnTo>
                <a:lnTo>
                  <a:pt x="28" y="30"/>
                </a:lnTo>
                <a:close/>
              </a:path>
            </a:pathLst>
          </a:custGeom>
          <a:solidFill>
            <a:srgbClr val="7426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5" name="Freeform 1493"/>
          <p:cNvSpPr/>
          <p:nvPr/>
        </p:nvSpPr>
        <p:spPr bwMode="auto">
          <a:xfrm>
            <a:off x="5819339" y="4616775"/>
            <a:ext cx="92819" cy="116024"/>
          </a:xfrm>
          <a:custGeom>
            <a:avLst/>
            <a:gdLst>
              <a:gd name="T0" fmla="*/ 32 w 32"/>
              <a:gd name="T1" fmla="*/ 8 h 40"/>
              <a:gd name="T2" fmla="*/ 20 w 32"/>
              <a:gd name="T3" fmla="*/ 8 h 40"/>
              <a:gd name="T4" fmla="*/ 20 w 32"/>
              <a:gd name="T5" fmla="*/ 40 h 40"/>
              <a:gd name="T6" fmla="*/ 12 w 32"/>
              <a:gd name="T7" fmla="*/ 40 h 40"/>
              <a:gd name="T8" fmla="*/ 12 w 32"/>
              <a:gd name="T9" fmla="*/ 8 h 40"/>
              <a:gd name="T10" fmla="*/ 0 w 32"/>
              <a:gd name="T11" fmla="*/ 8 h 40"/>
              <a:gd name="T12" fmla="*/ 0 w 32"/>
              <a:gd name="T13" fmla="*/ 0 h 40"/>
              <a:gd name="T14" fmla="*/ 32 w 32"/>
              <a:gd name="T15" fmla="*/ 0 h 40"/>
              <a:gd name="T16" fmla="*/ 32 w 32"/>
              <a:gd name="T17" fmla="*/ 8 h 40"/>
              <a:gd name="T18" fmla="*/ 32 w 32"/>
              <a:gd name="T19" fmla="*/ 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" h="40">
                <a:moveTo>
                  <a:pt x="32" y="8"/>
                </a:moveTo>
                <a:lnTo>
                  <a:pt x="20" y="8"/>
                </a:lnTo>
                <a:lnTo>
                  <a:pt x="20" y="40"/>
                </a:lnTo>
                <a:lnTo>
                  <a:pt x="12" y="40"/>
                </a:lnTo>
                <a:lnTo>
                  <a:pt x="12" y="8"/>
                </a:lnTo>
                <a:lnTo>
                  <a:pt x="0" y="8"/>
                </a:lnTo>
                <a:lnTo>
                  <a:pt x="0" y="0"/>
                </a:lnTo>
                <a:lnTo>
                  <a:pt x="32" y="0"/>
                </a:lnTo>
                <a:lnTo>
                  <a:pt x="32" y="8"/>
                </a:lnTo>
                <a:lnTo>
                  <a:pt x="32" y="8"/>
                </a:lnTo>
                <a:close/>
              </a:path>
            </a:pathLst>
          </a:custGeom>
          <a:solidFill>
            <a:srgbClr val="7426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6" name="Freeform 1494"/>
          <p:cNvSpPr>
            <a:spLocks noEditPoints="1"/>
          </p:cNvSpPr>
          <p:nvPr/>
        </p:nvSpPr>
        <p:spPr bwMode="auto">
          <a:xfrm>
            <a:off x="5923761" y="4616775"/>
            <a:ext cx="23205" cy="116024"/>
          </a:xfrm>
          <a:custGeom>
            <a:avLst/>
            <a:gdLst>
              <a:gd name="T0" fmla="*/ 0 w 8"/>
              <a:gd name="T1" fmla="*/ 40 h 40"/>
              <a:gd name="T2" fmla="*/ 0 w 8"/>
              <a:gd name="T3" fmla="*/ 10 h 40"/>
              <a:gd name="T4" fmla="*/ 8 w 8"/>
              <a:gd name="T5" fmla="*/ 10 h 40"/>
              <a:gd name="T6" fmla="*/ 8 w 8"/>
              <a:gd name="T7" fmla="*/ 40 h 40"/>
              <a:gd name="T8" fmla="*/ 0 w 8"/>
              <a:gd name="T9" fmla="*/ 40 h 40"/>
              <a:gd name="T10" fmla="*/ 0 w 8"/>
              <a:gd name="T11" fmla="*/ 40 h 40"/>
              <a:gd name="T12" fmla="*/ 0 w 8"/>
              <a:gd name="T13" fmla="*/ 8 h 40"/>
              <a:gd name="T14" fmla="*/ 0 w 8"/>
              <a:gd name="T15" fmla="*/ 0 h 40"/>
              <a:gd name="T16" fmla="*/ 8 w 8"/>
              <a:gd name="T17" fmla="*/ 0 h 40"/>
              <a:gd name="T18" fmla="*/ 8 w 8"/>
              <a:gd name="T19" fmla="*/ 8 h 40"/>
              <a:gd name="T20" fmla="*/ 0 w 8"/>
              <a:gd name="T21" fmla="*/ 8 h 40"/>
              <a:gd name="T22" fmla="*/ 0 w 8"/>
              <a:gd name="T23" fmla="*/ 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" h="40">
                <a:moveTo>
                  <a:pt x="0" y="40"/>
                </a:moveTo>
                <a:lnTo>
                  <a:pt x="0" y="10"/>
                </a:lnTo>
                <a:lnTo>
                  <a:pt x="8" y="10"/>
                </a:lnTo>
                <a:lnTo>
                  <a:pt x="8" y="40"/>
                </a:lnTo>
                <a:lnTo>
                  <a:pt x="0" y="40"/>
                </a:lnTo>
                <a:lnTo>
                  <a:pt x="0" y="40"/>
                </a:lnTo>
                <a:close/>
                <a:moveTo>
                  <a:pt x="0" y="8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8"/>
                </a:lnTo>
                <a:lnTo>
                  <a:pt x="0" y="8"/>
                </a:lnTo>
                <a:close/>
              </a:path>
            </a:pathLst>
          </a:custGeom>
          <a:solidFill>
            <a:srgbClr val="7426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7" name="Freeform 1495"/>
          <p:cNvSpPr/>
          <p:nvPr/>
        </p:nvSpPr>
        <p:spPr bwMode="auto">
          <a:xfrm>
            <a:off x="5964369" y="4622577"/>
            <a:ext cx="58012" cy="110222"/>
          </a:xfrm>
          <a:custGeom>
            <a:avLst/>
            <a:gdLst>
              <a:gd name="T0" fmla="*/ 20 w 20"/>
              <a:gd name="T1" fmla="*/ 36 h 38"/>
              <a:gd name="T2" fmla="*/ 20 w 20"/>
              <a:gd name="T3" fmla="*/ 36 h 38"/>
              <a:gd name="T4" fmla="*/ 16 w 20"/>
              <a:gd name="T5" fmla="*/ 38 h 38"/>
              <a:gd name="T6" fmla="*/ 16 w 20"/>
              <a:gd name="T7" fmla="*/ 38 h 38"/>
              <a:gd name="T8" fmla="*/ 10 w 20"/>
              <a:gd name="T9" fmla="*/ 38 h 38"/>
              <a:gd name="T10" fmla="*/ 10 w 20"/>
              <a:gd name="T11" fmla="*/ 38 h 38"/>
              <a:gd name="T12" fmla="*/ 8 w 20"/>
              <a:gd name="T13" fmla="*/ 38 h 38"/>
              <a:gd name="T14" fmla="*/ 8 w 20"/>
              <a:gd name="T15" fmla="*/ 38 h 38"/>
              <a:gd name="T16" fmla="*/ 6 w 20"/>
              <a:gd name="T17" fmla="*/ 36 h 38"/>
              <a:gd name="T18" fmla="*/ 6 w 20"/>
              <a:gd name="T19" fmla="*/ 36 h 38"/>
              <a:gd name="T20" fmla="*/ 4 w 20"/>
              <a:gd name="T21" fmla="*/ 34 h 38"/>
              <a:gd name="T22" fmla="*/ 4 w 20"/>
              <a:gd name="T23" fmla="*/ 34 h 38"/>
              <a:gd name="T24" fmla="*/ 2 w 20"/>
              <a:gd name="T25" fmla="*/ 30 h 38"/>
              <a:gd name="T26" fmla="*/ 2 w 20"/>
              <a:gd name="T27" fmla="*/ 16 h 38"/>
              <a:gd name="T28" fmla="*/ 0 w 20"/>
              <a:gd name="T29" fmla="*/ 16 h 38"/>
              <a:gd name="T30" fmla="*/ 0 w 20"/>
              <a:gd name="T31" fmla="*/ 8 h 38"/>
              <a:gd name="T32" fmla="*/ 2 w 20"/>
              <a:gd name="T33" fmla="*/ 8 h 38"/>
              <a:gd name="T34" fmla="*/ 2 w 20"/>
              <a:gd name="T35" fmla="*/ 0 h 38"/>
              <a:gd name="T36" fmla="*/ 12 w 20"/>
              <a:gd name="T37" fmla="*/ 0 h 38"/>
              <a:gd name="T38" fmla="*/ 12 w 20"/>
              <a:gd name="T39" fmla="*/ 8 h 38"/>
              <a:gd name="T40" fmla="*/ 18 w 20"/>
              <a:gd name="T41" fmla="*/ 8 h 38"/>
              <a:gd name="T42" fmla="*/ 18 w 20"/>
              <a:gd name="T43" fmla="*/ 16 h 38"/>
              <a:gd name="T44" fmla="*/ 12 w 20"/>
              <a:gd name="T45" fmla="*/ 16 h 38"/>
              <a:gd name="T46" fmla="*/ 12 w 20"/>
              <a:gd name="T47" fmla="*/ 28 h 38"/>
              <a:gd name="T48" fmla="*/ 12 w 20"/>
              <a:gd name="T49" fmla="*/ 28 h 38"/>
              <a:gd name="T50" fmla="*/ 12 w 20"/>
              <a:gd name="T51" fmla="*/ 30 h 38"/>
              <a:gd name="T52" fmla="*/ 12 w 20"/>
              <a:gd name="T53" fmla="*/ 30 h 38"/>
              <a:gd name="T54" fmla="*/ 14 w 20"/>
              <a:gd name="T55" fmla="*/ 30 h 38"/>
              <a:gd name="T56" fmla="*/ 14 w 20"/>
              <a:gd name="T57" fmla="*/ 30 h 38"/>
              <a:gd name="T58" fmla="*/ 16 w 20"/>
              <a:gd name="T59" fmla="*/ 30 h 38"/>
              <a:gd name="T60" fmla="*/ 16 w 20"/>
              <a:gd name="T61" fmla="*/ 30 h 38"/>
              <a:gd name="T62" fmla="*/ 18 w 20"/>
              <a:gd name="T63" fmla="*/ 30 h 38"/>
              <a:gd name="T64" fmla="*/ 20 w 20"/>
              <a:gd name="T65" fmla="*/ 36 h 38"/>
              <a:gd name="T66" fmla="*/ 20 w 20"/>
              <a:gd name="T67" fmla="*/ 36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0" h="38">
                <a:moveTo>
                  <a:pt x="20" y="36"/>
                </a:moveTo>
                <a:lnTo>
                  <a:pt x="20" y="36"/>
                </a:lnTo>
                <a:lnTo>
                  <a:pt x="16" y="38"/>
                </a:lnTo>
                <a:lnTo>
                  <a:pt x="16" y="38"/>
                </a:lnTo>
                <a:lnTo>
                  <a:pt x="10" y="38"/>
                </a:lnTo>
                <a:lnTo>
                  <a:pt x="10" y="38"/>
                </a:lnTo>
                <a:lnTo>
                  <a:pt x="8" y="38"/>
                </a:lnTo>
                <a:lnTo>
                  <a:pt x="8" y="38"/>
                </a:lnTo>
                <a:lnTo>
                  <a:pt x="6" y="36"/>
                </a:lnTo>
                <a:lnTo>
                  <a:pt x="6" y="36"/>
                </a:lnTo>
                <a:lnTo>
                  <a:pt x="4" y="34"/>
                </a:lnTo>
                <a:lnTo>
                  <a:pt x="4" y="34"/>
                </a:lnTo>
                <a:lnTo>
                  <a:pt x="2" y="30"/>
                </a:lnTo>
                <a:lnTo>
                  <a:pt x="2" y="16"/>
                </a:lnTo>
                <a:lnTo>
                  <a:pt x="0" y="16"/>
                </a:lnTo>
                <a:lnTo>
                  <a:pt x="0" y="8"/>
                </a:lnTo>
                <a:lnTo>
                  <a:pt x="2" y="8"/>
                </a:lnTo>
                <a:lnTo>
                  <a:pt x="2" y="0"/>
                </a:lnTo>
                <a:lnTo>
                  <a:pt x="12" y="0"/>
                </a:lnTo>
                <a:lnTo>
                  <a:pt x="12" y="8"/>
                </a:lnTo>
                <a:lnTo>
                  <a:pt x="18" y="8"/>
                </a:lnTo>
                <a:lnTo>
                  <a:pt x="18" y="16"/>
                </a:lnTo>
                <a:lnTo>
                  <a:pt x="12" y="16"/>
                </a:lnTo>
                <a:lnTo>
                  <a:pt x="12" y="28"/>
                </a:lnTo>
                <a:lnTo>
                  <a:pt x="12" y="28"/>
                </a:lnTo>
                <a:lnTo>
                  <a:pt x="12" y="30"/>
                </a:lnTo>
                <a:lnTo>
                  <a:pt x="12" y="30"/>
                </a:lnTo>
                <a:lnTo>
                  <a:pt x="14" y="30"/>
                </a:lnTo>
                <a:lnTo>
                  <a:pt x="14" y="30"/>
                </a:lnTo>
                <a:lnTo>
                  <a:pt x="16" y="30"/>
                </a:lnTo>
                <a:lnTo>
                  <a:pt x="16" y="30"/>
                </a:lnTo>
                <a:lnTo>
                  <a:pt x="18" y="30"/>
                </a:lnTo>
                <a:lnTo>
                  <a:pt x="20" y="36"/>
                </a:lnTo>
                <a:lnTo>
                  <a:pt x="20" y="36"/>
                </a:lnTo>
                <a:close/>
              </a:path>
            </a:pathLst>
          </a:custGeom>
          <a:solidFill>
            <a:srgbClr val="7426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8" name="Freeform 1496"/>
          <p:cNvSpPr/>
          <p:nvPr/>
        </p:nvSpPr>
        <p:spPr bwMode="auto">
          <a:xfrm>
            <a:off x="6028182" y="4616775"/>
            <a:ext cx="46409" cy="116024"/>
          </a:xfrm>
          <a:custGeom>
            <a:avLst/>
            <a:gdLst>
              <a:gd name="T0" fmla="*/ 0 w 16"/>
              <a:gd name="T1" fmla="*/ 0 h 40"/>
              <a:gd name="T2" fmla="*/ 10 w 16"/>
              <a:gd name="T3" fmla="*/ 0 h 40"/>
              <a:gd name="T4" fmla="*/ 10 w 16"/>
              <a:gd name="T5" fmla="*/ 30 h 40"/>
              <a:gd name="T6" fmla="*/ 10 w 16"/>
              <a:gd name="T7" fmla="*/ 30 h 40"/>
              <a:gd name="T8" fmla="*/ 10 w 16"/>
              <a:gd name="T9" fmla="*/ 32 h 40"/>
              <a:gd name="T10" fmla="*/ 12 w 16"/>
              <a:gd name="T11" fmla="*/ 32 h 40"/>
              <a:gd name="T12" fmla="*/ 12 w 16"/>
              <a:gd name="T13" fmla="*/ 32 h 40"/>
              <a:gd name="T14" fmla="*/ 14 w 16"/>
              <a:gd name="T15" fmla="*/ 32 h 40"/>
              <a:gd name="T16" fmla="*/ 14 w 16"/>
              <a:gd name="T17" fmla="*/ 32 h 40"/>
              <a:gd name="T18" fmla="*/ 16 w 16"/>
              <a:gd name="T19" fmla="*/ 32 h 40"/>
              <a:gd name="T20" fmla="*/ 16 w 16"/>
              <a:gd name="T21" fmla="*/ 38 h 40"/>
              <a:gd name="T22" fmla="*/ 16 w 16"/>
              <a:gd name="T23" fmla="*/ 38 h 40"/>
              <a:gd name="T24" fmla="*/ 12 w 16"/>
              <a:gd name="T25" fmla="*/ 40 h 40"/>
              <a:gd name="T26" fmla="*/ 12 w 16"/>
              <a:gd name="T27" fmla="*/ 40 h 40"/>
              <a:gd name="T28" fmla="*/ 8 w 16"/>
              <a:gd name="T29" fmla="*/ 40 h 40"/>
              <a:gd name="T30" fmla="*/ 8 w 16"/>
              <a:gd name="T31" fmla="*/ 40 h 40"/>
              <a:gd name="T32" fmla="*/ 6 w 16"/>
              <a:gd name="T33" fmla="*/ 40 h 40"/>
              <a:gd name="T34" fmla="*/ 2 w 16"/>
              <a:gd name="T35" fmla="*/ 38 h 40"/>
              <a:gd name="T36" fmla="*/ 2 w 16"/>
              <a:gd name="T37" fmla="*/ 38 h 40"/>
              <a:gd name="T38" fmla="*/ 2 w 16"/>
              <a:gd name="T39" fmla="*/ 36 h 40"/>
              <a:gd name="T40" fmla="*/ 0 w 16"/>
              <a:gd name="T41" fmla="*/ 32 h 40"/>
              <a:gd name="T42" fmla="*/ 0 w 16"/>
              <a:gd name="T43" fmla="*/ 0 h 40"/>
              <a:gd name="T44" fmla="*/ 0 w 16"/>
              <a:gd name="T45" fmla="*/ 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" h="40">
                <a:moveTo>
                  <a:pt x="0" y="0"/>
                </a:moveTo>
                <a:lnTo>
                  <a:pt x="10" y="0"/>
                </a:lnTo>
                <a:lnTo>
                  <a:pt x="10" y="30"/>
                </a:lnTo>
                <a:lnTo>
                  <a:pt x="10" y="30"/>
                </a:lnTo>
                <a:lnTo>
                  <a:pt x="10" y="32"/>
                </a:lnTo>
                <a:lnTo>
                  <a:pt x="12" y="32"/>
                </a:lnTo>
                <a:lnTo>
                  <a:pt x="12" y="32"/>
                </a:lnTo>
                <a:lnTo>
                  <a:pt x="14" y="32"/>
                </a:lnTo>
                <a:lnTo>
                  <a:pt x="14" y="32"/>
                </a:lnTo>
                <a:lnTo>
                  <a:pt x="16" y="32"/>
                </a:lnTo>
                <a:lnTo>
                  <a:pt x="16" y="38"/>
                </a:lnTo>
                <a:lnTo>
                  <a:pt x="16" y="38"/>
                </a:lnTo>
                <a:lnTo>
                  <a:pt x="12" y="40"/>
                </a:lnTo>
                <a:lnTo>
                  <a:pt x="12" y="40"/>
                </a:lnTo>
                <a:lnTo>
                  <a:pt x="8" y="40"/>
                </a:lnTo>
                <a:lnTo>
                  <a:pt x="8" y="40"/>
                </a:lnTo>
                <a:lnTo>
                  <a:pt x="6" y="40"/>
                </a:lnTo>
                <a:lnTo>
                  <a:pt x="2" y="38"/>
                </a:lnTo>
                <a:lnTo>
                  <a:pt x="2" y="38"/>
                </a:lnTo>
                <a:lnTo>
                  <a:pt x="2" y="36"/>
                </a:lnTo>
                <a:lnTo>
                  <a:pt x="0" y="3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7426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9" name="Freeform 1497"/>
          <p:cNvSpPr>
            <a:spLocks noEditPoints="1"/>
          </p:cNvSpPr>
          <p:nvPr/>
        </p:nvSpPr>
        <p:spPr bwMode="auto">
          <a:xfrm>
            <a:off x="6080393" y="4645781"/>
            <a:ext cx="87018" cy="87018"/>
          </a:xfrm>
          <a:custGeom>
            <a:avLst/>
            <a:gdLst>
              <a:gd name="T0" fmla="*/ 16 w 30"/>
              <a:gd name="T1" fmla="*/ 30 h 30"/>
              <a:gd name="T2" fmla="*/ 16 w 30"/>
              <a:gd name="T3" fmla="*/ 30 h 30"/>
              <a:gd name="T4" fmla="*/ 8 w 30"/>
              <a:gd name="T5" fmla="*/ 30 h 30"/>
              <a:gd name="T6" fmla="*/ 8 w 30"/>
              <a:gd name="T7" fmla="*/ 30 h 30"/>
              <a:gd name="T8" fmla="*/ 4 w 30"/>
              <a:gd name="T9" fmla="*/ 26 h 30"/>
              <a:gd name="T10" fmla="*/ 4 w 30"/>
              <a:gd name="T11" fmla="*/ 26 h 30"/>
              <a:gd name="T12" fmla="*/ 0 w 30"/>
              <a:gd name="T13" fmla="*/ 22 h 30"/>
              <a:gd name="T14" fmla="*/ 0 w 30"/>
              <a:gd name="T15" fmla="*/ 22 h 30"/>
              <a:gd name="T16" fmla="*/ 0 w 30"/>
              <a:gd name="T17" fmla="*/ 16 h 30"/>
              <a:gd name="T18" fmla="*/ 0 w 30"/>
              <a:gd name="T19" fmla="*/ 16 h 30"/>
              <a:gd name="T20" fmla="*/ 0 w 30"/>
              <a:gd name="T21" fmla="*/ 10 h 30"/>
              <a:gd name="T22" fmla="*/ 0 w 30"/>
              <a:gd name="T23" fmla="*/ 10 h 30"/>
              <a:gd name="T24" fmla="*/ 4 w 30"/>
              <a:gd name="T25" fmla="*/ 4 h 30"/>
              <a:gd name="T26" fmla="*/ 4 w 30"/>
              <a:gd name="T27" fmla="*/ 4 h 30"/>
              <a:gd name="T28" fmla="*/ 8 w 30"/>
              <a:gd name="T29" fmla="*/ 2 h 30"/>
              <a:gd name="T30" fmla="*/ 8 w 30"/>
              <a:gd name="T31" fmla="*/ 2 h 30"/>
              <a:gd name="T32" fmla="*/ 16 w 30"/>
              <a:gd name="T33" fmla="*/ 0 h 30"/>
              <a:gd name="T34" fmla="*/ 16 w 30"/>
              <a:gd name="T35" fmla="*/ 0 h 30"/>
              <a:gd name="T36" fmla="*/ 22 w 30"/>
              <a:gd name="T37" fmla="*/ 2 h 30"/>
              <a:gd name="T38" fmla="*/ 22 w 30"/>
              <a:gd name="T39" fmla="*/ 2 h 30"/>
              <a:gd name="T40" fmla="*/ 26 w 30"/>
              <a:gd name="T41" fmla="*/ 4 h 30"/>
              <a:gd name="T42" fmla="*/ 26 w 30"/>
              <a:gd name="T43" fmla="*/ 4 h 30"/>
              <a:gd name="T44" fmla="*/ 30 w 30"/>
              <a:gd name="T45" fmla="*/ 10 h 30"/>
              <a:gd name="T46" fmla="*/ 30 w 30"/>
              <a:gd name="T47" fmla="*/ 10 h 30"/>
              <a:gd name="T48" fmla="*/ 30 w 30"/>
              <a:gd name="T49" fmla="*/ 16 h 30"/>
              <a:gd name="T50" fmla="*/ 30 w 30"/>
              <a:gd name="T51" fmla="*/ 16 h 30"/>
              <a:gd name="T52" fmla="*/ 30 w 30"/>
              <a:gd name="T53" fmla="*/ 16 h 30"/>
              <a:gd name="T54" fmla="*/ 30 w 30"/>
              <a:gd name="T55" fmla="*/ 16 h 30"/>
              <a:gd name="T56" fmla="*/ 30 w 30"/>
              <a:gd name="T57" fmla="*/ 18 h 30"/>
              <a:gd name="T58" fmla="*/ 8 w 30"/>
              <a:gd name="T59" fmla="*/ 18 h 30"/>
              <a:gd name="T60" fmla="*/ 8 w 30"/>
              <a:gd name="T61" fmla="*/ 18 h 30"/>
              <a:gd name="T62" fmla="*/ 12 w 30"/>
              <a:gd name="T63" fmla="*/ 22 h 30"/>
              <a:gd name="T64" fmla="*/ 12 w 30"/>
              <a:gd name="T65" fmla="*/ 22 h 30"/>
              <a:gd name="T66" fmla="*/ 16 w 30"/>
              <a:gd name="T67" fmla="*/ 24 h 30"/>
              <a:gd name="T68" fmla="*/ 16 w 30"/>
              <a:gd name="T69" fmla="*/ 24 h 30"/>
              <a:gd name="T70" fmla="*/ 20 w 30"/>
              <a:gd name="T71" fmla="*/ 22 h 30"/>
              <a:gd name="T72" fmla="*/ 20 w 30"/>
              <a:gd name="T73" fmla="*/ 22 h 30"/>
              <a:gd name="T74" fmla="*/ 22 w 30"/>
              <a:gd name="T75" fmla="*/ 20 h 30"/>
              <a:gd name="T76" fmla="*/ 28 w 30"/>
              <a:gd name="T77" fmla="*/ 22 h 30"/>
              <a:gd name="T78" fmla="*/ 28 w 30"/>
              <a:gd name="T79" fmla="*/ 22 h 30"/>
              <a:gd name="T80" fmla="*/ 24 w 30"/>
              <a:gd name="T81" fmla="*/ 28 h 30"/>
              <a:gd name="T82" fmla="*/ 24 w 30"/>
              <a:gd name="T83" fmla="*/ 28 h 30"/>
              <a:gd name="T84" fmla="*/ 20 w 30"/>
              <a:gd name="T85" fmla="*/ 30 h 30"/>
              <a:gd name="T86" fmla="*/ 16 w 30"/>
              <a:gd name="T87" fmla="*/ 30 h 30"/>
              <a:gd name="T88" fmla="*/ 16 w 30"/>
              <a:gd name="T89" fmla="*/ 30 h 30"/>
              <a:gd name="T90" fmla="*/ 22 w 30"/>
              <a:gd name="T91" fmla="*/ 12 h 30"/>
              <a:gd name="T92" fmla="*/ 22 w 30"/>
              <a:gd name="T93" fmla="*/ 12 h 30"/>
              <a:gd name="T94" fmla="*/ 20 w 30"/>
              <a:gd name="T95" fmla="*/ 8 h 30"/>
              <a:gd name="T96" fmla="*/ 20 w 30"/>
              <a:gd name="T97" fmla="*/ 8 h 30"/>
              <a:gd name="T98" fmla="*/ 14 w 30"/>
              <a:gd name="T99" fmla="*/ 6 h 30"/>
              <a:gd name="T100" fmla="*/ 14 w 30"/>
              <a:gd name="T101" fmla="*/ 6 h 30"/>
              <a:gd name="T102" fmla="*/ 10 w 30"/>
              <a:gd name="T103" fmla="*/ 8 h 30"/>
              <a:gd name="T104" fmla="*/ 10 w 30"/>
              <a:gd name="T105" fmla="*/ 8 h 30"/>
              <a:gd name="T106" fmla="*/ 8 w 30"/>
              <a:gd name="T107" fmla="*/ 12 h 30"/>
              <a:gd name="T108" fmla="*/ 22 w 30"/>
              <a:gd name="T109" fmla="*/ 12 h 30"/>
              <a:gd name="T110" fmla="*/ 22 w 30"/>
              <a:gd name="T111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0" h="30">
                <a:moveTo>
                  <a:pt x="16" y="30"/>
                </a:moveTo>
                <a:lnTo>
                  <a:pt x="16" y="30"/>
                </a:lnTo>
                <a:lnTo>
                  <a:pt x="8" y="30"/>
                </a:lnTo>
                <a:lnTo>
                  <a:pt x="8" y="30"/>
                </a:lnTo>
                <a:lnTo>
                  <a:pt x="4" y="26"/>
                </a:lnTo>
                <a:lnTo>
                  <a:pt x="4" y="26"/>
                </a:lnTo>
                <a:lnTo>
                  <a:pt x="0" y="22"/>
                </a:lnTo>
                <a:lnTo>
                  <a:pt x="0" y="22"/>
                </a:lnTo>
                <a:lnTo>
                  <a:pt x="0" y="16"/>
                </a:lnTo>
                <a:lnTo>
                  <a:pt x="0" y="16"/>
                </a:lnTo>
                <a:lnTo>
                  <a:pt x="0" y="10"/>
                </a:lnTo>
                <a:lnTo>
                  <a:pt x="0" y="10"/>
                </a:lnTo>
                <a:lnTo>
                  <a:pt x="4" y="4"/>
                </a:lnTo>
                <a:lnTo>
                  <a:pt x="4" y="4"/>
                </a:lnTo>
                <a:lnTo>
                  <a:pt x="8" y="2"/>
                </a:lnTo>
                <a:lnTo>
                  <a:pt x="8" y="2"/>
                </a:lnTo>
                <a:lnTo>
                  <a:pt x="16" y="0"/>
                </a:lnTo>
                <a:lnTo>
                  <a:pt x="16" y="0"/>
                </a:lnTo>
                <a:lnTo>
                  <a:pt x="22" y="2"/>
                </a:lnTo>
                <a:lnTo>
                  <a:pt x="22" y="2"/>
                </a:lnTo>
                <a:lnTo>
                  <a:pt x="26" y="4"/>
                </a:lnTo>
                <a:lnTo>
                  <a:pt x="26" y="4"/>
                </a:lnTo>
                <a:lnTo>
                  <a:pt x="30" y="10"/>
                </a:lnTo>
                <a:lnTo>
                  <a:pt x="30" y="10"/>
                </a:lnTo>
                <a:lnTo>
                  <a:pt x="30" y="16"/>
                </a:lnTo>
                <a:lnTo>
                  <a:pt x="30" y="16"/>
                </a:lnTo>
                <a:lnTo>
                  <a:pt x="30" y="16"/>
                </a:lnTo>
                <a:lnTo>
                  <a:pt x="30" y="16"/>
                </a:lnTo>
                <a:lnTo>
                  <a:pt x="30" y="18"/>
                </a:lnTo>
                <a:lnTo>
                  <a:pt x="8" y="18"/>
                </a:lnTo>
                <a:lnTo>
                  <a:pt x="8" y="18"/>
                </a:lnTo>
                <a:lnTo>
                  <a:pt x="12" y="22"/>
                </a:lnTo>
                <a:lnTo>
                  <a:pt x="12" y="22"/>
                </a:lnTo>
                <a:lnTo>
                  <a:pt x="16" y="24"/>
                </a:lnTo>
                <a:lnTo>
                  <a:pt x="16" y="24"/>
                </a:lnTo>
                <a:lnTo>
                  <a:pt x="20" y="22"/>
                </a:lnTo>
                <a:lnTo>
                  <a:pt x="20" y="22"/>
                </a:lnTo>
                <a:lnTo>
                  <a:pt x="22" y="20"/>
                </a:lnTo>
                <a:lnTo>
                  <a:pt x="28" y="22"/>
                </a:lnTo>
                <a:lnTo>
                  <a:pt x="28" y="22"/>
                </a:lnTo>
                <a:lnTo>
                  <a:pt x="24" y="28"/>
                </a:lnTo>
                <a:lnTo>
                  <a:pt x="24" y="28"/>
                </a:lnTo>
                <a:lnTo>
                  <a:pt x="20" y="30"/>
                </a:lnTo>
                <a:lnTo>
                  <a:pt x="16" y="30"/>
                </a:lnTo>
                <a:lnTo>
                  <a:pt x="16" y="30"/>
                </a:lnTo>
                <a:close/>
                <a:moveTo>
                  <a:pt x="22" y="12"/>
                </a:moveTo>
                <a:lnTo>
                  <a:pt x="22" y="12"/>
                </a:lnTo>
                <a:lnTo>
                  <a:pt x="20" y="8"/>
                </a:lnTo>
                <a:lnTo>
                  <a:pt x="20" y="8"/>
                </a:lnTo>
                <a:lnTo>
                  <a:pt x="14" y="6"/>
                </a:lnTo>
                <a:lnTo>
                  <a:pt x="14" y="6"/>
                </a:lnTo>
                <a:lnTo>
                  <a:pt x="10" y="8"/>
                </a:lnTo>
                <a:lnTo>
                  <a:pt x="10" y="8"/>
                </a:lnTo>
                <a:lnTo>
                  <a:pt x="8" y="12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7426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0" name="Freeform 1498"/>
          <p:cNvSpPr/>
          <p:nvPr/>
        </p:nvSpPr>
        <p:spPr bwMode="auto">
          <a:xfrm>
            <a:off x="5917960" y="3955441"/>
            <a:ext cx="150831" cy="156632"/>
          </a:xfrm>
          <a:custGeom>
            <a:avLst/>
            <a:gdLst>
              <a:gd name="T0" fmla="*/ 52 w 52"/>
              <a:gd name="T1" fmla="*/ 26 h 54"/>
              <a:gd name="T2" fmla="*/ 52 w 52"/>
              <a:gd name="T3" fmla="*/ 26 h 54"/>
              <a:gd name="T4" fmla="*/ 50 w 52"/>
              <a:gd name="T5" fmla="*/ 36 h 54"/>
              <a:gd name="T6" fmla="*/ 44 w 52"/>
              <a:gd name="T7" fmla="*/ 44 h 54"/>
              <a:gd name="T8" fmla="*/ 36 w 52"/>
              <a:gd name="T9" fmla="*/ 52 h 54"/>
              <a:gd name="T10" fmla="*/ 32 w 52"/>
              <a:gd name="T11" fmla="*/ 54 h 54"/>
              <a:gd name="T12" fmla="*/ 26 w 52"/>
              <a:gd name="T13" fmla="*/ 54 h 54"/>
              <a:gd name="T14" fmla="*/ 26 w 52"/>
              <a:gd name="T15" fmla="*/ 54 h 54"/>
              <a:gd name="T16" fmla="*/ 22 w 52"/>
              <a:gd name="T17" fmla="*/ 54 h 54"/>
              <a:gd name="T18" fmla="*/ 16 w 52"/>
              <a:gd name="T19" fmla="*/ 52 h 54"/>
              <a:gd name="T20" fmla="*/ 8 w 52"/>
              <a:gd name="T21" fmla="*/ 44 h 54"/>
              <a:gd name="T22" fmla="*/ 2 w 52"/>
              <a:gd name="T23" fmla="*/ 36 h 54"/>
              <a:gd name="T24" fmla="*/ 0 w 52"/>
              <a:gd name="T25" fmla="*/ 26 h 54"/>
              <a:gd name="T26" fmla="*/ 0 w 52"/>
              <a:gd name="T27" fmla="*/ 26 h 54"/>
              <a:gd name="T28" fmla="*/ 2 w 52"/>
              <a:gd name="T29" fmla="*/ 16 h 54"/>
              <a:gd name="T30" fmla="*/ 8 w 52"/>
              <a:gd name="T31" fmla="*/ 8 h 54"/>
              <a:gd name="T32" fmla="*/ 16 w 52"/>
              <a:gd name="T33" fmla="*/ 2 h 54"/>
              <a:gd name="T34" fmla="*/ 26 w 52"/>
              <a:gd name="T35" fmla="*/ 0 h 54"/>
              <a:gd name="T36" fmla="*/ 26 w 52"/>
              <a:gd name="T37" fmla="*/ 0 h 54"/>
              <a:gd name="T38" fmla="*/ 36 w 52"/>
              <a:gd name="T39" fmla="*/ 2 h 54"/>
              <a:gd name="T40" fmla="*/ 44 w 52"/>
              <a:gd name="T41" fmla="*/ 8 h 54"/>
              <a:gd name="T42" fmla="*/ 50 w 52"/>
              <a:gd name="T43" fmla="*/ 16 h 54"/>
              <a:gd name="T44" fmla="*/ 52 w 52"/>
              <a:gd name="T45" fmla="*/ 26 h 54"/>
              <a:gd name="T46" fmla="*/ 52 w 52"/>
              <a:gd name="T47" fmla="*/ 26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2" h="54">
                <a:moveTo>
                  <a:pt x="52" y="26"/>
                </a:moveTo>
                <a:lnTo>
                  <a:pt x="52" y="26"/>
                </a:lnTo>
                <a:lnTo>
                  <a:pt x="50" y="36"/>
                </a:lnTo>
                <a:lnTo>
                  <a:pt x="44" y="44"/>
                </a:lnTo>
                <a:lnTo>
                  <a:pt x="36" y="52"/>
                </a:lnTo>
                <a:lnTo>
                  <a:pt x="32" y="54"/>
                </a:lnTo>
                <a:lnTo>
                  <a:pt x="26" y="54"/>
                </a:lnTo>
                <a:lnTo>
                  <a:pt x="26" y="54"/>
                </a:lnTo>
                <a:lnTo>
                  <a:pt x="22" y="54"/>
                </a:lnTo>
                <a:lnTo>
                  <a:pt x="16" y="52"/>
                </a:lnTo>
                <a:lnTo>
                  <a:pt x="8" y="44"/>
                </a:lnTo>
                <a:lnTo>
                  <a:pt x="2" y="36"/>
                </a:lnTo>
                <a:lnTo>
                  <a:pt x="0" y="26"/>
                </a:lnTo>
                <a:lnTo>
                  <a:pt x="0" y="26"/>
                </a:lnTo>
                <a:lnTo>
                  <a:pt x="2" y="16"/>
                </a:lnTo>
                <a:lnTo>
                  <a:pt x="8" y="8"/>
                </a:lnTo>
                <a:lnTo>
                  <a:pt x="16" y="2"/>
                </a:lnTo>
                <a:lnTo>
                  <a:pt x="26" y="0"/>
                </a:lnTo>
                <a:lnTo>
                  <a:pt x="26" y="0"/>
                </a:lnTo>
                <a:lnTo>
                  <a:pt x="36" y="2"/>
                </a:lnTo>
                <a:lnTo>
                  <a:pt x="44" y="8"/>
                </a:lnTo>
                <a:lnTo>
                  <a:pt x="50" y="16"/>
                </a:lnTo>
                <a:lnTo>
                  <a:pt x="52" y="26"/>
                </a:lnTo>
                <a:lnTo>
                  <a:pt x="52" y="26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1" name="Freeform 1499"/>
          <p:cNvSpPr/>
          <p:nvPr/>
        </p:nvSpPr>
        <p:spPr bwMode="auto">
          <a:xfrm>
            <a:off x="5865749" y="4123675"/>
            <a:ext cx="261053" cy="174035"/>
          </a:xfrm>
          <a:custGeom>
            <a:avLst/>
            <a:gdLst>
              <a:gd name="T0" fmla="*/ 80 w 90"/>
              <a:gd name="T1" fmla="*/ 60 h 60"/>
              <a:gd name="T2" fmla="*/ 80 w 90"/>
              <a:gd name="T3" fmla="*/ 60 h 60"/>
              <a:gd name="T4" fmla="*/ 84 w 90"/>
              <a:gd name="T5" fmla="*/ 60 h 60"/>
              <a:gd name="T6" fmla="*/ 86 w 90"/>
              <a:gd name="T7" fmla="*/ 58 h 60"/>
              <a:gd name="T8" fmla="*/ 88 w 90"/>
              <a:gd name="T9" fmla="*/ 54 h 60"/>
              <a:gd name="T10" fmla="*/ 90 w 90"/>
              <a:gd name="T11" fmla="*/ 52 h 60"/>
              <a:gd name="T12" fmla="*/ 90 w 90"/>
              <a:gd name="T13" fmla="*/ 46 h 60"/>
              <a:gd name="T14" fmla="*/ 90 w 90"/>
              <a:gd name="T15" fmla="*/ 46 h 60"/>
              <a:gd name="T16" fmla="*/ 88 w 90"/>
              <a:gd name="T17" fmla="*/ 38 h 60"/>
              <a:gd name="T18" fmla="*/ 86 w 90"/>
              <a:gd name="T19" fmla="*/ 30 h 60"/>
              <a:gd name="T20" fmla="*/ 84 w 90"/>
              <a:gd name="T21" fmla="*/ 24 h 60"/>
              <a:gd name="T22" fmla="*/ 78 w 90"/>
              <a:gd name="T23" fmla="*/ 16 h 60"/>
              <a:gd name="T24" fmla="*/ 72 w 90"/>
              <a:gd name="T25" fmla="*/ 10 h 60"/>
              <a:gd name="T26" fmla="*/ 64 w 90"/>
              <a:gd name="T27" fmla="*/ 4 h 60"/>
              <a:gd name="T28" fmla="*/ 56 w 90"/>
              <a:gd name="T29" fmla="*/ 2 h 60"/>
              <a:gd name="T30" fmla="*/ 44 w 90"/>
              <a:gd name="T31" fmla="*/ 0 h 60"/>
              <a:gd name="T32" fmla="*/ 44 w 90"/>
              <a:gd name="T33" fmla="*/ 0 h 60"/>
              <a:gd name="T34" fmla="*/ 34 w 90"/>
              <a:gd name="T35" fmla="*/ 2 h 60"/>
              <a:gd name="T36" fmla="*/ 24 w 90"/>
              <a:gd name="T37" fmla="*/ 4 h 60"/>
              <a:gd name="T38" fmla="*/ 18 w 90"/>
              <a:gd name="T39" fmla="*/ 10 h 60"/>
              <a:gd name="T40" fmla="*/ 10 w 90"/>
              <a:gd name="T41" fmla="*/ 16 h 60"/>
              <a:gd name="T42" fmla="*/ 6 w 90"/>
              <a:gd name="T43" fmla="*/ 22 h 60"/>
              <a:gd name="T44" fmla="*/ 2 w 90"/>
              <a:gd name="T45" fmla="*/ 30 h 60"/>
              <a:gd name="T46" fmla="*/ 0 w 90"/>
              <a:gd name="T47" fmla="*/ 38 h 60"/>
              <a:gd name="T48" fmla="*/ 0 w 90"/>
              <a:gd name="T49" fmla="*/ 44 h 60"/>
              <a:gd name="T50" fmla="*/ 0 w 90"/>
              <a:gd name="T51" fmla="*/ 52 h 60"/>
              <a:gd name="T52" fmla="*/ 0 w 90"/>
              <a:gd name="T53" fmla="*/ 52 h 60"/>
              <a:gd name="T54" fmla="*/ 0 w 90"/>
              <a:gd name="T55" fmla="*/ 54 h 60"/>
              <a:gd name="T56" fmla="*/ 2 w 90"/>
              <a:gd name="T57" fmla="*/ 58 h 60"/>
              <a:gd name="T58" fmla="*/ 6 w 90"/>
              <a:gd name="T59" fmla="*/ 60 h 60"/>
              <a:gd name="T60" fmla="*/ 8 w 90"/>
              <a:gd name="T61" fmla="*/ 60 h 60"/>
              <a:gd name="T62" fmla="*/ 80 w 90"/>
              <a:gd name="T63" fmla="*/ 60 h 60"/>
              <a:gd name="T64" fmla="*/ 80 w 90"/>
              <a:gd name="T65" fmla="*/ 6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0" h="60">
                <a:moveTo>
                  <a:pt x="80" y="60"/>
                </a:moveTo>
                <a:lnTo>
                  <a:pt x="80" y="60"/>
                </a:lnTo>
                <a:lnTo>
                  <a:pt x="84" y="60"/>
                </a:lnTo>
                <a:lnTo>
                  <a:pt x="86" y="58"/>
                </a:lnTo>
                <a:lnTo>
                  <a:pt x="88" y="54"/>
                </a:lnTo>
                <a:lnTo>
                  <a:pt x="90" y="52"/>
                </a:lnTo>
                <a:lnTo>
                  <a:pt x="90" y="46"/>
                </a:lnTo>
                <a:lnTo>
                  <a:pt x="90" y="46"/>
                </a:lnTo>
                <a:lnTo>
                  <a:pt x="88" y="38"/>
                </a:lnTo>
                <a:lnTo>
                  <a:pt x="86" y="30"/>
                </a:lnTo>
                <a:lnTo>
                  <a:pt x="84" y="24"/>
                </a:lnTo>
                <a:lnTo>
                  <a:pt x="78" y="16"/>
                </a:lnTo>
                <a:lnTo>
                  <a:pt x="72" y="10"/>
                </a:lnTo>
                <a:lnTo>
                  <a:pt x="64" y="4"/>
                </a:lnTo>
                <a:lnTo>
                  <a:pt x="56" y="2"/>
                </a:lnTo>
                <a:lnTo>
                  <a:pt x="44" y="0"/>
                </a:lnTo>
                <a:lnTo>
                  <a:pt x="44" y="0"/>
                </a:lnTo>
                <a:lnTo>
                  <a:pt x="34" y="2"/>
                </a:lnTo>
                <a:lnTo>
                  <a:pt x="24" y="4"/>
                </a:lnTo>
                <a:lnTo>
                  <a:pt x="18" y="10"/>
                </a:lnTo>
                <a:lnTo>
                  <a:pt x="10" y="16"/>
                </a:lnTo>
                <a:lnTo>
                  <a:pt x="6" y="22"/>
                </a:lnTo>
                <a:lnTo>
                  <a:pt x="2" y="30"/>
                </a:lnTo>
                <a:lnTo>
                  <a:pt x="0" y="38"/>
                </a:lnTo>
                <a:lnTo>
                  <a:pt x="0" y="44"/>
                </a:lnTo>
                <a:lnTo>
                  <a:pt x="0" y="52"/>
                </a:lnTo>
                <a:lnTo>
                  <a:pt x="0" y="52"/>
                </a:lnTo>
                <a:lnTo>
                  <a:pt x="0" y="54"/>
                </a:lnTo>
                <a:lnTo>
                  <a:pt x="2" y="58"/>
                </a:lnTo>
                <a:lnTo>
                  <a:pt x="6" y="60"/>
                </a:lnTo>
                <a:lnTo>
                  <a:pt x="8" y="60"/>
                </a:lnTo>
                <a:lnTo>
                  <a:pt x="80" y="60"/>
                </a:lnTo>
                <a:lnTo>
                  <a:pt x="80" y="60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2" name="Freeform 1500"/>
          <p:cNvSpPr/>
          <p:nvPr/>
        </p:nvSpPr>
        <p:spPr bwMode="auto">
          <a:xfrm>
            <a:off x="5784532" y="4001850"/>
            <a:ext cx="110222" cy="116024"/>
          </a:xfrm>
          <a:custGeom>
            <a:avLst/>
            <a:gdLst>
              <a:gd name="T0" fmla="*/ 38 w 38"/>
              <a:gd name="T1" fmla="*/ 18 h 40"/>
              <a:gd name="T2" fmla="*/ 38 w 38"/>
              <a:gd name="T3" fmla="*/ 18 h 40"/>
              <a:gd name="T4" fmla="*/ 36 w 38"/>
              <a:gd name="T5" fmla="*/ 26 h 40"/>
              <a:gd name="T6" fmla="*/ 32 w 38"/>
              <a:gd name="T7" fmla="*/ 32 h 40"/>
              <a:gd name="T8" fmla="*/ 26 w 38"/>
              <a:gd name="T9" fmla="*/ 38 h 40"/>
              <a:gd name="T10" fmla="*/ 18 w 38"/>
              <a:gd name="T11" fmla="*/ 40 h 40"/>
              <a:gd name="T12" fmla="*/ 18 w 38"/>
              <a:gd name="T13" fmla="*/ 40 h 40"/>
              <a:gd name="T14" fmla="*/ 12 w 38"/>
              <a:gd name="T15" fmla="*/ 38 h 40"/>
              <a:gd name="T16" fmla="*/ 6 w 38"/>
              <a:gd name="T17" fmla="*/ 32 h 40"/>
              <a:gd name="T18" fmla="*/ 2 w 38"/>
              <a:gd name="T19" fmla="*/ 26 h 40"/>
              <a:gd name="T20" fmla="*/ 0 w 38"/>
              <a:gd name="T21" fmla="*/ 18 h 40"/>
              <a:gd name="T22" fmla="*/ 0 w 38"/>
              <a:gd name="T23" fmla="*/ 18 h 40"/>
              <a:gd name="T24" fmla="*/ 2 w 38"/>
              <a:gd name="T25" fmla="*/ 10 h 40"/>
              <a:gd name="T26" fmla="*/ 6 w 38"/>
              <a:gd name="T27" fmla="*/ 4 h 40"/>
              <a:gd name="T28" fmla="*/ 12 w 38"/>
              <a:gd name="T29" fmla="*/ 0 h 40"/>
              <a:gd name="T30" fmla="*/ 18 w 38"/>
              <a:gd name="T31" fmla="*/ 0 h 40"/>
              <a:gd name="T32" fmla="*/ 18 w 38"/>
              <a:gd name="T33" fmla="*/ 0 h 40"/>
              <a:gd name="T34" fmla="*/ 26 w 38"/>
              <a:gd name="T35" fmla="*/ 0 h 40"/>
              <a:gd name="T36" fmla="*/ 32 w 38"/>
              <a:gd name="T37" fmla="*/ 4 h 40"/>
              <a:gd name="T38" fmla="*/ 36 w 38"/>
              <a:gd name="T39" fmla="*/ 10 h 40"/>
              <a:gd name="T40" fmla="*/ 38 w 38"/>
              <a:gd name="T41" fmla="*/ 18 h 40"/>
              <a:gd name="T42" fmla="*/ 38 w 38"/>
              <a:gd name="T43" fmla="*/ 1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8" h="40">
                <a:moveTo>
                  <a:pt x="38" y="18"/>
                </a:moveTo>
                <a:lnTo>
                  <a:pt x="38" y="18"/>
                </a:lnTo>
                <a:lnTo>
                  <a:pt x="36" y="26"/>
                </a:lnTo>
                <a:lnTo>
                  <a:pt x="32" y="32"/>
                </a:lnTo>
                <a:lnTo>
                  <a:pt x="26" y="38"/>
                </a:lnTo>
                <a:lnTo>
                  <a:pt x="18" y="40"/>
                </a:lnTo>
                <a:lnTo>
                  <a:pt x="18" y="40"/>
                </a:lnTo>
                <a:lnTo>
                  <a:pt x="12" y="38"/>
                </a:lnTo>
                <a:lnTo>
                  <a:pt x="6" y="32"/>
                </a:lnTo>
                <a:lnTo>
                  <a:pt x="2" y="26"/>
                </a:lnTo>
                <a:lnTo>
                  <a:pt x="0" y="18"/>
                </a:lnTo>
                <a:lnTo>
                  <a:pt x="0" y="18"/>
                </a:lnTo>
                <a:lnTo>
                  <a:pt x="2" y="10"/>
                </a:lnTo>
                <a:lnTo>
                  <a:pt x="6" y="4"/>
                </a:lnTo>
                <a:lnTo>
                  <a:pt x="12" y="0"/>
                </a:lnTo>
                <a:lnTo>
                  <a:pt x="18" y="0"/>
                </a:lnTo>
                <a:lnTo>
                  <a:pt x="18" y="0"/>
                </a:lnTo>
                <a:lnTo>
                  <a:pt x="26" y="0"/>
                </a:lnTo>
                <a:lnTo>
                  <a:pt x="32" y="4"/>
                </a:lnTo>
                <a:lnTo>
                  <a:pt x="36" y="10"/>
                </a:lnTo>
                <a:lnTo>
                  <a:pt x="38" y="18"/>
                </a:lnTo>
                <a:lnTo>
                  <a:pt x="38" y="18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3" name="Freeform 1501"/>
          <p:cNvSpPr/>
          <p:nvPr/>
        </p:nvSpPr>
        <p:spPr bwMode="auto">
          <a:xfrm>
            <a:off x="5743924" y="4123675"/>
            <a:ext cx="156632" cy="127626"/>
          </a:xfrm>
          <a:custGeom>
            <a:avLst/>
            <a:gdLst>
              <a:gd name="T0" fmla="*/ 54 w 54"/>
              <a:gd name="T1" fmla="*/ 8 h 44"/>
              <a:gd name="T2" fmla="*/ 54 w 54"/>
              <a:gd name="T3" fmla="*/ 8 h 44"/>
              <a:gd name="T4" fmla="*/ 44 w 54"/>
              <a:gd name="T5" fmla="*/ 2 h 44"/>
              <a:gd name="T6" fmla="*/ 32 w 54"/>
              <a:gd name="T7" fmla="*/ 0 h 44"/>
              <a:gd name="T8" fmla="*/ 32 w 54"/>
              <a:gd name="T9" fmla="*/ 0 h 44"/>
              <a:gd name="T10" fmla="*/ 20 w 54"/>
              <a:gd name="T11" fmla="*/ 2 h 44"/>
              <a:gd name="T12" fmla="*/ 10 w 54"/>
              <a:gd name="T13" fmla="*/ 8 h 44"/>
              <a:gd name="T14" fmla="*/ 4 w 54"/>
              <a:gd name="T15" fmla="*/ 18 h 44"/>
              <a:gd name="T16" fmla="*/ 0 w 54"/>
              <a:gd name="T17" fmla="*/ 30 h 44"/>
              <a:gd name="T18" fmla="*/ 0 w 54"/>
              <a:gd name="T19" fmla="*/ 30 h 44"/>
              <a:gd name="T20" fmla="*/ 0 w 54"/>
              <a:gd name="T21" fmla="*/ 30 h 44"/>
              <a:gd name="T22" fmla="*/ 2 w 54"/>
              <a:gd name="T23" fmla="*/ 36 h 44"/>
              <a:gd name="T24" fmla="*/ 4 w 54"/>
              <a:gd name="T25" fmla="*/ 40 h 44"/>
              <a:gd name="T26" fmla="*/ 8 w 54"/>
              <a:gd name="T27" fmla="*/ 42 h 44"/>
              <a:gd name="T28" fmla="*/ 14 w 54"/>
              <a:gd name="T29" fmla="*/ 44 h 44"/>
              <a:gd name="T30" fmla="*/ 38 w 54"/>
              <a:gd name="T31" fmla="*/ 44 h 44"/>
              <a:gd name="T32" fmla="*/ 38 w 54"/>
              <a:gd name="T33" fmla="*/ 44 h 44"/>
              <a:gd name="T34" fmla="*/ 38 w 54"/>
              <a:gd name="T35" fmla="*/ 32 h 44"/>
              <a:gd name="T36" fmla="*/ 42 w 54"/>
              <a:gd name="T37" fmla="*/ 24 h 44"/>
              <a:gd name="T38" fmla="*/ 48 w 54"/>
              <a:gd name="T39" fmla="*/ 14 h 44"/>
              <a:gd name="T40" fmla="*/ 54 w 54"/>
              <a:gd name="T41" fmla="*/ 8 h 44"/>
              <a:gd name="T42" fmla="*/ 54 w 54"/>
              <a:gd name="T43" fmla="*/ 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4" h="44">
                <a:moveTo>
                  <a:pt x="54" y="8"/>
                </a:moveTo>
                <a:lnTo>
                  <a:pt x="54" y="8"/>
                </a:lnTo>
                <a:lnTo>
                  <a:pt x="44" y="2"/>
                </a:lnTo>
                <a:lnTo>
                  <a:pt x="32" y="0"/>
                </a:lnTo>
                <a:lnTo>
                  <a:pt x="32" y="0"/>
                </a:lnTo>
                <a:lnTo>
                  <a:pt x="20" y="2"/>
                </a:lnTo>
                <a:lnTo>
                  <a:pt x="10" y="8"/>
                </a:lnTo>
                <a:lnTo>
                  <a:pt x="4" y="18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2" y="36"/>
                </a:lnTo>
                <a:lnTo>
                  <a:pt x="4" y="40"/>
                </a:lnTo>
                <a:lnTo>
                  <a:pt x="8" y="42"/>
                </a:lnTo>
                <a:lnTo>
                  <a:pt x="14" y="44"/>
                </a:lnTo>
                <a:lnTo>
                  <a:pt x="38" y="44"/>
                </a:lnTo>
                <a:lnTo>
                  <a:pt x="38" y="44"/>
                </a:lnTo>
                <a:lnTo>
                  <a:pt x="38" y="32"/>
                </a:lnTo>
                <a:lnTo>
                  <a:pt x="42" y="24"/>
                </a:lnTo>
                <a:lnTo>
                  <a:pt x="48" y="14"/>
                </a:lnTo>
                <a:lnTo>
                  <a:pt x="54" y="8"/>
                </a:lnTo>
                <a:lnTo>
                  <a:pt x="54" y="8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4" name="Freeform 1502"/>
          <p:cNvSpPr/>
          <p:nvPr/>
        </p:nvSpPr>
        <p:spPr bwMode="auto">
          <a:xfrm>
            <a:off x="6097796" y="4001850"/>
            <a:ext cx="104421" cy="116024"/>
          </a:xfrm>
          <a:custGeom>
            <a:avLst/>
            <a:gdLst>
              <a:gd name="T0" fmla="*/ 0 w 36"/>
              <a:gd name="T1" fmla="*/ 18 h 40"/>
              <a:gd name="T2" fmla="*/ 0 w 36"/>
              <a:gd name="T3" fmla="*/ 18 h 40"/>
              <a:gd name="T4" fmla="*/ 0 w 36"/>
              <a:gd name="T5" fmla="*/ 26 h 40"/>
              <a:gd name="T6" fmla="*/ 4 w 36"/>
              <a:gd name="T7" fmla="*/ 32 h 40"/>
              <a:gd name="T8" fmla="*/ 10 w 36"/>
              <a:gd name="T9" fmla="*/ 38 h 40"/>
              <a:gd name="T10" fmla="*/ 18 w 36"/>
              <a:gd name="T11" fmla="*/ 40 h 40"/>
              <a:gd name="T12" fmla="*/ 18 w 36"/>
              <a:gd name="T13" fmla="*/ 40 h 40"/>
              <a:gd name="T14" fmla="*/ 26 w 36"/>
              <a:gd name="T15" fmla="*/ 38 h 40"/>
              <a:gd name="T16" fmla="*/ 32 w 36"/>
              <a:gd name="T17" fmla="*/ 32 h 40"/>
              <a:gd name="T18" fmla="*/ 36 w 36"/>
              <a:gd name="T19" fmla="*/ 26 h 40"/>
              <a:gd name="T20" fmla="*/ 36 w 36"/>
              <a:gd name="T21" fmla="*/ 18 h 40"/>
              <a:gd name="T22" fmla="*/ 36 w 36"/>
              <a:gd name="T23" fmla="*/ 18 h 40"/>
              <a:gd name="T24" fmla="*/ 36 w 36"/>
              <a:gd name="T25" fmla="*/ 10 h 40"/>
              <a:gd name="T26" fmla="*/ 32 w 36"/>
              <a:gd name="T27" fmla="*/ 4 h 40"/>
              <a:gd name="T28" fmla="*/ 26 w 36"/>
              <a:gd name="T29" fmla="*/ 0 h 40"/>
              <a:gd name="T30" fmla="*/ 18 w 36"/>
              <a:gd name="T31" fmla="*/ 0 h 40"/>
              <a:gd name="T32" fmla="*/ 18 w 36"/>
              <a:gd name="T33" fmla="*/ 0 h 40"/>
              <a:gd name="T34" fmla="*/ 10 w 36"/>
              <a:gd name="T35" fmla="*/ 0 h 40"/>
              <a:gd name="T36" fmla="*/ 4 w 36"/>
              <a:gd name="T37" fmla="*/ 4 h 40"/>
              <a:gd name="T38" fmla="*/ 0 w 36"/>
              <a:gd name="T39" fmla="*/ 10 h 40"/>
              <a:gd name="T40" fmla="*/ 0 w 36"/>
              <a:gd name="T41" fmla="*/ 18 h 40"/>
              <a:gd name="T42" fmla="*/ 0 w 36"/>
              <a:gd name="T43" fmla="*/ 1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6" h="40">
                <a:moveTo>
                  <a:pt x="0" y="18"/>
                </a:moveTo>
                <a:lnTo>
                  <a:pt x="0" y="18"/>
                </a:lnTo>
                <a:lnTo>
                  <a:pt x="0" y="26"/>
                </a:lnTo>
                <a:lnTo>
                  <a:pt x="4" y="32"/>
                </a:lnTo>
                <a:lnTo>
                  <a:pt x="10" y="38"/>
                </a:lnTo>
                <a:lnTo>
                  <a:pt x="18" y="40"/>
                </a:lnTo>
                <a:lnTo>
                  <a:pt x="18" y="40"/>
                </a:lnTo>
                <a:lnTo>
                  <a:pt x="26" y="38"/>
                </a:lnTo>
                <a:lnTo>
                  <a:pt x="32" y="32"/>
                </a:lnTo>
                <a:lnTo>
                  <a:pt x="36" y="26"/>
                </a:lnTo>
                <a:lnTo>
                  <a:pt x="36" y="18"/>
                </a:lnTo>
                <a:lnTo>
                  <a:pt x="36" y="18"/>
                </a:lnTo>
                <a:lnTo>
                  <a:pt x="36" y="10"/>
                </a:lnTo>
                <a:lnTo>
                  <a:pt x="32" y="4"/>
                </a:lnTo>
                <a:lnTo>
                  <a:pt x="26" y="0"/>
                </a:lnTo>
                <a:lnTo>
                  <a:pt x="18" y="0"/>
                </a:lnTo>
                <a:lnTo>
                  <a:pt x="18" y="0"/>
                </a:lnTo>
                <a:lnTo>
                  <a:pt x="10" y="0"/>
                </a:lnTo>
                <a:lnTo>
                  <a:pt x="4" y="4"/>
                </a:lnTo>
                <a:lnTo>
                  <a:pt x="0" y="10"/>
                </a:lnTo>
                <a:lnTo>
                  <a:pt x="0" y="18"/>
                </a:lnTo>
                <a:lnTo>
                  <a:pt x="0" y="18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5" name="Freeform 1503"/>
          <p:cNvSpPr/>
          <p:nvPr/>
        </p:nvSpPr>
        <p:spPr bwMode="auto">
          <a:xfrm>
            <a:off x="6086194" y="4123675"/>
            <a:ext cx="156632" cy="127626"/>
          </a:xfrm>
          <a:custGeom>
            <a:avLst/>
            <a:gdLst>
              <a:gd name="T0" fmla="*/ 0 w 54"/>
              <a:gd name="T1" fmla="*/ 8 h 44"/>
              <a:gd name="T2" fmla="*/ 0 w 54"/>
              <a:gd name="T3" fmla="*/ 8 h 44"/>
              <a:gd name="T4" fmla="*/ 10 w 54"/>
              <a:gd name="T5" fmla="*/ 2 h 44"/>
              <a:gd name="T6" fmla="*/ 22 w 54"/>
              <a:gd name="T7" fmla="*/ 0 h 44"/>
              <a:gd name="T8" fmla="*/ 22 w 54"/>
              <a:gd name="T9" fmla="*/ 0 h 44"/>
              <a:gd name="T10" fmla="*/ 34 w 54"/>
              <a:gd name="T11" fmla="*/ 2 h 44"/>
              <a:gd name="T12" fmla="*/ 44 w 54"/>
              <a:gd name="T13" fmla="*/ 8 h 44"/>
              <a:gd name="T14" fmla="*/ 52 w 54"/>
              <a:gd name="T15" fmla="*/ 18 h 44"/>
              <a:gd name="T16" fmla="*/ 54 w 54"/>
              <a:gd name="T17" fmla="*/ 30 h 44"/>
              <a:gd name="T18" fmla="*/ 54 w 54"/>
              <a:gd name="T19" fmla="*/ 30 h 44"/>
              <a:gd name="T20" fmla="*/ 54 w 54"/>
              <a:gd name="T21" fmla="*/ 30 h 44"/>
              <a:gd name="T22" fmla="*/ 54 w 54"/>
              <a:gd name="T23" fmla="*/ 36 h 44"/>
              <a:gd name="T24" fmla="*/ 50 w 54"/>
              <a:gd name="T25" fmla="*/ 40 h 44"/>
              <a:gd name="T26" fmla="*/ 46 w 54"/>
              <a:gd name="T27" fmla="*/ 42 h 44"/>
              <a:gd name="T28" fmla="*/ 40 w 54"/>
              <a:gd name="T29" fmla="*/ 44 h 44"/>
              <a:gd name="T30" fmla="*/ 16 w 54"/>
              <a:gd name="T31" fmla="*/ 44 h 44"/>
              <a:gd name="T32" fmla="*/ 16 w 54"/>
              <a:gd name="T33" fmla="*/ 44 h 44"/>
              <a:gd name="T34" fmla="*/ 16 w 54"/>
              <a:gd name="T35" fmla="*/ 32 h 44"/>
              <a:gd name="T36" fmla="*/ 12 w 54"/>
              <a:gd name="T37" fmla="*/ 24 h 44"/>
              <a:gd name="T38" fmla="*/ 8 w 54"/>
              <a:gd name="T39" fmla="*/ 14 h 44"/>
              <a:gd name="T40" fmla="*/ 0 w 54"/>
              <a:gd name="T41" fmla="*/ 8 h 44"/>
              <a:gd name="T42" fmla="*/ 0 w 54"/>
              <a:gd name="T43" fmla="*/ 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4" h="44">
                <a:moveTo>
                  <a:pt x="0" y="8"/>
                </a:moveTo>
                <a:lnTo>
                  <a:pt x="0" y="8"/>
                </a:lnTo>
                <a:lnTo>
                  <a:pt x="10" y="2"/>
                </a:lnTo>
                <a:lnTo>
                  <a:pt x="22" y="0"/>
                </a:lnTo>
                <a:lnTo>
                  <a:pt x="22" y="0"/>
                </a:lnTo>
                <a:lnTo>
                  <a:pt x="34" y="2"/>
                </a:lnTo>
                <a:lnTo>
                  <a:pt x="44" y="8"/>
                </a:lnTo>
                <a:lnTo>
                  <a:pt x="52" y="18"/>
                </a:lnTo>
                <a:lnTo>
                  <a:pt x="54" y="30"/>
                </a:lnTo>
                <a:lnTo>
                  <a:pt x="54" y="30"/>
                </a:lnTo>
                <a:lnTo>
                  <a:pt x="54" y="30"/>
                </a:lnTo>
                <a:lnTo>
                  <a:pt x="54" y="36"/>
                </a:lnTo>
                <a:lnTo>
                  <a:pt x="50" y="40"/>
                </a:lnTo>
                <a:lnTo>
                  <a:pt x="46" y="42"/>
                </a:lnTo>
                <a:lnTo>
                  <a:pt x="40" y="44"/>
                </a:lnTo>
                <a:lnTo>
                  <a:pt x="16" y="44"/>
                </a:lnTo>
                <a:lnTo>
                  <a:pt x="16" y="44"/>
                </a:lnTo>
                <a:lnTo>
                  <a:pt x="16" y="32"/>
                </a:lnTo>
                <a:lnTo>
                  <a:pt x="12" y="24"/>
                </a:lnTo>
                <a:lnTo>
                  <a:pt x="8" y="14"/>
                </a:lnTo>
                <a:lnTo>
                  <a:pt x="0" y="8"/>
                </a:lnTo>
                <a:lnTo>
                  <a:pt x="0" y="8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6" name="iSḻïḍê"/>
          <p:cNvSpPr/>
          <p:nvPr/>
        </p:nvSpPr>
        <p:spPr bwMode="auto">
          <a:xfrm>
            <a:off x="8934574" y="3284342"/>
            <a:ext cx="2701949" cy="84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Copy paste fonts. Choose the only option to retain text</a:t>
            </a:r>
            <a:r>
              <a:rPr lang="en-US" altLang="zh-CN" sz="1000" dirty="0" smtClean="0"/>
              <a:t>.</a:t>
            </a:r>
            <a:r>
              <a:rPr lang="en-US" altLang="zh-CN" sz="1000" dirty="0"/>
              <a:t> Copy paste fonts. Choose the only option to retain text.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Copy paste fonts. Choose the only option to retain text.</a:t>
            </a:r>
          </a:p>
          <a:p>
            <a:pPr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107" name="ísļiḋé"/>
          <p:cNvSpPr txBox="1"/>
          <p:nvPr/>
        </p:nvSpPr>
        <p:spPr bwMode="auto">
          <a:xfrm>
            <a:off x="8934574" y="2950302"/>
            <a:ext cx="2195910" cy="351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rIns="90000">
            <a:normAutofit lnSpcReduction="10000"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1C50A2"/>
                </a:solidFill>
              </a:rPr>
              <a:t>Text here</a:t>
            </a:r>
            <a:endParaRPr lang="zh-CN" altLang="en-US" sz="1800" b="1" dirty="0">
              <a:solidFill>
                <a:srgbClr val="1C50A2"/>
              </a:solidFill>
            </a:endParaRPr>
          </a:p>
        </p:txBody>
      </p:sp>
      <p:sp>
        <p:nvSpPr>
          <p:cNvPr id="108" name="iSḻïḍê"/>
          <p:cNvSpPr/>
          <p:nvPr/>
        </p:nvSpPr>
        <p:spPr bwMode="auto">
          <a:xfrm>
            <a:off x="564006" y="3283424"/>
            <a:ext cx="2701949" cy="84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rmAutofit fontScale="77500" lnSpcReduction="20000"/>
          </a:bodyPr>
          <a:lstStyle/>
          <a:p>
            <a:pPr algn="r">
              <a:lnSpc>
                <a:spcPct val="150000"/>
              </a:lnSpc>
            </a:pPr>
            <a:r>
              <a:rPr lang="en-US" altLang="zh-CN" sz="1000" dirty="0"/>
              <a:t>Copy paste fonts. Choose the only option to retain text</a:t>
            </a:r>
            <a:r>
              <a:rPr lang="en-US" altLang="zh-CN" sz="1000" dirty="0" smtClean="0"/>
              <a:t>.</a:t>
            </a:r>
            <a:r>
              <a:rPr lang="en-US" altLang="zh-CN" sz="1000" dirty="0"/>
              <a:t> Copy paste fonts. Choose the only option to retain text.</a:t>
            </a:r>
          </a:p>
          <a:p>
            <a:pPr algn="r">
              <a:lnSpc>
                <a:spcPct val="150000"/>
              </a:lnSpc>
            </a:pPr>
            <a:r>
              <a:rPr lang="en-US" altLang="zh-CN" sz="1000" dirty="0"/>
              <a:t>Copy paste fonts. Choose the only option to retain text.</a:t>
            </a:r>
          </a:p>
          <a:p>
            <a:pPr algn="r"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109" name="ísļiḋé"/>
          <p:cNvSpPr txBox="1"/>
          <p:nvPr/>
        </p:nvSpPr>
        <p:spPr bwMode="auto">
          <a:xfrm>
            <a:off x="999763" y="3033053"/>
            <a:ext cx="2195910" cy="351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rIns="90000">
            <a:normAutofit lnSpcReduction="10000"/>
          </a:bodyPr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1C50A2"/>
                </a:solidFill>
              </a:rPr>
              <a:t>Text here</a:t>
            </a:r>
            <a:endParaRPr lang="zh-CN" altLang="en-US" sz="1800" b="1" dirty="0">
              <a:solidFill>
                <a:srgbClr val="1C50A2"/>
              </a:solidFill>
            </a:endParaRPr>
          </a:p>
        </p:txBody>
      </p:sp>
      <p:sp>
        <p:nvSpPr>
          <p:cNvPr id="110" name="iSḻïḍê"/>
          <p:cNvSpPr/>
          <p:nvPr/>
        </p:nvSpPr>
        <p:spPr bwMode="auto">
          <a:xfrm>
            <a:off x="1549540" y="1794694"/>
            <a:ext cx="2701949" cy="84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rmAutofit fontScale="77500" lnSpcReduction="20000"/>
          </a:bodyPr>
          <a:lstStyle/>
          <a:p>
            <a:pPr algn="r">
              <a:lnSpc>
                <a:spcPct val="150000"/>
              </a:lnSpc>
            </a:pPr>
            <a:r>
              <a:rPr lang="en-US" altLang="zh-CN" sz="1000" dirty="0"/>
              <a:t>Copy paste fonts. Choose the only option to retain text</a:t>
            </a:r>
            <a:r>
              <a:rPr lang="en-US" altLang="zh-CN" sz="1000" dirty="0" smtClean="0"/>
              <a:t>.</a:t>
            </a:r>
            <a:r>
              <a:rPr lang="en-US" altLang="zh-CN" sz="1000" dirty="0"/>
              <a:t> Copy paste fonts. Choose the only option to retain text.</a:t>
            </a:r>
          </a:p>
          <a:p>
            <a:pPr algn="r">
              <a:lnSpc>
                <a:spcPct val="150000"/>
              </a:lnSpc>
            </a:pPr>
            <a:r>
              <a:rPr lang="en-US" altLang="zh-CN" sz="1000" dirty="0"/>
              <a:t>Copy paste fonts. Choose the only option to retain text.</a:t>
            </a:r>
          </a:p>
          <a:p>
            <a:pPr algn="r"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111" name="ísļiḋé"/>
          <p:cNvSpPr txBox="1"/>
          <p:nvPr/>
        </p:nvSpPr>
        <p:spPr bwMode="auto">
          <a:xfrm>
            <a:off x="1985297" y="1544323"/>
            <a:ext cx="2195910" cy="351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rIns="90000">
            <a:normAutofit lnSpcReduction="10000"/>
          </a:bodyPr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1C50A2"/>
                </a:solidFill>
              </a:rPr>
              <a:t>Text here</a:t>
            </a:r>
            <a:endParaRPr lang="zh-CN" altLang="en-US" sz="1800" b="1" dirty="0">
              <a:solidFill>
                <a:srgbClr val="1C50A2"/>
              </a:solidFill>
            </a:endParaRPr>
          </a:p>
        </p:txBody>
      </p:sp>
      <p:sp>
        <p:nvSpPr>
          <p:cNvPr id="112" name="iSḻïḍê"/>
          <p:cNvSpPr/>
          <p:nvPr/>
        </p:nvSpPr>
        <p:spPr bwMode="auto">
          <a:xfrm>
            <a:off x="7811344" y="2017977"/>
            <a:ext cx="2701949" cy="84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Copy paste fonts. Choose the only option to retain text</a:t>
            </a:r>
            <a:r>
              <a:rPr lang="en-US" altLang="zh-CN" sz="1000" dirty="0" smtClean="0"/>
              <a:t>.</a:t>
            </a:r>
            <a:r>
              <a:rPr lang="en-US" altLang="zh-CN" sz="1000" dirty="0"/>
              <a:t> Copy paste fonts. Choose the only option to retain text.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Copy paste fonts. Choose the only option to retain text.</a:t>
            </a:r>
          </a:p>
          <a:p>
            <a:pPr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113" name="ísļiḋé"/>
          <p:cNvSpPr txBox="1"/>
          <p:nvPr/>
        </p:nvSpPr>
        <p:spPr bwMode="auto">
          <a:xfrm>
            <a:off x="7811344" y="1683937"/>
            <a:ext cx="2195910" cy="351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rIns="90000">
            <a:normAutofit lnSpcReduction="10000"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1C50A2"/>
                </a:solidFill>
              </a:rPr>
              <a:t>Text here</a:t>
            </a:r>
            <a:endParaRPr lang="zh-CN" altLang="en-US" sz="1800" b="1" dirty="0">
              <a:solidFill>
                <a:srgbClr val="1C50A2"/>
              </a:solidFill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669925" y="5196390"/>
            <a:ext cx="582965" cy="525610"/>
            <a:chOff x="5424755" y="1340768"/>
            <a:chExt cx="670560" cy="604586"/>
          </a:xfrm>
        </p:grpSpPr>
        <p:grpSp>
          <p:nvGrpSpPr>
            <p:cNvPr id="115" name="组合 114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7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118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116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119" name="文本框 9"/>
          <p:cNvSpPr txBox="1"/>
          <p:nvPr/>
        </p:nvSpPr>
        <p:spPr>
          <a:xfrm>
            <a:off x="1373864" y="5212081"/>
            <a:ext cx="2072822" cy="40037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charset="-122"/>
                <a:ea typeface="微软雅黑" panose="020B0503020204020204" charset="-122"/>
              </a:rPr>
              <a:t>输入文字标题</a:t>
            </a:r>
          </a:p>
        </p:txBody>
      </p:sp>
      <p:cxnSp>
        <p:nvCxnSpPr>
          <p:cNvPr id="120" name="直接连接符 119"/>
          <p:cNvCxnSpPr/>
          <p:nvPr/>
        </p:nvCxnSpPr>
        <p:spPr>
          <a:xfrm>
            <a:off x="1453588" y="5610701"/>
            <a:ext cx="9042524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组合 120"/>
          <p:cNvGrpSpPr/>
          <p:nvPr/>
        </p:nvGrpSpPr>
        <p:grpSpPr>
          <a:xfrm>
            <a:off x="10654293" y="5466301"/>
            <a:ext cx="286442" cy="258260"/>
            <a:chOff x="3720691" y="2824413"/>
            <a:chExt cx="1341120" cy="1209172"/>
          </a:xfrm>
        </p:grpSpPr>
        <p:sp>
          <p:nvSpPr>
            <p:cNvPr id="12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2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124" name="TextBox 76"/>
          <p:cNvSpPr txBox="1"/>
          <p:nvPr/>
        </p:nvSpPr>
        <p:spPr>
          <a:xfrm>
            <a:off x="1370936" y="5620017"/>
            <a:ext cx="9460895" cy="74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351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7" name="组合 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1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建议与总结</a:t>
            </a:r>
          </a:p>
        </p:txBody>
      </p:sp>
      <p:sp>
        <p:nvSpPr>
          <p:cNvPr id="12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kumimoji="1" lang="zh-CN" altLang="en-US" b="1" dirty="0">
                <a:solidFill>
                  <a:srgbClr val="1C50A2"/>
                </a:solidFill>
                <a:latin typeface="Arial" panose="020B0604020202020204"/>
              </a:rPr>
              <a:t>问题评估</a:t>
            </a:r>
            <a:endParaRPr lang="zh-CN" altLang="en-US" b="1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相关对策</a:t>
            </a:r>
          </a:p>
        </p:txBody>
      </p:sp>
      <p:sp>
        <p:nvSpPr>
          <p:cNvPr id="15" name="矩形 14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研究总结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441652" y="29469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成绩与思考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15993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/>
        </p:nvGrpSpPr>
        <p:grpSpPr>
          <a:xfrm>
            <a:off x="766202" y="2414218"/>
            <a:ext cx="6084053" cy="2656365"/>
            <a:chOff x="2774705" y="1780372"/>
            <a:chExt cx="6084053" cy="2656365"/>
          </a:xfrm>
        </p:grpSpPr>
        <p:grpSp>
          <p:nvGrpSpPr>
            <p:cNvPr id="62" name="Group 6"/>
            <p:cNvGrpSpPr/>
            <p:nvPr/>
          </p:nvGrpSpPr>
          <p:grpSpPr>
            <a:xfrm>
              <a:off x="2774705" y="1780372"/>
              <a:ext cx="6084053" cy="2656365"/>
              <a:chOff x="1447800" y="2628900"/>
              <a:chExt cx="5745163" cy="2508402"/>
            </a:xfrm>
            <a:solidFill>
              <a:srgbClr val="1C50A2"/>
            </a:solidFill>
          </p:grpSpPr>
          <p:sp>
            <p:nvSpPr>
              <p:cNvPr id="66" name="Freeform 40"/>
              <p:cNvSpPr>
                <a:spLocks/>
              </p:cNvSpPr>
              <p:nvPr/>
            </p:nvSpPr>
            <p:spPr bwMode="auto">
              <a:xfrm>
                <a:off x="1447800" y="2668739"/>
                <a:ext cx="5745163" cy="2468563"/>
              </a:xfrm>
              <a:custGeom>
                <a:avLst/>
                <a:gdLst/>
                <a:ahLst/>
                <a:cxnLst>
                  <a:cxn ang="0">
                    <a:pos x="1532" y="272"/>
                  </a:cxn>
                  <a:cxn ang="0">
                    <a:pos x="984" y="0"/>
                  </a:cxn>
                  <a:cxn ang="0">
                    <a:pos x="984" y="162"/>
                  </a:cxn>
                  <a:cxn ang="0">
                    <a:pos x="0" y="658"/>
                  </a:cxn>
                  <a:cxn ang="0">
                    <a:pos x="984" y="388"/>
                  </a:cxn>
                  <a:cxn ang="0">
                    <a:pos x="984" y="385"/>
                  </a:cxn>
                  <a:cxn ang="0">
                    <a:pos x="984" y="533"/>
                  </a:cxn>
                  <a:cxn ang="0">
                    <a:pos x="1532" y="272"/>
                  </a:cxn>
                </a:cxnLst>
                <a:rect l="0" t="0" r="r" b="b"/>
                <a:pathLst>
                  <a:path w="1532" h="658">
                    <a:moveTo>
                      <a:pt x="1532" y="272"/>
                    </a:moveTo>
                    <a:cubicBezTo>
                      <a:pt x="984" y="0"/>
                      <a:pt x="984" y="0"/>
                      <a:pt x="984" y="0"/>
                    </a:cubicBezTo>
                    <a:cubicBezTo>
                      <a:pt x="984" y="162"/>
                      <a:pt x="984" y="162"/>
                      <a:pt x="984" y="162"/>
                    </a:cubicBezTo>
                    <a:cubicBezTo>
                      <a:pt x="914" y="167"/>
                      <a:pt x="243" y="222"/>
                      <a:pt x="0" y="658"/>
                    </a:cubicBezTo>
                    <a:cubicBezTo>
                      <a:pt x="0" y="658"/>
                      <a:pt x="302" y="350"/>
                      <a:pt x="984" y="388"/>
                    </a:cubicBezTo>
                    <a:cubicBezTo>
                      <a:pt x="984" y="385"/>
                      <a:pt x="984" y="385"/>
                      <a:pt x="984" y="385"/>
                    </a:cubicBezTo>
                    <a:cubicBezTo>
                      <a:pt x="984" y="533"/>
                      <a:pt x="984" y="533"/>
                      <a:pt x="984" y="533"/>
                    </a:cubicBezTo>
                    <a:lnTo>
                      <a:pt x="1532" y="27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6435" tIns="48218" rIns="96435" bIns="48218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7" name="Freeform 40"/>
              <p:cNvSpPr>
                <a:spLocks/>
              </p:cNvSpPr>
              <p:nvPr/>
            </p:nvSpPr>
            <p:spPr bwMode="auto">
              <a:xfrm>
                <a:off x="1447800" y="2628900"/>
                <a:ext cx="5745163" cy="2468563"/>
              </a:xfrm>
              <a:custGeom>
                <a:avLst/>
                <a:gdLst/>
                <a:ahLst/>
                <a:cxnLst>
                  <a:cxn ang="0">
                    <a:pos x="1532" y="272"/>
                  </a:cxn>
                  <a:cxn ang="0">
                    <a:pos x="984" y="0"/>
                  </a:cxn>
                  <a:cxn ang="0">
                    <a:pos x="984" y="162"/>
                  </a:cxn>
                  <a:cxn ang="0">
                    <a:pos x="0" y="658"/>
                  </a:cxn>
                  <a:cxn ang="0">
                    <a:pos x="984" y="388"/>
                  </a:cxn>
                  <a:cxn ang="0">
                    <a:pos x="984" y="385"/>
                  </a:cxn>
                  <a:cxn ang="0">
                    <a:pos x="984" y="533"/>
                  </a:cxn>
                  <a:cxn ang="0">
                    <a:pos x="1532" y="272"/>
                  </a:cxn>
                </a:cxnLst>
                <a:rect l="0" t="0" r="r" b="b"/>
                <a:pathLst>
                  <a:path w="1532" h="658">
                    <a:moveTo>
                      <a:pt x="1532" y="272"/>
                    </a:moveTo>
                    <a:cubicBezTo>
                      <a:pt x="984" y="0"/>
                      <a:pt x="984" y="0"/>
                      <a:pt x="984" y="0"/>
                    </a:cubicBezTo>
                    <a:cubicBezTo>
                      <a:pt x="984" y="162"/>
                      <a:pt x="984" y="162"/>
                      <a:pt x="984" y="162"/>
                    </a:cubicBezTo>
                    <a:cubicBezTo>
                      <a:pt x="914" y="167"/>
                      <a:pt x="243" y="222"/>
                      <a:pt x="0" y="658"/>
                    </a:cubicBezTo>
                    <a:cubicBezTo>
                      <a:pt x="0" y="658"/>
                      <a:pt x="302" y="350"/>
                      <a:pt x="984" y="388"/>
                    </a:cubicBezTo>
                    <a:cubicBezTo>
                      <a:pt x="984" y="385"/>
                      <a:pt x="984" y="385"/>
                      <a:pt x="984" y="385"/>
                    </a:cubicBezTo>
                    <a:cubicBezTo>
                      <a:pt x="984" y="533"/>
                      <a:pt x="984" y="533"/>
                      <a:pt x="984" y="533"/>
                    </a:cubicBezTo>
                    <a:lnTo>
                      <a:pt x="1532" y="2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6435" tIns="48218" rIns="96435" bIns="48218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2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63" name="圆角矩形 62"/>
            <p:cNvSpPr/>
            <p:nvPr/>
          </p:nvSpPr>
          <p:spPr>
            <a:xfrm>
              <a:off x="3944959" y="3266705"/>
              <a:ext cx="295611" cy="295611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95000"/>
              </a:sysClr>
            </a:solidFill>
            <a:ln w="50800" cap="flat" cmpd="sng" algn="ctr">
              <a:noFill/>
              <a:prstDash val="solid"/>
              <a:miter lim="800000"/>
            </a:ln>
            <a:effectLst>
              <a:outerShdw blurRad="76200" dist="38100" dir="2700000" algn="tl" rotWithShape="0">
                <a:sysClr val="windowText" lastClr="000000">
                  <a:lumMod val="65000"/>
                  <a:lumOff val="35000"/>
                  <a:alpha val="64000"/>
                </a:sys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1750" h="6350" prst="angle"/>
            </a:sp3d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kern="0" dirty="0">
                  <a:solidFill>
                    <a:srgbClr val="2B2939"/>
                  </a:solidFill>
                  <a:latin typeface="Calibri"/>
                  <a:ea typeface="宋体"/>
                  <a:cs typeface="+mn-ea"/>
                  <a:sym typeface="+mn-lt"/>
                </a:rPr>
                <a:t>1</a:t>
              </a:r>
              <a:endParaRPr lang="zh-CN" altLang="en-US" sz="2000" b="1" kern="0" dirty="0">
                <a:solidFill>
                  <a:srgbClr val="2B2939"/>
                </a:solidFill>
                <a:latin typeface="Calibri"/>
                <a:ea typeface="宋体"/>
                <a:cs typeface="+mn-ea"/>
                <a:sym typeface="+mn-lt"/>
              </a:endParaRPr>
            </a:p>
          </p:txBody>
        </p:sp>
        <p:sp>
          <p:nvSpPr>
            <p:cNvPr id="64" name="圆角矩形 63"/>
            <p:cNvSpPr/>
            <p:nvPr/>
          </p:nvSpPr>
          <p:spPr>
            <a:xfrm>
              <a:off x="4726303" y="2853402"/>
              <a:ext cx="439417" cy="439417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95000"/>
              </a:sysClr>
            </a:solidFill>
            <a:ln w="50800" cap="flat" cmpd="sng" algn="ctr">
              <a:noFill/>
              <a:prstDash val="solid"/>
              <a:miter lim="800000"/>
            </a:ln>
            <a:effectLst>
              <a:outerShdw blurRad="76200" dist="38100" dir="2700000" algn="tl" rotWithShape="0">
                <a:sysClr val="windowText" lastClr="000000">
                  <a:lumMod val="65000"/>
                  <a:lumOff val="35000"/>
                  <a:alpha val="64000"/>
                </a:sys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1750" h="6350" prst="angle"/>
            </a:sp3d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kern="0" dirty="0">
                  <a:solidFill>
                    <a:srgbClr val="2B2939"/>
                  </a:solidFill>
                  <a:latin typeface="Calibri"/>
                  <a:ea typeface="宋体"/>
                  <a:cs typeface="+mn-ea"/>
                  <a:sym typeface="+mn-lt"/>
                </a:rPr>
                <a:t>2</a:t>
              </a:r>
              <a:endParaRPr lang="zh-CN" altLang="en-US" sz="2000" b="1" kern="0" dirty="0">
                <a:solidFill>
                  <a:srgbClr val="2B2939"/>
                </a:solidFill>
                <a:latin typeface="Calibri"/>
                <a:ea typeface="宋体"/>
                <a:cs typeface="+mn-ea"/>
                <a:sym typeface="+mn-lt"/>
              </a:endParaRPr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5885409" y="2578102"/>
              <a:ext cx="625490" cy="625489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95000"/>
              </a:sysClr>
            </a:solidFill>
            <a:ln w="50800" cap="flat" cmpd="sng" algn="ctr">
              <a:noFill/>
              <a:prstDash val="solid"/>
              <a:miter lim="800000"/>
            </a:ln>
            <a:effectLst>
              <a:outerShdw blurRad="76200" dist="38100" dir="2700000" algn="tl" rotWithShape="0">
                <a:sysClr val="windowText" lastClr="000000">
                  <a:lumMod val="65000"/>
                  <a:lumOff val="35000"/>
                  <a:alpha val="64000"/>
                </a:sys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1750" h="6350" prst="angle"/>
            </a:sp3d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kern="0" dirty="0">
                  <a:solidFill>
                    <a:srgbClr val="2B2939"/>
                  </a:solidFill>
                  <a:latin typeface="Calibri"/>
                  <a:ea typeface="宋体"/>
                  <a:cs typeface="+mn-ea"/>
                  <a:sym typeface="+mn-lt"/>
                </a:rPr>
                <a:t>3</a:t>
              </a:r>
              <a:endParaRPr lang="zh-CN" altLang="en-US" sz="2000" b="1" kern="0" dirty="0">
                <a:solidFill>
                  <a:srgbClr val="2B2939"/>
                </a:solidFill>
                <a:latin typeface="Calibri"/>
                <a:ea typeface="宋体"/>
                <a:cs typeface="+mn-ea"/>
                <a:sym typeface="+mn-lt"/>
              </a:endParaRPr>
            </a:p>
          </p:txBody>
        </p:sp>
      </p:grpSp>
      <p:sp>
        <p:nvSpPr>
          <p:cNvPr id="68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69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7116680" y="2507488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70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7165501" y="2941479"/>
            <a:ext cx="4017713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more </a:t>
            </a:r>
            <a:r>
              <a:rPr lang="en-US" altLang="zh-CN" sz="1000" dirty="0" err="1" smtClean="0"/>
              <a:t>fluent.Theme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color makes PPT more convenient</a:t>
            </a:r>
          </a:p>
          <a:p>
            <a:pPr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71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209090" y="231932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77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7116680" y="3930568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78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7165501" y="4364559"/>
            <a:ext cx="4017713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more </a:t>
            </a:r>
            <a:r>
              <a:rPr lang="en-US" altLang="zh-CN" sz="1000" dirty="0" err="1" smtClean="0"/>
              <a:t>fluent.Theme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color makes PPT more convenient</a:t>
            </a:r>
          </a:p>
          <a:p>
            <a:pPr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79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209090" y="3742401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80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2468475" y="4923592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81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2517296" y="5357583"/>
            <a:ext cx="4017713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more </a:t>
            </a:r>
            <a:r>
              <a:rPr lang="en-US" altLang="zh-CN" sz="1000" dirty="0" err="1" smtClean="0"/>
              <a:t>fluent.Theme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color makes PPT more convenient</a:t>
            </a:r>
          </a:p>
          <a:p>
            <a:pPr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82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2560885" y="4735425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0707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组合 96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98" name="组合 97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00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99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02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建议与总结</a:t>
            </a:r>
          </a:p>
        </p:txBody>
      </p:sp>
      <p:sp>
        <p:nvSpPr>
          <p:cNvPr id="103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问题评估</a:t>
            </a:r>
            <a:endParaRPr lang="zh-CN" altLang="en-US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b="1" dirty="0">
                <a:solidFill>
                  <a:srgbClr val="1C50A2"/>
                </a:solidFill>
                <a:latin typeface="Arial" panose="020B0604020202020204"/>
              </a:rPr>
              <a:t>相关对策</a:t>
            </a:r>
          </a:p>
        </p:txBody>
      </p:sp>
      <p:sp>
        <p:nvSpPr>
          <p:cNvPr id="106" name="矩形 105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研究总结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0441652" y="29469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成绩与思考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115993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肘形连接符 43"/>
          <p:cNvSpPr>
            <a:spLocks noChangeShapeType="1"/>
          </p:cNvSpPr>
          <p:nvPr/>
        </p:nvSpPr>
        <p:spPr bwMode="auto">
          <a:xfrm rot="10800000" flipH="1">
            <a:off x="7103951" y="2555859"/>
            <a:ext cx="73309" cy="1441986"/>
          </a:xfrm>
          <a:prstGeom prst="bentConnector2">
            <a:avLst/>
          </a:prstGeom>
          <a:noFill/>
          <a:ln w="9525" cap="flat" cmpd="sng">
            <a:solidFill>
              <a:srgbClr val="1C50A2"/>
            </a:solidFill>
            <a:prstDash val="sysDash"/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500" kern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肘形连接符 17"/>
          <p:cNvSpPr>
            <a:spLocks noChangeShapeType="1"/>
          </p:cNvSpPr>
          <p:nvPr/>
        </p:nvSpPr>
        <p:spPr bwMode="auto">
          <a:xfrm rot="16200000" flipH="1">
            <a:off x="6479352" y="4694498"/>
            <a:ext cx="255356" cy="1618335"/>
          </a:xfrm>
          <a:prstGeom prst="bentConnector2">
            <a:avLst/>
          </a:prstGeom>
          <a:noFill/>
          <a:ln w="9525" cap="flat" cmpd="sng">
            <a:solidFill>
              <a:srgbClr val="1C50A2"/>
            </a:solidFill>
            <a:prstDash val="sysDash"/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500" kern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肘形连接符 46"/>
          <p:cNvSpPr>
            <a:spLocks noChangeShapeType="1"/>
          </p:cNvSpPr>
          <p:nvPr/>
        </p:nvSpPr>
        <p:spPr bwMode="auto">
          <a:xfrm rot="10800000" flipV="1">
            <a:off x="4277341" y="4122509"/>
            <a:ext cx="142624" cy="606264"/>
          </a:xfrm>
          <a:prstGeom prst="bentConnector2">
            <a:avLst/>
          </a:prstGeom>
          <a:noFill/>
          <a:ln w="9525" cap="flat" cmpd="sng">
            <a:solidFill>
              <a:srgbClr val="1C50A2"/>
            </a:solidFill>
            <a:prstDash val="sysDash"/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500" kern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肘形连接符 51"/>
          <p:cNvSpPr>
            <a:spLocks noChangeShapeType="1"/>
          </p:cNvSpPr>
          <p:nvPr/>
        </p:nvSpPr>
        <p:spPr bwMode="auto">
          <a:xfrm rot="16200000" flipV="1">
            <a:off x="5037734" y="2121268"/>
            <a:ext cx="96267" cy="1430568"/>
          </a:xfrm>
          <a:prstGeom prst="bentConnector2">
            <a:avLst/>
          </a:prstGeom>
          <a:noFill/>
          <a:ln w="9525" cap="flat" cmpd="sng">
            <a:solidFill>
              <a:srgbClr val="1C50A2"/>
            </a:solidFill>
            <a:prstDash val="sysDash"/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500" kern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椭圆 12"/>
          <p:cNvSpPr>
            <a:spLocks noChangeArrowheads="1"/>
          </p:cNvSpPr>
          <p:nvPr/>
        </p:nvSpPr>
        <p:spPr bwMode="auto">
          <a:xfrm flipH="1">
            <a:off x="5651262" y="2992937"/>
            <a:ext cx="301019" cy="301019"/>
          </a:xfrm>
          <a:prstGeom prst="ellipse">
            <a:avLst/>
          </a:prstGeom>
          <a:solidFill>
            <a:sysClr val="window" lastClr="FFFFFF"/>
          </a:solidFill>
          <a:ln w="76200" cap="flat" cmpd="sng">
            <a:solidFill>
              <a:srgbClr val="1C50A2"/>
            </a:solidFill>
            <a:bevel/>
            <a:headEnd/>
            <a:tailEnd/>
          </a:ln>
        </p:spPr>
        <p:txBody>
          <a:bodyPr anchor="ctr"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500" kern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椭圆 10"/>
          <p:cNvSpPr>
            <a:spLocks noChangeArrowheads="1"/>
          </p:cNvSpPr>
          <p:nvPr/>
        </p:nvSpPr>
        <p:spPr bwMode="auto">
          <a:xfrm flipH="1">
            <a:off x="6754998" y="3985184"/>
            <a:ext cx="301715" cy="301715"/>
          </a:xfrm>
          <a:prstGeom prst="ellipse">
            <a:avLst/>
          </a:prstGeom>
          <a:solidFill>
            <a:sysClr val="window" lastClr="FFFFFF"/>
          </a:solidFill>
          <a:ln w="76200" cap="flat" cmpd="sng">
            <a:solidFill>
              <a:srgbClr val="1C50A2"/>
            </a:solidFill>
            <a:bevel/>
            <a:headEnd/>
            <a:tailEnd/>
          </a:ln>
        </p:spPr>
        <p:txBody>
          <a:bodyPr anchor="ctr"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500" kern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椭圆 11"/>
          <p:cNvSpPr>
            <a:spLocks noChangeArrowheads="1"/>
          </p:cNvSpPr>
          <p:nvPr/>
        </p:nvSpPr>
        <p:spPr bwMode="auto">
          <a:xfrm flipH="1">
            <a:off x="5651262" y="5000425"/>
            <a:ext cx="301019" cy="301716"/>
          </a:xfrm>
          <a:prstGeom prst="ellipse">
            <a:avLst/>
          </a:prstGeom>
          <a:solidFill>
            <a:sysClr val="window" lastClr="FFFFFF"/>
          </a:solidFill>
          <a:ln w="76200" cap="flat" cmpd="sng">
            <a:solidFill>
              <a:srgbClr val="1C50A2"/>
            </a:solidFill>
            <a:bevel/>
            <a:headEnd/>
            <a:tailEnd/>
          </a:ln>
        </p:spPr>
        <p:txBody>
          <a:bodyPr anchor="ctr"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500" kern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椭圆 44"/>
          <p:cNvSpPr>
            <a:spLocks noChangeArrowheads="1"/>
          </p:cNvSpPr>
          <p:nvPr/>
        </p:nvSpPr>
        <p:spPr bwMode="auto">
          <a:xfrm flipH="1">
            <a:off x="4557978" y="3985184"/>
            <a:ext cx="301019" cy="301019"/>
          </a:xfrm>
          <a:prstGeom prst="ellipse">
            <a:avLst/>
          </a:prstGeom>
          <a:solidFill>
            <a:sysClr val="window" lastClr="FFFFFF"/>
          </a:solidFill>
          <a:ln w="76200" cap="flat" cmpd="sng">
            <a:solidFill>
              <a:srgbClr val="1C50A2"/>
            </a:solidFill>
            <a:bevel/>
            <a:headEnd/>
            <a:tailEnd/>
          </a:ln>
        </p:spPr>
        <p:txBody>
          <a:bodyPr anchor="ctr"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500" kern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左弧形箭头 1"/>
          <p:cNvSpPr>
            <a:spLocks noChangeArrowheads="1"/>
          </p:cNvSpPr>
          <p:nvPr/>
        </p:nvSpPr>
        <p:spPr bwMode="auto">
          <a:xfrm>
            <a:off x="4492479" y="2992937"/>
            <a:ext cx="1105826" cy="2433931"/>
          </a:xfrm>
          <a:prstGeom prst="curvedRightArrow">
            <a:avLst>
              <a:gd name="adj1" fmla="val 24996"/>
              <a:gd name="adj2" fmla="val 50022"/>
              <a:gd name="adj3" fmla="val 25000"/>
            </a:avLst>
          </a:prstGeom>
          <a:solidFill>
            <a:srgbClr val="1C50A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500" kern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左弧形箭头 39"/>
          <p:cNvSpPr>
            <a:spLocks noChangeArrowheads="1"/>
          </p:cNvSpPr>
          <p:nvPr/>
        </p:nvSpPr>
        <p:spPr bwMode="auto">
          <a:xfrm flipH="1">
            <a:off x="6011509" y="2992937"/>
            <a:ext cx="1106523" cy="2433931"/>
          </a:xfrm>
          <a:prstGeom prst="curvedRightArrow">
            <a:avLst>
              <a:gd name="adj1" fmla="val 24980"/>
              <a:gd name="adj2" fmla="val 49990"/>
              <a:gd name="adj3" fmla="val 25000"/>
            </a:avLst>
          </a:prstGeom>
          <a:solidFill>
            <a:srgbClr val="1C50A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500" kern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3" name="Group 69"/>
          <p:cNvGrpSpPr/>
          <p:nvPr/>
        </p:nvGrpSpPr>
        <p:grpSpPr>
          <a:xfrm>
            <a:off x="5709508" y="5058483"/>
            <a:ext cx="185286" cy="185603"/>
            <a:chOff x="9145588" y="4435471"/>
            <a:chExt cx="464344" cy="465137"/>
          </a:xfrm>
        </p:grpSpPr>
        <p:sp>
          <p:nvSpPr>
            <p:cNvPr id="34" name="AutoShape 7"/>
            <p:cNvSpPr>
              <a:spLocks/>
            </p:cNvSpPr>
            <p:nvPr/>
          </p:nvSpPr>
          <p:spPr bwMode="auto">
            <a:xfrm>
              <a:off x="9145588" y="4435471"/>
              <a:ext cx="464344" cy="465137"/>
            </a:xfrm>
            <a:custGeom>
              <a:avLst/>
              <a:gdLst>
                <a:gd name="T0" fmla="+- 0 10800 1271"/>
                <a:gd name="T1" fmla="*/ T0 w 19058"/>
                <a:gd name="T2" fmla="+- 0 10799 1270"/>
                <a:gd name="T3" fmla="*/ 10799 h 19059"/>
                <a:gd name="T4" fmla="+- 0 10800 1271"/>
                <a:gd name="T5" fmla="*/ T4 w 19058"/>
                <a:gd name="T6" fmla="+- 0 10799 1270"/>
                <a:gd name="T7" fmla="*/ 10799 h 19059"/>
                <a:gd name="T8" fmla="+- 0 10800 1271"/>
                <a:gd name="T9" fmla="*/ T8 w 19058"/>
                <a:gd name="T10" fmla="+- 0 10799 1270"/>
                <a:gd name="T11" fmla="*/ 10799 h 19059"/>
                <a:gd name="T12" fmla="+- 0 10800 1271"/>
                <a:gd name="T13" fmla="*/ T12 w 19058"/>
                <a:gd name="T14" fmla="+- 0 10799 1270"/>
                <a:gd name="T15" fmla="*/ 10799 h 190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8" h="19059">
                  <a:moveTo>
                    <a:pt x="6430" y="17268"/>
                  </a:moveTo>
                  <a:cubicBezTo>
                    <a:pt x="2162" y="15559"/>
                    <a:pt x="82" y="10698"/>
                    <a:pt x="1790" y="6431"/>
                  </a:cubicBezTo>
                  <a:cubicBezTo>
                    <a:pt x="3499" y="2164"/>
                    <a:pt x="8360" y="81"/>
                    <a:pt x="12627" y="1791"/>
                  </a:cubicBezTo>
                  <a:cubicBezTo>
                    <a:pt x="16894" y="3499"/>
                    <a:pt x="18975" y="8361"/>
                    <a:pt x="17267" y="12628"/>
                  </a:cubicBezTo>
                  <a:cubicBezTo>
                    <a:pt x="15558" y="16895"/>
                    <a:pt x="10696" y="18976"/>
                    <a:pt x="6430" y="17268"/>
                  </a:cubicBezTo>
                  <a:moveTo>
                    <a:pt x="13070" y="685"/>
                  </a:moveTo>
                  <a:cubicBezTo>
                    <a:pt x="8186" y="-1270"/>
                    <a:pt x="2641" y="1103"/>
                    <a:pt x="685" y="5987"/>
                  </a:cubicBezTo>
                  <a:cubicBezTo>
                    <a:pt x="-1271" y="10872"/>
                    <a:pt x="1103" y="16418"/>
                    <a:pt x="5987" y="18373"/>
                  </a:cubicBezTo>
                  <a:cubicBezTo>
                    <a:pt x="10871" y="20330"/>
                    <a:pt x="16416" y="17955"/>
                    <a:pt x="18373" y="13071"/>
                  </a:cubicBezTo>
                  <a:cubicBezTo>
                    <a:pt x="20329" y="8186"/>
                    <a:pt x="17954" y="2641"/>
                    <a:pt x="13070" y="685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AutoShape 8"/>
            <p:cNvSpPr>
              <a:spLocks/>
            </p:cNvSpPr>
            <p:nvPr/>
          </p:nvSpPr>
          <p:spPr bwMode="auto">
            <a:xfrm>
              <a:off x="9348788" y="4638675"/>
              <a:ext cx="57944" cy="57944"/>
            </a:xfrm>
            <a:custGeom>
              <a:avLst/>
              <a:gdLst>
                <a:gd name="T0" fmla="+- 0 10801 1272"/>
                <a:gd name="T1" fmla="*/ T0 w 19059"/>
                <a:gd name="T2" fmla="+- 0 10800 1272"/>
                <a:gd name="T3" fmla="*/ 10800 h 19056"/>
                <a:gd name="T4" fmla="+- 0 10801 1272"/>
                <a:gd name="T5" fmla="*/ T4 w 19059"/>
                <a:gd name="T6" fmla="+- 0 10800 1272"/>
                <a:gd name="T7" fmla="*/ 10800 h 19056"/>
                <a:gd name="T8" fmla="+- 0 10801 1272"/>
                <a:gd name="T9" fmla="*/ T8 w 19059"/>
                <a:gd name="T10" fmla="+- 0 10800 1272"/>
                <a:gd name="T11" fmla="*/ 10800 h 19056"/>
                <a:gd name="T12" fmla="+- 0 10801 1272"/>
                <a:gd name="T13" fmla="*/ T12 w 19059"/>
                <a:gd name="T14" fmla="+- 0 10800 1272"/>
                <a:gd name="T15" fmla="*/ 10800 h 1905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6">
                  <a:moveTo>
                    <a:pt x="7753" y="13951"/>
                  </a:moveTo>
                  <a:cubicBezTo>
                    <a:pt x="5315" y="12969"/>
                    <a:pt x="4129" y="10197"/>
                    <a:pt x="5101" y="7755"/>
                  </a:cubicBezTo>
                  <a:cubicBezTo>
                    <a:pt x="6083" y="5323"/>
                    <a:pt x="8860" y="4132"/>
                    <a:pt x="11298" y="5104"/>
                  </a:cubicBezTo>
                  <a:cubicBezTo>
                    <a:pt x="13735" y="6081"/>
                    <a:pt x="14926" y="8858"/>
                    <a:pt x="13949" y="11300"/>
                  </a:cubicBezTo>
                  <a:cubicBezTo>
                    <a:pt x="12972" y="13737"/>
                    <a:pt x="10195" y="14923"/>
                    <a:pt x="7753" y="13951"/>
                  </a:cubicBezTo>
                  <a:moveTo>
                    <a:pt x="13070" y="686"/>
                  </a:moveTo>
                  <a:cubicBezTo>
                    <a:pt x="8190" y="-1272"/>
                    <a:pt x="2640" y="1104"/>
                    <a:pt x="686" y="5988"/>
                  </a:cubicBezTo>
                  <a:cubicBezTo>
                    <a:pt x="-1272" y="10872"/>
                    <a:pt x="1105" y="16416"/>
                    <a:pt x="5985" y="18369"/>
                  </a:cubicBezTo>
                  <a:cubicBezTo>
                    <a:pt x="10870" y="20328"/>
                    <a:pt x="16415" y="17951"/>
                    <a:pt x="18374" y="13072"/>
                  </a:cubicBezTo>
                  <a:cubicBezTo>
                    <a:pt x="20328" y="8188"/>
                    <a:pt x="17960" y="2644"/>
                    <a:pt x="13070" y="686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AutoShape 9"/>
            <p:cNvSpPr>
              <a:spLocks/>
            </p:cNvSpPr>
            <p:nvPr/>
          </p:nvSpPr>
          <p:spPr bwMode="auto">
            <a:xfrm>
              <a:off x="9290050" y="4580732"/>
              <a:ext cx="174625" cy="174625"/>
            </a:xfrm>
            <a:custGeom>
              <a:avLst/>
              <a:gdLst>
                <a:gd name="T0" fmla="+- 0 10800 1271"/>
                <a:gd name="T1" fmla="*/ T0 w 19059"/>
                <a:gd name="T2" fmla="+- 0 10800 1271"/>
                <a:gd name="T3" fmla="*/ 10800 h 19058"/>
                <a:gd name="T4" fmla="+- 0 10800 1271"/>
                <a:gd name="T5" fmla="*/ T4 w 19059"/>
                <a:gd name="T6" fmla="+- 0 10800 1271"/>
                <a:gd name="T7" fmla="*/ 10800 h 19058"/>
                <a:gd name="T8" fmla="+- 0 10800 1271"/>
                <a:gd name="T9" fmla="*/ T8 w 19059"/>
                <a:gd name="T10" fmla="+- 0 10800 1271"/>
                <a:gd name="T11" fmla="*/ 10800 h 19058"/>
                <a:gd name="T12" fmla="+- 0 10800 1271"/>
                <a:gd name="T13" fmla="*/ T12 w 19059"/>
                <a:gd name="T14" fmla="+- 0 10800 1271"/>
                <a:gd name="T15" fmla="*/ 10800 h 1905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8">
                  <a:moveTo>
                    <a:pt x="7169" y="15424"/>
                  </a:moveTo>
                  <a:cubicBezTo>
                    <a:pt x="3916" y="14123"/>
                    <a:pt x="2331" y="10417"/>
                    <a:pt x="3632" y="7167"/>
                  </a:cubicBezTo>
                  <a:cubicBezTo>
                    <a:pt x="4934" y="3917"/>
                    <a:pt x="8638" y="2331"/>
                    <a:pt x="11889" y="3632"/>
                  </a:cubicBezTo>
                  <a:cubicBezTo>
                    <a:pt x="15141" y="4934"/>
                    <a:pt x="16728" y="8640"/>
                    <a:pt x="15425" y="11890"/>
                  </a:cubicBezTo>
                  <a:cubicBezTo>
                    <a:pt x="14124" y="15140"/>
                    <a:pt x="10419" y="16728"/>
                    <a:pt x="7169" y="15424"/>
                  </a:cubicBezTo>
                  <a:moveTo>
                    <a:pt x="13071" y="685"/>
                  </a:moveTo>
                  <a:cubicBezTo>
                    <a:pt x="8186" y="-1271"/>
                    <a:pt x="2639" y="1104"/>
                    <a:pt x="686" y="5987"/>
                  </a:cubicBezTo>
                  <a:cubicBezTo>
                    <a:pt x="-1271" y="10871"/>
                    <a:pt x="1104" y="16416"/>
                    <a:pt x="5987" y="18372"/>
                  </a:cubicBezTo>
                  <a:cubicBezTo>
                    <a:pt x="10874" y="20329"/>
                    <a:pt x="16418" y="17955"/>
                    <a:pt x="18375" y="13070"/>
                  </a:cubicBezTo>
                  <a:cubicBezTo>
                    <a:pt x="20328" y="8186"/>
                    <a:pt x="17956" y="2641"/>
                    <a:pt x="13071" y="685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7" name="AutoShape 10"/>
            <p:cNvSpPr>
              <a:spLocks/>
            </p:cNvSpPr>
            <p:nvPr/>
          </p:nvSpPr>
          <p:spPr bwMode="auto">
            <a:xfrm>
              <a:off x="9406732" y="4696619"/>
              <a:ext cx="72231" cy="74613"/>
            </a:xfrm>
            <a:custGeom>
              <a:avLst/>
              <a:gdLst>
                <a:gd name="T0" fmla="+- 0 10804 288"/>
                <a:gd name="T1" fmla="*/ T0 w 21033"/>
                <a:gd name="T2" fmla="+- 0 10798 277"/>
                <a:gd name="T3" fmla="*/ 10798 h 21043"/>
                <a:gd name="T4" fmla="+- 0 10804 288"/>
                <a:gd name="T5" fmla="*/ T4 w 21033"/>
                <a:gd name="T6" fmla="+- 0 10798 277"/>
                <a:gd name="T7" fmla="*/ 10798 h 21043"/>
                <a:gd name="T8" fmla="+- 0 10804 288"/>
                <a:gd name="T9" fmla="*/ T8 w 21033"/>
                <a:gd name="T10" fmla="+- 0 10798 277"/>
                <a:gd name="T11" fmla="*/ 10798 h 21043"/>
                <a:gd name="T12" fmla="+- 0 10804 288"/>
                <a:gd name="T13" fmla="*/ T12 w 21033"/>
                <a:gd name="T14" fmla="+- 0 10798 277"/>
                <a:gd name="T15" fmla="*/ 10798 h 2104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3" h="21043">
                  <a:moveTo>
                    <a:pt x="20881" y="2825"/>
                  </a:moveTo>
                  <a:cubicBezTo>
                    <a:pt x="21312" y="1771"/>
                    <a:pt x="20787" y="572"/>
                    <a:pt x="19713" y="149"/>
                  </a:cubicBezTo>
                  <a:cubicBezTo>
                    <a:pt x="18636" y="-277"/>
                    <a:pt x="17414" y="238"/>
                    <a:pt x="16984" y="1296"/>
                  </a:cubicBezTo>
                  <a:lnTo>
                    <a:pt x="16980" y="1292"/>
                  </a:lnTo>
                  <a:cubicBezTo>
                    <a:pt x="13964" y="8692"/>
                    <a:pt x="8182" y="14184"/>
                    <a:pt x="1269" y="17089"/>
                  </a:cubicBezTo>
                  <a:cubicBezTo>
                    <a:pt x="207" y="17536"/>
                    <a:pt x="-288" y="18747"/>
                    <a:pt x="170" y="19789"/>
                  </a:cubicBezTo>
                  <a:cubicBezTo>
                    <a:pt x="629" y="20840"/>
                    <a:pt x="1863" y="21323"/>
                    <a:pt x="2924" y="20876"/>
                  </a:cubicBezTo>
                  <a:cubicBezTo>
                    <a:pt x="2961" y="20860"/>
                    <a:pt x="2982" y="20828"/>
                    <a:pt x="3014" y="20815"/>
                  </a:cubicBezTo>
                  <a:cubicBezTo>
                    <a:pt x="10874" y="17480"/>
                    <a:pt x="17451" y="11227"/>
                    <a:pt x="20877" y="2825"/>
                  </a:cubicBezTo>
                  <a:cubicBezTo>
                    <a:pt x="20877" y="2825"/>
                    <a:pt x="20881" y="2825"/>
                    <a:pt x="20881" y="2825"/>
                  </a:cubicBezTo>
                  <a:close/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AutoShape 11"/>
            <p:cNvSpPr>
              <a:spLocks/>
            </p:cNvSpPr>
            <p:nvPr/>
          </p:nvSpPr>
          <p:spPr bwMode="auto">
            <a:xfrm>
              <a:off x="9435307" y="4725988"/>
              <a:ext cx="103981" cy="106363"/>
            </a:xfrm>
            <a:custGeom>
              <a:avLst/>
              <a:gdLst>
                <a:gd name="T0" fmla="+- 0 10803 203"/>
                <a:gd name="T1" fmla="*/ T0 w 21201"/>
                <a:gd name="T2" fmla="+- 0 10798 194"/>
                <a:gd name="T3" fmla="*/ 10798 h 21209"/>
                <a:gd name="T4" fmla="+- 0 10803 203"/>
                <a:gd name="T5" fmla="*/ T4 w 21201"/>
                <a:gd name="T6" fmla="+- 0 10798 194"/>
                <a:gd name="T7" fmla="*/ 10798 h 21209"/>
                <a:gd name="T8" fmla="+- 0 10803 203"/>
                <a:gd name="T9" fmla="*/ T8 w 21201"/>
                <a:gd name="T10" fmla="+- 0 10798 194"/>
                <a:gd name="T11" fmla="*/ 10798 h 21209"/>
                <a:gd name="T12" fmla="+- 0 10803 203"/>
                <a:gd name="T13" fmla="*/ T12 w 21201"/>
                <a:gd name="T14" fmla="+- 0 10798 194"/>
                <a:gd name="T15" fmla="*/ 10798 h 212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201" h="21209">
                  <a:moveTo>
                    <a:pt x="20267" y="104"/>
                  </a:moveTo>
                  <a:cubicBezTo>
                    <a:pt x="19508" y="-194"/>
                    <a:pt x="18645" y="169"/>
                    <a:pt x="18339" y="912"/>
                  </a:cubicBezTo>
                  <a:cubicBezTo>
                    <a:pt x="14991" y="9110"/>
                    <a:pt x="8568" y="15198"/>
                    <a:pt x="894" y="18420"/>
                  </a:cubicBezTo>
                  <a:cubicBezTo>
                    <a:pt x="144" y="18735"/>
                    <a:pt x="-203" y="19589"/>
                    <a:pt x="121" y="20327"/>
                  </a:cubicBezTo>
                  <a:cubicBezTo>
                    <a:pt x="442" y="21068"/>
                    <a:pt x="1314" y="21406"/>
                    <a:pt x="2067" y="21090"/>
                  </a:cubicBezTo>
                  <a:cubicBezTo>
                    <a:pt x="2102" y="21073"/>
                    <a:pt x="2125" y="21042"/>
                    <a:pt x="2159" y="21025"/>
                  </a:cubicBezTo>
                  <a:cubicBezTo>
                    <a:pt x="10491" y="17500"/>
                    <a:pt x="17461" y="10881"/>
                    <a:pt x="21095" y="1994"/>
                  </a:cubicBezTo>
                  <a:cubicBezTo>
                    <a:pt x="21397" y="1250"/>
                    <a:pt x="21026" y="404"/>
                    <a:pt x="20267" y="104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9" name="AutoShape 12"/>
            <p:cNvSpPr>
              <a:spLocks/>
            </p:cNvSpPr>
            <p:nvPr/>
          </p:nvSpPr>
          <p:spPr bwMode="auto">
            <a:xfrm>
              <a:off x="9421019" y="4711700"/>
              <a:ext cx="88106" cy="89694"/>
            </a:xfrm>
            <a:custGeom>
              <a:avLst/>
              <a:gdLst>
                <a:gd name="T0" fmla="+- 0 10802 238"/>
                <a:gd name="T1" fmla="*/ T0 w 21128"/>
                <a:gd name="T2" fmla="+- 0 10797 227"/>
                <a:gd name="T3" fmla="*/ 10797 h 21141"/>
                <a:gd name="T4" fmla="+- 0 10802 238"/>
                <a:gd name="T5" fmla="*/ T4 w 21128"/>
                <a:gd name="T6" fmla="+- 0 10797 227"/>
                <a:gd name="T7" fmla="*/ 10797 h 21141"/>
                <a:gd name="T8" fmla="+- 0 10802 238"/>
                <a:gd name="T9" fmla="*/ T8 w 21128"/>
                <a:gd name="T10" fmla="+- 0 10797 227"/>
                <a:gd name="T11" fmla="*/ 10797 h 21141"/>
                <a:gd name="T12" fmla="+- 0 10802 238"/>
                <a:gd name="T13" fmla="*/ T12 w 21128"/>
                <a:gd name="T14" fmla="+- 0 10797 227"/>
                <a:gd name="T15" fmla="*/ 10797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8" h="21141">
                  <a:moveTo>
                    <a:pt x="20035" y="122"/>
                  </a:moveTo>
                  <a:cubicBezTo>
                    <a:pt x="19142" y="-227"/>
                    <a:pt x="18134" y="195"/>
                    <a:pt x="17778" y="1071"/>
                  </a:cubicBezTo>
                  <a:cubicBezTo>
                    <a:pt x="14571" y="8936"/>
                    <a:pt x="8412" y="14778"/>
                    <a:pt x="1051" y="17867"/>
                  </a:cubicBezTo>
                  <a:lnTo>
                    <a:pt x="1054" y="17867"/>
                  </a:lnTo>
                  <a:cubicBezTo>
                    <a:pt x="172" y="18240"/>
                    <a:pt x="-238" y="19242"/>
                    <a:pt x="142" y="20108"/>
                  </a:cubicBezTo>
                  <a:cubicBezTo>
                    <a:pt x="522" y="20973"/>
                    <a:pt x="1543" y="21372"/>
                    <a:pt x="2425" y="21003"/>
                  </a:cubicBezTo>
                  <a:cubicBezTo>
                    <a:pt x="2459" y="20986"/>
                    <a:pt x="2476" y="20956"/>
                    <a:pt x="2514" y="20936"/>
                  </a:cubicBezTo>
                  <a:cubicBezTo>
                    <a:pt x="10651" y="17491"/>
                    <a:pt x="17459" y="11027"/>
                    <a:pt x="21002" y="2339"/>
                  </a:cubicBezTo>
                  <a:cubicBezTo>
                    <a:pt x="21361" y="1463"/>
                    <a:pt x="20927" y="472"/>
                    <a:pt x="20035" y="122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AutoShape 13"/>
            <p:cNvSpPr>
              <a:spLocks/>
            </p:cNvSpPr>
            <p:nvPr/>
          </p:nvSpPr>
          <p:spPr bwMode="auto">
            <a:xfrm>
              <a:off x="9275763" y="4566444"/>
              <a:ext cx="73025" cy="73819"/>
            </a:xfrm>
            <a:custGeom>
              <a:avLst/>
              <a:gdLst>
                <a:gd name="T0" fmla="+- 0 10797 278"/>
                <a:gd name="T1" fmla="*/ T0 w 21039"/>
                <a:gd name="T2" fmla="+- 0 10803 281"/>
                <a:gd name="T3" fmla="*/ 10803 h 21044"/>
                <a:gd name="T4" fmla="+- 0 10797 278"/>
                <a:gd name="T5" fmla="*/ T4 w 21039"/>
                <a:gd name="T6" fmla="+- 0 10803 281"/>
                <a:gd name="T7" fmla="*/ 10803 h 21044"/>
                <a:gd name="T8" fmla="+- 0 10797 278"/>
                <a:gd name="T9" fmla="*/ T8 w 21039"/>
                <a:gd name="T10" fmla="+- 0 10803 281"/>
                <a:gd name="T11" fmla="*/ 10803 h 21044"/>
                <a:gd name="T12" fmla="+- 0 10797 278"/>
                <a:gd name="T13" fmla="*/ T12 w 21039"/>
                <a:gd name="T14" fmla="+- 0 10803 281"/>
                <a:gd name="T15" fmla="*/ 10803 h 2104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9" h="21044">
                  <a:moveTo>
                    <a:pt x="20871" y="1248"/>
                  </a:moveTo>
                  <a:cubicBezTo>
                    <a:pt x="20411" y="197"/>
                    <a:pt x="19177" y="-281"/>
                    <a:pt x="18112" y="169"/>
                  </a:cubicBezTo>
                  <a:cubicBezTo>
                    <a:pt x="18075" y="181"/>
                    <a:pt x="18050" y="214"/>
                    <a:pt x="18021" y="226"/>
                  </a:cubicBezTo>
                  <a:cubicBezTo>
                    <a:pt x="10159" y="3562"/>
                    <a:pt x="3583" y="9820"/>
                    <a:pt x="152" y="18220"/>
                  </a:cubicBezTo>
                  <a:lnTo>
                    <a:pt x="148" y="18220"/>
                  </a:lnTo>
                  <a:cubicBezTo>
                    <a:pt x="-278" y="19278"/>
                    <a:pt x="242" y="20473"/>
                    <a:pt x="1320" y="20896"/>
                  </a:cubicBezTo>
                  <a:cubicBezTo>
                    <a:pt x="2398" y="21318"/>
                    <a:pt x="3620" y="20803"/>
                    <a:pt x="4046" y="19749"/>
                  </a:cubicBezTo>
                  <a:lnTo>
                    <a:pt x="4051" y="19749"/>
                  </a:lnTo>
                  <a:cubicBezTo>
                    <a:pt x="7068" y="12356"/>
                    <a:pt x="12856" y="6858"/>
                    <a:pt x="19764" y="3956"/>
                  </a:cubicBezTo>
                  <a:cubicBezTo>
                    <a:pt x="20830" y="3506"/>
                    <a:pt x="21322" y="2298"/>
                    <a:pt x="20871" y="1248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1" name="AutoShape 14"/>
            <p:cNvSpPr>
              <a:spLocks/>
            </p:cNvSpPr>
            <p:nvPr/>
          </p:nvSpPr>
          <p:spPr bwMode="auto">
            <a:xfrm>
              <a:off x="9217819" y="4508500"/>
              <a:ext cx="103981" cy="105569"/>
            </a:xfrm>
            <a:custGeom>
              <a:avLst/>
              <a:gdLst>
                <a:gd name="T0" fmla="+- 0 10797 198"/>
                <a:gd name="T1" fmla="*/ T0 w 21199"/>
                <a:gd name="T2" fmla="+- 0 10802 198"/>
                <a:gd name="T3" fmla="*/ 10802 h 21208"/>
                <a:gd name="T4" fmla="+- 0 10797 198"/>
                <a:gd name="T5" fmla="*/ T4 w 21199"/>
                <a:gd name="T6" fmla="+- 0 10802 198"/>
                <a:gd name="T7" fmla="*/ 10802 h 21208"/>
                <a:gd name="T8" fmla="+- 0 10797 198"/>
                <a:gd name="T9" fmla="*/ T8 w 21199"/>
                <a:gd name="T10" fmla="+- 0 10802 198"/>
                <a:gd name="T11" fmla="*/ 10802 h 21208"/>
                <a:gd name="T12" fmla="+- 0 10797 198"/>
                <a:gd name="T13" fmla="*/ T12 w 21199"/>
                <a:gd name="T14" fmla="+- 0 10802 198"/>
                <a:gd name="T15" fmla="*/ 10802 h 212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99" h="21208">
                  <a:moveTo>
                    <a:pt x="21077" y="880"/>
                  </a:moveTo>
                  <a:cubicBezTo>
                    <a:pt x="20753" y="142"/>
                    <a:pt x="19881" y="-198"/>
                    <a:pt x="19129" y="117"/>
                  </a:cubicBezTo>
                  <a:cubicBezTo>
                    <a:pt x="19097" y="131"/>
                    <a:pt x="19071" y="162"/>
                    <a:pt x="19039" y="179"/>
                  </a:cubicBezTo>
                  <a:cubicBezTo>
                    <a:pt x="10706" y="3707"/>
                    <a:pt x="3739" y="10322"/>
                    <a:pt x="106" y="19208"/>
                  </a:cubicBezTo>
                  <a:cubicBezTo>
                    <a:pt x="-198" y="19957"/>
                    <a:pt x="172" y="20803"/>
                    <a:pt x="934" y="21101"/>
                  </a:cubicBezTo>
                  <a:cubicBezTo>
                    <a:pt x="1689" y="21401"/>
                    <a:pt x="2552" y="21041"/>
                    <a:pt x="2859" y="20292"/>
                  </a:cubicBezTo>
                  <a:cubicBezTo>
                    <a:pt x="6206" y="12096"/>
                    <a:pt x="12625" y="6008"/>
                    <a:pt x="20301" y="2787"/>
                  </a:cubicBezTo>
                  <a:cubicBezTo>
                    <a:pt x="21051" y="2469"/>
                    <a:pt x="21402" y="1618"/>
                    <a:pt x="21077" y="880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2" name="AutoShape 15"/>
            <p:cNvSpPr>
              <a:spLocks/>
            </p:cNvSpPr>
            <p:nvPr/>
          </p:nvSpPr>
          <p:spPr bwMode="auto">
            <a:xfrm>
              <a:off x="9247188" y="4537075"/>
              <a:ext cx="88107" cy="90488"/>
            </a:xfrm>
            <a:custGeom>
              <a:avLst/>
              <a:gdLst>
                <a:gd name="T0" fmla="+- 0 10796 232"/>
                <a:gd name="T1" fmla="*/ T0 w 21129"/>
                <a:gd name="T2" fmla="+- 0 10804 234"/>
                <a:gd name="T3" fmla="*/ 10804 h 21141"/>
                <a:gd name="T4" fmla="+- 0 10796 232"/>
                <a:gd name="T5" fmla="*/ T4 w 21129"/>
                <a:gd name="T6" fmla="+- 0 10804 234"/>
                <a:gd name="T7" fmla="*/ 10804 h 21141"/>
                <a:gd name="T8" fmla="+- 0 10796 232"/>
                <a:gd name="T9" fmla="*/ T8 w 21129"/>
                <a:gd name="T10" fmla="+- 0 10804 234"/>
                <a:gd name="T11" fmla="*/ 10804 h 21141"/>
                <a:gd name="T12" fmla="+- 0 10796 232"/>
                <a:gd name="T13" fmla="*/ T12 w 21129"/>
                <a:gd name="T14" fmla="+- 0 10804 234"/>
                <a:gd name="T15" fmla="*/ 10804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9" h="21141">
                  <a:moveTo>
                    <a:pt x="20075" y="3267"/>
                  </a:moveTo>
                  <a:cubicBezTo>
                    <a:pt x="20953" y="2898"/>
                    <a:pt x="21368" y="1899"/>
                    <a:pt x="20987" y="1030"/>
                  </a:cubicBezTo>
                  <a:cubicBezTo>
                    <a:pt x="20611" y="168"/>
                    <a:pt x="19589" y="-234"/>
                    <a:pt x="18707" y="138"/>
                  </a:cubicBezTo>
                  <a:cubicBezTo>
                    <a:pt x="18670" y="152"/>
                    <a:pt x="18649" y="185"/>
                    <a:pt x="18615" y="198"/>
                  </a:cubicBezTo>
                  <a:cubicBezTo>
                    <a:pt x="10481" y="3647"/>
                    <a:pt x="3673" y="10118"/>
                    <a:pt x="124" y="18802"/>
                  </a:cubicBezTo>
                  <a:cubicBezTo>
                    <a:pt x="-232" y="19678"/>
                    <a:pt x="205" y="20666"/>
                    <a:pt x="1094" y="21019"/>
                  </a:cubicBezTo>
                  <a:cubicBezTo>
                    <a:pt x="1983" y="21366"/>
                    <a:pt x="2991" y="20946"/>
                    <a:pt x="3354" y="20071"/>
                  </a:cubicBezTo>
                  <a:cubicBezTo>
                    <a:pt x="6561" y="12205"/>
                    <a:pt x="12717" y="6360"/>
                    <a:pt x="20075" y="3274"/>
                  </a:cubicBezTo>
                  <a:cubicBezTo>
                    <a:pt x="20075" y="3274"/>
                    <a:pt x="20075" y="3267"/>
                    <a:pt x="20075" y="3267"/>
                  </a:cubicBezTo>
                  <a:close/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3" name="Group 79"/>
          <p:cNvGrpSpPr/>
          <p:nvPr/>
        </p:nvGrpSpPr>
        <p:grpSpPr>
          <a:xfrm>
            <a:off x="6809444" y="4054459"/>
            <a:ext cx="185286" cy="185603"/>
            <a:chOff x="7287419" y="3505994"/>
            <a:chExt cx="464344" cy="465138"/>
          </a:xfrm>
        </p:grpSpPr>
        <p:sp>
          <p:nvSpPr>
            <p:cNvPr id="44" name="AutoShape 37"/>
            <p:cNvSpPr>
              <a:spLocks/>
            </p:cNvSpPr>
            <p:nvPr/>
          </p:nvSpPr>
          <p:spPr bwMode="auto">
            <a:xfrm>
              <a:off x="7287419" y="3549650"/>
              <a:ext cx="423069" cy="421482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AutoShape 38"/>
            <p:cNvSpPr>
              <a:spLocks/>
            </p:cNvSpPr>
            <p:nvPr/>
          </p:nvSpPr>
          <p:spPr bwMode="auto">
            <a:xfrm>
              <a:off x="7490619" y="3738563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6" name="AutoShape 39"/>
            <p:cNvSpPr>
              <a:spLocks/>
            </p:cNvSpPr>
            <p:nvPr/>
          </p:nvSpPr>
          <p:spPr bwMode="auto">
            <a:xfrm>
              <a:off x="7679532" y="3505994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7" name="AutoShape 40"/>
            <p:cNvSpPr>
              <a:spLocks/>
            </p:cNvSpPr>
            <p:nvPr/>
          </p:nvSpPr>
          <p:spPr bwMode="auto">
            <a:xfrm>
              <a:off x="7403307" y="3724275"/>
              <a:ext cx="57944" cy="579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8" name="AutoShape 41"/>
            <p:cNvSpPr>
              <a:spLocks/>
            </p:cNvSpPr>
            <p:nvPr/>
          </p:nvSpPr>
          <p:spPr bwMode="auto">
            <a:xfrm>
              <a:off x="7461250" y="3825875"/>
              <a:ext cx="29369" cy="285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9" name="AutoShape 42"/>
            <p:cNvSpPr>
              <a:spLocks/>
            </p:cNvSpPr>
            <p:nvPr/>
          </p:nvSpPr>
          <p:spPr bwMode="auto">
            <a:xfrm>
              <a:off x="7693819" y="3607594"/>
              <a:ext cx="28575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solidFill>
              <a:srgbClr val="889EB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0" name="Group 86"/>
          <p:cNvGrpSpPr/>
          <p:nvPr/>
        </p:nvGrpSpPr>
        <p:grpSpPr>
          <a:xfrm>
            <a:off x="4637270" y="4047105"/>
            <a:ext cx="139044" cy="185603"/>
            <a:chOff x="2639220" y="3510754"/>
            <a:chExt cx="348456" cy="465137"/>
          </a:xfrm>
        </p:grpSpPr>
        <p:sp>
          <p:nvSpPr>
            <p:cNvPr id="51" name="AutoShape 115"/>
            <p:cNvSpPr>
              <a:spLocks/>
            </p:cNvSpPr>
            <p:nvPr/>
          </p:nvSpPr>
          <p:spPr bwMode="auto">
            <a:xfrm>
              <a:off x="2639220" y="3510754"/>
              <a:ext cx="348456" cy="46513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800" y="12825"/>
                  </a:moveTo>
                  <a:lnTo>
                    <a:pt x="19800" y="13500"/>
                  </a:lnTo>
                  <a:lnTo>
                    <a:pt x="19800" y="14850"/>
                  </a:lnTo>
                  <a:lnTo>
                    <a:pt x="19800" y="15525"/>
                  </a:lnTo>
                  <a:cubicBezTo>
                    <a:pt x="19800" y="18129"/>
                    <a:pt x="16972" y="20249"/>
                    <a:pt x="13499" y="20249"/>
                  </a:cubicBezTo>
                  <a:lnTo>
                    <a:pt x="8099" y="20249"/>
                  </a:lnTo>
                  <a:cubicBezTo>
                    <a:pt x="4627" y="20249"/>
                    <a:pt x="1800" y="18129"/>
                    <a:pt x="1800" y="15525"/>
                  </a:cubicBezTo>
                  <a:lnTo>
                    <a:pt x="1800" y="14850"/>
                  </a:lnTo>
                  <a:lnTo>
                    <a:pt x="1800" y="13500"/>
                  </a:lnTo>
                  <a:lnTo>
                    <a:pt x="1800" y="12825"/>
                  </a:lnTo>
                  <a:lnTo>
                    <a:pt x="1800" y="10800"/>
                  </a:lnTo>
                  <a:cubicBezTo>
                    <a:pt x="1800" y="10427"/>
                    <a:pt x="2203" y="10124"/>
                    <a:pt x="2699" y="10124"/>
                  </a:cubicBezTo>
                  <a:lnTo>
                    <a:pt x="4499" y="10124"/>
                  </a:lnTo>
                  <a:lnTo>
                    <a:pt x="17100" y="10124"/>
                  </a:lnTo>
                  <a:lnTo>
                    <a:pt x="18899" y="10124"/>
                  </a:lnTo>
                  <a:cubicBezTo>
                    <a:pt x="19396" y="10124"/>
                    <a:pt x="19800" y="10427"/>
                    <a:pt x="19800" y="10800"/>
                  </a:cubicBezTo>
                  <a:cubicBezTo>
                    <a:pt x="19800" y="10800"/>
                    <a:pt x="19800" y="12825"/>
                    <a:pt x="19800" y="12825"/>
                  </a:cubicBezTo>
                  <a:close/>
                  <a:moveTo>
                    <a:pt x="14400" y="6075"/>
                  </a:moveTo>
                  <a:lnTo>
                    <a:pt x="14400" y="6076"/>
                  </a:lnTo>
                  <a:lnTo>
                    <a:pt x="14400" y="8774"/>
                  </a:lnTo>
                  <a:lnTo>
                    <a:pt x="7200" y="8774"/>
                  </a:lnTo>
                  <a:lnTo>
                    <a:pt x="7200" y="6076"/>
                  </a:lnTo>
                  <a:lnTo>
                    <a:pt x="7200" y="6075"/>
                  </a:lnTo>
                  <a:cubicBezTo>
                    <a:pt x="7200" y="4583"/>
                    <a:pt x="8811" y="3375"/>
                    <a:pt x="10800" y="3375"/>
                  </a:cubicBezTo>
                  <a:cubicBezTo>
                    <a:pt x="12788" y="3375"/>
                    <a:pt x="14400" y="4583"/>
                    <a:pt x="14400" y="6075"/>
                  </a:cubicBezTo>
                  <a:moveTo>
                    <a:pt x="4499" y="6075"/>
                  </a:moveTo>
                  <a:cubicBezTo>
                    <a:pt x="4499" y="3465"/>
                    <a:pt x="7320" y="1350"/>
                    <a:pt x="10800" y="1350"/>
                  </a:cubicBezTo>
                  <a:cubicBezTo>
                    <a:pt x="14279" y="1350"/>
                    <a:pt x="17100" y="3465"/>
                    <a:pt x="17100" y="6075"/>
                  </a:cubicBezTo>
                  <a:lnTo>
                    <a:pt x="17100" y="8774"/>
                  </a:lnTo>
                  <a:lnTo>
                    <a:pt x="15299" y="8774"/>
                  </a:lnTo>
                  <a:lnTo>
                    <a:pt x="15299" y="6076"/>
                  </a:lnTo>
                  <a:cubicBezTo>
                    <a:pt x="15299" y="4212"/>
                    <a:pt x="13285" y="2701"/>
                    <a:pt x="10800" y="2701"/>
                  </a:cubicBezTo>
                  <a:cubicBezTo>
                    <a:pt x="8314" y="2701"/>
                    <a:pt x="6299" y="4212"/>
                    <a:pt x="6299" y="6076"/>
                  </a:cubicBezTo>
                  <a:lnTo>
                    <a:pt x="6299" y="8774"/>
                  </a:lnTo>
                  <a:lnTo>
                    <a:pt x="4499" y="8774"/>
                  </a:lnTo>
                  <a:cubicBezTo>
                    <a:pt x="4499" y="8774"/>
                    <a:pt x="4499" y="6075"/>
                    <a:pt x="4499" y="6075"/>
                  </a:cubicBezTo>
                  <a:close/>
                  <a:moveTo>
                    <a:pt x="18899" y="8774"/>
                  </a:moveTo>
                  <a:lnTo>
                    <a:pt x="18899" y="6075"/>
                  </a:lnTo>
                  <a:cubicBezTo>
                    <a:pt x="18899" y="2719"/>
                    <a:pt x="15274" y="0"/>
                    <a:pt x="10800" y="0"/>
                  </a:cubicBezTo>
                  <a:cubicBezTo>
                    <a:pt x="6325" y="0"/>
                    <a:pt x="2699" y="2719"/>
                    <a:pt x="2699" y="6075"/>
                  </a:cubicBezTo>
                  <a:lnTo>
                    <a:pt x="2699" y="8774"/>
                  </a:lnTo>
                  <a:cubicBezTo>
                    <a:pt x="1208" y="8774"/>
                    <a:pt x="0" y="9681"/>
                    <a:pt x="0" y="10800"/>
                  </a:cubicBezTo>
                  <a:lnTo>
                    <a:pt x="0" y="12825"/>
                  </a:lnTo>
                  <a:lnTo>
                    <a:pt x="0" y="13500"/>
                  </a:lnTo>
                  <a:lnTo>
                    <a:pt x="0" y="14850"/>
                  </a:lnTo>
                  <a:lnTo>
                    <a:pt x="0" y="15525"/>
                  </a:lnTo>
                  <a:cubicBezTo>
                    <a:pt x="0" y="18880"/>
                    <a:pt x="3625" y="21599"/>
                    <a:pt x="8099" y="21599"/>
                  </a:cubicBezTo>
                  <a:lnTo>
                    <a:pt x="13499" y="21599"/>
                  </a:lnTo>
                  <a:cubicBezTo>
                    <a:pt x="17974" y="21599"/>
                    <a:pt x="21600" y="18880"/>
                    <a:pt x="21600" y="15525"/>
                  </a:cubicBezTo>
                  <a:lnTo>
                    <a:pt x="21600" y="14850"/>
                  </a:lnTo>
                  <a:lnTo>
                    <a:pt x="21600" y="13500"/>
                  </a:lnTo>
                  <a:lnTo>
                    <a:pt x="21600" y="12825"/>
                  </a:lnTo>
                  <a:lnTo>
                    <a:pt x="21600" y="10800"/>
                  </a:lnTo>
                  <a:cubicBezTo>
                    <a:pt x="21600" y="9681"/>
                    <a:pt x="20391" y="8774"/>
                    <a:pt x="18899" y="8774"/>
                  </a:cubicBezTo>
                </a:path>
              </a:pathLst>
            </a:custGeom>
            <a:solidFill>
              <a:srgbClr val="3544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2" name="AutoShape 116"/>
            <p:cNvSpPr>
              <a:spLocks/>
            </p:cNvSpPr>
            <p:nvPr/>
          </p:nvSpPr>
          <p:spPr bwMode="auto">
            <a:xfrm>
              <a:off x="2784475" y="3786982"/>
              <a:ext cx="57944" cy="873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3226"/>
                    <a:pt x="0" y="7201"/>
                  </a:cubicBezTo>
                  <a:cubicBezTo>
                    <a:pt x="0" y="9390"/>
                    <a:pt x="1798" y="13537"/>
                    <a:pt x="3601" y="16821"/>
                  </a:cubicBezTo>
                  <a:cubicBezTo>
                    <a:pt x="5070" y="19493"/>
                    <a:pt x="6916" y="21600"/>
                    <a:pt x="10800" y="21600"/>
                  </a:cubicBezTo>
                  <a:cubicBezTo>
                    <a:pt x="15016" y="21600"/>
                    <a:pt x="16529" y="19514"/>
                    <a:pt x="18003" y="16858"/>
                  </a:cubicBezTo>
                  <a:cubicBezTo>
                    <a:pt x="19828" y="13567"/>
                    <a:pt x="21600" y="9397"/>
                    <a:pt x="21600" y="7201"/>
                  </a:cubicBezTo>
                  <a:cubicBezTo>
                    <a:pt x="21600" y="3226"/>
                    <a:pt x="16761" y="0"/>
                    <a:pt x="10800" y="0"/>
                  </a:cubicBezTo>
                </a:path>
              </a:pathLst>
            </a:custGeom>
            <a:solidFill>
              <a:srgbClr val="3544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3" name="Group 89"/>
          <p:cNvGrpSpPr/>
          <p:nvPr/>
        </p:nvGrpSpPr>
        <p:grpSpPr>
          <a:xfrm>
            <a:off x="5716033" y="3056074"/>
            <a:ext cx="185286" cy="185286"/>
            <a:chOff x="4439444" y="1652588"/>
            <a:chExt cx="464344" cy="464344"/>
          </a:xfrm>
        </p:grpSpPr>
        <p:sp>
          <p:nvSpPr>
            <p:cNvPr id="54" name="AutoShape 136"/>
            <p:cNvSpPr>
              <a:spLocks/>
            </p:cNvSpPr>
            <p:nvPr/>
          </p:nvSpPr>
          <p:spPr bwMode="auto">
            <a:xfrm>
              <a:off x="4686300" y="1710532"/>
              <a:ext cx="152400" cy="1524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538" y="20579"/>
                  </a:moveTo>
                  <a:lnTo>
                    <a:pt x="19542" y="20579"/>
                  </a:lnTo>
                  <a:cubicBezTo>
                    <a:pt x="19546" y="21142"/>
                    <a:pt x="20004" y="21600"/>
                    <a:pt x="20571" y="21600"/>
                  </a:cubicBezTo>
                  <a:cubicBezTo>
                    <a:pt x="21137" y="21600"/>
                    <a:pt x="21599" y="21138"/>
                    <a:pt x="21599" y="20571"/>
                  </a:cubicBezTo>
                  <a:cubicBezTo>
                    <a:pt x="21599" y="20565"/>
                    <a:pt x="21595" y="20561"/>
                    <a:pt x="21595" y="20555"/>
                  </a:cubicBezTo>
                  <a:cubicBezTo>
                    <a:pt x="21583" y="9221"/>
                    <a:pt x="12411" y="41"/>
                    <a:pt x="1080" y="12"/>
                  </a:cubicBezTo>
                  <a:cubicBezTo>
                    <a:pt x="1064" y="10"/>
                    <a:pt x="1048" y="0"/>
                    <a:pt x="1028" y="0"/>
                  </a:cubicBezTo>
                  <a:cubicBezTo>
                    <a:pt x="458" y="0"/>
                    <a:pt x="0" y="461"/>
                    <a:pt x="0" y="1028"/>
                  </a:cubicBezTo>
                  <a:cubicBezTo>
                    <a:pt x="0" y="1594"/>
                    <a:pt x="458" y="2055"/>
                    <a:pt x="1024" y="2057"/>
                  </a:cubicBezTo>
                  <a:lnTo>
                    <a:pt x="1024" y="2065"/>
                  </a:lnTo>
                  <a:cubicBezTo>
                    <a:pt x="11233" y="2065"/>
                    <a:pt x="19538" y="10370"/>
                    <a:pt x="19538" y="20579"/>
                  </a:cubicBezTo>
                </a:path>
              </a:pathLst>
            </a:custGeom>
            <a:solidFill>
              <a:srgbClr val="3544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5" name="AutoShape 137"/>
            <p:cNvSpPr>
              <a:spLocks/>
            </p:cNvSpPr>
            <p:nvPr/>
          </p:nvSpPr>
          <p:spPr bwMode="auto">
            <a:xfrm>
              <a:off x="4439444" y="1652588"/>
              <a:ext cx="464344" cy="464344"/>
            </a:xfrm>
            <a:custGeom>
              <a:avLst/>
              <a:gdLst>
                <a:gd name="T0" fmla="+- 0 10819 195"/>
                <a:gd name="T1" fmla="*/ T0 w 21248"/>
                <a:gd name="T2" fmla="*/ 10800 h 21600"/>
                <a:gd name="T3" fmla="+- 0 10819 195"/>
                <a:gd name="T4" fmla="*/ T3 w 21248"/>
                <a:gd name="T5" fmla="*/ 10800 h 21600"/>
                <a:gd name="T6" fmla="+- 0 10819 195"/>
                <a:gd name="T7" fmla="*/ T6 w 21248"/>
                <a:gd name="T8" fmla="*/ 10800 h 21600"/>
                <a:gd name="T9" fmla="+- 0 10819 195"/>
                <a:gd name="T10" fmla="*/ T9 w 212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248" h="21600">
                  <a:moveTo>
                    <a:pt x="19868" y="17133"/>
                  </a:moveTo>
                  <a:cubicBezTo>
                    <a:pt x="19766" y="17386"/>
                    <a:pt x="19525" y="17549"/>
                    <a:pt x="19255" y="17549"/>
                  </a:cubicBezTo>
                  <a:lnTo>
                    <a:pt x="19058" y="17549"/>
                  </a:lnTo>
                  <a:lnTo>
                    <a:pt x="3983" y="2226"/>
                  </a:lnTo>
                  <a:lnTo>
                    <a:pt x="3983" y="2025"/>
                  </a:lnTo>
                  <a:cubicBezTo>
                    <a:pt x="3983" y="1750"/>
                    <a:pt x="4144" y="1506"/>
                    <a:pt x="4393" y="1401"/>
                  </a:cubicBezTo>
                  <a:cubicBezTo>
                    <a:pt x="4475" y="1367"/>
                    <a:pt x="4560" y="1350"/>
                    <a:pt x="4647" y="1350"/>
                  </a:cubicBezTo>
                  <a:cubicBezTo>
                    <a:pt x="4824" y="1350"/>
                    <a:pt x="4991" y="1420"/>
                    <a:pt x="5116" y="1547"/>
                  </a:cubicBezTo>
                  <a:lnTo>
                    <a:pt x="19724" y="16397"/>
                  </a:lnTo>
                  <a:cubicBezTo>
                    <a:pt x="19915" y="16591"/>
                    <a:pt x="19972" y="16880"/>
                    <a:pt x="19868" y="17133"/>
                  </a:cubicBezTo>
                  <a:moveTo>
                    <a:pt x="10121" y="17549"/>
                  </a:moveTo>
                  <a:cubicBezTo>
                    <a:pt x="10017" y="17549"/>
                    <a:pt x="9922" y="17586"/>
                    <a:pt x="9824" y="17609"/>
                  </a:cubicBezTo>
                  <a:lnTo>
                    <a:pt x="3923" y="11612"/>
                  </a:lnTo>
                  <a:cubicBezTo>
                    <a:pt x="3946" y="11512"/>
                    <a:pt x="3982" y="11415"/>
                    <a:pt x="3982" y="11311"/>
                  </a:cubicBezTo>
                  <a:lnTo>
                    <a:pt x="3983" y="3180"/>
                  </a:lnTo>
                  <a:lnTo>
                    <a:pt x="18119" y="17549"/>
                  </a:lnTo>
                  <a:cubicBezTo>
                    <a:pt x="18119" y="17549"/>
                    <a:pt x="10121" y="17549"/>
                    <a:pt x="10121" y="17549"/>
                  </a:cubicBezTo>
                  <a:close/>
                  <a:moveTo>
                    <a:pt x="9182" y="17945"/>
                  </a:moveTo>
                  <a:lnTo>
                    <a:pt x="7109" y="20052"/>
                  </a:lnTo>
                  <a:cubicBezTo>
                    <a:pt x="6939" y="20224"/>
                    <a:pt x="6742" y="20249"/>
                    <a:pt x="6640" y="20249"/>
                  </a:cubicBezTo>
                  <a:cubicBezTo>
                    <a:pt x="6537" y="20249"/>
                    <a:pt x="6339" y="20224"/>
                    <a:pt x="6170" y="20052"/>
                  </a:cubicBezTo>
                  <a:lnTo>
                    <a:pt x="1522" y="15327"/>
                  </a:lnTo>
                  <a:cubicBezTo>
                    <a:pt x="1352" y="15154"/>
                    <a:pt x="1327" y="14953"/>
                    <a:pt x="1327" y="14850"/>
                  </a:cubicBezTo>
                  <a:cubicBezTo>
                    <a:pt x="1327" y="14745"/>
                    <a:pt x="1352" y="14544"/>
                    <a:pt x="1522" y="14373"/>
                  </a:cubicBezTo>
                  <a:lnTo>
                    <a:pt x="3593" y="12266"/>
                  </a:lnTo>
                  <a:cubicBezTo>
                    <a:pt x="3599" y="12260"/>
                    <a:pt x="3601" y="12251"/>
                    <a:pt x="3607" y="12245"/>
                  </a:cubicBezTo>
                  <a:lnTo>
                    <a:pt x="9202" y="17932"/>
                  </a:lnTo>
                  <a:cubicBezTo>
                    <a:pt x="9196" y="17937"/>
                    <a:pt x="9187" y="17939"/>
                    <a:pt x="9182" y="17945"/>
                  </a:cubicBezTo>
                  <a:moveTo>
                    <a:pt x="6056" y="593"/>
                  </a:moveTo>
                  <a:cubicBezTo>
                    <a:pt x="5675" y="205"/>
                    <a:pt x="5165" y="0"/>
                    <a:pt x="4647" y="0"/>
                  </a:cubicBezTo>
                  <a:cubicBezTo>
                    <a:pt x="4390" y="0"/>
                    <a:pt x="4132" y="49"/>
                    <a:pt x="3885" y="154"/>
                  </a:cubicBezTo>
                  <a:cubicBezTo>
                    <a:pt x="3141" y="467"/>
                    <a:pt x="2655" y="1205"/>
                    <a:pt x="2655" y="2025"/>
                  </a:cubicBezTo>
                  <a:lnTo>
                    <a:pt x="2654" y="11311"/>
                  </a:lnTo>
                  <a:lnTo>
                    <a:pt x="583" y="13418"/>
                  </a:lnTo>
                  <a:cubicBezTo>
                    <a:pt x="-195" y="14208"/>
                    <a:pt x="-195" y="15491"/>
                    <a:pt x="583" y="16281"/>
                  </a:cubicBezTo>
                  <a:lnTo>
                    <a:pt x="5231" y="21006"/>
                  </a:lnTo>
                  <a:cubicBezTo>
                    <a:pt x="5620" y="21402"/>
                    <a:pt x="6131" y="21599"/>
                    <a:pt x="6640" y="21599"/>
                  </a:cubicBezTo>
                  <a:cubicBezTo>
                    <a:pt x="7150" y="21599"/>
                    <a:pt x="7659" y="21402"/>
                    <a:pt x="8048" y="21006"/>
                  </a:cubicBezTo>
                  <a:lnTo>
                    <a:pt x="10121" y="18900"/>
                  </a:lnTo>
                  <a:lnTo>
                    <a:pt x="19255" y="18900"/>
                  </a:lnTo>
                  <a:cubicBezTo>
                    <a:pt x="20062" y="18900"/>
                    <a:pt x="20788" y="18407"/>
                    <a:pt x="21095" y="17650"/>
                  </a:cubicBezTo>
                  <a:cubicBezTo>
                    <a:pt x="21405" y="16893"/>
                    <a:pt x="21234" y="16022"/>
                    <a:pt x="20663" y="15443"/>
                  </a:cubicBezTo>
                  <a:cubicBezTo>
                    <a:pt x="20663" y="15443"/>
                    <a:pt x="6056" y="593"/>
                    <a:pt x="6056" y="593"/>
                  </a:cubicBezTo>
                  <a:close/>
                </a:path>
              </a:pathLst>
            </a:custGeom>
            <a:solidFill>
              <a:srgbClr val="3544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6" name="AutoShape 138"/>
            <p:cNvSpPr>
              <a:spLocks/>
            </p:cNvSpPr>
            <p:nvPr/>
          </p:nvSpPr>
          <p:spPr bwMode="auto">
            <a:xfrm>
              <a:off x="4686300" y="1652588"/>
              <a:ext cx="217488" cy="2174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37" y="2880"/>
                  </a:moveTo>
                  <a:lnTo>
                    <a:pt x="1437" y="2885"/>
                  </a:lnTo>
                  <a:cubicBezTo>
                    <a:pt x="10965" y="2885"/>
                    <a:pt x="18717" y="10637"/>
                    <a:pt x="18717" y="20165"/>
                  </a:cubicBezTo>
                  <a:lnTo>
                    <a:pt x="18720" y="20165"/>
                  </a:lnTo>
                  <a:cubicBezTo>
                    <a:pt x="18722" y="20959"/>
                    <a:pt x="19366" y="21600"/>
                    <a:pt x="20160" y="21600"/>
                  </a:cubicBezTo>
                  <a:cubicBezTo>
                    <a:pt x="20955" y="21600"/>
                    <a:pt x="21599" y="20956"/>
                    <a:pt x="21599" y="20160"/>
                  </a:cubicBezTo>
                  <a:cubicBezTo>
                    <a:pt x="21599" y="20155"/>
                    <a:pt x="21597" y="20152"/>
                    <a:pt x="21597" y="20148"/>
                  </a:cubicBezTo>
                  <a:cubicBezTo>
                    <a:pt x="21588" y="9034"/>
                    <a:pt x="12588" y="28"/>
                    <a:pt x="1476" y="8"/>
                  </a:cubicBezTo>
                  <a:cubicBezTo>
                    <a:pt x="1465" y="7"/>
                    <a:pt x="1454" y="0"/>
                    <a:pt x="1440" y="0"/>
                  </a:cubicBezTo>
                  <a:cubicBezTo>
                    <a:pt x="644" y="0"/>
                    <a:pt x="0" y="644"/>
                    <a:pt x="0" y="1440"/>
                  </a:cubicBezTo>
                  <a:cubicBezTo>
                    <a:pt x="0" y="2234"/>
                    <a:pt x="644" y="2878"/>
                    <a:pt x="1437" y="2880"/>
                  </a:cubicBezTo>
                </a:path>
              </a:pathLst>
            </a:custGeom>
            <a:solidFill>
              <a:srgbClr val="3544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7445" tIns="17445" rIns="17445" bIns="17445" anchor="ctr"/>
            <a:lstStyle/>
            <a:p>
              <a:pPr algn="just" defTabSz="209348" fontAlgn="auto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5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7" name="íṣḻíde"/>
          <p:cNvSpPr txBox="1"/>
          <p:nvPr/>
        </p:nvSpPr>
        <p:spPr bwMode="auto">
          <a:xfrm>
            <a:off x="5125943" y="3886102"/>
            <a:ext cx="1399349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dirty="0"/>
              <a:t>Text here</a:t>
            </a:r>
          </a:p>
        </p:txBody>
      </p:sp>
      <p:sp>
        <p:nvSpPr>
          <p:cNvPr id="58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11328" y="5043013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59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60149" y="5477004"/>
            <a:ext cx="4017713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more </a:t>
            </a:r>
            <a:r>
              <a:rPr lang="en-US" altLang="zh-CN" sz="1000" dirty="0" err="1" smtClean="0"/>
              <a:t>fluent.Theme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color makes PPT more convenient</a:t>
            </a:r>
          </a:p>
          <a:p>
            <a:pPr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60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903738" y="4854846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6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811328" y="2521922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6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860149" y="2955913"/>
            <a:ext cx="4017713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more </a:t>
            </a:r>
            <a:r>
              <a:rPr lang="en-US" altLang="zh-CN" sz="1000" dirty="0" err="1" smtClean="0"/>
              <a:t>fluent.Theme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color makes PPT more convenient</a:t>
            </a:r>
          </a:p>
          <a:p>
            <a:pPr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6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903738" y="2333755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64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7457466" y="5043013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65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7506287" y="5477004"/>
            <a:ext cx="4017713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more </a:t>
            </a:r>
            <a:r>
              <a:rPr lang="en-US" altLang="zh-CN" sz="1000" dirty="0" err="1" smtClean="0"/>
              <a:t>fluent.Theme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color makes PPT more convenient</a:t>
            </a:r>
          </a:p>
          <a:p>
            <a:pPr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66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549876" y="4854846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67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7457466" y="2521922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68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7506287" y="2955913"/>
            <a:ext cx="4017713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more </a:t>
            </a:r>
            <a:r>
              <a:rPr lang="en-US" altLang="zh-CN" sz="1000" dirty="0" err="1" smtClean="0"/>
              <a:t>fluent.Theme</a:t>
            </a:r>
            <a:r>
              <a:rPr lang="en-US" altLang="zh-CN" sz="1000" dirty="0" smtClean="0"/>
              <a:t> </a:t>
            </a:r>
            <a:r>
              <a:rPr lang="en-US" altLang="zh-CN" sz="1000" dirty="0"/>
              <a:t>color makes PPT more convenient</a:t>
            </a:r>
          </a:p>
          <a:p>
            <a:pPr>
              <a:lnSpc>
                <a:spcPct val="150000"/>
              </a:lnSpc>
            </a:pPr>
            <a:endParaRPr lang="en-US" altLang="zh-CN" sz="1000" dirty="0"/>
          </a:p>
        </p:txBody>
      </p:sp>
      <p:sp>
        <p:nvSpPr>
          <p:cNvPr id="69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549876" y="2333755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70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202813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06283" y="171919"/>
            <a:ext cx="670385" cy="604428"/>
            <a:chOff x="5424755" y="1340768"/>
            <a:chExt cx="670560" cy="604586"/>
          </a:xfrm>
        </p:grpSpPr>
        <p:grpSp>
          <p:nvGrpSpPr>
            <p:cNvPr id="3" name="组合 2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5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7" name="文本框 9"/>
          <p:cNvSpPr txBox="1"/>
          <p:nvPr/>
        </p:nvSpPr>
        <p:spPr>
          <a:xfrm>
            <a:off x="1223286" y="290670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建议与总结</a:t>
            </a:r>
          </a:p>
        </p:txBody>
      </p:sp>
      <p:sp>
        <p:nvSpPr>
          <p:cNvPr id="8" name="Freeform 126"/>
          <p:cNvSpPr>
            <a:spLocks noChangeAspect="1" noEditPoints="1"/>
          </p:cNvSpPr>
          <p:nvPr/>
        </p:nvSpPr>
        <p:spPr bwMode="auto">
          <a:xfrm>
            <a:off x="710380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spcBef>
                <a:spcPct val="0"/>
              </a:spcBef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问题评估</a:t>
            </a:r>
            <a:endParaRPr lang="zh-CN" altLang="en-US" dirty="0">
              <a:solidFill>
                <a:srgbClr val="1C50A2"/>
              </a:solidFill>
              <a:latin typeface="Arial" panose="020B0604020202020204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lang="zh-CN" altLang="en-US" dirty="0">
                <a:solidFill>
                  <a:srgbClr val="1C50A2"/>
                </a:solidFill>
                <a:latin typeface="Arial" panose="020B0604020202020204"/>
              </a:rPr>
              <a:t>相关对策</a:t>
            </a:r>
          </a:p>
        </p:txBody>
      </p:sp>
      <p:sp>
        <p:nvSpPr>
          <p:cNvPr id="11" name="矩形 10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dirty="0">
                <a:solidFill>
                  <a:srgbClr val="1C50A2"/>
                </a:solidFill>
                <a:latin typeface="Arial" panose="020B0604020202020204"/>
              </a:rPr>
              <a:t>研究总结</a:t>
            </a:r>
            <a:endParaRPr lang="zh-CN" altLang="en-US" dirty="0">
              <a:solidFill>
                <a:srgbClr val="1C50A2"/>
              </a:solidFill>
              <a:latin typeface="Arial" panose="020B060402020202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441652" y="29469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342900">
              <a:defRPr/>
            </a:pPr>
            <a:r>
              <a:rPr kumimoji="1" lang="zh-CN" altLang="en-US" b="1" dirty="0">
                <a:solidFill>
                  <a:srgbClr val="1C50A2"/>
                </a:solidFill>
                <a:latin typeface="Arial" panose="020B0604020202020204"/>
              </a:rPr>
              <a:t>成绩与思考</a:t>
            </a:r>
            <a:endParaRPr lang="zh-CN" altLang="en-US" b="1" dirty="0">
              <a:solidFill>
                <a:srgbClr val="1C50A2"/>
              </a:solidFill>
              <a:latin typeface="Arial" panose="020B0604020202020204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15993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118"/>
          <p:cNvGrpSpPr/>
          <p:nvPr/>
        </p:nvGrpSpPr>
        <p:grpSpPr>
          <a:xfrm>
            <a:off x="7793950" y="2445292"/>
            <a:ext cx="3296123" cy="3639412"/>
            <a:chOff x="7397277" y="2298422"/>
            <a:chExt cx="2951580" cy="3258985"/>
          </a:xfrm>
        </p:grpSpPr>
        <p:grpSp>
          <p:nvGrpSpPr>
            <p:cNvPr id="105" name="Group 5"/>
            <p:cNvGrpSpPr>
              <a:grpSpLocks/>
            </p:cNvGrpSpPr>
            <p:nvPr/>
          </p:nvGrpSpPr>
          <p:grpSpPr bwMode="auto">
            <a:xfrm>
              <a:off x="7397277" y="4169628"/>
              <a:ext cx="2951580" cy="1387779"/>
              <a:chOff x="1728" y="3024"/>
              <a:chExt cx="2304" cy="1080"/>
            </a:xfrm>
          </p:grpSpPr>
          <p:sp>
            <p:nvSpPr>
              <p:cNvPr id="106" name="Freeform 5"/>
              <p:cNvSpPr>
                <a:spLocks/>
              </p:cNvSpPr>
              <p:nvPr/>
            </p:nvSpPr>
            <p:spPr bwMode="auto">
              <a:xfrm>
                <a:off x="1728" y="3024"/>
                <a:ext cx="2304" cy="1080"/>
              </a:xfrm>
              <a:custGeom>
                <a:avLst/>
                <a:gdLst>
                  <a:gd name="T0" fmla="*/ 2304 w 2304"/>
                  <a:gd name="T1" fmla="*/ 792 h 1080"/>
                  <a:gd name="T2" fmla="*/ 2302 w 2304"/>
                  <a:gd name="T3" fmla="*/ 806 h 1080"/>
                  <a:gd name="T4" fmla="*/ 2290 w 2304"/>
                  <a:gd name="T5" fmla="*/ 836 h 1080"/>
                  <a:gd name="T6" fmla="*/ 2268 w 2304"/>
                  <a:gd name="T7" fmla="*/ 864 h 1080"/>
                  <a:gd name="T8" fmla="*/ 2234 w 2304"/>
                  <a:gd name="T9" fmla="*/ 892 h 1080"/>
                  <a:gd name="T10" fmla="*/ 2190 w 2304"/>
                  <a:gd name="T11" fmla="*/ 916 h 1080"/>
                  <a:gd name="T12" fmla="*/ 2108 w 2304"/>
                  <a:gd name="T13" fmla="*/ 954 h 1080"/>
                  <a:gd name="T14" fmla="*/ 1966 w 2304"/>
                  <a:gd name="T15" fmla="*/ 996 h 1080"/>
                  <a:gd name="T16" fmla="*/ 1796 w 2304"/>
                  <a:gd name="T17" fmla="*/ 1030 h 1080"/>
                  <a:gd name="T18" fmla="*/ 1600 w 2304"/>
                  <a:gd name="T19" fmla="*/ 1058 h 1080"/>
                  <a:gd name="T20" fmla="*/ 1384 w 2304"/>
                  <a:gd name="T21" fmla="*/ 1074 h 1080"/>
                  <a:gd name="T22" fmla="*/ 1152 w 2304"/>
                  <a:gd name="T23" fmla="*/ 1080 h 1080"/>
                  <a:gd name="T24" fmla="*/ 1034 w 2304"/>
                  <a:gd name="T25" fmla="*/ 1078 h 1080"/>
                  <a:gd name="T26" fmla="*/ 810 w 2304"/>
                  <a:gd name="T27" fmla="*/ 1068 h 1080"/>
                  <a:gd name="T28" fmla="*/ 602 w 2304"/>
                  <a:gd name="T29" fmla="*/ 1046 h 1080"/>
                  <a:gd name="T30" fmla="*/ 420 w 2304"/>
                  <a:gd name="T31" fmla="*/ 1014 h 1080"/>
                  <a:gd name="T32" fmla="*/ 264 w 2304"/>
                  <a:gd name="T33" fmla="*/ 976 h 1080"/>
                  <a:gd name="T34" fmla="*/ 140 w 2304"/>
                  <a:gd name="T35" fmla="*/ 930 h 1080"/>
                  <a:gd name="T36" fmla="*/ 90 w 2304"/>
                  <a:gd name="T37" fmla="*/ 904 h 1080"/>
                  <a:gd name="T38" fmla="*/ 52 w 2304"/>
                  <a:gd name="T39" fmla="*/ 878 h 1080"/>
                  <a:gd name="T40" fmla="*/ 24 w 2304"/>
                  <a:gd name="T41" fmla="*/ 850 h 1080"/>
                  <a:gd name="T42" fmla="*/ 6 w 2304"/>
                  <a:gd name="T43" fmla="*/ 822 h 1080"/>
                  <a:gd name="T44" fmla="*/ 0 w 2304"/>
                  <a:gd name="T45" fmla="*/ 792 h 1080"/>
                  <a:gd name="T46" fmla="*/ 288 w 2304"/>
                  <a:gd name="T47" fmla="*/ 216 h 1080"/>
                  <a:gd name="T48" fmla="*/ 292 w 2304"/>
                  <a:gd name="T49" fmla="*/ 194 h 1080"/>
                  <a:gd name="T50" fmla="*/ 306 w 2304"/>
                  <a:gd name="T51" fmla="*/ 172 h 1080"/>
                  <a:gd name="T52" fmla="*/ 326 w 2304"/>
                  <a:gd name="T53" fmla="*/ 152 h 1080"/>
                  <a:gd name="T54" fmla="*/ 356 w 2304"/>
                  <a:gd name="T55" fmla="*/ 132 h 1080"/>
                  <a:gd name="T56" fmla="*/ 436 w 2304"/>
                  <a:gd name="T57" fmla="*/ 96 h 1080"/>
                  <a:gd name="T58" fmla="*/ 542 w 2304"/>
                  <a:gd name="T59" fmla="*/ 64 h 1080"/>
                  <a:gd name="T60" fmla="*/ 668 w 2304"/>
                  <a:gd name="T61" fmla="*/ 36 h 1080"/>
                  <a:gd name="T62" fmla="*/ 816 w 2304"/>
                  <a:gd name="T63" fmla="*/ 16 h 1080"/>
                  <a:gd name="T64" fmla="*/ 978 w 2304"/>
                  <a:gd name="T65" fmla="*/ 4 h 1080"/>
                  <a:gd name="T66" fmla="*/ 1152 w 2304"/>
                  <a:gd name="T67" fmla="*/ 0 h 1080"/>
                  <a:gd name="T68" fmla="*/ 1240 w 2304"/>
                  <a:gd name="T69" fmla="*/ 2 h 1080"/>
                  <a:gd name="T70" fmla="*/ 1408 w 2304"/>
                  <a:gd name="T71" fmla="*/ 10 h 1080"/>
                  <a:gd name="T72" fmla="*/ 1564 w 2304"/>
                  <a:gd name="T73" fmla="*/ 26 h 1080"/>
                  <a:gd name="T74" fmla="*/ 1702 w 2304"/>
                  <a:gd name="T75" fmla="*/ 50 h 1080"/>
                  <a:gd name="T76" fmla="*/ 1818 w 2304"/>
                  <a:gd name="T77" fmla="*/ 78 h 1080"/>
                  <a:gd name="T78" fmla="*/ 1912 w 2304"/>
                  <a:gd name="T79" fmla="*/ 114 h 1080"/>
                  <a:gd name="T80" fmla="*/ 1964 w 2304"/>
                  <a:gd name="T81" fmla="*/ 142 h 1080"/>
                  <a:gd name="T82" fmla="*/ 1988 w 2304"/>
                  <a:gd name="T83" fmla="*/ 162 h 1080"/>
                  <a:gd name="T84" fmla="*/ 2006 w 2304"/>
                  <a:gd name="T85" fmla="*/ 184 h 1080"/>
                  <a:gd name="T86" fmla="*/ 2014 w 2304"/>
                  <a:gd name="T87" fmla="*/ 204 h 1080"/>
                  <a:gd name="T88" fmla="*/ 2016 w 2304"/>
                  <a:gd name="T89" fmla="*/ 216 h 1080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304"/>
                  <a:gd name="T136" fmla="*/ 0 h 1080"/>
                  <a:gd name="T137" fmla="*/ 2304 w 2304"/>
                  <a:gd name="T138" fmla="*/ 1080 h 1080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304" h="1080">
                    <a:moveTo>
                      <a:pt x="2016" y="216"/>
                    </a:moveTo>
                    <a:lnTo>
                      <a:pt x="2304" y="792"/>
                    </a:lnTo>
                    <a:lnTo>
                      <a:pt x="2302" y="806"/>
                    </a:lnTo>
                    <a:lnTo>
                      <a:pt x="2298" y="822"/>
                    </a:lnTo>
                    <a:lnTo>
                      <a:pt x="2290" y="836"/>
                    </a:lnTo>
                    <a:lnTo>
                      <a:pt x="2280" y="850"/>
                    </a:lnTo>
                    <a:lnTo>
                      <a:pt x="2268" y="864"/>
                    </a:lnTo>
                    <a:lnTo>
                      <a:pt x="2252" y="878"/>
                    </a:lnTo>
                    <a:lnTo>
                      <a:pt x="2234" y="892"/>
                    </a:lnTo>
                    <a:lnTo>
                      <a:pt x="2214" y="904"/>
                    </a:lnTo>
                    <a:lnTo>
                      <a:pt x="2190" y="916"/>
                    </a:lnTo>
                    <a:lnTo>
                      <a:pt x="2164" y="930"/>
                    </a:lnTo>
                    <a:lnTo>
                      <a:pt x="2108" y="954"/>
                    </a:lnTo>
                    <a:lnTo>
                      <a:pt x="2040" y="976"/>
                    </a:lnTo>
                    <a:lnTo>
                      <a:pt x="1966" y="996"/>
                    </a:lnTo>
                    <a:lnTo>
                      <a:pt x="1884" y="1014"/>
                    </a:lnTo>
                    <a:lnTo>
                      <a:pt x="1796" y="1030"/>
                    </a:lnTo>
                    <a:lnTo>
                      <a:pt x="1702" y="1046"/>
                    </a:lnTo>
                    <a:lnTo>
                      <a:pt x="1600" y="1058"/>
                    </a:lnTo>
                    <a:lnTo>
                      <a:pt x="1494" y="1068"/>
                    </a:lnTo>
                    <a:lnTo>
                      <a:pt x="1384" y="1074"/>
                    </a:lnTo>
                    <a:lnTo>
                      <a:pt x="1270" y="1078"/>
                    </a:lnTo>
                    <a:lnTo>
                      <a:pt x="1152" y="1080"/>
                    </a:lnTo>
                    <a:lnTo>
                      <a:pt x="1034" y="1078"/>
                    </a:lnTo>
                    <a:lnTo>
                      <a:pt x="920" y="1074"/>
                    </a:lnTo>
                    <a:lnTo>
                      <a:pt x="810" y="1068"/>
                    </a:lnTo>
                    <a:lnTo>
                      <a:pt x="704" y="1058"/>
                    </a:lnTo>
                    <a:lnTo>
                      <a:pt x="602" y="1046"/>
                    </a:lnTo>
                    <a:lnTo>
                      <a:pt x="508" y="1030"/>
                    </a:lnTo>
                    <a:lnTo>
                      <a:pt x="420" y="1014"/>
                    </a:lnTo>
                    <a:lnTo>
                      <a:pt x="338" y="996"/>
                    </a:lnTo>
                    <a:lnTo>
                      <a:pt x="264" y="976"/>
                    </a:lnTo>
                    <a:lnTo>
                      <a:pt x="196" y="954"/>
                    </a:lnTo>
                    <a:lnTo>
                      <a:pt x="140" y="930"/>
                    </a:lnTo>
                    <a:lnTo>
                      <a:pt x="114" y="916"/>
                    </a:lnTo>
                    <a:lnTo>
                      <a:pt x="90" y="904"/>
                    </a:lnTo>
                    <a:lnTo>
                      <a:pt x="70" y="892"/>
                    </a:lnTo>
                    <a:lnTo>
                      <a:pt x="52" y="878"/>
                    </a:lnTo>
                    <a:lnTo>
                      <a:pt x="36" y="864"/>
                    </a:lnTo>
                    <a:lnTo>
                      <a:pt x="24" y="850"/>
                    </a:lnTo>
                    <a:lnTo>
                      <a:pt x="14" y="836"/>
                    </a:lnTo>
                    <a:lnTo>
                      <a:pt x="6" y="822"/>
                    </a:lnTo>
                    <a:lnTo>
                      <a:pt x="2" y="806"/>
                    </a:lnTo>
                    <a:lnTo>
                      <a:pt x="0" y="792"/>
                    </a:lnTo>
                    <a:lnTo>
                      <a:pt x="288" y="216"/>
                    </a:lnTo>
                    <a:lnTo>
                      <a:pt x="290" y="204"/>
                    </a:lnTo>
                    <a:lnTo>
                      <a:pt x="292" y="194"/>
                    </a:lnTo>
                    <a:lnTo>
                      <a:pt x="298" y="184"/>
                    </a:lnTo>
                    <a:lnTo>
                      <a:pt x="306" y="172"/>
                    </a:lnTo>
                    <a:lnTo>
                      <a:pt x="316" y="162"/>
                    </a:lnTo>
                    <a:lnTo>
                      <a:pt x="326" y="152"/>
                    </a:lnTo>
                    <a:lnTo>
                      <a:pt x="340" y="142"/>
                    </a:lnTo>
                    <a:lnTo>
                      <a:pt x="356" y="132"/>
                    </a:lnTo>
                    <a:lnTo>
                      <a:pt x="392" y="114"/>
                    </a:lnTo>
                    <a:lnTo>
                      <a:pt x="436" y="96"/>
                    </a:lnTo>
                    <a:lnTo>
                      <a:pt x="486" y="78"/>
                    </a:lnTo>
                    <a:lnTo>
                      <a:pt x="542" y="64"/>
                    </a:lnTo>
                    <a:lnTo>
                      <a:pt x="602" y="50"/>
                    </a:lnTo>
                    <a:lnTo>
                      <a:pt x="668" y="36"/>
                    </a:lnTo>
                    <a:lnTo>
                      <a:pt x="740" y="26"/>
                    </a:lnTo>
                    <a:lnTo>
                      <a:pt x="816" y="16"/>
                    </a:lnTo>
                    <a:lnTo>
                      <a:pt x="896" y="10"/>
                    </a:lnTo>
                    <a:lnTo>
                      <a:pt x="978" y="4"/>
                    </a:lnTo>
                    <a:lnTo>
                      <a:pt x="1064" y="2"/>
                    </a:lnTo>
                    <a:lnTo>
                      <a:pt x="1152" y="0"/>
                    </a:lnTo>
                    <a:lnTo>
                      <a:pt x="1240" y="2"/>
                    </a:lnTo>
                    <a:lnTo>
                      <a:pt x="1326" y="4"/>
                    </a:lnTo>
                    <a:lnTo>
                      <a:pt x="1408" y="10"/>
                    </a:lnTo>
                    <a:lnTo>
                      <a:pt x="1488" y="16"/>
                    </a:lnTo>
                    <a:lnTo>
                      <a:pt x="1564" y="26"/>
                    </a:lnTo>
                    <a:lnTo>
                      <a:pt x="1636" y="36"/>
                    </a:lnTo>
                    <a:lnTo>
                      <a:pt x="1702" y="50"/>
                    </a:lnTo>
                    <a:lnTo>
                      <a:pt x="1762" y="64"/>
                    </a:lnTo>
                    <a:lnTo>
                      <a:pt x="1818" y="78"/>
                    </a:lnTo>
                    <a:lnTo>
                      <a:pt x="1868" y="96"/>
                    </a:lnTo>
                    <a:lnTo>
                      <a:pt x="1912" y="114"/>
                    </a:lnTo>
                    <a:lnTo>
                      <a:pt x="1948" y="132"/>
                    </a:lnTo>
                    <a:lnTo>
                      <a:pt x="1964" y="142"/>
                    </a:lnTo>
                    <a:lnTo>
                      <a:pt x="1978" y="152"/>
                    </a:lnTo>
                    <a:lnTo>
                      <a:pt x="1988" y="162"/>
                    </a:lnTo>
                    <a:lnTo>
                      <a:pt x="1998" y="172"/>
                    </a:lnTo>
                    <a:lnTo>
                      <a:pt x="2006" y="184"/>
                    </a:lnTo>
                    <a:lnTo>
                      <a:pt x="2012" y="194"/>
                    </a:lnTo>
                    <a:lnTo>
                      <a:pt x="2014" y="204"/>
                    </a:lnTo>
                    <a:lnTo>
                      <a:pt x="2016" y="216"/>
                    </a:ln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" b="1" kern="0">
                  <a:solidFill>
                    <a:srgbClr val="000000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7" name="Freeform 6"/>
              <p:cNvSpPr>
                <a:spLocks/>
              </p:cNvSpPr>
              <p:nvPr/>
            </p:nvSpPr>
            <p:spPr bwMode="auto">
              <a:xfrm>
                <a:off x="2016" y="3024"/>
                <a:ext cx="1728" cy="432"/>
              </a:xfrm>
              <a:custGeom>
                <a:avLst/>
                <a:gdLst>
                  <a:gd name="T0" fmla="*/ 1728 w 1728"/>
                  <a:gd name="T1" fmla="*/ 216 h 432"/>
                  <a:gd name="T2" fmla="*/ 1724 w 1728"/>
                  <a:gd name="T3" fmla="*/ 238 h 432"/>
                  <a:gd name="T4" fmla="*/ 1710 w 1728"/>
                  <a:gd name="T5" fmla="*/ 260 h 432"/>
                  <a:gd name="T6" fmla="*/ 1690 w 1728"/>
                  <a:gd name="T7" fmla="*/ 280 h 432"/>
                  <a:gd name="T8" fmla="*/ 1660 w 1728"/>
                  <a:gd name="T9" fmla="*/ 300 h 432"/>
                  <a:gd name="T10" fmla="*/ 1580 w 1728"/>
                  <a:gd name="T11" fmla="*/ 336 h 432"/>
                  <a:gd name="T12" fmla="*/ 1474 w 1728"/>
                  <a:gd name="T13" fmla="*/ 368 h 432"/>
                  <a:gd name="T14" fmla="*/ 1348 w 1728"/>
                  <a:gd name="T15" fmla="*/ 396 h 432"/>
                  <a:gd name="T16" fmla="*/ 1200 w 1728"/>
                  <a:gd name="T17" fmla="*/ 416 h 432"/>
                  <a:gd name="T18" fmla="*/ 1038 w 1728"/>
                  <a:gd name="T19" fmla="*/ 428 h 432"/>
                  <a:gd name="T20" fmla="*/ 864 w 1728"/>
                  <a:gd name="T21" fmla="*/ 432 h 432"/>
                  <a:gd name="T22" fmla="*/ 776 w 1728"/>
                  <a:gd name="T23" fmla="*/ 430 h 432"/>
                  <a:gd name="T24" fmla="*/ 608 w 1728"/>
                  <a:gd name="T25" fmla="*/ 422 h 432"/>
                  <a:gd name="T26" fmla="*/ 452 w 1728"/>
                  <a:gd name="T27" fmla="*/ 406 h 432"/>
                  <a:gd name="T28" fmla="*/ 314 w 1728"/>
                  <a:gd name="T29" fmla="*/ 382 h 432"/>
                  <a:gd name="T30" fmla="*/ 198 w 1728"/>
                  <a:gd name="T31" fmla="*/ 354 h 432"/>
                  <a:gd name="T32" fmla="*/ 104 w 1728"/>
                  <a:gd name="T33" fmla="*/ 318 h 432"/>
                  <a:gd name="T34" fmla="*/ 52 w 1728"/>
                  <a:gd name="T35" fmla="*/ 290 h 432"/>
                  <a:gd name="T36" fmla="*/ 28 w 1728"/>
                  <a:gd name="T37" fmla="*/ 270 h 432"/>
                  <a:gd name="T38" fmla="*/ 10 w 1728"/>
                  <a:gd name="T39" fmla="*/ 248 h 432"/>
                  <a:gd name="T40" fmla="*/ 2 w 1728"/>
                  <a:gd name="T41" fmla="*/ 228 h 432"/>
                  <a:gd name="T42" fmla="*/ 0 w 1728"/>
                  <a:gd name="T43" fmla="*/ 216 h 432"/>
                  <a:gd name="T44" fmla="*/ 4 w 1728"/>
                  <a:gd name="T45" fmla="*/ 194 h 432"/>
                  <a:gd name="T46" fmla="*/ 18 w 1728"/>
                  <a:gd name="T47" fmla="*/ 172 h 432"/>
                  <a:gd name="T48" fmla="*/ 38 w 1728"/>
                  <a:gd name="T49" fmla="*/ 152 h 432"/>
                  <a:gd name="T50" fmla="*/ 68 w 1728"/>
                  <a:gd name="T51" fmla="*/ 132 h 432"/>
                  <a:gd name="T52" fmla="*/ 148 w 1728"/>
                  <a:gd name="T53" fmla="*/ 96 h 432"/>
                  <a:gd name="T54" fmla="*/ 254 w 1728"/>
                  <a:gd name="T55" fmla="*/ 64 h 432"/>
                  <a:gd name="T56" fmla="*/ 380 w 1728"/>
                  <a:gd name="T57" fmla="*/ 36 h 432"/>
                  <a:gd name="T58" fmla="*/ 528 w 1728"/>
                  <a:gd name="T59" fmla="*/ 16 h 432"/>
                  <a:gd name="T60" fmla="*/ 690 w 1728"/>
                  <a:gd name="T61" fmla="*/ 4 h 432"/>
                  <a:gd name="T62" fmla="*/ 864 w 1728"/>
                  <a:gd name="T63" fmla="*/ 0 h 432"/>
                  <a:gd name="T64" fmla="*/ 952 w 1728"/>
                  <a:gd name="T65" fmla="*/ 2 h 432"/>
                  <a:gd name="T66" fmla="*/ 1120 w 1728"/>
                  <a:gd name="T67" fmla="*/ 10 h 432"/>
                  <a:gd name="T68" fmla="*/ 1276 w 1728"/>
                  <a:gd name="T69" fmla="*/ 26 h 432"/>
                  <a:gd name="T70" fmla="*/ 1414 w 1728"/>
                  <a:gd name="T71" fmla="*/ 50 h 432"/>
                  <a:gd name="T72" fmla="*/ 1530 w 1728"/>
                  <a:gd name="T73" fmla="*/ 78 h 432"/>
                  <a:gd name="T74" fmla="*/ 1624 w 1728"/>
                  <a:gd name="T75" fmla="*/ 114 h 432"/>
                  <a:gd name="T76" fmla="*/ 1676 w 1728"/>
                  <a:gd name="T77" fmla="*/ 142 h 432"/>
                  <a:gd name="T78" fmla="*/ 1700 w 1728"/>
                  <a:gd name="T79" fmla="*/ 162 h 432"/>
                  <a:gd name="T80" fmla="*/ 1718 w 1728"/>
                  <a:gd name="T81" fmla="*/ 184 h 432"/>
                  <a:gd name="T82" fmla="*/ 1726 w 1728"/>
                  <a:gd name="T83" fmla="*/ 204 h 432"/>
                  <a:gd name="T84" fmla="*/ 1728 w 1728"/>
                  <a:gd name="T85" fmla="*/ 216 h 432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728"/>
                  <a:gd name="T130" fmla="*/ 0 h 432"/>
                  <a:gd name="T131" fmla="*/ 1728 w 1728"/>
                  <a:gd name="T132" fmla="*/ 432 h 432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728" h="432">
                    <a:moveTo>
                      <a:pt x="1728" y="216"/>
                    </a:moveTo>
                    <a:lnTo>
                      <a:pt x="1728" y="216"/>
                    </a:lnTo>
                    <a:lnTo>
                      <a:pt x="1726" y="228"/>
                    </a:lnTo>
                    <a:lnTo>
                      <a:pt x="1724" y="238"/>
                    </a:lnTo>
                    <a:lnTo>
                      <a:pt x="1718" y="248"/>
                    </a:lnTo>
                    <a:lnTo>
                      <a:pt x="1710" y="260"/>
                    </a:lnTo>
                    <a:lnTo>
                      <a:pt x="1700" y="270"/>
                    </a:lnTo>
                    <a:lnTo>
                      <a:pt x="1690" y="280"/>
                    </a:lnTo>
                    <a:lnTo>
                      <a:pt x="1676" y="290"/>
                    </a:lnTo>
                    <a:lnTo>
                      <a:pt x="1660" y="300"/>
                    </a:lnTo>
                    <a:lnTo>
                      <a:pt x="1624" y="318"/>
                    </a:lnTo>
                    <a:lnTo>
                      <a:pt x="1580" y="336"/>
                    </a:lnTo>
                    <a:lnTo>
                      <a:pt x="1530" y="354"/>
                    </a:lnTo>
                    <a:lnTo>
                      <a:pt x="1474" y="368"/>
                    </a:lnTo>
                    <a:lnTo>
                      <a:pt x="1414" y="382"/>
                    </a:lnTo>
                    <a:lnTo>
                      <a:pt x="1348" y="396"/>
                    </a:lnTo>
                    <a:lnTo>
                      <a:pt x="1276" y="406"/>
                    </a:lnTo>
                    <a:lnTo>
                      <a:pt x="1200" y="416"/>
                    </a:lnTo>
                    <a:lnTo>
                      <a:pt x="1120" y="422"/>
                    </a:lnTo>
                    <a:lnTo>
                      <a:pt x="1038" y="428"/>
                    </a:lnTo>
                    <a:lnTo>
                      <a:pt x="952" y="430"/>
                    </a:lnTo>
                    <a:lnTo>
                      <a:pt x="864" y="432"/>
                    </a:lnTo>
                    <a:lnTo>
                      <a:pt x="776" y="430"/>
                    </a:lnTo>
                    <a:lnTo>
                      <a:pt x="690" y="428"/>
                    </a:lnTo>
                    <a:lnTo>
                      <a:pt x="608" y="422"/>
                    </a:lnTo>
                    <a:lnTo>
                      <a:pt x="528" y="416"/>
                    </a:lnTo>
                    <a:lnTo>
                      <a:pt x="452" y="406"/>
                    </a:lnTo>
                    <a:lnTo>
                      <a:pt x="380" y="396"/>
                    </a:lnTo>
                    <a:lnTo>
                      <a:pt x="314" y="382"/>
                    </a:lnTo>
                    <a:lnTo>
                      <a:pt x="254" y="368"/>
                    </a:lnTo>
                    <a:lnTo>
                      <a:pt x="198" y="354"/>
                    </a:lnTo>
                    <a:lnTo>
                      <a:pt x="148" y="336"/>
                    </a:lnTo>
                    <a:lnTo>
                      <a:pt x="104" y="318"/>
                    </a:lnTo>
                    <a:lnTo>
                      <a:pt x="68" y="300"/>
                    </a:lnTo>
                    <a:lnTo>
                      <a:pt x="52" y="290"/>
                    </a:lnTo>
                    <a:lnTo>
                      <a:pt x="38" y="280"/>
                    </a:lnTo>
                    <a:lnTo>
                      <a:pt x="28" y="270"/>
                    </a:lnTo>
                    <a:lnTo>
                      <a:pt x="18" y="260"/>
                    </a:lnTo>
                    <a:lnTo>
                      <a:pt x="10" y="248"/>
                    </a:lnTo>
                    <a:lnTo>
                      <a:pt x="4" y="238"/>
                    </a:lnTo>
                    <a:lnTo>
                      <a:pt x="2" y="228"/>
                    </a:lnTo>
                    <a:lnTo>
                      <a:pt x="0" y="216"/>
                    </a:lnTo>
                    <a:lnTo>
                      <a:pt x="2" y="204"/>
                    </a:lnTo>
                    <a:lnTo>
                      <a:pt x="4" y="194"/>
                    </a:lnTo>
                    <a:lnTo>
                      <a:pt x="10" y="184"/>
                    </a:lnTo>
                    <a:lnTo>
                      <a:pt x="18" y="172"/>
                    </a:lnTo>
                    <a:lnTo>
                      <a:pt x="28" y="162"/>
                    </a:lnTo>
                    <a:lnTo>
                      <a:pt x="38" y="152"/>
                    </a:lnTo>
                    <a:lnTo>
                      <a:pt x="52" y="142"/>
                    </a:lnTo>
                    <a:lnTo>
                      <a:pt x="68" y="132"/>
                    </a:lnTo>
                    <a:lnTo>
                      <a:pt x="104" y="114"/>
                    </a:lnTo>
                    <a:lnTo>
                      <a:pt x="148" y="96"/>
                    </a:lnTo>
                    <a:lnTo>
                      <a:pt x="198" y="78"/>
                    </a:lnTo>
                    <a:lnTo>
                      <a:pt x="254" y="64"/>
                    </a:lnTo>
                    <a:lnTo>
                      <a:pt x="314" y="50"/>
                    </a:lnTo>
                    <a:lnTo>
                      <a:pt x="380" y="36"/>
                    </a:lnTo>
                    <a:lnTo>
                      <a:pt x="452" y="26"/>
                    </a:lnTo>
                    <a:lnTo>
                      <a:pt x="528" y="16"/>
                    </a:lnTo>
                    <a:lnTo>
                      <a:pt x="608" y="10"/>
                    </a:lnTo>
                    <a:lnTo>
                      <a:pt x="690" y="4"/>
                    </a:lnTo>
                    <a:lnTo>
                      <a:pt x="776" y="2"/>
                    </a:lnTo>
                    <a:lnTo>
                      <a:pt x="864" y="0"/>
                    </a:lnTo>
                    <a:lnTo>
                      <a:pt x="952" y="2"/>
                    </a:lnTo>
                    <a:lnTo>
                      <a:pt x="1038" y="4"/>
                    </a:lnTo>
                    <a:lnTo>
                      <a:pt x="1120" y="10"/>
                    </a:lnTo>
                    <a:lnTo>
                      <a:pt x="1200" y="16"/>
                    </a:lnTo>
                    <a:lnTo>
                      <a:pt x="1276" y="26"/>
                    </a:lnTo>
                    <a:lnTo>
                      <a:pt x="1348" y="36"/>
                    </a:lnTo>
                    <a:lnTo>
                      <a:pt x="1414" y="50"/>
                    </a:lnTo>
                    <a:lnTo>
                      <a:pt x="1474" y="64"/>
                    </a:lnTo>
                    <a:lnTo>
                      <a:pt x="1530" y="78"/>
                    </a:lnTo>
                    <a:lnTo>
                      <a:pt x="1580" y="96"/>
                    </a:lnTo>
                    <a:lnTo>
                      <a:pt x="1624" y="114"/>
                    </a:lnTo>
                    <a:lnTo>
                      <a:pt x="1660" y="132"/>
                    </a:lnTo>
                    <a:lnTo>
                      <a:pt x="1676" y="142"/>
                    </a:lnTo>
                    <a:lnTo>
                      <a:pt x="1690" y="152"/>
                    </a:lnTo>
                    <a:lnTo>
                      <a:pt x="1700" y="162"/>
                    </a:lnTo>
                    <a:lnTo>
                      <a:pt x="1710" y="172"/>
                    </a:lnTo>
                    <a:lnTo>
                      <a:pt x="1718" y="184"/>
                    </a:lnTo>
                    <a:lnTo>
                      <a:pt x="1724" y="194"/>
                    </a:lnTo>
                    <a:lnTo>
                      <a:pt x="1726" y="204"/>
                    </a:lnTo>
                    <a:lnTo>
                      <a:pt x="1728" y="216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" b="1" kern="0">
                  <a:solidFill>
                    <a:srgbClr val="000000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8" name="Group 8"/>
            <p:cNvGrpSpPr>
              <a:grpSpLocks/>
            </p:cNvGrpSpPr>
            <p:nvPr/>
          </p:nvGrpSpPr>
          <p:grpSpPr bwMode="auto">
            <a:xfrm>
              <a:off x="7888360" y="3359669"/>
              <a:ext cx="1996207" cy="1103334"/>
              <a:chOff x="2016" y="1944"/>
              <a:chExt cx="1728" cy="936"/>
            </a:xfrm>
          </p:grpSpPr>
          <p:sp>
            <p:nvSpPr>
              <p:cNvPr id="109" name="Freeform 9"/>
              <p:cNvSpPr>
                <a:spLocks/>
              </p:cNvSpPr>
              <p:nvPr/>
            </p:nvSpPr>
            <p:spPr bwMode="auto">
              <a:xfrm>
                <a:off x="2016" y="1944"/>
                <a:ext cx="1728" cy="936"/>
              </a:xfrm>
              <a:custGeom>
                <a:avLst/>
                <a:gdLst>
                  <a:gd name="T0" fmla="*/ 1728 w 1728"/>
                  <a:gd name="T1" fmla="*/ 720 h 936"/>
                  <a:gd name="T2" fmla="*/ 1726 w 1728"/>
                  <a:gd name="T3" fmla="*/ 732 h 936"/>
                  <a:gd name="T4" fmla="*/ 1718 w 1728"/>
                  <a:gd name="T5" fmla="*/ 752 h 936"/>
                  <a:gd name="T6" fmla="*/ 1700 w 1728"/>
                  <a:gd name="T7" fmla="*/ 774 h 936"/>
                  <a:gd name="T8" fmla="*/ 1676 w 1728"/>
                  <a:gd name="T9" fmla="*/ 794 h 936"/>
                  <a:gd name="T10" fmla="*/ 1624 w 1728"/>
                  <a:gd name="T11" fmla="*/ 822 h 936"/>
                  <a:gd name="T12" fmla="*/ 1530 w 1728"/>
                  <a:gd name="T13" fmla="*/ 858 h 936"/>
                  <a:gd name="T14" fmla="*/ 1414 w 1728"/>
                  <a:gd name="T15" fmla="*/ 886 h 936"/>
                  <a:gd name="T16" fmla="*/ 1276 w 1728"/>
                  <a:gd name="T17" fmla="*/ 910 h 936"/>
                  <a:gd name="T18" fmla="*/ 1120 w 1728"/>
                  <a:gd name="T19" fmla="*/ 926 h 936"/>
                  <a:gd name="T20" fmla="*/ 952 w 1728"/>
                  <a:gd name="T21" fmla="*/ 934 h 936"/>
                  <a:gd name="T22" fmla="*/ 864 w 1728"/>
                  <a:gd name="T23" fmla="*/ 936 h 936"/>
                  <a:gd name="T24" fmla="*/ 690 w 1728"/>
                  <a:gd name="T25" fmla="*/ 932 h 936"/>
                  <a:gd name="T26" fmla="*/ 528 w 1728"/>
                  <a:gd name="T27" fmla="*/ 920 h 936"/>
                  <a:gd name="T28" fmla="*/ 380 w 1728"/>
                  <a:gd name="T29" fmla="*/ 900 h 936"/>
                  <a:gd name="T30" fmla="*/ 254 w 1728"/>
                  <a:gd name="T31" fmla="*/ 872 h 936"/>
                  <a:gd name="T32" fmla="*/ 148 w 1728"/>
                  <a:gd name="T33" fmla="*/ 840 h 936"/>
                  <a:gd name="T34" fmla="*/ 68 w 1728"/>
                  <a:gd name="T35" fmla="*/ 804 h 936"/>
                  <a:gd name="T36" fmla="*/ 38 w 1728"/>
                  <a:gd name="T37" fmla="*/ 784 h 936"/>
                  <a:gd name="T38" fmla="*/ 18 w 1728"/>
                  <a:gd name="T39" fmla="*/ 764 h 936"/>
                  <a:gd name="T40" fmla="*/ 4 w 1728"/>
                  <a:gd name="T41" fmla="*/ 742 h 936"/>
                  <a:gd name="T42" fmla="*/ 0 w 1728"/>
                  <a:gd name="T43" fmla="*/ 720 h 936"/>
                  <a:gd name="T44" fmla="*/ 288 w 1728"/>
                  <a:gd name="T45" fmla="*/ 144 h 936"/>
                  <a:gd name="T46" fmla="*/ 290 w 1728"/>
                  <a:gd name="T47" fmla="*/ 130 h 936"/>
                  <a:gd name="T48" fmla="*/ 300 w 1728"/>
                  <a:gd name="T49" fmla="*/ 114 h 936"/>
                  <a:gd name="T50" fmla="*/ 334 w 1728"/>
                  <a:gd name="T51" fmla="*/ 88 h 936"/>
                  <a:gd name="T52" fmla="*/ 386 w 1728"/>
                  <a:gd name="T53" fmla="*/ 64 h 936"/>
                  <a:gd name="T54" fmla="*/ 456 w 1728"/>
                  <a:gd name="T55" fmla="*/ 42 h 936"/>
                  <a:gd name="T56" fmla="*/ 542 w 1728"/>
                  <a:gd name="T57" fmla="*/ 24 h 936"/>
                  <a:gd name="T58" fmla="*/ 640 w 1728"/>
                  <a:gd name="T59" fmla="*/ 12 h 936"/>
                  <a:gd name="T60" fmla="*/ 748 w 1728"/>
                  <a:gd name="T61" fmla="*/ 2 h 936"/>
                  <a:gd name="T62" fmla="*/ 864 w 1728"/>
                  <a:gd name="T63" fmla="*/ 0 h 936"/>
                  <a:gd name="T64" fmla="*/ 922 w 1728"/>
                  <a:gd name="T65" fmla="*/ 0 h 936"/>
                  <a:gd name="T66" fmla="*/ 1036 w 1728"/>
                  <a:gd name="T67" fmla="*/ 6 h 936"/>
                  <a:gd name="T68" fmla="*/ 1138 w 1728"/>
                  <a:gd name="T69" fmla="*/ 18 h 936"/>
                  <a:gd name="T70" fmla="*/ 1230 w 1728"/>
                  <a:gd name="T71" fmla="*/ 32 h 936"/>
                  <a:gd name="T72" fmla="*/ 1308 w 1728"/>
                  <a:gd name="T73" fmla="*/ 52 h 936"/>
                  <a:gd name="T74" fmla="*/ 1370 w 1728"/>
                  <a:gd name="T75" fmla="*/ 76 h 936"/>
                  <a:gd name="T76" fmla="*/ 1414 w 1728"/>
                  <a:gd name="T77" fmla="*/ 102 h 936"/>
                  <a:gd name="T78" fmla="*/ 1434 w 1728"/>
                  <a:gd name="T79" fmla="*/ 122 h 936"/>
                  <a:gd name="T80" fmla="*/ 1440 w 1728"/>
                  <a:gd name="T81" fmla="*/ 136 h 936"/>
                  <a:gd name="T82" fmla="*/ 1440 w 1728"/>
                  <a:gd name="T83" fmla="*/ 144 h 9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728"/>
                  <a:gd name="T127" fmla="*/ 0 h 936"/>
                  <a:gd name="T128" fmla="*/ 1728 w 1728"/>
                  <a:gd name="T129" fmla="*/ 936 h 9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728" h="936">
                    <a:moveTo>
                      <a:pt x="1440" y="144"/>
                    </a:moveTo>
                    <a:lnTo>
                      <a:pt x="1728" y="720"/>
                    </a:lnTo>
                    <a:lnTo>
                      <a:pt x="1726" y="732"/>
                    </a:lnTo>
                    <a:lnTo>
                      <a:pt x="1724" y="742"/>
                    </a:lnTo>
                    <a:lnTo>
                      <a:pt x="1718" y="752"/>
                    </a:lnTo>
                    <a:lnTo>
                      <a:pt x="1710" y="764"/>
                    </a:lnTo>
                    <a:lnTo>
                      <a:pt x="1700" y="774"/>
                    </a:lnTo>
                    <a:lnTo>
                      <a:pt x="1690" y="784"/>
                    </a:lnTo>
                    <a:lnTo>
                      <a:pt x="1676" y="794"/>
                    </a:lnTo>
                    <a:lnTo>
                      <a:pt x="1660" y="804"/>
                    </a:lnTo>
                    <a:lnTo>
                      <a:pt x="1624" y="822"/>
                    </a:lnTo>
                    <a:lnTo>
                      <a:pt x="1580" y="840"/>
                    </a:lnTo>
                    <a:lnTo>
                      <a:pt x="1530" y="858"/>
                    </a:lnTo>
                    <a:lnTo>
                      <a:pt x="1474" y="872"/>
                    </a:lnTo>
                    <a:lnTo>
                      <a:pt x="1414" y="886"/>
                    </a:lnTo>
                    <a:lnTo>
                      <a:pt x="1348" y="900"/>
                    </a:lnTo>
                    <a:lnTo>
                      <a:pt x="1276" y="910"/>
                    </a:lnTo>
                    <a:lnTo>
                      <a:pt x="1200" y="920"/>
                    </a:lnTo>
                    <a:lnTo>
                      <a:pt x="1120" y="926"/>
                    </a:lnTo>
                    <a:lnTo>
                      <a:pt x="1038" y="932"/>
                    </a:lnTo>
                    <a:lnTo>
                      <a:pt x="952" y="934"/>
                    </a:lnTo>
                    <a:lnTo>
                      <a:pt x="864" y="936"/>
                    </a:lnTo>
                    <a:lnTo>
                      <a:pt x="776" y="934"/>
                    </a:lnTo>
                    <a:lnTo>
                      <a:pt x="690" y="932"/>
                    </a:lnTo>
                    <a:lnTo>
                      <a:pt x="608" y="926"/>
                    </a:lnTo>
                    <a:lnTo>
                      <a:pt x="528" y="920"/>
                    </a:lnTo>
                    <a:lnTo>
                      <a:pt x="452" y="910"/>
                    </a:lnTo>
                    <a:lnTo>
                      <a:pt x="380" y="900"/>
                    </a:lnTo>
                    <a:lnTo>
                      <a:pt x="314" y="886"/>
                    </a:lnTo>
                    <a:lnTo>
                      <a:pt x="254" y="872"/>
                    </a:lnTo>
                    <a:lnTo>
                      <a:pt x="198" y="858"/>
                    </a:lnTo>
                    <a:lnTo>
                      <a:pt x="148" y="840"/>
                    </a:lnTo>
                    <a:lnTo>
                      <a:pt x="104" y="822"/>
                    </a:lnTo>
                    <a:lnTo>
                      <a:pt x="68" y="804"/>
                    </a:lnTo>
                    <a:lnTo>
                      <a:pt x="52" y="794"/>
                    </a:lnTo>
                    <a:lnTo>
                      <a:pt x="38" y="784"/>
                    </a:lnTo>
                    <a:lnTo>
                      <a:pt x="28" y="774"/>
                    </a:lnTo>
                    <a:lnTo>
                      <a:pt x="18" y="764"/>
                    </a:lnTo>
                    <a:lnTo>
                      <a:pt x="10" y="752"/>
                    </a:lnTo>
                    <a:lnTo>
                      <a:pt x="4" y="742"/>
                    </a:lnTo>
                    <a:lnTo>
                      <a:pt x="2" y="732"/>
                    </a:lnTo>
                    <a:lnTo>
                      <a:pt x="0" y="720"/>
                    </a:lnTo>
                    <a:lnTo>
                      <a:pt x="288" y="144"/>
                    </a:lnTo>
                    <a:lnTo>
                      <a:pt x="288" y="136"/>
                    </a:lnTo>
                    <a:lnTo>
                      <a:pt x="290" y="130"/>
                    </a:lnTo>
                    <a:lnTo>
                      <a:pt x="294" y="122"/>
                    </a:lnTo>
                    <a:lnTo>
                      <a:pt x="300" y="114"/>
                    </a:lnTo>
                    <a:lnTo>
                      <a:pt x="314" y="102"/>
                    </a:lnTo>
                    <a:lnTo>
                      <a:pt x="334" y="88"/>
                    </a:lnTo>
                    <a:lnTo>
                      <a:pt x="358" y="76"/>
                    </a:lnTo>
                    <a:lnTo>
                      <a:pt x="386" y="64"/>
                    </a:lnTo>
                    <a:lnTo>
                      <a:pt x="420" y="52"/>
                    </a:lnTo>
                    <a:lnTo>
                      <a:pt x="456" y="42"/>
                    </a:lnTo>
                    <a:lnTo>
                      <a:pt x="498" y="32"/>
                    </a:lnTo>
                    <a:lnTo>
                      <a:pt x="542" y="24"/>
                    </a:lnTo>
                    <a:lnTo>
                      <a:pt x="590" y="18"/>
                    </a:lnTo>
                    <a:lnTo>
                      <a:pt x="640" y="12"/>
                    </a:lnTo>
                    <a:lnTo>
                      <a:pt x="692" y="6"/>
                    </a:lnTo>
                    <a:lnTo>
                      <a:pt x="748" y="2"/>
                    </a:lnTo>
                    <a:lnTo>
                      <a:pt x="806" y="0"/>
                    </a:lnTo>
                    <a:lnTo>
                      <a:pt x="864" y="0"/>
                    </a:lnTo>
                    <a:lnTo>
                      <a:pt x="922" y="0"/>
                    </a:lnTo>
                    <a:lnTo>
                      <a:pt x="980" y="2"/>
                    </a:lnTo>
                    <a:lnTo>
                      <a:pt x="1036" y="6"/>
                    </a:lnTo>
                    <a:lnTo>
                      <a:pt x="1088" y="12"/>
                    </a:lnTo>
                    <a:lnTo>
                      <a:pt x="1138" y="18"/>
                    </a:lnTo>
                    <a:lnTo>
                      <a:pt x="1186" y="24"/>
                    </a:lnTo>
                    <a:lnTo>
                      <a:pt x="1230" y="32"/>
                    </a:lnTo>
                    <a:lnTo>
                      <a:pt x="1272" y="42"/>
                    </a:lnTo>
                    <a:lnTo>
                      <a:pt x="1308" y="52"/>
                    </a:lnTo>
                    <a:lnTo>
                      <a:pt x="1342" y="64"/>
                    </a:lnTo>
                    <a:lnTo>
                      <a:pt x="1370" y="76"/>
                    </a:lnTo>
                    <a:lnTo>
                      <a:pt x="1394" y="88"/>
                    </a:lnTo>
                    <a:lnTo>
                      <a:pt x="1414" y="102"/>
                    </a:lnTo>
                    <a:lnTo>
                      <a:pt x="1428" y="114"/>
                    </a:lnTo>
                    <a:lnTo>
                      <a:pt x="1434" y="122"/>
                    </a:lnTo>
                    <a:lnTo>
                      <a:pt x="1438" y="130"/>
                    </a:lnTo>
                    <a:lnTo>
                      <a:pt x="1440" y="136"/>
                    </a:lnTo>
                    <a:lnTo>
                      <a:pt x="1440" y="144"/>
                    </a:ln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" b="1" kern="0">
                  <a:solidFill>
                    <a:srgbClr val="000000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0" name="Freeform 10"/>
              <p:cNvSpPr>
                <a:spLocks/>
              </p:cNvSpPr>
              <p:nvPr/>
            </p:nvSpPr>
            <p:spPr bwMode="auto">
              <a:xfrm>
                <a:off x="2304" y="1944"/>
                <a:ext cx="1152" cy="288"/>
              </a:xfrm>
              <a:custGeom>
                <a:avLst/>
                <a:gdLst>
                  <a:gd name="T0" fmla="*/ 1152 w 1152"/>
                  <a:gd name="T1" fmla="*/ 144 h 288"/>
                  <a:gd name="T2" fmla="*/ 1150 w 1152"/>
                  <a:gd name="T3" fmla="*/ 158 h 288"/>
                  <a:gd name="T4" fmla="*/ 1140 w 1152"/>
                  <a:gd name="T5" fmla="*/ 174 h 288"/>
                  <a:gd name="T6" fmla="*/ 1106 w 1152"/>
                  <a:gd name="T7" fmla="*/ 200 h 288"/>
                  <a:gd name="T8" fmla="*/ 1054 w 1152"/>
                  <a:gd name="T9" fmla="*/ 224 h 288"/>
                  <a:gd name="T10" fmla="*/ 984 w 1152"/>
                  <a:gd name="T11" fmla="*/ 246 h 288"/>
                  <a:gd name="T12" fmla="*/ 898 w 1152"/>
                  <a:gd name="T13" fmla="*/ 264 h 288"/>
                  <a:gd name="T14" fmla="*/ 800 w 1152"/>
                  <a:gd name="T15" fmla="*/ 276 h 288"/>
                  <a:gd name="T16" fmla="*/ 692 w 1152"/>
                  <a:gd name="T17" fmla="*/ 286 h 288"/>
                  <a:gd name="T18" fmla="*/ 576 w 1152"/>
                  <a:gd name="T19" fmla="*/ 288 h 288"/>
                  <a:gd name="T20" fmla="*/ 518 w 1152"/>
                  <a:gd name="T21" fmla="*/ 288 h 288"/>
                  <a:gd name="T22" fmla="*/ 404 w 1152"/>
                  <a:gd name="T23" fmla="*/ 282 h 288"/>
                  <a:gd name="T24" fmla="*/ 302 w 1152"/>
                  <a:gd name="T25" fmla="*/ 270 h 288"/>
                  <a:gd name="T26" fmla="*/ 210 w 1152"/>
                  <a:gd name="T27" fmla="*/ 256 h 288"/>
                  <a:gd name="T28" fmla="*/ 132 w 1152"/>
                  <a:gd name="T29" fmla="*/ 236 h 288"/>
                  <a:gd name="T30" fmla="*/ 70 w 1152"/>
                  <a:gd name="T31" fmla="*/ 212 h 288"/>
                  <a:gd name="T32" fmla="*/ 26 w 1152"/>
                  <a:gd name="T33" fmla="*/ 186 h 288"/>
                  <a:gd name="T34" fmla="*/ 6 w 1152"/>
                  <a:gd name="T35" fmla="*/ 166 h 288"/>
                  <a:gd name="T36" fmla="*/ 0 w 1152"/>
                  <a:gd name="T37" fmla="*/ 152 h 288"/>
                  <a:gd name="T38" fmla="*/ 0 w 1152"/>
                  <a:gd name="T39" fmla="*/ 144 h 288"/>
                  <a:gd name="T40" fmla="*/ 2 w 1152"/>
                  <a:gd name="T41" fmla="*/ 130 h 288"/>
                  <a:gd name="T42" fmla="*/ 12 w 1152"/>
                  <a:gd name="T43" fmla="*/ 114 h 288"/>
                  <a:gd name="T44" fmla="*/ 46 w 1152"/>
                  <a:gd name="T45" fmla="*/ 88 h 288"/>
                  <a:gd name="T46" fmla="*/ 98 w 1152"/>
                  <a:gd name="T47" fmla="*/ 64 h 288"/>
                  <a:gd name="T48" fmla="*/ 168 w 1152"/>
                  <a:gd name="T49" fmla="*/ 42 h 288"/>
                  <a:gd name="T50" fmla="*/ 254 w 1152"/>
                  <a:gd name="T51" fmla="*/ 24 h 288"/>
                  <a:gd name="T52" fmla="*/ 352 w 1152"/>
                  <a:gd name="T53" fmla="*/ 12 h 288"/>
                  <a:gd name="T54" fmla="*/ 460 w 1152"/>
                  <a:gd name="T55" fmla="*/ 2 h 288"/>
                  <a:gd name="T56" fmla="*/ 576 w 1152"/>
                  <a:gd name="T57" fmla="*/ 0 h 288"/>
                  <a:gd name="T58" fmla="*/ 634 w 1152"/>
                  <a:gd name="T59" fmla="*/ 0 h 288"/>
                  <a:gd name="T60" fmla="*/ 748 w 1152"/>
                  <a:gd name="T61" fmla="*/ 6 h 288"/>
                  <a:gd name="T62" fmla="*/ 850 w 1152"/>
                  <a:gd name="T63" fmla="*/ 18 h 288"/>
                  <a:gd name="T64" fmla="*/ 942 w 1152"/>
                  <a:gd name="T65" fmla="*/ 32 h 288"/>
                  <a:gd name="T66" fmla="*/ 1020 w 1152"/>
                  <a:gd name="T67" fmla="*/ 52 h 288"/>
                  <a:gd name="T68" fmla="*/ 1082 w 1152"/>
                  <a:gd name="T69" fmla="*/ 76 h 288"/>
                  <a:gd name="T70" fmla="*/ 1126 w 1152"/>
                  <a:gd name="T71" fmla="*/ 102 h 288"/>
                  <a:gd name="T72" fmla="*/ 1146 w 1152"/>
                  <a:gd name="T73" fmla="*/ 122 h 288"/>
                  <a:gd name="T74" fmla="*/ 1152 w 1152"/>
                  <a:gd name="T75" fmla="*/ 136 h 288"/>
                  <a:gd name="T76" fmla="*/ 1152 w 1152"/>
                  <a:gd name="T77" fmla="*/ 144 h 28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152"/>
                  <a:gd name="T118" fmla="*/ 0 h 288"/>
                  <a:gd name="T119" fmla="*/ 1152 w 1152"/>
                  <a:gd name="T120" fmla="*/ 288 h 28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152" h="288">
                    <a:moveTo>
                      <a:pt x="1152" y="144"/>
                    </a:moveTo>
                    <a:lnTo>
                      <a:pt x="1152" y="144"/>
                    </a:lnTo>
                    <a:lnTo>
                      <a:pt x="1152" y="152"/>
                    </a:lnTo>
                    <a:lnTo>
                      <a:pt x="1150" y="158"/>
                    </a:lnTo>
                    <a:lnTo>
                      <a:pt x="1146" y="166"/>
                    </a:lnTo>
                    <a:lnTo>
                      <a:pt x="1140" y="174"/>
                    </a:lnTo>
                    <a:lnTo>
                      <a:pt x="1126" y="186"/>
                    </a:lnTo>
                    <a:lnTo>
                      <a:pt x="1106" y="200"/>
                    </a:lnTo>
                    <a:lnTo>
                      <a:pt x="1082" y="212"/>
                    </a:lnTo>
                    <a:lnTo>
                      <a:pt x="1054" y="224"/>
                    </a:lnTo>
                    <a:lnTo>
                      <a:pt x="1020" y="236"/>
                    </a:lnTo>
                    <a:lnTo>
                      <a:pt x="984" y="246"/>
                    </a:lnTo>
                    <a:lnTo>
                      <a:pt x="942" y="256"/>
                    </a:lnTo>
                    <a:lnTo>
                      <a:pt x="898" y="264"/>
                    </a:lnTo>
                    <a:lnTo>
                      <a:pt x="850" y="270"/>
                    </a:lnTo>
                    <a:lnTo>
                      <a:pt x="800" y="276"/>
                    </a:lnTo>
                    <a:lnTo>
                      <a:pt x="748" y="282"/>
                    </a:lnTo>
                    <a:lnTo>
                      <a:pt x="692" y="286"/>
                    </a:lnTo>
                    <a:lnTo>
                      <a:pt x="634" y="288"/>
                    </a:lnTo>
                    <a:lnTo>
                      <a:pt x="576" y="288"/>
                    </a:lnTo>
                    <a:lnTo>
                      <a:pt x="518" y="288"/>
                    </a:lnTo>
                    <a:lnTo>
                      <a:pt x="460" y="286"/>
                    </a:lnTo>
                    <a:lnTo>
                      <a:pt x="404" y="282"/>
                    </a:lnTo>
                    <a:lnTo>
                      <a:pt x="352" y="276"/>
                    </a:lnTo>
                    <a:lnTo>
                      <a:pt x="302" y="270"/>
                    </a:lnTo>
                    <a:lnTo>
                      <a:pt x="254" y="264"/>
                    </a:lnTo>
                    <a:lnTo>
                      <a:pt x="210" y="256"/>
                    </a:lnTo>
                    <a:lnTo>
                      <a:pt x="168" y="246"/>
                    </a:lnTo>
                    <a:lnTo>
                      <a:pt x="132" y="236"/>
                    </a:lnTo>
                    <a:lnTo>
                      <a:pt x="98" y="224"/>
                    </a:lnTo>
                    <a:lnTo>
                      <a:pt x="70" y="212"/>
                    </a:lnTo>
                    <a:lnTo>
                      <a:pt x="46" y="200"/>
                    </a:lnTo>
                    <a:lnTo>
                      <a:pt x="26" y="186"/>
                    </a:lnTo>
                    <a:lnTo>
                      <a:pt x="12" y="174"/>
                    </a:lnTo>
                    <a:lnTo>
                      <a:pt x="6" y="166"/>
                    </a:lnTo>
                    <a:lnTo>
                      <a:pt x="2" y="158"/>
                    </a:lnTo>
                    <a:lnTo>
                      <a:pt x="0" y="152"/>
                    </a:lnTo>
                    <a:lnTo>
                      <a:pt x="0" y="144"/>
                    </a:lnTo>
                    <a:lnTo>
                      <a:pt x="0" y="136"/>
                    </a:lnTo>
                    <a:lnTo>
                      <a:pt x="2" y="130"/>
                    </a:lnTo>
                    <a:lnTo>
                      <a:pt x="6" y="122"/>
                    </a:lnTo>
                    <a:lnTo>
                      <a:pt x="12" y="114"/>
                    </a:lnTo>
                    <a:lnTo>
                      <a:pt x="26" y="102"/>
                    </a:lnTo>
                    <a:lnTo>
                      <a:pt x="46" y="88"/>
                    </a:lnTo>
                    <a:lnTo>
                      <a:pt x="70" y="76"/>
                    </a:lnTo>
                    <a:lnTo>
                      <a:pt x="98" y="64"/>
                    </a:lnTo>
                    <a:lnTo>
                      <a:pt x="132" y="52"/>
                    </a:lnTo>
                    <a:lnTo>
                      <a:pt x="168" y="42"/>
                    </a:lnTo>
                    <a:lnTo>
                      <a:pt x="210" y="32"/>
                    </a:lnTo>
                    <a:lnTo>
                      <a:pt x="254" y="24"/>
                    </a:lnTo>
                    <a:lnTo>
                      <a:pt x="302" y="18"/>
                    </a:lnTo>
                    <a:lnTo>
                      <a:pt x="352" y="12"/>
                    </a:lnTo>
                    <a:lnTo>
                      <a:pt x="404" y="6"/>
                    </a:lnTo>
                    <a:lnTo>
                      <a:pt x="460" y="2"/>
                    </a:lnTo>
                    <a:lnTo>
                      <a:pt x="518" y="0"/>
                    </a:lnTo>
                    <a:lnTo>
                      <a:pt x="576" y="0"/>
                    </a:lnTo>
                    <a:lnTo>
                      <a:pt x="634" y="0"/>
                    </a:lnTo>
                    <a:lnTo>
                      <a:pt x="692" y="2"/>
                    </a:lnTo>
                    <a:lnTo>
                      <a:pt x="748" y="6"/>
                    </a:lnTo>
                    <a:lnTo>
                      <a:pt x="800" y="12"/>
                    </a:lnTo>
                    <a:lnTo>
                      <a:pt x="850" y="18"/>
                    </a:lnTo>
                    <a:lnTo>
                      <a:pt x="898" y="24"/>
                    </a:lnTo>
                    <a:lnTo>
                      <a:pt x="942" y="32"/>
                    </a:lnTo>
                    <a:lnTo>
                      <a:pt x="984" y="42"/>
                    </a:lnTo>
                    <a:lnTo>
                      <a:pt x="1020" y="52"/>
                    </a:lnTo>
                    <a:lnTo>
                      <a:pt x="1054" y="64"/>
                    </a:lnTo>
                    <a:lnTo>
                      <a:pt x="1082" y="76"/>
                    </a:lnTo>
                    <a:lnTo>
                      <a:pt x="1106" y="88"/>
                    </a:lnTo>
                    <a:lnTo>
                      <a:pt x="1126" y="102"/>
                    </a:lnTo>
                    <a:lnTo>
                      <a:pt x="1140" y="114"/>
                    </a:lnTo>
                    <a:lnTo>
                      <a:pt x="1146" y="122"/>
                    </a:lnTo>
                    <a:lnTo>
                      <a:pt x="1150" y="130"/>
                    </a:lnTo>
                    <a:lnTo>
                      <a:pt x="1152" y="136"/>
                    </a:lnTo>
                    <a:lnTo>
                      <a:pt x="1152" y="1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" b="1" kern="0">
                  <a:solidFill>
                    <a:srgbClr val="000000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1" name="Freeform 12"/>
            <p:cNvSpPr>
              <a:spLocks/>
            </p:cNvSpPr>
            <p:nvPr/>
          </p:nvSpPr>
          <p:spPr bwMode="auto">
            <a:xfrm>
              <a:off x="8311831" y="2298422"/>
              <a:ext cx="1149254" cy="1178593"/>
            </a:xfrm>
            <a:custGeom>
              <a:avLst/>
              <a:gdLst>
                <a:gd name="T0" fmla="*/ 2147483647 w 576"/>
                <a:gd name="T1" fmla="*/ 2147483647 h 648"/>
                <a:gd name="T2" fmla="*/ 2147483647 w 576"/>
                <a:gd name="T3" fmla="*/ 2147483647 h 648"/>
                <a:gd name="T4" fmla="*/ 2147483647 w 576"/>
                <a:gd name="T5" fmla="*/ 2147483647 h 648"/>
                <a:gd name="T6" fmla="*/ 2147483647 w 576"/>
                <a:gd name="T7" fmla="*/ 2147483647 h 648"/>
                <a:gd name="T8" fmla="*/ 2147483647 w 576"/>
                <a:gd name="T9" fmla="*/ 2147483647 h 648"/>
                <a:gd name="T10" fmla="*/ 2147483647 w 576"/>
                <a:gd name="T11" fmla="*/ 2147483647 h 648"/>
                <a:gd name="T12" fmla="*/ 2147483647 w 576"/>
                <a:gd name="T13" fmla="*/ 2147483647 h 648"/>
                <a:gd name="T14" fmla="*/ 2147483647 w 576"/>
                <a:gd name="T15" fmla="*/ 2147483647 h 648"/>
                <a:gd name="T16" fmla="*/ 2147483647 w 576"/>
                <a:gd name="T17" fmla="*/ 2147483647 h 648"/>
                <a:gd name="T18" fmla="*/ 2147483647 w 576"/>
                <a:gd name="T19" fmla="*/ 2147483647 h 648"/>
                <a:gd name="T20" fmla="*/ 2147483647 w 576"/>
                <a:gd name="T21" fmla="*/ 2147483647 h 648"/>
                <a:gd name="T22" fmla="*/ 2133573609 w 576"/>
                <a:gd name="T23" fmla="*/ 2147483647 h 648"/>
                <a:gd name="T24" fmla="*/ 1775924795 w 576"/>
                <a:gd name="T25" fmla="*/ 2147483647 h 648"/>
                <a:gd name="T26" fmla="*/ 1775924795 w 576"/>
                <a:gd name="T27" fmla="*/ 2147483647 h 648"/>
                <a:gd name="T28" fmla="*/ 1418273498 w 576"/>
                <a:gd name="T29" fmla="*/ 2147483647 h 648"/>
                <a:gd name="T30" fmla="*/ 1085285581 w 576"/>
                <a:gd name="T31" fmla="*/ 2147483647 h 648"/>
                <a:gd name="T32" fmla="*/ 776966011 w 576"/>
                <a:gd name="T33" fmla="*/ 2147483647 h 648"/>
                <a:gd name="T34" fmla="*/ 517978169 w 576"/>
                <a:gd name="T35" fmla="*/ 2147483647 h 648"/>
                <a:gd name="T36" fmla="*/ 308319570 w 576"/>
                <a:gd name="T37" fmla="*/ 2147483647 h 648"/>
                <a:gd name="T38" fmla="*/ 209658599 w 576"/>
                <a:gd name="T39" fmla="*/ 2147483647 h 648"/>
                <a:gd name="T40" fmla="*/ 135661008 w 576"/>
                <a:gd name="T41" fmla="*/ 2147483647 h 648"/>
                <a:gd name="T42" fmla="*/ 73997591 w 576"/>
                <a:gd name="T43" fmla="*/ 2147483647 h 648"/>
                <a:gd name="T44" fmla="*/ 36997554 w 576"/>
                <a:gd name="T45" fmla="*/ 2147483647 h 648"/>
                <a:gd name="T46" fmla="*/ 12331690 w 576"/>
                <a:gd name="T47" fmla="*/ 2147483647 h 648"/>
                <a:gd name="T48" fmla="*/ 0 w 576"/>
                <a:gd name="T49" fmla="*/ 2147483647 h 648"/>
                <a:gd name="T50" fmla="*/ 1775924795 w 576"/>
                <a:gd name="T51" fmla="*/ 0 h 648"/>
                <a:gd name="T52" fmla="*/ 2147483647 w 576"/>
                <a:gd name="T53" fmla="*/ 2147483647 h 6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576"/>
                <a:gd name="T82" fmla="*/ 0 h 648"/>
                <a:gd name="T83" fmla="*/ 576 w 576"/>
                <a:gd name="T84" fmla="*/ 648 h 64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576" h="648">
                  <a:moveTo>
                    <a:pt x="576" y="576"/>
                  </a:moveTo>
                  <a:lnTo>
                    <a:pt x="576" y="576"/>
                  </a:lnTo>
                  <a:lnTo>
                    <a:pt x="574" y="584"/>
                  </a:lnTo>
                  <a:lnTo>
                    <a:pt x="570" y="590"/>
                  </a:lnTo>
                  <a:lnTo>
                    <a:pt x="564" y="598"/>
                  </a:lnTo>
                  <a:lnTo>
                    <a:pt x="554" y="604"/>
                  </a:lnTo>
                  <a:lnTo>
                    <a:pt x="542" y="610"/>
                  </a:lnTo>
                  <a:lnTo>
                    <a:pt x="526" y="616"/>
                  </a:lnTo>
                  <a:lnTo>
                    <a:pt x="492" y="626"/>
                  </a:lnTo>
                  <a:lnTo>
                    <a:pt x="450" y="636"/>
                  </a:lnTo>
                  <a:lnTo>
                    <a:pt x="400" y="642"/>
                  </a:lnTo>
                  <a:lnTo>
                    <a:pt x="346" y="646"/>
                  </a:lnTo>
                  <a:lnTo>
                    <a:pt x="288" y="648"/>
                  </a:lnTo>
                  <a:lnTo>
                    <a:pt x="230" y="646"/>
                  </a:lnTo>
                  <a:lnTo>
                    <a:pt x="176" y="642"/>
                  </a:lnTo>
                  <a:lnTo>
                    <a:pt x="126" y="636"/>
                  </a:lnTo>
                  <a:lnTo>
                    <a:pt x="84" y="626"/>
                  </a:lnTo>
                  <a:lnTo>
                    <a:pt x="50" y="616"/>
                  </a:lnTo>
                  <a:lnTo>
                    <a:pt x="34" y="610"/>
                  </a:lnTo>
                  <a:lnTo>
                    <a:pt x="22" y="604"/>
                  </a:lnTo>
                  <a:lnTo>
                    <a:pt x="12" y="598"/>
                  </a:lnTo>
                  <a:lnTo>
                    <a:pt x="6" y="590"/>
                  </a:lnTo>
                  <a:lnTo>
                    <a:pt x="2" y="584"/>
                  </a:lnTo>
                  <a:lnTo>
                    <a:pt x="0" y="576"/>
                  </a:lnTo>
                  <a:lnTo>
                    <a:pt x="288" y="0"/>
                  </a:lnTo>
                  <a:lnTo>
                    <a:pt x="576" y="576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xtLst/>
          </p:spPr>
          <p:txBody>
            <a:bodyPr wrap="none" anchor="ctr"/>
            <a:lstStyle/>
            <a:p>
              <a:pPr algn="just" defTabSz="915992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00" b="1" kern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2" name="Freeform 19"/>
            <p:cNvSpPr>
              <a:spLocks noEditPoints="1"/>
            </p:cNvSpPr>
            <p:nvPr/>
          </p:nvSpPr>
          <p:spPr bwMode="auto">
            <a:xfrm>
              <a:off x="8737460" y="3897030"/>
              <a:ext cx="368511" cy="355843"/>
            </a:xfrm>
            <a:custGeom>
              <a:avLst/>
              <a:gdLst>
                <a:gd name="T0" fmla="*/ 94 w 132"/>
                <a:gd name="T1" fmla="*/ 0 h 128"/>
                <a:gd name="T2" fmla="*/ 56 w 132"/>
                <a:gd name="T3" fmla="*/ 27 h 128"/>
                <a:gd name="T4" fmla="*/ 55 w 132"/>
                <a:gd name="T5" fmla="*/ 27 h 128"/>
                <a:gd name="T6" fmla="*/ 14 w 132"/>
                <a:gd name="T7" fmla="*/ 69 h 128"/>
                <a:gd name="T8" fmla="*/ 1 w 132"/>
                <a:gd name="T9" fmla="*/ 110 h 128"/>
                <a:gd name="T10" fmla="*/ 14 w 132"/>
                <a:gd name="T11" fmla="*/ 128 h 128"/>
                <a:gd name="T12" fmla="*/ 53 w 132"/>
                <a:gd name="T13" fmla="*/ 118 h 128"/>
                <a:gd name="T14" fmla="*/ 120 w 132"/>
                <a:gd name="T15" fmla="*/ 53 h 128"/>
                <a:gd name="T16" fmla="*/ 64 w 132"/>
                <a:gd name="T17" fmla="*/ 95 h 128"/>
                <a:gd name="T18" fmla="*/ 99 w 132"/>
                <a:gd name="T19" fmla="*/ 47 h 128"/>
                <a:gd name="T20" fmla="*/ 95 w 132"/>
                <a:gd name="T21" fmla="*/ 67 h 128"/>
                <a:gd name="T22" fmla="*/ 64 w 132"/>
                <a:gd name="T23" fmla="*/ 98 h 128"/>
                <a:gd name="T24" fmla="*/ 59 w 132"/>
                <a:gd name="T25" fmla="*/ 81 h 128"/>
                <a:gd name="T26" fmla="*/ 46 w 132"/>
                <a:gd name="T27" fmla="*/ 68 h 128"/>
                <a:gd name="T28" fmla="*/ 92 w 132"/>
                <a:gd name="T29" fmla="*/ 36 h 128"/>
                <a:gd name="T30" fmla="*/ 59 w 132"/>
                <a:gd name="T31" fmla="*/ 81 h 128"/>
                <a:gd name="T32" fmla="*/ 30 w 132"/>
                <a:gd name="T33" fmla="*/ 64 h 128"/>
                <a:gd name="T34" fmla="*/ 80 w 132"/>
                <a:gd name="T35" fmla="*/ 29 h 128"/>
                <a:gd name="T36" fmla="*/ 17 w 132"/>
                <a:gd name="T37" fmla="*/ 119 h 128"/>
                <a:gd name="T38" fmla="*/ 8 w 132"/>
                <a:gd name="T39" fmla="*/ 114 h 128"/>
                <a:gd name="T40" fmla="*/ 13 w 132"/>
                <a:gd name="T41" fmla="*/ 96 h 128"/>
                <a:gd name="T42" fmla="*/ 32 w 132"/>
                <a:gd name="T43" fmla="*/ 116 h 128"/>
                <a:gd name="T44" fmla="*/ 35 w 132"/>
                <a:gd name="T45" fmla="*/ 115 h 128"/>
                <a:gd name="T46" fmla="*/ 14 w 132"/>
                <a:gd name="T47" fmla="*/ 92 h 128"/>
                <a:gd name="T48" fmla="*/ 19 w 132"/>
                <a:gd name="T49" fmla="*/ 75 h 128"/>
                <a:gd name="T50" fmla="*/ 52 w 132"/>
                <a:gd name="T51" fmla="*/ 110 h 128"/>
                <a:gd name="T52" fmla="*/ 35 w 132"/>
                <a:gd name="T53" fmla="*/ 115 h 128"/>
                <a:gd name="T54" fmla="*/ 108 w 132"/>
                <a:gd name="T55" fmla="*/ 54 h 128"/>
                <a:gd name="T56" fmla="*/ 98 w 132"/>
                <a:gd name="T57" fmla="*/ 30 h 128"/>
                <a:gd name="T58" fmla="*/ 81 w 132"/>
                <a:gd name="T59" fmla="*/ 13 h 128"/>
                <a:gd name="T60" fmla="*/ 112 w 132"/>
                <a:gd name="T61" fmla="*/ 16 h 128"/>
                <a:gd name="T62" fmla="*/ 115 w 132"/>
                <a:gd name="T63" fmla="*/ 4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2" h="128">
                  <a:moveTo>
                    <a:pt x="118" y="10"/>
                  </a:moveTo>
                  <a:cubicBezTo>
                    <a:pt x="111" y="4"/>
                    <a:pt x="102" y="0"/>
                    <a:pt x="94" y="0"/>
                  </a:cubicBezTo>
                  <a:cubicBezTo>
                    <a:pt x="87" y="0"/>
                    <a:pt x="80" y="3"/>
                    <a:pt x="75" y="8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6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2" y="71"/>
                    <a:pt x="11" y="73"/>
                    <a:pt x="10" y="76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1" y="110"/>
                    <a:pt x="0" y="113"/>
                    <a:pt x="0" y="114"/>
                  </a:cubicBezTo>
                  <a:cubicBezTo>
                    <a:pt x="0" y="122"/>
                    <a:pt x="6" y="128"/>
                    <a:pt x="14" y="128"/>
                  </a:cubicBezTo>
                  <a:cubicBezTo>
                    <a:pt x="16" y="128"/>
                    <a:pt x="19" y="127"/>
                    <a:pt x="19" y="127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5" y="118"/>
                    <a:pt x="57" y="116"/>
                    <a:pt x="59" y="114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32" y="42"/>
                    <a:pt x="130" y="23"/>
                    <a:pt x="118" y="10"/>
                  </a:cubicBezTo>
                  <a:close/>
                  <a:moveTo>
                    <a:pt x="64" y="95"/>
                  </a:moveTo>
                  <a:cubicBezTo>
                    <a:pt x="64" y="92"/>
                    <a:pt x="63" y="88"/>
                    <a:pt x="61" y="85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101" y="54"/>
                    <a:pt x="100" y="62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97"/>
                    <a:pt x="64" y="96"/>
                    <a:pt x="64" y="95"/>
                  </a:cubicBezTo>
                  <a:close/>
                  <a:moveTo>
                    <a:pt x="59" y="81"/>
                  </a:moveTo>
                  <a:cubicBezTo>
                    <a:pt x="58" y="79"/>
                    <a:pt x="56" y="76"/>
                    <a:pt x="54" y="74"/>
                  </a:cubicBezTo>
                  <a:cubicBezTo>
                    <a:pt x="51" y="72"/>
                    <a:pt x="49" y="70"/>
                    <a:pt x="46" y="68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7" y="31"/>
                    <a:pt x="90" y="33"/>
                    <a:pt x="92" y="36"/>
                  </a:cubicBezTo>
                  <a:cubicBezTo>
                    <a:pt x="94" y="38"/>
                    <a:pt x="96" y="40"/>
                    <a:pt x="97" y="43"/>
                  </a:cubicBezTo>
                  <a:lnTo>
                    <a:pt x="59" y="81"/>
                  </a:lnTo>
                  <a:close/>
                  <a:moveTo>
                    <a:pt x="42" y="66"/>
                  </a:moveTo>
                  <a:cubicBezTo>
                    <a:pt x="38" y="65"/>
                    <a:pt x="34" y="64"/>
                    <a:pt x="30" y="64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6" y="28"/>
                    <a:pt x="73" y="27"/>
                    <a:pt x="80" y="29"/>
                  </a:cubicBezTo>
                  <a:lnTo>
                    <a:pt x="42" y="66"/>
                  </a:lnTo>
                  <a:close/>
                  <a:moveTo>
                    <a:pt x="17" y="119"/>
                  </a:moveTo>
                  <a:cubicBezTo>
                    <a:pt x="16" y="120"/>
                    <a:pt x="15" y="120"/>
                    <a:pt x="14" y="120"/>
                  </a:cubicBezTo>
                  <a:cubicBezTo>
                    <a:pt x="11" y="120"/>
                    <a:pt x="8" y="117"/>
                    <a:pt x="8" y="114"/>
                  </a:cubicBezTo>
                  <a:cubicBezTo>
                    <a:pt x="8" y="113"/>
                    <a:pt x="8" y="112"/>
                    <a:pt x="8" y="112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7" y="96"/>
                    <a:pt x="22" y="98"/>
                    <a:pt x="26" y="102"/>
                  </a:cubicBezTo>
                  <a:cubicBezTo>
                    <a:pt x="30" y="106"/>
                    <a:pt x="32" y="111"/>
                    <a:pt x="32" y="116"/>
                  </a:cubicBezTo>
                  <a:lnTo>
                    <a:pt x="17" y="119"/>
                  </a:lnTo>
                  <a:close/>
                  <a:moveTo>
                    <a:pt x="35" y="115"/>
                  </a:moveTo>
                  <a:cubicBezTo>
                    <a:pt x="35" y="109"/>
                    <a:pt x="33" y="104"/>
                    <a:pt x="29" y="99"/>
                  </a:cubicBezTo>
                  <a:cubicBezTo>
                    <a:pt x="25" y="95"/>
                    <a:pt x="19" y="93"/>
                    <a:pt x="14" y="92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7"/>
                    <a:pt x="19" y="76"/>
                    <a:pt x="19" y="75"/>
                  </a:cubicBezTo>
                  <a:cubicBezTo>
                    <a:pt x="27" y="69"/>
                    <a:pt x="40" y="71"/>
                    <a:pt x="48" y="80"/>
                  </a:cubicBezTo>
                  <a:cubicBezTo>
                    <a:pt x="57" y="89"/>
                    <a:pt x="59" y="102"/>
                    <a:pt x="52" y="110"/>
                  </a:cubicBezTo>
                  <a:cubicBezTo>
                    <a:pt x="51" y="110"/>
                    <a:pt x="51" y="111"/>
                    <a:pt x="50" y="111"/>
                  </a:cubicBezTo>
                  <a:lnTo>
                    <a:pt x="35" y="115"/>
                  </a:lnTo>
                  <a:close/>
                  <a:moveTo>
                    <a:pt x="115" y="47"/>
                  </a:moveTo>
                  <a:cubicBezTo>
                    <a:pt x="108" y="54"/>
                    <a:pt x="108" y="54"/>
                    <a:pt x="108" y="54"/>
                  </a:cubicBezTo>
                  <a:cubicBezTo>
                    <a:pt x="108" y="53"/>
                    <a:pt x="108" y="52"/>
                    <a:pt x="108" y="51"/>
                  </a:cubicBezTo>
                  <a:cubicBezTo>
                    <a:pt x="107" y="43"/>
                    <a:pt x="104" y="36"/>
                    <a:pt x="98" y="30"/>
                  </a:cubicBezTo>
                  <a:cubicBezTo>
                    <a:pt x="91" y="24"/>
                    <a:pt x="83" y="20"/>
                    <a:pt x="74" y="20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4" y="10"/>
                    <a:pt x="89" y="8"/>
                    <a:pt x="94" y="8"/>
                  </a:cubicBezTo>
                  <a:cubicBezTo>
                    <a:pt x="100" y="8"/>
                    <a:pt x="107" y="11"/>
                    <a:pt x="112" y="16"/>
                  </a:cubicBezTo>
                  <a:cubicBezTo>
                    <a:pt x="117" y="21"/>
                    <a:pt x="120" y="27"/>
                    <a:pt x="120" y="33"/>
                  </a:cubicBezTo>
                  <a:cubicBezTo>
                    <a:pt x="120" y="38"/>
                    <a:pt x="118" y="43"/>
                    <a:pt x="115" y="47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595" tIns="45796" rIns="91595" bIns="45796" numCol="1" anchor="t" anchorCtr="0" compatLnSpc="1">
              <a:prstTxWarp prst="textNoShape">
                <a:avLst/>
              </a:prstTxWarp>
            </a:bodyPr>
            <a:lstStyle/>
            <a:p>
              <a:pPr algn="just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600" kern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3" name="Freeform 11"/>
            <p:cNvSpPr>
              <a:spLocks noChangeAspect="1" noEditPoints="1"/>
            </p:cNvSpPr>
            <p:nvPr/>
          </p:nvSpPr>
          <p:spPr bwMode="auto">
            <a:xfrm>
              <a:off x="8695253" y="2886604"/>
              <a:ext cx="385314" cy="385723"/>
            </a:xfrm>
            <a:custGeom>
              <a:avLst/>
              <a:gdLst>
                <a:gd name="T0" fmla="*/ 360 w 400"/>
                <a:gd name="T1" fmla="*/ 184 h 400"/>
                <a:gd name="T2" fmla="*/ 360 w 400"/>
                <a:gd name="T3" fmla="*/ 216 h 400"/>
                <a:gd name="T4" fmla="*/ 400 w 400"/>
                <a:gd name="T5" fmla="*/ 200 h 400"/>
                <a:gd name="T6" fmla="*/ 200 w 400"/>
                <a:gd name="T7" fmla="*/ 90 h 400"/>
                <a:gd name="T8" fmla="*/ 200 w 400"/>
                <a:gd name="T9" fmla="*/ 310 h 400"/>
                <a:gd name="T10" fmla="*/ 200 w 400"/>
                <a:gd name="T11" fmla="*/ 90 h 400"/>
                <a:gd name="T12" fmla="*/ 120 w 400"/>
                <a:gd name="T13" fmla="*/ 200 h 400"/>
                <a:gd name="T14" fmla="*/ 280 w 400"/>
                <a:gd name="T15" fmla="*/ 200 h 400"/>
                <a:gd name="T16" fmla="*/ 59 w 400"/>
                <a:gd name="T17" fmla="*/ 200 h 400"/>
                <a:gd name="T18" fmla="*/ 20 w 400"/>
                <a:gd name="T19" fmla="*/ 184 h 400"/>
                <a:gd name="T20" fmla="*/ 20 w 400"/>
                <a:gd name="T21" fmla="*/ 216 h 400"/>
                <a:gd name="T22" fmla="*/ 59 w 400"/>
                <a:gd name="T23" fmla="*/ 200 h 400"/>
                <a:gd name="T24" fmla="*/ 216 w 400"/>
                <a:gd name="T25" fmla="*/ 40 h 400"/>
                <a:gd name="T26" fmla="*/ 200 w 400"/>
                <a:gd name="T27" fmla="*/ 0 h 400"/>
                <a:gd name="T28" fmla="*/ 184 w 400"/>
                <a:gd name="T29" fmla="*/ 40 h 400"/>
                <a:gd name="T30" fmla="*/ 200 w 400"/>
                <a:gd name="T31" fmla="*/ 340 h 400"/>
                <a:gd name="T32" fmla="*/ 184 w 400"/>
                <a:gd name="T33" fmla="*/ 380 h 400"/>
                <a:gd name="T34" fmla="*/ 216 w 400"/>
                <a:gd name="T35" fmla="*/ 380 h 400"/>
                <a:gd name="T36" fmla="*/ 200 w 400"/>
                <a:gd name="T37" fmla="*/ 340 h 400"/>
                <a:gd name="T38" fmla="*/ 350 w 400"/>
                <a:gd name="T39" fmla="*/ 50 h 400"/>
                <a:gd name="T40" fmla="*/ 310 w 400"/>
                <a:gd name="T41" fmla="*/ 67 h 400"/>
                <a:gd name="T42" fmla="*/ 333 w 400"/>
                <a:gd name="T43" fmla="*/ 89 h 400"/>
                <a:gd name="T44" fmla="*/ 66 w 400"/>
                <a:gd name="T45" fmla="*/ 311 h 400"/>
                <a:gd name="T46" fmla="*/ 50 w 400"/>
                <a:gd name="T47" fmla="*/ 350 h 400"/>
                <a:gd name="T48" fmla="*/ 89 w 400"/>
                <a:gd name="T49" fmla="*/ 333 h 400"/>
                <a:gd name="T50" fmla="*/ 66 w 400"/>
                <a:gd name="T51" fmla="*/ 311 h 400"/>
                <a:gd name="T52" fmla="*/ 50 w 400"/>
                <a:gd name="T53" fmla="*/ 50 h 400"/>
                <a:gd name="T54" fmla="*/ 66 w 400"/>
                <a:gd name="T55" fmla="*/ 89 h 400"/>
                <a:gd name="T56" fmla="*/ 89 w 400"/>
                <a:gd name="T57" fmla="*/ 67 h 400"/>
                <a:gd name="T58" fmla="*/ 310 w 400"/>
                <a:gd name="T59" fmla="*/ 333 h 400"/>
                <a:gd name="T60" fmla="*/ 350 w 400"/>
                <a:gd name="T61" fmla="*/ 350 h 400"/>
                <a:gd name="T62" fmla="*/ 333 w 400"/>
                <a:gd name="T63" fmla="*/ 311 h 400"/>
                <a:gd name="T64" fmla="*/ 310 w 400"/>
                <a:gd name="T65" fmla="*/ 33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0" h="400">
                  <a:moveTo>
                    <a:pt x="380" y="184"/>
                  </a:moveTo>
                  <a:cubicBezTo>
                    <a:pt x="376" y="184"/>
                    <a:pt x="364" y="184"/>
                    <a:pt x="360" y="184"/>
                  </a:cubicBezTo>
                  <a:cubicBezTo>
                    <a:pt x="349" y="184"/>
                    <a:pt x="340" y="191"/>
                    <a:pt x="340" y="200"/>
                  </a:cubicBezTo>
                  <a:cubicBezTo>
                    <a:pt x="340" y="209"/>
                    <a:pt x="349" y="216"/>
                    <a:pt x="360" y="216"/>
                  </a:cubicBezTo>
                  <a:cubicBezTo>
                    <a:pt x="364" y="216"/>
                    <a:pt x="376" y="216"/>
                    <a:pt x="380" y="216"/>
                  </a:cubicBezTo>
                  <a:cubicBezTo>
                    <a:pt x="391" y="216"/>
                    <a:pt x="400" y="209"/>
                    <a:pt x="400" y="200"/>
                  </a:cubicBezTo>
                  <a:cubicBezTo>
                    <a:pt x="400" y="191"/>
                    <a:pt x="391" y="184"/>
                    <a:pt x="380" y="184"/>
                  </a:cubicBezTo>
                  <a:close/>
                  <a:moveTo>
                    <a:pt x="200" y="90"/>
                  </a:moveTo>
                  <a:cubicBezTo>
                    <a:pt x="139" y="90"/>
                    <a:pt x="90" y="139"/>
                    <a:pt x="90" y="200"/>
                  </a:cubicBezTo>
                  <a:cubicBezTo>
                    <a:pt x="90" y="261"/>
                    <a:pt x="139" y="310"/>
                    <a:pt x="200" y="310"/>
                  </a:cubicBezTo>
                  <a:cubicBezTo>
                    <a:pt x="261" y="310"/>
                    <a:pt x="310" y="261"/>
                    <a:pt x="310" y="200"/>
                  </a:cubicBezTo>
                  <a:cubicBezTo>
                    <a:pt x="310" y="139"/>
                    <a:pt x="261" y="90"/>
                    <a:pt x="200" y="90"/>
                  </a:cubicBezTo>
                  <a:close/>
                  <a:moveTo>
                    <a:pt x="200" y="280"/>
                  </a:moveTo>
                  <a:cubicBezTo>
                    <a:pt x="156" y="280"/>
                    <a:pt x="120" y="244"/>
                    <a:pt x="120" y="200"/>
                  </a:cubicBezTo>
                  <a:cubicBezTo>
                    <a:pt x="120" y="156"/>
                    <a:pt x="156" y="120"/>
                    <a:pt x="200" y="120"/>
                  </a:cubicBezTo>
                  <a:cubicBezTo>
                    <a:pt x="244" y="120"/>
                    <a:pt x="280" y="156"/>
                    <a:pt x="280" y="200"/>
                  </a:cubicBezTo>
                  <a:cubicBezTo>
                    <a:pt x="280" y="244"/>
                    <a:pt x="244" y="280"/>
                    <a:pt x="200" y="280"/>
                  </a:cubicBezTo>
                  <a:close/>
                  <a:moveTo>
                    <a:pt x="59" y="200"/>
                  </a:moveTo>
                  <a:cubicBezTo>
                    <a:pt x="59" y="191"/>
                    <a:pt x="51" y="184"/>
                    <a:pt x="40" y="184"/>
                  </a:cubicBezTo>
                  <a:cubicBezTo>
                    <a:pt x="36" y="184"/>
                    <a:pt x="23" y="184"/>
                    <a:pt x="20" y="184"/>
                  </a:cubicBezTo>
                  <a:cubicBezTo>
                    <a:pt x="9" y="184"/>
                    <a:pt x="0" y="191"/>
                    <a:pt x="0" y="200"/>
                  </a:cubicBezTo>
                  <a:cubicBezTo>
                    <a:pt x="0" y="209"/>
                    <a:pt x="9" y="216"/>
                    <a:pt x="20" y="216"/>
                  </a:cubicBezTo>
                  <a:cubicBezTo>
                    <a:pt x="23" y="216"/>
                    <a:pt x="36" y="216"/>
                    <a:pt x="40" y="216"/>
                  </a:cubicBezTo>
                  <a:cubicBezTo>
                    <a:pt x="51" y="216"/>
                    <a:pt x="59" y="209"/>
                    <a:pt x="59" y="200"/>
                  </a:cubicBezTo>
                  <a:close/>
                  <a:moveTo>
                    <a:pt x="200" y="60"/>
                  </a:moveTo>
                  <a:cubicBezTo>
                    <a:pt x="209" y="60"/>
                    <a:pt x="216" y="51"/>
                    <a:pt x="216" y="40"/>
                  </a:cubicBezTo>
                  <a:cubicBezTo>
                    <a:pt x="216" y="36"/>
                    <a:pt x="216" y="24"/>
                    <a:pt x="216" y="20"/>
                  </a:cubicBezTo>
                  <a:cubicBezTo>
                    <a:pt x="216" y="9"/>
                    <a:pt x="209" y="0"/>
                    <a:pt x="200" y="0"/>
                  </a:cubicBezTo>
                  <a:cubicBezTo>
                    <a:pt x="191" y="0"/>
                    <a:pt x="184" y="9"/>
                    <a:pt x="184" y="20"/>
                  </a:cubicBezTo>
                  <a:cubicBezTo>
                    <a:pt x="184" y="24"/>
                    <a:pt x="184" y="36"/>
                    <a:pt x="184" y="40"/>
                  </a:cubicBezTo>
                  <a:cubicBezTo>
                    <a:pt x="184" y="51"/>
                    <a:pt x="191" y="60"/>
                    <a:pt x="200" y="60"/>
                  </a:cubicBezTo>
                  <a:close/>
                  <a:moveTo>
                    <a:pt x="200" y="340"/>
                  </a:moveTo>
                  <a:cubicBezTo>
                    <a:pt x="191" y="340"/>
                    <a:pt x="184" y="349"/>
                    <a:pt x="184" y="360"/>
                  </a:cubicBezTo>
                  <a:cubicBezTo>
                    <a:pt x="184" y="364"/>
                    <a:pt x="184" y="376"/>
                    <a:pt x="184" y="380"/>
                  </a:cubicBezTo>
                  <a:cubicBezTo>
                    <a:pt x="184" y="391"/>
                    <a:pt x="191" y="400"/>
                    <a:pt x="200" y="400"/>
                  </a:cubicBezTo>
                  <a:cubicBezTo>
                    <a:pt x="209" y="400"/>
                    <a:pt x="216" y="391"/>
                    <a:pt x="216" y="380"/>
                  </a:cubicBezTo>
                  <a:cubicBezTo>
                    <a:pt x="216" y="376"/>
                    <a:pt x="216" y="364"/>
                    <a:pt x="216" y="360"/>
                  </a:cubicBezTo>
                  <a:cubicBezTo>
                    <a:pt x="216" y="349"/>
                    <a:pt x="209" y="340"/>
                    <a:pt x="200" y="340"/>
                  </a:cubicBezTo>
                  <a:close/>
                  <a:moveTo>
                    <a:pt x="347" y="75"/>
                  </a:moveTo>
                  <a:cubicBezTo>
                    <a:pt x="355" y="67"/>
                    <a:pt x="356" y="56"/>
                    <a:pt x="350" y="50"/>
                  </a:cubicBezTo>
                  <a:cubicBezTo>
                    <a:pt x="344" y="44"/>
                    <a:pt x="332" y="45"/>
                    <a:pt x="324" y="53"/>
                  </a:cubicBezTo>
                  <a:cubicBezTo>
                    <a:pt x="322" y="55"/>
                    <a:pt x="313" y="64"/>
                    <a:pt x="310" y="67"/>
                  </a:cubicBezTo>
                  <a:cubicBezTo>
                    <a:pt x="303" y="74"/>
                    <a:pt x="301" y="86"/>
                    <a:pt x="308" y="92"/>
                  </a:cubicBezTo>
                  <a:cubicBezTo>
                    <a:pt x="314" y="98"/>
                    <a:pt x="325" y="97"/>
                    <a:pt x="333" y="89"/>
                  </a:cubicBezTo>
                  <a:cubicBezTo>
                    <a:pt x="335" y="87"/>
                    <a:pt x="345" y="77"/>
                    <a:pt x="347" y="75"/>
                  </a:cubicBezTo>
                  <a:close/>
                  <a:moveTo>
                    <a:pt x="66" y="311"/>
                  </a:moveTo>
                  <a:cubicBezTo>
                    <a:pt x="64" y="313"/>
                    <a:pt x="55" y="322"/>
                    <a:pt x="52" y="325"/>
                  </a:cubicBezTo>
                  <a:cubicBezTo>
                    <a:pt x="45" y="332"/>
                    <a:pt x="43" y="344"/>
                    <a:pt x="50" y="350"/>
                  </a:cubicBezTo>
                  <a:cubicBezTo>
                    <a:pt x="56" y="356"/>
                    <a:pt x="67" y="355"/>
                    <a:pt x="75" y="347"/>
                  </a:cubicBezTo>
                  <a:cubicBezTo>
                    <a:pt x="77" y="345"/>
                    <a:pt x="87" y="335"/>
                    <a:pt x="89" y="333"/>
                  </a:cubicBezTo>
                  <a:cubicBezTo>
                    <a:pt x="97" y="325"/>
                    <a:pt x="98" y="314"/>
                    <a:pt x="92" y="308"/>
                  </a:cubicBezTo>
                  <a:cubicBezTo>
                    <a:pt x="86" y="302"/>
                    <a:pt x="74" y="303"/>
                    <a:pt x="66" y="311"/>
                  </a:cubicBezTo>
                  <a:close/>
                  <a:moveTo>
                    <a:pt x="75" y="53"/>
                  </a:moveTo>
                  <a:cubicBezTo>
                    <a:pt x="67" y="45"/>
                    <a:pt x="56" y="44"/>
                    <a:pt x="50" y="50"/>
                  </a:cubicBezTo>
                  <a:cubicBezTo>
                    <a:pt x="43" y="56"/>
                    <a:pt x="45" y="67"/>
                    <a:pt x="52" y="75"/>
                  </a:cubicBezTo>
                  <a:cubicBezTo>
                    <a:pt x="55" y="77"/>
                    <a:pt x="64" y="87"/>
                    <a:pt x="66" y="89"/>
                  </a:cubicBezTo>
                  <a:cubicBezTo>
                    <a:pt x="74" y="97"/>
                    <a:pt x="86" y="98"/>
                    <a:pt x="92" y="92"/>
                  </a:cubicBezTo>
                  <a:cubicBezTo>
                    <a:pt x="98" y="86"/>
                    <a:pt x="97" y="74"/>
                    <a:pt x="89" y="67"/>
                  </a:cubicBezTo>
                  <a:cubicBezTo>
                    <a:pt x="87" y="64"/>
                    <a:pt x="77" y="55"/>
                    <a:pt x="75" y="53"/>
                  </a:cubicBezTo>
                  <a:close/>
                  <a:moveTo>
                    <a:pt x="310" y="333"/>
                  </a:moveTo>
                  <a:cubicBezTo>
                    <a:pt x="313" y="335"/>
                    <a:pt x="322" y="345"/>
                    <a:pt x="324" y="347"/>
                  </a:cubicBezTo>
                  <a:cubicBezTo>
                    <a:pt x="332" y="355"/>
                    <a:pt x="344" y="356"/>
                    <a:pt x="350" y="350"/>
                  </a:cubicBezTo>
                  <a:cubicBezTo>
                    <a:pt x="356" y="344"/>
                    <a:pt x="355" y="332"/>
                    <a:pt x="347" y="325"/>
                  </a:cubicBezTo>
                  <a:cubicBezTo>
                    <a:pt x="345" y="322"/>
                    <a:pt x="335" y="313"/>
                    <a:pt x="333" y="311"/>
                  </a:cubicBezTo>
                  <a:cubicBezTo>
                    <a:pt x="325" y="303"/>
                    <a:pt x="314" y="302"/>
                    <a:pt x="308" y="308"/>
                  </a:cubicBezTo>
                  <a:cubicBezTo>
                    <a:pt x="301" y="314"/>
                    <a:pt x="303" y="325"/>
                    <a:pt x="310" y="333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595" tIns="45796" rIns="91595" bIns="45796" numCol="1" anchor="t" anchorCtr="0" compatLnSpc="1">
              <a:prstTxWarp prst="textNoShape">
                <a:avLst/>
              </a:prstTxWarp>
            </a:bodyPr>
            <a:lstStyle/>
            <a:p>
              <a:pPr algn="just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600" kern="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14" name="Group 21"/>
            <p:cNvGrpSpPr/>
            <p:nvPr/>
          </p:nvGrpSpPr>
          <p:grpSpPr>
            <a:xfrm>
              <a:off x="8713740" y="4988142"/>
              <a:ext cx="362754" cy="355843"/>
              <a:chOff x="6786562" y="796925"/>
              <a:chExt cx="500063" cy="490538"/>
            </a:xfrm>
            <a:solidFill>
              <a:sysClr val="window" lastClr="FFFFFF"/>
            </a:solidFill>
          </p:grpSpPr>
          <p:sp>
            <p:nvSpPr>
              <p:cNvPr id="115" name="Freeform 27"/>
              <p:cNvSpPr>
                <a:spLocks noEditPoints="1"/>
              </p:cNvSpPr>
              <p:nvPr/>
            </p:nvSpPr>
            <p:spPr bwMode="auto">
              <a:xfrm>
                <a:off x="6786562" y="796925"/>
                <a:ext cx="500063" cy="490538"/>
              </a:xfrm>
              <a:custGeom>
                <a:avLst/>
                <a:gdLst>
                  <a:gd name="T0" fmla="*/ 127 w 130"/>
                  <a:gd name="T1" fmla="*/ 42 h 128"/>
                  <a:gd name="T2" fmla="*/ 87 w 130"/>
                  <a:gd name="T3" fmla="*/ 2 h 128"/>
                  <a:gd name="T4" fmla="*/ 79 w 130"/>
                  <a:gd name="T5" fmla="*/ 0 h 128"/>
                  <a:gd name="T6" fmla="*/ 75 w 130"/>
                  <a:gd name="T7" fmla="*/ 2 h 128"/>
                  <a:gd name="T8" fmla="*/ 73 w 130"/>
                  <a:gd name="T9" fmla="*/ 6 h 128"/>
                  <a:gd name="T10" fmla="*/ 64 w 130"/>
                  <a:gd name="T11" fmla="*/ 21 h 128"/>
                  <a:gd name="T12" fmla="*/ 41 w 130"/>
                  <a:gd name="T13" fmla="*/ 37 h 128"/>
                  <a:gd name="T14" fmla="*/ 15 w 130"/>
                  <a:gd name="T15" fmla="*/ 55 h 128"/>
                  <a:gd name="T16" fmla="*/ 1 w 130"/>
                  <a:gd name="T17" fmla="*/ 78 h 128"/>
                  <a:gd name="T18" fmla="*/ 3 w 130"/>
                  <a:gd name="T19" fmla="*/ 86 h 128"/>
                  <a:gd name="T20" fmla="*/ 43 w 130"/>
                  <a:gd name="T21" fmla="*/ 126 h 128"/>
                  <a:gd name="T22" fmla="*/ 51 w 130"/>
                  <a:gd name="T23" fmla="*/ 128 h 128"/>
                  <a:gd name="T24" fmla="*/ 55 w 130"/>
                  <a:gd name="T25" fmla="*/ 126 h 128"/>
                  <a:gd name="T26" fmla="*/ 57 w 130"/>
                  <a:gd name="T27" fmla="*/ 122 h 128"/>
                  <a:gd name="T28" fmla="*/ 66 w 130"/>
                  <a:gd name="T29" fmla="*/ 107 h 128"/>
                  <a:gd name="T30" fmla="*/ 89 w 130"/>
                  <a:gd name="T31" fmla="*/ 91 h 128"/>
                  <a:gd name="T32" fmla="*/ 115 w 130"/>
                  <a:gd name="T33" fmla="*/ 73 h 128"/>
                  <a:gd name="T34" fmla="*/ 129 w 130"/>
                  <a:gd name="T35" fmla="*/ 50 h 128"/>
                  <a:gd name="T36" fmla="*/ 127 w 130"/>
                  <a:gd name="T37" fmla="*/ 42 h 128"/>
                  <a:gd name="T38" fmla="*/ 49 w 130"/>
                  <a:gd name="T39" fmla="*/ 120 h 128"/>
                  <a:gd name="T40" fmla="*/ 9 w 130"/>
                  <a:gd name="T41" fmla="*/ 80 h 128"/>
                  <a:gd name="T42" fmla="*/ 81 w 130"/>
                  <a:gd name="T43" fmla="*/ 8 h 128"/>
                  <a:gd name="T44" fmla="*/ 121 w 130"/>
                  <a:gd name="T45" fmla="*/ 48 h 128"/>
                  <a:gd name="T46" fmla="*/ 49 w 130"/>
                  <a:gd name="T47" fmla="*/ 12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30" h="128">
                    <a:moveTo>
                      <a:pt x="127" y="42"/>
                    </a:moveTo>
                    <a:cubicBezTo>
                      <a:pt x="87" y="2"/>
                      <a:pt x="87" y="2"/>
                      <a:pt x="87" y="2"/>
                    </a:cubicBezTo>
                    <a:cubicBezTo>
                      <a:pt x="85" y="0"/>
                      <a:pt x="82" y="0"/>
                      <a:pt x="79" y="0"/>
                    </a:cubicBezTo>
                    <a:cubicBezTo>
                      <a:pt x="78" y="1"/>
                      <a:pt x="76" y="1"/>
                      <a:pt x="75" y="2"/>
                    </a:cubicBezTo>
                    <a:cubicBezTo>
                      <a:pt x="74" y="3"/>
                      <a:pt x="74" y="4"/>
                      <a:pt x="73" y="6"/>
                    </a:cubicBezTo>
                    <a:cubicBezTo>
                      <a:pt x="72" y="12"/>
                      <a:pt x="68" y="17"/>
                      <a:pt x="64" y="21"/>
                    </a:cubicBezTo>
                    <a:cubicBezTo>
                      <a:pt x="58" y="27"/>
                      <a:pt x="50" y="32"/>
                      <a:pt x="41" y="37"/>
                    </a:cubicBezTo>
                    <a:cubicBezTo>
                      <a:pt x="32" y="42"/>
                      <a:pt x="23" y="48"/>
                      <a:pt x="15" y="55"/>
                    </a:cubicBezTo>
                    <a:cubicBezTo>
                      <a:pt x="8" y="62"/>
                      <a:pt x="4" y="69"/>
                      <a:pt x="1" y="78"/>
                    </a:cubicBezTo>
                    <a:cubicBezTo>
                      <a:pt x="0" y="80"/>
                      <a:pt x="1" y="84"/>
                      <a:pt x="3" y="86"/>
                    </a:cubicBezTo>
                    <a:cubicBezTo>
                      <a:pt x="43" y="126"/>
                      <a:pt x="43" y="126"/>
                      <a:pt x="43" y="126"/>
                    </a:cubicBezTo>
                    <a:cubicBezTo>
                      <a:pt x="45" y="128"/>
                      <a:pt x="48" y="128"/>
                      <a:pt x="51" y="128"/>
                    </a:cubicBezTo>
                    <a:cubicBezTo>
                      <a:pt x="52" y="127"/>
                      <a:pt x="54" y="127"/>
                      <a:pt x="55" y="126"/>
                    </a:cubicBezTo>
                    <a:cubicBezTo>
                      <a:pt x="56" y="125"/>
                      <a:pt x="56" y="124"/>
                      <a:pt x="57" y="122"/>
                    </a:cubicBezTo>
                    <a:cubicBezTo>
                      <a:pt x="58" y="116"/>
                      <a:pt x="62" y="111"/>
                      <a:pt x="66" y="107"/>
                    </a:cubicBezTo>
                    <a:cubicBezTo>
                      <a:pt x="72" y="101"/>
                      <a:pt x="80" y="96"/>
                      <a:pt x="89" y="91"/>
                    </a:cubicBezTo>
                    <a:cubicBezTo>
                      <a:pt x="98" y="86"/>
                      <a:pt x="107" y="80"/>
                      <a:pt x="115" y="73"/>
                    </a:cubicBezTo>
                    <a:cubicBezTo>
                      <a:pt x="122" y="66"/>
                      <a:pt x="126" y="59"/>
                      <a:pt x="129" y="50"/>
                    </a:cubicBezTo>
                    <a:cubicBezTo>
                      <a:pt x="130" y="48"/>
                      <a:pt x="129" y="44"/>
                      <a:pt x="127" y="42"/>
                    </a:cubicBezTo>
                    <a:close/>
                    <a:moveTo>
                      <a:pt x="49" y="120"/>
                    </a:moveTo>
                    <a:cubicBezTo>
                      <a:pt x="36" y="107"/>
                      <a:pt x="22" y="93"/>
                      <a:pt x="9" y="80"/>
                    </a:cubicBezTo>
                    <a:cubicBezTo>
                      <a:pt x="20" y="43"/>
                      <a:pt x="70" y="45"/>
                      <a:pt x="81" y="8"/>
                    </a:cubicBezTo>
                    <a:cubicBezTo>
                      <a:pt x="94" y="21"/>
                      <a:pt x="108" y="35"/>
                      <a:pt x="121" y="48"/>
                    </a:cubicBezTo>
                    <a:cubicBezTo>
                      <a:pt x="110" y="85"/>
                      <a:pt x="60" y="83"/>
                      <a:pt x="49" y="1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595" tIns="45796" rIns="91595" bIns="45796" numCol="1" anchor="t" anchorCtr="0" compatLnSpc="1">
                <a:prstTxWarp prst="textNoShape">
                  <a:avLst/>
                </a:prstTxWarp>
              </a:bodyPr>
              <a:lstStyle/>
              <a:p>
                <a:pPr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600" kern="0">
                  <a:solidFill>
                    <a:sysClr val="windowText" lastClr="000000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6" name="Freeform 28"/>
              <p:cNvSpPr>
                <a:spLocks noEditPoints="1"/>
              </p:cNvSpPr>
              <p:nvPr/>
            </p:nvSpPr>
            <p:spPr bwMode="auto">
              <a:xfrm>
                <a:off x="6967538" y="969963"/>
                <a:ext cx="134938" cy="138113"/>
              </a:xfrm>
              <a:custGeom>
                <a:avLst/>
                <a:gdLst>
                  <a:gd name="T0" fmla="*/ 28 w 35"/>
                  <a:gd name="T1" fmla="*/ 12 h 36"/>
                  <a:gd name="T2" fmla="*/ 20 w 35"/>
                  <a:gd name="T3" fmla="*/ 13 h 36"/>
                  <a:gd name="T4" fmla="*/ 10 w 35"/>
                  <a:gd name="T5" fmla="*/ 7 h 36"/>
                  <a:gd name="T6" fmla="*/ 15 w 35"/>
                  <a:gd name="T7" fmla="*/ 6 h 36"/>
                  <a:gd name="T8" fmla="*/ 19 w 35"/>
                  <a:gd name="T9" fmla="*/ 6 h 36"/>
                  <a:gd name="T10" fmla="*/ 20 w 35"/>
                  <a:gd name="T11" fmla="*/ 2 h 36"/>
                  <a:gd name="T12" fmla="*/ 13 w 35"/>
                  <a:gd name="T13" fmla="*/ 1 h 36"/>
                  <a:gd name="T14" fmla="*/ 6 w 35"/>
                  <a:gd name="T15" fmla="*/ 4 h 36"/>
                  <a:gd name="T16" fmla="*/ 5 w 35"/>
                  <a:gd name="T17" fmla="*/ 3 h 36"/>
                  <a:gd name="T18" fmla="*/ 3 w 35"/>
                  <a:gd name="T19" fmla="*/ 5 h 36"/>
                  <a:gd name="T20" fmla="*/ 4 w 35"/>
                  <a:gd name="T21" fmla="*/ 6 h 36"/>
                  <a:gd name="T22" fmla="*/ 1 w 35"/>
                  <a:gd name="T23" fmla="*/ 15 h 36"/>
                  <a:gd name="T24" fmla="*/ 3 w 35"/>
                  <a:gd name="T25" fmla="*/ 22 h 36"/>
                  <a:gd name="T26" fmla="*/ 18 w 35"/>
                  <a:gd name="T27" fmla="*/ 21 h 36"/>
                  <a:gd name="T28" fmla="*/ 23 w 35"/>
                  <a:gd name="T29" fmla="*/ 31 h 36"/>
                  <a:gd name="T30" fmla="*/ 19 w 35"/>
                  <a:gd name="T31" fmla="*/ 30 h 36"/>
                  <a:gd name="T32" fmla="*/ 16 w 35"/>
                  <a:gd name="T33" fmla="*/ 28 h 36"/>
                  <a:gd name="T34" fmla="*/ 13 w 35"/>
                  <a:gd name="T35" fmla="*/ 31 h 36"/>
                  <a:gd name="T36" fmla="*/ 17 w 35"/>
                  <a:gd name="T37" fmla="*/ 35 h 36"/>
                  <a:gd name="T38" fmla="*/ 25 w 35"/>
                  <a:gd name="T39" fmla="*/ 36 h 36"/>
                  <a:gd name="T40" fmla="*/ 31 w 35"/>
                  <a:gd name="T41" fmla="*/ 35 h 36"/>
                  <a:gd name="T42" fmla="*/ 33 w 35"/>
                  <a:gd name="T43" fmla="*/ 34 h 36"/>
                  <a:gd name="T44" fmla="*/ 33 w 35"/>
                  <a:gd name="T45" fmla="*/ 32 h 36"/>
                  <a:gd name="T46" fmla="*/ 34 w 35"/>
                  <a:gd name="T47" fmla="*/ 26 h 36"/>
                  <a:gd name="T48" fmla="*/ 35 w 35"/>
                  <a:gd name="T49" fmla="*/ 18 h 36"/>
                  <a:gd name="T50" fmla="*/ 10 w 35"/>
                  <a:gd name="T51" fmla="*/ 17 h 36"/>
                  <a:gd name="T52" fmla="*/ 6 w 35"/>
                  <a:gd name="T53" fmla="*/ 15 h 36"/>
                  <a:gd name="T54" fmla="*/ 7 w 35"/>
                  <a:gd name="T55" fmla="*/ 11 h 36"/>
                  <a:gd name="T56" fmla="*/ 14 w 35"/>
                  <a:gd name="T57" fmla="*/ 16 h 36"/>
                  <a:gd name="T58" fmla="*/ 29 w 35"/>
                  <a:gd name="T59" fmla="*/ 25 h 36"/>
                  <a:gd name="T60" fmla="*/ 21 w 35"/>
                  <a:gd name="T61" fmla="*/ 20 h 36"/>
                  <a:gd name="T62" fmla="*/ 25 w 35"/>
                  <a:gd name="T63" fmla="*/ 18 h 36"/>
                  <a:gd name="T64" fmla="*/ 28 w 35"/>
                  <a:gd name="T65" fmla="*/ 20 h 36"/>
                  <a:gd name="T66" fmla="*/ 29 w 35"/>
                  <a:gd name="T67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5" h="36">
                    <a:moveTo>
                      <a:pt x="32" y="15"/>
                    </a:moveTo>
                    <a:cubicBezTo>
                      <a:pt x="31" y="14"/>
                      <a:pt x="30" y="13"/>
                      <a:pt x="28" y="12"/>
                    </a:cubicBezTo>
                    <a:cubicBezTo>
                      <a:pt x="27" y="12"/>
                      <a:pt x="26" y="12"/>
                      <a:pt x="24" y="12"/>
                    </a:cubicBezTo>
                    <a:cubicBezTo>
                      <a:pt x="23" y="12"/>
                      <a:pt x="22" y="12"/>
                      <a:pt x="20" y="13"/>
                    </a:cubicBezTo>
                    <a:cubicBezTo>
                      <a:pt x="19" y="13"/>
                      <a:pt x="18" y="14"/>
                      <a:pt x="16" y="15"/>
                    </a:cubicBezTo>
                    <a:cubicBezTo>
                      <a:pt x="14" y="12"/>
                      <a:pt x="12" y="10"/>
                      <a:pt x="10" y="7"/>
                    </a:cubicBezTo>
                    <a:cubicBezTo>
                      <a:pt x="11" y="7"/>
                      <a:pt x="12" y="6"/>
                      <a:pt x="13" y="6"/>
                    </a:cubicBezTo>
                    <a:cubicBezTo>
                      <a:pt x="14" y="6"/>
                      <a:pt x="14" y="6"/>
                      <a:pt x="15" y="6"/>
                    </a:cubicBezTo>
                    <a:cubicBezTo>
                      <a:pt x="16" y="7"/>
                      <a:pt x="17" y="7"/>
                      <a:pt x="18" y="7"/>
                    </a:cubicBezTo>
                    <a:cubicBezTo>
                      <a:pt x="18" y="7"/>
                      <a:pt x="19" y="7"/>
                      <a:pt x="19" y="6"/>
                    </a:cubicBezTo>
                    <a:cubicBezTo>
                      <a:pt x="20" y="6"/>
                      <a:pt x="20" y="5"/>
                      <a:pt x="20" y="5"/>
                    </a:cubicBezTo>
                    <a:cubicBezTo>
                      <a:pt x="20" y="4"/>
                      <a:pt x="20" y="3"/>
                      <a:pt x="20" y="2"/>
                    </a:cubicBezTo>
                    <a:cubicBezTo>
                      <a:pt x="19" y="1"/>
                      <a:pt x="18" y="1"/>
                      <a:pt x="16" y="0"/>
                    </a:cubicBezTo>
                    <a:cubicBezTo>
                      <a:pt x="15" y="0"/>
                      <a:pt x="14" y="0"/>
                      <a:pt x="13" y="1"/>
                    </a:cubicBezTo>
                    <a:cubicBezTo>
                      <a:pt x="11" y="1"/>
                      <a:pt x="10" y="1"/>
                      <a:pt x="9" y="2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6" y="4"/>
                      <a:pt x="6" y="3"/>
                      <a:pt x="6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4" y="3"/>
                      <a:pt x="3" y="3"/>
                    </a:cubicBezTo>
                    <a:cubicBezTo>
                      <a:pt x="3" y="4"/>
                      <a:pt x="3" y="4"/>
                      <a:pt x="3" y="5"/>
                    </a:cubicBezTo>
                    <a:cubicBezTo>
                      <a:pt x="3" y="5"/>
                      <a:pt x="3" y="5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7"/>
                      <a:pt x="2" y="9"/>
                      <a:pt x="2" y="10"/>
                    </a:cubicBezTo>
                    <a:cubicBezTo>
                      <a:pt x="1" y="12"/>
                      <a:pt x="1" y="13"/>
                      <a:pt x="1" y="15"/>
                    </a:cubicBezTo>
                    <a:cubicBezTo>
                      <a:pt x="0" y="16"/>
                      <a:pt x="1" y="17"/>
                      <a:pt x="1" y="18"/>
                    </a:cubicBezTo>
                    <a:cubicBezTo>
                      <a:pt x="1" y="20"/>
                      <a:pt x="2" y="21"/>
                      <a:pt x="3" y="22"/>
                    </a:cubicBezTo>
                    <a:cubicBezTo>
                      <a:pt x="5" y="23"/>
                      <a:pt x="8" y="24"/>
                      <a:pt x="10" y="24"/>
                    </a:cubicBezTo>
                    <a:cubicBezTo>
                      <a:pt x="13" y="23"/>
                      <a:pt x="15" y="23"/>
                      <a:pt x="18" y="21"/>
                    </a:cubicBezTo>
                    <a:cubicBezTo>
                      <a:pt x="21" y="24"/>
                      <a:pt x="23" y="27"/>
                      <a:pt x="25" y="29"/>
                    </a:cubicBezTo>
                    <a:cubicBezTo>
                      <a:pt x="24" y="30"/>
                      <a:pt x="24" y="30"/>
                      <a:pt x="23" y="31"/>
                    </a:cubicBezTo>
                    <a:cubicBezTo>
                      <a:pt x="22" y="31"/>
                      <a:pt x="21" y="31"/>
                      <a:pt x="21" y="31"/>
                    </a:cubicBezTo>
                    <a:cubicBezTo>
                      <a:pt x="20" y="30"/>
                      <a:pt x="20" y="30"/>
                      <a:pt x="19" y="30"/>
                    </a:cubicBezTo>
                    <a:cubicBezTo>
                      <a:pt x="18" y="29"/>
                      <a:pt x="18" y="29"/>
                      <a:pt x="17" y="29"/>
                    </a:cubicBezTo>
                    <a:cubicBezTo>
                      <a:pt x="17" y="28"/>
                      <a:pt x="16" y="28"/>
                      <a:pt x="16" y="28"/>
                    </a:cubicBezTo>
                    <a:cubicBezTo>
                      <a:pt x="15" y="28"/>
                      <a:pt x="15" y="29"/>
                      <a:pt x="14" y="29"/>
                    </a:cubicBezTo>
                    <a:cubicBezTo>
                      <a:pt x="13" y="30"/>
                      <a:pt x="13" y="30"/>
                      <a:pt x="13" y="31"/>
                    </a:cubicBezTo>
                    <a:cubicBezTo>
                      <a:pt x="13" y="32"/>
                      <a:pt x="13" y="33"/>
                      <a:pt x="14" y="33"/>
                    </a:cubicBezTo>
                    <a:cubicBezTo>
                      <a:pt x="15" y="34"/>
                      <a:pt x="16" y="35"/>
                      <a:pt x="17" y="35"/>
                    </a:cubicBezTo>
                    <a:cubicBezTo>
                      <a:pt x="18" y="36"/>
                      <a:pt x="19" y="36"/>
                      <a:pt x="20" y="36"/>
                    </a:cubicBezTo>
                    <a:cubicBezTo>
                      <a:pt x="22" y="36"/>
                      <a:pt x="23" y="36"/>
                      <a:pt x="25" y="36"/>
                    </a:cubicBezTo>
                    <a:cubicBezTo>
                      <a:pt x="26" y="35"/>
                      <a:pt x="27" y="34"/>
                      <a:pt x="29" y="33"/>
                    </a:cubicBezTo>
                    <a:cubicBezTo>
                      <a:pt x="30" y="33"/>
                      <a:pt x="30" y="34"/>
                      <a:pt x="31" y="35"/>
                    </a:cubicBezTo>
                    <a:cubicBezTo>
                      <a:pt x="31" y="35"/>
                      <a:pt x="32" y="35"/>
                      <a:pt x="32" y="35"/>
                    </a:cubicBezTo>
                    <a:cubicBezTo>
                      <a:pt x="33" y="35"/>
                      <a:pt x="33" y="35"/>
                      <a:pt x="33" y="34"/>
                    </a:cubicBezTo>
                    <a:cubicBezTo>
                      <a:pt x="33" y="34"/>
                      <a:pt x="34" y="34"/>
                      <a:pt x="34" y="33"/>
                    </a:cubicBezTo>
                    <a:cubicBezTo>
                      <a:pt x="34" y="33"/>
                      <a:pt x="33" y="32"/>
                      <a:pt x="33" y="32"/>
                    </a:cubicBezTo>
                    <a:cubicBezTo>
                      <a:pt x="32" y="32"/>
                      <a:pt x="32" y="31"/>
                      <a:pt x="31" y="30"/>
                    </a:cubicBezTo>
                    <a:cubicBezTo>
                      <a:pt x="32" y="29"/>
                      <a:pt x="33" y="27"/>
                      <a:pt x="34" y="26"/>
                    </a:cubicBezTo>
                    <a:cubicBezTo>
                      <a:pt x="35" y="24"/>
                      <a:pt x="35" y="23"/>
                      <a:pt x="35" y="21"/>
                    </a:cubicBezTo>
                    <a:cubicBezTo>
                      <a:pt x="35" y="20"/>
                      <a:pt x="35" y="19"/>
                      <a:pt x="35" y="18"/>
                    </a:cubicBezTo>
                    <a:cubicBezTo>
                      <a:pt x="34" y="17"/>
                      <a:pt x="33" y="16"/>
                      <a:pt x="32" y="15"/>
                    </a:cubicBezTo>
                    <a:close/>
                    <a:moveTo>
                      <a:pt x="10" y="17"/>
                    </a:moveTo>
                    <a:cubicBezTo>
                      <a:pt x="9" y="17"/>
                      <a:pt x="8" y="17"/>
                      <a:pt x="7" y="16"/>
                    </a:cubicBezTo>
                    <a:cubicBezTo>
                      <a:pt x="7" y="16"/>
                      <a:pt x="6" y="15"/>
                      <a:pt x="6" y="15"/>
                    </a:cubicBezTo>
                    <a:cubicBezTo>
                      <a:pt x="6" y="14"/>
                      <a:pt x="6" y="14"/>
                      <a:pt x="6" y="13"/>
                    </a:cubicBezTo>
                    <a:cubicBezTo>
                      <a:pt x="6" y="13"/>
                      <a:pt x="6" y="12"/>
                      <a:pt x="7" y="11"/>
                    </a:cubicBezTo>
                    <a:cubicBezTo>
                      <a:pt x="7" y="11"/>
                      <a:pt x="7" y="10"/>
                      <a:pt x="8" y="9"/>
                    </a:cubicBezTo>
                    <a:cubicBezTo>
                      <a:pt x="10" y="11"/>
                      <a:pt x="12" y="14"/>
                      <a:pt x="14" y="16"/>
                    </a:cubicBezTo>
                    <a:cubicBezTo>
                      <a:pt x="12" y="17"/>
                      <a:pt x="11" y="17"/>
                      <a:pt x="10" y="17"/>
                    </a:cubicBezTo>
                    <a:close/>
                    <a:moveTo>
                      <a:pt x="29" y="25"/>
                    </a:moveTo>
                    <a:cubicBezTo>
                      <a:pt x="28" y="26"/>
                      <a:pt x="28" y="27"/>
                      <a:pt x="27" y="27"/>
                    </a:cubicBezTo>
                    <a:cubicBezTo>
                      <a:pt x="25" y="25"/>
                      <a:pt x="23" y="22"/>
                      <a:pt x="21" y="20"/>
                    </a:cubicBezTo>
                    <a:cubicBezTo>
                      <a:pt x="21" y="20"/>
                      <a:pt x="22" y="19"/>
                      <a:pt x="23" y="19"/>
                    </a:cubicBezTo>
                    <a:cubicBezTo>
                      <a:pt x="23" y="19"/>
                      <a:pt x="24" y="19"/>
                      <a:pt x="25" y="18"/>
                    </a:cubicBezTo>
                    <a:cubicBezTo>
                      <a:pt x="25" y="18"/>
                      <a:pt x="26" y="18"/>
                      <a:pt x="27" y="19"/>
                    </a:cubicBezTo>
                    <a:cubicBezTo>
                      <a:pt x="27" y="19"/>
                      <a:pt x="28" y="19"/>
                      <a:pt x="28" y="20"/>
                    </a:cubicBezTo>
                    <a:cubicBezTo>
                      <a:pt x="29" y="20"/>
                      <a:pt x="29" y="21"/>
                      <a:pt x="29" y="21"/>
                    </a:cubicBezTo>
                    <a:cubicBezTo>
                      <a:pt x="30" y="22"/>
                      <a:pt x="30" y="23"/>
                      <a:pt x="29" y="23"/>
                    </a:cubicBezTo>
                    <a:cubicBezTo>
                      <a:pt x="29" y="24"/>
                      <a:pt x="29" y="25"/>
                      <a:pt x="29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595" tIns="45796" rIns="91595" bIns="45796" numCol="1" anchor="t" anchorCtr="0" compatLnSpc="1">
                <a:prstTxWarp prst="textNoShape">
                  <a:avLst/>
                </a:prstTxWarp>
              </a:bodyPr>
              <a:lstStyle/>
              <a:p>
                <a:pPr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600" kern="0">
                  <a:solidFill>
                    <a:sysClr val="windowText" lastClr="000000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7" name="Freeform 29"/>
              <p:cNvSpPr>
                <a:spLocks/>
              </p:cNvSpPr>
              <p:nvPr/>
            </p:nvSpPr>
            <p:spPr bwMode="auto">
              <a:xfrm>
                <a:off x="6956425" y="1135063"/>
                <a:ext cx="73025" cy="79375"/>
              </a:xfrm>
              <a:custGeom>
                <a:avLst/>
                <a:gdLst>
                  <a:gd name="T0" fmla="*/ 16 w 19"/>
                  <a:gd name="T1" fmla="*/ 1 h 21"/>
                  <a:gd name="T2" fmla="*/ 16 w 19"/>
                  <a:gd name="T3" fmla="*/ 1 h 21"/>
                  <a:gd name="T4" fmla="*/ 9 w 19"/>
                  <a:gd name="T5" fmla="*/ 7 h 21"/>
                  <a:gd name="T6" fmla="*/ 3 w 19"/>
                  <a:gd name="T7" fmla="*/ 14 h 21"/>
                  <a:gd name="T8" fmla="*/ 0 w 19"/>
                  <a:gd name="T9" fmla="*/ 17 h 21"/>
                  <a:gd name="T10" fmla="*/ 0 w 19"/>
                  <a:gd name="T11" fmla="*/ 17 h 21"/>
                  <a:gd name="T12" fmla="*/ 0 w 19"/>
                  <a:gd name="T13" fmla="*/ 20 h 21"/>
                  <a:gd name="T14" fmla="*/ 3 w 19"/>
                  <a:gd name="T15" fmla="*/ 20 h 21"/>
                  <a:gd name="T16" fmla="*/ 3 w 19"/>
                  <a:gd name="T17" fmla="*/ 20 h 21"/>
                  <a:gd name="T18" fmla="*/ 6 w 19"/>
                  <a:gd name="T19" fmla="*/ 16 h 21"/>
                  <a:gd name="T20" fmla="*/ 11 w 19"/>
                  <a:gd name="T21" fmla="*/ 10 h 21"/>
                  <a:gd name="T22" fmla="*/ 18 w 19"/>
                  <a:gd name="T23" fmla="*/ 4 h 21"/>
                  <a:gd name="T24" fmla="*/ 18 w 19"/>
                  <a:gd name="T25" fmla="*/ 4 h 21"/>
                  <a:gd name="T26" fmla="*/ 19 w 19"/>
                  <a:gd name="T27" fmla="*/ 4 h 21"/>
                  <a:gd name="T28" fmla="*/ 19 w 19"/>
                  <a:gd name="T29" fmla="*/ 1 h 21"/>
                  <a:gd name="T30" fmla="*/ 16 w 19"/>
                  <a:gd name="T31" fmla="*/ 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1"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  <a:cubicBezTo>
                      <a:pt x="13" y="3"/>
                      <a:pt x="11" y="5"/>
                      <a:pt x="9" y="7"/>
                    </a:cubicBezTo>
                    <a:cubicBezTo>
                      <a:pt x="6" y="9"/>
                      <a:pt x="5" y="11"/>
                      <a:pt x="3" y="14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0" y="19"/>
                      <a:pt x="0" y="20"/>
                    </a:cubicBezTo>
                    <a:cubicBezTo>
                      <a:pt x="1" y="21"/>
                      <a:pt x="2" y="21"/>
                      <a:pt x="3" y="20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8" y="14"/>
                      <a:pt x="9" y="12"/>
                      <a:pt x="11" y="10"/>
                    </a:cubicBezTo>
                    <a:cubicBezTo>
                      <a:pt x="14" y="8"/>
                      <a:pt x="16" y="6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9" y="4"/>
                    </a:cubicBezTo>
                    <a:cubicBezTo>
                      <a:pt x="19" y="3"/>
                      <a:pt x="19" y="2"/>
                      <a:pt x="19" y="1"/>
                    </a:cubicBezTo>
                    <a:cubicBezTo>
                      <a:pt x="18" y="0"/>
                      <a:pt x="17" y="0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595" tIns="45796" rIns="91595" bIns="45796" numCol="1" anchor="t" anchorCtr="0" compatLnSpc="1">
                <a:prstTxWarp prst="textNoShape">
                  <a:avLst/>
                </a:prstTxWarp>
              </a:bodyPr>
              <a:lstStyle/>
              <a:p>
                <a:pPr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600" kern="0">
                  <a:solidFill>
                    <a:sysClr val="windowText" lastClr="000000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8" name="Freeform 30"/>
              <p:cNvSpPr>
                <a:spLocks/>
              </p:cNvSpPr>
              <p:nvPr/>
            </p:nvSpPr>
            <p:spPr bwMode="auto">
              <a:xfrm>
                <a:off x="7043738" y="873125"/>
                <a:ext cx="77788" cy="80963"/>
              </a:xfrm>
              <a:custGeom>
                <a:avLst/>
                <a:gdLst>
                  <a:gd name="T0" fmla="*/ 8 w 20"/>
                  <a:gd name="T1" fmla="*/ 11 h 21"/>
                  <a:gd name="T2" fmla="*/ 1 w 20"/>
                  <a:gd name="T3" fmla="*/ 17 h 21"/>
                  <a:gd name="T4" fmla="*/ 0 w 20"/>
                  <a:gd name="T5" fmla="*/ 17 h 21"/>
                  <a:gd name="T6" fmla="*/ 0 w 20"/>
                  <a:gd name="T7" fmla="*/ 20 h 21"/>
                  <a:gd name="T8" fmla="*/ 3 w 20"/>
                  <a:gd name="T9" fmla="*/ 20 h 21"/>
                  <a:gd name="T10" fmla="*/ 3 w 20"/>
                  <a:gd name="T11" fmla="*/ 20 h 21"/>
                  <a:gd name="T12" fmla="*/ 10 w 20"/>
                  <a:gd name="T13" fmla="*/ 14 h 21"/>
                  <a:gd name="T14" fmla="*/ 16 w 20"/>
                  <a:gd name="T15" fmla="*/ 7 h 21"/>
                  <a:gd name="T16" fmla="*/ 19 w 20"/>
                  <a:gd name="T17" fmla="*/ 3 h 21"/>
                  <a:gd name="T18" fmla="*/ 19 w 20"/>
                  <a:gd name="T19" fmla="*/ 3 h 21"/>
                  <a:gd name="T20" fmla="*/ 19 w 20"/>
                  <a:gd name="T21" fmla="*/ 0 h 21"/>
                  <a:gd name="T22" fmla="*/ 16 w 20"/>
                  <a:gd name="T23" fmla="*/ 0 h 21"/>
                  <a:gd name="T24" fmla="*/ 16 w 20"/>
                  <a:gd name="T25" fmla="*/ 1 h 21"/>
                  <a:gd name="T26" fmla="*/ 13 w 20"/>
                  <a:gd name="T27" fmla="*/ 5 h 21"/>
                  <a:gd name="T28" fmla="*/ 8 w 20"/>
                  <a:gd name="T29" fmla="*/ 1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21">
                    <a:moveTo>
                      <a:pt x="8" y="11"/>
                    </a:moveTo>
                    <a:cubicBezTo>
                      <a:pt x="5" y="13"/>
                      <a:pt x="3" y="15"/>
                      <a:pt x="1" y="17"/>
                    </a:cubicBezTo>
                    <a:cubicBezTo>
                      <a:pt x="1" y="17"/>
                      <a:pt x="0" y="17"/>
                      <a:pt x="0" y="17"/>
                    </a:cubicBezTo>
                    <a:cubicBezTo>
                      <a:pt x="0" y="18"/>
                      <a:pt x="0" y="19"/>
                      <a:pt x="0" y="20"/>
                    </a:cubicBezTo>
                    <a:cubicBezTo>
                      <a:pt x="1" y="21"/>
                      <a:pt x="2" y="21"/>
                      <a:pt x="3" y="20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6" y="18"/>
                      <a:pt x="8" y="16"/>
                      <a:pt x="10" y="14"/>
                    </a:cubicBezTo>
                    <a:cubicBezTo>
                      <a:pt x="13" y="12"/>
                      <a:pt x="14" y="9"/>
                      <a:pt x="16" y="7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20" y="2"/>
                      <a:pt x="20" y="1"/>
                      <a:pt x="19" y="0"/>
                    </a:cubicBezTo>
                    <a:cubicBezTo>
                      <a:pt x="18" y="0"/>
                      <a:pt x="17" y="0"/>
                      <a:pt x="16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1" y="7"/>
                      <a:pt x="10" y="9"/>
                      <a:pt x="8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595" tIns="45796" rIns="91595" bIns="45796" numCol="1" anchor="t" anchorCtr="0" compatLnSpc="1">
                <a:prstTxWarp prst="textNoShape">
                  <a:avLst/>
                </a:prstTxWarp>
              </a:bodyPr>
              <a:lstStyle/>
              <a:p>
                <a:pPr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600" kern="0">
                  <a:solidFill>
                    <a:sysClr val="windowText" lastClr="000000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20" name="文本框 1"/>
          <p:cNvSpPr txBox="1"/>
          <p:nvPr/>
        </p:nvSpPr>
        <p:spPr>
          <a:xfrm>
            <a:off x="610880" y="1208621"/>
            <a:ext cx="10733583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121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617970" y="2633459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22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666791" y="3067450"/>
            <a:ext cx="3024147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</a:t>
            </a:r>
            <a:r>
              <a:rPr lang="en-US" altLang="zh-CN" sz="1000" dirty="0" smtClean="0"/>
              <a:t>more</a:t>
            </a:r>
            <a:endParaRPr lang="en-US" altLang="zh-CN" sz="1000" dirty="0"/>
          </a:p>
        </p:txBody>
      </p:sp>
      <p:sp>
        <p:nvSpPr>
          <p:cNvPr id="123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10380" y="2445292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27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4683194" y="2633459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28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4732015" y="3067450"/>
            <a:ext cx="3024147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</a:t>
            </a:r>
            <a:r>
              <a:rPr lang="en-US" altLang="zh-CN" sz="1000" dirty="0" smtClean="0"/>
              <a:t>more</a:t>
            </a:r>
            <a:endParaRPr lang="en-US" altLang="zh-CN" sz="1000" dirty="0"/>
          </a:p>
        </p:txBody>
      </p:sp>
      <p:sp>
        <p:nvSpPr>
          <p:cNvPr id="129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4775604" y="2445292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30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617970" y="4360422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31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666791" y="4794413"/>
            <a:ext cx="3024147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</a:t>
            </a:r>
            <a:r>
              <a:rPr lang="en-US" altLang="zh-CN" sz="1000" dirty="0" smtClean="0"/>
              <a:t>more</a:t>
            </a:r>
            <a:endParaRPr lang="en-US" altLang="zh-CN" sz="1000" dirty="0"/>
          </a:p>
        </p:txBody>
      </p:sp>
      <p:sp>
        <p:nvSpPr>
          <p:cNvPr id="132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710380" y="4172255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133" name="íṥ1ïḓè">
            <a:extLst>
              <a:ext uri="{FF2B5EF4-FFF2-40B4-BE49-F238E27FC236}">
                <a16:creationId xmlns:a16="http://schemas.microsoft.com/office/drawing/2014/main" xmlns="" id="{7EDD8C72-603C-4649-9BD5-84942558E84B}"/>
              </a:ext>
            </a:extLst>
          </p:cNvPr>
          <p:cNvSpPr txBox="1"/>
          <p:nvPr/>
        </p:nvSpPr>
        <p:spPr>
          <a:xfrm>
            <a:off x="4683194" y="4360422"/>
            <a:ext cx="2600065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Text here</a:t>
            </a:r>
          </a:p>
        </p:txBody>
      </p:sp>
      <p:sp>
        <p:nvSpPr>
          <p:cNvPr id="134" name="ïṩ1îḓè">
            <a:extLst>
              <a:ext uri="{FF2B5EF4-FFF2-40B4-BE49-F238E27FC236}">
                <a16:creationId xmlns:a16="http://schemas.microsoft.com/office/drawing/2014/main" xmlns="" id="{0A28D915-051D-4A4F-9502-3A6A00888359}"/>
              </a:ext>
            </a:extLst>
          </p:cNvPr>
          <p:cNvSpPr txBox="1"/>
          <p:nvPr/>
        </p:nvSpPr>
        <p:spPr>
          <a:xfrm>
            <a:off x="4732015" y="4794413"/>
            <a:ext cx="3024147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Theme color makes PPT more </a:t>
            </a:r>
            <a:r>
              <a:rPr lang="en-US" altLang="zh-CN" sz="1000" dirty="0" err="1"/>
              <a:t>convenientUnified</a:t>
            </a:r>
            <a:r>
              <a:rPr lang="en-US" altLang="zh-CN" sz="1000" dirty="0"/>
              <a:t> fonts make reading </a:t>
            </a:r>
            <a:r>
              <a:rPr lang="en-US" altLang="zh-CN" sz="1000" dirty="0" smtClean="0"/>
              <a:t>more</a:t>
            </a:r>
            <a:endParaRPr lang="en-US" altLang="zh-CN" sz="1000" dirty="0"/>
          </a:p>
        </p:txBody>
      </p:sp>
      <p:sp>
        <p:nvSpPr>
          <p:cNvPr id="135" name="ï$ḷíḍé">
            <a:extLst>
              <a:ext uri="{FF2B5EF4-FFF2-40B4-BE49-F238E27FC236}">
                <a16:creationId xmlns:a16="http://schemas.microsoft.com/office/drawing/2014/main" xmlns="" id="{FB36A68A-1199-42B2-A8DA-EF5F8A79CFBF}"/>
              </a:ext>
            </a:extLst>
          </p:cNvPr>
          <p:cNvSpPr/>
          <p:nvPr/>
        </p:nvSpPr>
        <p:spPr bwMode="auto">
          <a:xfrm>
            <a:off x="4775604" y="4172255"/>
            <a:ext cx="388611" cy="263696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8896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0400" y="1162798"/>
            <a:ext cx="108881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[1]</a:t>
            </a:r>
            <a:r>
              <a:rPr lang="zh-CN" altLang="en-US" sz="1400" dirty="0"/>
              <a:t>吝春妮。</a:t>
            </a:r>
            <a:r>
              <a:rPr lang="zh-CN" altLang="en-US" sz="1400" b="1" dirty="0"/>
              <a:t>精品课程网站的优化设计策略研究</a:t>
            </a:r>
            <a:r>
              <a:rPr lang="en-US" altLang="zh-CN" sz="1400" b="1" dirty="0"/>
              <a:t>[J]</a:t>
            </a:r>
            <a:r>
              <a:rPr lang="en-US" altLang="zh-CN" sz="1400" dirty="0"/>
              <a:t>.</a:t>
            </a:r>
            <a:r>
              <a:rPr lang="zh-CN" altLang="en-US" sz="1400" dirty="0"/>
              <a:t>中国信息技术教育，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，（</a:t>
            </a:r>
            <a:r>
              <a:rPr lang="en-US" altLang="zh-CN" sz="1400" dirty="0"/>
              <a:t>23</a:t>
            </a:r>
            <a:r>
              <a:rPr lang="zh-CN" altLang="en-US" sz="1400" dirty="0"/>
              <a:t>）：</a:t>
            </a:r>
            <a:r>
              <a:rPr lang="en-US" altLang="zh-CN" sz="1400" dirty="0"/>
              <a:t>110-112</a:t>
            </a:r>
            <a:r>
              <a:rPr lang="en-US" altLang="zh-CN" sz="1400" dirty="0" smtClean="0"/>
              <a:t>.</a:t>
            </a:r>
            <a:r>
              <a:rPr lang="en-US" altLang="zh-CN" sz="1400" dirty="0"/>
              <a:t/>
            </a:r>
            <a:br>
              <a:rPr lang="en-US" altLang="zh-CN" sz="1400" dirty="0"/>
            </a:br>
            <a:r>
              <a:rPr lang="en-US" altLang="zh-CN" sz="1400" dirty="0" smtClean="0"/>
              <a:t>[</a:t>
            </a:r>
            <a:r>
              <a:rPr lang="en-US" altLang="zh-CN" sz="1400" dirty="0"/>
              <a:t>2]</a:t>
            </a:r>
            <a:r>
              <a:rPr lang="zh-CN" altLang="en-US" sz="1400" dirty="0"/>
              <a:t>伍双林。</a:t>
            </a:r>
            <a:r>
              <a:rPr lang="zh-CN" altLang="en-US" sz="1400" b="1" dirty="0"/>
              <a:t>微型网站与微信公众平台相融合的移动化学习设计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发明与创新</a:t>
            </a:r>
            <a:r>
              <a:rPr lang="zh-CN" altLang="en-US" sz="1400" dirty="0"/>
              <a:t>（教育信息化），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，（</a:t>
            </a:r>
            <a:r>
              <a:rPr lang="en-US" altLang="zh-CN" sz="1400" dirty="0"/>
              <a:t>11</a:t>
            </a:r>
            <a:r>
              <a:rPr lang="zh-CN" altLang="en-US" sz="1400" dirty="0"/>
              <a:t>）：</a:t>
            </a:r>
            <a:r>
              <a:rPr lang="en-US" altLang="zh-CN" sz="1400" dirty="0"/>
              <a:t>42-45</a:t>
            </a:r>
            <a:r>
              <a:rPr lang="en-US" altLang="zh-CN" sz="1400" dirty="0" smtClean="0"/>
              <a:t>.</a:t>
            </a:r>
            <a:r>
              <a:rPr lang="en-US" altLang="zh-CN" sz="1400" dirty="0"/>
              <a:t/>
            </a:r>
            <a:br>
              <a:rPr lang="en-US" altLang="zh-CN" sz="1400" dirty="0"/>
            </a:br>
            <a:r>
              <a:rPr lang="en-US" altLang="zh-CN" sz="1400" dirty="0" smtClean="0"/>
              <a:t>[</a:t>
            </a:r>
            <a:r>
              <a:rPr lang="en-US" altLang="zh-CN" sz="1400" dirty="0"/>
              <a:t>3]</a:t>
            </a:r>
            <a:r>
              <a:rPr lang="zh-CN" altLang="en-US" sz="1400" dirty="0"/>
              <a:t>高长军。</a:t>
            </a:r>
            <a:r>
              <a:rPr lang="en-US" altLang="zh-CN" sz="1400" dirty="0"/>
              <a:t>《</a:t>
            </a:r>
            <a:r>
              <a:rPr lang="zh-CN" altLang="en-US" sz="1400" b="1" dirty="0"/>
              <a:t>网站设计与制作</a:t>
            </a:r>
            <a:r>
              <a:rPr lang="en-US" altLang="zh-CN" sz="1400" b="1" dirty="0"/>
              <a:t>》</a:t>
            </a:r>
            <a:r>
              <a:rPr lang="zh-CN" altLang="en-US" sz="1400" b="1" dirty="0"/>
              <a:t>教学环境搭建技巧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中小学实验与装备</a:t>
            </a:r>
            <a:r>
              <a:rPr lang="zh-CN" altLang="en-US" sz="1400" dirty="0"/>
              <a:t>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</a:t>
            </a:r>
            <a:r>
              <a:rPr lang="en-US" altLang="zh-CN" sz="1400" dirty="0"/>
              <a:t>26</a:t>
            </a:r>
            <a:r>
              <a:rPr lang="zh-CN" altLang="en-US" sz="1400" dirty="0"/>
              <a:t>（</a:t>
            </a:r>
            <a:r>
              <a:rPr lang="en-US" altLang="zh-CN" sz="1400" dirty="0"/>
              <a:t>06</a:t>
            </a:r>
            <a:r>
              <a:rPr lang="zh-CN" altLang="en-US" sz="1400" dirty="0"/>
              <a:t>）：</a:t>
            </a:r>
            <a:r>
              <a:rPr lang="en-US" altLang="zh-CN" sz="1400" dirty="0"/>
              <a:t>42-44</a:t>
            </a:r>
            <a:r>
              <a:rPr lang="en-US" altLang="zh-CN" sz="1400" dirty="0" smtClean="0"/>
              <a:t>.</a:t>
            </a:r>
            <a:r>
              <a:rPr lang="en-US" altLang="zh-CN" sz="1400" dirty="0"/>
              <a:t/>
            </a:r>
            <a:br>
              <a:rPr lang="en-US" altLang="zh-CN" sz="1400" dirty="0"/>
            </a:br>
            <a:r>
              <a:rPr lang="en-US" altLang="zh-CN" sz="1400" dirty="0" smtClean="0"/>
              <a:t>[</a:t>
            </a:r>
            <a:r>
              <a:rPr lang="en-US" altLang="zh-CN" sz="1400" dirty="0"/>
              <a:t>4]</a:t>
            </a:r>
            <a:r>
              <a:rPr lang="zh-CN" altLang="en-US" sz="1400" dirty="0"/>
              <a:t>高长军。</a:t>
            </a:r>
            <a:r>
              <a:rPr lang="zh-CN" altLang="en-US" sz="1400" b="1" dirty="0"/>
              <a:t>构建“网站设计与制作”教学环境的策略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实验教学与仪器</a:t>
            </a:r>
            <a:r>
              <a:rPr lang="zh-CN" altLang="en-US" sz="1400" dirty="0"/>
              <a:t>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</a:t>
            </a:r>
            <a:r>
              <a:rPr lang="en-US" altLang="zh-CN" sz="1400" dirty="0"/>
              <a:t>33</a:t>
            </a:r>
            <a:r>
              <a:rPr lang="zh-CN" altLang="en-US" sz="1400" dirty="0"/>
              <a:t>（</a:t>
            </a:r>
            <a:r>
              <a:rPr lang="en-US" altLang="zh-CN" sz="1400" dirty="0"/>
              <a:t>11</a:t>
            </a:r>
            <a:r>
              <a:rPr lang="zh-CN" altLang="en-US" sz="1400" dirty="0"/>
              <a:t>）：</a:t>
            </a:r>
            <a:r>
              <a:rPr lang="en-US" altLang="zh-CN" sz="1400" dirty="0"/>
              <a:t>41-42</a:t>
            </a:r>
            <a:r>
              <a:rPr lang="en-US" altLang="zh-CN" sz="1400" dirty="0" smtClean="0"/>
              <a:t>.</a:t>
            </a:r>
            <a:r>
              <a:rPr lang="en-US" altLang="zh-CN" sz="1400" dirty="0"/>
              <a:t/>
            </a:r>
            <a:br>
              <a:rPr lang="en-US" altLang="zh-CN" sz="1400" dirty="0"/>
            </a:br>
            <a:r>
              <a:rPr lang="en-US" altLang="zh-CN" sz="1400" dirty="0" smtClean="0"/>
              <a:t>[</a:t>
            </a:r>
            <a:r>
              <a:rPr lang="en-US" altLang="zh-CN" sz="1400" dirty="0"/>
              <a:t>5]</a:t>
            </a:r>
            <a:r>
              <a:rPr lang="zh-CN" altLang="en-US" sz="1400" dirty="0"/>
              <a:t>陈浩容。</a:t>
            </a:r>
            <a:r>
              <a:rPr lang="zh-CN" altLang="en-US" sz="1400" b="1" dirty="0"/>
              <a:t>基于微课比赛网站的微课设计与开发现状的内容分析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教育信息技术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Z1</a:t>
            </a:r>
            <a:r>
              <a:rPr lang="zh-CN" altLang="en-US" sz="1400" dirty="0"/>
              <a:t>）：</a:t>
            </a:r>
            <a:r>
              <a:rPr lang="en-US" altLang="zh-CN" sz="1400" dirty="0"/>
              <a:t>150-153</a:t>
            </a:r>
            <a:r>
              <a:rPr lang="en-US" altLang="zh-CN" sz="1400" dirty="0" smtClean="0"/>
              <a:t>.</a:t>
            </a:r>
            <a:r>
              <a:rPr lang="en-US" altLang="zh-CN" sz="1400" dirty="0"/>
              <a:t/>
            </a:r>
            <a:br>
              <a:rPr lang="en-US" altLang="zh-CN" sz="1400" dirty="0"/>
            </a:br>
            <a:r>
              <a:rPr lang="en-US" altLang="zh-CN" sz="1400" dirty="0" smtClean="0"/>
              <a:t>[</a:t>
            </a:r>
            <a:r>
              <a:rPr lang="en-US" altLang="zh-CN" sz="1400" dirty="0"/>
              <a:t>6]</a:t>
            </a:r>
            <a:r>
              <a:rPr lang="zh-CN" altLang="en-US" sz="1400" dirty="0"/>
              <a:t>王丽丽，</a:t>
            </a:r>
            <a:r>
              <a:rPr lang="zh-CN" altLang="en-US" sz="1400" b="1" dirty="0"/>
              <a:t>陈雯嫣，戴天。</a:t>
            </a:r>
            <a:r>
              <a:rPr lang="en-US" altLang="zh-CN" sz="1400" b="1" dirty="0"/>
              <a:t>《</a:t>
            </a:r>
            <a:r>
              <a:rPr lang="zh-CN" altLang="en-US" sz="1400" b="1" dirty="0"/>
              <a:t>我的网站我设计</a:t>
            </a:r>
            <a:r>
              <a:rPr lang="en-US" altLang="zh-CN" sz="1400" b="1" dirty="0"/>
              <a:t>》</a:t>
            </a:r>
            <a:r>
              <a:rPr lang="zh-CN" altLang="en-US" sz="1400" b="1" dirty="0"/>
              <a:t>微课程教学设计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中国信息技术教育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Z1</a:t>
            </a:r>
            <a:r>
              <a:rPr lang="zh-CN" altLang="en-US" sz="1400" dirty="0"/>
              <a:t>）：</a:t>
            </a:r>
            <a:r>
              <a:rPr lang="en-US" altLang="zh-CN" sz="1400" dirty="0"/>
              <a:t>22-24</a:t>
            </a:r>
            <a:r>
              <a:rPr lang="en-US" altLang="zh-CN" sz="1400" dirty="0" smtClean="0"/>
              <a:t>.</a:t>
            </a:r>
            <a:r>
              <a:rPr lang="en-US" altLang="zh-CN" sz="1400" dirty="0"/>
              <a:t/>
            </a:r>
            <a:br>
              <a:rPr lang="en-US" altLang="zh-CN" sz="1400" dirty="0"/>
            </a:br>
            <a:r>
              <a:rPr lang="en-US" altLang="zh-CN" sz="1400" dirty="0" smtClean="0"/>
              <a:t>[</a:t>
            </a:r>
            <a:r>
              <a:rPr lang="en-US" altLang="zh-CN" sz="1400" dirty="0"/>
              <a:t>7]</a:t>
            </a:r>
            <a:r>
              <a:rPr lang="zh-CN" altLang="en-US" sz="1400" dirty="0"/>
              <a:t>华柏胜。</a:t>
            </a:r>
            <a:r>
              <a:rPr lang="zh-CN" altLang="en-US" sz="1400" b="1" dirty="0"/>
              <a:t>以生为本，创设情境，形散而神不散</a:t>
            </a:r>
            <a:r>
              <a:rPr lang="en-US" altLang="zh-CN" sz="1400" b="1" dirty="0"/>
              <a:t>--《</a:t>
            </a:r>
            <a:r>
              <a:rPr lang="zh-CN" altLang="en-US" sz="1400" b="1" dirty="0"/>
              <a:t>我的网站我设计</a:t>
            </a:r>
            <a:r>
              <a:rPr lang="en-US" altLang="zh-CN" sz="1400" b="1" dirty="0"/>
              <a:t>》《</a:t>
            </a:r>
            <a:r>
              <a:rPr lang="zh-CN" altLang="en-US" sz="1400" b="1" dirty="0"/>
              <a:t>让多莉回家</a:t>
            </a:r>
            <a:r>
              <a:rPr lang="en-US" altLang="zh-CN" sz="1400" b="1" dirty="0"/>
              <a:t>》</a:t>
            </a:r>
            <a:r>
              <a:rPr lang="zh-CN" altLang="en-US" sz="1400" dirty="0"/>
              <a:t>两篇微课程教学设计评析</a:t>
            </a:r>
            <a:r>
              <a:rPr lang="en-US" altLang="zh-CN" sz="1400" dirty="0"/>
              <a:t>[J].</a:t>
            </a:r>
            <a:r>
              <a:rPr lang="zh-CN" altLang="en-US" sz="1400" dirty="0"/>
              <a:t>中国信息技术教育，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Z1</a:t>
            </a:r>
            <a:r>
              <a:rPr lang="zh-CN" altLang="en-US" sz="1400" dirty="0"/>
              <a:t>）：</a:t>
            </a:r>
            <a:r>
              <a:rPr lang="en-US" altLang="zh-CN" sz="1400" dirty="0"/>
              <a:t>27-28+69</a:t>
            </a:r>
            <a:r>
              <a:rPr lang="en-US" altLang="zh-CN" sz="1400" dirty="0" smtClean="0"/>
              <a:t>.</a:t>
            </a:r>
            <a:r>
              <a:rPr lang="en-US" altLang="zh-CN" sz="1400" dirty="0"/>
              <a:t/>
            </a:r>
            <a:br>
              <a:rPr lang="en-US" altLang="zh-CN" sz="1400" dirty="0"/>
            </a:br>
            <a:r>
              <a:rPr lang="en-US" altLang="zh-CN" sz="1400" dirty="0" smtClean="0"/>
              <a:t>[</a:t>
            </a:r>
            <a:r>
              <a:rPr lang="en-US" altLang="zh-CN" sz="1400" dirty="0"/>
              <a:t>8]</a:t>
            </a:r>
            <a:r>
              <a:rPr lang="zh-CN" altLang="en-US" sz="1400" dirty="0"/>
              <a:t>孙竹青。</a:t>
            </a:r>
            <a:r>
              <a:rPr lang="zh-CN" altLang="en-US" sz="1400" b="1" dirty="0"/>
              <a:t>计算机辅助设计课程网站教学资源库建设的功能和结构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林区教学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02</a:t>
            </a:r>
            <a:r>
              <a:rPr lang="zh-CN" altLang="en-US" sz="1400" dirty="0"/>
              <a:t>）：</a:t>
            </a:r>
            <a:r>
              <a:rPr lang="en-US" altLang="zh-CN" sz="1400" dirty="0"/>
              <a:t>79-80</a:t>
            </a:r>
            <a:r>
              <a:rPr lang="en-US" altLang="zh-CN" sz="1400" dirty="0" smtClean="0"/>
              <a:t>.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 smtClean="0"/>
              <a:t>[</a:t>
            </a:r>
            <a:r>
              <a:rPr lang="en-US" altLang="zh-CN" sz="1400" dirty="0"/>
              <a:t>9]</a:t>
            </a:r>
            <a:r>
              <a:rPr lang="zh-CN" altLang="en-US" sz="1400" dirty="0"/>
              <a:t>徐慧，</a:t>
            </a:r>
            <a:r>
              <a:rPr lang="zh-CN" altLang="en-US" sz="1400" b="1" dirty="0"/>
              <a:t>朱志勇，刘巍，曹旭。校园二手物品交易网站研究与设计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中国教育网络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Z1</a:t>
            </a:r>
            <a:r>
              <a:rPr lang="zh-CN" altLang="en-US" sz="1400" dirty="0"/>
              <a:t>）：</a:t>
            </a:r>
            <a:r>
              <a:rPr lang="en-US" altLang="zh-CN" sz="1400" dirty="0"/>
              <a:t>82-84.</a:t>
            </a:r>
          </a:p>
          <a:p>
            <a:pPr>
              <a:lnSpc>
                <a:spcPct val="150000"/>
              </a:lnSpc>
            </a:pPr>
            <a:r>
              <a:rPr lang="en-US" altLang="zh-CN" sz="1400" dirty="0" smtClean="0"/>
              <a:t>[</a:t>
            </a:r>
            <a:r>
              <a:rPr lang="en-US" altLang="zh-CN" sz="1400" dirty="0"/>
              <a:t>10]</a:t>
            </a:r>
            <a:r>
              <a:rPr lang="zh-CN" altLang="en-US" sz="1400" dirty="0"/>
              <a:t>杨勇。</a:t>
            </a:r>
            <a:r>
              <a:rPr lang="zh-CN" altLang="en-US" sz="1400" b="1" dirty="0"/>
              <a:t>适性教育：学习网站的设计与实现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新课程</a:t>
            </a:r>
            <a:r>
              <a:rPr lang="zh-CN" altLang="en-US" sz="1400" dirty="0"/>
              <a:t>（综合版），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，（</a:t>
            </a:r>
            <a:r>
              <a:rPr lang="en-US" altLang="zh-CN" sz="1400" dirty="0"/>
              <a:t>12</a:t>
            </a:r>
            <a:r>
              <a:rPr lang="zh-CN" altLang="en-US" sz="1400" dirty="0"/>
              <a:t>）：</a:t>
            </a:r>
            <a:r>
              <a:rPr lang="en-US" altLang="zh-CN" sz="1400" dirty="0"/>
              <a:t>56-58.</a:t>
            </a:r>
          </a:p>
          <a:p>
            <a:pPr>
              <a:lnSpc>
                <a:spcPct val="150000"/>
              </a:lnSpc>
            </a:pPr>
            <a:r>
              <a:rPr lang="en-US" altLang="zh-CN" sz="1400" dirty="0" smtClean="0"/>
              <a:t>[</a:t>
            </a:r>
            <a:r>
              <a:rPr lang="en-US" altLang="zh-CN" sz="1400" dirty="0"/>
              <a:t>11]</a:t>
            </a:r>
            <a:r>
              <a:rPr lang="zh-CN" altLang="en-US" sz="1400" dirty="0"/>
              <a:t>张如絮。</a:t>
            </a:r>
            <a:r>
              <a:rPr lang="zh-CN" altLang="en-US" sz="1400" b="1" dirty="0"/>
              <a:t>创客网站分析与内容框架设计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高考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18</a:t>
            </a:r>
            <a:r>
              <a:rPr lang="zh-CN" altLang="en-US" sz="1400" dirty="0"/>
              <a:t>）：</a:t>
            </a:r>
            <a:r>
              <a:rPr lang="en-US" altLang="zh-CN" sz="1400" dirty="0"/>
              <a:t>160.</a:t>
            </a:r>
          </a:p>
          <a:p>
            <a:pPr>
              <a:lnSpc>
                <a:spcPct val="150000"/>
              </a:lnSpc>
            </a:pPr>
            <a:r>
              <a:rPr lang="en-US" altLang="zh-CN" sz="1400" dirty="0" smtClean="0"/>
              <a:t>[12</a:t>
            </a:r>
            <a:r>
              <a:rPr lang="en-US" altLang="zh-CN" sz="1400" dirty="0"/>
              <a:t>]</a:t>
            </a:r>
            <a:r>
              <a:rPr lang="zh-CN" altLang="en-US" sz="1400" dirty="0"/>
              <a:t>徐蕾。</a:t>
            </a:r>
            <a:r>
              <a:rPr lang="zh-CN" altLang="en-US" sz="1400" b="1" dirty="0"/>
              <a:t>威客网在高职平面设计类课程教学中的应用研究</a:t>
            </a:r>
            <a:r>
              <a:rPr lang="en-US" altLang="zh-CN" sz="1400" b="1" dirty="0"/>
              <a:t>--</a:t>
            </a:r>
            <a:r>
              <a:rPr lang="zh-CN" altLang="en-US" sz="1400" b="1" dirty="0"/>
              <a:t>以南京金陵中等专业学校网站综合实训课为例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现代职业教育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15</a:t>
            </a:r>
            <a:r>
              <a:rPr lang="zh-CN" altLang="en-US" sz="1400" dirty="0"/>
              <a:t>）：</a:t>
            </a:r>
            <a:r>
              <a:rPr lang="en-US" altLang="zh-CN" sz="1400" dirty="0"/>
              <a:t>77.</a:t>
            </a:r>
          </a:p>
          <a:p>
            <a:pPr>
              <a:lnSpc>
                <a:spcPct val="150000"/>
              </a:lnSpc>
            </a:pPr>
            <a:r>
              <a:rPr lang="en-US" altLang="zh-CN" sz="1400" dirty="0" smtClean="0"/>
              <a:t>[</a:t>
            </a:r>
            <a:r>
              <a:rPr lang="en-US" altLang="zh-CN" sz="1400" dirty="0"/>
              <a:t>13]</a:t>
            </a:r>
            <a:r>
              <a:rPr lang="zh-CN" altLang="en-US" sz="1400" dirty="0"/>
              <a:t>孟安宁。</a:t>
            </a:r>
            <a:r>
              <a:rPr lang="zh-CN" altLang="en-US" sz="1400" b="1" dirty="0"/>
              <a:t>高校文科类网站设计课程教学模式研究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时代教育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07</a:t>
            </a:r>
            <a:r>
              <a:rPr lang="zh-CN" altLang="en-US" sz="1400" dirty="0"/>
              <a:t>）：</a:t>
            </a:r>
            <a:r>
              <a:rPr lang="en-US" altLang="zh-CN" sz="1400" dirty="0"/>
              <a:t>167.</a:t>
            </a:r>
          </a:p>
          <a:p>
            <a:pPr>
              <a:lnSpc>
                <a:spcPct val="150000"/>
              </a:lnSpc>
            </a:pPr>
            <a:r>
              <a:rPr lang="en-US" altLang="zh-CN" sz="1400" dirty="0" smtClean="0"/>
              <a:t>[</a:t>
            </a:r>
            <a:r>
              <a:rPr lang="en-US" altLang="zh-CN" sz="1400" dirty="0"/>
              <a:t>14]</a:t>
            </a:r>
            <a:r>
              <a:rPr lang="zh-CN" altLang="en-US" sz="1400" dirty="0"/>
              <a:t>任峻萍。</a:t>
            </a:r>
            <a:r>
              <a:rPr lang="zh-CN" altLang="en-US" sz="1400" b="1" dirty="0"/>
              <a:t>基于信息构建的高校档案馆网站评价指标体系设计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课程教育研究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07</a:t>
            </a:r>
            <a:r>
              <a:rPr lang="zh-CN" altLang="en-US" sz="1400" dirty="0"/>
              <a:t>）：</a:t>
            </a:r>
            <a:r>
              <a:rPr lang="en-US" altLang="zh-CN" sz="1400" dirty="0"/>
              <a:t>253</a:t>
            </a:r>
            <a:r>
              <a:rPr lang="en-US" altLang="zh-CN" sz="1400" dirty="0" smtClean="0"/>
              <a:t>.</a:t>
            </a:r>
            <a:endParaRPr lang="en-US" altLang="zh-CN" sz="1400" dirty="0"/>
          </a:p>
        </p:txBody>
      </p:sp>
      <p:sp>
        <p:nvSpPr>
          <p:cNvPr id="3" name="文本框 2"/>
          <p:cNvSpPr txBox="1"/>
          <p:nvPr/>
        </p:nvSpPr>
        <p:spPr>
          <a:xfrm>
            <a:off x="4461934" y="313267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rgbClr val="1C50A2"/>
                </a:solidFill>
              </a:rPr>
              <a:t>附录：参考文献</a:t>
            </a:r>
            <a:endParaRPr lang="zh-CN" altLang="en-US" sz="3600" b="1" dirty="0">
              <a:solidFill>
                <a:srgbClr val="1C50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9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00E30DE7-ED1F-4F0E-854B-D9C7735AFFF1}"/>
              </a:ext>
            </a:extLst>
          </p:cNvPr>
          <p:cNvGrpSpPr/>
          <p:nvPr/>
        </p:nvGrpSpPr>
        <p:grpSpPr>
          <a:xfrm>
            <a:off x="689303" y="329101"/>
            <a:ext cx="442056" cy="435342"/>
            <a:chOff x="2480387" y="1419102"/>
            <a:chExt cx="442056" cy="43534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C4B69370-A182-44CB-A622-321D4D119612}"/>
                </a:ext>
              </a:extLst>
            </p:cNvPr>
            <p:cNvSpPr/>
            <p:nvPr/>
          </p:nvSpPr>
          <p:spPr>
            <a:xfrm>
              <a:off x="2596092" y="1419102"/>
              <a:ext cx="326351" cy="326351"/>
            </a:xfrm>
            <a:prstGeom prst="rect">
              <a:avLst/>
            </a:prstGeom>
            <a:noFill/>
            <a:ln>
              <a:solidFill>
                <a:srgbClr val="1C50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xmlns="" id="{154D8CD6-4EEB-4713-B3DA-CCC93A3BE7F8}"/>
                </a:ext>
              </a:extLst>
            </p:cNvPr>
            <p:cNvSpPr/>
            <p:nvPr/>
          </p:nvSpPr>
          <p:spPr>
            <a:xfrm>
              <a:off x="2480387" y="1528093"/>
              <a:ext cx="326351" cy="326351"/>
            </a:xfrm>
            <a:prstGeom prst="rect">
              <a:avLst/>
            </a:prstGeom>
            <a:solidFill>
              <a:srgbClr val="1C50A2"/>
            </a:solidFill>
            <a:ln>
              <a:solidFill>
                <a:srgbClr val="1C50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834" y="1934186"/>
            <a:ext cx="2665482" cy="789940"/>
          </a:xfrm>
          <a:prstGeom prst="rect">
            <a:avLst/>
          </a:prstGeom>
        </p:spPr>
      </p:pic>
      <p:sp>
        <p:nvSpPr>
          <p:cNvPr id="12" name="TextBox 1"/>
          <p:cNvSpPr txBox="1"/>
          <p:nvPr/>
        </p:nvSpPr>
        <p:spPr>
          <a:xfrm>
            <a:off x="5450897" y="3103533"/>
            <a:ext cx="6793239" cy="830968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800" b="1" dirty="0" smtClean="0">
                <a:solidFill>
                  <a:srgbClr val="1C50A2"/>
                </a:solidFill>
                <a:latin typeface="微软雅黑" panose="020B0503020204020204" charset="-122"/>
                <a:ea typeface="微软雅黑" panose="020B0503020204020204" charset="-122"/>
              </a:rPr>
              <a:t>感谢聆听！</a:t>
            </a:r>
            <a:endParaRPr lang="zh-CN" altLang="en-US" sz="4800" b="1" dirty="0">
              <a:solidFill>
                <a:srgbClr val="1C50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612575" y="4014134"/>
            <a:ext cx="2227581" cy="425450"/>
            <a:chOff x="4654427" y="4718860"/>
            <a:chExt cx="1663809" cy="317821"/>
          </a:xfrm>
        </p:grpSpPr>
        <p:grpSp>
          <p:nvGrpSpPr>
            <p:cNvPr id="14" name="组合 13"/>
            <p:cNvGrpSpPr/>
            <p:nvPr/>
          </p:nvGrpSpPr>
          <p:grpSpPr>
            <a:xfrm>
              <a:off x="4654427" y="4718860"/>
              <a:ext cx="276971" cy="276971"/>
              <a:chOff x="3725237" y="4930504"/>
              <a:chExt cx="531780" cy="531780"/>
            </a:xfrm>
          </p:grpSpPr>
          <p:sp>
            <p:nvSpPr>
              <p:cNvPr id="16" name="圆角矩形 2"/>
              <p:cNvSpPr/>
              <p:nvPr/>
            </p:nvSpPr>
            <p:spPr>
              <a:xfrm>
                <a:off x="3725237" y="4930504"/>
                <a:ext cx="531780" cy="53178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student-graduation-cap-shape_52041"/>
              <p:cNvSpPr>
                <a:spLocks noChangeAspect="1"/>
              </p:cNvSpPr>
              <p:nvPr/>
            </p:nvSpPr>
            <p:spPr bwMode="auto">
              <a:xfrm>
                <a:off x="3875605" y="5054575"/>
                <a:ext cx="219840" cy="264806"/>
              </a:xfrm>
              <a:custGeom>
                <a:avLst/>
                <a:gdLst>
                  <a:gd name="connsiteX0" fmla="*/ 56671 w 279400"/>
                  <a:gd name="connsiteY0" fmla="*/ 192087 h 336550"/>
                  <a:gd name="connsiteX1" fmla="*/ 224047 w 279400"/>
                  <a:gd name="connsiteY1" fmla="*/ 192087 h 336550"/>
                  <a:gd name="connsiteX2" fmla="*/ 279400 w 279400"/>
                  <a:gd name="connsiteY2" fmla="*/ 247752 h 336550"/>
                  <a:gd name="connsiteX3" fmla="*/ 279400 w 279400"/>
                  <a:gd name="connsiteY3" fmla="*/ 336550 h 336550"/>
                  <a:gd name="connsiteX4" fmla="*/ 176602 w 279400"/>
                  <a:gd name="connsiteY4" fmla="*/ 336550 h 336550"/>
                  <a:gd name="connsiteX5" fmla="*/ 158151 w 279400"/>
                  <a:gd name="connsiteY5" fmla="*/ 245101 h 336550"/>
                  <a:gd name="connsiteX6" fmla="*/ 151562 w 279400"/>
                  <a:gd name="connsiteY6" fmla="*/ 239800 h 336550"/>
                  <a:gd name="connsiteX7" fmla="*/ 167377 w 279400"/>
                  <a:gd name="connsiteY7" fmla="*/ 213293 h 336550"/>
                  <a:gd name="connsiteX8" fmla="*/ 167377 w 279400"/>
                  <a:gd name="connsiteY8" fmla="*/ 209317 h 336550"/>
                  <a:gd name="connsiteX9" fmla="*/ 163423 w 279400"/>
                  <a:gd name="connsiteY9" fmla="*/ 207991 h 336550"/>
                  <a:gd name="connsiteX10" fmla="*/ 121249 w 279400"/>
                  <a:gd name="connsiteY10" fmla="*/ 207991 h 336550"/>
                  <a:gd name="connsiteX11" fmla="*/ 118613 w 279400"/>
                  <a:gd name="connsiteY11" fmla="*/ 209317 h 336550"/>
                  <a:gd name="connsiteX12" fmla="*/ 118613 w 279400"/>
                  <a:gd name="connsiteY12" fmla="*/ 213293 h 336550"/>
                  <a:gd name="connsiteX13" fmla="*/ 134429 w 279400"/>
                  <a:gd name="connsiteY13" fmla="*/ 239800 h 336550"/>
                  <a:gd name="connsiteX14" fmla="*/ 126521 w 279400"/>
                  <a:gd name="connsiteY14" fmla="*/ 245101 h 336550"/>
                  <a:gd name="connsiteX15" fmla="*/ 110706 w 279400"/>
                  <a:gd name="connsiteY15" fmla="*/ 336550 h 336550"/>
                  <a:gd name="connsiteX16" fmla="*/ 0 w 279400"/>
                  <a:gd name="connsiteY16" fmla="*/ 336550 h 336550"/>
                  <a:gd name="connsiteX17" fmla="*/ 0 w 279400"/>
                  <a:gd name="connsiteY17" fmla="*/ 247752 h 336550"/>
                  <a:gd name="connsiteX18" fmla="*/ 56671 w 279400"/>
                  <a:gd name="connsiteY18" fmla="*/ 192087 h 336550"/>
                  <a:gd name="connsiteX19" fmla="*/ 138907 w 279400"/>
                  <a:gd name="connsiteY19" fmla="*/ 0 h 336550"/>
                  <a:gd name="connsiteX20" fmla="*/ 219076 w 279400"/>
                  <a:gd name="connsiteY20" fmla="*/ 80169 h 336550"/>
                  <a:gd name="connsiteX21" fmla="*/ 138907 w 279400"/>
                  <a:gd name="connsiteY21" fmla="*/ 160338 h 336550"/>
                  <a:gd name="connsiteX22" fmla="*/ 58738 w 279400"/>
                  <a:gd name="connsiteY22" fmla="*/ 80169 h 336550"/>
                  <a:gd name="connsiteX23" fmla="*/ 138907 w 279400"/>
                  <a:gd name="connsiteY23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9400" h="336550">
                    <a:moveTo>
                      <a:pt x="56671" y="192087"/>
                    </a:moveTo>
                    <a:cubicBezTo>
                      <a:pt x="56671" y="192087"/>
                      <a:pt x="56671" y="192087"/>
                      <a:pt x="224047" y="192087"/>
                    </a:cubicBezTo>
                    <a:cubicBezTo>
                      <a:pt x="254360" y="192087"/>
                      <a:pt x="279400" y="217269"/>
                      <a:pt x="279400" y="247752"/>
                    </a:cubicBezTo>
                    <a:cubicBezTo>
                      <a:pt x="279400" y="247752"/>
                      <a:pt x="279400" y="247752"/>
                      <a:pt x="279400" y="336550"/>
                    </a:cubicBezTo>
                    <a:cubicBezTo>
                      <a:pt x="279400" y="336550"/>
                      <a:pt x="279400" y="336550"/>
                      <a:pt x="176602" y="336550"/>
                    </a:cubicBezTo>
                    <a:cubicBezTo>
                      <a:pt x="176602" y="336550"/>
                      <a:pt x="176602" y="336550"/>
                      <a:pt x="158151" y="245101"/>
                    </a:cubicBezTo>
                    <a:cubicBezTo>
                      <a:pt x="158151" y="242450"/>
                      <a:pt x="154197" y="239800"/>
                      <a:pt x="151562" y="239800"/>
                    </a:cubicBezTo>
                    <a:cubicBezTo>
                      <a:pt x="151562" y="239800"/>
                      <a:pt x="151562" y="239800"/>
                      <a:pt x="167377" y="213293"/>
                    </a:cubicBezTo>
                    <a:cubicBezTo>
                      <a:pt x="167377" y="211967"/>
                      <a:pt x="167377" y="210642"/>
                      <a:pt x="167377" y="209317"/>
                    </a:cubicBezTo>
                    <a:cubicBezTo>
                      <a:pt x="166059" y="207991"/>
                      <a:pt x="164741" y="207991"/>
                      <a:pt x="163423" y="207991"/>
                    </a:cubicBezTo>
                    <a:cubicBezTo>
                      <a:pt x="163423" y="207991"/>
                      <a:pt x="163423" y="207991"/>
                      <a:pt x="121249" y="207991"/>
                    </a:cubicBezTo>
                    <a:cubicBezTo>
                      <a:pt x="119931" y="207991"/>
                      <a:pt x="118613" y="207991"/>
                      <a:pt x="118613" y="209317"/>
                    </a:cubicBezTo>
                    <a:cubicBezTo>
                      <a:pt x="117296" y="210642"/>
                      <a:pt x="117296" y="211967"/>
                      <a:pt x="118613" y="213293"/>
                    </a:cubicBezTo>
                    <a:cubicBezTo>
                      <a:pt x="118613" y="213293"/>
                      <a:pt x="118613" y="213293"/>
                      <a:pt x="134429" y="239800"/>
                    </a:cubicBezTo>
                    <a:cubicBezTo>
                      <a:pt x="130475" y="239800"/>
                      <a:pt x="127839" y="242450"/>
                      <a:pt x="126521" y="245101"/>
                    </a:cubicBezTo>
                    <a:cubicBezTo>
                      <a:pt x="126521" y="245101"/>
                      <a:pt x="126521" y="245101"/>
                      <a:pt x="110706" y="336550"/>
                    </a:cubicBezTo>
                    <a:cubicBezTo>
                      <a:pt x="110706" y="336550"/>
                      <a:pt x="110706" y="336550"/>
                      <a:pt x="0" y="336550"/>
                    </a:cubicBezTo>
                    <a:cubicBezTo>
                      <a:pt x="0" y="336550"/>
                      <a:pt x="0" y="336550"/>
                      <a:pt x="0" y="247752"/>
                    </a:cubicBezTo>
                    <a:cubicBezTo>
                      <a:pt x="0" y="217269"/>
                      <a:pt x="25040" y="192087"/>
                      <a:pt x="56671" y="192087"/>
                    </a:cubicBezTo>
                    <a:close/>
                    <a:moveTo>
                      <a:pt x="138907" y="0"/>
                    </a:moveTo>
                    <a:cubicBezTo>
                      <a:pt x="183183" y="0"/>
                      <a:pt x="219076" y="35893"/>
                      <a:pt x="219076" y="80169"/>
                    </a:cubicBezTo>
                    <a:cubicBezTo>
                      <a:pt x="219076" y="124445"/>
                      <a:pt x="183183" y="160338"/>
                      <a:pt x="138907" y="160338"/>
                    </a:cubicBezTo>
                    <a:cubicBezTo>
                      <a:pt x="94631" y="160338"/>
                      <a:pt x="58738" y="124445"/>
                      <a:pt x="58738" y="80169"/>
                    </a:cubicBezTo>
                    <a:cubicBezTo>
                      <a:pt x="58738" y="35893"/>
                      <a:pt x="94631" y="0"/>
                      <a:pt x="138907" y="0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5" name="文本框 22"/>
            <p:cNvSpPr txBox="1"/>
            <p:nvPr/>
          </p:nvSpPr>
          <p:spPr>
            <a:xfrm>
              <a:off x="4925563" y="4806871"/>
              <a:ext cx="1392673" cy="229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汇报人：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582747" y="4020017"/>
            <a:ext cx="2699384" cy="388620"/>
            <a:chOff x="6395842" y="4718860"/>
            <a:chExt cx="2016134" cy="290158"/>
          </a:xfrm>
        </p:grpSpPr>
        <p:grpSp>
          <p:nvGrpSpPr>
            <p:cNvPr id="19" name="组合 18"/>
            <p:cNvGrpSpPr/>
            <p:nvPr/>
          </p:nvGrpSpPr>
          <p:grpSpPr>
            <a:xfrm>
              <a:off x="6395842" y="4718860"/>
              <a:ext cx="276971" cy="276971"/>
              <a:chOff x="6392770" y="4930504"/>
              <a:chExt cx="531780" cy="531780"/>
            </a:xfrm>
          </p:grpSpPr>
          <p:sp>
            <p:nvSpPr>
              <p:cNvPr id="21" name="圆角矩形 2"/>
              <p:cNvSpPr/>
              <p:nvPr/>
            </p:nvSpPr>
            <p:spPr>
              <a:xfrm>
                <a:off x="6392770" y="4930504"/>
                <a:ext cx="531780" cy="53178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student-graduation-cap-shape_52041"/>
              <p:cNvSpPr>
                <a:spLocks noChangeAspect="1"/>
              </p:cNvSpPr>
              <p:nvPr/>
            </p:nvSpPr>
            <p:spPr bwMode="auto">
              <a:xfrm>
                <a:off x="6527005" y="5064598"/>
                <a:ext cx="256066" cy="264808"/>
              </a:xfrm>
              <a:custGeom>
                <a:avLst/>
                <a:gdLst>
                  <a:gd name="connsiteX0" fmla="*/ 233363 w 325438"/>
                  <a:gd name="connsiteY0" fmla="*/ 249238 h 336550"/>
                  <a:gd name="connsiteX1" fmla="*/ 279401 w 325438"/>
                  <a:gd name="connsiteY1" fmla="*/ 249238 h 336550"/>
                  <a:gd name="connsiteX2" fmla="*/ 279401 w 325438"/>
                  <a:gd name="connsiteY2" fmla="*/ 290513 h 336550"/>
                  <a:gd name="connsiteX3" fmla="*/ 233363 w 325438"/>
                  <a:gd name="connsiteY3" fmla="*/ 290513 h 336550"/>
                  <a:gd name="connsiteX4" fmla="*/ 171450 w 325438"/>
                  <a:gd name="connsiteY4" fmla="*/ 249238 h 336550"/>
                  <a:gd name="connsiteX5" fmla="*/ 217488 w 325438"/>
                  <a:gd name="connsiteY5" fmla="*/ 249238 h 336550"/>
                  <a:gd name="connsiteX6" fmla="*/ 217488 w 325438"/>
                  <a:gd name="connsiteY6" fmla="*/ 290513 h 336550"/>
                  <a:gd name="connsiteX7" fmla="*/ 171450 w 325438"/>
                  <a:gd name="connsiteY7" fmla="*/ 290513 h 336550"/>
                  <a:gd name="connsiteX8" fmla="*/ 107950 w 325438"/>
                  <a:gd name="connsiteY8" fmla="*/ 249238 h 336550"/>
                  <a:gd name="connsiteX9" fmla="*/ 155575 w 325438"/>
                  <a:gd name="connsiteY9" fmla="*/ 249238 h 336550"/>
                  <a:gd name="connsiteX10" fmla="*/ 155575 w 325438"/>
                  <a:gd name="connsiteY10" fmla="*/ 290513 h 336550"/>
                  <a:gd name="connsiteX11" fmla="*/ 107950 w 325438"/>
                  <a:gd name="connsiteY11" fmla="*/ 290513 h 336550"/>
                  <a:gd name="connsiteX12" fmla="*/ 46038 w 325438"/>
                  <a:gd name="connsiteY12" fmla="*/ 249238 h 336550"/>
                  <a:gd name="connsiteX13" fmla="*/ 93663 w 325438"/>
                  <a:gd name="connsiteY13" fmla="*/ 249238 h 336550"/>
                  <a:gd name="connsiteX14" fmla="*/ 93663 w 325438"/>
                  <a:gd name="connsiteY14" fmla="*/ 290513 h 336550"/>
                  <a:gd name="connsiteX15" fmla="*/ 46038 w 325438"/>
                  <a:gd name="connsiteY15" fmla="*/ 290513 h 336550"/>
                  <a:gd name="connsiteX16" fmla="*/ 233363 w 325438"/>
                  <a:gd name="connsiteY16" fmla="*/ 195263 h 336550"/>
                  <a:gd name="connsiteX17" fmla="*/ 279401 w 325438"/>
                  <a:gd name="connsiteY17" fmla="*/ 195263 h 336550"/>
                  <a:gd name="connsiteX18" fmla="*/ 279401 w 325438"/>
                  <a:gd name="connsiteY18" fmla="*/ 234951 h 336550"/>
                  <a:gd name="connsiteX19" fmla="*/ 233363 w 325438"/>
                  <a:gd name="connsiteY19" fmla="*/ 234951 h 336550"/>
                  <a:gd name="connsiteX20" fmla="*/ 171450 w 325438"/>
                  <a:gd name="connsiteY20" fmla="*/ 195263 h 336550"/>
                  <a:gd name="connsiteX21" fmla="*/ 217488 w 325438"/>
                  <a:gd name="connsiteY21" fmla="*/ 195263 h 336550"/>
                  <a:gd name="connsiteX22" fmla="*/ 217488 w 325438"/>
                  <a:gd name="connsiteY22" fmla="*/ 234951 h 336550"/>
                  <a:gd name="connsiteX23" fmla="*/ 171450 w 325438"/>
                  <a:gd name="connsiteY23" fmla="*/ 234951 h 336550"/>
                  <a:gd name="connsiteX24" fmla="*/ 107950 w 325438"/>
                  <a:gd name="connsiteY24" fmla="*/ 195263 h 336550"/>
                  <a:gd name="connsiteX25" fmla="*/ 155575 w 325438"/>
                  <a:gd name="connsiteY25" fmla="*/ 195263 h 336550"/>
                  <a:gd name="connsiteX26" fmla="*/ 155575 w 325438"/>
                  <a:gd name="connsiteY26" fmla="*/ 234951 h 336550"/>
                  <a:gd name="connsiteX27" fmla="*/ 107950 w 325438"/>
                  <a:gd name="connsiteY27" fmla="*/ 234951 h 336550"/>
                  <a:gd name="connsiteX28" fmla="*/ 46038 w 325438"/>
                  <a:gd name="connsiteY28" fmla="*/ 195263 h 336550"/>
                  <a:gd name="connsiteX29" fmla="*/ 93663 w 325438"/>
                  <a:gd name="connsiteY29" fmla="*/ 195263 h 336550"/>
                  <a:gd name="connsiteX30" fmla="*/ 93663 w 325438"/>
                  <a:gd name="connsiteY30" fmla="*/ 234951 h 336550"/>
                  <a:gd name="connsiteX31" fmla="*/ 46038 w 325438"/>
                  <a:gd name="connsiteY31" fmla="*/ 234951 h 336550"/>
                  <a:gd name="connsiteX32" fmla="*/ 233363 w 325438"/>
                  <a:gd name="connsiteY32" fmla="*/ 139700 h 336550"/>
                  <a:gd name="connsiteX33" fmla="*/ 279401 w 325438"/>
                  <a:gd name="connsiteY33" fmla="*/ 139700 h 336550"/>
                  <a:gd name="connsiteX34" fmla="*/ 279401 w 325438"/>
                  <a:gd name="connsiteY34" fmla="*/ 180975 h 336550"/>
                  <a:gd name="connsiteX35" fmla="*/ 233363 w 325438"/>
                  <a:gd name="connsiteY35" fmla="*/ 180975 h 336550"/>
                  <a:gd name="connsiteX36" fmla="*/ 171450 w 325438"/>
                  <a:gd name="connsiteY36" fmla="*/ 139700 h 336550"/>
                  <a:gd name="connsiteX37" fmla="*/ 217488 w 325438"/>
                  <a:gd name="connsiteY37" fmla="*/ 139700 h 336550"/>
                  <a:gd name="connsiteX38" fmla="*/ 217488 w 325438"/>
                  <a:gd name="connsiteY38" fmla="*/ 180975 h 336550"/>
                  <a:gd name="connsiteX39" fmla="*/ 171450 w 325438"/>
                  <a:gd name="connsiteY39" fmla="*/ 180975 h 336550"/>
                  <a:gd name="connsiteX40" fmla="*/ 107950 w 325438"/>
                  <a:gd name="connsiteY40" fmla="*/ 139700 h 336550"/>
                  <a:gd name="connsiteX41" fmla="*/ 155575 w 325438"/>
                  <a:gd name="connsiteY41" fmla="*/ 139700 h 336550"/>
                  <a:gd name="connsiteX42" fmla="*/ 155575 w 325438"/>
                  <a:gd name="connsiteY42" fmla="*/ 180975 h 336550"/>
                  <a:gd name="connsiteX43" fmla="*/ 107950 w 325438"/>
                  <a:gd name="connsiteY43" fmla="*/ 180975 h 336550"/>
                  <a:gd name="connsiteX44" fmla="*/ 49167 w 325438"/>
                  <a:gd name="connsiteY44" fmla="*/ 38100 h 336550"/>
                  <a:gd name="connsiteX45" fmla="*/ 25400 w 325438"/>
                  <a:gd name="connsiteY45" fmla="*/ 61753 h 336550"/>
                  <a:gd name="connsiteX46" fmla="*/ 25400 w 325438"/>
                  <a:gd name="connsiteY46" fmla="*/ 289085 h 336550"/>
                  <a:gd name="connsiteX47" fmla="*/ 49167 w 325438"/>
                  <a:gd name="connsiteY47" fmla="*/ 312738 h 336550"/>
                  <a:gd name="connsiteX48" fmla="*/ 276271 w 325438"/>
                  <a:gd name="connsiteY48" fmla="*/ 312738 h 336550"/>
                  <a:gd name="connsiteX49" fmla="*/ 300038 w 325438"/>
                  <a:gd name="connsiteY49" fmla="*/ 289085 h 336550"/>
                  <a:gd name="connsiteX50" fmla="*/ 300038 w 325438"/>
                  <a:gd name="connsiteY50" fmla="*/ 61753 h 336550"/>
                  <a:gd name="connsiteX51" fmla="*/ 276271 w 325438"/>
                  <a:gd name="connsiteY51" fmla="*/ 38100 h 336550"/>
                  <a:gd name="connsiteX52" fmla="*/ 269669 w 325438"/>
                  <a:gd name="connsiteY52" fmla="*/ 38100 h 336550"/>
                  <a:gd name="connsiteX53" fmla="*/ 269669 w 325438"/>
                  <a:gd name="connsiteY53" fmla="*/ 63067 h 336550"/>
                  <a:gd name="connsiteX54" fmla="*/ 276271 w 325438"/>
                  <a:gd name="connsiteY54" fmla="*/ 74894 h 336550"/>
                  <a:gd name="connsiteX55" fmla="*/ 260427 w 325438"/>
                  <a:gd name="connsiteY55" fmla="*/ 90662 h 336550"/>
                  <a:gd name="connsiteX56" fmla="*/ 244582 w 325438"/>
                  <a:gd name="connsiteY56" fmla="*/ 74894 h 336550"/>
                  <a:gd name="connsiteX57" fmla="*/ 249864 w 325438"/>
                  <a:gd name="connsiteY57" fmla="*/ 63067 h 336550"/>
                  <a:gd name="connsiteX58" fmla="*/ 249864 w 325438"/>
                  <a:gd name="connsiteY58" fmla="*/ 38100 h 336550"/>
                  <a:gd name="connsiteX59" fmla="*/ 231379 w 325438"/>
                  <a:gd name="connsiteY59" fmla="*/ 38100 h 336550"/>
                  <a:gd name="connsiteX60" fmla="*/ 231379 w 325438"/>
                  <a:gd name="connsiteY60" fmla="*/ 63067 h 336550"/>
                  <a:gd name="connsiteX61" fmla="*/ 236660 w 325438"/>
                  <a:gd name="connsiteY61" fmla="*/ 74894 h 336550"/>
                  <a:gd name="connsiteX62" fmla="*/ 220816 w 325438"/>
                  <a:gd name="connsiteY62" fmla="*/ 90662 h 336550"/>
                  <a:gd name="connsiteX63" fmla="*/ 204971 w 325438"/>
                  <a:gd name="connsiteY63" fmla="*/ 74894 h 336550"/>
                  <a:gd name="connsiteX64" fmla="*/ 210253 w 325438"/>
                  <a:gd name="connsiteY64" fmla="*/ 63067 h 336550"/>
                  <a:gd name="connsiteX65" fmla="*/ 210253 w 325438"/>
                  <a:gd name="connsiteY65" fmla="*/ 38100 h 336550"/>
                  <a:gd name="connsiteX66" fmla="*/ 191767 w 325438"/>
                  <a:gd name="connsiteY66" fmla="*/ 38100 h 336550"/>
                  <a:gd name="connsiteX67" fmla="*/ 191767 w 325438"/>
                  <a:gd name="connsiteY67" fmla="*/ 63067 h 336550"/>
                  <a:gd name="connsiteX68" fmla="*/ 198369 w 325438"/>
                  <a:gd name="connsiteY68" fmla="*/ 74894 h 336550"/>
                  <a:gd name="connsiteX69" fmla="*/ 182525 w 325438"/>
                  <a:gd name="connsiteY69" fmla="*/ 90662 h 336550"/>
                  <a:gd name="connsiteX70" fmla="*/ 166680 w 325438"/>
                  <a:gd name="connsiteY70" fmla="*/ 74894 h 336550"/>
                  <a:gd name="connsiteX71" fmla="*/ 171962 w 325438"/>
                  <a:gd name="connsiteY71" fmla="*/ 63067 h 336550"/>
                  <a:gd name="connsiteX72" fmla="*/ 171962 w 325438"/>
                  <a:gd name="connsiteY72" fmla="*/ 38100 h 336550"/>
                  <a:gd name="connsiteX73" fmla="*/ 153476 w 325438"/>
                  <a:gd name="connsiteY73" fmla="*/ 38100 h 336550"/>
                  <a:gd name="connsiteX74" fmla="*/ 153476 w 325438"/>
                  <a:gd name="connsiteY74" fmla="*/ 63067 h 336550"/>
                  <a:gd name="connsiteX75" fmla="*/ 158758 w 325438"/>
                  <a:gd name="connsiteY75" fmla="*/ 74894 h 336550"/>
                  <a:gd name="connsiteX76" fmla="*/ 142913 w 325438"/>
                  <a:gd name="connsiteY76" fmla="*/ 90662 h 336550"/>
                  <a:gd name="connsiteX77" fmla="*/ 127069 w 325438"/>
                  <a:gd name="connsiteY77" fmla="*/ 74894 h 336550"/>
                  <a:gd name="connsiteX78" fmla="*/ 133671 w 325438"/>
                  <a:gd name="connsiteY78" fmla="*/ 63067 h 336550"/>
                  <a:gd name="connsiteX79" fmla="*/ 133671 w 325438"/>
                  <a:gd name="connsiteY79" fmla="*/ 38100 h 336550"/>
                  <a:gd name="connsiteX80" fmla="*/ 115186 w 325438"/>
                  <a:gd name="connsiteY80" fmla="*/ 38100 h 336550"/>
                  <a:gd name="connsiteX81" fmla="*/ 115186 w 325438"/>
                  <a:gd name="connsiteY81" fmla="*/ 63067 h 336550"/>
                  <a:gd name="connsiteX82" fmla="*/ 120467 w 325438"/>
                  <a:gd name="connsiteY82" fmla="*/ 74894 h 336550"/>
                  <a:gd name="connsiteX83" fmla="*/ 104623 w 325438"/>
                  <a:gd name="connsiteY83" fmla="*/ 90662 h 336550"/>
                  <a:gd name="connsiteX84" fmla="*/ 88778 w 325438"/>
                  <a:gd name="connsiteY84" fmla="*/ 74894 h 336550"/>
                  <a:gd name="connsiteX85" fmla="*/ 94060 w 325438"/>
                  <a:gd name="connsiteY85" fmla="*/ 63067 h 336550"/>
                  <a:gd name="connsiteX86" fmla="*/ 94060 w 325438"/>
                  <a:gd name="connsiteY86" fmla="*/ 38100 h 336550"/>
                  <a:gd name="connsiteX87" fmla="*/ 75574 w 325438"/>
                  <a:gd name="connsiteY87" fmla="*/ 38100 h 336550"/>
                  <a:gd name="connsiteX88" fmla="*/ 75574 w 325438"/>
                  <a:gd name="connsiteY88" fmla="*/ 63067 h 336550"/>
                  <a:gd name="connsiteX89" fmla="*/ 80856 w 325438"/>
                  <a:gd name="connsiteY89" fmla="*/ 74894 h 336550"/>
                  <a:gd name="connsiteX90" fmla="*/ 65011 w 325438"/>
                  <a:gd name="connsiteY90" fmla="*/ 90662 h 336550"/>
                  <a:gd name="connsiteX91" fmla="*/ 49167 w 325438"/>
                  <a:gd name="connsiteY91" fmla="*/ 74894 h 336550"/>
                  <a:gd name="connsiteX92" fmla="*/ 55769 w 325438"/>
                  <a:gd name="connsiteY92" fmla="*/ 63067 h 336550"/>
                  <a:gd name="connsiteX93" fmla="*/ 55769 w 325438"/>
                  <a:gd name="connsiteY93" fmla="*/ 38100 h 336550"/>
                  <a:gd name="connsiteX94" fmla="*/ 49167 w 325438"/>
                  <a:gd name="connsiteY94" fmla="*/ 38100 h 336550"/>
                  <a:gd name="connsiteX95" fmla="*/ 65315 w 325438"/>
                  <a:gd name="connsiteY95" fmla="*/ 4763 h 336550"/>
                  <a:gd name="connsiteX96" fmla="*/ 61913 w 325438"/>
                  <a:gd name="connsiteY96" fmla="*/ 10110 h 336550"/>
                  <a:gd name="connsiteX97" fmla="*/ 61913 w 325438"/>
                  <a:gd name="connsiteY97" fmla="*/ 75616 h 336550"/>
                  <a:gd name="connsiteX98" fmla="*/ 65315 w 325438"/>
                  <a:gd name="connsiteY98" fmla="*/ 80963 h 336550"/>
                  <a:gd name="connsiteX99" fmla="*/ 69851 w 325438"/>
                  <a:gd name="connsiteY99" fmla="*/ 75616 h 336550"/>
                  <a:gd name="connsiteX100" fmla="*/ 69851 w 325438"/>
                  <a:gd name="connsiteY100" fmla="*/ 10110 h 336550"/>
                  <a:gd name="connsiteX101" fmla="*/ 65315 w 325438"/>
                  <a:gd name="connsiteY101" fmla="*/ 4763 h 336550"/>
                  <a:gd name="connsiteX102" fmla="*/ 104776 w 325438"/>
                  <a:gd name="connsiteY102" fmla="*/ 4763 h 336550"/>
                  <a:gd name="connsiteX103" fmla="*/ 100013 w 325438"/>
                  <a:gd name="connsiteY103" fmla="*/ 10110 h 336550"/>
                  <a:gd name="connsiteX104" fmla="*/ 100013 w 325438"/>
                  <a:gd name="connsiteY104" fmla="*/ 75616 h 336550"/>
                  <a:gd name="connsiteX105" fmla="*/ 104776 w 325438"/>
                  <a:gd name="connsiteY105" fmla="*/ 80963 h 336550"/>
                  <a:gd name="connsiteX106" fmla="*/ 109538 w 325438"/>
                  <a:gd name="connsiteY106" fmla="*/ 75616 h 336550"/>
                  <a:gd name="connsiteX107" fmla="*/ 109538 w 325438"/>
                  <a:gd name="connsiteY107" fmla="*/ 10110 h 336550"/>
                  <a:gd name="connsiteX108" fmla="*/ 104776 w 325438"/>
                  <a:gd name="connsiteY108" fmla="*/ 4763 h 336550"/>
                  <a:gd name="connsiteX109" fmla="*/ 142876 w 325438"/>
                  <a:gd name="connsiteY109" fmla="*/ 4763 h 336550"/>
                  <a:gd name="connsiteX110" fmla="*/ 138113 w 325438"/>
                  <a:gd name="connsiteY110" fmla="*/ 10110 h 336550"/>
                  <a:gd name="connsiteX111" fmla="*/ 138113 w 325438"/>
                  <a:gd name="connsiteY111" fmla="*/ 75616 h 336550"/>
                  <a:gd name="connsiteX112" fmla="*/ 142876 w 325438"/>
                  <a:gd name="connsiteY112" fmla="*/ 80963 h 336550"/>
                  <a:gd name="connsiteX113" fmla="*/ 147638 w 325438"/>
                  <a:gd name="connsiteY113" fmla="*/ 75616 h 336550"/>
                  <a:gd name="connsiteX114" fmla="*/ 147638 w 325438"/>
                  <a:gd name="connsiteY114" fmla="*/ 10110 h 336550"/>
                  <a:gd name="connsiteX115" fmla="*/ 142876 w 325438"/>
                  <a:gd name="connsiteY115" fmla="*/ 4763 h 336550"/>
                  <a:gd name="connsiteX116" fmla="*/ 182563 w 325438"/>
                  <a:gd name="connsiteY116" fmla="*/ 4763 h 336550"/>
                  <a:gd name="connsiteX117" fmla="*/ 177800 w 325438"/>
                  <a:gd name="connsiteY117" fmla="*/ 10110 h 336550"/>
                  <a:gd name="connsiteX118" fmla="*/ 177800 w 325438"/>
                  <a:gd name="connsiteY118" fmla="*/ 75616 h 336550"/>
                  <a:gd name="connsiteX119" fmla="*/ 182563 w 325438"/>
                  <a:gd name="connsiteY119" fmla="*/ 80963 h 336550"/>
                  <a:gd name="connsiteX120" fmla="*/ 187325 w 325438"/>
                  <a:gd name="connsiteY120" fmla="*/ 75616 h 336550"/>
                  <a:gd name="connsiteX121" fmla="*/ 187325 w 325438"/>
                  <a:gd name="connsiteY121" fmla="*/ 10110 h 336550"/>
                  <a:gd name="connsiteX122" fmla="*/ 182563 w 325438"/>
                  <a:gd name="connsiteY122" fmla="*/ 4763 h 336550"/>
                  <a:gd name="connsiteX123" fmla="*/ 220663 w 325438"/>
                  <a:gd name="connsiteY123" fmla="*/ 4763 h 336550"/>
                  <a:gd name="connsiteX124" fmla="*/ 215900 w 325438"/>
                  <a:gd name="connsiteY124" fmla="*/ 10110 h 336550"/>
                  <a:gd name="connsiteX125" fmla="*/ 215900 w 325438"/>
                  <a:gd name="connsiteY125" fmla="*/ 75616 h 336550"/>
                  <a:gd name="connsiteX126" fmla="*/ 220663 w 325438"/>
                  <a:gd name="connsiteY126" fmla="*/ 80963 h 336550"/>
                  <a:gd name="connsiteX127" fmla="*/ 225425 w 325438"/>
                  <a:gd name="connsiteY127" fmla="*/ 75616 h 336550"/>
                  <a:gd name="connsiteX128" fmla="*/ 225425 w 325438"/>
                  <a:gd name="connsiteY128" fmla="*/ 10110 h 336550"/>
                  <a:gd name="connsiteX129" fmla="*/ 220663 w 325438"/>
                  <a:gd name="connsiteY129" fmla="*/ 4763 h 336550"/>
                  <a:gd name="connsiteX130" fmla="*/ 260124 w 325438"/>
                  <a:gd name="connsiteY130" fmla="*/ 4763 h 336550"/>
                  <a:gd name="connsiteX131" fmla="*/ 255588 w 325438"/>
                  <a:gd name="connsiteY131" fmla="*/ 10110 h 336550"/>
                  <a:gd name="connsiteX132" fmla="*/ 255588 w 325438"/>
                  <a:gd name="connsiteY132" fmla="*/ 75616 h 336550"/>
                  <a:gd name="connsiteX133" fmla="*/ 260124 w 325438"/>
                  <a:gd name="connsiteY133" fmla="*/ 80963 h 336550"/>
                  <a:gd name="connsiteX134" fmla="*/ 263526 w 325438"/>
                  <a:gd name="connsiteY134" fmla="*/ 75616 h 336550"/>
                  <a:gd name="connsiteX135" fmla="*/ 263526 w 325438"/>
                  <a:gd name="connsiteY135" fmla="*/ 10110 h 336550"/>
                  <a:gd name="connsiteX136" fmla="*/ 260124 w 325438"/>
                  <a:gd name="connsiteY136" fmla="*/ 4763 h 336550"/>
                  <a:gd name="connsiteX137" fmla="*/ 64823 w 325438"/>
                  <a:gd name="connsiteY137" fmla="*/ 0 h 336550"/>
                  <a:gd name="connsiteX138" fmla="*/ 75406 w 325438"/>
                  <a:gd name="connsiteY138" fmla="*/ 10517 h 336550"/>
                  <a:gd name="connsiteX139" fmla="*/ 75406 w 325438"/>
                  <a:gd name="connsiteY139" fmla="*/ 14461 h 336550"/>
                  <a:gd name="connsiteX140" fmla="*/ 93927 w 325438"/>
                  <a:gd name="connsiteY140" fmla="*/ 14461 h 336550"/>
                  <a:gd name="connsiteX141" fmla="*/ 93927 w 325438"/>
                  <a:gd name="connsiteY141" fmla="*/ 10517 h 336550"/>
                  <a:gd name="connsiteX142" fmla="*/ 104511 w 325438"/>
                  <a:gd name="connsiteY142" fmla="*/ 0 h 336550"/>
                  <a:gd name="connsiteX143" fmla="*/ 115094 w 325438"/>
                  <a:gd name="connsiteY143" fmla="*/ 10517 h 336550"/>
                  <a:gd name="connsiteX144" fmla="*/ 115094 w 325438"/>
                  <a:gd name="connsiteY144" fmla="*/ 14461 h 336550"/>
                  <a:gd name="connsiteX145" fmla="*/ 133615 w 325438"/>
                  <a:gd name="connsiteY145" fmla="*/ 14461 h 336550"/>
                  <a:gd name="connsiteX146" fmla="*/ 133615 w 325438"/>
                  <a:gd name="connsiteY146" fmla="*/ 10517 h 336550"/>
                  <a:gd name="connsiteX147" fmla="*/ 142875 w 325438"/>
                  <a:gd name="connsiteY147" fmla="*/ 0 h 336550"/>
                  <a:gd name="connsiteX148" fmla="*/ 153459 w 325438"/>
                  <a:gd name="connsiteY148" fmla="*/ 10517 h 336550"/>
                  <a:gd name="connsiteX149" fmla="*/ 153459 w 325438"/>
                  <a:gd name="connsiteY149" fmla="*/ 14461 h 336550"/>
                  <a:gd name="connsiteX150" fmla="*/ 171980 w 325438"/>
                  <a:gd name="connsiteY150" fmla="*/ 14461 h 336550"/>
                  <a:gd name="connsiteX151" fmla="*/ 171980 w 325438"/>
                  <a:gd name="connsiteY151" fmla="*/ 10517 h 336550"/>
                  <a:gd name="connsiteX152" fmla="*/ 182563 w 325438"/>
                  <a:gd name="connsiteY152" fmla="*/ 0 h 336550"/>
                  <a:gd name="connsiteX153" fmla="*/ 191823 w 325438"/>
                  <a:gd name="connsiteY153" fmla="*/ 10517 h 336550"/>
                  <a:gd name="connsiteX154" fmla="*/ 191823 w 325438"/>
                  <a:gd name="connsiteY154" fmla="*/ 14461 h 336550"/>
                  <a:gd name="connsiteX155" fmla="*/ 210344 w 325438"/>
                  <a:gd name="connsiteY155" fmla="*/ 14461 h 336550"/>
                  <a:gd name="connsiteX156" fmla="*/ 210344 w 325438"/>
                  <a:gd name="connsiteY156" fmla="*/ 10517 h 336550"/>
                  <a:gd name="connsiteX157" fmla="*/ 220927 w 325438"/>
                  <a:gd name="connsiteY157" fmla="*/ 0 h 336550"/>
                  <a:gd name="connsiteX158" fmla="*/ 231511 w 325438"/>
                  <a:gd name="connsiteY158" fmla="*/ 10517 h 336550"/>
                  <a:gd name="connsiteX159" fmla="*/ 231511 w 325438"/>
                  <a:gd name="connsiteY159" fmla="*/ 14461 h 336550"/>
                  <a:gd name="connsiteX160" fmla="*/ 250032 w 325438"/>
                  <a:gd name="connsiteY160" fmla="*/ 14461 h 336550"/>
                  <a:gd name="connsiteX161" fmla="*/ 250032 w 325438"/>
                  <a:gd name="connsiteY161" fmla="*/ 10517 h 336550"/>
                  <a:gd name="connsiteX162" fmla="*/ 260615 w 325438"/>
                  <a:gd name="connsiteY162" fmla="*/ 0 h 336550"/>
                  <a:gd name="connsiteX163" fmla="*/ 269875 w 325438"/>
                  <a:gd name="connsiteY163" fmla="*/ 10517 h 336550"/>
                  <a:gd name="connsiteX164" fmla="*/ 269875 w 325438"/>
                  <a:gd name="connsiteY164" fmla="*/ 14461 h 336550"/>
                  <a:gd name="connsiteX165" fmla="*/ 276490 w 325438"/>
                  <a:gd name="connsiteY165" fmla="*/ 14461 h 336550"/>
                  <a:gd name="connsiteX166" fmla="*/ 325438 w 325438"/>
                  <a:gd name="connsiteY166" fmla="*/ 61789 h 336550"/>
                  <a:gd name="connsiteX167" fmla="*/ 325438 w 325438"/>
                  <a:gd name="connsiteY167" fmla="*/ 289223 h 336550"/>
                  <a:gd name="connsiteX168" fmla="*/ 276490 w 325438"/>
                  <a:gd name="connsiteY168" fmla="*/ 336550 h 336550"/>
                  <a:gd name="connsiteX169" fmla="*/ 48948 w 325438"/>
                  <a:gd name="connsiteY169" fmla="*/ 336550 h 336550"/>
                  <a:gd name="connsiteX170" fmla="*/ 0 w 325438"/>
                  <a:gd name="connsiteY170" fmla="*/ 289223 h 336550"/>
                  <a:gd name="connsiteX171" fmla="*/ 0 w 325438"/>
                  <a:gd name="connsiteY171" fmla="*/ 61789 h 336550"/>
                  <a:gd name="connsiteX172" fmla="*/ 48948 w 325438"/>
                  <a:gd name="connsiteY172" fmla="*/ 14461 h 336550"/>
                  <a:gd name="connsiteX173" fmla="*/ 55563 w 325438"/>
                  <a:gd name="connsiteY173" fmla="*/ 14461 h 336550"/>
                  <a:gd name="connsiteX174" fmla="*/ 55563 w 325438"/>
                  <a:gd name="connsiteY174" fmla="*/ 10517 h 336550"/>
                  <a:gd name="connsiteX175" fmla="*/ 64823 w 325438"/>
                  <a:gd name="connsiteY175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325438" h="336550">
                    <a:moveTo>
                      <a:pt x="233363" y="249238"/>
                    </a:moveTo>
                    <a:lnTo>
                      <a:pt x="279401" y="249238"/>
                    </a:lnTo>
                    <a:lnTo>
                      <a:pt x="279401" y="290513"/>
                    </a:lnTo>
                    <a:lnTo>
                      <a:pt x="233363" y="290513"/>
                    </a:lnTo>
                    <a:close/>
                    <a:moveTo>
                      <a:pt x="171450" y="249238"/>
                    </a:moveTo>
                    <a:lnTo>
                      <a:pt x="217488" y="249238"/>
                    </a:lnTo>
                    <a:lnTo>
                      <a:pt x="217488" y="290513"/>
                    </a:lnTo>
                    <a:lnTo>
                      <a:pt x="171450" y="290513"/>
                    </a:lnTo>
                    <a:close/>
                    <a:moveTo>
                      <a:pt x="107950" y="249238"/>
                    </a:moveTo>
                    <a:lnTo>
                      <a:pt x="155575" y="249238"/>
                    </a:lnTo>
                    <a:lnTo>
                      <a:pt x="155575" y="290513"/>
                    </a:lnTo>
                    <a:lnTo>
                      <a:pt x="107950" y="290513"/>
                    </a:lnTo>
                    <a:close/>
                    <a:moveTo>
                      <a:pt x="46038" y="249238"/>
                    </a:moveTo>
                    <a:lnTo>
                      <a:pt x="93663" y="249238"/>
                    </a:lnTo>
                    <a:lnTo>
                      <a:pt x="93663" y="290513"/>
                    </a:lnTo>
                    <a:lnTo>
                      <a:pt x="46038" y="290513"/>
                    </a:lnTo>
                    <a:close/>
                    <a:moveTo>
                      <a:pt x="233363" y="195263"/>
                    </a:moveTo>
                    <a:lnTo>
                      <a:pt x="279401" y="195263"/>
                    </a:lnTo>
                    <a:lnTo>
                      <a:pt x="279401" y="234951"/>
                    </a:lnTo>
                    <a:lnTo>
                      <a:pt x="233363" y="234951"/>
                    </a:lnTo>
                    <a:close/>
                    <a:moveTo>
                      <a:pt x="171450" y="195263"/>
                    </a:moveTo>
                    <a:lnTo>
                      <a:pt x="217488" y="195263"/>
                    </a:lnTo>
                    <a:lnTo>
                      <a:pt x="217488" y="234951"/>
                    </a:lnTo>
                    <a:lnTo>
                      <a:pt x="171450" y="234951"/>
                    </a:lnTo>
                    <a:close/>
                    <a:moveTo>
                      <a:pt x="107950" y="195263"/>
                    </a:moveTo>
                    <a:lnTo>
                      <a:pt x="155575" y="195263"/>
                    </a:lnTo>
                    <a:lnTo>
                      <a:pt x="155575" y="234951"/>
                    </a:lnTo>
                    <a:lnTo>
                      <a:pt x="107950" y="234951"/>
                    </a:lnTo>
                    <a:close/>
                    <a:moveTo>
                      <a:pt x="46038" y="195263"/>
                    </a:moveTo>
                    <a:lnTo>
                      <a:pt x="93663" y="195263"/>
                    </a:lnTo>
                    <a:lnTo>
                      <a:pt x="93663" y="234951"/>
                    </a:lnTo>
                    <a:lnTo>
                      <a:pt x="46038" y="234951"/>
                    </a:lnTo>
                    <a:close/>
                    <a:moveTo>
                      <a:pt x="233363" y="139700"/>
                    </a:moveTo>
                    <a:lnTo>
                      <a:pt x="279401" y="139700"/>
                    </a:lnTo>
                    <a:lnTo>
                      <a:pt x="279401" y="180975"/>
                    </a:lnTo>
                    <a:lnTo>
                      <a:pt x="233363" y="180975"/>
                    </a:lnTo>
                    <a:close/>
                    <a:moveTo>
                      <a:pt x="171450" y="139700"/>
                    </a:moveTo>
                    <a:lnTo>
                      <a:pt x="217488" y="139700"/>
                    </a:lnTo>
                    <a:lnTo>
                      <a:pt x="217488" y="180975"/>
                    </a:lnTo>
                    <a:lnTo>
                      <a:pt x="171450" y="180975"/>
                    </a:lnTo>
                    <a:close/>
                    <a:moveTo>
                      <a:pt x="107950" y="139700"/>
                    </a:moveTo>
                    <a:lnTo>
                      <a:pt x="155575" y="139700"/>
                    </a:lnTo>
                    <a:lnTo>
                      <a:pt x="155575" y="180975"/>
                    </a:lnTo>
                    <a:lnTo>
                      <a:pt x="107950" y="180975"/>
                    </a:lnTo>
                    <a:close/>
                    <a:moveTo>
                      <a:pt x="49167" y="38100"/>
                    </a:moveTo>
                    <a:cubicBezTo>
                      <a:pt x="35963" y="38100"/>
                      <a:pt x="25400" y="48613"/>
                      <a:pt x="25400" y="61753"/>
                    </a:cubicBezTo>
                    <a:cubicBezTo>
                      <a:pt x="25400" y="61753"/>
                      <a:pt x="25400" y="61753"/>
                      <a:pt x="25400" y="289085"/>
                    </a:cubicBezTo>
                    <a:cubicBezTo>
                      <a:pt x="25400" y="302226"/>
                      <a:pt x="35963" y="312738"/>
                      <a:pt x="49167" y="312738"/>
                    </a:cubicBezTo>
                    <a:cubicBezTo>
                      <a:pt x="49167" y="312738"/>
                      <a:pt x="49167" y="312738"/>
                      <a:pt x="276271" y="312738"/>
                    </a:cubicBezTo>
                    <a:cubicBezTo>
                      <a:pt x="289475" y="312738"/>
                      <a:pt x="300038" y="302226"/>
                      <a:pt x="300038" y="289085"/>
                    </a:cubicBezTo>
                    <a:cubicBezTo>
                      <a:pt x="300038" y="289085"/>
                      <a:pt x="300038" y="289085"/>
                      <a:pt x="300038" y="61753"/>
                    </a:cubicBezTo>
                    <a:cubicBezTo>
                      <a:pt x="300038" y="48613"/>
                      <a:pt x="289475" y="38100"/>
                      <a:pt x="276271" y="38100"/>
                    </a:cubicBezTo>
                    <a:cubicBezTo>
                      <a:pt x="276271" y="38100"/>
                      <a:pt x="276271" y="38100"/>
                      <a:pt x="269669" y="38100"/>
                    </a:cubicBezTo>
                    <a:cubicBezTo>
                      <a:pt x="269669" y="38100"/>
                      <a:pt x="269669" y="38100"/>
                      <a:pt x="269669" y="63067"/>
                    </a:cubicBezTo>
                    <a:cubicBezTo>
                      <a:pt x="273631" y="65695"/>
                      <a:pt x="276271" y="70951"/>
                      <a:pt x="276271" y="74894"/>
                    </a:cubicBezTo>
                    <a:cubicBezTo>
                      <a:pt x="276271" y="84092"/>
                      <a:pt x="268349" y="90662"/>
                      <a:pt x="260427" y="90662"/>
                    </a:cubicBezTo>
                    <a:cubicBezTo>
                      <a:pt x="251184" y="90662"/>
                      <a:pt x="244582" y="84092"/>
                      <a:pt x="244582" y="74894"/>
                    </a:cubicBezTo>
                    <a:cubicBezTo>
                      <a:pt x="244582" y="70951"/>
                      <a:pt x="245903" y="65695"/>
                      <a:pt x="249864" y="63067"/>
                    </a:cubicBezTo>
                    <a:cubicBezTo>
                      <a:pt x="249864" y="63067"/>
                      <a:pt x="249864" y="63067"/>
                      <a:pt x="249864" y="38100"/>
                    </a:cubicBezTo>
                    <a:cubicBezTo>
                      <a:pt x="249864" y="38100"/>
                      <a:pt x="249864" y="38100"/>
                      <a:pt x="231379" y="38100"/>
                    </a:cubicBezTo>
                    <a:cubicBezTo>
                      <a:pt x="231379" y="38100"/>
                      <a:pt x="231379" y="38100"/>
                      <a:pt x="231379" y="63067"/>
                    </a:cubicBezTo>
                    <a:cubicBezTo>
                      <a:pt x="234019" y="65695"/>
                      <a:pt x="236660" y="70951"/>
                      <a:pt x="236660" y="74894"/>
                    </a:cubicBezTo>
                    <a:cubicBezTo>
                      <a:pt x="236660" y="84092"/>
                      <a:pt x="230058" y="90662"/>
                      <a:pt x="220816" y="90662"/>
                    </a:cubicBezTo>
                    <a:cubicBezTo>
                      <a:pt x="212893" y="90662"/>
                      <a:pt x="204971" y="84092"/>
                      <a:pt x="204971" y="74894"/>
                    </a:cubicBezTo>
                    <a:cubicBezTo>
                      <a:pt x="204971" y="70951"/>
                      <a:pt x="207612" y="65695"/>
                      <a:pt x="210253" y="63067"/>
                    </a:cubicBezTo>
                    <a:cubicBezTo>
                      <a:pt x="210253" y="63067"/>
                      <a:pt x="210253" y="63067"/>
                      <a:pt x="210253" y="38100"/>
                    </a:cubicBezTo>
                    <a:cubicBezTo>
                      <a:pt x="210253" y="38100"/>
                      <a:pt x="210253" y="38100"/>
                      <a:pt x="191767" y="38100"/>
                    </a:cubicBezTo>
                    <a:cubicBezTo>
                      <a:pt x="191767" y="38100"/>
                      <a:pt x="191767" y="38100"/>
                      <a:pt x="191767" y="63067"/>
                    </a:cubicBezTo>
                    <a:cubicBezTo>
                      <a:pt x="195728" y="65695"/>
                      <a:pt x="198369" y="70951"/>
                      <a:pt x="198369" y="74894"/>
                    </a:cubicBezTo>
                    <a:cubicBezTo>
                      <a:pt x="198369" y="84092"/>
                      <a:pt x="190447" y="90662"/>
                      <a:pt x="182525" y="90662"/>
                    </a:cubicBezTo>
                    <a:cubicBezTo>
                      <a:pt x="173282" y="90662"/>
                      <a:pt x="166680" y="84092"/>
                      <a:pt x="166680" y="74894"/>
                    </a:cubicBezTo>
                    <a:cubicBezTo>
                      <a:pt x="166680" y="70951"/>
                      <a:pt x="168001" y="65695"/>
                      <a:pt x="171962" y="63067"/>
                    </a:cubicBezTo>
                    <a:cubicBezTo>
                      <a:pt x="171962" y="63067"/>
                      <a:pt x="171962" y="63067"/>
                      <a:pt x="171962" y="38100"/>
                    </a:cubicBezTo>
                    <a:cubicBezTo>
                      <a:pt x="171962" y="38100"/>
                      <a:pt x="171962" y="38100"/>
                      <a:pt x="153476" y="38100"/>
                    </a:cubicBezTo>
                    <a:cubicBezTo>
                      <a:pt x="153476" y="38100"/>
                      <a:pt x="153476" y="38100"/>
                      <a:pt x="153476" y="63067"/>
                    </a:cubicBezTo>
                    <a:cubicBezTo>
                      <a:pt x="157438" y="65695"/>
                      <a:pt x="158758" y="70951"/>
                      <a:pt x="158758" y="74894"/>
                    </a:cubicBezTo>
                    <a:cubicBezTo>
                      <a:pt x="158758" y="84092"/>
                      <a:pt x="152156" y="90662"/>
                      <a:pt x="142913" y="90662"/>
                    </a:cubicBezTo>
                    <a:cubicBezTo>
                      <a:pt x="134991" y="90662"/>
                      <a:pt x="127069" y="84092"/>
                      <a:pt x="127069" y="74894"/>
                    </a:cubicBezTo>
                    <a:cubicBezTo>
                      <a:pt x="127069" y="70951"/>
                      <a:pt x="129710" y="65695"/>
                      <a:pt x="133671" y="63067"/>
                    </a:cubicBezTo>
                    <a:cubicBezTo>
                      <a:pt x="133671" y="63067"/>
                      <a:pt x="133671" y="63067"/>
                      <a:pt x="133671" y="38100"/>
                    </a:cubicBezTo>
                    <a:cubicBezTo>
                      <a:pt x="133671" y="38100"/>
                      <a:pt x="133671" y="38100"/>
                      <a:pt x="115186" y="38100"/>
                    </a:cubicBezTo>
                    <a:cubicBezTo>
                      <a:pt x="115186" y="38100"/>
                      <a:pt x="115186" y="38100"/>
                      <a:pt x="115186" y="63067"/>
                    </a:cubicBezTo>
                    <a:cubicBezTo>
                      <a:pt x="117826" y="65695"/>
                      <a:pt x="120467" y="70951"/>
                      <a:pt x="120467" y="74894"/>
                    </a:cubicBezTo>
                    <a:cubicBezTo>
                      <a:pt x="120467" y="84092"/>
                      <a:pt x="112545" y="90662"/>
                      <a:pt x="104623" y="90662"/>
                    </a:cubicBezTo>
                    <a:cubicBezTo>
                      <a:pt x="95380" y="90662"/>
                      <a:pt x="88778" y="84092"/>
                      <a:pt x="88778" y="74894"/>
                    </a:cubicBezTo>
                    <a:cubicBezTo>
                      <a:pt x="88778" y="70951"/>
                      <a:pt x="91419" y="65695"/>
                      <a:pt x="94060" y="63067"/>
                    </a:cubicBezTo>
                    <a:cubicBezTo>
                      <a:pt x="94060" y="63067"/>
                      <a:pt x="94060" y="63067"/>
                      <a:pt x="94060" y="38100"/>
                    </a:cubicBezTo>
                    <a:cubicBezTo>
                      <a:pt x="94060" y="38100"/>
                      <a:pt x="94060" y="38100"/>
                      <a:pt x="75574" y="38100"/>
                    </a:cubicBezTo>
                    <a:cubicBezTo>
                      <a:pt x="75574" y="38100"/>
                      <a:pt x="75574" y="38100"/>
                      <a:pt x="75574" y="63067"/>
                    </a:cubicBezTo>
                    <a:cubicBezTo>
                      <a:pt x="79535" y="65695"/>
                      <a:pt x="80856" y="70951"/>
                      <a:pt x="80856" y="74894"/>
                    </a:cubicBezTo>
                    <a:cubicBezTo>
                      <a:pt x="80856" y="84092"/>
                      <a:pt x="74254" y="90662"/>
                      <a:pt x="65011" y="90662"/>
                    </a:cubicBezTo>
                    <a:cubicBezTo>
                      <a:pt x="57089" y="90662"/>
                      <a:pt x="49167" y="84092"/>
                      <a:pt x="49167" y="74894"/>
                    </a:cubicBezTo>
                    <a:cubicBezTo>
                      <a:pt x="49167" y="70951"/>
                      <a:pt x="51808" y="65695"/>
                      <a:pt x="55769" y="63067"/>
                    </a:cubicBezTo>
                    <a:cubicBezTo>
                      <a:pt x="55769" y="63067"/>
                      <a:pt x="55769" y="63067"/>
                      <a:pt x="55769" y="38100"/>
                    </a:cubicBezTo>
                    <a:cubicBezTo>
                      <a:pt x="55769" y="38100"/>
                      <a:pt x="55769" y="38100"/>
                      <a:pt x="49167" y="38100"/>
                    </a:cubicBezTo>
                    <a:close/>
                    <a:moveTo>
                      <a:pt x="65315" y="4763"/>
                    </a:moveTo>
                    <a:cubicBezTo>
                      <a:pt x="63047" y="4763"/>
                      <a:pt x="61913" y="7437"/>
                      <a:pt x="61913" y="10110"/>
                    </a:cubicBezTo>
                    <a:lnTo>
                      <a:pt x="61913" y="75616"/>
                    </a:lnTo>
                    <a:cubicBezTo>
                      <a:pt x="61913" y="79626"/>
                      <a:pt x="63047" y="80963"/>
                      <a:pt x="65315" y="80963"/>
                    </a:cubicBezTo>
                    <a:cubicBezTo>
                      <a:pt x="68717" y="80963"/>
                      <a:pt x="69851" y="79626"/>
                      <a:pt x="69851" y="75616"/>
                    </a:cubicBezTo>
                    <a:cubicBezTo>
                      <a:pt x="69851" y="75616"/>
                      <a:pt x="69851" y="75616"/>
                      <a:pt x="69851" y="10110"/>
                    </a:cubicBezTo>
                    <a:cubicBezTo>
                      <a:pt x="69851" y="7437"/>
                      <a:pt x="68717" y="4763"/>
                      <a:pt x="65315" y="4763"/>
                    </a:cubicBezTo>
                    <a:close/>
                    <a:moveTo>
                      <a:pt x="104776" y="4763"/>
                    </a:moveTo>
                    <a:cubicBezTo>
                      <a:pt x="102394" y="4763"/>
                      <a:pt x="100013" y="7437"/>
                      <a:pt x="100013" y="10110"/>
                    </a:cubicBezTo>
                    <a:lnTo>
                      <a:pt x="100013" y="75616"/>
                    </a:lnTo>
                    <a:cubicBezTo>
                      <a:pt x="100013" y="79626"/>
                      <a:pt x="102394" y="80963"/>
                      <a:pt x="104776" y="80963"/>
                    </a:cubicBezTo>
                    <a:cubicBezTo>
                      <a:pt x="107157" y="80963"/>
                      <a:pt x="109538" y="79626"/>
                      <a:pt x="109538" y="75616"/>
                    </a:cubicBezTo>
                    <a:cubicBezTo>
                      <a:pt x="109538" y="75616"/>
                      <a:pt x="109538" y="75616"/>
                      <a:pt x="109538" y="10110"/>
                    </a:cubicBezTo>
                    <a:cubicBezTo>
                      <a:pt x="109538" y="7437"/>
                      <a:pt x="107157" y="4763"/>
                      <a:pt x="104776" y="4763"/>
                    </a:cubicBezTo>
                    <a:close/>
                    <a:moveTo>
                      <a:pt x="142876" y="4763"/>
                    </a:moveTo>
                    <a:cubicBezTo>
                      <a:pt x="140494" y="4763"/>
                      <a:pt x="138113" y="7437"/>
                      <a:pt x="138113" y="10110"/>
                    </a:cubicBezTo>
                    <a:lnTo>
                      <a:pt x="138113" y="75616"/>
                    </a:lnTo>
                    <a:cubicBezTo>
                      <a:pt x="138113" y="79626"/>
                      <a:pt x="140494" y="80963"/>
                      <a:pt x="142876" y="80963"/>
                    </a:cubicBezTo>
                    <a:cubicBezTo>
                      <a:pt x="145257" y="80963"/>
                      <a:pt x="147638" y="79626"/>
                      <a:pt x="147638" y="75616"/>
                    </a:cubicBezTo>
                    <a:cubicBezTo>
                      <a:pt x="147638" y="75616"/>
                      <a:pt x="147638" y="75616"/>
                      <a:pt x="147638" y="10110"/>
                    </a:cubicBezTo>
                    <a:cubicBezTo>
                      <a:pt x="147638" y="7437"/>
                      <a:pt x="145257" y="4763"/>
                      <a:pt x="142876" y="4763"/>
                    </a:cubicBezTo>
                    <a:close/>
                    <a:moveTo>
                      <a:pt x="182563" y="4763"/>
                    </a:moveTo>
                    <a:cubicBezTo>
                      <a:pt x="180181" y="4763"/>
                      <a:pt x="177800" y="7437"/>
                      <a:pt x="177800" y="10110"/>
                    </a:cubicBezTo>
                    <a:lnTo>
                      <a:pt x="177800" y="75616"/>
                    </a:lnTo>
                    <a:cubicBezTo>
                      <a:pt x="177800" y="79626"/>
                      <a:pt x="180181" y="80963"/>
                      <a:pt x="182563" y="80963"/>
                    </a:cubicBezTo>
                    <a:cubicBezTo>
                      <a:pt x="184944" y="80963"/>
                      <a:pt x="187325" y="79626"/>
                      <a:pt x="187325" y="75616"/>
                    </a:cubicBezTo>
                    <a:cubicBezTo>
                      <a:pt x="187325" y="75616"/>
                      <a:pt x="187325" y="75616"/>
                      <a:pt x="187325" y="10110"/>
                    </a:cubicBezTo>
                    <a:cubicBezTo>
                      <a:pt x="187325" y="7437"/>
                      <a:pt x="184944" y="4763"/>
                      <a:pt x="182563" y="4763"/>
                    </a:cubicBezTo>
                    <a:close/>
                    <a:moveTo>
                      <a:pt x="220663" y="4763"/>
                    </a:moveTo>
                    <a:cubicBezTo>
                      <a:pt x="218281" y="4763"/>
                      <a:pt x="215900" y="7437"/>
                      <a:pt x="215900" y="10110"/>
                    </a:cubicBezTo>
                    <a:lnTo>
                      <a:pt x="215900" y="75616"/>
                    </a:lnTo>
                    <a:cubicBezTo>
                      <a:pt x="215900" y="79626"/>
                      <a:pt x="218281" y="80963"/>
                      <a:pt x="220663" y="80963"/>
                    </a:cubicBezTo>
                    <a:cubicBezTo>
                      <a:pt x="223044" y="80963"/>
                      <a:pt x="225425" y="79626"/>
                      <a:pt x="225425" y="75616"/>
                    </a:cubicBezTo>
                    <a:cubicBezTo>
                      <a:pt x="225425" y="75616"/>
                      <a:pt x="225425" y="75616"/>
                      <a:pt x="225425" y="10110"/>
                    </a:cubicBezTo>
                    <a:cubicBezTo>
                      <a:pt x="225425" y="7437"/>
                      <a:pt x="223044" y="4763"/>
                      <a:pt x="220663" y="4763"/>
                    </a:cubicBezTo>
                    <a:close/>
                    <a:moveTo>
                      <a:pt x="260124" y="4763"/>
                    </a:moveTo>
                    <a:cubicBezTo>
                      <a:pt x="256722" y="4763"/>
                      <a:pt x="255588" y="7437"/>
                      <a:pt x="255588" y="10110"/>
                    </a:cubicBezTo>
                    <a:lnTo>
                      <a:pt x="255588" y="75616"/>
                    </a:lnTo>
                    <a:cubicBezTo>
                      <a:pt x="255588" y="79626"/>
                      <a:pt x="256722" y="80963"/>
                      <a:pt x="260124" y="80963"/>
                    </a:cubicBezTo>
                    <a:cubicBezTo>
                      <a:pt x="262392" y="80963"/>
                      <a:pt x="263526" y="79626"/>
                      <a:pt x="263526" y="75616"/>
                    </a:cubicBezTo>
                    <a:cubicBezTo>
                      <a:pt x="263526" y="75616"/>
                      <a:pt x="263526" y="75616"/>
                      <a:pt x="263526" y="10110"/>
                    </a:cubicBezTo>
                    <a:cubicBezTo>
                      <a:pt x="263526" y="7437"/>
                      <a:pt x="262392" y="4763"/>
                      <a:pt x="260124" y="4763"/>
                    </a:cubicBezTo>
                    <a:close/>
                    <a:moveTo>
                      <a:pt x="64823" y="0"/>
                    </a:moveTo>
                    <a:cubicBezTo>
                      <a:pt x="71438" y="0"/>
                      <a:pt x="75406" y="3944"/>
                      <a:pt x="75406" y="10517"/>
                    </a:cubicBezTo>
                    <a:cubicBezTo>
                      <a:pt x="75406" y="10517"/>
                      <a:pt x="75406" y="10517"/>
                      <a:pt x="75406" y="14461"/>
                    </a:cubicBezTo>
                    <a:cubicBezTo>
                      <a:pt x="75406" y="14461"/>
                      <a:pt x="75406" y="14461"/>
                      <a:pt x="93927" y="14461"/>
                    </a:cubicBezTo>
                    <a:cubicBezTo>
                      <a:pt x="93927" y="14461"/>
                      <a:pt x="93927" y="14461"/>
                      <a:pt x="93927" y="10517"/>
                    </a:cubicBezTo>
                    <a:cubicBezTo>
                      <a:pt x="93927" y="3944"/>
                      <a:pt x="99219" y="0"/>
                      <a:pt x="104511" y="0"/>
                    </a:cubicBezTo>
                    <a:cubicBezTo>
                      <a:pt x="109802" y="0"/>
                      <a:pt x="115094" y="3944"/>
                      <a:pt x="115094" y="10517"/>
                    </a:cubicBezTo>
                    <a:cubicBezTo>
                      <a:pt x="115094" y="10517"/>
                      <a:pt x="115094" y="10517"/>
                      <a:pt x="115094" y="14461"/>
                    </a:cubicBezTo>
                    <a:cubicBezTo>
                      <a:pt x="115094" y="14461"/>
                      <a:pt x="115094" y="14461"/>
                      <a:pt x="133615" y="14461"/>
                    </a:cubicBezTo>
                    <a:cubicBezTo>
                      <a:pt x="133615" y="14461"/>
                      <a:pt x="133615" y="14461"/>
                      <a:pt x="133615" y="10517"/>
                    </a:cubicBezTo>
                    <a:cubicBezTo>
                      <a:pt x="133615" y="3944"/>
                      <a:pt x="137584" y="0"/>
                      <a:pt x="142875" y="0"/>
                    </a:cubicBezTo>
                    <a:cubicBezTo>
                      <a:pt x="149490" y="0"/>
                      <a:pt x="153459" y="3944"/>
                      <a:pt x="153459" y="10517"/>
                    </a:cubicBezTo>
                    <a:cubicBezTo>
                      <a:pt x="153459" y="10517"/>
                      <a:pt x="153459" y="10517"/>
                      <a:pt x="153459" y="14461"/>
                    </a:cubicBezTo>
                    <a:cubicBezTo>
                      <a:pt x="153459" y="14461"/>
                      <a:pt x="153459" y="14461"/>
                      <a:pt x="171980" y="14461"/>
                    </a:cubicBezTo>
                    <a:cubicBezTo>
                      <a:pt x="171980" y="14461"/>
                      <a:pt x="171980" y="14461"/>
                      <a:pt x="171980" y="10517"/>
                    </a:cubicBezTo>
                    <a:cubicBezTo>
                      <a:pt x="171980" y="3944"/>
                      <a:pt x="175948" y="0"/>
                      <a:pt x="182563" y="0"/>
                    </a:cubicBezTo>
                    <a:cubicBezTo>
                      <a:pt x="187855" y="0"/>
                      <a:pt x="191823" y="3944"/>
                      <a:pt x="191823" y="10517"/>
                    </a:cubicBezTo>
                    <a:cubicBezTo>
                      <a:pt x="191823" y="10517"/>
                      <a:pt x="191823" y="10517"/>
                      <a:pt x="191823" y="14461"/>
                    </a:cubicBezTo>
                    <a:cubicBezTo>
                      <a:pt x="191823" y="14461"/>
                      <a:pt x="191823" y="14461"/>
                      <a:pt x="210344" y="14461"/>
                    </a:cubicBezTo>
                    <a:cubicBezTo>
                      <a:pt x="210344" y="14461"/>
                      <a:pt x="210344" y="14461"/>
                      <a:pt x="210344" y="10517"/>
                    </a:cubicBezTo>
                    <a:cubicBezTo>
                      <a:pt x="210344" y="3944"/>
                      <a:pt x="215636" y="0"/>
                      <a:pt x="220927" y="0"/>
                    </a:cubicBezTo>
                    <a:cubicBezTo>
                      <a:pt x="226219" y="0"/>
                      <a:pt x="231511" y="3944"/>
                      <a:pt x="231511" y="10517"/>
                    </a:cubicBezTo>
                    <a:cubicBezTo>
                      <a:pt x="231511" y="10517"/>
                      <a:pt x="231511" y="10517"/>
                      <a:pt x="231511" y="14461"/>
                    </a:cubicBezTo>
                    <a:cubicBezTo>
                      <a:pt x="231511" y="14461"/>
                      <a:pt x="231511" y="14461"/>
                      <a:pt x="250032" y="14461"/>
                    </a:cubicBezTo>
                    <a:cubicBezTo>
                      <a:pt x="250032" y="14461"/>
                      <a:pt x="250032" y="14461"/>
                      <a:pt x="250032" y="10517"/>
                    </a:cubicBezTo>
                    <a:cubicBezTo>
                      <a:pt x="250032" y="3944"/>
                      <a:pt x="254000" y="0"/>
                      <a:pt x="260615" y="0"/>
                    </a:cubicBezTo>
                    <a:cubicBezTo>
                      <a:pt x="265907" y="0"/>
                      <a:pt x="269875" y="3944"/>
                      <a:pt x="269875" y="10517"/>
                    </a:cubicBezTo>
                    <a:cubicBezTo>
                      <a:pt x="269875" y="10517"/>
                      <a:pt x="269875" y="10517"/>
                      <a:pt x="269875" y="14461"/>
                    </a:cubicBezTo>
                    <a:cubicBezTo>
                      <a:pt x="269875" y="14461"/>
                      <a:pt x="269875" y="14461"/>
                      <a:pt x="276490" y="14461"/>
                    </a:cubicBezTo>
                    <a:cubicBezTo>
                      <a:pt x="302948" y="14461"/>
                      <a:pt x="325438" y="35496"/>
                      <a:pt x="325438" y="61789"/>
                    </a:cubicBezTo>
                    <a:cubicBezTo>
                      <a:pt x="325438" y="61789"/>
                      <a:pt x="325438" y="61789"/>
                      <a:pt x="325438" y="289223"/>
                    </a:cubicBezTo>
                    <a:cubicBezTo>
                      <a:pt x="325438" y="315516"/>
                      <a:pt x="302948" y="336550"/>
                      <a:pt x="276490" y="336550"/>
                    </a:cubicBezTo>
                    <a:cubicBezTo>
                      <a:pt x="276490" y="336550"/>
                      <a:pt x="276490" y="336550"/>
                      <a:pt x="48948" y="336550"/>
                    </a:cubicBezTo>
                    <a:cubicBezTo>
                      <a:pt x="22490" y="336550"/>
                      <a:pt x="0" y="315516"/>
                      <a:pt x="0" y="289223"/>
                    </a:cubicBezTo>
                    <a:cubicBezTo>
                      <a:pt x="0" y="289223"/>
                      <a:pt x="0" y="289223"/>
                      <a:pt x="0" y="61789"/>
                    </a:cubicBezTo>
                    <a:cubicBezTo>
                      <a:pt x="0" y="35496"/>
                      <a:pt x="22490" y="14461"/>
                      <a:pt x="48948" y="14461"/>
                    </a:cubicBezTo>
                    <a:cubicBezTo>
                      <a:pt x="48948" y="14461"/>
                      <a:pt x="48948" y="14461"/>
                      <a:pt x="55563" y="14461"/>
                    </a:cubicBezTo>
                    <a:cubicBezTo>
                      <a:pt x="55563" y="14461"/>
                      <a:pt x="55563" y="14461"/>
                      <a:pt x="55563" y="10517"/>
                    </a:cubicBezTo>
                    <a:cubicBezTo>
                      <a:pt x="55563" y="3944"/>
                      <a:pt x="59531" y="0"/>
                      <a:pt x="64823" y="0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0" name="文本框 27"/>
            <p:cNvSpPr txBox="1"/>
            <p:nvPr/>
          </p:nvSpPr>
          <p:spPr>
            <a:xfrm>
              <a:off x="6669040" y="4779208"/>
              <a:ext cx="1742936" cy="229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时间：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4680" y="877708"/>
            <a:ext cx="5354391" cy="4537465"/>
            <a:chOff x="5675313" y="696912"/>
            <a:chExt cx="6513513" cy="5519738"/>
          </a:xfrm>
        </p:grpSpPr>
        <p:sp>
          <p:nvSpPr>
            <p:cNvPr id="24" name="Freeform 163"/>
            <p:cNvSpPr>
              <a:spLocks noEditPoints="1"/>
            </p:cNvSpPr>
            <p:nvPr userDrawn="1"/>
          </p:nvSpPr>
          <p:spPr bwMode="auto">
            <a:xfrm>
              <a:off x="5675313" y="696912"/>
              <a:ext cx="6513513" cy="5519738"/>
            </a:xfrm>
            <a:custGeom>
              <a:avLst/>
              <a:gdLst>
                <a:gd name="T0" fmla="*/ 3807 w 4104"/>
                <a:gd name="T1" fmla="*/ 1360 h 3477"/>
                <a:gd name="T2" fmla="*/ 2325 w 4104"/>
                <a:gd name="T3" fmla="*/ 3350 h 3477"/>
                <a:gd name="T4" fmla="*/ 1099 w 4104"/>
                <a:gd name="T5" fmla="*/ 3187 h 3477"/>
                <a:gd name="T6" fmla="*/ 955 w 4104"/>
                <a:gd name="T7" fmla="*/ 2685 h 3477"/>
                <a:gd name="T8" fmla="*/ 314 w 4104"/>
                <a:gd name="T9" fmla="*/ 2123 h 3477"/>
                <a:gd name="T10" fmla="*/ 1463 w 4104"/>
                <a:gd name="T11" fmla="*/ 179 h 3477"/>
                <a:gd name="T12" fmla="*/ 2270 w 4104"/>
                <a:gd name="T13" fmla="*/ 173 h 3477"/>
                <a:gd name="T14" fmla="*/ 2685 w 4104"/>
                <a:gd name="T15" fmla="*/ 872 h 3477"/>
                <a:gd name="T16" fmla="*/ 3807 w 4104"/>
                <a:gd name="T17" fmla="*/ 1360 h 3477"/>
                <a:gd name="T18" fmla="*/ 3807 w 4104"/>
                <a:gd name="T19" fmla="*/ 1360 h 3477"/>
                <a:gd name="T20" fmla="*/ 3807 w 4104"/>
                <a:gd name="T21" fmla="*/ 1360 h 3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04" h="3477">
                  <a:moveTo>
                    <a:pt x="3807" y="1360"/>
                  </a:moveTo>
                  <a:cubicBezTo>
                    <a:pt x="4104" y="1800"/>
                    <a:pt x="3375" y="3063"/>
                    <a:pt x="2325" y="3350"/>
                  </a:cubicBezTo>
                  <a:cubicBezTo>
                    <a:pt x="1932" y="3456"/>
                    <a:pt x="1311" y="3477"/>
                    <a:pt x="1099" y="3187"/>
                  </a:cubicBezTo>
                  <a:cubicBezTo>
                    <a:pt x="987" y="3036"/>
                    <a:pt x="1076" y="2922"/>
                    <a:pt x="955" y="2685"/>
                  </a:cubicBezTo>
                  <a:cubicBezTo>
                    <a:pt x="777" y="2332"/>
                    <a:pt x="467" y="2355"/>
                    <a:pt x="314" y="2123"/>
                  </a:cubicBezTo>
                  <a:cubicBezTo>
                    <a:pt x="0" y="1649"/>
                    <a:pt x="587" y="501"/>
                    <a:pt x="1463" y="179"/>
                  </a:cubicBezTo>
                  <a:cubicBezTo>
                    <a:pt x="1580" y="136"/>
                    <a:pt x="1982" y="0"/>
                    <a:pt x="2270" y="173"/>
                  </a:cubicBezTo>
                  <a:cubicBezTo>
                    <a:pt x="2533" y="331"/>
                    <a:pt x="2445" y="594"/>
                    <a:pt x="2685" y="872"/>
                  </a:cubicBezTo>
                  <a:cubicBezTo>
                    <a:pt x="3056" y="1300"/>
                    <a:pt x="3608" y="1065"/>
                    <a:pt x="3807" y="1360"/>
                  </a:cubicBezTo>
                  <a:close/>
                  <a:moveTo>
                    <a:pt x="3807" y="1360"/>
                  </a:moveTo>
                  <a:cubicBezTo>
                    <a:pt x="3807" y="1360"/>
                    <a:pt x="3807" y="1360"/>
                    <a:pt x="3807" y="1360"/>
                  </a:cubicBezTo>
                </a:path>
              </a:pathLst>
            </a:custGeom>
            <a:solidFill>
              <a:srgbClr val="4082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64"/>
            <p:cNvSpPr>
              <a:spLocks noEditPoints="1"/>
            </p:cNvSpPr>
            <p:nvPr userDrawn="1"/>
          </p:nvSpPr>
          <p:spPr bwMode="auto">
            <a:xfrm>
              <a:off x="5675313" y="696912"/>
              <a:ext cx="6045200" cy="5181601"/>
            </a:xfrm>
            <a:custGeom>
              <a:avLst/>
              <a:gdLst>
                <a:gd name="T0" fmla="*/ 2762 w 3809"/>
                <a:gd name="T1" fmla="*/ 952 h 3264"/>
                <a:gd name="T2" fmla="*/ 3809 w 3809"/>
                <a:gd name="T3" fmla="*/ 1363 h 3264"/>
                <a:gd name="T4" fmla="*/ 3807 w 3809"/>
                <a:gd name="T5" fmla="*/ 1360 h 3264"/>
                <a:gd name="T6" fmla="*/ 2751 w 3809"/>
                <a:gd name="T7" fmla="*/ 939 h 3264"/>
                <a:gd name="T8" fmla="*/ 2762 w 3809"/>
                <a:gd name="T9" fmla="*/ 952 h 3264"/>
                <a:gd name="T10" fmla="*/ 1032 w 3809"/>
                <a:gd name="T11" fmla="*/ 2765 h 3264"/>
                <a:gd name="T12" fmla="*/ 874 w 3809"/>
                <a:gd name="T13" fmla="*/ 2557 h 3264"/>
                <a:gd name="T14" fmla="*/ 956 w 3809"/>
                <a:gd name="T15" fmla="*/ 2685 h 3264"/>
                <a:gd name="T16" fmla="*/ 1099 w 3809"/>
                <a:gd name="T17" fmla="*/ 3187 h 3264"/>
                <a:gd name="T18" fmla="*/ 1173 w 3809"/>
                <a:gd name="T19" fmla="*/ 3264 h 3264"/>
                <a:gd name="T20" fmla="*/ 1032 w 3809"/>
                <a:gd name="T21" fmla="*/ 2765 h 3264"/>
                <a:gd name="T22" fmla="*/ 390 w 3809"/>
                <a:gd name="T23" fmla="*/ 2203 h 3264"/>
                <a:gd name="T24" fmla="*/ 1540 w 3809"/>
                <a:gd name="T25" fmla="*/ 259 h 3264"/>
                <a:gd name="T26" fmla="*/ 2347 w 3809"/>
                <a:gd name="T27" fmla="*/ 254 h 3264"/>
                <a:gd name="T28" fmla="*/ 2398 w 3809"/>
                <a:gd name="T29" fmla="*/ 289 h 3264"/>
                <a:gd name="T30" fmla="*/ 2270 w 3809"/>
                <a:gd name="T31" fmla="*/ 173 h 3264"/>
                <a:gd name="T32" fmla="*/ 1463 w 3809"/>
                <a:gd name="T33" fmla="*/ 179 h 3264"/>
                <a:gd name="T34" fmla="*/ 313 w 3809"/>
                <a:gd name="T35" fmla="*/ 2123 h 3264"/>
                <a:gd name="T36" fmla="*/ 402 w 3809"/>
                <a:gd name="T37" fmla="*/ 2221 h 3264"/>
                <a:gd name="T38" fmla="*/ 390 w 3809"/>
                <a:gd name="T39" fmla="*/ 2203 h 3264"/>
                <a:gd name="T40" fmla="*/ 390 w 3809"/>
                <a:gd name="T41" fmla="*/ 2203 h 3264"/>
                <a:gd name="T42" fmla="*/ 390 w 3809"/>
                <a:gd name="T43" fmla="*/ 2203 h 3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09" h="3264">
                  <a:moveTo>
                    <a:pt x="2762" y="952"/>
                  </a:moveTo>
                  <a:cubicBezTo>
                    <a:pt x="3094" y="1335"/>
                    <a:pt x="3570" y="1188"/>
                    <a:pt x="3809" y="1363"/>
                  </a:cubicBezTo>
                  <a:cubicBezTo>
                    <a:pt x="3808" y="1362"/>
                    <a:pt x="3808" y="1361"/>
                    <a:pt x="3807" y="1360"/>
                  </a:cubicBezTo>
                  <a:cubicBezTo>
                    <a:pt x="3620" y="1082"/>
                    <a:pt x="3119" y="1275"/>
                    <a:pt x="2751" y="939"/>
                  </a:cubicBezTo>
                  <a:cubicBezTo>
                    <a:pt x="2755" y="943"/>
                    <a:pt x="2758" y="948"/>
                    <a:pt x="2762" y="952"/>
                  </a:cubicBezTo>
                  <a:close/>
                  <a:moveTo>
                    <a:pt x="1032" y="2765"/>
                  </a:moveTo>
                  <a:cubicBezTo>
                    <a:pt x="986" y="2675"/>
                    <a:pt x="932" y="2609"/>
                    <a:pt x="874" y="2557"/>
                  </a:cubicBezTo>
                  <a:cubicBezTo>
                    <a:pt x="903" y="2594"/>
                    <a:pt x="930" y="2635"/>
                    <a:pt x="956" y="2685"/>
                  </a:cubicBezTo>
                  <a:cubicBezTo>
                    <a:pt x="1076" y="2922"/>
                    <a:pt x="987" y="3036"/>
                    <a:pt x="1099" y="3187"/>
                  </a:cubicBezTo>
                  <a:cubicBezTo>
                    <a:pt x="1120" y="3216"/>
                    <a:pt x="1145" y="3241"/>
                    <a:pt x="1173" y="3264"/>
                  </a:cubicBezTo>
                  <a:cubicBezTo>
                    <a:pt x="1066" y="3114"/>
                    <a:pt x="1152" y="3001"/>
                    <a:pt x="1032" y="2765"/>
                  </a:cubicBezTo>
                  <a:close/>
                  <a:moveTo>
                    <a:pt x="390" y="2203"/>
                  </a:moveTo>
                  <a:cubicBezTo>
                    <a:pt x="77" y="1729"/>
                    <a:pt x="664" y="582"/>
                    <a:pt x="1540" y="259"/>
                  </a:cubicBezTo>
                  <a:cubicBezTo>
                    <a:pt x="1656" y="216"/>
                    <a:pt x="2058" y="80"/>
                    <a:pt x="2347" y="254"/>
                  </a:cubicBezTo>
                  <a:cubicBezTo>
                    <a:pt x="2365" y="265"/>
                    <a:pt x="2382" y="277"/>
                    <a:pt x="2398" y="289"/>
                  </a:cubicBezTo>
                  <a:cubicBezTo>
                    <a:pt x="2367" y="246"/>
                    <a:pt x="2326" y="207"/>
                    <a:pt x="2270" y="173"/>
                  </a:cubicBezTo>
                  <a:cubicBezTo>
                    <a:pt x="1981" y="0"/>
                    <a:pt x="1579" y="136"/>
                    <a:pt x="1463" y="179"/>
                  </a:cubicBezTo>
                  <a:cubicBezTo>
                    <a:pt x="587" y="501"/>
                    <a:pt x="0" y="1649"/>
                    <a:pt x="313" y="2123"/>
                  </a:cubicBezTo>
                  <a:cubicBezTo>
                    <a:pt x="339" y="2162"/>
                    <a:pt x="369" y="2194"/>
                    <a:pt x="402" y="2221"/>
                  </a:cubicBezTo>
                  <a:cubicBezTo>
                    <a:pt x="399" y="2215"/>
                    <a:pt x="394" y="2209"/>
                    <a:pt x="390" y="2203"/>
                  </a:cubicBezTo>
                  <a:close/>
                  <a:moveTo>
                    <a:pt x="390" y="2203"/>
                  </a:moveTo>
                  <a:cubicBezTo>
                    <a:pt x="390" y="2203"/>
                    <a:pt x="390" y="2203"/>
                    <a:pt x="390" y="2203"/>
                  </a:cubicBezTo>
                </a:path>
              </a:pathLst>
            </a:custGeom>
            <a:solidFill>
              <a:srgbClr val="27B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65"/>
            <p:cNvSpPr>
              <a:spLocks noEditPoints="1"/>
            </p:cNvSpPr>
            <p:nvPr userDrawn="1"/>
          </p:nvSpPr>
          <p:spPr bwMode="auto">
            <a:xfrm>
              <a:off x="6640513" y="2778125"/>
              <a:ext cx="625475" cy="1971675"/>
            </a:xfrm>
            <a:custGeom>
              <a:avLst/>
              <a:gdLst>
                <a:gd name="T0" fmla="*/ 56 w 394"/>
                <a:gd name="T1" fmla="*/ 2 h 1242"/>
                <a:gd name="T2" fmla="*/ 1 w 394"/>
                <a:gd name="T3" fmla="*/ 17 h 1242"/>
                <a:gd name="T4" fmla="*/ 2 w 394"/>
                <a:gd name="T5" fmla="*/ 0 h 1242"/>
                <a:gd name="T6" fmla="*/ 1 w 394"/>
                <a:gd name="T7" fmla="*/ 17 h 1242"/>
                <a:gd name="T8" fmla="*/ 339 w 394"/>
                <a:gd name="T9" fmla="*/ 1242 h 1242"/>
                <a:gd name="T10" fmla="*/ 394 w 394"/>
                <a:gd name="T11" fmla="*/ 1227 h 1242"/>
                <a:gd name="T12" fmla="*/ 59 w 394"/>
                <a:gd name="T13" fmla="*/ 10 h 1242"/>
                <a:gd name="T14" fmla="*/ 56 w 394"/>
                <a:gd name="T15" fmla="*/ 2 h 1242"/>
                <a:gd name="T16" fmla="*/ 56 w 394"/>
                <a:gd name="T17" fmla="*/ 2 h 1242"/>
                <a:gd name="T18" fmla="*/ 56 w 394"/>
                <a:gd name="T19" fmla="*/ 2 h 1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4" h="1242">
                  <a:moveTo>
                    <a:pt x="56" y="2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5"/>
                    <a:pt x="0" y="11"/>
                    <a:pt x="1" y="17"/>
                  </a:cubicBezTo>
                  <a:cubicBezTo>
                    <a:pt x="339" y="1242"/>
                    <a:pt x="339" y="1242"/>
                    <a:pt x="339" y="1242"/>
                  </a:cubicBezTo>
                  <a:cubicBezTo>
                    <a:pt x="394" y="1227"/>
                    <a:pt x="394" y="1227"/>
                    <a:pt x="394" y="1227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8" y="7"/>
                    <a:pt x="57" y="5"/>
                    <a:pt x="56" y="2"/>
                  </a:cubicBezTo>
                  <a:close/>
                  <a:moveTo>
                    <a:pt x="56" y="2"/>
                  </a:moveTo>
                  <a:cubicBezTo>
                    <a:pt x="56" y="2"/>
                    <a:pt x="56" y="2"/>
                    <a:pt x="5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66"/>
            <p:cNvSpPr>
              <a:spLocks noEditPoints="1"/>
            </p:cNvSpPr>
            <p:nvPr userDrawn="1"/>
          </p:nvSpPr>
          <p:spPr bwMode="auto">
            <a:xfrm>
              <a:off x="6642101" y="2743200"/>
              <a:ext cx="87313" cy="61913"/>
            </a:xfrm>
            <a:custGeom>
              <a:avLst/>
              <a:gdLst>
                <a:gd name="T0" fmla="*/ 55 w 55"/>
                <a:gd name="T1" fmla="*/ 24 h 39"/>
                <a:gd name="T2" fmla="*/ 20 w 55"/>
                <a:gd name="T3" fmla="*/ 4 h 39"/>
                <a:gd name="T4" fmla="*/ 1 w 55"/>
                <a:gd name="T5" fmla="*/ 22 h 39"/>
                <a:gd name="T6" fmla="*/ 0 w 55"/>
                <a:gd name="T7" fmla="*/ 39 h 39"/>
                <a:gd name="T8" fmla="*/ 55 w 55"/>
                <a:gd name="T9" fmla="*/ 24 h 39"/>
                <a:gd name="T10" fmla="*/ 55 w 55"/>
                <a:gd name="T11" fmla="*/ 24 h 39"/>
                <a:gd name="T12" fmla="*/ 55 w 55"/>
                <a:gd name="T13" fmla="*/ 2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39">
                  <a:moveTo>
                    <a:pt x="55" y="24"/>
                  </a:moveTo>
                  <a:cubicBezTo>
                    <a:pt x="51" y="9"/>
                    <a:pt x="35" y="0"/>
                    <a:pt x="20" y="4"/>
                  </a:cubicBezTo>
                  <a:cubicBezTo>
                    <a:pt x="11" y="7"/>
                    <a:pt x="4" y="14"/>
                    <a:pt x="1" y="22"/>
                  </a:cubicBezTo>
                  <a:cubicBezTo>
                    <a:pt x="0" y="39"/>
                    <a:pt x="0" y="39"/>
                    <a:pt x="0" y="39"/>
                  </a:cubicBezTo>
                  <a:lnTo>
                    <a:pt x="55" y="24"/>
                  </a:lnTo>
                  <a:close/>
                  <a:moveTo>
                    <a:pt x="55" y="24"/>
                  </a:moveTo>
                  <a:cubicBezTo>
                    <a:pt x="55" y="24"/>
                    <a:pt x="55" y="24"/>
                    <a:pt x="55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67"/>
            <p:cNvSpPr>
              <a:spLocks noEditPoints="1"/>
            </p:cNvSpPr>
            <p:nvPr userDrawn="1"/>
          </p:nvSpPr>
          <p:spPr bwMode="auto">
            <a:xfrm>
              <a:off x="6643688" y="2482850"/>
              <a:ext cx="244475" cy="298450"/>
            </a:xfrm>
            <a:custGeom>
              <a:avLst/>
              <a:gdLst>
                <a:gd name="T0" fmla="*/ 61 w 154"/>
                <a:gd name="T1" fmla="*/ 0 h 188"/>
                <a:gd name="T2" fmla="*/ 33 w 154"/>
                <a:gd name="T3" fmla="*/ 8 h 188"/>
                <a:gd name="T4" fmla="*/ 6 w 154"/>
                <a:gd name="T5" fmla="*/ 15 h 188"/>
                <a:gd name="T6" fmla="*/ 0 w 154"/>
                <a:gd name="T7" fmla="*/ 186 h 188"/>
                <a:gd name="T8" fmla="*/ 19 w 154"/>
                <a:gd name="T9" fmla="*/ 168 h 188"/>
                <a:gd name="T10" fmla="*/ 54 w 154"/>
                <a:gd name="T11" fmla="*/ 188 h 188"/>
                <a:gd name="T12" fmla="*/ 74 w 154"/>
                <a:gd name="T13" fmla="*/ 153 h 188"/>
                <a:gd name="T14" fmla="*/ 108 w 154"/>
                <a:gd name="T15" fmla="*/ 172 h 188"/>
                <a:gd name="T16" fmla="*/ 120 w 154"/>
                <a:gd name="T17" fmla="*/ 141 h 188"/>
                <a:gd name="T18" fmla="*/ 154 w 154"/>
                <a:gd name="T19" fmla="*/ 143 h 188"/>
                <a:gd name="T20" fmla="*/ 61 w 154"/>
                <a:gd name="T21" fmla="*/ 0 h 188"/>
                <a:gd name="T22" fmla="*/ 61 w 154"/>
                <a:gd name="T23" fmla="*/ 0 h 188"/>
                <a:gd name="T24" fmla="*/ 61 w 154"/>
                <a:gd name="T25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4" h="188">
                  <a:moveTo>
                    <a:pt x="61" y="0"/>
                  </a:moveTo>
                  <a:cubicBezTo>
                    <a:pt x="33" y="8"/>
                    <a:pt x="33" y="8"/>
                    <a:pt x="33" y="8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3" y="177"/>
                    <a:pt x="9" y="171"/>
                    <a:pt x="19" y="168"/>
                  </a:cubicBezTo>
                  <a:cubicBezTo>
                    <a:pt x="34" y="164"/>
                    <a:pt x="50" y="172"/>
                    <a:pt x="54" y="188"/>
                  </a:cubicBezTo>
                  <a:cubicBezTo>
                    <a:pt x="50" y="172"/>
                    <a:pt x="58" y="157"/>
                    <a:pt x="74" y="153"/>
                  </a:cubicBezTo>
                  <a:cubicBezTo>
                    <a:pt x="89" y="149"/>
                    <a:pt x="104" y="157"/>
                    <a:pt x="108" y="172"/>
                  </a:cubicBezTo>
                  <a:cubicBezTo>
                    <a:pt x="105" y="161"/>
                    <a:pt x="110" y="148"/>
                    <a:pt x="120" y="141"/>
                  </a:cubicBezTo>
                  <a:cubicBezTo>
                    <a:pt x="131" y="134"/>
                    <a:pt x="144" y="135"/>
                    <a:pt x="154" y="143"/>
                  </a:cubicBezTo>
                  <a:lnTo>
                    <a:pt x="61" y="0"/>
                  </a:lnTo>
                  <a:close/>
                  <a:moveTo>
                    <a:pt x="61" y="0"/>
                  </a:move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rgbClr val="FCA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68"/>
            <p:cNvSpPr>
              <a:spLocks noEditPoints="1"/>
            </p:cNvSpPr>
            <p:nvPr userDrawn="1"/>
          </p:nvSpPr>
          <p:spPr bwMode="auto">
            <a:xfrm>
              <a:off x="6653213" y="2355850"/>
              <a:ext cx="87313" cy="150813"/>
            </a:xfrm>
            <a:custGeom>
              <a:avLst/>
              <a:gdLst>
                <a:gd name="T0" fmla="*/ 3 w 55"/>
                <a:gd name="T1" fmla="*/ 0 h 95"/>
                <a:gd name="T2" fmla="*/ 0 w 55"/>
                <a:gd name="T3" fmla="*/ 95 h 95"/>
                <a:gd name="T4" fmla="*/ 27 w 55"/>
                <a:gd name="T5" fmla="*/ 88 h 95"/>
                <a:gd name="T6" fmla="*/ 55 w 55"/>
                <a:gd name="T7" fmla="*/ 80 h 95"/>
                <a:gd name="T8" fmla="*/ 3 w 55"/>
                <a:gd name="T9" fmla="*/ 0 h 95"/>
                <a:gd name="T10" fmla="*/ 3 w 55"/>
                <a:gd name="T11" fmla="*/ 0 h 95"/>
                <a:gd name="T12" fmla="*/ 3 w 55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95">
                  <a:moveTo>
                    <a:pt x="3" y="0"/>
                  </a:moveTo>
                  <a:lnTo>
                    <a:pt x="0" y="95"/>
                  </a:lnTo>
                  <a:lnTo>
                    <a:pt x="27" y="88"/>
                  </a:lnTo>
                  <a:lnTo>
                    <a:pt x="55" y="80"/>
                  </a:lnTo>
                  <a:lnTo>
                    <a:pt x="3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close/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169"/>
            <p:cNvSpPr>
              <a:spLocks noEditPoints="1"/>
            </p:cNvSpPr>
            <p:nvPr userDrawn="1"/>
          </p:nvSpPr>
          <p:spPr bwMode="auto">
            <a:xfrm>
              <a:off x="6653213" y="2355850"/>
              <a:ext cx="87313" cy="150813"/>
            </a:xfrm>
            <a:custGeom>
              <a:avLst/>
              <a:gdLst>
                <a:gd name="T0" fmla="*/ 3 w 55"/>
                <a:gd name="T1" fmla="*/ 0 h 95"/>
                <a:gd name="T2" fmla="*/ 0 w 55"/>
                <a:gd name="T3" fmla="*/ 95 h 95"/>
                <a:gd name="T4" fmla="*/ 27 w 55"/>
                <a:gd name="T5" fmla="*/ 88 h 95"/>
                <a:gd name="T6" fmla="*/ 55 w 55"/>
                <a:gd name="T7" fmla="*/ 80 h 95"/>
                <a:gd name="T8" fmla="*/ 3 w 55"/>
                <a:gd name="T9" fmla="*/ 0 h 95"/>
                <a:gd name="T10" fmla="*/ 3 w 55"/>
                <a:gd name="T11" fmla="*/ 0 h 95"/>
                <a:gd name="T12" fmla="*/ 3 w 55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95">
                  <a:moveTo>
                    <a:pt x="3" y="0"/>
                  </a:moveTo>
                  <a:lnTo>
                    <a:pt x="0" y="95"/>
                  </a:lnTo>
                  <a:lnTo>
                    <a:pt x="27" y="88"/>
                  </a:lnTo>
                  <a:lnTo>
                    <a:pt x="55" y="80"/>
                  </a:lnTo>
                  <a:lnTo>
                    <a:pt x="3" y="0"/>
                  </a:lnTo>
                  <a:moveTo>
                    <a:pt x="3" y="0"/>
                  </a:move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70"/>
            <p:cNvSpPr>
              <a:spLocks noEditPoints="1"/>
            </p:cNvSpPr>
            <p:nvPr userDrawn="1"/>
          </p:nvSpPr>
          <p:spPr bwMode="auto">
            <a:xfrm>
              <a:off x="6815138" y="2733675"/>
              <a:ext cx="622300" cy="1970088"/>
            </a:xfrm>
            <a:custGeom>
              <a:avLst/>
              <a:gdLst>
                <a:gd name="T0" fmla="*/ 1 w 392"/>
                <a:gd name="T1" fmla="*/ 23 h 1241"/>
                <a:gd name="T2" fmla="*/ 337 w 392"/>
                <a:gd name="T3" fmla="*/ 1241 h 1241"/>
                <a:gd name="T4" fmla="*/ 392 w 392"/>
                <a:gd name="T5" fmla="*/ 1225 h 1241"/>
                <a:gd name="T6" fmla="*/ 54 w 392"/>
                <a:gd name="T7" fmla="*/ 0 h 1241"/>
                <a:gd name="T8" fmla="*/ 0 w 392"/>
                <a:gd name="T9" fmla="*/ 15 h 1241"/>
                <a:gd name="T10" fmla="*/ 1 w 392"/>
                <a:gd name="T11" fmla="*/ 23 h 1241"/>
                <a:gd name="T12" fmla="*/ 1 w 392"/>
                <a:gd name="T13" fmla="*/ 23 h 1241"/>
                <a:gd name="T14" fmla="*/ 1 w 392"/>
                <a:gd name="T15" fmla="*/ 23 h 1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2" h="1241">
                  <a:moveTo>
                    <a:pt x="1" y="23"/>
                  </a:moveTo>
                  <a:cubicBezTo>
                    <a:pt x="337" y="1241"/>
                    <a:pt x="337" y="1241"/>
                    <a:pt x="337" y="1241"/>
                  </a:cubicBezTo>
                  <a:cubicBezTo>
                    <a:pt x="392" y="1225"/>
                    <a:pt x="392" y="1225"/>
                    <a:pt x="392" y="1225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18"/>
                    <a:pt x="1" y="20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71"/>
            <p:cNvSpPr>
              <a:spLocks noEditPoints="1"/>
            </p:cNvSpPr>
            <p:nvPr userDrawn="1"/>
          </p:nvSpPr>
          <p:spPr bwMode="auto">
            <a:xfrm>
              <a:off x="6886576" y="2711450"/>
              <a:ext cx="14288" cy="22225"/>
            </a:xfrm>
            <a:custGeom>
              <a:avLst/>
              <a:gdLst>
                <a:gd name="T0" fmla="*/ 9 w 9"/>
                <a:gd name="T1" fmla="*/ 14 h 14"/>
                <a:gd name="T2" fmla="*/ 0 w 9"/>
                <a:gd name="T3" fmla="*/ 0 h 14"/>
                <a:gd name="T4" fmla="*/ 9 w 9"/>
                <a:gd name="T5" fmla="*/ 14 h 14"/>
                <a:gd name="T6" fmla="*/ 9 w 9"/>
                <a:gd name="T7" fmla="*/ 14 h 14"/>
                <a:gd name="T8" fmla="*/ 9 w 9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4">
                  <a:moveTo>
                    <a:pt x="9" y="14"/>
                  </a:moveTo>
                  <a:cubicBezTo>
                    <a:pt x="8" y="9"/>
                    <a:pt x="5" y="4"/>
                    <a:pt x="0" y="0"/>
                  </a:cubicBezTo>
                  <a:lnTo>
                    <a:pt x="9" y="14"/>
                  </a:lnTo>
                  <a:close/>
                  <a:moveTo>
                    <a:pt x="9" y="14"/>
                  </a:moveTo>
                  <a:cubicBezTo>
                    <a:pt x="9" y="14"/>
                    <a:pt x="9" y="14"/>
                    <a:pt x="9" y="14"/>
                  </a:cubicBezTo>
                </a:path>
              </a:pathLst>
            </a:custGeom>
            <a:solidFill>
              <a:srgbClr val="EFE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72"/>
            <p:cNvSpPr>
              <a:spLocks noEditPoints="1"/>
            </p:cNvSpPr>
            <p:nvPr userDrawn="1"/>
          </p:nvSpPr>
          <p:spPr bwMode="auto">
            <a:xfrm>
              <a:off x="6808788" y="2698750"/>
              <a:ext cx="92075" cy="58738"/>
            </a:xfrm>
            <a:custGeom>
              <a:avLst/>
              <a:gdLst>
                <a:gd name="T0" fmla="*/ 24 w 58"/>
                <a:gd name="T1" fmla="*/ 3 h 37"/>
                <a:gd name="T2" fmla="*/ 4 w 58"/>
                <a:gd name="T3" fmla="*/ 37 h 37"/>
                <a:gd name="T4" fmla="*/ 58 w 58"/>
                <a:gd name="T5" fmla="*/ 22 h 37"/>
                <a:gd name="T6" fmla="*/ 49 w 58"/>
                <a:gd name="T7" fmla="*/ 8 h 37"/>
                <a:gd name="T8" fmla="*/ 24 w 58"/>
                <a:gd name="T9" fmla="*/ 3 h 37"/>
                <a:gd name="T10" fmla="*/ 24 w 58"/>
                <a:gd name="T11" fmla="*/ 3 h 37"/>
                <a:gd name="T12" fmla="*/ 24 w 58"/>
                <a:gd name="T13" fmla="*/ 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7">
                  <a:moveTo>
                    <a:pt x="24" y="3"/>
                  </a:moveTo>
                  <a:cubicBezTo>
                    <a:pt x="9" y="7"/>
                    <a:pt x="0" y="22"/>
                    <a:pt x="4" y="37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2" y="2"/>
                    <a:pt x="33" y="0"/>
                    <a:pt x="24" y="3"/>
                  </a:cubicBezTo>
                  <a:close/>
                  <a:moveTo>
                    <a:pt x="24" y="3"/>
                  </a:moveTo>
                  <a:cubicBezTo>
                    <a:pt x="24" y="3"/>
                    <a:pt x="24" y="3"/>
                    <a:pt x="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173"/>
            <p:cNvSpPr>
              <a:spLocks noEditPoints="1"/>
            </p:cNvSpPr>
            <p:nvPr userDrawn="1"/>
          </p:nvSpPr>
          <p:spPr bwMode="auto">
            <a:xfrm>
              <a:off x="6724651" y="2719387"/>
              <a:ext cx="625475" cy="2006600"/>
            </a:xfrm>
            <a:custGeom>
              <a:avLst/>
              <a:gdLst>
                <a:gd name="T0" fmla="*/ 58 w 394"/>
                <a:gd name="T1" fmla="*/ 32 h 1264"/>
                <a:gd name="T2" fmla="*/ 57 w 394"/>
                <a:gd name="T3" fmla="*/ 24 h 1264"/>
                <a:gd name="T4" fmla="*/ 22 w 394"/>
                <a:gd name="T5" fmla="*/ 4 h 1264"/>
                <a:gd name="T6" fmla="*/ 3 w 394"/>
                <a:gd name="T7" fmla="*/ 21 h 1264"/>
                <a:gd name="T8" fmla="*/ 6 w 394"/>
                <a:gd name="T9" fmla="*/ 46 h 1264"/>
                <a:gd name="T10" fmla="*/ 341 w 394"/>
                <a:gd name="T11" fmla="*/ 1264 h 1264"/>
                <a:gd name="T12" fmla="*/ 367 w 394"/>
                <a:gd name="T13" fmla="*/ 1256 h 1264"/>
                <a:gd name="T14" fmla="*/ 394 w 394"/>
                <a:gd name="T15" fmla="*/ 1249 h 1264"/>
                <a:gd name="T16" fmla="*/ 58 w 394"/>
                <a:gd name="T17" fmla="*/ 32 h 1264"/>
                <a:gd name="T18" fmla="*/ 58 w 394"/>
                <a:gd name="T19" fmla="*/ 32 h 1264"/>
                <a:gd name="T20" fmla="*/ 58 w 394"/>
                <a:gd name="T21" fmla="*/ 32 h 1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4" h="1264">
                  <a:moveTo>
                    <a:pt x="58" y="32"/>
                  </a:moveTo>
                  <a:cubicBezTo>
                    <a:pt x="58" y="29"/>
                    <a:pt x="58" y="27"/>
                    <a:pt x="57" y="24"/>
                  </a:cubicBezTo>
                  <a:cubicBezTo>
                    <a:pt x="53" y="9"/>
                    <a:pt x="37" y="0"/>
                    <a:pt x="22" y="4"/>
                  </a:cubicBezTo>
                  <a:cubicBezTo>
                    <a:pt x="14" y="7"/>
                    <a:pt x="7" y="13"/>
                    <a:pt x="3" y="21"/>
                  </a:cubicBezTo>
                  <a:cubicBezTo>
                    <a:pt x="0" y="29"/>
                    <a:pt x="1" y="39"/>
                    <a:pt x="6" y="46"/>
                  </a:cubicBezTo>
                  <a:cubicBezTo>
                    <a:pt x="341" y="1264"/>
                    <a:pt x="341" y="1264"/>
                    <a:pt x="341" y="1264"/>
                  </a:cubicBezTo>
                  <a:cubicBezTo>
                    <a:pt x="367" y="1256"/>
                    <a:pt x="367" y="1256"/>
                    <a:pt x="367" y="1256"/>
                  </a:cubicBezTo>
                  <a:cubicBezTo>
                    <a:pt x="394" y="1249"/>
                    <a:pt x="394" y="1249"/>
                    <a:pt x="394" y="1249"/>
                  </a:cubicBezTo>
                  <a:lnTo>
                    <a:pt x="58" y="32"/>
                  </a:lnTo>
                  <a:close/>
                  <a:moveTo>
                    <a:pt x="58" y="32"/>
                  </a:moveTo>
                  <a:cubicBezTo>
                    <a:pt x="58" y="32"/>
                    <a:pt x="58" y="32"/>
                    <a:pt x="58" y="32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174"/>
            <p:cNvSpPr>
              <a:spLocks noEditPoints="1"/>
            </p:cNvSpPr>
            <p:nvPr userDrawn="1"/>
          </p:nvSpPr>
          <p:spPr bwMode="auto">
            <a:xfrm>
              <a:off x="7434263" y="2566987"/>
              <a:ext cx="173038" cy="550863"/>
            </a:xfrm>
            <a:custGeom>
              <a:avLst/>
              <a:gdLst>
                <a:gd name="T0" fmla="*/ 109 w 109"/>
                <a:gd name="T1" fmla="*/ 4 h 347"/>
                <a:gd name="T2" fmla="*/ 0 w 109"/>
                <a:gd name="T3" fmla="*/ 338 h 347"/>
                <a:gd name="T4" fmla="*/ 62 w 109"/>
                <a:gd name="T5" fmla="*/ 347 h 347"/>
                <a:gd name="T6" fmla="*/ 109 w 109"/>
                <a:gd name="T7" fmla="*/ 4 h 347"/>
                <a:gd name="T8" fmla="*/ 109 w 109"/>
                <a:gd name="T9" fmla="*/ 4 h 347"/>
                <a:gd name="T10" fmla="*/ 109 w 109"/>
                <a:gd name="T11" fmla="*/ 4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347">
                  <a:moveTo>
                    <a:pt x="109" y="4"/>
                  </a:moveTo>
                  <a:cubicBezTo>
                    <a:pt x="83" y="0"/>
                    <a:pt x="40" y="135"/>
                    <a:pt x="0" y="338"/>
                  </a:cubicBezTo>
                  <a:cubicBezTo>
                    <a:pt x="62" y="347"/>
                    <a:pt x="62" y="347"/>
                    <a:pt x="62" y="347"/>
                  </a:cubicBezTo>
                  <a:lnTo>
                    <a:pt x="109" y="4"/>
                  </a:lnTo>
                  <a:close/>
                  <a:moveTo>
                    <a:pt x="109" y="4"/>
                  </a:moveTo>
                  <a:cubicBezTo>
                    <a:pt x="109" y="4"/>
                    <a:pt x="109" y="4"/>
                    <a:pt x="10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175"/>
            <p:cNvSpPr>
              <a:spLocks noEditPoints="1"/>
            </p:cNvSpPr>
            <p:nvPr userDrawn="1"/>
          </p:nvSpPr>
          <p:spPr bwMode="auto">
            <a:xfrm>
              <a:off x="7680326" y="1944687"/>
              <a:ext cx="14288" cy="95250"/>
            </a:xfrm>
            <a:custGeom>
              <a:avLst/>
              <a:gdLst>
                <a:gd name="T0" fmla="*/ 9 w 9"/>
                <a:gd name="T1" fmla="*/ 0 h 60"/>
                <a:gd name="T2" fmla="*/ 0 w 9"/>
                <a:gd name="T3" fmla="*/ 60 h 60"/>
                <a:gd name="T4" fmla="*/ 9 w 9"/>
                <a:gd name="T5" fmla="*/ 0 h 60"/>
                <a:gd name="T6" fmla="*/ 9 w 9"/>
                <a:gd name="T7" fmla="*/ 0 h 60"/>
                <a:gd name="T8" fmla="*/ 9 w 9"/>
                <a:gd name="T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0">
                  <a:moveTo>
                    <a:pt x="9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8" y="26"/>
                    <a:pt x="9" y="0"/>
                    <a:pt x="9" y="0"/>
                  </a:cubicBezTo>
                  <a:close/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0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76"/>
            <p:cNvSpPr>
              <a:spLocks noEditPoints="1"/>
            </p:cNvSpPr>
            <p:nvPr userDrawn="1"/>
          </p:nvSpPr>
          <p:spPr bwMode="auto">
            <a:xfrm>
              <a:off x="7472363" y="1944687"/>
              <a:ext cx="311150" cy="639763"/>
            </a:xfrm>
            <a:custGeom>
              <a:avLst/>
              <a:gdLst>
                <a:gd name="T0" fmla="*/ 140 w 196"/>
                <a:gd name="T1" fmla="*/ 0 h 403"/>
                <a:gd name="T2" fmla="*/ 131 w 196"/>
                <a:gd name="T3" fmla="*/ 60 h 403"/>
                <a:gd name="T4" fmla="*/ 102 w 196"/>
                <a:gd name="T5" fmla="*/ 146 h 403"/>
                <a:gd name="T6" fmla="*/ 6 w 196"/>
                <a:gd name="T7" fmla="*/ 292 h 403"/>
                <a:gd name="T8" fmla="*/ 85 w 196"/>
                <a:gd name="T9" fmla="*/ 396 h 403"/>
                <a:gd name="T10" fmla="*/ 189 w 196"/>
                <a:gd name="T11" fmla="*/ 317 h 403"/>
                <a:gd name="T12" fmla="*/ 140 w 196"/>
                <a:gd name="T13" fmla="*/ 0 h 403"/>
                <a:gd name="T14" fmla="*/ 140 w 196"/>
                <a:gd name="T15" fmla="*/ 0 h 403"/>
                <a:gd name="T16" fmla="*/ 140 w 196"/>
                <a:gd name="T1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403">
                  <a:moveTo>
                    <a:pt x="140" y="0"/>
                  </a:moveTo>
                  <a:cubicBezTo>
                    <a:pt x="140" y="0"/>
                    <a:pt x="139" y="26"/>
                    <a:pt x="131" y="60"/>
                  </a:cubicBezTo>
                  <a:cubicBezTo>
                    <a:pt x="126" y="86"/>
                    <a:pt x="117" y="116"/>
                    <a:pt x="102" y="146"/>
                  </a:cubicBezTo>
                  <a:cubicBezTo>
                    <a:pt x="75" y="199"/>
                    <a:pt x="13" y="246"/>
                    <a:pt x="6" y="292"/>
                  </a:cubicBezTo>
                  <a:cubicBezTo>
                    <a:pt x="0" y="342"/>
                    <a:pt x="35" y="389"/>
                    <a:pt x="85" y="396"/>
                  </a:cubicBezTo>
                  <a:cubicBezTo>
                    <a:pt x="136" y="403"/>
                    <a:pt x="182" y="368"/>
                    <a:pt x="189" y="317"/>
                  </a:cubicBezTo>
                  <a:cubicBezTo>
                    <a:pt x="196" y="267"/>
                    <a:pt x="184" y="94"/>
                    <a:pt x="140" y="0"/>
                  </a:cubicBezTo>
                  <a:close/>
                  <a:moveTo>
                    <a:pt x="140" y="0"/>
                  </a:moveTo>
                  <a:cubicBezTo>
                    <a:pt x="140" y="0"/>
                    <a:pt x="140" y="0"/>
                    <a:pt x="140" y="0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177"/>
            <p:cNvSpPr>
              <a:spLocks noEditPoints="1"/>
            </p:cNvSpPr>
            <p:nvPr userDrawn="1"/>
          </p:nvSpPr>
          <p:spPr bwMode="auto">
            <a:xfrm>
              <a:off x="7532688" y="2573337"/>
              <a:ext cx="123825" cy="557213"/>
            </a:xfrm>
            <a:custGeom>
              <a:avLst/>
              <a:gdLst>
                <a:gd name="T0" fmla="*/ 62 w 78"/>
                <a:gd name="T1" fmla="*/ 351 h 351"/>
                <a:gd name="T2" fmla="*/ 47 w 78"/>
                <a:gd name="T3" fmla="*/ 0 h 351"/>
                <a:gd name="T4" fmla="*/ 0 w 78"/>
                <a:gd name="T5" fmla="*/ 342 h 351"/>
                <a:gd name="T6" fmla="*/ 62 w 78"/>
                <a:gd name="T7" fmla="*/ 351 h 351"/>
                <a:gd name="T8" fmla="*/ 62 w 78"/>
                <a:gd name="T9" fmla="*/ 351 h 351"/>
                <a:gd name="T10" fmla="*/ 62 w 78"/>
                <a:gd name="T11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351">
                  <a:moveTo>
                    <a:pt x="62" y="351"/>
                  </a:moveTo>
                  <a:cubicBezTo>
                    <a:pt x="78" y="144"/>
                    <a:pt x="74" y="4"/>
                    <a:pt x="47" y="0"/>
                  </a:cubicBezTo>
                  <a:cubicBezTo>
                    <a:pt x="0" y="342"/>
                    <a:pt x="0" y="342"/>
                    <a:pt x="0" y="342"/>
                  </a:cubicBezTo>
                  <a:lnTo>
                    <a:pt x="62" y="351"/>
                  </a:lnTo>
                  <a:close/>
                  <a:moveTo>
                    <a:pt x="62" y="351"/>
                  </a:moveTo>
                  <a:cubicBezTo>
                    <a:pt x="62" y="351"/>
                    <a:pt x="62" y="351"/>
                    <a:pt x="62" y="35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78"/>
            <p:cNvSpPr>
              <a:spLocks noEditPoints="1"/>
            </p:cNvSpPr>
            <p:nvPr userDrawn="1"/>
          </p:nvSpPr>
          <p:spPr bwMode="auto">
            <a:xfrm>
              <a:off x="7239001" y="3101975"/>
              <a:ext cx="392113" cy="1682750"/>
            </a:xfrm>
            <a:custGeom>
              <a:avLst/>
              <a:gdLst>
                <a:gd name="T0" fmla="*/ 185 w 247"/>
                <a:gd name="T1" fmla="*/ 9 h 1060"/>
                <a:gd name="T2" fmla="*/ 123 w 247"/>
                <a:gd name="T3" fmla="*/ 0 h 1060"/>
                <a:gd name="T4" fmla="*/ 64 w 247"/>
                <a:gd name="T5" fmla="*/ 351 h 1060"/>
                <a:gd name="T6" fmla="*/ 40 w 247"/>
                <a:gd name="T7" fmla="*/ 1055 h 1060"/>
                <a:gd name="T8" fmla="*/ 208 w 247"/>
                <a:gd name="T9" fmla="*/ 371 h 1060"/>
                <a:gd name="T10" fmla="*/ 247 w 247"/>
                <a:gd name="T11" fmla="*/ 17 h 1060"/>
                <a:gd name="T12" fmla="*/ 185 w 247"/>
                <a:gd name="T13" fmla="*/ 9 h 1060"/>
                <a:gd name="T14" fmla="*/ 185 w 247"/>
                <a:gd name="T15" fmla="*/ 9 h 1060"/>
                <a:gd name="T16" fmla="*/ 185 w 247"/>
                <a:gd name="T17" fmla="*/ 9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1060">
                  <a:moveTo>
                    <a:pt x="185" y="9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102" y="103"/>
                    <a:pt x="82" y="223"/>
                    <a:pt x="64" y="351"/>
                  </a:cubicBezTo>
                  <a:cubicBezTo>
                    <a:pt x="11" y="734"/>
                    <a:pt x="0" y="1049"/>
                    <a:pt x="40" y="1055"/>
                  </a:cubicBezTo>
                  <a:cubicBezTo>
                    <a:pt x="80" y="1060"/>
                    <a:pt x="156" y="754"/>
                    <a:pt x="208" y="371"/>
                  </a:cubicBezTo>
                  <a:cubicBezTo>
                    <a:pt x="226" y="242"/>
                    <a:pt x="239" y="121"/>
                    <a:pt x="247" y="17"/>
                  </a:cubicBezTo>
                  <a:lnTo>
                    <a:pt x="185" y="9"/>
                  </a:lnTo>
                  <a:close/>
                  <a:moveTo>
                    <a:pt x="185" y="9"/>
                  </a:moveTo>
                  <a:cubicBezTo>
                    <a:pt x="185" y="9"/>
                    <a:pt x="185" y="9"/>
                    <a:pt x="185" y="9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179"/>
            <p:cNvSpPr>
              <a:spLocks noEditPoints="1"/>
            </p:cNvSpPr>
            <p:nvPr userDrawn="1"/>
          </p:nvSpPr>
          <p:spPr bwMode="auto">
            <a:xfrm>
              <a:off x="6697663" y="3479800"/>
              <a:ext cx="1100138" cy="1389063"/>
            </a:xfrm>
            <a:custGeom>
              <a:avLst/>
              <a:gdLst>
                <a:gd name="T0" fmla="*/ 634 w 693"/>
                <a:gd name="T1" fmla="*/ 0 h 875"/>
                <a:gd name="T2" fmla="*/ 58 w 693"/>
                <a:gd name="T3" fmla="*/ 0 h 875"/>
                <a:gd name="T4" fmla="*/ 4 w 693"/>
                <a:gd name="T5" fmla="*/ 61 h 875"/>
                <a:gd name="T6" fmla="*/ 19 w 693"/>
                <a:gd name="T7" fmla="*/ 194 h 875"/>
                <a:gd name="T8" fmla="*/ 96 w 693"/>
                <a:gd name="T9" fmla="*/ 138 h 875"/>
                <a:gd name="T10" fmla="*/ 180 w 693"/>
                <a:gd name="T11" fmla="*/ 199 h 875"/>
                <a:gd name="T12" fmla="*/ 263 w 693"/>
                <a:gd name="T13" fmla="*/ 138 h 875"/>
                <a:gd name="T14" fmla="*/ 346 w 693"/>
                <a:gd name="T15" fmla="*/ 199 h 875"/>
                <a:gd name="T16" fmla="*/ 430 w 693"/>
                <a:gd name="T17" fmla="*/ 138 h 875"/>
                <a:gd name="T18" fmla="*/ 513 w 693"/>
                <a:gd name="T19" fmla="*/ 199 h 875"/>
                <a:gd name="T20" fmla="*/ 597 w 693"/>
                <a:gd name="T21" fmla="*/ 138 h 875"/>
                <a:gd name="T22" fmla="*/ 675 w 693"/>
                <a:gd name="T23" fmla="*/ 196 h 875"/>
                <a:gd name="T24" fmla="*/ 689 w 693"/>
                <a:gd name="T25" fmla="*/ 61 h 875"/>
                <a:gd name="T26" fmla="*/ 634 w 693"/>
                <a:gd name="T27" fmla="*/ 0 h 875"/>
                <a:gd name="T28" fmla="*/ 596 w 693"/>
                <a:gd name="T29" fmla="*/ 224 h 875"/>
                <a:gd name="T30" fmla="*/ 513 w 693"/>
                <a:gd name="T31" fmla="*/ 285 h 875"/>
                <a:gd name="T32" fmla="*/ 429 w 693"/>
                <a:gd name="T33" fmla="*/ 224 h 875"/>
                <a:gd name="T34" fmla="*/ 346 w 693"/>
                <a:gd name="T35" fmla="*/ 285 h 875"/>
                <a:gd name="T36" fmla="*/ 263 w 693"/>
                <a:gd name="T37" fmla="*/ 224 h 875"/>
                <a:gd name="T38" fmla="*/ 179 w 693"/>
                <a:gd name="T39" fmla="*/ 285 h 875"/>
                <a:gd name="T40" fmla="*/ 96 w 693"/>
                <a:gd name="T41" fmla="*/ 224 h 875"/>
                <a:gd name="T42" fmla="*/ 28 w 693"/>
                <a:gd name="T43" fmla="*/ 274 h 875"/>
                <a:gd name="T44" fmla="*/ 89 w 693"/>
                <a:gd name="T45" fmla="*/ 814 h 875"/>
                <a:gd name="T46" fmla="*/ 158 w 693"/>
                <a:gd name="T47" fmla="*/ 875 h 875"/>
                <a:gd name="T48" fmla="*/ 542 w 693"/>
                <a:gd name="T49" fmla="*/ 875 h 875"/>
                <a:gd name="T50" fmla="*/ 610 w 693"/>
                <a:gd name="T51" fmla="*/ 814 h 875"/>
                <a:gd name="T52" fmla="*/ 667 w 693"/>
                <a:gd name="T53" fmla="*/ 275 h 875"/>
                <a:gd name="T54" fmla="*/ 596 w 693"/>
                <a:gd name="T55" fmla="*/ 224 h 875"/>
                <a:gd name="T56" fmla="*/ 596 w 693"/>
                <a:gd name="T57" fmla="*/ 224 h 875"/>
                <a:gd name="T58" fmla="*/ 596 w 693"/>
                <a:gd name="T59" fmla="*/ 224 h 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93" h="875">
                  <a:moveTo>
                    <a:pt x="634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24" y="0"/>
                    <a:pt x="0" y="28"/>
                    <a:pt x="4" y="61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180" y="199"/>
                    <a:pt x="180" y="199"/>
                    <a:pt x="180" y="199"/>
                  </a:cubicBezTo>
                  <a:cubicBezTo>
                    <a:pt x="263" y="138"/>
                    <a:pt x="263" y="138"/>
                    <a:pt x="263" y="138"/>
                  </a:cubicBezTo>
                  <a:cubicBezTo>
                    <a:pt x="346" y="199"/>
                    <a:pt x="346" y="199"/>
                    <a:pt x="346" y="199"/>
                  </a:cubicBezTo>
                  <a:cubicBezTo>
                    <a:pt x="430" y="138"/>
                    <a:pt x="430" y="138"/>
                    <a:pt x="430" y="138"/>
                  </a:cubicBezTo>
                  <a:cubicBezTo>
                    <a:pt x="513" y="199"/>
                    <a:pt x="513" y="199"/>
                    <a:pt x="513" y="199"/>
                  </a:cubicBezTo>
                  <a:cubicBezTo>
                    <a:pt x="597" y="138"/>
                    <a:pt x="597" y="138"/>
                    <a:pt x="597" y="138"/>
                  </a:cubicBezTo>
                  <a:cubicBezTo>
                    <a:pt x="675" y="196"/>
                    <a:pt x="675" y="196"/>
                    <a:pt x="675" y="196"/>
                  </a:cubicBezTo>
                  <a:cubicBezTo>
                    <a:pt x="689" y="61"/>
                    <a:pt x="689" y="61"/>
                    <a:pt x="689" y="61"/>
                  </a:cubicBezTo>
                  <a:cubicBezTo>
                    <a:pt x="693" y="28"/>
                    <a:pt x="668" y="0"/>
                    <a:pt x="634" y="0"/>
                  </a:cubicBezTo>
                  <a:close/>
                  <a:moveTo>
                    <a:pt x="596" y="224"/>
                  </a:moveTo>
                  <a:cubicBezTo>
                    <a:pt x="513" y="285"/>
                    <a:pt x="513" y="285"/>
                    <a:pt x="513" y="285"/>
                  </a:cubicBezTo>
                  <a:cubicBezTo>
                    <a:pt x="429" y="224"/>
                    <a:pt x="429" y="224"/>
                    <a:pt x="429" y="224"/>
                  </a:cubicBezTo>
                  <a:cubicBezTo>
                    <a:pt x="346" y="285"/>
                    <a:pt x="346" y="285"/>
                    <a:pt x="346" y="285"/>
                  </a:cubicBezTo>
                  <a:cubicBezTo>
                    <a:pt x="263" y="224"/>
                    <a:pt x="263" y="224"/>
                    <a:pt x="263" y="224"/>
                  </a:cubicBezTo>
                  <a:cubicBezTo>
                    <a:pt x="179" y="285"/>
                    <a:pt x="179" y="285"/>
                    <a:pt x="179" y="285"/>
                  </a:cubicBezTo>
                  <a:cubicBezTo>
                    <a:pt x="96" y="224"/>
                    <a:pt x="96" y="224"/>
                    <a:pt x="96" y="224"/>
                  </a:cubicBezTo>
                  <a:cubicBezTo>
                    <a:pt x="28" y="274"/>
                    <a:pt x="28" y="274"/>
                    <a:pt x="28" y="274"/>
                  </a:cubicBezTo>
                  <a:cubicBezTo>
                    <a:pt x="89" y="814"/>
                    <a:pt x="89" y="814"/>
                    <a:pt x="89" y="814"/>
                  </a:cubicBezTo>
                  <a:cubicBezTo>
                    <a:pt x="93" y="848"/>
                    <a:pt x="124" y="875"/>
                    <a:pt x="158" y="875"/>
                  </a:cubicBezTo>
                  <a:cubicBezTo>
                    <a:pt x="542" y="875"/>
                    <a:pt x="542" y="875"/>
                    <a:pt x="542" y="875"/>
                  </a:cubicBezTo>
                  <a:cubicBezTo>
                    <a:pt x="576" y="875"/>
                    <a:pt x="606" y="848"/>
                    <a:pt x="610" y="814"/>
                  </a:cubicBezTo>
                  <a:cubicBezTo>
                    <a:pt x="667" y="275"/>
                    <a:pt x="667" y="275"/>
                    <a:pt x="667" y="275"/>
                  </a:cubicBezTo>
                  <a:lnTo>
                    <a:pt x="596" y="224"/>
                  </a:lnTo>
                  <a:close/>
                  <a:moveTo>
                    <a:pt x="596" y="224"/>
                  </a:moveTo>
                  <a:cubicBezTo>
                    <a:pt x="596" y="224"/>
                    <a:pt x="596" y="224"/>
                    <a:pt x="596" y="224"/>
                  </a:cubicBezTo>
                </a:path>
              </a:pathLst>
            </a:custGeom>
            <a:solidFill>
              <a:srgbClr val="FCA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80"/>
            <p:cNvSpPr>
              <a:spLocks noEditPoints="1"/>
            </p:cNvSpPr>
            <p:nvPr userDrawn="1"/>
          </p:nvSpPr>
          <p:spPr bwMode="auto">
            <a:xfrm>
              <a:off x="6334126" y="3698875"/>
              <a:ext cx="5102225" cy="1666875"/>
            </a:xfrm>
            <a:custGeom>
              <a:avLst/>
              <a:gdLst>
                <a:gd name="T0" fmla="*/ 825 w 3215"/>
                <a:gd name="T1" fmla="*/ 0 h 1050"/>
                <a:gd name="T2" fmla="*/ 742 w 3215"/>
                <a:gd name="T3" fmla="*/ 61 h 1050"/>
                <a:gd name="T4" fmla="*/ 658 w 3215"/>
                <a:gd name="T5" fmla="*/ 0 h 1050"/>
                <a:gd name="T6" fmla="*/ 575 w 3215"/>
                <a:gd name="T7" fmla="*/ 61 h 1050"/>
                <a:gd name="T8" fmla="*/ 575 w 3215"/>
                <a:gd name="T9" fmla="*/ 61 h 1050"/>
                <a:gd name="T10" fmla="*/ 492 w 3215"/>
                <a:gd name="T11" fmla="*/ 0 h 1050"/>
                <a:gd name="T12" fmla="*/ 409 w 3215"/>
                <a:gd name="T13" fmla="*/ 61 h 1050"/>
                <a:gd name="T14" fmla="*/ 325 w 3215"/>
                <a:gd name="T15" fmla="*/ 0 h 1050"/>
                <a:gd name="T16" fmla="*/ 248 w 3215"/>
                <a:gd name="T17" fmla="*/ 56 h 1050"/>
                <a:gd name="T18" fmla="*/ 257 w 3215"/>
                <a:gd name="T19" fmla="*/ 136 h 1050"/>
                <a:gd name="T20" fmla="*/ 325 w 3215"/>
                <a:gd name="T21" fmla="*/ 86 h 1050"/>
                <a:gd name="T22" fmla="*/ 409 w 3215"/>
                <a:gd name="T23" fmla="*/ 147 h 1050"/>
                <a:gd name="T24" fmla="*/ 492 w 3215"/>
                <a:gd name="T25" fmla="*/ 86 h 1050"/>
                <a:gd name="T26" fmla="*/ 575 w 3215"/>
                <a:gd name="T27" fmla="*/ 147 h 1050"/>
                <a:gd name="T28" fmla="*/ 575 w 3215"/>
                <a:gd name="T29" fmla="*/ 147 h 1050"/>
                <a:gd name="T30" fmla="*/ 658 w 3215"/>
                <a:gd name="T31" fmla="*/ 86 h 1050"/>
                <a:gd name="T32" fmla="*/ 742 w 3215"/>
                <a:gd name="T33" fmla="*/ 147 h 1050"/>
                <a:gd name="T34" fmla="*/ 825 w 3215"/>
                <a:gd name="T35" fmla="*/ 86 h 1050"/>
                <a:gd name="T36" fmla="*/ 896 w 3215"/>
                <a:gd name="T37" fmla="*/ 137 h 1050"/>
                <a:gd name="T38" fmla="*/ 904 w 3215"/>
                <a:gd name="T39" fmla="*/ 58 h 1050"/>
                <a:gd name="T40" fmla="*/ 825 w 3215"/>
                <a:gd name="T41" fmla="*/ 0 h 1050"/>
                <a:gd name="T42" fmla="*/ 0 w 3215"/>
                <a:gd name="T43" fmla="*/ 894 h 1050"/>
                <a:gd name="T44" fmla="*/ 156 w 3215"/>
                <a:gd name="T45" fmla="*/ 1050 h 1050"/>
                <a:gd name="T46" fmla="*/ 3059 w 3215"/>
                <a:gd name="T47" fmla="*/ 1050 h 1050"/>
                <a:gd name="T48" fmla="*/ 3215 w 3215"/>
                <a:gd name="T49" fmla="*/ 894 h 1050"/>
                <a:gd name="T50" fmla="*/ 3059 w 3215"/>
                <a:gd name="T51" fmla="*/ 737 h 1050"/>
                <a:gd name="T52" fmla="*/ 156 w 3215"/>
                <a:gd name="T53" fmla="*/ 737 h 1050"/>
                <a:gd name="T54" fmla="*/ 0 w 3215"/>
                <a:gd name="T55" fmla="*/ 894 h 1050"/>
                <a:gd name="T56" fmla="*/ 0 w 3215"/>
                <a:gd name="T57" fmla="*/ 894 h 1050"/>
                <a:gd name="T58" fmla="*/ 0 w 3215"/>
                <a:gd name="T59" fmla="*/ 894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15" h="1050">
                  <a:moveTo>
                    <a:pt x="825" y="0"/>
                  </a:moveTo>
                  <a:cubicBezTo>
                    <a:pt x="742" y="61"/>
                    <a:pt x="742" y="61"/>
                    <a:pt x="742" y="61"/>
                  </a:cubicBezTo>
                  <a:cubicBezTo>
                    <a:pt x="658" y="0"/>
                    <a:pt x="658" y="0"/>
                    <a:pt x="658" y="0"/>
                  </a:cubicBezTo>
                  <a:cubicBezTo>
                    <a:pt x="575" y="61"/>
                    <a:pt x="575" y="61"/>
                    <a:pt x="575" y="61"/>
                  </a:cubicBezTo>
                  <a:cubicBezTo>
                    <a:pt x="575" y="61"/>
                    <a:pt x="575" y="61"/>
                    <a:pt x="575" y="61"/>
                  </a:cubicBezTo>
                  <a:cubicBezTo>
                    <a:pt x="492" y="0"/>
                    <a:pt x="492" y="0"/>
                    <a:pt x="492" y="0"/>
                  </a:cubicBezTo>
                  <a:cubicBezTo>
                    <a:pt x="409" y="61"/>
                    <a:pt x="409" y="61"/>
                    <a:pt x="409" y="61"/>
                  </a:cubicBezTo>
                  <a:cubicBezTo>
                    <a:pt x="325" y="0"/>
                    <a:pt x="325" y="0"/>
                    <a:pt x="325" y="0"/>
                  </a:cubicBezTo>
                  <a:cubicBezTo>
                    <a:pt x="248" y="56"/>
                    <a:pt x="248" y="56"/>
                    <a:pt x="248" y="56"/>
                  </a:cubicBezTo>
                  <a:cubicBezTo>
                    <a:pt x="257" y="136"/>
                    <a:pt x="257" y="136"/>
                    <a:pt x="257" y="136"/>
                  </a:cubicBezTo>
                  <a:cubicBezTo>
                    <a:pt x="325" y="86"/>
                    <a:pt x="325" y="86"/>
                    <a:pt x="325" y="86"/>
                  </a:cubicBezTo>
                  <a:cubicBezTo>
                    <a:pt x="409" y="147"/>
                    <a:pt x="409" y="147"/>
                    <a:pt x="409" y="147"/>
                  </a:cubicBezTo>
                  <a:cubicBezTo>
                    <a:pt x="492" y="86"/>
                    <a:pt x="492" y="86"/>
                    <a:pt x="492" y="86"/>
                  </a:cubicBezTo>
                  <a:cubicBezTo>
                    <a:pt x="575" y="147"/>
                    <a:pt x="575" y="147"/>
                    <a:pt x="575" y="147"/>
                  </a:cubicBezTo>
                  <a:cubicBezTo>
                    <a:pt x="575" y="147"/>
                    <a:pt x="575" y="147"/>
                    <a:pt x="575" y="147"/>
                  </a:cubicBezTo>
                  <a:cubicBezTo>
                    <a:pt x="658" y="86"/>
                    <a:pt x="658" y="86"/>
                    <a:pt x="658" y="86"/>
                  </a:cubicBezTo>
                  <a:cubicBezTo>
                    <a:pt x="742" y="147"/>
                    <a:pt x="742" y="147"/>
                    <a:pt x="742" y="147"/>
                  </a:cubicBezTo>
                  <a:cubicBezTo>
                    <a:pt x="825" y="86"/>
                    <a:pt x="825" y="86"/>
                    <a:pt x="825" y="86"/>
                  </a:cubicBezTo>
                  <a:cubicBezTo>
                    <a:pt x="896" y="137"/>
                    <a:pt x="896" y="137"/>
                    <a:pt x="896" y="137"/>
                  </a:cubicBezTo>
                  <a:cubicBezTo>
                    <a:pt x="904" y="58"/>
                    <a:pt x="904" y="58"/>
                    <a:pt x="904" y="58"/>
                  </a:cubicBezTo>
                  <a:lnTo>
                    <a:pt x="825" y="0"/>
                  </a:lnTo>
                  <a:close/>
                  <a:moveTo>
                    <a:pt x="0" y="894"/>
                  </a:moveTo>
                  <a:cubicBezTo>
                    <a:pt x="0" y="980"/>
                    <a:pt x="70" y="1050"/>
                    <a:pt x="156" y="1050"/>
                  </a:cubicBezTo>
                  <a:cubicBezTo>
                    <a:pt x="3059" y="1050"/>
                    <a:pt x="3059" y="1050"/>
                    <a:pt x="3059" y="1050"/>
                  </a:cubicBezTo>
                  <a:cubicBezTo>
                    <a:pt x="3145" y="1050"/>
                    <a:pt x="3215" y="980"/>
                    <a:pt x="3215" y="894"/>
                  </a:cubicBezTo>
                  <a:cubicBezTo>
                    <a:pt x="3215" y="807"/>
                    <a:pt x="3145" y="737"/>
                    <a:pt x="3059" y="737"/>
                  </a:cubicBezTo>
                  <a:cubicBezTo>
                    <a:pt x="156" y="737"/>
                    <a:pt x="156" y="737"/>
                    <a:pt x="156" y="737"/>
                  </a:cubicBezTo>
                  <a:cubicBezTo>
                    <a:pt x="70" y="737"/>
                    <a:pt x="0" y="807"/>
                    <a:pt x="0" y="894"/>
                  </a:cubicBezTo>
                  <a:close/>
                  <a:moveTo>
                    <a:pt x="0" y="894"/>
                  </a:moveTo>
                  <a:cubicBezTo>
                    <a:pt x="0" y="894"/>
                    <a:pt x="0" y="894"/>
                    <a:pt x="0" y="894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181"/>
            <p:cNvSpPr>
              <a:spLocks noEditPoints="1"/>
            </p:cNvSpPr>
            <p:nvPr userDrawn="1"/>
          </p:nvSpPr>
          <p:spPr bwMode="auto">
            <a:xfrm>
              <a:off x="8445501" y="2706687"/>
              <a:ext cx="28575" cy="1203325"/>
            </a:xfrm>
            <a:custGeom>
              <a:avLst/>
              <a:gdLst>
                <a:gd name="T0" fmla="*/ 13 w 18"/>
                <a:gd name="T1" fmla="*/ 0 h 758"/>
                <a:gd name="T2" fmla="*/ 8 w 18"/>
                <a:gd name="T3" fmla="*/ 4 h 758"/>
                <a:gd name="T4" fmla="*/ 6 w 18"/>
                <a:gd name="T5" fmla="*/ 36 h 758"/>
                <a:gd name="T6" fmla="*/ 18 w 18"/>
                <a:gd name="T7" fmla="*/ 38 h 758"/>
                <a:gd name="T8" fmla="*/ 18 w 18"/>
                <a:gd name="T9" fmla="*/ 0 h 758"/>
                <a:gd name="T10" fmla="*/ 13 w 18"/>
                <a:gd name="T11" fmla="*/ 0 h 758"/>
                <a:gd name="T12" fmla="*/ 3 w 18"/>
                <a:gd name="T13" fmla="*/ 649 h 758"/>
                <a:gd name="T14" fmla="*/ 1 w 18"/>
                <a:gd name="T15" fmla="*/ 740 h 758"/>
                <a:gd name="T16" fmla="*/ 9 w 18"/>
                <a:gd name="T17" fmla="*/ 758 h 758"/>
                <a:gd name="T18" fmla="*/ 17 w 18"/>
                <a:gd name="T19" fmla="*/ 757 h 758"/>
                <a:gd name="T20" fmla="*/ 17 w 18"/>
                <a:gd name="T21" fmla="*/ 727 h 758"/>
                <a:gd name="T22" fmla="*/ 3 w 18"/>
                <a:gd name="T23" fmla="*/ 699 h 758"/>
                <a:gd name="T24" fmla="*/ 4 w 18"/>
                <a:gd name="T25" fmla="*/ 691 h 758"/>
                <a:gd name="T26" fmla="*/ 17 w 18"/>
                <a:gd name="T27" fmla="*/ 675 h 758"/>
                <a:gd name="T28" fmla="*/ 17 w 18"/>
                <a:gd name="T29" fmla="*/ 635 h 758"/>
                <a:gd name="T30" fmla="*/ 3 w 18"/>
                <a:gd name="T31" fmla="*/ 649 h 758"/>
                <a:gd name="T32" fmla="*/ 6 w 18"/>
                <a:gd name="T33" fmla="*/ 70 h 758"/>
                <a:gd name="T34" fmla="*/ 4 w 18"/>
                <a:gd name="T35" fmla="*/ 96 h 758"/>
                <a:gd name="T36" fmla="*/ 18 w 18"/>
                <a:gd name="T37" fmla="*/ 107 h 758"/>
                <a:gd name="T38" fmla="*/ 18 w 18"/>
                <a:gd name="T39" fmla="*/ 70 h 758"/>
                <a:gd name="T40" fmla="*/ 6 w 18"/>
                <a:gd name="T41" fmla="*/ 70 h 758"/>
                <a:gd name="T42" fmla="*/ 2 w 18"/>
                <a:gd name="T43" fmla="*/ 476 h 758"/>
                <a:gd name="T44" fmla="*/ 18 w 18"/>
                <a:gd name="T45" fmla="*/ 531 h 758"/>
                <a:gd name="T46" fmla="*/ 18 w 18"/>
                <a:gd name="T47" fmla="*/ 432 h 758"/>
                <a:gd name="T48" fmla="*/ 2 w 18"/>
                <a:gd name="T49" fmla="*/ 476 h 758"/>
                <a:gd name="T50" fmla="*/ 2 w 18"/>
                <a:gd name="T51" fmla="*/ 476 h 758"/>
                <a:gd name="T52" fmla="*/ 2 w 18"/>
                <a:gd name="T53" fmla="*/ 476 h 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758">
                  <a:moveTo>
                    <a:pt x="13" y="0"/>
                  </a:moveTo>
                  <a:cubicBezTo>
                    <a:pt x="9" y="0"/>
                    <a:pt x="8" y="1"/>
                    <a:pt x="8" y="4"/>
                  </a:cubicBezTo>
                  <a:cubicBezTo>
                    <a:pt x="7" y="15"/>
                    <a:pt x="6" y="36"/>
                    <a:pt x="6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3" y="0"/>
                  </a:lnTo>
                  <a:close/>
                  <a:moveTo>
                    <a:pt x="3" y="649"/>
                  </a:moveTo>
                  <a:cubicBezTo>
                    <a:pt x="1" y="740"/>
                    <a:pt x="1" y="740"/>
                    <a:pt x="1" y="740"/>
                  </a:cubicBezTo>
                  <a:cubicBezTo>
                    <a:pt x="0" y="755"/>
                    <a:pt x="2" y="758"/>
                    <a:pt x="9" y="758"/>
                  </a:cubicBezTo>
                  <a:cubicBezTo>
                    <a:pt x="14" y="758"/>
                    <a:pt x="17" y="757"/>
                    <a:pt x="17" y="757"/>
                  </a:cubicBezTo>
                  <a:cubicBezTo>
                    <a:pt x="17" y="727"/>
                    <a:pt x="17" y="727"/>
                    <a:pt x="17" y="727"/>
                  </a:cubicBezTo>
                  <a:cubicBezTo>
                    <a:pt x="3" y="699"/>
                    <a:pt x="3" y="699"/>
                    <a:pt x="3" y="699"/>
                  </a:cubicBezTo>
                  <a:cubicBezTo>
                    <a:pt x="4" y="691"/>
                    <a:pt x="4" y="691"/>
                    <a:pt x="4" y="691"/>
                  </a:cubicBezTo>
                  <a:cubicBezTo>
                    <a:pt x="17" y="675"/>
                    <a:pt x="17" y="675"/>
                    <a:pt x="17" y="675"/>
                  </a:cubicBezTo>
                  <a:cubicBezTo>
                    <a:pt x="17" y="635"/>
                    <a:pt x="17" y="635"/>
                    <a:pt x="17" y="635"/>
                  </a:cubicBezTo>
                  <a:cubicBezTo>
                    <a:pt x="6" y="638"/>
                    <a:pt x="3" y="640"/>
                    <a:pt x="3" y="649"/>
                  </a:cubicBezTo>
                  <a:close/>
                  <a:moveTo>
                    <a:pt x="6" y="70"/>
                  </a:moveTo>
                  <a:cubicBezTo>
                    <a:pt x="4" y="96"/>
                    <a:pt x="4" y="96"/>
                    <a:pt x="4" y="96"/>
                  </a:cubicBezTo>
                  <a:cubicBezTo>
                    <a:pt x="4" y="103"/>
                    <a:pt x="8" y="107"/>
                    <a:pt x="18" y="107"/>
                  </a:cubicBezTo>
                  <a:cubicBezTo>
                    <a:pt x="18" y="70"/>
                    <a:pt x="18" y="70"/>
                    <a:pt x="18" y="70"/>
                  </a:cubicBezTo>
                  <a:lnTo>
                    <a:pt x="6" y="70"/>
                  </a:lnTo>
                  <a:close/>
                  <a:moveTo>
                    <a:pt x="2" y="476"/>
                  </a:moveTo>
                  <a:cubicBezTo>
                    <a:pt x="2" y="507"/>
                    <a:pt x="7" y="525"/>
                    <a:pt x="18" y="531"/>
                  </a:cubicBezTo>
                  <a:cubicBezTo>
                    <a:pt x="18" y="432"/>
                    <a:pt x="18" y="432"/>
                    <a:pt x="18" y="432"/>
                  </a:cubicBezTo>
                  <a:cubicBezTo>
                    <a:pt x="6" y="435"/>
                    <a:pt x="2" y="447"/>
                    <a:pt x="2" y="476"/>
                  </a:cubicBezTo>
                  <a:close/>
                  <a:moveTo>
                    <a:pt x="2" y="476"/>
                  </a:moveTo>
                  <a:cubicBezTo>
                    <a:pt x="2" y="476"/>
                    <a:pt x="2" y="476"/>
                    <a:pt x="2" y="4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182"/>
            <p:cNvSpPr>
              <a:spLocks noEditPoints="1"/>
            </p:cNvSpPr>
            <p:nvPr userDrawn="1"/>
          </p:nvSpPr>
          <p:spPr bwMode="auto">
            <a:xfrm>
              <a:off x="8062913" y="1785937"/>
              <a:ext cx="411163" cy="3082925"/>
            </a:xfrm>
            <a:custGeom>
              <a:avLst/>
              <a:gdLst>
                <a:gd name="T0" fmla="*/ 72 w 259"/>
                <a:gd name="T1" fmla="*/ 1482 h 1942"/>
                <a:gd name="T2" fmla="*/ 259 w 259"/>
                <a:gd name="T3" fmla="*/ 1512 h 1942"/>
                <a:gd name="T4" fmla="*/ 223 w 259"/>
                <a:gd name="T5" fmla="*/ 1482 h 1942"/>
                <a:gd name="T6" fmla="*/ 259 w 259"/>
                <a:gd name="T7" fmla="*/ 1452 h 1942"/>
                <a:gd name="T8" fmla="*/ 259 w 259"/>
                <a:gd name="T9" fmla="*/ 1363 h 1942"/>
                <a:gd name="T10" fmla="*/ 172 w 259"/>
                <a:gd name="T11" fmla="*/ 1363 h 1942"/>
                <a:gd name="T12" fmla="*/ 191 w 259"/>
                <a:gd name="T13" fmla="*/ 1320 h 1942"/>
                <a:gd name="T14" fmla="*/ 182 w 259"/>
                <a:gd name="T15" fmla="*/ 1216 h 1942"/>
                <a:gd name="T16" fmla="*/ 173 w 259"/>
                <a:gd name="T17" fmla="*/ 1213 h 1942"/>
                <a:gd name="T18" fmla="*/ 216 w 259"/>
                <a:gd name="T19" fmla="*/ 1194 h 1942"/>
                <a:gd name="T20" fmla="*/ 259 w 259"/>
                <a:gd name="T21" fmla="*/ 1151 h 1942"/>
                <a:gd name="T22" fmla="*/ 259 w 259"/>
                <a:gd name="T23" fmla="*/ 977 h 1942"/>
                <a:gd name="T24" fmla="*/ 257 w 259"/>
                <a:gd name="T25" fmla="*/ 933 h 1942"/>
                <a:gd name="T26" fmla="*/ 259 w 259"/>
                <a:gd name="T27" fmla="*/ 911 h 1942"/>
                <a:gd name="T28" fmla="*/ 253 w 259"/>
                <a:gd name="T29" fmla="*/ 886 h 1942"/>
                <a:gd name="T30" fmla="*/ 229 w 259"/>
                <a:gd name="T31" fmla="*/ 899 h 1942"/>
                <a:gd name="T32" fmla="*/ 236 w 259"/>
                <a:gd name="T33" fmla="*/ 910 h 1942"/>
                <a:gd name="T34" fmla="*/ 245 w 259"/>
                <a:gd name="T35" fmla="*/ 913 h 1942"/>
                <a:gd name="T36" fmla="*/ 203 w 259"/>
                <a:gd name="T37" fmla="*/ 933 h 1942"/>
                <a:gd name="T38" fmla="*/ 170 w 259"/>
                <a:gd name="T39" fmla="*/ 911 h 1942"/>
                <a:gd name="T40" fmla="*/ 225 w 259"/>
                <a:gd name="T41" fmla="*/ 766 h 1942"/>
                <a:gd name="T42" fmla="*/ 258 w 259"/>
                <a:gd name="T43" fmla="*/ 721 h 1942"/>
                <a:gd name="T44" fmla="*/ 174 w 259"/>
                <a:gd name="T45" fmla="*/ 721 h 1942"/>
                <a:gd name="T46" fmla="*/ 194 w 259"/>
                <a:gd name="T47" fmla="*/ 678 h 1942"/>
                <a:gd name="T48" fmla="*/ 188 w 259"/>
                <a:gd name="T49" fmla="*/ 573 h 1942"/>
                <a:gd name="T50" fmla="*/ 176 w 259"/>
                <a:gd name="T51" fmla="*/ 571 h 1942"/>
                <a:gd name="T52" fmla="*/ 223 w 259"/>
                <a:gd name="T53" fmla="*/ 550 h 1942"/>
                <a:gd name="T54" fmla="*/ 258 w 259"/>
                <a:gd name="T55" fmla="*/ 496 h 1942"/>
                <a:gd name="T56" fmla="*/ 222 w 259"/>
                <a:gd name="T57" fmla="*/ 465 h 1942"/>
                <a:gd name="T58" fmla="*/ 258 w 259"/>
                <a:gd name="T59" fmla="*/ 435 h 1942"/>
                <a:gd name="T60" fmla="*/ 255 w 259"/>
                <a:gd name="T61" fmla="*/ 381 h 1942"/>
                <a:gd name="T62" fmla="*/ 72 w 259"/>
                <a:gd name="T63" fmla="*/ 74 h 1942"/>
                <a:gd name="T64" fmla="*/ 259 w 259"/>
                <a:gd name="T65" fmla="*/ 0 h 1942"/>
                <a:gd name="T66" fmla="*/ 0 w 259"/>
                <a:gd name="T67" fmla="*/ 1942 h 1942"/>
                <a:gd name="T68" fmla="*/ 259 w 259"/>
                <a:gd name="T69" fmla="*/ 1872 h 1942"/>
                <a:gd name="T70" fmla="*/ 72 w 259"/>
                <a:gd name="T71" fmla="*/ 1872 h 1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9" h="1942">
                  <a:moveTo>
                    <a:pt x="72" y="1872"/>
                  </a:moveTo>
                  <a:cubicBezTo>
                    <a:pt x="72" y="1482"/>
                    <a:pt x="72" y="1482"/>
                    <a:pt x="72" y="1482"/>
                  </a:cubicBezTo>
                  <a:cubicBezTo>
                    <a:pt x="259" y="1565"/>
                    <a:pt x="259" y="1565"/>
                    <a:pt x="259" y="1565"/>
                  </a:cubicBezTo>
                  <a:cubicBezTo>
                    <a:pt x="259" y="1512"/>
                    <a:pt x="259" y="1512"/>
                    <a:pt x="259" y="1512"/>
                  </a:cubicBezTo>
                  <a:cubicBezTo>
                    <a:pt x="257" y="1513"/>
                    <a:pt x="255" y="1513"/>
                    <a:pt x="254" y="1513"/>
                  </a:cubicBezTo>
                  <a:cubicBezTo>
                    <a:pt x="237" y="1513"/>
                    <a:pt x="223" y="1499"/>
                    <a:pt x="223" y="1482"/>
                  </a:cubicBezTo>
                  <a:cubicBezTo>
                    <a:pt x="223" y="1465"/>
                    <a:pt x="237" y="1451"/>
                    <a:pt x="254" y="1451"/>
                  </a:cubicBezTo>
                  <a:cubicBezTo>
                    <a:pt x="255" y="1451"/>
                    <a:pt x="257" y="1452"/>
                    <a:pt x="259" y="1452"/>
                  </a:cubicBezTo>
                  <a:cubicBezTo>
                    <a:pt x="259" y="1361"/>
                    <a:pt x="259" y="1361"/>
                    <a:pt x="259" y="1361"/>
                  </a:cubicBezTo>
                  <a:cubicBezTo>
                    <a:pt x="259" y="1363"/>
                    <a:pt x="259" y="1363"/>
                    <a:pt x="259" y="1363"/>
                  </a:cubicBezTo>
                  <a:cubicBezTo>
                    <a:pt x="259" y="1363"/>
                    <a:pt x="226" y="1362"/>
                    <a:pt x="215" y="1362"/>
                  </a:cubicBezTo>
                  <a:cubicBezTo>
                    <a:pt x="199" y="1362"/>
                    <a:pt x="172" y="1363"/>
                    <a:pt x="172" y="1363"/>
                  </a:cubicBezTo>
                  <a:cubicBezTo>
                    <a:pt x="174" y="1341"/>
                    <a:pt x="174" y="1341"/>
                    <a:pt x="174" y="1341"/>
                  </a:cubicBezTo>
                  <a:cubicBezTo>
                    <a:pt x="188" y="1338"/>
                    <a:pt x="191" y="1334"/>
                    <a:pt x="191" y="1320"/>
                  </a:cubicBezTo>
                  <a:cubicBezTo>
                    <a:pt x="191" y="1229"/>
                    <a:pt x="191" y="1229"/>
                    <a:pt x="191" y="1229"/>
                  </a:cubicBezTo>
                  <a:cubicBezTo>
                    <a:pt x="191" y="1219"/>
                    <a:pt x="189" y="1216"/>
                    <a:pt x="182" y="1216"/>
                  </a:cubicBezTo>
                  <a:cubicBezTo>
                    <a:pt x="179" y="1216"/>
                    <a:pt x="175" y="1216"/>
                    <a:pt x="175" y="1216"/>
                  </a:cubicBezTo>
                  <a:cubicBezTo>
                    <a:pt x="173" y="1213"/>
                    <a:pt x="173" y="1213"/>
                    <a:pt x="173" y="1213"/>
                  </a:cubicBezTo>
                  <a:cubicBezTo>
                    <a:pt x="175" y="1193"/>
                    <a:pt x="175" y="1193"/>
                    <a:pt x="175" y="1193"/>
                  </a:cubicBezTo>
                  <a:cubicBezTo>
                    <a:pt x="175" y="1193"/>
                    <a:pt x="212" y="1194"/>
                    <a:pt x="216" y="1194"/>
                  </a:cubicBezTo>
                  <a:cubicBezTo>
                    <a:pt x="226" y="1194"/>
                    <a:pt x="250" y="1193"/>
                    <a:pt x="259" y="1192"/>
                  </a:cubicBezTo>
                  <a:cubicBezTo>
                    <a:pt x="259" y="1151"/>
                    <a:pt x="259" y="1151"/>
                    <a:pt x="259" y="1151"/>
                  </a:cubicBezTo>
                  <a:cubicBezTo>
                    <a:pt x="211" y="1150"/>
                    <a:pt x="183" y="1119"/>
                    <a:pt x="183" y="1067"/>
                  </a:cubicBezTo>
                  <a:cubicBezTo>
                    <a:pt x="183" y="1014"/>
                    <a:pt x="210" y="982"/>
                    <a:pt x="259" y="977"/>
                  </a:cubicBezTo>
                  <a:cubicBezTo>
                    <a:pt x="259" y="935"/>
                    <a:pt x="259" y="935"/>
                    <a:pt x="259" y="935"/>
                  </a:cubicBezTo>
                  <a:cubicBezTo>
                    <a:pt x="257" y="933"/>
                    <a:pt x="257" y="933"/>
                    <a:pt x="257" y="933"/>
                  </a:cubicBezTo>
                  <a:cubicBezTo>
                    <a:pt x="258" y="911"/>
                    <a:pt x="258" y="911"/>
                    <a:pt x="258" y="911"/>
                  </a:cubicBezTo>
                  <a:cubicBezTo>
                    <a:pt x="259" y="911"/>
                    <a:pt x="259" y="911"/>
                    <a:pt x="259" y="911"/>
                  </a:cubicBezTo>
                  <a:cubicBezTo>
                    <a:pt x="259" y="886"/>
                    <a:pt x="259" y="886"/>
                    <a:pt x="259" y="886"/>
                  </a:cubicBezTo>
                  <a:cubicBezTo>
                    <a:pt x="253" y="886"/>
                    <a:pt x="253" y="886"/>
                    <a:pt x="253" y="886"/>
                  </a:cubicBezTo>
                  <a:cubicBezTo>
                    <a:pt x="247" y="886"/>
                    <a:pt x="238" y="887"/>
                    <a:pt x="232" y="888"/>
                  </a:cubicBezTo>
                  <a:cubicBezTo>
                    <a:pt x="229" y="899"/>
                    <a:pt x="229" y="899"/>
                    <a:pt x="229" y="899"/>
                  </a:cubicBezTo>
                  <a:cubicBezTo>
                    <a:pt x="228" y="902"/>
                    <a:pt x="228" y="904"/>
                    <a:pt x="228" y="905"/>
                  </a:cubicBezTo>
                  <a:cubicBezTo>
                    <a:pt x="228" y="910"/>
                    <a:pt x="229" y="910"/>
                    <a:pt x="236" y="910"/>
                  </a:cubicBezTo>
                  <a:cubicBezTo>
                    <a:pt x="243" y="910"/>
                    <a:pt x="243" y="910"/>
                    <a:pt x="243" y="910"/>
                  </a:cubicBezTo>
                  <a:cubicBezTo>
                    <a:pt x="245" y="913"/>
                    <a:pt x="245" y="913"/>
                    <a:pt x="245" y="913"/>
                  </a:cubicBezTo>
                  <a:cubicBezTo>
                    <a:pt x="243" y="934"/>
                    <a:pt x="243" y="934"/>
                    <a:pt x="243" y="934"/>
                  </a:cubicBezTo>
                  <a:cubicBezTo>
                    <a:pt x="243" y="934"/>
                    <a:pt x="219" y="933"/>
                    <a:pt x="203" y="933"/>
                  </a:cubicBezTo>
                  <a:cubicBezTo>
                    <a:pt x="187" y="933"/>
                    <a:pt x="168" y="934"/>
                    <a:pt x="168" y="934"/>
                  </a:cubicBezTo>
                  <a:cubicBezTo>
                    <a:pt x="170" y="911"/>
                    <a:pt x="170" y="911"/>
                    <a:pt x="170" y="911"/>
                  </a:cubicBezTo>
                  <a:cubicBezTo>
                    <a:pt x="176" y="910"/>
                    <a:pt x="180" y="905"/>
                    <a:pt x="183" y="897"/>
                  </a:cubicBezTo>
                  <a:cubicBezTo>
                    <a:pt x="225" y="766"/>
                    <a:pt x="225" y="766"/>
                    <a:pt x="225" y="766"/>
                  </a:cubicBezTo>
                  <a:cubicBezTo>
                    <a:pt x="258" y="764"/>
                    <a:pt x="258" y="764"/>
                    <a:pt x="258" y="764"/>
                  </a:cubicBezTo>
                  <a:cubicBezTo>
                    <a:pt x="258" y="721"/>
                    <a:pt x="258" y="721"/>
                    <a:pt x="258" y="721"/>
                  </a:cubicBezTo>
                  <a:cubicBezTo>
                    <a:pt x="247" y="720"/>
                    <a:pt x="227" y="719"/>
                    <a:pt x="222" y="719"/>
                  </a:cubicBezTo>
                  <a:cubicBezTo>
                    <a:pt x="205" y="719"/>
                    <a:pt x="174" y="721"/>
                    <a:pt x="174" y="721"/>
                  </a:cubicBezTo>
                  <a:cubicBezTo>
                    <a:pt x="177" y="698"/>
                    <a:pt x="177" y="698"/>
                    <a:pt x="177" y="698"/>
                  </a:cubicBezTo>
                  <a:cubicBezTo>
                    <a:pt x="190" y="695"/>
                    <a:pt x="194" y="691"/>
                    <a:pt x="194" y="678"/>
                  </a:cubicBezTo>
                  <a:cubicBezTo>
                    <a:pt x="195" y="585"/>
                    <a:pt x="195" y="585"/>
                    <a:pt x="195" y="585"/>
                  </a:cubicBezTo>
                  <a:cubicBezTo>
                    <a:pt x="195" y="577"/>
                    <a:pt x="192" y="573"/>
                    <a:pt x="188" y="573"/>
                  </a:cubicBezTo>
                  <a:cubicBezTo>
                    <a:pt x="184" y="573"/>
                    <a:pt x="179" y="574"/>
                    <a:pt x="179" y="574"/>
                  </a:cubicBezTo>
                  <a:cubicBezTo>
                    <a:pt x="176" y="571"/>
                    <a:pt x="176" y="571"/>
                    <a:pt x="176" y="571"/>
                  </a:cubicBezTo>
                  <a:cubicBezTo>
                    <a:pt x="179" y="550"/>
                    <a:pt x="179" y="550"/>
                    <a:pt x="179" y="550"/>
                  </a:cubicBezTo>
                  <a:cubicBezTo>
                    <a:pt x="179" y="550"/>
                    <a:pt x="215" y="550"/>
                    <a:pt x="223" y="550"/>
                  </a:cubicBezTo>
                  <a:cubicBezTo>
                    <a:pt x="228" y="550"/>
                    <a:pt x="245" y="550"/>
                    <a:pt x="258" y="549"/>
                  </a:cubicBezTo>
                  <a:cubicBezTo>
                    <a:pt x="258" y="496"/>
                    <a:pt x="258" y="496"/>
                    <a:pt x="258" y="496"/>
                  </a:cubicBezTo>
                  <a:cubicBezTo>
                    <a:pt x="257" y="496"/>
                    <a:pt x="255" y="496"/>
                    <a:pt x="253" y="496"/>
                  </a:cubicBezTo>
                  <a:cubicBezTo>
                    <a:pt x="236" y="496"/>
                    <a:pt x="222" y="482"/>
                    <a:pt x="222" y="465"/>
                  </a:cubicBezTo>
                  <a:cubicBezTo>
                    <a:pt x="222" y="448"/>
                    <a:pt x="236" y="435"/>
                    <a:pt x="253" y="435"/>
                  </a:cubicBezTo>
                  <a:cubicBezTo>
                    <a:pt x="255" y="435"/>
                    <a:pt x="256" y="435"/>
                    <a:pt x="258" y="435"/>
                  </a:cubicBezTo>
                  <a:cubicBezTo>
                    <a:pt x="258" y="382"/>
                    <a:pt x="258" y="382"/>
                    <a:pt x="258" y="382"/>
                  </a:cubicBezTo>
                  <a:cubicBezTo>
                    <a:pt x="255" y="381"/>
                    <a:pt x="255" y="381"/>
                    <a:pt x="255" y="381"/>
                  </a:cubicBezTo>
                  <a:cubicBezTo>
                    <a:pt x="72" y="464"/>
                    <a:pt x="72" y="464"/>
                    <a:pt x="72" y="46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259" y="74"/>
                    <a:pt x="259" y="74"/>
                    <a:pt x="259" y="74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42"/>
                    <a:pt x="0" y="1942"/>
                    <a:pt x="0" y="1942"/>
                  </a:cubicBezTo>
                  <a:cubicBezTo>
                    <a:pt x="259" y="1942"/>
                    <a:pt x="259" y="1942"/>
                    <a:pt x="259" y="1942"/>
                  </a:cubicBezTo>
                  <a:cubicBezTo>
                    <a:pt x="259" y="1872"/>
                    <a:pt x="259" y="1872"/>
                    <a:pt x="259" y="1872"/>
                  </a:cubicBezTo>
                  <a:cubicBezTo>
                    <a:pt x="72" y="1872"/>
                    <a:pt x="72" y="1872"/>
                    <a:pt x="72" y="1872"/>
                  </a:cubicBezTo>
                  <a:close/>
                  <a:moveTo>
                    <a:pt x="72" y="1872"/>
                  </a:moveTo>
                  <a:cubicBezTo>
                    <a:pt x="72" y="1872"/>
                    <a:pt x="72" y="1872"/>
                    <a:pt x="72" y="18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83"/>
            <p:cNvSpPr>
              <a:spLocks noEditPoints="1"/>
            </p:cNvSpPr>
            <p:nvPr userDrawn="1"/>
          </p:nvSpPr>
          <p:spPr bwMode="auto">
            <a:xfrm>
              <a:off x="8443913" y="3067050"/>
              <a:ext cx="28575" cy="74613"/>
            </a:xfrm>
            <a:custGeom>
              <a:avLst/>
              <a:gdLst>
                <a:gd name="T0" fmla="*/ 18 w 18"/>
                <a:gd name="T1" fmla="*/ 0 h 47"/>
                <a:gd name="T2" fmla="*/ 12 w 18"/>
                <a:gd name="T3" fmla="*/ 0 h 47"/>
                <a:gd name="T4" fmla="*/ 0 w 18"/>
                <a:gd name="T5" fmla="*/ 47 h 47"/>
                <a:gd name="T6" fmla="*/ 18 w 18"/>
                <a:gd name="T7" fmla="*/ 47 h 47"/>
                <a:gd name="T8" fmla="*/ 18 w 18"/>
                <a:gd name="T9" fmla="*/ 0 h 47"/>
                <a:gd name="T10" fmla="*/ 18 w 18"/>
                <a:gd name="T11" fmla="*/ 0 h 47"/>
                <a:gd name="T12" fmla="*/ 18 w 18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47">
                  <a:moveTo>
                    <a:pt x="18" y="0"/>
                  </a:moveTo>
                  <a:lnTo>
                    <a:pt x="12" y="0"/>
                  </a:lnTo>
                  <a:lnTo>
                    <a:pt x="0" y="47"/>
                  </a:lnTo>
                  <a:lnTo>
                    <a:pt x="18" y="47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84"/>
            <p:cNvSpPr>
              <a:spLocks noEditPoints="1"/>
            </p:cNvSpPr>
            <p:nvPr userDrawn="1"/>
          </p:nvSpPr>
          <p:spPr bwMode="auto">
            <a:xfrm>
              <a:off x="8443913" y="3067050"/>
              <a:ext cx="28575" cy="74613"/>
            </a:xfrm>
            <a:custGeom>
              <a:avLst/>
              <a:gdLst>
                <a:gd name="T0" fmla="*/ 18 w 18"/>
                <a:gd name="T1" fmla="*/ 0 h 47"/>
                <a:gd name="T2" fmla="*/ 12 w 18"/>
                <a:gd name="T3" fmla="*/ 0 h 47"/>
                <a:gd name="T4" fmla="*/ 0 w 18"/>
                <a:gd name="T5" fmla="*/ 47 h 47"/>
                <a:gd name="T6" fmla="*/ 18 w 18"/>
                <a:gd name="T7" fmla="*/ 47 h 47"/>
                <a:gd name="T8" fmla="*/ 18 w 18"/>
                <a:gd name="T9" fmla="*/ 0 h 47"/>
                <a:gd name="T10" fmla="*/ 18 w 18"/>
                <a:gd name="T11" fmla="*/ 0 h 47"/>
                <a:gd name="T12" fmla="*/ 18 w 18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47">
                  <a:moveTo>
                    <a:pt x="18" y="0"/>
                  </a:moveTo>
                  <a:lnTo>
                    <a:pt x="12" y="0"/>
                  </a:lnTo>
                  <a:lnTo>
                    <a:pt x="0" y="47"/>
                  </a:lnTo>
                  <a:lnTo>
                    <a:pt x="18" y="47"/>
                  </a:lnTo>
                  <a:lnTo>
                    <a:pt x="18" y="0"/>
                  </a:lnTo>
                  <a:moveTo>
                    <a:pt x="18" y="0"/>
                  </a:move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185"/>
            <p:cNvSpPr>
              <a:spLocks noEditPoints="1"/>
            </p:cNvSpPr>
            <p:nvPr userDrawn="1"/>
          </p:nvSpPr>
          <p:spPr bwMode="auto">
            <a:xfrm>
              <a:off x="8470901" y="3230562"/>
              <a:ext cx="3175" cy="38100"/>
            </a:xfrm>
            <a:custGeom>
              <a:avLst/>
              <a:gdLst>
                <a:gd name="T0" fmla="*/ 1 w 2"/>
                <a:gd name="T1" fmla="*/ 0 h 24"/>
                <a:gd name="T2" fmla="*/ 0 w 2"/>
                <a:gd name="T3" fmla="*/ 22 h 24"/>
                <a:gd name="T4" fmla="*/ 2 w 2"/>
                <a:gd name="T5" fmla="*/ 24 h 24"/>
                <a:gd name="T6" fmla="*/ 1 w 2"/>
                <a:gd name="T7" fmla="*/ 0 h 24"/>
                <a:gd name="T8" fmla="*/ 1 w 2"/>
                <a:gd name="T9" fmla="*/ 0 h 24"/>
                <a:gd name="T10" fmla="*/ 1 w 2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4">
                  <a:moveTo>
                    <a:pt x="1" y="0"/>
                  </a:moveTo>
                  <a:lnTo>
                    <a:pt x="0" y="22"/>
                  </a:lnTo>
                  <a:lnTo>
                    <a:pt x="2" y="24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BC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86"/>
            <p:cNvSpPr>
              <a:spLocks noEditPoints="1"/>
            </p:cNvSpPr>
            <p:nvPr userDrawn="1"/>
          </p:nvSpPr>
          <p:spPr bwMode="auto">
            <a:xfrm>
              <a:off x="8470901" y="3230562"/>
              <a:ext cx="3175" cy="38100"/>
            </a:xfrm>
            <a:custGeom>
              <a:avLst/>
              <a:gdLst>
                <a:gd name="T0" fmla="*/ 1 w 2"/>
                <a:gd name="T1" fmla="*/ 0 h 24"/>
                <a:gd name="T2" fmla="*/ 0 w 2"/>
                <a:gd name="T3" fmla="*/ 22 h 24"/>
                <a:gd name="T4" fmla="*/ 2 w 2"/>
                <a:gd name="T5" fmla="*/ 24 h 24"/>
                <a:gd name="T6" fmla="*/ 1 w 2"/>
                <a:gd name="T7" fmla="*/ 0 h 24"/>
                <a:gd name="T8" fmla="*/ 1 w 2"/>
                <a:gd name="T9" fmla="*/ 0 h 24"/>
                <a:gd name="T10" fmla="*/ 1 w 2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4">
                  <a:moveTo>
                    <a:pt x="1" y="0"/>
                  </a:moveTo>
                  <a:lnTo>
                    <a:pt x="0" y="22"/>
                  </a:lnTo>
                  <a:lnTo>
                    <a:pt x="2" y="24"/>
                  </a:lnTo>
                  <a:lnTo>
                    <a:pt x="1" y="0"/>
                  </a:lnTo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87"/>
            <p:cNvSpPr>
              <a:spLocks noEditPoints="1"/>
            </p:cNvSpPr>
            <p:nvPr userDrawn="1"/>
          </p:nvSpPr>
          <p:spPr bwMode="auto">
            <a:xfrm>
              <a:off x="8416926" y="2474912"/>
              <a:ext cx="57150" cy="1385888"/>
            </a:xfrm>
            <a:custGeom>
              <a:avLst/>
              <a:gdLst>
                <a:gd name="T0" fmla="*/ 21 w 36"/>
                <a:gd name="T1" fmla="*/ 844 h 873"/>
                <a:gd name="T2" fmla="*/ 36 w 36"/>
                <a:gd name="T3" fmla="*/ 873 h 873"/>
                <a:gd name="T4" fmla="*/ 36 w 36"/>
                <a:gd name="T5" fmla="*/ 821 h 873"/>
                <a:gd name="T6" fmla="*/ 22 w 36"/>
                <a:gd name="T7" fmla="*/ 837 h 873"/>
                <a:gd name="T8" fmla="*/ 21 w 36"/>
                <a:gd name="T9" fmla="*/ 844 h 873"/>
                <a:gd name="T10" fmla="*/ 0 w 36"/>
                <a:gd name="T11" fmla="*/ 30 h 873"/>
                <a:gd name="T12" fmla="*/ 31 w 36"/>
                <a:gd name="T13" fmla="*/ 61 h 873"/>
                <a:gd name="T14" fmla="*/ 36 w 36"/>
                <a:gd name="T15" fmla="*/ 61 h 873"/>
                <a:gd name="T16" fmla="*/ 36 w 36"/>
                <a:gd name="T17" fmla="*/ 0 h 873"/>
                <a:gd name="T18" fmla="*/ 31 w 36"/>
                <a:gd name="T19" fmla="*/ 0 h 873"/>
                <a:gd name="T20" fmla="*/ 0 w 36"/>
                <a:gd name="T21" fmla="*/ 30 h 873"/>
                <a:gd name="T22" fmla="*/ 0 w 36"/>
                <a:gd name="T23" fmla="*/ 30 h 873"/>
                <a:gd name="T24" fmla="*/ 0 w 36"/>
                <a:gd name="T25" fmla="*/ 30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873">
                  <a:moveTo>
                    <a:pt x="21" y="844"/>
                  </a:moveTo>
                  <a:cubicBezTo>
                    <a:pt x="36" y="873"/>
                    <a:pt x="36" y="873"/>
                    <a:pt x="36" y="873"/>
                  </a:cubicBezTo>
                  <a:cubicBezTo>
                    <a:pt x="36" y="821"/>
                    <a:pt x="36" y="821"/>
                    <a:pt x="36" y="821"/>
                  </a:cubicBezTo>
                  <a:cubicBezTo>
                    <a:pt x="22" y="837"/>
                    <a:pt x="22" y="837"/>
                    <a:pt x="22" y="837"/>
                  </a:cubicBezTo>
                  <a:lnTo>
                    <a:pt x="21" y="844"/>
                  </a:lnTo>
                  <a:close/>
                  <a:moveTo>
                    <a:pt x="0" y="30"/>
                  </a:moveTo>
                  <a:cubicBezTo>
                    <a:pt x="0" y="47"/>
                    <a:pt x="14" y="61"/>
                    <a:pt x="31" y="61"/>
                  </a:cubicBezTo>
                  <a:cubicBezTo>
                    <a:pt x="32" y="61"/>
                    <a:pt x="34" y="61"/>
                    <a:pt x="36" y="61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4" y="0"/>
                    <a:pt x="32" y="0"/>
                    <a:pt x="31" y="0"/>
                  </a:cubicBezTo>
                  <a:cubicBezTo>
                    <a:pt x="14" y="0"/>
                    <a:pt x="0" y="13"/>
                    <a:pt x="0" y="30"/>
                  </a:cubicBezTo>
                  <a:close/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</a:path>
              </a:pathLst>
            </a:custGeom>
            <a:solidFill>
              <a:srgbClr val="85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188"/>
            <p:cNvSpPr>
              <a:spLocks noChangeArrowheads="1"/>
            </p:cNvSpPr>
            <p:nvPr userDrawn="1"/>
          </p:nvSpPr>
          <p:spPr bwMode="auto">
            <a:xfrm>
              <a:off x="8883651" y="1785937"/>
              <a:ext cx="1588" cy="3082925"/>
            </a:xfrm>
            <a:prstGeom prst="rect">
              <a:avLst/>
            </a:prstGeom>
            <a:solidFill>
              <a:srgbClr val="3F2B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89"/>
            <p:cNvSpPr>
              <a:spLocks noEditPoints="1"/>
            </p:cNvSpPr>
            <p:nvPr userDrawn="1"/>
          </p:nvSpPr>
          <p:spPr bwMode="auto">
            <a:xfrm>
              <a:off x="8474076" y="3070225"/>
              <a:ext cx="12700" cy="71438"/>
            </a:xfrm>
            <a:custGeom>
              <a:avLst/>
              <a:gdLst>
                <a:gd name="T0" fmla="*/ 0 w 8"/>
                <a:gd name="T1" fmla="*/ 0 h 45"/>
                <a:gd name="T2" fmla="*/ 0 w 8"/>
                <a:gd name="T3" fmla="*/ 45 h 45"/>
                <a:gd name="T4" fmla="*/ 8 w 8"/>
                <a:gd name="T5" fmla="*/ 44 h 45"/>
                <a:gd name="T6" fmla="*/ 0 w 8"/>
                <a:gd name="T7" fmla="*/ 0 h 45"/>
                <a:gd name="T8" fmla="*/ 0 w 8"/>
                <a:gd name="T9" fmla="*/ 0 h 45"/>
                <a:gd name="T10" fmla="*/ 0 w 8"/>
                <a:gd name="T1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45">
                  <a:moveTo>
                    <a:pt x="0" y="0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2" y="45"/>
                    <a:pt x="5" y="45"/>
                    <a:pt x="8" y="44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FE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90"/>
            <p:cNvSpPr>
              <a:spLocks noEditPoints="1"/>
            </p:cNvSpPr>
            <p:nvPr userDrawn="1"/>
          </p:nvSpPr>
          <p:spPr bwMode="auto">
            <a:xfrm>
              <a:off x="8474076" y="2817812"/>
              <a:ext cx="39688" cy="60325"/>
            </a:xfrm>
            <a:custGeom>
              <a:avLst/>
              <a:gdLst>
                <a:gd name="T0" fmla="*/ 25 w 25"/>
                <a:gd name="T1" fmla="*/ 19 h 38"/>
                <a:gd name="T2" fmla="*/ 8 w 25"/>
                <a:gd name="T3" fmla="*/ 0 h 38"/>
                <a:gd name="T4" fmla="*/ 0 w 25"/>
                <a:gd name="T5" fmla="*/ 0 h 38"/>
                <a:gd name="T6" fmla="*/ 0 w 25"/>
                <a:gd name="T7" fmla="*/ 37 h 38"/>
                <a:gd name="T8" fmla="*/ 6 w 25"/>
                <a:gd name="T9" fmla="*/ 38 h 38"/>
                <a:gd name="T10" fmla="*/ 25 w 25"/>
                <a:gd name="T11" fmla="*/ 19 h 38"/>
                <a:gd name="T12" fmla="*/ 25 w 25"/>
                <a:gd name="T13" fmla="*/ 19 h 38"/>
                <a:gd name="T14" fmla="*/ 25 w 25"/>
                <a:gd name="T15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38">
                  <a:moveTo>
                    <a:pt x="25" y="19"/>
                  </a:moveTo>
                  <a:cubicBezTo>
                    <a:pt x="25" y="10"/>
                    <a:pt x="19" y="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37"/>
                    <a:pt x="3" y="38"/>
                    <a:pt x="6" y="38"/>
                  </a:cubicBezTo>
                  <a:cubicBezTo>
                    <a:pt x="18" y="38"/>
                    <a:pt x="25" y="32"/>
                    <a:pt x="25" y="19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191"/>
            <p:cNvSpPr>
              <a:spLocks noEditPoints="1"/>
            </p:cNvSpPr>
            <p:nvPr userDrawn="1"/>
          </p:nvSpPr>
          <p:spPr bwMode="auto">
            <a:xfrm>
              <a:off x="8474076" y="1785937"/>
              <a:ext cx="411163" cy="3087688"/>
            </a:xfrm>
            <a:custGeom>
              <a:avLst/>
              <a:gdLst>
                <a:gd name="T0" fmla="*/ 0 w 259"/>
                <a:gd name="T1" fmla="*/ 74 h 1945"/>
                <a:gd name="T2" fmla="*/ 186 w 259"/>
                <a:gd name="T3" fmla="*/ 464 h 1945"/>
                <a:gd name="T4" fmla="*/ 0 w 259"/>
                <a:gd name="T5" fmla="*/ 434 h 1945"/>
                <a:gd name="T6" fmla="*/ 0 w 259"/>
                <a:gd name="T7" fmla="*/ 495 h 1945"/>
                <a:gd name="T8" fmla="*/ 14 w 259"/>
                <a:gd name="T9" fmla="*/ 547 h 1945"/>
                <a:gd name="T10" fmla="*/ 49 w 259"/>
                <a:gd name="T11" fmla="*/ 628 h 1945"/>
                <a:gd name="T12" fmla="*/ 6 w 259"/>
                <a:gd name="T13" fmla="*/ 721 h 1945"/>
                <a:gd name="T14" fmla="*/ 0 w 259"/>
                <a:gd name="T15" fmla="*/ 763 h 1945"/>
                <a:gd name="T16" fmla="*/ 39 w 259"/>
                <a:gd name="T17" fmla="*/ 764 h 1945"/>
                <a:gd name="T18" fmla="*/ 87 w 259"/>
                <a:gd name="T19" fmla="*/ 910 h 1945"/>
                <a:gd name="T20" fmla="*/ 87 w 259"/>
                <a:gd name="T21" fmla="*/ 933 h 1945"/>
                <a:gd name="T22" fmla="*/ 0 w 259"/>
                <a:gd name="T23" fmla="*/ 934 h 1945"/>
                <a:gd name="T24" fmla="*/ 16 w 259"/>
                <a:gd name="T25" fmla="*/ 976 h 1945"/>
                <a:gd name="T26" fmla="*/ 73 w 259"/>
                <a:gd name="T27" fmla="*/ 987 h 1945"/>
                <a:gd name="T28" fmla="*/ 26 w 259"/>
                <a:gd name="T29" fmla="*/ 1046 h 1945"/>
                <a:gd name="T30" fmla="*/ 8 w 259"/>
                <a:gd name="T31" fmla="*/ 1012 h 1945"/>
                <a:gd name="T32" fmla="*/ 0 w 259"/>
                <a:gd name="T33" fmla="*/ 1112 h 1945"/>
                <a:gd name="T34" fmla="*/ 30 w 259"/>
                <a:gd name="T35" fmla="*/ 1084 h 1945"/>
                <a:gd name="T36" fmla="*/ 67 w 259"/>
                <a:gd name="T37" fmla="*/ 1136 h 1945"/>
                <a:gd name="T38" fmla="*/ 2 w 259"/>
                <a:gd name="T39" fmla="*/ 1151 h 1945"/>
                <a:gd name="T40" fmla="*/ 0 w 259"/>
                <a:gd name="T41" fmla="*/ 1192 h 1945"/>
                <a:gd name="T42" fmla="*/ 1 w 259"/>
                <a:gd name="T43" fmla="*/ 1216 h 1945"/>
                <a:gd name="T44" fmla="*/ 0 w 259"/>
                <a:gd name="T45" fmla="*/ 1256 h 1945"/>
                <a:gd name="T46" fmla="*/ 22 w 259"/>
                <a:gd name="T47" fmla="*/ 1225 h 1945"/>
                <a:gd name="T48" fmla="*/ 10 w 259"/>
                <a:gd name="T49" fmla="*/ 1214 h 1945"/>
                <a:gd name="T50" fmla="*/ 50 w 259"/>
                <a:gd name="T51" fmla="*/ 1193 h 1945"/>
                <a:gd name="T52" fmla="*/ 89 w 259"/>
                <a:gd name="T53" fmla="*/ 1196 h 1945"/>
                <a:gd name="T54" fmla="*/ 49 w 259"/>
                <a:gd name="T55" fmla="*/ 1254 h 1945"/>
                <a:gd name="T56" fmla="*/ 62 w 259"/>
                <a:gd name="T57" fmla="*/ 1317 h 1945"/>
                <a:gd name="T58" fmla="*/ 91 w 259"/>
                <a:gd name="T59" fmla="*/ 1345 h 1945"/>
                <a:gd name="T60" fmla="*/ 48 w 259"/>
                <a:gd name="T61" fmla="*/ 1367 h 1945"/>
                <a:gd name="T62" fmla="*/ 1 w 259"/>
                <a:gd name="T63" fmla="*/ 1309 h 1945"/>
                <a:gd name="T64" fmla="*/ 3 w 259"/>
                <a:gd name="T65" fmla="*/ 1342 h 1945"/>
                <a:gd name="T66" fmla="*/ 1 w 259"/>
                <a:gd name="T67" fmla="*/ 1453 h 1945"/>
                <a:gd name="T68" fmla="*/ 1 w 259"/>
                <a:gd name="T69" fmla="*/ 1514 h 1945"/>
                <a:gd name="T70" fmla="*/ 3 w 259"/>
                <a:gd name="T71" fmla="*/ 1568 h 1945"/>
                <a:gd name="T72" fmla="*/ 187 w 259"/>
                <a:gd name="T73" fmla="*/ 1874 h 1945"/>
                <a:gd name="T74" fmla="*/ 1 w 259"/>
                <a:gd name="T75" fmla="*/ 1945 h 1945"/>
                <a:gd name="T76" fmla="*/ 259 w 259"/>
                <a:gd name="T77" fmla="*/ 0 h 1945"/>
                <a:gd name="T78" fmla="*/ 0 w 259"/>
                <a:gd name="T79" fmla="*/ 0 h 1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9" h="1945">
                  <a:moveTo>
                    <a:pt x="0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186" y="74"/>
                    <a:pt x="186" y="74"/>
                    <a:pt x="186" y="74"/>
                  </a:cubicBezTo>
                  <a:cubicBezTo>
                    <a:pt x="186" y="464"/>
                    <a:pt x="186" y="464"/>
                    <a:pt x="186" y="464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14" y="437"/>
                    <a:pt x="26" y="449"/>
                    <a:pt x="26" y="464"/>
                  </a:cubicBezTo>
                  <a:cubicBezTo>
                    <a:pt x="26" y="480"/>
                    <a:pt x="14" y="492"/>
                    <a:pt x="0" y="495"/>
                  </a:cubicBezTo>
                  <a:cubicBezTo>
                    <a:pt x="0" y="548"/>
                    <a:pt x="0" y="548"/>
                    <a:pt x="0" y="548"/>
                  </a:cubicBezTo>
                  <a:cubicBezTo>
                    <a:pt x="8" y="547"/>
                    <a:pt x="14" y="547"/>
                    <a:pt x="14" y="547"/>
                  </a:cubicBezTo>
                  <a:cubicBezTo>
                    <a:pt x="53" y="547"/>
                    <a:pt x="74" y="562"/>
                    <a:pt x="74" y="589"/>
                  </a:cubicBezTo>
                  <a:cubicBezTo>
                    <a:pt x="74" y="608"/>
                    <a:pt x="62" y="620"/>
                    <a:pt x="49" y="628"/>
                  </a:cubicBezTo>
                  <a:cubicBezTo>
                    <a:pt x="64" y="634"/>
                    <a:pt x="81" y="643"/>
                    <a:pt x="81" y="666"/>
                  </a:cubicBezTo>
                  <a:cubicBezTo>
                    <a:pt x="81" y="703"/>
                    <a:pt x="56" y="721"/>
                    <a:pt x="6" y="721"/>
                  </a:cubicBezTo>
                  <a:cubicBezTo>
                    <a:pt x="5" y="721"/>
                    <a:pt x="2" y="720"/>
                    <a:pt x="0" y="720"/>
                  </a:cubicBezTo>
                  <a:cubicBezTo>
                    <a:pt x="0" y="763"/>
                    <a:pt x="0" y="763"/>
                    <a:pt x="0" y="763"/>
                  </a:cubicBezTo>
                  <a:cubicBezTo>
                    <a:pt x="35" y="761"/>
                    <a:pt x="35" y="761"/>
                    <a:pt x="35" y="761"/>
                  </a:cubicBezTo>
                  <a:cubicBezTo>
                    <a:pt x="39" y="764"/>
                    <a:pt x="39" y="764"/>
                    <a:pt x="39" y="764"/>
                  </a:cubicBezTo>
                  <a:cubicBezTo>
                    <a:pt x="39" y="764"/>
                    <a:pt x="64" y="864"/>
                    <a:pt x="72" y="893"/>
                  </a:cubicBezTo>
                  <a:cubicBezTo>
                    <a:pt x="75" y="905"/>
                    <a:pt x="79" y="909"/>
                    <a:pt x="87" y="910"/>
                  </a:cubicBezTo>
                  <a:cubicBezTo>
                    <a:pt x="89" y="913"/>
                    <a:pt x="89" y="913"/>
                    <a:pt x="89" y="913"/>
                  </a:cubicBezTo>
                  <a:cubicBezTo>
                    <a:pt x="87" y="933"/>
                    <a:pt x="87" y="933"/>
                    <a:pt x="87" y="933"/>
                  </a:cubicBezTo>
                  <a:cubicBezTo>
                    <a:pt x="87" y="933"/>
                    <a:pt x="64" y="933"/>
                    <a:pt x="50" y="933"/>
                  </a:cubicBezTo>
                  <a:cubicBezTo>
                    <a:pt x="25" y="933"/>
                    <a:pt x="0" y="934"/>
                    <a:pt x="0" y="934"/>
                  </a:cubicBezTo>
                  <a:cubicBezTo>
                    <a:pt x="0" y="976"/>
                    <a:pt x="0" y="976"/>
                    <a:pt x="0" y="976"/>
                  </a:cubicBezTo>
                  <a:cubicBezTo>
                    <a:pt x="5" y="976"/>
                    <a:pt x="11" y="976"/>
                    <a:pt x="16" y="976"/>
                  </a:cubicBezTo>
                  <a:cubicBezTo>
                    <a:pt x="39" y="976"/>
                    <a:pt x="71" y="982"/>
                    <a:pt x="71" y="982"/>
                  </a:cubicBezTo>
                  <a:cubicBezTo>
                    <a:pt x="73" y="987"/>
                    <a:pt x="73" y="987"/>
                    <a:pt x="73" y="987"/>
                  </a:cubicBezTo>
                  <a:cubicBezTo>
                    <a:pt x="73" y="987"/>
                    <a:pt x="68" y="1011"/>
                    <a:pt x="66" y="1043"/>
                  </a:cubicBezTo>
                  <a:cubicBezTo>
                    <a:pt x="26" y="1046"/>
                    <a:pt x="26" y="1046"/>
                    <a:pt x="26" y="1046"/>
                  </a:cubicBezTo>
                  <a:cubicBezTo>
                    <a:pt x="26" y="1046"/>
                    <a:pt x="26" y="1039"/>
                    <a:pt x="26" y="1031"/>
                  </a:cubicBezTo>
                  <a:cubicBezTo>
                    <a:pt x="26" y="1017"/>
                    <a:pt x="21" y="1012"/>
                    <a:pt x="8" y="1012"/>
                  </a:cubicBezTo>
                  <a:cubicBezTo>
                    <a:pt x="5" y="1012"/>
                    <a:pt x="2" y="1012"/>
                    <a:pt x="0" y="1013"/>
                  </a:cubicBezTo>
                  <a:cubicBezTo>
                    <a:pt x="0" y="1112"/>
                    <a:pt x="0" y="1112"/>
                    <a:pt x="0" y="1112"/>
                  </a:cubicBezTo>
                  <a:cubicBezTo>
                    <a:pt x="3" y="1113"/>
                    <a:pt x="6" y="1114"/>
                    <a:pt x="10" y="1114"/>
                  </a:cubicBezTo>
                  <a:cubicBezTo>
                    <a:pt x="23" y="1114"/>
                    <a:pt x="28" y="1106"/>
                    <a:pt x="30" y="1084"/>
                  </a:cubicBezTo>
                  <a:cubicBezTo>
                    <a:pt x="70" y="1081"/>
                    <a:pt x="70" y="1081"/>
                    <a:pt x="70" y="1081"/>
                  </a:cubicBezTo>
                  <a:cubicBezTo>
                    <a:pt x="70" y="1081"/>
                    <a:pt x="67" y="1112"/>
                    <a:pt x="67" y="1136"/>
                  </a:cubicBezTo>
                  <a:cubicBezTo>
                    <a:pt x="64" y="1140"/>
                    <a:pt x="64" y="1140"/>
                    <a:pt x="64" y="1140"/>
                  </a:cubicBezTo>
                  <a:cubicBezTo>
                    <a:pt x="64" y="1140"/>
                    <a:pt x="35" y="1151"/>
                    <a:pt x="2" y="1151"/>
                  </a:cubicBezTo>
                  <a:cubicBezTo>
                    <a:pt x="0" y="1151"/>
                    <a:pt x="0" y="1151"/>
                    <a:pt x="0" y="1151"/>
                  </a:cubicBezTo>
                  <a:cubicBezTo>
                    <a:pt x="0" y="1192"/>
                    <a:pt x="0" y="1192"/>
                    <a:pt x="0" y="1192"/>
                  </a:cubicBezTo>
                  <a:cubicBezTo>
                    <a:pt x="3" y="1192"/>
                    <a:pt x="3" y="1192"/>
                    <a:pt x="3" y="1192"/>
                  </a:cubicBezTo>
                  <a:cubicBezTo>
                    <a:pt x="1" y="1216"/>
                    <a:pt x="1" y="1216"/>
                    <a:pt x="1" y="1216"/>
                  </a:cubicBezTo>
                  <a:cubicBezTo>
                    <a:pt x="0" y="1216"/>
                    <a:pt x="0" y="1216"/>
                    <a:pt x="0" y="1216"/>
                  </a:cubicBezTo>
                  <a:cubicBezTo>
                    <a:pt x="0" y="1256"/>
                    <a:pt x="0" y="1256"/>
                    <a:pt x="0" y="1256"/>
                  </a:cubicBezTo>
                  <a:cubicBezTo>
                    <a:pt x="16" y="1237"/>
                    <a:pt x="16" y="1237"/>
                    <a:pt x="16" y="1237"/>
                  </a:cubicBezTo>
                  <a:cubicBezTo>
                    <a:pt x="19" y="1233"/>
                    <a:pt x="22" y="1228"/>
                    <a:pt x="22" y="1225"/>
                  </a:cubicBezTo>
                  <a:cubicBezTo>
                    <a:pt x="22" y="1219"/>
                    <a:pt x="19" y="1217"/>
                    <a:pt x="11" y="1216"/>
                  </a:cubicBezTo>
                  <a:cubicBezTo>
                    <a:pt x="10" y="1214"/>
                    <a:pt x="10" y="1214"/>
                    <a:pt x="10" y="1214"/>
                  </a:cubicBezTo>
                  <a:cubicBezTo>
                    <a:pt x="12" y="1192"/>
                    <a:pt x="12" y="1192"/>
                    <a:pt x="12" y="1192"/>
                  </a:cubicBezTo>
                  <a:cubicBezTo>
                    <a:pt x="12" y="1192"/>
                    <a:pt x="37" y="1193"/>
                    <a:pt x="50" y="1193"/>
                  </a:cubicBezTo>
                  <a:cubicBezTo>
                    <a:pt x="59" y="1193"/>
                    <a:pt x="87" y="1192"/>
                    <a:pt x="87" y="1192"/>
                  </a:cubicBezTo>
                  <a:cubicBezTo>
                    <a:pt x="89" y="1196"/>
                    <a:pt x="89" y="1196"/>
                    <a:pt x="89" y="1196"/>
                  </a:cubicBezTo>
                  <a:cubicBezTo>
                    <a:pt x="87" y="1216"/>
                    <a:pt x="87" y="1216"/>
                    <a:pt x="87" y="1216"/>
                  </a:cubicBezTo>
                  <a:cubicBezTo>
                    <a:pt x="74" y="1223"/>
                    <a:pt x="62" y="1235"/>
                    <a:pt x="49" y="1254"/>
                  </a:cubicBezTo>
                  <a:cubicBezTo>
                    <a:pt x="38" y="1270"/>
                    <a:pt x="38" y="1270"/>
                    <a:pt x="38" y="1270"/>
                  </a:cubicBezTo>
                  <a:cubicBezTo>
                    <a:pt x="62" y="1317"/>
                    <a:pt x="62" y="1317"/>
                    <a:pt x="62" y="1317"/>
                  </a:cubicBezTo>
                  <a:cubicBezTo>
                    <a:pt x="70" y="1332"/>
                    <a:pt x="77" y="1339"/>
                    <a:pt x="88" y="1341"/>
                  </a:cubicBezTo>
                  <a:cubicBezTo>
                    <a:pt x="91" y="1345"/>
                    <a:pt x="91" y="1345"/>
                    <a:pt x="91" y="1345"/>
                  </a:cubicBezTo>
                  <a:cubicBezTo>
                    <a:pt x="88" y="1364"/>
                    <a:pt x="88" y="1364"/>
                    <a:pt x="88" y="1364"/>
                  </a:cubicBezTo>
                  <a:cubicBezTo>
                    <a:pt x="88" y="1364"/>
                    <a:pt x="55" y="1367"/>
                    <a:pt x="48" y="1367"/>
                  </a:cubicBezTo>
                  <a:cubicBezTo>
                    <a:pt x="34" y="1367"/>
                    <a:pt x="28" y="1362"/>
                    <a:pt x="19" y="1346"/>
                  </a:cubicBezTo>
                  <a:cubicBezTo>
                    <a:pt x="1" y="1309"/>
                    <a:pt x="1" y="1309"/>
                    <a:pt x="1" y="1309"/>
                  </a:cubicBezTo>
                  <a:cubicBezTo>
                    <a:pt x="1" y="1339"/>
                    <a:pt x="1" y="1339"/>
                    <a:pt x="1" y="1339"/>
                  </a:cubicBezTo>
                  <a:cubicBezTo>
                    <a:pt x="3" y="1342"/>
                    <a:pt x="3" y="1342"/>
                    <a:pt x="3" y="1342"/>
                  </a:cubicBezTo>
                  <a:cubicBezTo>
                    <a:pt x="1" y="1362"/>
                    <a:pt x="1" y="1362"/>
                    <a:pt x="1" y="1362"/>
                  </a:cubicBezTo>
                  <a:cubicBezTo>
                    <a:pt x="1" y="1453"/>
                    <a:pt x="1" y="1453"/>
                    <a:pt x="1" y="1453"/>
                  </a:cubicBezTo>
                  <a:cubicBezTo>
                    <a:pt x="15" y="1456"/>
                    <a:pt x="27" y="1468"/>
                    <a:pt x="27" y="1483"/>
                  </a:cubicBezTo>
                  <a:cubicBezTo>
                    <a:pt x="27" y="1499"/>
                    <a:pt x="15" y="1511"/>
                    <a:pt x="1" y="1514"/>
                  </a:cubicBezTo>
                  <a:cubicBezTo>
                    <a:pt x="1" y="1567"/>
                    <a:pt x="1" y="1567"/>
                    <a:pt x="1" y="1567"/>
                  </a:cubicBezTo>
                  <a:cubicBezTo>
                    <a:pt x="3" y="1568"/>
                    <a:pt x="3" y="1568"/>
                    <a:pt x="3" y="1568"/>
                  </a:cubicBezTo>
                  <a:cubicBezTo>
                    <a:pt x="187" y="1484"/>
                    <a:pt x="187" y="1484"/>
                    <a:pt x="187" y="1484"/>
                  </a:cubicBezTo>
                  <a:cubicBezTo>
                    <a:pt x="187" y="1874"/>
                    <a:pt x="187" y="1874"/>
                    <a:pt x="187" y="1874"/>
                  </a:cubicBezTo>
                  <a:cubicBezTo>
                    <a:pt x="1" y="1874"/>
                    <a:pt x="1" y="1874"/>
                    <a:pt x="1" y="1874"/>
                  </a:cubicBezTo>
                  <a:cubicBezTo>
                    <a:pt x="1" y="1945"/>
                    <a:pt x="1" y="1945"/>
                    <a:pt x="1" y="1945"/>
                  </a:cubicBezTo>
                  <a:cubicBezTo>
                    <a:pt x="259" y="1945"/>
                    <a:pt x="259" y="1945"/>
                    <a:pt x="259" y="1945"/>
                  </a:cubicBezTo>
                  <a:cubicBezTo>
                    <a:pt x="259" y="0"/>
                    <a:pt x="259" y="0"/>
                    <a:pt x="259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92"/>
            <p:cNvSpPr>
              <a:spLocks noEditPoints="1"/>
            </p:cNvSpPr>
            <p:nvPr userDrawn="1"/>
          </p:nvSpPr>
          <p:spPr bwMode="auto">
            <a:xfrm>
              <a:off x="8474076" y="3192462"/>
              <a:ext cx="25400" cy="38100"/>
            </a:xfrm>
            <a:custGeom>
              <a:avLst/>
              <a:gdLst>
                <a:gd name="T0" fmla="*/ 16 w 16"/>
                <a:gd name="T1" fmla="*/ 15 h 24"/>
                <a:gd name="T2" fmla="*/ 16 w 16"/>
                <a:gd name="T3" fmla="*/ 10 h 24"/>
                <a:gd name="T4" fmla="*/ 14 w 16"/>
                <a:gd name="T5" fmla="*/ 0 h 24"/>
                <a:gd name="T6" fmla="*/ 0 w 16"/>
                <a:gd name="T7" fmla="*/ 0 h 24"/>
                <a:gd name="T8" fmla="*/ 0 w 16"/>
                <a:gd name="T9" fmla="*/ 24 h 24"/>
                <a:gd name="T10" fmla="*/ 16 w 16"/>
                <a:gd name="T11" fmla="*/ 15 h 24"/>
                <a:gd name="T12" fmla="*/ 16 w 16"/>
                <a:gd name="T13" fmla="*/ 15 h 24"/>
                <a:gd name="T14" fmla="*/ 16 w 16"/>
                <a:gd name="T15" fmla="*/ 1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24">
                  <a:moveTo>
                    <a:pt x="16" y="15"/>
                  </a:moveTo>
                  <a:cubicBezTo>
                    <a:pt x="16" y="14"/>
                    <a:pt x="16" y="12"/>
                    <a:pt x="16" y="1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0"/>
                    <a:pt x="4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5" y="22"/>
                    <a:pt x="16" y="21"/>
                    <a:pt x="16" y="15"/>
                  </a:cubicBezTo>
                  <a:close/>
                  <a:moveTo>
                    <a:pt x="16" y="15"/>
                  </a:moveTo>
                  <a:cubicBezTo>
                    <a:pt x="16" y="15"/>
                    <a:pt x="16" y="15"/>
                    <a:pt x="16" y="15"/>
                  </a:cubicBezTo>
                </a:path>
              </a:pathLst>
            </a:custGeom>
            <a:solidFill>
              <a:srgbClr val="EFE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193"/>
            <p:cNvSpPr>
              <a:spLocks noEditPoints="1"/>
            </p:cNvSpPr>
            <p:nvPr userDrawn="1"/>
          </p:nvSpPr>
          <p:spPr bwMode="auto">
            <a:xfrm>
              <a:off x="8472488" y="2706687"/>
              <a:ext cx="33338" cy="61913"/>
            </a:xfrm>
            <a:custGeom>
              <a:avLst/>
              <a:gdLst>
                <a:gd name="T0" fmla="*/ 21 w 21"/>
                <a:gd name="T1" fmla="*/ 18 h 39"/>
                <a:gd name="T2" fmla="*/ 0 w 21"/>
                <a:gd name="T3" fmla="*/ 0 h 39"/>
                <a:gd name="T4" fmla="*/ 0 w 21"/>
                <a:gd name="T5" fmla="*/ 38 h 39"/>
                <a:gd name="T6" fmla="*/ 10 w 21"/>
                <a:gd name="T7" fmla="*/ 39 h 39"/>
                <a:gd name="T8" fmla="*/ 21 w 21"/>
                <a:gd name="T9" fmla="*/ 18 h 39"/>
                <a:gd name="T10" fmla="*/ 21 w 21"/>
                <a:gd name="T11" fmla="*/ 18 h 39"/>
                <a:gd name="T12" fmla="*/ 21 w 21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9">
                  <a:moveTo>
                    <a:pt x="21" y="18"/>
                  </a:moveTo>
                  <a:cubicBezTo>
                    <a:pt x="21" y="7"/>
                    <a:pt x="14" y="1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4" y="39"/>
                    <a:pt x="7" y="39"/>
                    <a:pt x="10" y="39"/>
                  </a:cubicBezTo>
                  <a:cubicBezTo>
                    <a:pt x="10" y="39"/>
                    <a:pt x="21" y="32"/>
                    <a:pt x="21" y="18"/>
                  </a:cubicBezTo>
                  <a:close/>
                  <a:moveTo>
                    <a:pt x="21" y="18"/>
                  </a:moveTo>
                  <a:cubicBezTo>
                    <a:pt x="21" y="18"/>
                    <a:pt x="21" y="18"/>
                    <a:pt x="21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94"/>
            <p:cNvSpPr>
              <a:spLocks noEditPoints="1"/>
            </p:cNvSpPr>
            <p:nvPr userDrawn="1"/>
          </p:nvSpPr>
          <p:spPr bwMode="auto">
            <a:xfrm>
              <a:off x="8329613" y="2654300"/>
              <a:ext cx="285750" cy="1298575"/>
            </a:xfrm>
            <a:custGeom>
              <a:avLst/>
              <a:gdLst>
                <a:gd name="T0" fmla="*/ 105 w 180"/>
                <a:gd name="T1" fmla="*/ 0 h 818"/>
                <a:gd name="T2" fmla="*/ 11 w 180"/>
                <a:gd name="T3" fmla="*/ 2 h 818"/>
                <a:gd name="T4" fmla="*/ 20 w 180"/>
                <a:gd name="T5" fmla="*/ 26 h 818"/>
                <a:gd name="T6" fmla="*/ 9 w 180"/>
                <a:gd name="T7" fmla="*/ 150 h 818"/>
                <a:gd name="T8" fmla="*/ 90 w 180"/>
                <a:gd name="T9" fmla="*/ 173 h 818"/>
                <a:gd name="T10" fmla="*/ 139 w 180"/>
                <a:gd name="T11" fmla="*/ 81 h 818"/>
                <a:gd name="T12" fmla="*/ 91 w 180"/>
                <a:gd name="T13" fmla="*/ 33 h 818"/>
                <a:gd name="T14" fmla="*/ 91 w 180"/>
                <a:gd name="T15" fmla="*/ 71 h 818"/>
                <a:gd name="T16" fmla="*/ 96 w 180"/>
                <a:gd name="T17" fmla="*/ 141 h 818"/>
                <a:gd name="T18" fmla="*/ 78 w 180"/>
                <a:gd name="T19" fmla="*/ 103 h 818"/>
                <a:gd name="T20" fmla="*/ 96 w 180"/>
                <a:gd name="T21" fmla="*/ 141 h 818"/>
                <a:gd name="T22" fmla="*/ 130 w 180"/>
                <a:gd name="T23" fmla="*/ 216 h 818"/>
                <a:gd name="T24" fmla="*/ 57 w 180"/>
                <a:gd name="T25" fmla="*/ 217 h 818"/>
                <a:gd name="T26" fmla="*/ 0 w 180"/>
                <a:gd name="T27" fmla="*/ 386 h 818"/>
                <a:gd name="T28" fmla="*/ 77 w 180"/>
                <a:gd name="T29" fmla="*/ 364 h 818"/>
                <a:gd name="T30" fmla="*/ 60 w 180"/>
                <a:gd name="T31" fmla="*/ 357 h 818"/>
                <a:gd name="T32" fmla="*/ 85 w 180"/>
                <a:gd name="T33" fmla="*/ 338 h 818"/>
                <a:gd name="T34" fmla="*/ 106 w 180"/>
                <a:gd name="T35" fmla="*/ 348 h 818"/>
                <a:gd name="T36" fmla="*/ 90 w 180"/>
                <a:gd name="T37" fmla="*/ 386 h 818"/>
                <a:gd name="T38" fmla="*/ 179 w 180"/>
                <a:gd name="T39" fmla="*/ 364 h 818"/>
                <a:gd name="T40" fmla="*/ 72 w 180"/>
                <a:gd name="T41" fmla="*/ 307 h 818"/>
                <a:gd name="T42" fmla="*/ 91 w 180"/>
                <a:gd name="T43" fmla="*/ 262 h 818"/>
                <a:gd name="T44" fmla="*/ 92 w 180"/>
                <a:gd name="T45" fmla="*/ 793 h 818"/>
                <a:gd name="T46" fmla="*/ 92 w 180"/>
                <a:gd name="T47" fmla="*/ 793 h 818"/>
                <a:gd name="T48" fmla="*/ 91 w 180"/>
                <a:gd name="T49" fmla="*/ 644 h 818"/>
                <a:gd name="T50" fmla="*/ 74 w 180"/>
                <a:gd name="T51" fmla="*/ 773 h 818"/>
                <a:gd name="T52" fmla="*/ 90 w 180"/>
                <a:gd name="T53" fmla="*/ 644 h 818"/>
                <a:gd name="T54" fmla="*/ 4 w 180"/>
                <a:gd name="T55" fmla="*/ 665 h 818"/>
                <a:gd name="T56" fmla="*/ 22 w 180"/>
                <a:gd name="T57" fmla="*/ 681 h 818"/>
                <a:gd name="T58" fmla="*/ 3 w 180"/>
                <a:gd name="T59" fmla="*/ 815 h 818"/>
                <a:gd name="T60" fmla="*/ 90 w 180"/>
                <a:gd name="T61" fmla="*/ 790 h 818"/>
                <a:gd name="T62" fmla="*/ 91 w 180"/>
                <a:gd name="T63" fmla="*/ 603 h 818"/>
                <a:gd name="T64" fmla="*/ 157 w 180"/>
                <a:gd name="T65" fmla="*/ 588 h 818"/>
                <a:gd name="T66" fmla="*/ 100 w 180"/>
                <a:gd name="T67" fmla="*/ 566 h 818"/>
                <a:gd name="T68" fmla="*/ 90 w 180"/>
                <a:gd name="T69" fmla="*/ 465 h 818"/>
                <a:gd name="T70" fmla="*/ 116 w 180"/>
                <a:gd name="T71" fmla="*/ 498 h 818"/>
                <a:gd name="T72" fmla="*/ 161 w 180"/>
                <a:gd name="T73" fmla="*/ 435 h 818"/>
                <a:gd name="T74" fmla="*/ 15 w 180"/>
                <a:gd name="T75" fmla="*/ 518 h 818"/>
                <a:gd name="T76" fmla="*/ 152 w 180"/>
                <a:gd name="T77" fmla="*/ 769 h 818"/>
                <a:gd name="T78" fmla="*/ 177 w 180"/>
                <a:gd name="T79" fmla="*/ 667 h 818"/>
                <a:gd name="T80" fmla="*/ 140 w 180"/>
                <a:gd name="T81" fmla="*/ 645 h 818"/>
                <a:gd name="T82" fmla="*/ 101 w 180"/>
                <a:gd name="T83" fmla="*/ 668 h 818"/>
                <a:gd name="T84" fmla="*/ 90 w 180"/>
                <a:gd name="T85" fmla="*/ 707 h 818"/>
                <a:gd name="T86" fmla="*/ 138 w 180"/>
                <a:gd name="T87" fmla="*/ 818 h 818"/>
                <a:gd name="T88" fmla="*/ 178 w 180"/>
                <a:gd name="T89" fmla="*/ 792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80" h="818">
                  <a:moveTo>
                    <a:pt x="139" y="81"/>
                  </a:moveTo>
                  <a:cubicBezTo>
                    <a:pt x="152" y="73"/>
                    <a:pt x="164" y="61"/>
                    <a:pt x="164" y="42"/>
                  </a:cubicBezTo>
                  <a:cubicBezTo>
                    <a:pt x="164" y="15"/>
                    <a:pt x="144" y="0"/>
                    <a:pt x="105" y="0"/>
                  </a:cubicBezTo>
                  <a:cubicBezTo>
                    <a:pt x="105" y="0"/>
                    <a:pt x="98" y="1"/>
                    <a:pt x="90" y="1"/>
                  </a:cubicBezTo>
                  <a:cubicBezTo>
                    <a:pt x="77" y="1"/>
                    <a:pt x="60" y="2"/>
                    <a:pt x="55" y="2"/>
                  </a:cubicBezTo>
                  <a:cubicBezTo>
                    <a:pt x="47" y="2"/>
                    <a:pt x="11" y="2"/>
                    <a:pt x="11" y="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7" y="26"/>
                    <a:pt x="20" y="26"/>
                  </a:cubicBezTo>
                  <a:cubicBezTo>
                    <a:pt x="24" y="26"/>
                    <a:pt x="27" y="30"/>
                    <a:pt x="27" y="37"/>
                  </a:cubicBezTo>
                  <a:cubicBezTo>
                    <a:pt x="26" y="130"/>
                    <a:pt x="26" y="130"/>
                    <a:pt x="26" y="130"/>
                  </a:cubicBezTo>
                  <a:cubicBezTo>
                    <a:pt x="26" y="143"/>
                    <a:pt x="22" y="147"/>
                    <a:pt x="9" y="150"/>
                  </a:cubicBezTo>
                  <a:cubicBezTo>
                    <a:pt x="6" y="173"/>
                    <a:pt x="6" y="173"/>
                    <a:pt x="6" y="173"/>
                  </a:cubicBezTo>
                  <a:cubicBezTo>
                    <a:pt x="6" y="173"/>
                    <a:pt x="37" y="171"/>
                    <a:pt x="54" y="171"/>
                  </a:cubicBezTo>
                  <a:cubicBezTo>
                    <a:pt x="59" y="171"/>
                    <a:pt x="79" y="173"/>
                    <a:pt x="90" y="173"/>
                  </a:cubicBezTo>
                  <a:cubicBezTo>
                    <a:pt x="93" y="174"/>
                    <a:pt x="95" y="174"/>
                    <a:pt x="97" y="174"/>
                  </a:cubicBezTo>
                  <a:cubicBezTo>
                    <a:pt x="147" y="174"/>
                    <a:pt x="172" y="156"/>
                    <a:pt x="172" y="119"/>
                  </a:cubicBezTo>
                  <a:cubicBezTo>
                    <a:pt x="172" y="96"/>
                    <a:pt x="155" y="87"/>
                    <a:pt x="139" y="81"/>
                  </a:cubicBezTo>
                  <a:close/>
                  <a:moveTo>
                    <a:pt x="81" y="37"/>
                  </a:moveTo>
                  <a:cubicBezTo>
                    <a:pt x="81" y="34"/>
                    <a:pt x="82" y="33"/>
                    <a:pt x="86" y="33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104" y="34"/>
                    <a:pt x="111" y="40"/>
                    <a:pt x="111" y="50"/>
                  </a:cubicBezTo>
                  <a:cubicBezTo>
                    <a:pt x="111" y="64"/>
                    <a:pt x="100" y="72"/>
                    <a:pt x="100" y="72"/>
                  </a:cubicBezTo>
                  <a:cubicBezTo>
                    <a:pt x="98" y="72"/>
                    <a:pt x="94" y="71"/>
                    <a:pt x="91" y="71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9"/>
                    <a:pt x="80" y="48"/>
                    <a:pt x="81" y="37"/>
                  </a:cubicBezTo>
                  <a:close/>
                  <a:moveTo>
                    <a:pt x="96" y="141"/>
                  </a:moveTo>
                  <a:cubicBezTo>
                    <a:pt x="94" y="141"/>
                    <a:pt x="92" y="141"/>
                    <a:pt x="90" y="140"/>
                  </a:cubicBezTo>
                  <a:cubicBezTo>
                    <a:pt x="81" y="140"/>
                    <a:pt x="77" y="136"/>
                    <a:pt x="77" y="129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99" y="103"/>
                    <a:pt x="99" y="103"/>
                    <a:pt x="99" y="103"/>
                  </a:cubicBezTo>
                  <a:cubicBezTo>
                    <a:pt x="109" y="106"/>
                    <a:pt x="115" y="113"/>
                    <a:pt x="115" y="122"/>
                  </a:cubicBezTo>
                  <a:cubicBezTo>
                    <a:pt x="116" y="135"/>
                    <a:pt x="109" y="141"/>
                    <a:pt x="96" y="141"/>
                  </a:cubicBezTo>
                  <a:close/>
                  <a:moveTo>
                    <a:pt x="178" y="363"/>
                  </a:moveTo>
                  <a:cubicBezTo>
                    <a:pt x="169" y="362"/>
                    <a:pt x="165" y="357"/>
                    <a:pt x="162" y="345"/>
                  </a:cubicBezTo>
                  <a:cubicBezTo>
                    <a:pt x="154" y="317"/>
                    <a:pt x="130" y="216"/>
                    <a:pt x="130" y="216"/>
                  </a:cubicBezTo>
                  <a:cubicBezTo>
                    <a:pt x="125" y="213"/>
                    <a:pt x="125" y="213"/>
                    <a:pt x="125" y="213"/>
                  </a:cubicBezTo>
                  <a:cubicBezTo>
                    <a:pt x="90" y="216"/>
                    <a:pt x="90" y="216"/>
                    <a:pt x="90" y="216"/>
                  </a:cubicBezTo>
                  <a:cubicBezTo>
                    <a:pt x="57" y="217"/>
                    <a:pt x="57" y="217"/>
                    <a:pt x="57" y="217"/>
                  </a:cubicBezTo>
                  <a:cubicBezTo>
                    <a:pt x="15" y="348"/>
                    <a:pt x="15" y="348"/>
                    <a:pt x="15" y="348"/>
                  </a:cubicBezTo>
                  <a:cubicBezTo>
                    <a:pt x="12" y="357"/>
                    <a:pt x="8" y="361"/>
                    <a:pt x="2" y="363"/>
                  </a:cubicBezTo>
                  <a:cubicBezTo>
                    <a:pt x="0" y="386"/>
                    <a:pt x="0" y="386"/>
                    <a:pt x="0" y="386"/>
                  </a:cubicBezTo>
                  <a:cubicBezTo>
                    <a:pt x="0" y="386"/>
                    <a:pt x="18" y="385"/>
                    <a:pt x="35" y="385"/>
                  </a:cubicBezTo>
                  <a:cubicBezTo>
                    <a:pt x="51" y="385"/>
                    <a:pt x="75" y="386"/>
                    <a:pt x="75" y="386"/>
                  </a:cubicBezTo>
                  <a:cubicBezTo>
                    <a:pt x="77" y="364"/>
                    <a:pt x="77" y="364"/>
                    <a:pt x="77" y="364"/>
                  </a:cubicBezTo>
                  <a:cubicBezTo>
                    <a:pt x="75" y="362"/>
                    <a:pt x="75" y="362"/>
                    <a:pt x="75" y="362"/>
                  </a:cubicBezTo>
                  <a:cubicBezTo>
                    <a:pt x="68" y="362"/>
                    <a:pt x="68" y="362"/>
                    <a:pt x="68" y="362"/>
                  </a:cubicBezTo>
                  <a:cubicBezTo>
                    <a:pt x="61" y="362"/>
                    <a:pt x="60" y="361"/>
                    <a:pt x="60" y="357"/>
                  </a:cubicBezTo>
                  <a:cubicBezTo>
                    <a:pt x="60" y="356"/>
                    <a:pt x="60" y="354"/>
                    <a:pt x="61" y="351"/>
                  </a:cubicBezTo>
                  <a:cubicBezTo>
                    <a:pt x="64" y="339"/>
                    <a:pt x="64" y="339"/>
                    <a:pt x="64" y="339"/>
                  </a:cubicBezTo>
                  <a:cubicBezTo>
                    <a:pt x="70" y="339"/>
                    <a:pt x="78" y="338"/>
                    <a:pt x="85" y="338"/>
                  </a:cubicBezTo>
                  <a:cubicBezTo>
                    <a:pt x="91" y="338"/>
                    <a:pt x="91" y="338"/>
                    <a:pt x="91" y="338"/>
                  </a:cubicBezTo>
                  <a:cubicBezTo>
                    <a:pt x="95" y="338"/>
                    <a:pt x="100" y="338"/>
                    <a:pt x="105" y="338"/>
                  </a:cubicBezTo>
                  <a:cubicBezTo>
                    <a:pt x="106" y="348"/>
                    <a:pt x="106" y="348"/>
                    <a:pt x="106" y="348"/>
                  </a:cubicBezTo>
                  <a:cubicBezTo>
                    <a:pt x="107" y="351"/>
                    <a:pt x="107" y="352"/>
                    <a:pt x="107" y="353"/>
                  </a:cubicBezTo>
                  <a:cubicBezTo>
                    <a:pt x="107" y="360"/>
                    <a:pt x="106" y="360"/>
                    <a:pt x="90" y="362"/>
                  </a:cubicBezTo>
                  <a:cubicBezTo>
                    <a:pt x="90" y="386"/>
                    <a:pt x="90" y="386"/>
                    <a:pt x="90" y="386"/>
                  </a:cubicBezTo>
                  <a:cubicBezTo>
                    <a:pt x="90" y="386"/>
                    <a:pt x="115" y="385"/>
                    <a:pt x="140" y="385"/>
                  </a:cubicBezTo>
                  <a:cubicBezTo>
                    <a:pt x="154" y="385"/>
                    <a:pt x="177" y="385"/>
                    <a:pt x="177" y="385"/>
                  </a:cubicBezTo>
                  <a:cubicBezTo>
                    <a:pt x="179" y="364"/>
                    <a:pt x="179" y="364"/>
                    <a:pt x="179" y="364"/>
                  </a:cubicBezTo>
                  <a:lnTo>
                    <a:pt x="178" y="363"/>
                  </a:lnTo>
                  <a:close/>
                  <a:moveTo>
                    <a:pt x="91" y="307"/>
                  </a:moveTo>
                  <a:cubicBezTo>
                    <a:pt x="72" y="307"/>
                    <a:pt x="72" y="307"/>
                    <a:pt x="72" y="307"/>
                  </a:cubicBezTo>
                  <a:cubicBezTo>
                    <a:pt x="85" y="260"/>
                    <a:pt x="85" y="260"/>
                    <a:pt x="85" y="260"/>
                  </a:cubicBezTo>
                  <a:cubicBezTo>
                    <a:pt x="91" y="260"/>
                    <a:pt x="91" y="260"/>
                    <a:pt x="91" y="260"/>
                  </a:cubicBezTo>
                  <a:cubicBezTo>
                    <a:pt x="91" y="262"/>
                    <a:pt x="91" y="262"/>
                    <a:pt x="91" y="262"/>
                  </a:cubicBezTo>
                  <a:cubicBezTo>
                    <a:pt x="100" y="306"/>
                    <a:pt x="100" y="306"/>
                    <a:pt x="100" y="306"/>
                  </a:cubicBezTo>
                  <a:cubicBezTo>
                    <a:pt x="96" y="306"/>
                    <a:pt x="93" y="306"/>
                    <a:pt x="91" y="307"/>
                  </a:cubicBezTo>
                  <a:close/>
                  <a:moveTo>
                    <a:pt x="92" y="793"/>
                  </a:moveTo>
                  <a:cubicBezTo>
                    <a:pt x="91" y="791"/>
                    <a:pt x="91" y="791"/>
                    <a:pt x="91" y="791"/>
                  </a:cubicBezTo>
                  <a:cubicBezTo>
                    <a:pt x="91" y="813"/>
                    <a:pt x="91" y="813"/>
                    <a:pt x="91" y="813"/>
                  </a:cubicBezTo>
                  <a:lnTo>
                    <a:pt x="92" y="793"/>
                  </a:lnTo>
                  <a:close/>
                  <a:moveTo>
                    <a:pt x="92" y="668"/>
                  </a:moveTo>
                  <a:cubicBezTo>
                    <a:pt x="93" y="644"/>
                    <a:pt x="93" y="644"/>
                    <a:pt x="93" y="644"/>
                  </a:cubicBezTo>
                  <a:cubicBezTo>
                    <a:pt x="91" y="644"/>
                    <a:pt x="91" y="644"/>
                    <a:pt x="91" y="644"/>
                  </a:cubicBezTo>
                  <a:cubicBezTo>
                    <a:pt x="91" y="668"/>
                    <a:pt x="91" y="668"/>
                    <a:pt x="91" y="668"/>
                  </a:cubicBezTo>
                  <a:cubicBezTo>
                    <a:pt x="91" y="668"/>
                    <a:pt x="91" y="668"/>
                    <a:pt x="92" y="668"/>
                  </a:cubicBezTo>
                  <a:close/>
                  <a:moveTo>
                    <a:pt x="74" y="773"/>
                  </a:moveTo>
                  <a:cubicBezTo>
                    <a:pt x="76" y="682"/>
                    <a:pt x="76" y="682"/>
                    <a:pt x="76" y="682"/>
                  </a:cubicBezTo>
                  <a:cubicBezTo>
                    <a:pt x="76" y="674"/>
                    <a:pt x="78" y="671"/>
                    <a:pt x="90" y="668"/>
                  </a:cubicBezTo>
                  <a:cubicBezTo>
                    <a:pt x="90" y="644"/>
                    <a:pt x="90" y="644"/>
                    <a:pt x="90" y="644"/>
                  </a:cubicBezTo>
                  <a:cubicBezTo>
                    <a:pt x="82" y="645"/>
                    <a:pt x="57" y="646"/>
                    <a:pt x="48" y="646"/>
                  </a:cubicBezTo>
                  <a:cubicBezTo>
                    <a:pt x="43" y="646"/>
                    <a:pt x="6" y="645"/>
                    <a:pt x="6" y="645"/>
                  </a:cubicBezTo>
                  <a:cubicBezTo>
                    <a:pt x="4" y="665"/>
                    <a:pt x="4" y="665"/>
                    <a:pt x="4" y="665"/>
                  </a:cubicBezTo>
                  <a:cubicBezTo>
                    <a:pt x="6" y="669"/>
                    <a:pt x="6" y="669"/>
                    <a:pt x="6" y="669"/>
                  </a:cubicBezTo>
                  <a:cubicBezTo>
                    <a:pt x="6" y="669"/>
                    <a:pt x="10" y="668"/>
                    <a:pt x="13" y="668"/>
                  </a:cubicBezTo>
                  <a:cubicBezTo>
                    <a:pt x="21" y="668"/>
                    <a:pt x="22" y="671"/>
                    <a:pt x="22" y="681"/>
                  </a:cubicBezTo>
                  <a:cubicBezTo>
                    <a:pt x="22" y="772"/>
                    <a:pt x="22" y="772"/>
                    <a:pt x="22" y="772"/>
                  </a:cubicBezTo>
                  <a:cubicBezTo>
                    <a:pt x="22" y="786"/>
                    <a:pt x="19" y="790"/>
                    <a:pt x="5" y="793"/>
                  </a:cubicBezTo>
                  <a:cubicBezTo>
                    <a:pt x="3" y="815"/>
                    <a:pt x="3" y="815"/>
                    <a:pt x="3" y="815"/>
                  </a:cubicBezTo>
                  <a:cubicBezTo>
                    <a:pt x="3" y="815"/>
                    <a:pt x="30" y="814"/>
                    <a:pt x="47" y="814"/>
                  </a:cubicBezTo>
                  <a:cubicBezTo>
                    <a:pt x="58" y="814"/>
                    <a:pt x="90" y="815"/>
                    <a:pt x="90" y="815"/>
                  </a:cubicBezTo>
                  <a:cubicBezTo>
                    <a:pt x="90" y="790"/>
                    <a:pt x="90" y="790"/>
                    <a:pt x="90" y="790"/>
                  </a:cubicBezTo>
                  <a:cubicBezTo>
                    <a:pt x="90" y="790"/>
                    <a:pt x="87" y="791"/>
                    <a:pt x="82" y="791"/>
                  </a:cubicBezTo>
                  <a:cubicBezTo>
                    <a:pt x="76" y="792"/>
                    <a:pt x="74" y="788"/>
                    <a:pt x="74" y="773"/>
                  </a:cubicBezTo>
                  <a:close/>
                  <a:moveTo>
                    <a:pt x="91" y="603"/>
                  </a:moveTo>
                  <a:cubicBezTo>
                    <a:pt x="92" y="603"/>
                    <a:pt x="92" y="603"/>
                    <a:pt x="92" y="603"/>
                  </a:cubicBezTo>
                  <a:cubicBezTo>
                    <a:pt x="126" y="603"/>
                    <a:pt x="154" y="593"/>
                    <a:pt x="154" y="593"/>
                  </a:cubicBezTo>
                  <a:cubicBezTo>
                    <a:pt x="157" y="588"/>
                    <a:pt x="157" y="588"/>
                    <a:pt x="157" y="588"/>
                  </a:cubicBezTo>
                  <a:cubicBezTo>
                    <a:pt x="157" y="563"/>
                    <a:pt x="161" y="533"/>
                    <a:pt x="161" y="533"/>
                  </a:cubicBezTo>
                  <a:cubicBezTo>
                    <a:pt x="120" y="536"/>
                    <a:pt x="120" y="536"/>
                    <a:pt x="120" y="536"/>
                  </a:cubicBezTo>
                  <a:cubicBezTo>
                    <a:pt x="119" y="558"/>
                    <a:pt x="113" y="566"/>
                    <a:pt x="100" y="566"/>
                  </a:cubicBezTo>
                  <a:cubicBezTo>
                    <a:pt x="96" y="566"/>
                    <a:pt x="93" y="565"/>
                    <a:pt x="90" y="564"/>
                  </a:cubicBezTo>
                  <a:cubicBezTo>
                    <a:pt x="79" y="558"/>
                    <a:pt x="74" y="540"/>
                    <a:pt x="74" y="509"/>
                  </a:cubicBezTo>
                  <a:cubicBezTo>
                    <a:pt x="74" y="480"/>
                    <a:pt x="78" y="468"/>
                    <a:pt x="90" y="465"/>
                  </a:cubicBezTo>
                  <a:cubicBezTo>
                    <a:pt x="92" y="464"/>
                    <a:pt x="95" y="464"/>
                    <a:pt x="98" y="464"/>
                  </a:cubicBezTo>
                  <a:cubicBezTo>
                    <a:pt x="112" y="464"/>
                    <a:pt x="116" y="469"/>
                    <a:pt x="116" y="483"/>
                  </a:cubicBezTo>
                  <a:cubicBezTo>
                    <a:pt x="116" y="488"/>
                    <a:pt x="116" y="493"/>
                    <a:pt x="116" y="498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58" y="463"/>
                    <a:pt x="163" y="440"/>
                    <a:pt x="163" y="440"/>
                  </a:cubicBezTo>
                  <a:cubicBezTo>
                    <a:pt x="161" y="435"/>
                    <a:pt x="161" y="435"/>
                    <a:pt x="161" y="435"/>
                  </a:cubicBezTo>
                  <a:cubicBezTo>
                    <a:pt x="161" y="435"/>
                    <a:pt x="129" y="428"/>
                    <a:pt x="106" y="428"/>
                  </a:cubicBezTo>
                  <a:cubicBezTo>
                    <a:pt x="101" y="428"/>
                    <a:pt x="95" y="428"/>
                    <a:pt x="90" y="429"/>
                  </a:cubicBezTo>
                  <a:cubicBezTo>
                    <a:pt x="42" y="434"/>
                    <a:pt x="15" y="466"/>
                    <a:pt x="15" y="518"/>
                  </a:cubicBezTo>
                  <a:cubicBezTo>
                    <a:pt x="15" y="571"/>
                    <a:pt x="43" y="602"/>
                    <a:pt x="91" y="603"/>
                  </a:cubicBezTo>
                  <a:close/>
                  <a:moveTo>
                    <a:pt x="178" y="792"/>
                  </a:moveTo>
                  <a:cubicBezTo>
                    <a:pt x="167" y="791"/>
                    <a:pt x="160" y="784"/>
                    <a:pt x="152" y="769"/>
                  </a:cubicBezTo>
                  <a:cubicBezTo>
                    <a:pt x="128" y="721"/>
                    <a:pt x="128" y="721"/>
                    <a:pt x="128" y="721"/>
                  </a:cubicBezTo>
                  <a:cubicBezTo>
                    <a:pt x="139" y="706"/>
                    <a:pt x="139" y="706"/>
                    <a:pt x="139" y="706"/>
                  </a:cubicBezTo>
                  <a:cubicBezTo>
                    <a:pt x="152" y="686"/>
                    <a:pt x="164" y="674"/>
                    <a:pt x="177" y="667"/>
                  </a:cubicBezTo>
                  <a:cubicBezTo>
                    <a:pt x="179" y="647"/>
                    <a:pt x="179" y="647"/>
                    <a:pt x="179" y="647"/>
                  </a:cubicBezTo>
                  <a:cubicBezTo>
                    <a:pt x="177" y="643"/>
                    <a:pt x="177" y="643"/>
                    <a:pt x="177" y="643"/>
                  </a:cubicBezTo>
                  <a:cubicBezTo>
                    <a:pt x="177" y="643"/>
                    <a:pt x="149" y="645"/>
                    <a:pt x="140" y="645"/>
                  </a:cubicBezTo>
                  <a:cubicBezTo>
                    <a:pt x="128" y="645"/>
                    <a:pt x="102" y="644"/>
                    <a:pt x="102" y="644"/>
                  </a:cubicBezTo>
                  <a:cubicBezTo>
                    <a:pt x="100" y="665"/>
                    <a:pt x="100" y="665"/>
                    <a:pt x="100" y="665"/>
                  </a:cubicBezTo>
                  <a:cubicBezTo>
                    <a:pt x="101" y="668"/>
                    <a:pt x="101" y="668"/>
                    <a:pt x="101" y="668"/>
                  </a:cubicBezTo>
                  <a:cubicBezTo>
                    <a:pt x="109" y="669"/>
                    <a:pt x="112" y="671"/>
                    <a:pt x="112" y="676"/>
                  </a:cubicBezTo>
                  <a:cubicBezTo>
                    <a:pt x="112" y="680"/>
                    <a:pt x="109" y="685"/>
                    <a:pt x="106" y="688"/>
                  </a:cubicBezTo>
                  <a:cubicBezTo>
                    <a:pt x="90" y="707"/>
                    <a:pt x="90" y="707"/>
                    <a:pt x="90" y="707"/>
                  </a:cubicBezTo>
                  <a:cubicBezTo>
                    <a:pt x="90" y="760"/>
                    <a:pt x="90" y="760"/>
                    <a:pt x="90" y="760"/>
                  </a:cubicBezTo>
                  <a:cubicBezTo>
                    <a:pt x="109" y="797"/>
                    <a:pt x="109" y="797"/>
                    <a:pt x="109" y="797"/>
                  </a:cubicBezTo>
                  <a:cubicBezTo>
                    <a:pt x="117" y="813"/>
                    <a:pt x="124" y="818"/>
                    <a:pt x="138" y="818"/>
                  </a:cubicBezTo>
                  <a:cubicBezTo>
                    <a:pt x="144" y="818"/>
                    <a:pt x="178" y="816"/>
                    <a:pt x="178" y="816"/>
                  </a:cubicBezTo>
                  <a:cubicBezTo>
                    <a:pt x="180" y="796"/>
                    <a:pt x="180" y="796"/>
                    <a:pt x="180" y="796"/>
                  </a:cubicBezTo>
                  <a:lnTo>
                    <a:pt x="178" y="792"/>
                  </a:lnTo>
                  <a:close/>
                  <a:moveTo>
                    <a:pt x="178" y="792"/>
                  </a:moveTo>
                  <a:cubicBezTo>
                    <a:pt x="178" y="792"/>
                    <a:pt x="178" y="792"/>
                    <a:pt x="178" y="792"/>
                  </a:cubicBezTo>
                </a:path>
              </a:pathLst>
            </a:custGeom>
            <a:solidFill>
              <a:srgbClr val="85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95"/>
            <p:cNvSpPr>
              <a:spLocks noEditPoints="1"/>
            </p:cNvSpPr>
            <p:nvPr userDrawn="1"/>
          </p:nvSpPr>
          <p:spPr bwMode="auto">
            <a:xfrm>
              <a:off x="8177213" y="1903412"/>
              <a:ext cx="592138" cy="2854325"/>
            </a:xfrm>
            <a:custGeom>
              <a:avLst/>
              <a:gdLst>
                <a:gd name="T0" fmla="*/ 187 w 373"/>
                <a:gd name="T1" fmla="*/ 0 h 1798"/>
                <a:gd name="T2" fmla="*/ 0 w 373"/>
                <a:gd name="T3" fmla="*/ 0 h 1798"/>
                <a:gd name="T4" fmla="*/ 0 w 373"/>
                <a:gd name="T5" fmla="*/ 390 h 1798"/>
                <a:gd name="T6" fmla="*/ 184 w 373"/>
                <a:gd name="T7" fmla="*/ 306 h 1798"/>
                <a:gd name="T8" fmla="*/ 187 w 373"/>
                <a:gd name="T9" fmla="*/ 307 h 1798"/>
                <a:gd name="T10" fmla="*/ 373 w 373"/>
                <a:gd name="T11" fmla="*/ 390 h 1798"/>
                <a:gd name="T12" fmla="*/ 373 w 373"/>
                <a:gd name="T13" fmla="*/ 0 h 1798"/>
                <a:gd name="T14" fmla="*/ 187 w 373"/>
                <a:gd name="T15" fmla="*/ 0 h 1798"/>
                <a:gd name="T16" fmla="*/ 189 w 373"/>
                <a:gd name="T17" fmla="*/ 1492 h 1798"/>
                <a:gd name="T18" fmla="*/ 187 w 373"/>
                <a:gd name="T19" fmla="*/ 1491 h 1798"/>
                <a:gd name="T20" fmla="*/ 0 w 373"/>
                <a:gd name="T21" fmla="*/ 1408 h 1798"/>
                <a:gd name="T22" fmla="*/ 0 w 373"/>
                <a:gd name="T23" fmla="*/ 1798 h 1798"/>
                <a:gd name="T24" fmla="*/ 373 w 373"/>
                <a:gd name="T25" fmla="*/ 1798 h 1798"/>
                <a:gd name="T26" fmla="*/ 373 w 373"/>
                <a:gd name="T27" fmla="*/ 1408 h 1798"/>
                <a:gd name="T28" fmla="*/ 189 w 373"/>
                <a:gd name="T29" fmla="*/ 1492 h 1798"/>
                <a:gd name="T30" fmla="*/ 189 w 373"/>
                <a:gd name="T31" fmla="*/ 1492 h 1798"/>
                <a:gd name="T32" fmla="*/ 189 w 373"/>
                <a:gd name="T33" fmla="*/ 1492 h 1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3" h="1798">
                  <a:moveTo>
                    <a:pt x="187" y="0"/>
                  </a:moveTo>
                  <a:lnTo>
                    <a:pt x="0" y="0"/>
                  </a:lnTo>
                  <a:lnTo>
                    <a:pt x="0" y="390"/>
                  </a:lnTo>
                  <a:lnTo>
                    <a:pt x="184" y="306"/>
                  </a:lnTo>
                  <a:lnTo>
                    <a:pt x="187" y="307"/>
                  </a:lnTo>
                  <a:lnTo>
                    <a:pt x="373" y="390"/>
                  </a:lnTo>
                  <a:lnTo>
                    <a:pt x="373" y="0"/>
                  </a:lnTo>
                  <a:lnTo>
                    <a:pt x="187" y="0"/>
                  </a:lnTo>
                  <a:close/>
                  <a:moveTo>
                    <a:pt x="189" y="1492"/>
                  </a:moveTo>
                  <a:lnTo>
                    <a:pt x="187" y="1491"/>
                  </a:lnTo>
                  <a:lnTo>
                    <a:pt x="0" y="1408"/>
                  </a:lnTo>
                  <a:lnTo>
                    <a:pt x="0" y="1798"/>
                  </a:lnTo>
                  <a:lnTo>
                    <a:pt x="373" y="1798"/>
                  </a:lnTo>
                  <a:lnTo>
                    <a:pt x="373" y="1408"/>
                  </a:lnTo>
                  <a:lnTo>
                    <a:pt x="189" y="1492"/>
                  </a:lnTo>
                  <a:close/>
                  <a:moveTo>
                    <a:pt x="189" y="1492"/>
                  </a:moveTo>
                  <a:lnTo>
                    <a:pt x="189" y="1492"/>
                  </a:lnTo>
                  <a:close/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96"/>
            <p:cNvSpPr>
              <a:spLocks noEditPoints="1"/>
            </p:cNvSpPr>
            <p:nvPr userDrawn="1"/>
          </p:nvSpPr>
          <p:spPr bwMode="auto">
            <a:xfrm>
              <a:off x="8177213" y="1903412"/>
              <a:ext cx="592138" cy="2854325"/>
            </a:xfrm>
            <a:custGeom>
              <a:avLst/>
              <a:gdLst>
                <a:gd name="T0" fmla="*/ 187 w 373"/>
                <a:gd name="T1" fmla="*/ 0 h 1798"/>
                <a:gd name="T2" fmla="*/ 0 w 373"/>
                <a:gd name="T3" fmla="*/ 0 h 1798"/>
                <a:gd name="T4" fmla="*/ 0 w 373"/>
                <a:gd name="T5" fmla="*/ 390 h 1798"/>
                <a:gd name="T6" fmla="*/ 184 w 373"/>
                <a:gd name="T7" fmla="*/ 306 h 1798"/>
                <a:gd name="T8" fmla="*/ 187 w 373"/>
                <a:gd name="T9" fmla="*/ 307 h 1798"/>
                <a:gd name="T10" fmla="*/ 373 w 373"/>
                <a:gd name="T11" fmla="*/ 390 h 1798"/>
                <a:gd name="T12" fmla="*/ 373 w 373"/>
                <a:gd name="T13" fmla="*/ 0 h 1798"/>
                <a:gd name="T14" fmla="*/ 187 w 373"/>
                <a:gd name="T15" fmla="*/ 0 h 1798"/>
                <a:gd name="T16" fmla="*/ 189 w 373"/>
                <a:gd name="T17" fmla="*/ 1492 h 1798"/>
                <a:gd name="T18" fmla="*/ 187 w 373"/>
                <a:gd name="T19" fmla="*/ 1491 h 1798"/>
                <a:gd name="T20" fmla="*/ 0 w 373"/>
                <a:gd name="T21" fmla="*/ 1408 h 1798"/>
                <a:gd name="T22" fmla="*/ 0 w 373"/>
                <a:gd name="T23" fmla="*/ 1798 h 1798"/>
                <a:gd name="T24" fmla="*/ 373 w 373"/>
                <a:gd name="T25" fmla="*/ 1798 h 1798"/>
                <a:gd name="T26" fmla="*/ 373 w 373"/>
                <a:gd name="T27" fmla="*/ 1408 h 1798"/>
                <a:gd name="T28" fmla="*/ 189 w 373"/>
                <a:gd name="T29" fmla="*/ 1492 h 1798"/>
                <a:gd name="T30" fmla="*/ 189 w 373"/>
                <a:gd name="T31" fmla="*/ 1492 h 1798"/>
                <a:gd name="T32" fmla="*/ 189 w 373"/>
                <a:gd name="T33" fmla="*/ 1492 h 1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3" h="1798">
                  <a:moveTo>
                    <a:pt x="187" y="0"/>
                  </a:moveTo>
                  <a:lnTo>
                    <a:pt x="0" y="0"/>
                  </a:lnTo>
                  <a:lnTo>
                    <a:pt x="0" y="390"/>
                  </a:lnTo>
                  <a:lnTo>
                    <a:pt x="184" y="306"/>
                  </a:lnTo>
                  <a:lnTo>
                    <a:pt x="187" y="307"/>
                  </a:lnTo>
                  <a:lnTo>
                    <a:pt x="373" y="390"/>
                  </a:lnTo>
                  <a:lnTo>
                    <a:pt x="373" y="0"/>
                  </a:lnTo>
                  <a:lnTo>
                    <a:pt x="187" y="0"/>
                  </a:lnTo>
                  <a:moveTo>
                    <a:pt x="189" y="1492"/>
                  </a:moveTo>
                  <a:lnTo>
                    <a:pt x="187" y="1491"/>
                  </a:lnTo>
                  <a:lnTo>
                    <a:pt x="0" y="1408"/>
                  </a:lnTo>
                  <a:lnTo>
                    <a:pt x="0" y="1798"/>
                  </a:lnTo>
                  <a:lnTo>
                    <a:pt x="373" y="1798"/>
                  </a:lnTo>
                  <a:lnTo>
                    <a:pt x="373" y="1408"/>
                  </a:lnTo>
                  <a:lnTo>
                    <a:pt x="189" y="1492"/>
                  </a:lnTo>
                  <a:moveTo>
                    <a:pt x="189" y="1492"/>
                  </a:moveTo>
                  <a:lnTo>
                    <a:pt x="189" y="149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97"/>
            <p:cNvSpPr>
              <a:spLocks noEditPoints="1"/>
            </p:cNvSpPr>
            <p:nvPr userDrawn="1"/>
          </p:nvSpPr>
          <p:spPr bwMode="auto">
            <a:xfrm>
              <a:off x="8416926" y="2474912"/>
              <a:ext cx="98425" cy="1711325"/>
            </a:xfrm>
            <a:custGeom>
              <a:avLst/>
              <a:gdLst>
                <a:gd name="T0" fmla="*/ 61 w 62"/>
                <a:gd name="T1" fmla="*/ 30 h 1078"/>
                <a:gd name="T2" fmla="*/ 35 w 62"/>
                <a:gd name="T3" fmla="*/ 0 h 1078"/>
                <a:gd name="T4" fmla="*/ 35 w 62"/>
                <a:gd name="T5" fmla="*/ 61 h 1078"/>
                <a:gd name="T6" fmla="*/ 61 w 62"/>
                <a:gd name="T7" fmla="*/ 30 h 1078"/>
                <a:gd name="T8" fmla="*/ 36 w 62"/>
                <a:gd name="T9" fmla="*/ 1017 h 1078"/>
                <a:gd name="T10" fmla="*/ 31 w 62"/>
                <a:gd name="T11" fmla="*/ 1017 h 1078"/>
                <a:gd name="T12" fmla="*/ 0 w 62"/>
                <a:gd name="T13" fmla="*/ 1048 h 1078"/>
                <a:gd name="T14" fmla="*/ 31 w 62"/>
                <a:gd name="T15" fmla="*/ 1078 h 1078"/>
                <a:gd name="T16" fmla="*/ 36 w 62"/>
                <a:gd name="T17" fmla="*/ 1078 h 1078"/>
                <a:gd name="T18" fmla="*/ 62 w 62"/>
                <a:gd name="T19" fmla="*/ 1048 h 1078"/>
                <a:gd name="T20" fmla="*/ 36 w 62"/>
                <a:gd name="T21" fmla="*/ 1017 h 1078"/>
                <a:gd name="T22" fmla="*/ 36 w 62"/>
                <a:gd name="T23" fmla="*/ 1017 h 1078"/>
                <a:gd name="T24" fmla="*/ 36 w 62"/>
                <a:gd name="T25" fmla="*/ 1017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1078">
                  <a:moveTo>
                    <a:pt x="61" y="30"/>
                  </a:moveTo>
                  <a:cubicBezTo>
                    <a:pt x="61" y="15"/>
                    <a:pt x="50" y="3"/>
                    <a:pt x="35" y="0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50" y="58"/>
                    <a:pt x="61" y="46"/>
                    <a:pt x="61" y="30"/>
                  </a:cubicBezTo>
                  <a:close/>
                  <a:moveTo>
                    <a:pt x="36" y="1017"/>
                  </a:moveTo>
                  <a:cubicBezTo>
                    <a:pt x="34" y="1017"/>
                    <a:pt x="32" y="1017"/>
                    <a:pt x="31" y="1017"/>
                  </a:cubicBezTo>
                  <a:cubicBezTo>
                    <a:pt x="14" y="1017"/>
                    <a:pt x="0" y="1031"/>
                    <a:pt x="0" y="1048"/>
                  </a:cubicBezTo>
                  <a:cubicBezTo>
                    <a:pt x="0" y="1065"/>
                    <a:pt x="14" y="1078"/>
                    <a:pt x="31" y="1078"/>
                  </a:cubicBezTo>
                  <a:cubicBezTo>
                    <a:pt x="32" y="1078"/>
                    <a:pt x="34" y="1078"/>
                    <a:pt x="36" y="1078"/>
                  </a:cubicBezTo>
                  <a:cubicBezTo>
                    <a:pt x="50" y="1076"/>
                    <a:pt x="62" y="1063"/>
                    <a:pt x="62" y="1048"/>
                  </a:cubicBezTo>
                  <a:cubicBezTo>
                    <a:pt x="61" y="1033"/>
                    <a:pt x="50" y="1020"/>
                    <a:pt x="36" y="1017"/>
                  </a:cubicBezTo>
                  <a:close/>
                  <a:moveTo>
                    <a:pt x="36" y="1017"/>
                  </a:moveTo>
                  <a:cubicBezTo>
                    <a:pt x="36" y="1017"/>
                    <a:pt x="36" y="1017"/>
                    <a:pt x="36" y="1017"/>
                  </a:cubicBezTo>
                </a:path>
              </a:pathLst>
            </a:custGeom>
            <a:solidFill>
              <a:srgbClr val="85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98"/>
            <p:cNvSpPr>
              <a:spLocks noEditPoints="1"/>
            </p:cNvSpPr>
            <p:nvPr userDrawn="1"/>
          </p:nvSpPr>
          <p:spPr bwMode="auto">
            <a:xfrm>
              <a:off x="8885238" y="1554162"/>
              <a:ext cx="944563" cy="3314700"/>
            </a:xfrm>
            <a:custGeom>
              <a:avLst/>
              <a:gdLst>
                <a:gd name="T0" fmla="*/ 298 w 596"/>
                <a:gd name="T1" fmla="*/ 1984 h 2088"/>
                <a:gd name="T2" fmla="*/ 0 w 596"/>
                <a:gd name="T3" fmla="*/ 1984 h 2088"/>
                <a:gd name="T4" fmla="*/ 0 w 596"/>
                <a:gd name="T5" fmla="*/ 2088 h 2088"/>
                <a:gd name="T6" fmla="*/ 596 w 596"/>
                <a:gd name="T7" fmla="*/ 2088 h 2088"/>
                <a:gd name="T8" fmla="*/ 596 w 596"/>
                <a:gd name="T9" fmla="*/ 1984 h 2088"/>
                <a:gd name="T10" fmla="*/ 298 w 596"/>
                <a:gd name="T11" fmla="*/ 1984 h 2088"/>
                <a:gd name="T12" fmla="*/ 298 w 596"/>
                <a:gd name="T13" fmla="*/ 0 h 2088"/>
                <a:gd name="T14" fmla="*/ 0 w 596"/>
                <a:gd name="T15" fmla="*/ 0 h 2088"/>
                <a:gd name="T16" fmla="*/ 0 w 596"/>
                <a:gd name="T17" fmla="*/ 110 h 2088"/>
                <a:gd name="T18" fmla="*/ 596 w 596"/>
                <a:gd name="T19" fmla="*/ 110 h 2088"/>
                <a:gd name="T20" fmla="*/ 596 w 596"/>
                <a:gd name="T21" fmla="*/ 0 h 2088"/>
                <a:gd name="T22" fmla="*/ 298 w 596"/>
                <a:gd name="T23" fmla="*/ 0 h 2088"/>
                <a:gd name="T24" fmla="*/ 298 w 596"/>
                <a:gd name="T25" fmla="*/ 182 h 2088"/>
                <a:gd name="T26" fmla="*/ 0 w 596"/>
                <a:gd name="T27" fmla="*/ 182 h 2088"/>
                <a:gd name="T28" fmla="*/ 0 w 596"/>
                <a:gd name="T29" fmla="*/ 1912 h 2088"/>
                <a:gd name="T30" fmla="*/ 596 w 596"/>
                <a:gd name="T31" fmla="*/ 1912 h 2088"/>
                <a:gd name="T32" fmla="*/ 596 w 596"/>
                <a:gd name="T33" fmla="*/ 182 h 2088"/>
                <a:gd name="T34" fmla="*/ 298 w 596"/>
                <a:gd name="T35" fmla="*/ 182 h 2088"/>
                <a:gd name="T36" fmla="*/ 489 w 596"/>
                <a:gd name="T37" fmla="*/ 1837 h 2088"/>
                <a:gd name="T38" fmla="*/ 117 w 596"/>
                <a:gd name="T39" fmla="*/ 1837 h 2088"/>
                <a:gd name="T40" fmla="*/ 105 w 596"/>
                <a:gd name="T41" fmla="*/ 1826 h 2088"/>
                <a:gd name="T42" fmla="*/ 117 w 596"/>
                <a:gd name="T43" fmla="*/ 1815 h 2088"/>
                <a:gd name="T44" fmla="*/ 489 w 596"/>
                <a:gd name="T45" fmla="*/ 1815 h 2088"/>
                <a:gd name="T46" fmla="*/ 500 w 596"/>
                <a:gd name="T47" fmla="*/ 1826 h 2088"/>
                <a:gd name="T48" fmla="*/ 489 w 596"/>
                <a:gd name="T49" fmla="*/ 1837 h 2088"/>
                <a:gd name="T50" fmla="*/ 489 w 596"/>
                <a:gd name="T51" fmla="*/ 1758 h 2088"/>
                <a:gd name="T52" fmla="*/ 117 w 596"/>
                <a:gd name="T53" fmla="*/ 1758 h 2088"/>
                <a:gd name="T54" fmla="*/ 105 w 596"/>
                <a:gd name="T55" fmla="*/ 1747 h 2088"/>
                <a:gd name="T56" fmla="*/ 117 w 596"/>
                <a:gd name="T57" fmla="*/ 1735 h 2088"/>
                <a:gd name="T58" fmla="*/ 489 w 596"/>
                <a:gd name="T59" fmla="*/ 1735 h 2088"/>
                <a:gd name="T60" fmla="*/ 500 w 596"/>
                <a:gd name="T61" fmla="*/ 1747 h 2088"/>
                <a:gd name="T62" fmla="*/ 489 w 596"/>
                <a:gd name="T63" fmla="*/ 1758 h 2088"/>
                <a:gd name="T64" fmla="*/ 112 w 596"/>
                <a:gd name="T65" fmla="*/ 1651 h 2088"/>
                <a:gd name="T66" fmla="*/ 112 w 596"/>
                <a:gd name="T67" fmla="*/ 430 h 2088"/>
                <a:gd name="T68" fmla="*/ 484 w 596"/>
                <a:gd name="T69" fmla="*/ 430 h 2088"/>
                <a:gd name="T70" fmla="*/ 484 w 596"/>
                <a:gd name="T71" fmla="*/ 1651 h 2088"/>
                <a:gd name="T72" fmla="*/ 112 w 596"/>
                <a:gd name="T73" fmla="*/ 1651 h 2088"/>
                <a:gd name="T74" fmla="*/ 489 w 596"/>
                <a:gd name="T75" fmla="*/ 364 h 2088"/>
                <a:gd name="T76" fmla="*/ 117 w 596"/>
                <a:gd name="T77" fmla="*/ 364 h 2088"/>
                <a:gd name="T78" fmla="*/ 105 w 596"/>
                <a:gd name="T79" fmla="*/ 352 h 2088"/>
                <a:gd name="T80" fmla="*/ 117 w 596"/>
                <a:gd name="T81" fmla="*/ 341 h 2088"/>
                <a:gd name="T82" fmla="*/ 489 w 596"/>
                <a:gd name="T83" fmla="*/ 341 h 2088"/>
                <a:gd name="T84" fmla="*/ 500 w 596"/>
                <a:gd name="T85" fmla="*/ 352 h 2088"/>
                <a:gd name="T86" fmla="*/ 489 w 596"/>
                <a:gd name="T87" fmla="*/ 364 h 2088"/>
                <a:gd name="T88" fmla="*/ 489 w 596"/>
                <a:gd name="T89" fmla="*/ 284 h 2088"/>
                <a:gd name="T90" fmla="*/ 117 w 596"/>
                <a:gd name="T91" fmla="*/ 284 h 2088"/>
                <a:gd name="T92" fmla="*/ 105 w 596"/>
                <a:gd name="T93" fmla="*/ 272 h 2088"/>
                <a:gd name="T94" fmla="*/ 117 w 596"/>
                <a:gd name="T95" fmla="*/ 261 h 2088"/>
                <a:gd name="T96" fmla="*/ 489 w 596"/>
                <a:gd name="T97" fmla="*/ 261 h 2088"/>
                <a:gd name="T98" fmla="*/ 500 w 596"/>
                <a:gd name="T99" fmla="*/ 272 h 2088"/>
                <a:gd name="T100" fmla="*/ 489 w 596"/>
                <a:gd name="T101" fmla="*/ 284 h 2088"/>
                <a:gd name="T102" fmla="*/ 489 w 596"/>
                <a:gd name="T103" fmla="*/ 284 h 2088"/>
                <a:gd name="T104" fmla="*/ 489 w 596"/>
                <a:gd name="T105" fmla="*/ 284 h 2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96" h="2088">
                  <a:moveTo>
                    <a:pt x="298" y="1984"/>
                  </a:moveTo>
                  <a:cubicBezTo>
                    <a:pt x="0" y="1984"/>
                    <a:pt x="0" y="1984"/>
                    <a:pt x="0" y="1984"/>
                  </a:cubicBezTo>
                  <a:cubicBezTo>
                    <a:pt x="0" y="2088"/>
                    <a:pt x="0" y="2088"/>
                    <a:pt x="0" y="2088"/>
                  </a:cubicBezTo>
                  <a:cubicBezTo>
                    <a:pt x="596" y="2088"/>
                    <a:pt x="596" y="2088"/>
                    <a:pt x="596" y="2088"/>
                  </a:cubicBezTo>
                  <a:cubicBezTo>
                    <a:pt x="596" y="1984"/>
                    <a:pt x="596" y="1984"/>
                    <a:pt x="596" y="1984"/>
                  </a:cubicBezTo>
                  <a:lnTo>
                    <a:pt x="298" y="1984"/>
                  </a:lnTo>
                  <a:close/>
                  <a:moveTo>
                    <a:pt x="2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596" y="110"/>
                    <a:pt x="596" y="110"/>
                    <a:pt x="596" y="110"/>
                  </a:cubicBezTo>
                  <a:cubicBezTo>
                    <a:pt x="596" y="0"/>
                    <a:pt x="596" y="0"/>
                    <a:pt x="596" y="0"/>
                  </a:cubicBezTo>
                  <a:lnTo>
                    <a:pt x="298" y="0"/>
                  </a:lnTo>
                  <a:close/>
                  <a:moveTo>
                    <a:pt x="298" y="182"/>
                  </a:moveTo>
                  <a:cubicBezTo>
                    <a:pt x="0" y="182"/>
                    <a:pt x="0" y="182"/>
                    <a:pt x="0" y="182"/>
                  </a:cubicBezTo>
                  <a:cubicBezTo>
                    <a:pt x="0" y="1912"/>
                    <a:pt x="0" y="1912"/>
                    <a:pt x="0" y="1912"/>
                  </a:cubicBezTo>
                  <a:cubicBezTo>
                    <a:pt x="596" y="1912"/>
                    <a:pt x="596" y="1912"/>
                    <a:pt x="596" y="1912"/>
                  </a:cubicBezTo>
                  <a:cubicBezTo>
                    <a:pt x="596" y="182"/>
                    <a:pt x="596" y="182"/>
                    <a:pt x="596" y="182"/>
                  </a:cubicBezTo>
                  <a:lnTo>
                    <a:pt x="298" y="182"/>
                  </a:lnTo>
                  <a:close/>
                  <a:moveTo>
                    <a:pt x="489" y="1837"/>
                  </a:moveTo>
                  <a:cubicBezTo>
                    <a:pt x="117" y="1837"/>
                    <a:pt x="117" y="1837"/>
                    <a:pt x="117" y="1837"/>
                  </a:cubicBezTo>
                  <a:cubicBezTo>
                    <a:pt x="110" y="1837"/>
                    <a:pt x="105" y="1832"/>
                    <a:pt x="105" y="1826"/>
                  </a:cubicBezTo>
                  <a:cubicBezTo>
                    <a:pt x="105" y="1820"/>
                    <a:pt x="110" y="1815"/>
                    <a:pt x="117" y="1815"/>
                  </a:cubicBezTo>
                  <a:cubicBezTo>
                    <a:pt x="489" y="1815"/>
                    <a:pt x="489" y="1815"/>
                    <a:pt x="489" y="1815"/>
                  </a:cubicBezTo>
                  <a:cubicBezTo>
                    <a:pt x="495" y="1815"/>
                    <a:pt x="500" y="1820"/>
                    <a:pt x="500" y="1826"/>
                  </a:cubicBezTo>
                  <a:cubicBezTo>
                    <a:pt x="500" y="1832"/>
                    <a:pt x="495" y="1837"/>
                    <a:pt x="489" y="1837"/>
                  </a:cubicBezTo>
                  <a:close/>
                  <a:moveTo>
                    <a:pt x="489" y="1758"/>
                  </a:moveTo>
                  <a:cubicBezTo>
                    <a:pt x="117" y="1758"/>
                    <a:pt x="117" y="1758"/>
                    <a:pt x="117" y="1758"/>
                  </a:cubicBezTo>
                  <a:cubicBezTo>
                    <a:pt x="110" y="1758"/>
                    <a:pt x="105" y="1753"/>
                    <a:pt x="105" y="1747"/>
                  </a:cubicBezTo>
                  <a:cubicBezTo>
                    <a:pt x="105" y="1740"/>
                    <a:pt x="110" y="1735"/>
                    <a:pt x="117" y="1735"/>
                  </a:cubicBezTo>
                  <a:cubicBezTo>
                    <a:pt x="489" y="1735"/>
                    <a:pt x="489" y="1735"/>
                    <a:pt x="489" y="1735"/>
                  </a:cubicBezTo>
                  <a:cubicBezTo>
                    <a:pt x="495" y="1735"/>
                    <a:pt x="500" y="1740"/>
                    <a:pt x="500" y="1747"/>
                  </a:cubicBezTo>
                  <a:cubicBezTo>
                    <a:pt x="500" y="1753"/>
                    <a:pt x="495" y="1758"/>
                    <a:pt x="489" y="1758"/>
                  </a:cubicBezTo>
                  <a:close/>
                  <a:moveTo>
                    <a:pt x="112" y="1651"/>
                  </a:moveTo>
                  <a:cubicBezTo>
                    <a:pt x="112" y="430"/>
                    <a:pt x="112" y="430"/>
                    <a:pt x="112" y="430"/>
                  </a:cubicBezTo>
                  <a:cubicBezTo>
                    <a:pt x="484" y="430"/>
                    <a:pt x="484" y="430"/>
                    <a:pt x="484" y="430"/>
                  </a:cubicBezTo>
                  <a:cubicBezTo>
                    <a:pt x="484" y="1651"/>
                    <a:pt x="484" y="1651"/>
                    <a:pt x="484" y="1651"/>
                  </a:cubicBezTo>
                  <a:lnTo>
                    <a:pt x="112" y="1651"/>
                  </a:lnTo>
                  <a:close/>
                  <a:moveTo>
                    <a:pt x="489" y="364"/>
                  </a:moveTo>
                  <a:cubicBezTo>
                    <a:pt x="117" y="364"/>
                    <a:pt x="117" y="364"/>
                    <a:pt x="117" y="364"/>
                  </a:cubicBezTo>
                  <a:cubicBezTo>
                    <a:pt x="110" y="364"/>
                    <a:pt x="105" y="359"/>
                    <a:pt x="105" y="352"/>
                  </a:cubicBezTo>
                  <a:cubicBezTo>
                    <a:pt x="105" y="346"/>
                    <a:pt x="110" y="341"/>
                    <a:pt x="117" y="341"/>
                  </a:cubicBezTo>
                  <a:cubicBezTo>
                    <a:pt x="489" y="341"/>
                    <a:pt x="489" y="341"/>
                    <a:pt x="489" y="341"/>
                  </a:cubicBezTo>
                  <a:cubicBezTo>
                    <a:pt x="495" y="341"/>
                    <a:pt x="500" y="346"/>
                    <a:pt x="500" y="352"/>
                  </a:cubicBezTo>
                  <a:cubicBezTo>
                    <a:pt x="500" y="358"/>
                    <a:pt x="495" y="364"/>
                    <a:pt x="489" y="364"/>
                  </a:cubicBezTo>
                  <a:close/>
                  <a:moveTo>
                    <a:pt x="489" y="284"/>
                  </a:moveTo>
                  <a:cubicBezTo>
                    <a:pt x="117" y="284"/>
                    <a:pt x="117" y="284"/>
                    <a:pt x="117" y="284"/>
                  </a:cubicBezTo>
                  <a:cubicBezTo>
                    <a:pt x="110" y="284"/>
                    <a:pt x="105" y="279"/>
                    <a:pt x="105" y="272"/>
                  </a:cubicBezTo>
                  <a:cubicBezTo>
                    <a:pt x="105" y="266"/>
                    <a:pt x="110" y="261"/>
                    <a:pt x="117" y="261"/>
                  </a:cubicBezTo>
                  <a:cubicBezTo>
                    <a:pt x="489" y="261"/>
                    <a:pt x="489" y="261"/>
                    <a:pt x="489" y="261"/>
                  </a:cubicBezTo>
                  <a:cubicBezTo>
                    <a:pt x="495" y="261"/>
                    <a:pt x="500" y="266"/>
                    <a:pt x="500" y="272"/>
                  </a:cubicBezTo>
                  <a:cubicBezTo>
                    <a:pt x="500" y="279"/>
                    <a:pt x="495" y="284"/>
                    <a:pt x="489" y="284"/>
                  </a:cubicBezTo>
                  <a:close/>
                  <a:moveTo>
                    <a:pt x="489" y="284"/>
                  </a:moveTo>
                  <a:cubicBezTo>
                    <a:pt x="489" y="284"/>
                    <a:pt x="489" y="284"/>
                    <a:pt x="489" y="284"/>
                  </a:cubicBezTo>
                </a:path>
              </a:pathLst>
            </a:custGeom>
            <a:solidFill>
              <a:srgbClr val="FCA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99"/>
            <p:cNvSpPr>
              <a:spLocks noEditPoints="1"/>
            </p:cNvSpPr>
            <p:nvPr userDrawn="1"/>
          </p:nvSpPr>
          <p:spPr bwMode="auto">
            <a:xfrm>
              <a:off x="9432926" y="3170237"/>
              <a:ext cx="57150" cy="169863"/>
            </a:xfrm>
            <a:custGeom>
              <a:avLst/>
              <a:gdLst>
                <a:gd name="T0" fmla="*/ 15 w 36"/>
                <a:gd name="T1" fmla="*/ 107 h 107"/>
                <a:gd name="T2" fmla="*/ 36 w 36"/>
                <a:gd name="T3" fmla="*/ 39 h 107"/>
                <a:gd name="T4" fmla="*/ 21 w 36"/>
                <a:gd name="T5" fmla="*/ 0 h 107"/>
                <a:gd name="T6" fmla="*/ 0 w 36"/>
                <a:gd name="T7" fmla="*/ 67 h 107"/>
                <a:gd name="T8" fmla="*/ 15 w 36"/>
                <a:gd name="T9" fmla="*/ 107 h 107"/>
                <a:gd name="T10" fmla="*/ 15 w 36"/>
                <a:gd name="T11" fmla="*/ 107 h 107"/>
                <a:gd name="T12" fmla="*/ 15 w 36"/>
                <a:gd name="T13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07">
                  <a:moveTo>
                    <a:pt x="15" y="107"/>
                  </a:moveTo>
                  <a:cubicBezTo>
                    <a:pt x="29" y="107"/>
                    <a:pt x="36" y="87"/>
                    <a:pt x="36" y="39"/>
                  </a:cubicBezTo>
                  <a:cubicBezTo>
                    <a:pt x="36" y="10"/>
                    <a:pt x="32" y="0"/>
                    <a:pt x="21" y="0"/>
                  </a:cubicBezTo>
                  <a:cubicBezTo>
                    <a:pt x="8" y="0"/>
                    <a:pt x="0" y="26"/>
                    <a:pt x="0" y="67"/>
                  </a:cubicBezTo>
                  <a:cubicBezTo>
                    <a:pt x="0" y="95"/>
                    <a:pt x="4" y="107"/>
                    <a:pt x="15" y="107"/>
                  </a:cubicBezTo>
                  <a:close/>
                  <a:moveTo>
                    <a:pt x="15" y="107"/>
                  </a:moveTo>
                  <a:cubicBezTo>
                    <a:pt x="15" y="107"/>
                    <a:pt x="15" y="107"/>
                    <a:pt x="15" y="10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200"/>
            <p:cNvSpPr>
              <a:spLocks noEditPoints="1"/>
            </p:cNvSpPr>
            <p:nvPr userDrawn="1"/>
          </p:nvSpPr>
          <p:spPr bwMode="auto">
            <a:xfrm>
              <a:off x="9063038" y="2236787"/>
              <a:ext cx="588963" cy="1938338"/>
            </a:xfrm>
            <a:custGeom>
              <a:avLst/>
              <a:gdLst>
                <a:gd name="T0" fmla="*/ 186 w 372"/>
                <a:gd name="T1" fmla="*/ 0 h 1221"/>
                <a:gd name="T2" fmla="*/ 0 w 372"/>
                <a:gd name="T3" fmla="*/ 0 h 1221"/>
                <a:gd name="T4" fmla="*/ 0 w 372"/>
                <a:gd name="T5" fmla="*/ 1221 h 1221"/>
                <a:gd name="T6" fmla="*/ 372 w 372"/>
                <a:gd name="T7" fmla="*/ 1221 h 1221"/>
                <a:gd name="T8" fmla="*/ 372 w 372"/>
                <a:gd name="T9" fmla="*/ 0 h 1221"/>
                <a:gd name="T10" fmla="*/ 186 w 372"/>
                <a:gd name="T11" fmla="*/ 0 h 1221"/>
                <a:gd name="T12" fmla="*/ 93 w 372"/>
                <a:gd name="T13" fmla="*/ 738 h 1221"/>
                <a:gd name="T14" fmla="*/ 40 w 372"/>
                <a:gd name="T15" fmla="*/ 684 h 1221"/>
                <a:gd name="T16" fmla="*/ 57 w 372"/>
                <a:gd name="T17" fmla="*/ 585 h 1221"/>
                <a:gd name="T18" fmla="*/ 54 w 372"/>
                <a:gd name="T19" fmla="*/ 582 h 1221"/>
                <a:gd name="T20" fmla="*/ 32 w 372"/>
                <a:gd name="T21" fmla="*/ 582 h 1221"/>
                <a:gd name="T22" fmla="*/ 31 w 372"/>
                <a:gd name="T23" fmla="*/ 580 h 1221"/>
                <a:gd name="T24" fmla="*/ 34 w 372"/>
                <a:gd name="T25" fmla="*/ 553 h 1221"/>
                <a:gd name="T26" fmla="*/ 63 w 372"/>
                <a:gd name="T27" fmla="*/ 549 h 1221"/>
                <a:gd name="T28" fmla="*/ 68 w 372"/>
                <a:gd name="T29" fmla="*/ 504 h 1221"/>
                <a:gd name="T30" fmla="*/ 136 w 372"/>
                <a:gd name="T31" fmla="*/ 490 h 1221"/>
                <a:gd name="T32" fmla="*/ 141 w 372"/>
                <a:gd name="T33" fmla="*/ 495 h 1221"/>
                <a:gd name="T34" fmla="*/ 129 w 372"/>
                <a:gd name="T35" fmla="*/ 548 h 1221"/>
                <a:gd name="T36" fmla="*/ 167 w 372"/>
                <a:gd name="T37" fmla="*/ 548 h 1221"/>
                <a:gd name="T38" fmla="*/ 170 w 372"/>
                <a:gd name="T39" fmla="*/ 551 h 1221"/>
                <a:gd name="T40" fmla="*/ 165 w 372"/>
                <a:gd name="T41" fmla="*/ 581 h 1221"/>
                <a:gd name="T42" fmla="*/ 127 w 372"/>
                <a:gd name="T43" fmla="*/ 580 h 1221"/>
                <a:gd name="T44" fmla="*/ 122 w 372"/>
                <a:gd name="T45" fmla="*/ 583 h 1221"/>
                <a:gd name="T46" fmla="*/ 108 w 372"/>
                <a:gd name="T47" fmla="*/ 660 h 1221"/>
                <a:gd name="T48" fmla="*/ 115 w 372"/>
                <a:gd name="T49" fmla="*/ 672 h 1221"/>
                <a:gd name="T50" fmla="*/ 139 w 372"/>
                <a:gd name="T51" fmla="*/ 654 h 1221"/>
                <a:gd name="T52" fmla="*/ 148 w 372"/>
                <a:gd name="T53" fmla="*/ 656 h 1221"/>
                <a:gd name="T54" fmla="*/ 156 w 372"/>
                <a:gd name="T55" fmla="*/ 676 h 1221"/>
                <a:gd name="T56" fmla="*/ 93 w 372"/>
                <a:gd name="T57" fmla="*/ 738 h 1221"/>
                <a:gd name="T58" fmla="*/ 233 w 372"/>
                <a:gd name="T59" fmla="*/ 738 h 1221"/>
                <a:gd name="T60" fmla="*/ 186 w 372"/>
                <a:gd name="T61" fmla="*/ 723 h 1221"/>
                <a:gd name="T62" fmla="*/ 161 w 372"/>
                <a:gd name="T63" fmla="*/ 659 h 1221"/>
                <a:gd name="T64" fmla="*/ 186 w 372"/>
                <a:gd name="T65" fmla="*/ 578 h 1221"/>
                <a:gd name="T66" fmla="*/ 269 w 372"/>
                <a:gd name="T67" fmla="*/ 539 h 1221"/>
                <a:gd name="T68" fmla="*/ 341 w 372"/>
                <a:gd name="T69" fmla="*/ 615 h 1221"/>
                <a:gd name="T70" fmla="*/ 233 w 372"/>
                <a:gd name="T71" fmla="*/ 738 h 1221"/>
                <a:gd name="T72" fmla="*/ 233 w 372"/>
                <a:gd name="T73" fmla="*/ 738 h 1221"/>
                <a:gd name="T74" fmla="*/ 233 w 372"/>
                <a:gd name="T75" fmla="*/ 738 h 1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72" h="1221">
                  <a:moveTo>
                    <a:pt x="1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21"/>
                    <a:pt x="0" y="1221"/>
                    <a:pt x="0" y="1221"/>
                  </a:cubicBezTo>
                  <a:cubicBezTo>
                    <a:pt x="372" y="1221"/>
                    <a:pt x="372" y="1221"/>
                    <a:pt x="372" y="1221"/>
                  </a:cubicBezTo>
                  <a:cubicBezTo>
                    <a:pt x="372" y="0"/>
                    <a:pt x="372" y="0"/>
                    <a:pt x="372" y="0"/>
                  </a:cubicBezTo>
                  <a:lnTo>
                    <a:pt x="186" y="0"/>
                  </a:lnTo>
                  <a:close/>
                  <a:moveTo>
                    <a:pt x="93" y="738"/>
                  </a:moveTo>
                  <a:cubicBezTo>
                    <a:pt x="55" y="738"/>
                    <a:pt x="36" y="718"/>
                    <a:pt x="40" y="684"/>
                  </a:cubicBezTo>
                  <a:cubicBezTo>
                    <a:pt x="57" y="585"/>
                    <a:pt x="57" y="585"/>
                    <a:pt x="57" y="585"/>
                  </a:cubicBezTo>
                  <a:cubicBezTo>
                    <a:pt x="54" y="582"/>
                    <a:pt x="54" y="582"/>
                    <a:pt x="54" y="582"/>
                  </a:cubicBezTo>
                  <a:cubicBezTo>
                    <a:pt x="32" y="582"/>
                    <a:pt x="32" y="582"/>
                    <a:pt x="32" y="582"/>
                  </a:cubicBezTo>
                  <a:cubicBezTo>
                    <a:pt x="31" y="580"/>
                    <a:pt x="31" y="580"/>
                    <a:pt x="31" y="580"/>
                  </a:cubicBezTo>
                  <a:cubicBezTo>
                    <a:pt x="34" y="553"/>
                    <a:pt x="34" y="553"/>
                    <a:pt x="34" y="553"/>
                  </a:cubicBezTo>
                  <a:cubicBezTo>
                    <a:pt x="63" y="549"/>
                    <a:pt x="63" y="549"/>
                    <a:pt x="63" y="549"/>
                  </a:cubicBezTo>
                  <a:cubicBezTo>
                    <a:pt x="66" y="528"/>
                    <a:pt x="68" y="504"/>
                    <a:pt x="68" y="504"/>
                  </a:cubicBezTo>
                  <a:cubicBezTo>
                    <a:pt x="136" y="490"/>
                    <a:pt x="136" y="490"/>
                    <a:pt x="136" y="490"/>
                  </a:cubicBezTo>
                  <a:cubicBezTo>
                    <a:pt x="141" y="495"/>
                    <a:pt x="141" y="495"/>
                    <a:pt x="141" y="495"/>
                  </a:cubicBezTo>
                  <a:cubicBezTo>
                    <a:pt x="141" y="495"/>
                    <a:pt x="134" y="521"/>
                    <a:pt x="129" y="548"/>
                  </a:cubicBezTo>
                  <a:cubicBezTo>
                    <a:pt x="167" y="548"/>
                    <a:pt x="167" y="548"/>
                    <a:pt x="167" y="548"/>
                  </a:cubicBezTo>
                  <a:cubicBezTo>
                    <a:pt x="170" y="551"/>
                    <a:pt x="170" y="551"/>
                    <a:pt x="170" y="551"/>
                  </a:cubicBezTo>
                  <a:cubicBezTo>
                    <a:pt x="165" y="581"/>
                    <a:pt x="165" y="581"/>
                    <a:pt x="165" y="581"/>
                  </a:cubicBezTo>
                  <a:cubicBezTo>
                    <a:pt x="127" y="580"/>
                    <a:pt x="127" y="580"/>
                    <a:pt x="127" y="580"/>
                  </a:cubicBezTo>
                  <a:cubicBezTo>
                    <a:pt x="122" y="583"/>
                    <a:pt x="122" y="583"/>
                    <a:pt x="122" y="583"/>
                  </a:cubicBezTo>
                  <a:cubicBezTo>
                    <a:pt x="108" y="660"/>
                    <a:pt x="108" y="660"/>
                    <a:pt x="108" y="660"/>
                  </a:cubicBezTo>
                  <a:cubicBezTo>
                    <a:pt x="107" y="669"/>
                    <a:pt x="110" y="672"/>
                    <a:pt x="115" y="672"/>
                  </a:cubicBezTo>
                  <a:cubicBezTo>
                    <a:pt x="121" y="672"/>
                    <a:pt x="126" y="668"/>
                    <a:pt x="139" y="654"/>
                  </a:cubicBezTo>
                  <a:cubicBezTo>
                    <a:pt x="148" y="656"/>
                    <a:pt x="148" y="656"/>
                    <a:pt x="148" y="656"/>
                  </a:cubicBezTo>
                  <a:cubicBezTo>
                    <a:pt x="156" y="676"/>
                    <a:pt x="156" y="676"/>
                    <a:pt x="156" y="676"/>
                  </a:cubicBezTo>
                  <a:cubicBezTo>
                    <a:pt x="130" y="714"/>
                    <a:pt x="104" y="738"/>
                    <a:pt x="93" y="738"/>
                  </a:cubicBezTo>
                  <a:close/>
                  <a:moveTo>
                    <a:pt x="233" y="738"/>
                  </a:moveTo>
                  <a:cubicBezTo>
                    <a:pt x="214" y="738"/>
                    <a:pt x="198" y="733"/>
                    <a:pt x="186" y="723"/>
                  </a:cubicBezTo>
                  <a:cubicBezTo>
                    <a:pt x="170" y="709"/>
                    <a:pt x="161" y="688"/>
                    <a:pt x="161" y="659"/>
                  </a:cubicBezTo>
                  <a:cubicBezTo>
                    <a:pt x="161" y="627"/>
                    <a:pt x="170" y="599"/>
                    <a:pt x="186" y="578"/>
                  </a:cubicBezTo>
                  <a:cubicBezTo>
                    <a:pt x="205" y="554"/>
                    <a:pt x="234" y="539"/>
                    <a:pt x="269" y="539"/>
                  </a:cubicBezTo>
                  <a:cubicBezTo>
                    <a:pt x="316" y="539"/>
                    <a:pt x="341" y="566"/>
                    <a:pt x="341" y="615"/>
                  </a:cubicBezTo>
                  <a:cubicBezTo>
                    <a:pt x="341" y="689"/>
                    <a:pt x="298" y="738"/>
                    <a:pt x="233" y="738"/>
                  </a:cubicBezTo>
                  <a:close/>
                  <a:moveTo>
                    <a:pt x="233" y="738"/>
                  </a:moveTo>
                  <a:cubicBezTo>
                    <a:pt x="233" y="738"/>
                    <a:pt x="233" y="738"/>
                    <a:pt x="233" y="738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201"/>
            <p:cNvSpPr>
              <a:spLocks noEditPoints="1"/>
            </p:cNvSpPr>
            <p:nvPr userDrawn="1"/>
          </p:nvSpPr>
          <p:spPr bwMode="auto">
            <a:xfrm>
              <a:off x="8885238" y="1728787"/>
              <a:ext cx="944563" cy="2974975"/>
            </a:xfrm>
            <a:custGeom>
              <a:avLst/>
              <a:gdLst>
                <a:gd name="T0" fmla="*/ 227 w 596"/>
                <a:gd name="T1" fmla="*/ 993 h 1874"/>
                <a:gd name="T2" fmla="*/ 234 w 596"/>
                <a:gd name="T3" fmla="*/ 904 h 1874"/>
                <a:gd name="T4" fmla="*/ 277 w 596"/>
                <a:gd name="T5" fmla="*/ 902 h 1874"/>
                <a:gd name="T6" fmla="*/ 279 w 596"/>
                <a:gd name="T7" fmla="*/ 869 h 1874"/>
                <a:gd name="T8" fmla="*/ 253 w 596"/>
                <a:gd name="T9" fmla="*/ 816 h 1874"/>
                <a:gd name="T10" fmla="*/ 180 w 596"/>
                <a:gd name="T11" fmla="*/ 825 h 1874"/>
                <a:gd name="T12" fmla="*/ 146 w 596"/>
                <a:gd name="T13" fmla="*/ 874 h 1874"/>
                <a:gd name="T14" fmla="*/ 144 w 596"/>
                <a:gd name="T15" fmla="*/ 903 h 1874"/>
                <a:gd name="T16" fmla="*/ 169 w 596"/>
                <a:gd name="T17" fmla="*/ 906 h 1874"/>
                <a:gd name="T18" fmla="*/ 205 w 596"/>
                <a:gd name="T19" fmla="*/ 1059 h 1874"/>
                <a:gd name="T20" fmla="*/ 260 w 596"/>
                <a:gd name="T21" fmla="*/ 977 h 1874"/>
                <a:gd name="T22" fmla="*/ 381 w 596"/>
                <a:gd name="T23" fmla="*/ 859 h 1874"/>
                <a:gd name="T24" fmla="*/ 273 w 596"/>
                <a:gd name="T25" fmla="*/ 979 h 1874"/>
                <a:gd name="T26" fmla="*/ 345 w 596"/>
                <a:gd name="T27" fmla="*/ 1058 h 1874"/>
                <a:gd name="T28" fmla="*/ 381 w 596"/>
                <a:gd name="T29" fmla="*/ 859 h 1874"/>
                <a:gd name="T30" fmla="*/ 345 w 596"/>
                <a:gd name="T31" fmla="*/ 975 h 1874"/>
                <a:gd name="T32" fmla="*/ 380 w 596"/>
                <a:gd name="T33" fmla="*/ 947 h 1874"/>
                <a:gd name="T34" fmla="*/ 298 w 596"/>
                <a:gd name="T35" fmla="*/ 0 h 1874"/>
                <a:gd name="T36" fmla="*/ 0 w 596"/>
                <a:gd name="T37" fmla="*/ 72 h 1874"/>
                <a:gd name="T38" fmla="*/ 596 w 596"/>
                <a:gd name="T39" fmla="*/ 0 h 1874"/>
                <a:gd name="T40" fmla="*/ 298 w 596"/>
                <a:gd name="T41" fmla="*/ 1802 h 1874"/>
                <a:gd name="T42" fmla="*/ 0 w 596"/>
                <a:gd name="T43" fmla="*/ 1874 h 1874"/>
                <a:gd name="T44" fmla="*/ 596 w 596"/>
                <a:gd name="T45" fmla="*/ 1802 h 1874"/>
                <a:gd name="T46" fmla="*/ 489 w 596"/>
                <a:gd name="T47" fmla="*/ 151 h 1874"/>
                <a:gd name="T48" fmla="*/ 105 w 596"/>
                <a:gd name="T49" fmla="*/ 162 h 1874"/>
                <a:gd name="T50" fmla="*/ 489 w 596"/>
                <a:gd name="T51" fmla="*/ 174 h 1874"/>
                <a:gd name="T52" fmla="*/ 489 w 596"/>
                <a:gd name="T53" fmla="*/ 151 h 1874"/>
                <a:gd name="T54" fmla="*/ 117 w 596"/>
                <a:gd name="T55" fmla="*/ 230 h 1874"/>
                <a:gd name="T56" fmla="*/ 117 w 596"/>
                <a:gd name="T57" fmla="*/ 253 h 1874"/>
                <a:gd name="T58" fmla="*/ 500 w 596"/>
                <a:gd name="T59" fmla="*/ 242 h 1874"/>
                <a:gd name="T60" fmla="*/ 489 w 596"/>
                <a:gd name="T61" fmla="*/ 1625 h 1874"/>
                <a:gd name="T62" fmla="*/ 105 w 596"/>
                <a:gd name="T63" fmla="*/ 1637 h 1874"/>
                <a:gd name="T64" fmla="*/ 489 w 596"/>
                <a:gd name="T65" fmla="*/ 1648 h 1874"/>
                <a:gd name="T66" fmla="*/ 489 w 596"/>
                <a:gd name="T67" fmla="*/ 1625 h 1874"/>
                <a:gd name="T68" fmla="*/ 117 w 596"/>
                <a:gd name="T69" fmla="*/ 1705 h 1874"/>
                <a:gd name="T70" fmla="*/ 117 w 596"/>
                <a:gd name="T71" fmla="*/ 1727 h 1874"/>
                <a:gd name="T72" fmla="*/ 500 w 596"/>
                <a:gd name="T73" fmla="*/ 1716 h 1874"/>
                <a:gd name="T74" fmla="*/ 489 w 596"/>
                <a:gd name="T75" fmla="*/ 1705 h 1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96" h="1874">
                  <a:moveTo>
                    <a:pt x="251" y="975"/>
                  </a:moveTo>
                  <a:cubicBezTo>
                    <a:pt x="239" y="989"/>
                    <a:pt x="233" y="993"/>
                    <a:pt x="227" y="993"/>
                  </a:cubicBezTo>
                  <a:cubicBezTo>
                    <a:pt x="222" y="993"/>
                    <a:pt x="220" y="990"/>
                    <a:pt x="220" y="981"/>
                  </a:cubicBezTo>
                  <a:cubicBezTo>
                    <a:pt x="234" y="904"/>
                    <a:pt x="234" y="904"/>
                    <a:pt x="234" y="904"/>
                  </a:cubicBezTo>
                  <a:cubicBezTo>
                    <a:pt x="239" y="901"/>
                    <a:pt x="239" y="901"/>
                    <a:pt x="239" y="901"/>
                  </a:cubicBezTo>
                  <a:cubicBezTo>
                    <a:pt x="277" y="902"/>
                    <a:pt x="277" y="902"/>
                    <a:pt x="277" y="902"/>
                  </a:cubicBezTo>
                  <a:cubicBezTo>
                    <a:pt x="282" y="872"/>
                    <a:pt x="282" y="872"/>
                    <a:pt x="282" y="872"/>
                  </a:cubicBezTo>
                  <a:cubicBezTo>
                    <a:pt x="279" y="869"/>
                    <a:pt x="279" y="869"/>
                    <a:pt x="279" y="869"/>
                  </a:cubicBezTo>
                  <a:cubicBezTo>
                    <a:pt x="241" y="869"/>
                    <a:pt x="241" y="869"/>
                    <a:pt x="241" y="869"/>
                  </a:cubicBezTo>
                  <a:cubicBezTo>
                    <a:pt x="246" y="842"/>
                    <a:pt x="253" y="816"/>
                    <a:pt x="253" y="816"/>
                  </a:cubicBezTo>
                  <a:cubicBezTo>
                    <a:pt x="248" y="811"/>
                    <a:pt x="248" y="811"/>
                    <a:pt x="248" y="811"/>
                  </a:cubicBezTo>
                  <a:cubicBezTo>
                    <a:pt x="180" y="825"/>
                    <a:pt x="180" y="825"/>
                    <a:pt x="180" y="825"/>
                  </a:cubicBezTo>
                  <a:cubicBezTo>
                    <a:pt x="180" y="825"/>
                    <a:pt x="178" y="849"/>
                    <a:pt x="175" y="870"/>
                  </a:cubicBezTo>
                  <a:cubicBezTo>
                    <a:pt x="146" y="874"/>
                    <a:pt x="146" y="874"/>
                    <a:pt x="146" y="874"/>
                  </a:cubicBezTo>
                  <a:cubicBezTo>
                    <a:pt x="143" y="901"/>
                    <a:pt x="143" y="901"/>
                    <a:pt x="143" y="901"/>
                  </a:cubicBezTo>
                  <a:cubicBezTo>
                    <a:pt x="144" y="903"/>
                    <a:pt x="144" y="903"/>
                    <a:pt x="144" y="903"/>
                  </a:cubicBezTo>
                  <a:cubicBezTo>
                    <a:pt x="166" y="903"/>
                    <a:pt x="166" y="903"/>
                    <a:pt x="166" y="903"/>
                  </a:cubicBezTo>
                  <a:cubicBezTo>
                    <a:pt x="169" y="906"/>
                    <a:pt x="169" y="906"/>
                    <a:pt x="169" y="906"/>
                  </a:cubicBezTo>
                  <a:cubicBezTo>
                    <a:pt x="152" y="1005"/>
                    <a:pt x="152" y="1005"/>
                    <a:pt x="152" y="1005"/>
                  </a:cubicBezTo>
                  <a:cubicBezTo>
                    <a:pt x="148" y="1039"/>
                    <a:pt x="167" y="1059"/>
                    <a:pt x="205" y="1059"/>
                  </a:cubicBezTo>
                  <a:cubicBezTo>
                    <a:pt x="216" y="1059"/>
                    <a:pt x="242" y="1034"/>
                    <a:pt x="268" y="997"/>
                  </a:cubicBezTo>
                  <a:cubicBezTo>
                    <a:pt x="260" y="977"/>
                    <a:pt x="260" y="977"/>
                    <a:pt x="260" y="977"/>
                  </a:cubicBezTo>
                  <a:lnTo>
                    <a:pt x="251" y="975"/>
                  </a:lnTo>
                  <a:close/>
                  <a:moveTo>
                    <a:pt x="381" y="859"/>
                  </a:moveTo>
                  <a:cubicBezTo>
                    <a:pt x="346" y="859"/>
                    <a:pt x="317" y="874"/>
                    <a:pt x="298" y="898"/>
                  </a:cubicBezTo>
                  <a:cubicBezTo>
                    <a:pt x="282" y="919"/>
                    <a:pt x="273" y="947"/>
                    <a:pt x="273" y="979"/>
                  </a:cubicBezTo>
                  <a:cubicBezTo>
                    <a:pt x="273" y="1008"/>
                    <a:pt x="282" y="1030"/>
                    <a:pt x="298" y="1043"/>
                  </a:cubicBezTo>
                  <a:cubicBezTo>
                    <a:pt x="310" y="1052"/>
                    <a:pt x="325" y="1058"/>
                    <a:pt x="345" y="1058"/>
                  </a:cubicBezTo>
                  <a:cubicBezTo>
                    <a:pt x="410" y="1058"/>
                    <a:pt x="453" y="1009"/>
                    <a:pt x="453" y="935"/>
                  </a:cubicBezTo>
                  <a:cubicBezTo>
                    <a:pt x="453" y="887"/>
                    <a:pt x="428" y="859"/>
                    <a:pt x="381" y="859"/>
                  </a:cubicBezTo>
                  <a:close/>
                  <a:moveTo>
                    <a:pt x="360" y="1015"/>
                  </a:moveTo>
                  <a:cubicBezTo>
                    <a:pt x="349" y="1015"/>
                    <a:pt x="345" y="1003"/>
                    <a:pt x="345" y="975"/>
                  </a:cubicBezTo>
                  <a:cubicBezTo>
                    <a:pt x="345" y="934"/>
                    <a:pt x="352" y="908"/>
                    <a:pt x="365" y="908"/>
                  </a:cubicBezTo>
                  <a:cubicBezTo>
                    <a:pt x="376" y="908"/>
                    <a:pt x="380" y="918"/>
                    <a:pt x="380" y="947"/>
                  </a:cubicBezTo>
                  <a:cubicBezTo>
                    <a:pt x="380" y="995"/>
                    <a:pt x="374" y="1015"/>
                    <a:pt x="360" y="1015"/>
                  </a:cubicBezTo>
                  <a:close/>
                  <a:moveTo>
                    <a:pt x="2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596" y="72"/>
                    <a:pt x="596" y="72"/>
                    <a:pt x="596" y="72"/>
                  </a:cubicBezTo>
                  <a:cubicBezTo>
                    <a:pt x="596" y="0"/>
                    <a:pt x="596" y="0"/>
                    <a:pt x="596" y="0"/>
                  </a:cubicBezTo>
                  <a:lnTo>
                    <a:pt x="298" y="0"/>
                  </a:lnTo>
                  <a:close/>
                  <a:moveTo>
                    <a:pt x="298" y="1802"/>
                  </a:moveTo>
                  <a:cubicBezTo>
                    <a:pt x="0" y="1802"/>
                    <a:pt x="0" y="1802"/>
                    <a:pt x="0" y="1802"/>
                  </a:cubicBezTo>
                  <a:cubicBezTo>
                    <a:pt x="0" y="1874"/>
                    <a:pt x="0" y="1874"/>
                    <a:pt x="0" y="1874"/>
                  </a:cubicBezTo>
                  <a:cubicBezTo>
                    <a:pt x="596" y="1874"/>
                    <a:pt x="596" y="1874"/>
                    <a:pt x="596" y="1874"/>
                  </a:cubicBezTo>
                  <a:cubicBezTo>
                    <a:pt x="596" y="1802"/>
                    <a:pt x="596" y="1802"/>
                    <a:pt x="596" y="1802"/>
                  </a:cubicBezTo>
                  <a:lnTo>
                    <a:pt x="298" y="1802"/>
                  </a:lnTo>
                  <a:close/>
                  <a:moveTo>
                    <a:pt x="489" y="151"/>
                  </a:moveTo>
                  <a:cubicBezTo>
                    <a:pt x="117" y="151"/>
                    <a:pt x="117" y="151"/>
                    <a:pt x="117" y="151"/>
                  </a:cubicBezTo>
                  <a:cubicBezTo>
                    <a:pt x="110" y="151"/>
                    <a:pt x="105" y="156"/>
                    <a:pt x="105" y="162"/>
                  </a:cubicBezTo>
                  <a:cubicBezTo>
                    <a:pt x="105" y="169"/>
                    <a:pt x="110" y="174"/>
                    <a:pt x="117" y="174"/>
                  </a:cubicBezTo>
                  <a:cubicBezTo>
                    <a:pt x="489" y="174"/>
                    <a:pt x="489" y="174"/>
                    <a:pt x="489" y="174"/>
                  </a:cubicBezTo>
                  <a:cubicBezTo>
                    <a:pt x="495" y="174"/>
                    <a:pt x="500" y="169"/>
                    <a:pt x="500" y="162"/>
                  </a:cubicBezTo>
                  <a:cubicBezTo>
                    <a:pt x="500" y="156"/>
                    <a:pt x="495" y="151"/>
                    <a:pt x="489" y="151"/>
                  </a:cubicBezTo>
                  <a:close/>
                  <a:moveTo>
                    <a:pt x="489" y="230"/>
                  </a:moveTo>
                  <a:cubicBezTo>
                    <a:pt x="117" y="230"/>
                    <a:pt x="117" y="230"/>
                    <a:pt x="117" y="230"/>
                  </a:cubicBezTo>
                  <a:cubicBezTo>
                    <a:pt x="110" y="230"/>
                    <a:pt x="105" y="235"/>
                    <a:pt x="105" y="242"/>
                  </a:cubicBezTo>
                  <a:cubicBezTo>
                    <a:pt x="105" y="248"/>
                    <a:pt x="110" y="253"/>
                    <a:pt x="117" y="253"/>
                  </a:cubicBezTo>
                  <a:cubicBezTo>
                    <a:pt x="489" y="253"/>
                    <a:pt x="489" y="253"/>
                    <a:pt x="489" y="253"/>
                  </a:cubicBezTo>
                  <a:cubicBezTo>
                    <a:pt x="495" y="253"/>
                    <a:pt x="500" y="248"/>
                    <a:pt x="500" y="242"/>
                  </a:cubicBezTo>
                  <a:cubicBezTo>
                    <a:pt x="500" y="235"/>
                    <a:pt x="495" y="230"/>
                    <a:pt x="489" y="230"/>
                  </a:cubicBezTo>
                  <a:close/>
                  <a:moveTo>
                    <a:pt x="489" y="1625"/>
                  </a:moveTo>
                  <a:cubicBezTo>
                    <a:pt x="117" y="1625"/>
                    <a:pt x="117" y="1625"/>
                    <a:pt x="117" y="1625"/>
                  </a:cubicBezTo>
                  <a:cubicBezTo>
                    <a:pt x="110" y="1625"/>
                    <a:pt x="105" y="1630"/>
                    <a:pt x="105" y="1637"/>
                  </a:cubicBezTo>
                  <a:cubicBezTo>
                    <a:pt x="105" y="1643"/>
                    <a:pt x="110" y="1648"/>
                    <a:pt x="117" y="1648"/>
                  </a:cubicBezTo>
                  <a:cubicBezTo>
                    <a:pt x="489" y="1648"/>
                    <a:pt x="489" y="1648"/>
                    <a:pt x="489" y="1648"/>
                  </a:cubicBezTo>
                  <a:cubicBezTo>
                    <a:pt x="495" y="1648"/>
                    <a:pt x="500" y="1643"/>
                    <a:pt x="500" y="1637"/>
                  </a:cubicBezTo>
                  <a:cubicBezTo>
                    <a:pt x="500" y="1630"/>
                    <a:pt x="495" y="1625"/>
                    <a:pt x="489" y="1625"/>
                  </a:cubicBezTo>
                  <a:close/>
                  <a:moveTo>
                    <a:pt x="489" y="1705"/>
                  </a:moveTo>
                  <a:cubicBezTo>
                    <a:pt x="117" y="1705"/>
                    <a:pt x="117" y="1705"/>
                    <a:pt x="117" y="1705"/>
                  </a:cubicBezTo>
                  <a:cubicBezTo>
                    <a:pt x="110" y="1705"/>
                    <a:pt x="105" y="1710"/>
                    <a:pt x="105" y="1716"/>
                  </a:cubicBezTo>
                  <a:cubicBezTo>
                    <a:pt x="105" y="1722"/>
                    <a:pt x="110" y="1727"/>
                    <a:pt x="117" y="1727"/>
                  </a:cubicBezTo>
                  <a:cubicBezTo>
                    <a:pt x="489" y="1727"/>
                    <a:pt x="489" y="1727"/>
                    <a:pt x="489" y="1727"/>
                  </a:cubicBezTo>
                  <a:cubicBezTo>
                    <a:pt x="495" y="1727"/>
                    <a:pt x="500" y="1722"/>
                    <a:pt x="500" y="1716"/>
                  </a:cubicBezTo>
                  <a:cubicBezTo>
                    <a:pt x="500" y="1710"/>
                    <a:pt x="495" y="1705"/>
                    <a:pt x="489" y="1705"/>
                  </a:cubicBezTo>
                  <a:close/>
                  <a:moveTo>
                    <a:pt x="489" y="1705"/>
                  </a:moveTo>
                  <a:cubicBezTo>
                    <a:pt x="489" y="1705"/>
                    <a:pt x="489" y="1705"/>
                    <a:pt x="489" y="1705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202"/>
            <p:cNvSpPr>
              <a:spLocks noEditPoints="1"/>
            </p:cNvSpPr>
            <p:nvPr userDrawn="1"/>
          </p:nvSpPr>
          <p:spPr bwMode="auto">
            <a:xfrm>
              <a:off x="10383838" y="2078037"/>
              <a:ext cx="1019175" cy="2339975"/>
            </a:xfrm>
            <a:custGeom>
              <a:avLst/>
              <a:gdLst>
                <a:gd name="T0" fmla="*/ 253 w 642"/>
                <a:gd name="T1" fmla="*/ 110 h 1474"/>
                <a:gd name="T2" fmla="*/ 264 w 642"/>
                <a:gd name="T3" fmla="*/ 149 h 1474"/>
                <a:gd name="T4" fmla="*/ 642 w 642"/>
                <a:gd name="T5" fmla="*/ 1474 h 1474"/>
                <a:gd name="T6" fmla="*/ 222 w 642"/>
                <a:gd name="T7" fmla="*/ 0 h 1474"/>
                <a:gd name="T8" fmla="*/ 221 w 642"/>
                <a:gd name="T9" fmla="*/ 0 h 1474"/>
                <a:gd name="T10" fmla="*/ 253 w 642"/>
                <a:gd name="T11" fmla="*/ 110 h 1474"/>
                <a:gd name="T12" fmla="*/ 2 w 642"/>
                <a:gd name="T13" fmla="*/ 356 h 1474"/>
                <a:gd name="T14" fmla="*/ 17 w 642"/>
                <a:gd name="T15" fmla="*/ 366 h 1474"/>
                <a:gd name="T16" fmla="*/ 10 w 642"/>
                <a:gd name="T17" fmla="*/ 342 h 1474"/>
                <a:gd name="T18" fmla="*/ 2 w 642"/>
                <a:gd name="T19" fmla="*/ 356 h 1474"/>
                <a:gd name="T20" fmla="*/ 2 w 642"/>
                <a:gd name="T21" fmla="*/ 356 h 1474"/>
                <a:gd name="T22" fmla="*/ 2 w 642"/>
                <a:gd name="T23" fmla="*/ 356 h 1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2" h="1474">
                  <a:moveTo>
                    <a:pt x="253" y="110"/>
                  </a:moveTo>
                  <a:cubicBezTo>
                    <a:pt x="264" y="149"/>
                    <a:pt x="264" y="149"/>
                    <a:pt x="264" y="149"/>
                  </a:cubicBezTo>
                  <a:cubicBezTo>
                    <a:pt x="642" y="1474"/>
                    <a:pt x="642" y="1474"/>
                    <a:pt x="642" y="1474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53" y="110"/>
                    <a:pt x="253" y="110"/>
                    <a:pt x="253" y="110"/>
                  </a:cubicBezTo>
                  <a:close/>
                  <a:moveTo>
                    <a:pt x="2" y="356"/>
                  </a:moveTo>
                  <a:cubicBezTo>
                    <a:pt x="3" y="362"/>
                    <a:pt x="9" y="364"/>
                    <a:pt x="17" y="366"/>
                  </a:cubicBezTo>
                  <a:cubicBezTo>
                    <a:pt x="10" y="342"/>
                    <a:pt x="10" y="342"/>
                    <a:pt x="10" y="342"/>
                  </a:cubicBezTo>
                  <a:cubicBezTo>
                    <a:pt x="3" y="345"/>
                    <a:pt x="0" y="350"/>
                    <a:pt x="2" y="356"/>
                  </a:cubicBezTo>
                  <a:close/>
                  <a:moveTo>
                    <a:pt x="2" y="356"/>
                  </a:moveTo>
                  <a:cubicBezTo>
                    <a:pt x="2" y="356"/>
                    <a:pt x="2" y="356"/>
                    <a:pt x="2" y="356"/>
                  </a:cubicBezTo>
                </a:path>
              </a:pathLst>
            </a:custGeom>
            <a:solidFill>
              <a:srgbClr val="FF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203"/>
            <p:cNvSpPr>
              <a:spLocks noEditPoints="1"/>
            </p:cNvSpPr>
            <p:nvPr userDrawn="1"/>
          </p:nvSpPr>
          <p:spPr bwMode="auto">
            <a:xfrm>
              <a:off x="10469563" y="2936875"/>
              <a:ext cx="6350" cy="152400"/>
            </a:xfrm>
            <a:custGeom>
              <a:avLst/>
              <a:gdLst>
                <a:gd name="T0" fmla="*/ 0 w 4"/>
                <a:gd name="T1" fmla="*/ 0 h 96"/>
                <a:gd name="T2" fmla="*/ 3 w 4"/>
                <a:gd name="T3" fmla="*/ 0 h 96"/>
                <a:gd name="T4" fmla="*/ 3 w 4"/>
                <a:gd name="T5" fmla="*/ 96 h 96"/>
                <a:gd name="T6" fmla="*/ 0 w 4"/>
                <a:gd name="T7" fmla="*/ 96 h 96"/>
                <a:gd name="T8" fmla="*/ 0 w 4"/>
                <a:gd name="T9" fmla="*/ 0 h 96"/>
                <a:gd name="T10" fmla="*/ 3 w 4"/>
                <a:gd name="T11" fmla="*/ 0 h 96"/>
                <a:gd name="T12" fmla="*/ 4 w 4"/>
                <a:gd name="T13" fmla="*/ 0 h 96"/>
                <a:gd name="T14" fmla="*/ 4 w 4"/>
                <a:gd name="T15" fmla="*/ 96 h 96"/>
                <a:gd name="T16" fmla="*/ 3 w 4"/>
                <a:gd name="T17" fmla="*/ 96 h 96"/>
                <a:gd name="T18" fmla="*/ 3 w 4"/>
                <a:gd name="T19" fmla="*/ 0 h 96"/>
                <a:gd name="T20" fmla="*/ 3 w 4"/>
                <a:gd name="T21" fmla="*/ 0 h 96"/>
                <a:gd name="T22" fmla="*/ 3 w 4"/>
                <a:gd name="T2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96">
                  <a:moveTo>
                    <a:pt x="0" y="0"/>
                  </a:moveTo>
                  <a:lnTo>
                    <a:pt x="3" y="0"/>
                  </a:lnTo>
                  <a:lnTo>
                    <a:pt x="3" y="96"/>
                  </a:lnTo>
                  <a:lnTo>
                    <a:pt x="0" y="96"/>
                  </a:lnTo>
                  <a:lnTo>
                    <a:pt x="0" y="0"/>
                  </a:lnTo>
                  <a:close/>
                  <a:moveTo>
                    <a:pt x="3" y="0"/>
                  </a:moveTo>
                  <a:lnTo>
                    <a:pt x="4" y="0"/>
                  </a:lnTo>
                  <a:lnTo>
                    <a:pt x="4" y="96"/>
                  </a:lnTo>
                  <a:lnTo>
                    <a:pt x="3" y="96"/>
                  </a:lnTo>
                  <a:lnTo>
                    <a:pt x="3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close/>
                </a:path>
              </a:pathLst>
            </a:cu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204"/>
            <p:cNvSpPr>
              <a:spLocks noEditPoints="1"/>
            </p:cNvSpPr>
            <p:nvPr userDrawn="1"/>
          </p:nvSpPr>
          <p:spPr bwMode="auto">
            <a:xfrm>
              <a:off x="10469563" y="2936875"/>
              <a:ext cx="6350" cy="152400"/>
            </a:xfrm>
            <a:custGeom>
              <a:avLst/>
              <a:gdLst>
                <a:gd name="T0" fmla="*/ 0 w 4"/>
                <a:gd name="T1" fmla="*/ 0 h 96"/>
                <a:gd name="T2" fmla="*/ 3 w 4"/>
                <a:gd name="T3" fmla="*/ 0 h 96"/>
                <a:gd name="T4" fmla="*/ 3 w 4"/>
                <a:gd name="T5" fmla="*/ 96 h 96"/>
                <a:gd name="T6" fmla="*/ 0 w 4"/>
                <a:gd name="T7" fmla="*/ 96 h 96"/>
                <a:gd name="T8" fmla="*/ 0 w 4"/>
                <a:gd name="T9" fmla="*/ 0 h 96"/>
                <a:gd name="T10" fmla="*/ 3 w 4"/>
                <a:gd name="T11" fmla="*/ 0 h 96"/>
                <a:gd name="T12" fmla="*/ 4 w 4"/>
                <a:gd name="T13" fmla="*/ 0 h 96"/>
                <a:gd name="T14" fmla="*/ 4 w 4"/>
                <a:gd name="T15" fmla="*/ 96 h 96"/>
                <a:gd name="T16" fmla="*/ 3 w 4"/>
                <a:gd name="T17" fmla="*/ 96 h 96"/>
                <a:gd name="T18" fmla="*/ 3 w 4"/>
                <a:gd name="T19" fmla="*/ 0 h 96"/>
                <a:gd name="T20" fmla="*/ 3 w 4"/>
                <a:gd name="T21" fmla="*/ 0 h 96"/>
                <a:gd name="T22" fmla="*/ 3 w 4"/>
                <a:gd name="T2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96">
                  <a:moveTo>
                    <a:pt x="0" y="0"/>
                  </a:moveTo>
                  <a:lnTo>
                    <a:pt x="3" y="0"/>
                  </a:lnTo>
                  <a:lnTo>
                    <a:pt x="3" y="96"/>
                  </a:lnTo>
                  <a:lnTo>
                    <a:pt x="0" y="96"/>
                  </a:lnTo>
                  <a:lnTo>
                    <a:pt x="0" y="0"/>
                  </a:lnTo>
                  <a:moveTo>
                    <a:pt x="3" y="0"/>
                  </a:moveTo>
                  <a:lnTo>
                    <a:pt x="4" y="0"/>
                  </a:lnTo>
                  <a:lnTo>
                    <a:pt x="4" y="96"/>
                  </a:lnTo>
                  <a:lnTo>
                    <a:pt x="3" y="96"/>
                  </a:lnTo>
                  <a:lnTo>
                    <a:pt x="3" y="0"/>
                  </a:lnTo>
                  <a:moveTo>
                    <a:pt x="3" y="0"/>
                  </a:move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Rectangle 205"/>
            <p:cNvSpPr>
              <a:spLocks noChangeArrowheads="1"/>
            </p:cNvSpPr>
            <p:nvPr userDrawn="1"/>
          </p:nvSpPr>
          <p:spPr bwMode="auto">
            <a:xfrm>
              <a:off x="10475913" y="2936875"/>
              <a:ext cx="1588" cy="152400"/>
            </a:xfrm>
            <a:prstGeom prst="rect">
              <a:avLst/>
            </a:prstGeom>
            <a:solidFill>
              <a:srgbClr val="3E3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Rectangle 206"/>
            <p:cNvSpPr>
              <a:spLocks noChangeArrowheads="1"/>
            </p:cNvSpPr>
            <p:nvPr userDrawn="1"/>
          </p:nvSpPr>
          <p:spPr bwMode="auto">
            <a:xfrm>
              <a:off x="10477501" y="2936875"/>
              <a:ext cx="1588" cy="152400"/>
            </a:xfrm>
            <a:prstGeom prst="rect">
              <a:avLst/>
            </a:prstGeom>
            <a:solidFill>
              <a:srgbClr val="3E3E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Rectangle 207"/>
            <p:cNvSpPr>
              <a:spLocks noChangeArrowheads="1"/>
            </p:cNvSpPr>
            <p:nvPr userDrawn="1"/>
          </p:nvSpPr>
          <p:spPr bwMode="auto">
            <a:xfrm>
              <a:off x="10477501" y="2936875"/>
              <a:ext cx="1588" cy="152400"/>
            </a:xfrm>
            <a:prstGeom prst="rect">
              <a:avLst/>
            </a:prstGeom>
            <a:solidFill>
              <a:srgbClr val="3D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Rectangle 208"/>
            <p:cNvSpPr>
              <a:spLocks noChangeArrowheads="1"/>
            </p:cNvSpPr>
            <p:nvPr userDrawn="1"/>
          </p:nvSpPr>
          <p:spPr bwMode="auto">
            <a:xfrm>
              <a:off x="10479088" y="2936875"/>
              <a:ext cx="1588" cy="152400"/>
            </a:xfrm>
            <a:prstGeom prst="rect">
              <a:avLst/>
            </a:prstGeom>
            <a:solidFill>
              <a:srgbClr val="3C3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Rectangle 209"/>
            <p:cNvSpPr>
              <a:spLocks noChangeArrowheads="1"/>
            </p:cNvSpPr>
            <p:nvPr userDrawn="1"/>
          </p:nvSpPr>
          <p:spPr bwMode="auto">
            <a:xfrm>
              <a:off x="10480676" y="2936875"/>
              <a:ext cx="1588" cy="152400"/>
            </a:xfrm>
            <a:prstGeom prst="rect">
              <a:avLst/>
            </a:prstGeom>
            <a:solidFill>
              <a:srgbClr val="3B3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Rectangle 210"/>
            <p:cNvSpPr>
              <a:spLocks noChangeArrowheads="1"/>
            </p:cNvSpPr>
            <p:nvPr userDrawn="1"/>
          </p:nvSpPr>
          <p:spPr bwMode="auto">
            <a:xfrm>
              <a:off x="10482263" y="2936875"/>
              <a:ext cx="1588" cy="152400"/>
            </a:xfrm>
            <a:prstGeom prst="rect">
              <a:avLst/>
            </a:prstGeom>
            <a:solidFill>
              <a:srgbClr val="3B3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Rectangle 211"/>
            <p:cNvSpPr>
              <a:spLocks noChangeArrowheads="1"/>
            </p:cNvSpPr>
            <p:nvPr userDrawn="1"/>
          </p:nvSpPr>
          <p:spPr bwMode="auto">
            <a:xfrm>
              <a:off x="10482263" y="2936875"/>
              <a:ext cx="1588" cy="152400"/>
            </a:xfrm>
            <a:prstGeom prst="rect">
              <a:avLst/>
            </a:prstGeom>
            <a:solidFill>
              <a:srgbClr val="3A3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Rectangle 212"/>
            <p:cNvSpPr>
              <a:spLocks noChangeArrowheads="1"/>
            </p:cNvSpPr>
            <p:nvPr userDrawn="1"/>
          </p:nvSpPr>
          <p:spPr bwMode="auto">
            <a:xfrm>
              <a:off x="10483851" y="2936875"/>
              <a:ext cx="1588" cy="152400"/>
            </a:xfrm>
            <a:prstGeom prst="rect">
              <a:avLst/>
            </a:prstGeom>
            <a:solidFill>
              <a:srgbClr val="393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Rectangle 213"/>
            <p:cNvSpPr>
              <a:spLocks noChangeArrowheads="1"/>
            </p:cNvSpPr>
            <p:nvPr userDrawn="1"/>
          </p:nvSpPr>
          <p:spPr bwMode="auto">
            <a:xfrm>
              <a:off x="10485438" y="2936875"/>
              <a:ext cx="1588" cy="152400"/>
            </a:xfrm>
            <a:prstGeom prst="rect">
              <a:avLst/>
            </a:prstGeom>
            <a:solidFill>
              <a:srgbClr val="3838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Rectangle 214"/>
            <p:cNvSpPr>
              <a:spLocks noChangeArrowheads="1"/>
            </p:cNvSpPr>
            <p:nvPr userDrawn="1"/>
          </p:nvSpPr>
          <p:spPr bwMode="auto">
            <a:xfrm>
              <a:off x="10487026" y="2936875"/>
              <a:ext cx="1588" cy="152400"/>
            </a:xfrm>
            <a:prstGeom prst="rect">
              <a:avLst/>
            </a:prstGeom>
            <a:solidFill>
              <a:srgbClr val="38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Rectangle 215"/>
            <p:cNvSpPr>
              <a:spLocks noChangeArrowheads="1"/>
            </p:cNvSpPr>
            <p:nvPr userDrawn="1"/>
          </p:nvSpPr>
          <p:spPr bwMode="auto">
            <a:xfrm>
              <a:off x="10487026" y="2936875"/>
              <a:ext cx="1588" cy="152400"/>
            </a:xfrm>
            <a:prstGeom prst="rect">
              <a:avLst/>
            </a:prstGeom>
            <a:solidFill>
              <a:srgbClr val="373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Rectangle 216"/>
            <p:cNvSpPr>
              <a:spLocks noChangeArrowheads="1"/>
            </p:cNvSpPr>
            <p:nvPr userDrawn="1"/>
          </p:nvSpPr>
          <p:spPr bwMode="auto">
            <a:xfrm>
              <a:off x="10488613" y="2936875"/>
              <a:ext cx="1588" cy="152400"/>
            </a:xfrm>
            <a:prstGeom prst="rect">
              <a:avLst/>
            </a:prstGeom>
            <a:solidFill>
              <a:srgbClr val="363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Rectangle 217"/>
            <p:cNvSpPr>
              <a:spLocks noChangeArrowheads="1"/>
            </p:cNvSpPr>
            <p:nvPr userDrawn="1"/>
          </p:nvSpPr>
          <p:spPr bwMode="auto">
            <a:xfrm>
              <a:off x="10490201" y="2936875"/>
              <a:ext cx="1588" cy="152400"/>
            </a:xfrm>
            <a:prstGeom prst="rect">
              <a:avLst/>
            </a:prstGeom>
            <a:solidFill>
              <a:srgbClr val="36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Rectangle 218"/>
            <p:cNvSpPr>
              <a:spLocks noChangeArrowheads="1"/>
            </p:cNvSpPr>
            <p:nvPr userDrawn="1"/>
          </p:nvSpPr>
          <p:spPr bwMode="auto">
            <a:xfrm>
              <a:off x="10490201" y="2936875"/>
              <a:ext cx="1588" cy="152400"/>
            </a:xfrm>
            <a:prstGeom prst="rect">
              <a:avLst/>
            </a:prstGeom>
            <a:solidFill>
              <a:srgbClr val="353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Rectangle 219"/>
            <p:cNvSpPr>
              <a:spLocks noChangeArrowheads="1"/>
            </p:cNvSpPr>
            <p:nvPr userDrawn="1"/>
          </p:nvSpPr>
          <p:spPr bwMode="auto">
            <a:xfrm>
              <a:off x="10491788" y="2936875"/>
              <a:ext cx="1588" cy="152400"/>
            </a:xfrm>
            <a:prstGeom prst="rect">
              <a:avLst/>
            </a:prstGeom>
            <a:solidFill>
              <a:srgbClr val="343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Rectangle 220"/>
            <p:cNvSpPr>
              <a:spLocks noChangeArrowheads="1"/>
            </p:cNvSpPr>
            <p:nvPr userDrawn="1"/>
          </p:nvSpPr>
          <p:spPr bwMode="auto">
            <a:xfrm>
              <a:off x="10493376" y="2936875"/>
              <a:ext cx="1588" cy="152400"/>
            </a:xfrm>
            <a:prstGeom prst="rect">
              <a:avLst/>
            </a:prstGeom>
            <a:solidFill>
              <a:srgbClr val="333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Rectangle 221"/>
            <p:cNvSpPr>
              <a:spLocks noChangeArrowheads="1"/>
            </p:cNvSpPr>
            <p:nvPr userDrawn="1"/>
          </p:nvSpPr>
          <p:spPr bwMode="auto">
            <a:xfrm>
              <a:off x="10494963" y="2936875"/>
              <a:ext cx="1588" cy="152400"/>
            </a:xfrm>
            <a:prstGeom prst="rect">
              <a:avLst/>
            </a:prstGeom>
            <a:solidFill>
              <a:srgbClr val="33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Rectangle 222"/>
            <p:cNvSpPr>
              <a:spLocks noChangeArrowheads="1"/>
            </p:cNvSpPr>
            <p:nvPr userDrawn="1"/>
          </p:nvSpPr>
          <p:spPr bwMode="auto">
            <a:xfrm>
              <a:off x="10496551" y="2936875"/>
              <a:ext cx="1588" cy="152400"/>
            </a:xfrm>
            <a:prstGeom prst="rect">
              <a:avLst/>
            </a:prstGeom>
            <a:solidFill>
              <a:srgbClr val="323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Rectangle 223"/>
            <p:cNvSpPr>
              <a:spLocks noChangeArrowheads="1"/>
            </p:cNvSpPr>
            <p:nvPr userDrawn="1"/>
          </p:nvSpPr>
          <p:spPr bwMode="auto">
            <a:xfrm>
              <a:off x="10496551" y="2936875"/>
              <a:ext cx="1588" cy="152400"/>
            </a:xfrm>
            <a:prstGeom prst="rect">
              <a:avLst/>
            </a:prstGeom>
            <a:solidFill>
              <a:srgbClr val="313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Rectangle 224"/>
            <p:cNvSpPr>
              <a:spLocks noChangeArrowheads="1"/>
            </p:cNvSpPr>
            <p:nvPr userDrawn="1"/>
          </p:nvSpPr>
          <p:spPr bwMode="auto">
            <a:xfrm>
              <a:off x="10498138" y="2936875"/>
              <a:ext cx="1588" cy="152400"/>
            </a:xfrm>
            <a:prstGeom prst="rect">
              <a:avLst/>
            </a:prstGeom>
            <a:solidFill>
              <a:srgbClr val="303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Rectangle 225"/>
            <p:cNvSpPr>
              <a:spLocks noChangeArrowheads="1"/>
            </p:cNvSpPr>
            <p:nvPr userDrawn="1"/>
          </p:nvSpPr>
          <p:spPr bwMode="auto">
            <a:xfrm>
              <a:off x="10499726" y="2936875"/>
              <a:ext cx="1588" cy="152400"/>
            </a:xfrm>
            <a:prstGeom prst="rect">
              <a:avLst/>
            </a:prstGeom>
            <a:solidFill>
              <a:srgbClr val="303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Rectangle 226"/>
            <p:cNvSpPr>
              <a:spLocks noChangeArrowheads="1"/>
            </p:cNvSpPr>
            <p:nvPr userDrawn="1"/>
          </p:nvSpPr>
          <p:spPr bwMode="auto">
            <a:xfrm>
              <a:off x="10499726" y="2936875"/>
              <a:ext cx="1588" cy="152400"/>
            </a:xfrm>
            <a:prstGeom prst="rect">
              <a:avLst/>
            </a:prstGeom>
            <a:solidFill>
              <a:srgbClr val="2F2F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Rectangle 227"/>
            <p:cNvSpPr>
              <a:spLocks noChangeArrowheads="1"/>
            </p:cNvSpPr>
            <p:nvPr userDrawn="1"/>
          </p:nvSpPr>
          <p:spPr bwMode="auto">
            <a:xfrm>
              <a:off x="10501313" y="2936875"/>
              <a:ext cx="1588" cy="152400"/>
            </a:xfrm>
            <a:prstGeom prst="rect">
              <a:avLst/>
            </a:prstGeom>
            <a:solidFill>
              <a:srgbClr val="2E2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Rectangle 228"/>
            <p:cNvSpPr>
              <a:spLocks noChangeArrowheads="1"/>
            </p:cNvSpPr>
            <p:nvPr userDrawn="1"/>
          </p:nvSpPr>
          <p:spPr bwMode="auto">
            <a:xfrm>
              <a:off x="10502901" y="2936875"/>
              <a:ext cx="1588" cy="152400"/>
            </a:xfrm>
            <a:prstGeom prst="rect">
              <a:avLst/>
            </a:prstGeom>
            <a:solidFill>
              <a:srgbClr val="2E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Rectangle 229"/>
            <p:cNvSpPr>
              <a:spLocks noChangeArrowheads="1"/>
            </p:cNvSpPr>
            <p:nvPr userDrawn="1"/>
          </p:nvSpPr>
          <p:spPr bwMode="auto">
            <a:xfrm>
              <a:off x="10504488" y="2936875"/>
              <a:ext cx="1588" cy="152400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Rectangle 230"/>
            <p:cNvSpPr>
              <a:spLocks noChangeArrowheads="1"/>
            </p:cNvSpPr>
            <p:nvPr userDrawn="1"/>
          </p:nvSpPr>
          <p:spPr bwMode="auto">
            <a:xfrm>
              <a:off x="10506076" y="2936875"/>
              <a:ext cx="1588" cy="152400"/>
            </a:xfrm>
            <a:prstGeom prst="rect">
              <a:avLst/>
            </a:prstGeom>
            <a:solidFill>
              <a:srgbClr val="2C2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Rectangle 231"/>
            <p:cNvSpPr>
              <a:spLocks noChangeArrowheads="1"/>
            </p:cNvSpPr>
            <p:nvPr userDrawn="1"/>
          </p:nvSpPr>
          <p:spPr bwMode="auto">
            <a:xfrm>
              <a:off x="10507663" y="2936875"/>
              <a:ext cx="1588" cy="152400"/>
            </a:xfrm>
            <a:prstGeom prst="rect">
              <a:avLst/>
            </a:prstGeom>
            <a:solidFill>
              <a:srgbClr val="2B2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Rectangle 232"/>
            <p:cNvSpPr>
              <a:spLocks noChangeArrowheads="1"/>
            </p:cNvSpPr>
            <p:nvPr userDrawn="1"/>
          </p:nvSpPr>
          <p:spPr bwMode="auto">
            <a:xfrm>
              <a:off x="10507663" y="2936875"/>
              <a:ext cx="1588" cy="152400"/>
            </a:xfrm>
            <a:prstGeom prst="rect">
              <a:avLst/>
            </a:prstGeom>
            <a:solidFill>
              <a:srgbClr val="2B2B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Rectangle 233"/>
            <p:cNvSpPr>
              <a:spLocks noChangeArrowheads="1"/>
            </p:cNvSpPr>
            <p:nvPr userDrawn="1"/>
          </p:nvSpPr>
          <p:spPr bwMode="auto">
            <a:xfrm>
              <a:off x="10509251" y="2936875"/>
              <a:ext cx="1588" cy="152400"/>
            </a:xfrm>
            <a:prstGeom prst="rect">
              <a:avLst/>
            </a:prstGeom>
            <a:solidFill>
              <a:srgbClr val="2A2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Rectangle 234"/>
            <p:cNvSpPr>
              <a:spLocks noChangeArrowheads="1"/>
            </p:cNvSpPr>
            <p:nvPr userDrawn="1"/>
          </p:nvSpPr>
          <p:spPr bwMode="auto">
            <a:xfrm>
              <a:off x="10509251" y="2936875"/>
              <a:ext cx="1588" cy="152400"/>
            </a:xfrm>
            <a:prstGeom prst="rect">
              <a:avLst/>
            </a:prstGeom>
            <a:solidFill>
              <a:srgbClr val="29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Rectangle 235"/>
            <p:cNvSpPr>
              <a:spLocks noChangeArrowheads="1"/>
            </p:cNvSpPr>
            <p:nvPr userDrawn="1"/>
          </p:nvSpPr>
          <p:spPr bwMode="auto">
            <a:xfrm>
              <a:off x="10510838" y="2936875"/>
              <a:ext cx="1588" cy="152400"/>
            </a:xfrm>
            <a:prstGeom prst="rect">
              <a:avLst/>
            </a:prstGeom>
            <a:solidFill>
              <a:srgbClr val="282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Rectangle 236"/>
            <p:cNvSpPr>
              <a:spLocks noChangeArrowheads="1"/>
            </p:cNvSpPr>
            <p:nvPr userDrawn="1"/>
          </p:nvSpPr>
          <p:spPr bwMode="auto">
            <a:xfrm>
              <a:off x="10512426" y="2936875"/>
              <a:ext cx="1588" cy="152400"/>
            </a:xfrm>
            <a:prstGeom prst="rect">
              <a:avLst/>
            </a:prstGeom>
            <a:solidFill>
              <a:srgbClr val="282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Rectangle 237"/>
            <p:cNvSpPr>
              <a:spLocks noChangeArrowheads="1"/>
            </p:cNvSpPr>
            <p:nvPr userDrawn="1"/>
          </p:nvSpPr>
          <p:spPr bwMode="auto">
            <a:xfrm>
              <a:off x="10514013" y="2936875"/>
              <a:ext cx="1588" cy="152400"/>
            </a:xfrm>
            <a:prstGeom prst="rect">
              <a:avLst/>
            </a:prstGeom>
            <a:solidFill>
              <a:srgbClr val="272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Rectangle 238"/>
            <p:cNvSpPr>
              <a:spLocks noChangeArrowheads="1"/>
            </p:cNvSpPr>
            <p:nvPr userDrawn="1"/>
          </p:nvSpPr>
          <p:spPr bwMode="auto">
            <a:xfrm>
              <a:off x="10515601" y="2936875"/>
              <a:ext cx="1588" cy="152400"/>
            </a:xfrm>
            <a:prstGeom prst="rect">
              <a:avLst/>
            </a:prstGeom>
            <a:solidFill>
              <a:srgbClr val="262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Rectangle 239"/>
            <p:cNvSpPr>
              <a:spLocks noChangeArrowheads="1"/>
            </p:cNvSpPr>
            <p:nvPr userDrawn="1"/>
          </p:nvSpPr>
          <p:spPr bwMode="auto">
            <a:xfrm>
              <a:off x="10517188" y="2936875"/>
              <a:ext cx="1588" cy="152400"/>
            </a:xfrm>
            <a:prstGeom prst="rect">
              <a:avLst/>
            </a:prstGeom>
            <a:solidFill>
              <a:srgbClr val="25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Rectangle 240"/>
            <p:cNvSpPr>
              <a:spLocks noChangeArrowheads="1"/>
            </p:cNvSpPr>
            <p:nvPr userDrawn="1"/>
          </p:nvSpPr>
          <p:spPr bwMode="auto">
            <a:xfrm>
              <a:off x="10517188" y="2936875"/>
              <a:ext cx="1588" cy="152400"/>
            </a:xfrm>
            <a:prstGeom prst="rect">
              <a:avLst/>
            </a:prstGeom>
            <a:solidFill>
              <a:srgbClr val="2525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Rectangle 241"/>
            <p:cNvSpPr>
              <a:spLocks noChangeArrowheads="1"/>
            </p:cNvSpPr>
            <p:nvPr userDrawn="1"/>
          </p:nvSpPr>
          <p:spPr bwMode="auto">
            <a:xfrm>
              <a:off x="10518776" y="2936875"/>
              <a:ext cx="1588" cy="152400"/>
            </a:xfrm>
            <a:prstGeom prst="rect">
              <a:avLst/>
            </a:prstGeom>
            <a:solidFill>
              <a:srgbClr val="24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Rectangle 242"/>
            <p:cNvSpPr>
              <a:spLocks noChangeArrowheads="1"/>
            </p:cNvSpPr>
            <p:nvPr userDrawn="1"/>
          </p:nvSpPr>
          <p:spPr bwMode="auto">
            <a:xfrm>
              <a:off x="10520363" y="2936875"/>
              <a:ext cx="1588" cy="152400"/>
            </a:xfrm>
            <a:prstGeom prst="rect">
              <a:avLst/>
            </a:prstGeom>
            <a:solidFill>
              <a:srgbClr val="232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Rectangle 243"/>
            <p:cNvSpPr>
              <a:spLocks noChangeArrowheads="1"/>
            </p:cNvSpPr>
            <p:nvPr userDrawn="1"/>
          </p:nvSpPr>
          <p:spPr bwMode="auto">
            <a:xfrm>
              <a:off x="10520363" y="2936875"/>
              <a:ext cx="1588" cy="152400"/>
            </a:xfrm>
            <a:prstGeom prst="rect">
              <a:avLst/>
            </a:prstGeom>
            <a:solidFill>
              <a:srgbClr val="2323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Rectangle 244"/>
            <p:cNvSpPr>
              <a:spLocks noChangeArrowheads="1"/>
            </p:cNvSpPr>
            <p:nvPr userDrawn="1"/>
          </p:nvSpPr>
          <p:spPr bwMode="auto">
            <a:xfrm>
              <a:off x="10521951" y="2936875"/>
              <a:ext cx="1588" cy="152400"/>
            </a:xfrm>
            <a:prstGeom prst="rect">
              <a:avLst/>
            </a:prstGeom>
            <a:solidFill>
              <a:srgbClr val="222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Rectangle 245"/>
            <p:cNvSpPr>
              <a:spLocks noChangeArrowheads="1"/>
            </p:cNvSpPr>
            <p:nvPr userDrawn="1"/>
          </p:nvSpPr>
          <p:spPr bwMode="auto">
            <a:xfrm>
              <a:off x="10523538" y="2936875"/>
              <a:ext cx="1588" cy="152400"/>
            </a:xfrm>
            <a:prstGeom prst="rect">
              <a:avLst/>
            </a:prstGeom>
            <a:solidFill>
              <a:srgbClr val="212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246"/>
            <p:cNvSpPr>
              <a:spLocks noChangeArrowheads="1"/>
            </p:cNvSpPr>
            <p:nvPr userDrawn="1"/>
          </p:nvSpPr>
          <p:spPr bwMode="auto">
            <a:xfrm>
              <a:off x="10525126" y="2936875"/>
              <a:ext cx="1588" cy="152400"/>
            </a:xfrm>
            <a:prstGeom prst="rect">
              <a:avLst/>
            </a:prstGeom>
            <a:solidFill>
              <a:srgbClr val="202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Rectangle 247"/>
            <p:cNvSpPr>
              <a:spLocks noChangeArrowheads="1"/>
            </p:cNvSpPr>
            <p:nvPr userDrawn="1"/>
          </p:nvSpPr>
          <p:spPr bwMode="auto">
            <a:xfrm>
              <a:off x="10525126" y="2936875"/>
              <a:ext cx="1588" cy="152400"/>
            </a:xfrm>
            <a:prstGeom prst="rect">
              <a:avLst/>
            </a:prstGeom>
            <a:solidFill>
              <a:srgbClr val="202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Rectangle 248"/>
            <p:cNvSpPr>
              <a:spLocks noChangeArrowheads="1"/>
            </p:cNvSpPr>
            <p:nvPr userDrawn="1"/>
          </p:nvSpPr>
          <p:spPr bwMode="auto">
            <a:xfrm>
              <a:off x="10526713" y="2936875"/>
              <a:ext cx="1588" cy="152400"/>
            </a:xfrm>
            <a:prstGeom prst="rect">
              <a:avLst/>
            </a:prstGeom>
            <a:solidFill>
              <a:srgbClr val="1F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Rectangle 249"/>
            <p:cNvSpPr>
              <a:spLocks noChangeArrowheads="1"/>
            </p:cNvSpPr>
            <p:nvPr userDrawn="1"/>
          </p:nvSpPr>
          <p:spPr bwMode="auto">
            <a:xfrm>
              <a:off x="10528301" y="2936875"/>
              <a:ext cx="1588" cy="152400"/>
            </a:xfrm>
            <a:prstGeom prst="rect">
              <a:avLst/>
            </a:prstGeom>
            <a:solidFill>
              <a:srgbClr val="1E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Rectangle 250"/>
            <p:cNvSpPr>
              <a:spLocks noChangeArrowheads="1"/>
            </p:cNvSpPr>
            <p:nvPr userDrawn="1"/>
          </p:nvSpPr>
          <p:spPr bwMode="auto">
            <a:xfrm>
              <a:off x="10529888" y="2936875"/>
              <a:ext cx="1588" cy="152400"/>
            </a:xfrm>
            <a:prstGeom prst="rect">
              <a:avLst/>
            </a:prstGeom>
            <a:solidFill>
              <a:srgbClr val="1D1D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Rectangle 251"/>
            <p:cNvSpPr>
              <a:spLocks noChangeArrowheads="1"/>
            </p:cNvSpPr>
            <p:nvPr userDrawn="1"/>
          </p:nvSpPr>
          <p:spPr bwMode="auto">
            <a:xfrm>
              <a:off x="10529888" y="2936875"/>
              <a:ext cx="1588" cy="152400"/>
            </a:xfrm>
            <a:prstGeom prst="rect">
              <a:avLst/>
            </a:prstGeom>
            <a:solidFill>
              <a:srgbClr val="1D1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Rectangle 252"/>
            <p:cNvSpPr>
              <a:spLocks noChangeArrowheads="1"/>
            </p:cNvSpPr>
            <p:nvPr userDrawn="1"/>
          </p:nvSpPr>
          <p:spPr bwMode="auto">
            <a:xfrm>
              <a:off x="10531476" y="2936875"/>
              <a:ext cx="1588" cy="1524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253"/>
            <p:cNvSpPr>
              <a:spLocks noEditPoints="1"/>
            </p:cNvSpPr>
            <p:nvPr userDrawn="1"/>
          </p:nvSpPr>
          <p:spPr bwMode="auto">
            <a:xfrm>
              <a:off x="10877551" y="4295775"/>
              <a:ext cx="581025" cy="314325"/>
            </a:xfrm>
            <a:custGeom>
              <a:avLst/>
              <a:gdLst>
                <a:gd name="T0" fmla="*/ 9 w 366"/>
                <a:gd name="T1" fmla="*/ 33 h 198"/>
                <a:gd name="T2" fmla="*/ 0 w 366"/>
                <a:gd name="T3" fmla="*/ 0 h 198"/>
                <a:gd name="T4" fmla="*/ 8 w 366"/>
                <a:gd name="T5" fmla="*/ 30 h 198"/>
                <a:gd name="T6" fmla="*/ 9 w 366"/>
                <a:gd name="T7" fmla="*/ 33 h 198"/>
                <a:gd name="T8" fmla="*/ 366 w 366"/>
                <a:gd name="T9" fmla="*/ 198 h 198"/>
                <a:gd name="T10" fmla="*/ 342 w 366"/>
                <a:gd name="T11" fmla="*/ 116 h 198"/>
                <a:gd name="T12" fmla="*/ 366 w 366"/>
                <a:gd name="T13" fmla="*/ 198 h 198"/>
                <a:gd name="T14" fmla="*/ 366 w 366"/>
                <a:gd name="T15" fmla="*/ 198 h 198"/>
                <a:gd name="T16" fmla="*/ 366 w 366"/>
                <a:gd name="T17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6" h="198">
                  <a:moveTo>
                    <a:pt x="9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9"/>
                    <a:pt x="5" y="19"/>
                    <a:pt x="8" y="30"/>
                  </a:cubicBezTo>
                  <a:cubicBezTo>
                    <a:pt x="8" y="31"/>
                    <a:pt x="9" y="32"/>
                    <a:pt x="9" y="33"/>
                  </a:cubicBezTo>
                  <a:close/>
                  <a:moveTo>
                    <a:pt x="366" y="198"/>
                  </a:moveTo>
                  <a:cubicBezTo>
                    <a:pt x="342" y="116"/>
                    <a:pt x="342" y="116"/>
                    <a:pt x="342" y="116"/>
                  </a:cubicBezTo>
                  <a:lnTo>
                    <a:pt x="366" y="198"/>
                  </a:lnTo>
                  <a:close/>
                  <a:moveTo>
                    <a:pt x="366" y="198"/>
                  </a:moveTo>
                  <a:cubicBezTo>
                    <a:pt x="366" y="198"/>
                    <a:pt x="366" y="198"/>
                    <a:pt x="366" y="198"/>
                  </a:cubicBezTo>
                </a:path>
              </a:pathLst>
            </a:custGeom>
            <a:solidFill>
              <a:srgbClr val="FF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254"/>
            <p:cNvSpPr>
              <a:spLocks noEditPoints="1"/>
            </p:cNvSpPr>
            <p:nvPr userDrawn="1"/>
          </p:nvSpPr>
          <p:spPr bwMode="auto">
            <a:xfrm>
              <a:off x="10301288" y="2252662"/>
              <a:ext cx="1119188" cy="2227263"/>
            </a:xfrm>
            <a:custGeom>
              <a:avLst/>
              <a:gdLst>
                <a:gd name="T0" fmla="*/ 316 w 705"/>
                <a:gd name="T1" fmla="*/ 39 h 1403"/>
                <a:gd name="T2" fmla="*/ 305 w 705"/>
                <a:gd name="T3" fmla="*/ 0 h 1403"/>
                <a:gd name="T4" fmla="*/ 305 w 705"/>
                <a:gd name="T5" fmla="*/ 0 h 1403"/>
                <a:gd name="T6" fmla="*/ 316 w 705"/>
                <a:gd name="T7" fmla="*/ 39 h 1403"/>
                <a:gd name="T8" fmla="*/ 705 w 705"/>
                <a:gd name="T9" fmla="*/ 1403 h 1403"/>
                <a:gd name="T10" fmla="*/ 694 w 705"/>
                <a:gd name="T11" fmla="*/ 1364 h 1403"/>
                <a:gd name="T12" fmla="*/ 705 w 705"/>
                <a:gd name="T13" fmla="*/ 1403 h 1403"/>
                <a:gd name="T14" fmla="*/ 694 w 705"/>
                <a:gd name="T15" fmla="*/ 1364 h 1403"/>
                <a:gd name="T16" fmla="*/ 705 w 705"/>
                <a:gd name="T17" fmla="*/ 1403 h 1403"/>
                <a:gd name="T18" fmla="*/ 694 w 705"/>
                <a:gd name="T19" fmla="*/ 1364 h 1403"/>
                <a:gd name="T20" fmla="*/ 43 w 705"/>
                <a:gd name="T21" fmla="*/ 876 h 1403"/>
                <a:gd name="T22" fmla="*/ 64 w 705"/>
                <a:gd name="T23" fmla="*/ 838 h 1403"/>
                <a:gd name="T24" fmla="*/ 26 w 705"/>
                <a:gd name="T25" fmla="*/ 817 h 1403"/>
                <a:gd name="T26" fmla="*/ 5 w 705"/>
                <a:gd name="T27" fmla="*/ 855 h 1403"/>
                <a:gd name="T28" fmla="*/ 43 w 705"/>
                <a:gd name="T29" fmla="*/ 876 h 1403"/>
                <a:gd name="T30" fmla="*/ 43 w 705"/>
                <a:gd name="T31" fmla="*/ 876 h 1403"/>
                <a:gd name="T32" fmla="*/ 43 w 705"/>
                <a:gd name="T33" fmla="*/ 876 h 1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5" h="1403">
                  <a:moveTo>
                    <a:pt x="316" y="39"/>
                  </a:move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lnTo>
                    <a:pt x="316" y="39"/>
                  </a:lnTo>
                  <a:close/>
                  <a:moveTo>
                    <a:pt x="705" y="1403"/>
                  </a:moveTo>
                  <a:cubicBezTo>
                    <a:pt x="694" y="1364"/>
                    <a:pt x="694" y="1364"/>
                    <a:pt x="694" y="1364"/>
                  </a:cubicBezTo>
                  <a:lnTo>
                    <a:pt x="705" y="1403"/>
                  </a:lnTo>
                  <a:close/>
                  <a:moveTo>
                    <a:pt x="694" y="1364"/>
                  </a:moveTo>
                  <a:cubicBezTo>
                    <a:pt x="705" y="1403"/>
                    <a:pt x="705" y="1403"/>
                    <a:pt x="705" y="1403"/>
                  </a:cubicBezTo>
                  <a:lnTo>
                    <a:pt x="694" y="1364"/>
                  </a:lnTo>
                  <a:close/>
                  <a:moveTo>
                    <a:pt x="43" y="876"/>
                  </a:moveTo>
                  <a:cubicBezTo>
                    <a:pt x="59" y="872"/>
                    <a:pt x="69" y="855"/>
                    <a:pt x="64" y="838"/>
                  </a:cubicBezTo>
                  <a:cubicBezTo>
                    <a:pt x="59" y="822"/>
                    <a:pt x="43" y="813"/>
                    <a:pt x="26" y="817"/>
                  </a:cubicBezTo>
                  <a:cubicBezTo>
                    <a:pt x="10" y="822"/>
                    <a:pt x="0" y="839"/>
                    <a:pt x="5" y="855"/>
                  </a:cubicBezTo>
                  <a:cubicBezTo>
                    <a:pt x="10" y="872"/>
                    <a:pt x="27" y="881"/>
                    <a:pt x="43" y="876"/>
                  </a:cubicBezTo>
                  <a:close/>
                  <a:moveTo>
                    <a:pt x="43" y="876"/>
                  </a:moveTo>
                  <a:cubicBezTo>
                    <a:pt x="43" y="876"/>
                    <a:pt x="43" y="876"/>
                    <a:pt x="43" y="8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255"/>
            <p:cNvSpPr>
              <a:spLocks noEditPoints="1"/>
            </p:cNvSpPr>
            <p:nvPr userDrawn="1"/>
          </p:nvSpPr>
          <p:spPr bwMode="auto">
            <a:xfrm>
              <a:off x="10077451" y="2673350"/>
              <a:ext cx="557213" cy="1847850"/>
            </a:xfrm>
            <a:custGeom>
              <a:avLst/>
              <a:gdLst>
                <a:gd name="T0" fmla="*/ 152 w 351"/>
                <a:gd name="T1" fmla="*/ 502 h 1164"/>
                <a:gd name="T2" fmla="*/ 160 w 351"/>
                <a:gd name="T3" fmla="*/ 488 h 1164"/>
                <a:gd name="T4" fmla="*/ 24 w 351"/>
                <a:gd name="T5" fmla="*/ 10 h 1164"/>
                <a:gd name="T6" fmla="*/ 9 w 351"/>
                <a:gd name="T7" fmla="*/ 2 h 1164"/>
                <a:gd name="T8" fmla="*/ 2 w 351"/>
                <a:gd name="T9" fmla="*/ 16 h 1164"/>
                <a:gd name="T10" fmla="*/ 138 w 351"/>
                <a:gd name="T11" fmla="*/ 494 h 1164"/>
                <a:gd name="T12" fmla="*/ 152 w 351"/>
                <a:gd name="T13" fmla="*/ 502 h 1164"/>
                <a:gd name="T14" fmla="*/ 198 w 351"/>
                <a:gd name="T15" fmla="*/ 662 h 1164"/>
                <a:gd name="T16" fmla="*/ 190 w 351"/>
                <a:gd name="T17" fmla="*/ 676 h 1164"/>
                <a:gd name="T18" fmla="*/ 327 w 351"/>
                <a:gd name="T19" fmla="*/ 1154 h 1164"/>
                <a:gd name="T20" fmla="*/ 341 w 351"/>
                <a:gd name="T21" fmla="*/ 1162 h 1164"/>
                <a:gd name="T22" fmla="*/ 349 w 351"/>
                <a:gd name="T23" fmla="*/ 1148 h 1164"/>
                <a:gd name="T24" fmla="*/ 212 w 351"/>
                <a:gd name="T25" fmla="*/ 669 h 1164"/>
                <a:gd name="T26" fmla="*/ 198 w 351"/>
                <a:gd name="T27" fmla="*/ 662 h 1164"/>
                <a:gd name="T28" fmla="*/ 198 w 351"/>
                <a:gd name="T29" fmla="*/ 662 h 1164"/>
                <a:gd name="T30" fmla="*/ 198 w 351"/>
                <a:gd name="T31" fmla="*/ 662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1" h="1164">
                  <a:moveTo>
                    <a:pt x="152" y="502"/>
                  </a:moveTo>
                  <a:cubicBezTo>
                    <a:pt x="158" y="500"/>
                    <a:pt x="162" y="494"/>
                    <a:pt x="160" y="488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2" y="4"/>
                    <a:pt x="15" y="0"/>
                    <a:pt x="9" y="2"/>
                  </a:cubicBezTo>
                  <a:cubicBezTo>
                    <a:pt x="4" y="4"/>
                    <a:pt x="0" y="10"/>
                    <a:pt x="2" y="16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140" y="500"/>
                    <a:pt x="146" y="504"/>
                    <a:pt x="152" y="502"/>
                  </a:cubicBezTo>
                  <a:close/>
                  <a:moveTo>
                    <a:pt x="198" y="662"/>
                  </a:moveTo>
                  <a:cubicBezTo>
                    <a:pt x="192" y="663"/>
                    <a:pt x="189" y="670"/>
                    <a:pt x="190" y="676"/>
                  </a:cubicBezTo>
                  <a:cubicBezTo>
                    <a:pt x="327" y="1154"/>
                    <a:pt x="327" y="1154"/>
                    <a:pt x="327" y="1154"/>
                  </a:cubicBezTo>
                  <a:cubicBezTo>
                    <a:pt x="329" y="1160"/>
                    <a:pt x="335" y="1164"/>
                    <a:pt x="341" y="1162"/>
                  </a:cubicBezTo>
                  <a:cubicBezTo>
                    <a:pt x="347" y="1160"/>
                    <a:pt x="351" y="1153"/>
                    <a:pt x="349" y="1148"/>
                  </a:cubicBezTo>
                  <a:cubicBezTo>
                    <a:pt x="212" y="669"/>
                    <a:pt x="212" y="669"/>
                    <a:pt x="212" y="669"/>
                  </a:cubicBezTo>
                  <a:cubicBezTo>
                    <a:pt x="211" y="663"/>
                    <a:pt x="204" y="660"/>
                    <a:pt x="198" y="662"/>
                  </a:cubicBezTo>
                  <a:close/>
                  <a:moveTo>
                    <a:pt x="198" y="662"/>
                  </a:moveTo>
                  <a:cubicBezTo>
                    <a:pt x="198" y="662"/>
                    <a:pt x="198" y="662"/>
                    <a:pt x="198" y="662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256"/>
            <p:cNvSpPr>
              <a:spLocks noEditPoints="1"/>
            </p:cNvSpPr>
            <p:nvPr userDrawn="1"/>
          </p:nvSpPr>
          <p:spPr bwMode="auto">
            <a:xfrm>
              <a:off x="10282238" y="2078037"/>
              <a:ext cx="1176338" cy="2660650"/>
            </a:xfrm>
            <a:custGeom>
              <a:avLst/>
              <a:gdLst>
                <a:gd name="T0" fmla="*/ 285 w 741"/>
                <a:gd name="T1" fmla="*/ 0 h 1676"/>
                <a:gd name="T2" fmla="*/ 0 w 741"/>
                <a:gd name="T3" fmla="*/ 82 h 1676"/>
                <a:gd name="T4" fmla="*/ 285 w 741"/>
                <a:gd name="T5" fmla="*/ 0 h 1676"/>
                <a:gd name="T6" fmla="*/ 455 w 741"/>
                <a:gd name="T7" fmla="*/ 1676 h 1676"/>
                <a:gd name="T8" fmla="*/ 741 w 741"/>
                <a:gd name="T9" fmla="*/ 1595 h 1676"/>
                <a:gd name="T10" fmla="*/ 455 w 741"/>
                <a:gd name="T11" fmla="*/ 1676 h 1676"/>
                <a:gd name="T12" fmla="*/ 107 w 741"/>
                <a:gd name="T13" fmla="*/ 429 h 1676"/>
                <a:gd name="T14" fmla="*/ 96 w 741"/>
                <a:gd name="T15" fmla="*/ 420 h 1676"/>
                <a:gd name="T16" fmla="*/ 102 w 741"/>
                <a:gd name="T17" fmla="*/ 440 h 1676"/>
                <a:gd name="T18" fmla="*/ 107 w 741"/>
                <a:gd name="T19" fmla="*/ 429 h 1676"/>
                <a:gd name="T20" fmla="*/ 107 w 741"/>
                <a:gd name="T21" fmla="*/ 429 h 1676"/>
                <a:gd name="T22" fmla="*/ 107 w 741"/>
                <a:gd name="T23" fmla="*/ 429 h 1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1" h="1676">
                  <a:moveTo>
                    <a:pt x="285" y="0"/>
                  </a:moveTo>
                  <a:cubicBezTo>
                    <a:pt x="0" y="82"/>
                    <a:pt x="0" y="82"/>
                    <a:pt x="0" y="82"/>
                  </a:cubicBezTo>
                  <a:lnTo>
                    <a:pt x="285" y="0"/>
                  </a:lnTo>
                  <a:close/>
                  <a:moveTo>
                    <a:pt x="455" y="1676"/>
                  </a:moveTo>
                  <a:cubicBezTo>
                    <a:pt x="741" y="1595"/>
                    <a:pt x="741" y="1595"/>
                    <a:pt x="741" y="1595"/>
                  </a:cubicBezTo>
                  <a:lnTo>
                    <a:pt x="455" y="1676"/>
                  </a:lnTo>
                  <a:close/>
                  <a:moveTo>
                    <a:pt x="107" y="429"/>
                  </a:moveTo>
                  <a:cubicBezTo>
                    <a:pt x="106" y="425"/>
                    <a:pt x="102" y="422"/>
                    <a:pt x="96" y="420"/>
                  </a:cubicBezTo>
                  <a:cubicBezTo>
                    <a:pt x="102" y="440"/>
                    <a:pt x="102" y="440"/>
                    <a:pt x="102" y="440"/>
                  </a:cubicBezTo>
                  <a:cubicBezTo>
                    <a:pt x="106" y="438"/>
                    <a:pt x="109" y="433"/>
                    <a:pt x="107" y="429"/>
                  </a:cubicBezTo>
                  <a:close/>
                  <a:moveTo>
                    <a:pt x="107" y="429"/>
                  </a:moveTo>
                  <a:cubicBezTo>
                    <a:pt x="107" y="429"/>
                    <a:pt x="107" y="429"/>
                    <a:pt x="107" y="429"/>
                  </a:cubicBezTo>
                </a:path>
              </a:pathLst>
            </a:custGeom>
            <a:solidFill>
              <a:srgbClr val="E086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Rectangle 257"/>
            <p:cNvSpPr>
              <a:spLocks noChangeArrowheads="1"/>
            </p:cNvSpPr>
            <p:nvPr userDrawn="1"/>
          </p:nvSpPr>
          <p:spPr bwMode="auto">
            <a:xfrm>
              <a:off x="10728326" y="3879850"/>
              <a:ext cx="6350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Rectangle 258"/>
            <p:cNvSpPr>
              <a:spLocks noChangeArrowheads="1"/>
            </p:cNvSpPr>
            <p:nvPr userDrawn="1"/>
          </p:nvSpPr>
          <p:spPr bwMode="auto">
            <a:xfrm>
              <a:off x="10733088" y="3879850"/>
              <a:ext cx="3175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Rectangle 259"/>
            <p:cNvSpPr>
              <a:spLocks noChangeArrowheads="1"/>
            </p:cNvSpPr>
            <p:nvPr userDrawn="1"/>
          </p:nvSpPr>
          <p:spPr bwMode="auto">
            <a:xfrm>
              <a:off x="10736263" y="3879850"/>
              <a:ext cx="1588" cy="173038"/>
            </a:xfrm>
            <a:prstGeom prst="rect">
              <a:avLst/>
            </a:prstGeom>
            <a:solidFill>
              <a:srgbClr val="3E3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Rectangle 260"/>
            <p:cNvSpPr>
              <a:spLocks noChangeArrowheads="1"/>
            </p:cNvSpPr>
            <p:nvPr userDrawn="1"/>
          </p:nvSpPr>
          <p:spPr bwMode="auto">
            <a:xfrm>
              <a:off x="10737851" y="3879850"/>
              <a:ext cx="1588" cy="173038"/>
            </a:xfrm>
            <a:prstGeom prst="rect">
              <a:avLst/>
            </a:prstGeom>
            <a:solidFill>
              <a:srgbClr val="3E3E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Rectangle 261"/>
            <p:cNvSpPr>
              <a:spLocks noChangeArrowheads="1"/>
            </p:cNvSpPr>
            <p:nvPr userDrawn="1"/>
          </p:nvSpPr>
          <p:spPr bwMode="auto">
            <a:xfrm>
              <a:off x="10739438" y="3879850"/>
              <a:ext cx="1588" cy="173038"/>
            </a:xfrm>
            <a:prstGeom prst="rect">
              <a:avLst/>
            </a:prstGeom>
            <a:solidFill>
              <a:srgbClr val="3D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Rectangle 262"/>
            <p:cNvSpPr>
              <a:spLocks noChangeArrowheads="1"/>
            </p:cNvSpPr>
            <p:nvPr userDrawn="1"/>
          </p:nvSpPr>
          <p:spPr bwMode="auto">
            <a:xfrm>
              <a:off x="10741026" y="3879850"/>
              <a:ext cx="3175" cy="173038"/>
            </a:xfrm>
            <a:prstGeom prst="rect">
              <a:avLst/>
            </a:prstGeom>
            <a:solidFill>
              <a:srgbClr val="3C3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Rectangle 263"/>
            <p:cNvSpPr>
              <a:spLocks noChangeArrowheads="1"/>
            </p:cNvSpPr>
            <p:nvPr userDrawn="1"/>
          </p:nvSpPr>
          <p:spPr bwMode="auto">
            <a:xfrm>
              <a:off x="10742613" y="3879850"/>
              <a:ext cx="3175" cy="173038"/>
            </a:xfrm>
            <a:prstGeom prst="rect">
              <a:avLst/>
            </a:prstGeom>
            <a:solidFill>
              <a:srgbClr val="3B3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Rectangle 264"/>
            <p:cNvSpPr>
              <a:spLocks noChangeArrowheads="1"/>
            </p:cNvSpPr>
            <p:nvPr userDrawn="1"/>
          </p:nvSpPr>
          <p:spPr bwMode="auto">
            <a:xfrm>
              <a:off x="10745788" y="3879850"/>
              <a:ext cx="1588" cy="173038"/>
            </a:xfrm>
            <a:prstGeom prst="rect">
              <a:avLst/>
            </a:prstGeom>
            <a:solidFill>
              <a:srgbClr val="3B3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Rectangle 265"/>
            <p:cNvSpPr>
              <a:spLocks noChangeArrowheads="1"/>
            </p:cNvSpPr>
            <p:nvPr userDrawn="1"/>
          </p:nvSpPr>
          <p:spPr bwMode="auto">
            <a:xfrm>
              <a:off x="10747376" y="3879850"/>
              <a:ext cx="1588" cy="173038"/>
            </a:xfrm>
            <a:prstGeom prst="rect">
              <a:avLst/>
            </a:prstGeom>
            <a:solidFill>
              <a:srgbClr val="3A3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Rectangle 266"/>
            <p:cNvSpPr>
              <a:spLocks noChangeArrowheads="1"/>
            </p:cNvSpPr>
            <p:nvPr userDrawn="1"/>
          </p:nvSpPr>
          <p:spPr bwMode="auto">
            <a:xfrm>
              <a:off x="10748963" y="3879850"/>
              <a:ext cx="1588" cy="173038"/>
            </a:xfrm>
            <a:prstGeom prst="rect">
              <a:avLst/>
            </a:prstGeom>
            <a:solidFill>
              <a:srgbClr val="393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Rectangle 267"/>
            <p:cNvSpPr>
              <a:spLocks noChangeArrowheads="1"/>
            </p:cNvSpPr>
            <p:nvPr userDrawn="1"/>
          </p:nvSpPr>
          <p:spPr bwMode="auto">
            <a:xfrm>
              <a:off x="10750551" y="3879850"/>
              <a:ext cx="1588" cy="173038"/>
            </a:xfrm>
            <a:prstGeom prst="rect">
              <a:avLst/>
            </a:prstGeom>
            <a:solidFill>
              <a:srgbClr val="3838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Rectangle 268"/>
            <p:cNvSpPr>
              <a:spLocks noChangeArrowheads="1"/>
            </p:cNvSpPr>
            <p:nvPr userDrawn="1"/>
          </p:nvSpPr>
          <p:spPr bwMode="auto">
            <a:xfrm>
              <a:off x="10752138" y="3879850"/>
              <a:ext cx="3175" cy="173038"/>
            </a:xfrm>
            <a:prstGeom prst="rect">
              <a:avLst/>
            </a:prstGeom>
            <a:solidFill>
              <a:srgbClr val="38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Rectangle 269"/>
            <p:cNvSpPr>
              <a:spLocks noChangeArrowheads="1"/>
            </p:cNvSpPr>
            <p:nvPr userDrawn="1"/>
          </p:nvSpPr>
          <p:spPr bwMode="auto">
            <a:xfrm>
              <a:off x="10755313" y="3879850"/>
              <a:ext cx="1588" cy="173038"/>
            </a:xfrm>
            <a:prstGeom prst="rect">
              <a:avLst/>
            </a:prstGeom>
            <a:solidFill>
              <a:srgbClr val="373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Rectangle 270"/>
            <p:cNvSpPr>
              <a:spLocks noChangeArrowheads="1"/>
            </p:cNvSpPr>
            <p:nvPr userDrawn="1"/>
          </p:nvSpPr>
          <p:spPr bwMode="auto">
            <a:xfrm>
              <a:off x="10756901" y="3879850"/>
              <a:ext cx="1588" cy="173038"/>
            </a:xfrm>
            <a:prstGeom prst="rect">
              <a:avLst/>
            </a:prstGeom>
            <a:solidFill>
              <a:srgbClr val="363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Rectangle 271"/>
            <p:cNvSpPr>
              <a:spLocks noChangeArrowheads="1"/>
            </p:cNvSpPr>
            <p:nvPr userDrawn="1"/>
          </p:nvSpPr>
          <p:spPr bwMode="auto">
            <a:xfrm>
              <a:off x="10758488" y="3879850"/>
              <a:ext cx="1588" cy="173038"/>
            </a:xfrm>
            <a:prstGeom prst="rect">
              <a:avLst/>
            </a:prstGeom>
            <a:solidFill>
              <a:srgbClr val="36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Rectangle 272"/>
            <p:cNvSpPr>
              <a:spLocks noChangeArrowheads="1"/>
            </p:cNvSpPr>
            <p:nvPr userDrawn="1"/>
          </p:nvSpPr>
          <p:spPr bwMode="auto">
            <a:xfrm>
              <a:off x="10760076" y="3879850"/>
              <a:ext cx="1588" cy="173038"/>
            </a:xfrm>
            <a:prstGeom prst="rect">
              <a:avLst/>
            </a:prstGeom>
            <a:solidFill>
              <a:srgbClr val="353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Rectangle 273"/>
            <p:cNvSpPr>
              <a:spLocks noChangeArrowheads="1"/>
            </p:cNvSpPr>
            <p:nvPr userDrawn="1"/>
          </p:nvSpPr>
          <p:spPr bwMode="auto">
            <a:xfrm>
              <a:off x="10761663" y="3879850"/>
              <a:ext cx="3175" cy="173038"/>
            </a:xfrm>
            <a:prstGeom prst="rect">
              <a:avLst/>
            </a:prstGeom>
            <a:solidFill>
              <a:srgbClr val="343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Rectangle 274"/>
            <p:cNvSpPr>
              <a:spLocks noChangeArrowheads="1"/>
            </p:cNvSpPr>
            <p:nvPr userDrawn="1"/>
          </p:nvSpPr>
          <p:spPr bwMode="auto">
            <a:xfrm>
              <a:off x="10763251" y="3879850"/>
              <a:ext cx="3175" cy="173038"/>
            </a:xfrm>
            <a:prstGeom prst="rect">
              <a:avLst/>
            </a:prstGeom>
            <a:solidFill>
              <a:srgbClr val="333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Rectangle 275"/>
            <p:cNvSpPr>
              <a:spLocks noChangeArrowheads="1"/>
            </p:cNvSpPr>
            <p:nvPr userDrawn="1"/>
          </p:nvSpPr>
          <p:spPr bwMode="auto">
            <a:xfrm>
              <a:off x="10766426" y="3879850"/>
              <a:ext cx="1588" cy="173038"/>
            </a:xfrm>
            <a:prstGeom prst="rect">
              <a:avLst/>
            </a:prstGeom>
            <a:solidFill>
              <a:srgbClr val="33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Rectangle 276"/>
            <p:cNvSpPr>
              <a:spLocks noChangeArrowheads="1"/>
            </p:cNvSpPr>
            <p:nvPr userDrawn="1"/>
          </p:nvSpPr>
          <p:spPr bwMode="auto">
            <a:xfrm>
              <a:off x="10768013" y="3879850"/>
              <a:ext cx="1588" cy="173038"/>
            </a:xfrm>
            <a:prstGeom prst="rect">
              <a:avLst/>
            </a:prstGeom>
            <a:solidFill>
              <a:srgbClr val="323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Rectangle 277"/>
            <p:cNvSpPr>
              <a:spLocks noChangeArrowheads="1"/>
            </p:cNvSpPr>
            <p:nvPr userDrawn="1"/>
          </p:nvSpPr>
          <p:spPr bwMode="auto">
            <a:xfrm>
              <a:off x="10769601" y="3879850"/>
              <a:ext cx="1588" cy="173038"/>
            </a:xfrm>
            <a:prstGeom prst="rect">
              <a:avLst/>
            </a:prstGeom>
            <a:solidFill>
              <a:srgbClr val="313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Rectangle 278"/>
            <p:cNvSpPr>
              <a:spLocks noChangeArrowheads="1"/>
            </p:cNvSpPr>
            <p:nvPr userDrawn="1"/>
          </p:nvSpPr>
          <p:spPr bwMode="auto">
            <a:xfrm>
              <a:off x="10771188" y="3879850"/>
              <a:ext cx="3175" cy="173038"/>
            </a:xfrm>
            <a:prstGeom prst="rect">
              <a:avLst/>
            </a:prstGeom>
            <a:solidFill>
              <a:srgbClr val="303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Rectangle 279"/>
            <p:cNvSpPr>
              <a:spLocks noChangeArrowheads="1"/>
            </p:cNvSpPr>
            <p:nvPr userDrawn="1"/>
          </p:nvSpPr>
          <p:spPr bwMode="auto">
            <a:xfrm>
              <a:off x="10772776" y="3879850"/>
              <a:ext cx="3175" cy="173038"/>
            </a:xfrm>
            <a:prstGeom prst="rect">
              <a:avLst/>
            </a:prstGeom>
            <a:solidFill>
              <a:srgbClr val="303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Rectangle 280"/>
            <p:cNvSpPr>
              <a:spLocks noChangeArrowheads="1"/>
            </p:cNvSpPr>
            <p:nvPr userDrawn="1"/>
          </p:nvSpPr>
          <p:spPr bwMode="auto">
            <a:xfrm>
              <a:off x="10775951" y="3879850"/>
              <a:ext cx="1588" cy="173038"/>
            </a:xfrm>
            <a:prstGeom prst="rect">
              <a:avLst/>
            </a:prstGeom>
            <a:solidFill>
              <a:srgbClr val="2F2F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Rectangle 281"/>
            <p:cNvSpPr>
              <a:spLocks noChangeArrowheads="1"/>
            </p:cNvSpPr>
            <p:nvPr userDrawn="1"/>
          </p:nvSpPr>
          <p:spPr bwMode="auto">
            <a:xfrm>
              <a:off x="10775951" y="3879850"/>
              <a:ext cx="3175" cy="173038"/>
            </a:xfrm>
            <a:prstGeom prst="rect">
              <a:avLst/>
            </a:prstGeom>
            <a:solidFill>
              <a:srgbClr val="2E2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Rectangle 282"/>
            <p:cNvSpPr>
              <a:spLocks noChangeArrowheads="1"/>
            </p:cNvSpPr>
            <p:nvPr userDrawn="1"/>
          </p:nvSpPr>
          <p:spPr bwMode="auto">
            <a:xfrm>
              <a:off x="10779126" y="3879850"/>
              <a:ext cx="1588" cy="173038"/>
            </a:xfrm>
            <a:prstGeom prst="rect">
              <a:avLst/>
            </a:prstGeom>
            <a:solidFill>
              <a:srgbClr val="2E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Rectangle 283"/>
            <p:cNvSpPr>
              <a:spLocks noChangeArrowheads="1"/>
            </p:cNvSpPr>
            <p:nvPr userDrawn="1"/>
          </p:nvSpPr>
          <p:spPr bwMode="auto">
            <a:xfrm>
              <a:off x="10780713" y="3879850"/>
              <a:ext cx="3175" cy="173038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Rectangle 284"/>
            <p:cNvSpPr>
              <a:spLocks noChangeArrowheads="1"/>
            </p:cNvSpPr>
            <p:nvPr userDrawn="1"/>
          </p:nvSpPr>
          <p:spPr bwMode="auto">
            <a:xfrm>
              <a:off x="10782301" y="3879850"/>
              <a:ext cx="3175" cy="173038"/>
            </a:xfrm>
            <a:prstGeom prst="rect">
              <a:avLst/>
            </a:prstGeom>
            <a:solidFill>
              <a:srgbClr val="2C2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Rectangle 285"/>
            <p:cNvSpPr>
              <a:spLocks noChangeArrowheads="1"/>
            </p:cNvSpPr>
            <p:nvPr userDrawn="1"/>
          </p:nvSpPr>
          <p:spPr bwMode="auto">
            <a:xfrm>
              <a:off x="10785476" y="3879850"/>
              <a:ext cx="1588" cy="173038"/>
            </a:xfrm>
            <a:prstGeom prst="rect">
              <a:avLst/>
            </a:prstGeom>
            <a:solidFill>
              <a:srgbClr val="2B2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Rectangle 286"/>
            <p:cNvSpPr>
              <a:spLocks noChangeArrowheads="1"/>
            </p:cNvSpPr>
            <p:nvPr userDrawn="1"/>
          </p:nvSpPr>
          <p:spPr bwMode="auto">
            <a:xfrm>
              <a:off x="10785476" y="3879850"/>
              <a:ext cx="3175" cy="173038"/>
            </a:xfrm>
            <a:prstGeom prst="rect">
              <a:avLst/>
            </a:prstGeom>
            <a:solidFill>
              <a:srgbClr val="2B2B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Rectangle 287"/>
            <p:cNvSpPr>
              <a:spLocks noChangeArrowheads="1"/>
            </p:cNvSpPr>
            <p:nvPr userDrawn="1"/>
          </p:nvSpPr>
          <p:spPr bwMode="auto">
            <a:xfrm>
              <a:off x="10788651" y="3879850"/>
              <a:ext cx="1588" cy="173038"/>
            </a:xfrm>
            <a:prstGeom prst="rect">
              <a:avLst/>
            </a:prstGeom>
            <a:solidFill>
              <a:srgbClr val="2A2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Rectangle 288"/>
            <p:cNvSpPr>
              <a:spLocks noChangeArrowheads="1"/>
            </p:cNvSpPr>
            <p:nvPr userDrawn="1"/>
          </p:nvSpPr>
          <p:spPr bwMode="auto">
            <a:xfrm>
              <a:off x="10790238" y="3879850"/>
              <a:ext cx="1588" cy="173038"/>
            </a:xfrm>
            <a:prstGeom prst="rect">
              <a:avLst/>
            </a:prstGeom>
            <a:solidFill>
              <a:srgbClr val="29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Rectangle 289"/>
            <p:cNvSpPr>
              <a:spLocks noChangeArrowheads="1"/>
            </p:cNvSpPr>
            <p:nvPr userDrawn="1"/>
          </p:nvSpPr>
          <p:spPr bwMode="auto">
            <a:xfrm>
              <a:off x="10791826" y="3879850"/>
              <a:ext cx="1588" cy="173038"/>
            </a:xfrm>
            <a:prstGeom prst="rect">
              <a:avLst/>
            </a:prstGeom>
            <a:solidFill>
              <a:srgbClr val="282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Rectangle 290"/>
            <p:cNvSpPr>
              <a:spLocks noChangeArrowheads="1"/>
            </p:cNvSpPr>
            <p:nvPr userDrawn="1"/>
          </p:nvSpPr>
          <p:spPr bwMode="auto">
            <a:xfrm>
              <a:off x="10793413" y="3879850"/>
              <a:ext cx="3175" cy="173038"/>
            </a:xfrm>
            <a:prstGeom prst="rect">
              <a:avLst/>
            </a:prstGeom>
            <a:solidFill>
              <a:srgbClr val="282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Rectangle 291"/>
            <p:cNvSpPr>
              <a:spLocks noChangeArrowheads="1"/>
            </p:cNvSpPr>
            <p:nvPr userDrawn="1"/>
          </p:nvSpPr>
          <p:spPr bwMode="auto">
            <a:xfrm>
              <a:off x="10795001" y="3879850"/>
              <a:ext cx="3175" cy="173038"/>
            </a:xfrm>
            <a:prstGeom prst="rect">
              <a:avLst/>
            </a:prstGeom>
            <a:solidFill>
              <a:srgbClr val="272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Rectangle 292"/>
            <p:cNvSpPr>
              <a:spLocks noChangeArrowheads="1"/>
            </p:cNvSpPr>
            <p:nvPr userDrawn="1"/>
          </p:nvSpPr>
          <p:spPr bwMode="auto">
            <a:xfrm>
              <a:off x="10798176" y="3879850"/>
              <a:ext cx="1588" cy="173038"/>
            </a:xfrm>
            <a:prstGeom prst="rect">
              <a:avLst/>
            </a:prstGeom>
            <a:solidFill>
              <a:srgbClr val="262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Rectangle 293"/>
            <p:cNvSpPr>
              <a:spLocks noChangeArrowheads="1"/>
            </p:cNvSpPr>
            <p:nvPr userDrawn="1"/>
          </p:nvSpPr>
          <p:spPr bwMode="auto">
            <a:xfrm>
              <a:off x="10799763" y="3879850"/>
              <a:ext cx="1588" cy="173038"/>
            </a:xfrm>
            <a:prstGeom prst="rect">
              <a:avLst/>
            </a:prstGeom>
            <a:solidFill>
              <a:srgbClr val="25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Rectangle 294"/>
            <p:cNvSpPr>
              <a:spLocks noChangeArrowheads="1"/>
            </p:cNvSpPr>
            <p:nvPr userDrawn="1"/>
          </p:nvSpPr>
          <p:spPr bwMode="auto">
            <a:xfrm>
              <a:off x="10801351" y="3879850"/>
              <a:ext cx="1588" cy="173038"/>
            </a:xfrm>
            <a:prstGeom prst="rect">
              <a:avLst/>
            </a:prstGeom>
            <a:solidFill>
              <a:srgbClr val="2525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Rectangle 295"/>
            <p:cNvSpPr>
              <a:spLocks noChangeArrowheads="1"/>
            </p:cNvSpPr>
            <p:nvPr userDrawn="1"/>
          </p:nvSpPr>
          <p:spPr bwMode="auto">
            <a:xfrm>
              <a:off x="10802938" y="3879850"/>
              <a:ext cx="1588" cy="173038"/>
            </a:xfrm>
            <a:prstGeom prst="rect">
              <a:avLst/>
            </a:prstGeom>
            <a:solidFill>
              <a:srgbClr val="24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Rectangle 296"/>
            <p:cNvSpPr>
              <a:spLocks noChangeArrowheads="1"/>
            </p:cNvSpPr>
            <p:nvPr userDrawn="1"/>
          </p:nvSpPr>
          <p:spPr bwMode="auto">
            <a:xfrm>
              <a:off x="10804526" y="3879850"/>
              <a:ext cx="3175" cy="173038"/>
            </a:xfrm>
            <a:prstGeom prst="rect">
              <a:avLst/>
            </a:prstGeom>
            <a:solidFill>
              <a:srgbClr val="232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Rectangle 297"/>
            <p:cNvSpPr>
              <a:spLocks noChangeArrowheads="1"/>
            </p:cNvSpPr>
            <p:nvPr userDrawn="1"/>
          </p:nvSpPr>
          <p:spPr bwMode="auto">
            <a:xfrm>
              <a:off x="10807701" y="3879850"/>
              <a:ext cx="1588" cy="173038"/>
            </a:xfrm>
            <a:prstGeom prst="rect">
              <a:avLst/>
            </a:prstGeom>
            <a:solidFill>
              <a:srgbClr val="2323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Rectangle 298"/>
            <p:cNvSpPr>
              <a:spLocks noChangeArrowheads="1"/>
            </p:cNvSpPr>
            <p:nvPr userDrawn="1"/>
          </p:nvSpPr>
          <p:spPr bwMode="auto">
            <a:xfrm>
              <a:off x="10809288" y="3879850"/>
              <a:ext cx="1588" cy="173038"/>
            </a:xfrm>
            <a:prstGeom prst="rect">
              <a:avLst/>
            </a:prstGeom>
            <a:solidFill>
              <a:srgbClr val="222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Rectangle 299"/>
            <p:cNvSpPr>
              <a:spLocks noChangeArrowheads="1"/>
            </p:cNvSpPr>
            <p:nvPr userDrawn="1"/>
          </p:nvSpPr>
          <p:spPr bwMode="auto">
            <a:xfrm>
              <a:off x="10810876" y="3879850"/>
              <a:ext cx="1588" cy="173038"/>
            </a:xfrm>
            <a:prstGeom prst="rect">
              <a:avLst/>
            </a:prstGeom>
            <a:solidFill>
              <a:srgbClr val="212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Rectangle 300"/>
            <p:cNvSpPr>
              <a:spLocks noChangeArrowheads="1"/>
            </p:cNvSpPr>
            <p:nvPr userDrawn="1"/>
          </p:nvSpPr>
          <p:spPr bwMode="auto">
            <a:xfrm>
              <a:off x="10812463" y="3879850"/>
              <a:ext cx="1588" cy="173038"/>
            </a:xfrm>
            <a:prstGeom prst="rect">
              <a:avLst/>
            </a:prstGeom>
            <a:solidFill>
              <a:srgbClr val="202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Rectangle 301"/>
            <p:cNvSpPr>
              <a:spLocks noChangeArrowheads="1"/>
            </p:cNvSpPr>
            <p:nvPr userDrawn="1"/>
          </p:nvSpPr>
          <p:spPr bwMode="auto">
            <a:xfrm>
              <a:off x="10814051" y="3879850"/>
              <a:ext cx="3175" cy="173038"/>
            </a:xfrm>
            <a:prstGeom prst="rect">
              <a:avLst/>
            </a:prstGeom>
            <a:solidFill>
              <a:srgbClr val="202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Rectangle 302"/>
            <p:cNvSpPr>
              <a:spLocks noChangeArrowheads="1"/>
            </p:cNvSpPr>
            <p:nvPr userDrawn="1"/>
          </p:nvSpPr>
          <p:spPr bwMode="auto">
            <a:xfrm>
              <a:off x="10815638" y="3879850"/>
              <a:ext cx="3175" cy="173038"/>
            </a:xfrm>
            <a:prstGeom prst="rect">
              <a:avLst/>
            </a:prstGeom>
            <a:solidFill>
              <a:srgbClr val="1F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Rectangle 303"/>
            <p:cNvSpPr>
              <a:spLocks noChangeArrowheads="1"/>
            </p:cNvSpPr>
            <p:nvPr userDrawn="1"/>
          </p:nvSpPr>
          <p:spPr bwMode="auto">
            <a:xfrm>
              <a:off x="10818813" y="3879850"/>
              <a:ext cx="1588" cy="173038"/>
            </a:xfrm>
            <a:prstGeom prst="rect">
              <a:avLst/>
            </a:prstGeom>
            <a:solidFill>
              <a:srgbClr val="1E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Rectangle 304"/>
            <p:cNvSpPr>
              <a:spLocks noChangeArrowheads="1"/>
            </p:cNvSpPr>
            <p:nvPr userDrawn="1"/>
          </p:nvSpPr>
          <p:spPr bwMode="auto">
            <a:xfrm>
              <a:off x="10820401" y="3879850"/>
              <a:ext cx="1588" cy="173038"/>
            </a:xfrm>
            <a:prstGeom prst="rect">
              <a:avLst/>
            </a:prstGeom>
            <a:solidFill>
              <a:srgbClr val="1D1D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Rectangle 305"/>
            <p:cNvSpPr>
              <a:spLocks noChangeArrowheads="1"/>
            </p:cNvSpPr>
            <p:nvPr userDrawn="1"/>
          </p:nvSpPr>
          <p:spPr bwMode="auto">
            <a:xfrm>
              <a:off x="10821988" y="3879850"/>
              <a:ext cx="1588" cy="173038"/>
            </a:xfrm>
            <a:prstGeom prst="rect">
              <a:avLst/>
            </a:prstGeom>
            <a:solidFill>
              <a:srgbClr val="1D1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Rectangle 306"/>
            <p:cNvSpPr>
              <a:spLocks noChangeArrowheads="1"/>
            </p:cNvSpPr>
            <p:nvPr userDrawn="1"/>
          </p:nvSpPr>
          <p:spPr bwMode="auto">
            <a:xfrm>
              <a:off x="10823576" y="3879850"/>
              <a:ext cx="3175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Rectangle 307"/>
            <p:cNvSpPr>
              <a:spLocks noChangeArrowheads="1"/>
            </p:cNvSpPr>
            <p:nvPr userDrawn="1"/>
          </p:nvSpPr>
          <p:spPr bwMode="auto">
            <a:xfrm>
              <a:off x="10825163" y="3879850"/>
              <a:ext cx="6350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308"/>
            <p:cNvSpPr>
              <a:spLocks noEditPoints="1"/>
            </p:cNvSpPr>
            <p:nvPr userDrawn="1"/>
          </p:nvSpPr>
          <p:spPr bwMode="auto">
            <a:xfrm>
              <a:off x="9825038" y="2078037"/>
              <a:ext cx="960438" cy="434975"/>
            </a:xfrm>
            <a:custGeom>
              <a:avLst/>
              <a:gdLst>
                <a:gd name="T0" fmla="*/ 573 w 605"/>
                <a:gd name="T1" fmla="*/ 0 h 274"/>
                <a:gd name="T2" fmla="*/ 288 w 605"/>
                <a:gd name="T3" fmla="*/ 82 h 274"/>
                <a:gd name="T4" fmla="*/ 0 w 605"/>
                <a:gd name="T5" fmla="*/ 164 h 274"/>
                <a:gd name="T6" fmla="*/ 31 w 605"/>
                <a:gd name="T7" fmla="*/ 274 h 274"/>
                <a:gd name="T8" fmla="*/ 319 w 605"/>
                <a:gd name="T9" fmla="*/ 191 h 274"/>
                <a:gd name="T10" fmla="*/ 605 w 605"/>
                <a:gd name="T11" fmla="*/ 110 h 274"/>
                <a:gd name="T12" fmla="*/ 573 w 605"/>
                <a:gd name="T13" fmla="*/ 0 h 274"/>
                <a:gd name="T14" fmla="*/ 573 w 605"/>
                <a:gd name="T15" fmla="*/ 0 h 274"/>
                <a:gd name="T16" fmla="*/ 573 w 605"/>
                <a:gd name="T17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5" h="274">
                  <a:moveTo>
                    <a:pt x="573" y="0"/>
                  </a:moveTo>
                  <a:lnTo>
                    <a:pt x="288" y="82"/>
                  </a:lnTo>
                  <a:lnTo>
                    <a:pt x="0" y="164"/>
                  </a:lnTo>
                  <a:lnTo>
                    <a:pt x="31" y="274"/>
                  </a:lnTo>
                  <a:lnTo>
                    <a:pt x="319" y="191"/>
                  </a:lnTo>
                  <a:lnTo>
                    <a:pt x="605" y="110"/>
                  </a:lnTo>
                  <a:lnTo>
                    <a:pt x="573" y="0"/>
                  </a:lnTo>
                  <a:close/>
                  <a:moveTo>
                    <a:pt x="573" y="0"/>
                  </a:moveTo>
                  <a:lnTo>
                    <a:pt x="573" y="0"/>
                  </a:lnTo>
                  <a:close/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Freeform 309"/>
            <p:cNvSpPr>
              <a:spLocks noEditPoints="1"/>
            </p:cNvSpPr>
            <p:nvPr userDrawn="1"/>
          </p:nvSpPr>
          <p:spPr bwMode="auto">
            <a:xfrm>
              <a:off x="9825038" y="2078037"/>
              <a:ext cx="960438" cy="434975"/>
            </a:xfrm>
            <a:custGeom>
              <a:avLst/>
              <a:gdLst>
                <a:gd name="T0" fmla="*/ 573 w 605"/>
                <a:gd name="T1" fmla="*/ 0 h 274"/>
                <a:gd name="T2" fmla="*/ 288 w 605"/>
                <a:gd name="T3" fmla="*/ 82 h 274"/>
                <a:gd name="T4" fmla="*/ 0 w 605"/>
                <a:gd name="T5" fmla="*/ 164 h 274"/>
                <a:gd name="T6" fmla="*/ 31 w 605"/>
                <a:gd name="T7" fmla="*/ 274 h 274"/>
                <a:gd name="T8" fmla="*/ 319 w 605"/>
                <a:gd name="T9" fmla="*/ 191 h 274"/>
                <a:gd name="T10" fmla="*/ 605 w 605"/>
                <a:gd name="T11" fmla="*/ 110 h 274"/>
                <a:gd name="T12" fmla="*/ 573 w 605"/>
                <a:gd name="T13" fmla="*/ 0 h 274"/>
                <a:gd name="T14" fmla="*/ 573 w 605"/>
                <a:gd name="T15" fmla="*/ 0 h 274"/>
                <a:gd name="T16" fmla="*/ 573 w 605"/>
                <a:gd name="T17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5" h="274">
                  <a:moveTo>
                    <a:pt x="573" y="0"/>
                  </a:moveTo>
                  <a:lnTo>
                    <a:pt x="288" y="82"/>
                  </a:lnTo>
                  <a:lnTo>
                    <a:pt x="0" y="164"/>
                  </a:lnTo>
                  <a:lnTo>
                    <a:pt x="31" y="274"/>
                  </a:lnTo>
                  <a:lnTo>
                    <a:pt x="319" y="191"/>
                  </a:lnTo>
                  <a:lnTo>
                    <a:pt x="605" y="110"/>
                  </a:lnTo>
                  <a:lnTo>
                    <a:pt x="573" y="0"/>
                  </a:lnTo>
                  <a:moveTo>
                    <a:pt x="573" y="0"/>
                  </a:moveTo>
                  <a:lnTo>
                    <a:pt x="5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Rectangle 310"/>
            <p:cNvSpPr>
              <a:spLocks noChangeArrowheads="1"/>
            </p:cNvSpPr>
            <p:nvPr userDrawn="1"/>
          </p:nvSpPr>
          <p:spPr bwMode="auto">
            <a:xfrm>
              <a:off x="10637838" y="3563938"/>
              <a:ext cx="6350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Rectangle 311"/>
            <p:cNvSpPr>
              <a:spLocks noChangeArrowheads="1"/>
            </p:cNvSpPr>
            <p:nvPr userDrawn="1"/>
          </p:nvSpPr>
          <p:spPr bwMode="auto">
            <a:xfrm>
              <a:off x="10644188" y="3563938"/>
              <a:ext cx="1588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Rectangle 312"/>
            <p:cNvSpPr>
              <a:spLocks noChangeArrowheads="1"/>
            </p:cNvSpPr>
            <p:nvPr userDrawn="1"/>
          </p:nvSpPr>
          <p:spPr bwMode="auto">
            <a:xfrm>
              <a:off x="10645776" y="3563938"/>
              <a:ext cx="1588" cy="173038"/>
            </a:xfrm>
            <a:prstGeom prst="rect">
              <a:avLst/>
            </a:prstGeom>
            <a:solidFill>
              <a:srgbClr val="3E3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Rectangle 313"/>
            <p:cNvSpPr>
              <a:spLocks noChangeArrowheads="1"/>
            </p:cNvSpPr>
            <p:nvPr userDrawn="1"/>
          </p:nvSpPr>
          <p:spPr bwMode="auto">
            <a:xfrm>
              <a:off x="10647363" y="3563938"/>
              <a:ext cx="1588" cy="173038"/>
            </a:xfrm>
            <a:prstGeom prst="rect">
              <a:avLst/>
            </a:prstGeom>
            <a:solidFill>
              <a:srgbClr val="3E3E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Rectangle 314"/>
            <p:cNvSpPr>
              <a:spLocks noChangeArrowheads="1"/>
            </p:cNvSpPr>
            <p:nvPr userDrawn="1"/>
          </p:nvSpPr>
          <p:spPr bwMode="auto">
            <a:xfrm>
              <a:off x="10648951" y="3563938"/>
              <a:ext cx="3175" cy="173038"/>
            </a:xfrm>
            <a:prstGeom prst="rect">
              <a:avLst/>
            </a:prstGeom>
            <a:solidFill>
              <a:srgbClr val="3D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Rectangle 315"/>
            <p:cNvSpPr>
              <a:spLocks noChangeArrowheads="1"/>
            </p:cNvSpPr>
            <p:nvPr userDrawn="1"/>
          </p:nvSpPr>
          <p:spPr bwMode="auto">
            <a:xfrm>
              <a:off x="10652126" y="3563938"/>
              <a:ext cx="1588" cy="173038"/>
            </a:xfrm>
            <a:prstGeom prst="rect">
              <a:avLst/>
            </a:prstGeom>
            <a:solidFill>
              <a:srgbClr val="3C3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Rectangle 316"/>
            <p:cNvSpPr>
              <a:spLocks noChangeArrowheads="1"/>
            </p:cNvSpPr>
            <p:nvPr userDrawn="1"/>
          </p:nvSpPr>
          <p:spPr bwMode="auto">
            <a:xfrm>
              <a:off x="10653713" y="3563938"/>
              <a:ext cx="1588" cy="173038"/>
            </a:xfrm>
            <a:prstGeom prst="rect">
              <a:avLst/>
            </a:prstGeom>
            <a:solidFill>
              <a:srgbClr val="3B3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Rectangle 317"/>
            <p:cNvSpPr>
              <a:spLocks noChangeArrowheads="1"/>
            </p:cNvSpPr>
            <p:nvPr userDrawn="1"/>
          </p:nvSpPr>
          <p:spPr bwMode="auto">
            <a:xfrm>
              <a:off x="10655301" y="3563938"/>
              <a:ext cx="1588" cy="173038"/>
            </a:xfrm>
            <a:prstGeom prst="rect">
              <a:avLst/>
            </a:prstGeom>
            <a:solidFill>
              <a:srgbClr val="3B3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Rectangle 318"/>
            <p:cNvSpPr>
              <a:spLocks noChangeArrowheads="1"/>
            </p:cNvSpPr>
            <p:nvPr userDrawn="1"/>
          </p:nvSpPr>
          <p:spPr bwMode="auto">
            <a:xfrm>
              <a:off x="10656888" y="3563938"/>
              <a:ext cx="1588" cy="173038"/>
            </a:xfrm>
            <a:prstGeom prst="rect">
              <a:avLst/>
            </a:prstGeom>
            <a:solidFill>
              <a:srgbClr val="3A3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Rectangle 319"/>
            <p:cNvSpPr>
              <a:spLocks noChangeArrowheads="1"/>
            </p:cNvSpPr>
            <p:nvPr userDrawn="1"/>
          </p:nvSpPr>
          <p:spPr bwMode="auto">
            <a:xfrm>
              <a:off x="10658476" y="3563938"/>
              <a:ext cx="3175" cy="173038"/>
            </a:xfrm>
            <a:prstGeom prst="rect">
              <a:avLst/>
            </a:prstGeom>
            <a:solidFill>
              <a:srgbClr val="393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Rectangle 320"/>
            <p:cNvSpPr>
              <a:spLocks noChangeArrowheads="1"/>
            </p:cNvSpPr>
            <p:nvPr userDrawn="1"/>
          </p:nvSpPr>
          <p:spPr bwMode="auto">
            <a:xfrm>
              <a:off x="10660063" y="3563938"/>
              <a:ext cx="3175" cy="173038"/>
            </a:xfrm>
            <a:prstGeom prst="rect">
              <a:avLst/>
            </a:prstGeom>
            <a:solidFill>
              <a:srgbClr val="3838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Rectangle 321"/>
            <p:cNvSpPr>
              <a:spLocks noChangeArrowheads="1"/>
            </p:cNvSpPr>
            <p:nvPr userDrawn="1"/>
          </p:nvSpPr>
          <p:spPr bwMode="auto">
            <a:xfrm>
              <a:off x="10663238" y="3563938"/>
              <a:ext cx="1588" cy="173038"/>
            </a:xfrm>
            <a:prstGeom prst="rect">
              <a:avLst/>
            </a:prstGeom>
            <a:solidFill>
              <a:srgbClr val="38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Rectangle 322"/>
            <p:cNvSpPr>
              <a:spLocks noChangeArrowheads="1"/>
            </p:cNvSpPr>
            <p:nvPr userDrawn="1"/>
          </p:nvSpPr>
          <p:spPr bwMode="auto">
            <a:xfrm>
              <a:off x="10664826" y="3563938"/>
              <a:ext cx="1588" cy="173038"/>
            </a:xfrm>
            <a:prstGeom prst="rect">
              <a:avLst/>
            </a:prstGeom>
            <a:solidFill>
              <a:srgbClr val="373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Rectangle 323"/>
            <p:cNvSpPr>
              <a:spLocks noChangeArrowheads="1"/>
            </p:cNvSpPr>
            <p:nvPr userDrawn="1"/>
          </p:nvSpPr>
          <p:spPr bwMode="auto">
            <a:xfrm>
              <a:off x="10666413" y="3563938"/>
              <a:ext cx="1588" cy="173038"/>
            </a:xfrm>
            <a:prstGeom prst="rect">
              <a:avLst/>
            </a:prstGeom>
            <a:solidFill>
              <a:srgbClr val="363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Rectangle 324"/>
            <p:cNvSpPr>
              <a:spLocks noChangeArrowheads="1"/>
            </p:cNvSpPr>
            <p:nvPr userDrawn="1"/>
          </p:nvSpPr>
          <p:spPr bwMode="auto">
            <a:xfrm>
              <a:off x="10668001" y="3563938"/>
              <a:ext cx="3175" cy="173038"/>
            </a:xfrm>
            <a:prstGeom prst="rect">
              <a:avLst/>
            </a:prstGeom>
            <a:solidFill>
              <a:srgbClr val="36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Rectangle 325"/>
            <p:cNvSpPr>
              <a:spLocks noChangeArrowheads="1"/>
            </p:cNvSpPr>
            <p:nvPr userDrawn="1"/>
          </p:nvSpPr>
          <p:spPr bwMode="auto">
            <a:xfrm>
              <a:off x="10669588" y="3563938"/>
              <a:ext cx="3175" cy="173038"/>
            </a:xfrm>
            <a:prstGeom prst="rect">
              <a:avLst/>
            </a:prstGeom>
            <a:solidFill>
              <a:srgbClr val="353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Rectangle 326"/>
            <p:cNvSpPr>
              <a:spLocks noChangeArrowheads="1"/>
            </p:cNvSpPr>
            <p:nvPr userDrawn="1"/>
          </p:nvSpPr>
          <p:spPr bwMode="auto">
            <a:xfrm>
              <a:off x="10672763" y="3563938"/>
              <a:ext cx="1588" cy="173038"/>
            </a:xfrm>
            <a:prstGeom prst="rect">
              <a:avLst/>
            </a:prstGeom>
            <a:solidFill>
              <a:srgbClr val="343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Rectangle 327"/>
            <p:cNvSpPr>
              <a:spLocks noChangeArrowheads="1"/>
            </p:cNvSpPr>
            <p:nvPr userDrawn="1"/>
          </p:nvSpPr>
          <p:spPr bwMode="auto">
            <a:xfrm>
              <a:off x="10672763" y="3563938"/>
              <a:ext cx="3175" cy="173038"/>
            </a:xfrm>
            <a:prstGeom prst="rect">
              <a:avLst/>
            </a:prstGeom>
            <a:solidFill>
              <a:srgbClr val="333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Rectangle 328"/>
            <p:cNvSpPr>
              <a:spLocks noChangeArrowheads="1"/>
            </p:cNvSpPr>
            <p:nvPr userDrawn="1"/>
          </p:nvSpPr>
          <p:spPr bwMode="auto">
            <a:xfrm>
              <a:off x="10675938" y="3563938"/>
              <a:ext cx="1588" cy="173038"/>
            </a:xfrm>
            <a:prstGeom prst="rect">
              <a:avLst/>
            </a:prstGeom>
            <a:solidFill>
              <a:srgbClr val="33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0" name="Rectangle 329"/>
            <p:cNvSpPr>
              <a:spLocks noChangeArrowheads="1"/>
            </p:cNvSpPr>
            <p:nvPr userDrawn="1"/>
          </p:nvSpPr>
          <p:spPr bwMode="auto">
            <a:xfrm>
              <a:off x="10677526" y="3563938"/>
              <a:ext cx="3175" cy="173038"/>
            </a:xfrm>
            <a:prstGeom prst="rect">
              <a:avLst/>
            </a:prstGeom>
            <a:solidFill>
              <a:srgbClr val="323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Rectangle 330"/>
            <p:cNvSpPr>
              <a:spLocks noChangeArrowheads="1"/>
            </p:cNvSpPr>
            <p:nvPr userDrawn="1"/>
          </p:nvSpPr>
          <p:spPr bwMode="auto">
            <a:xfrm>
              <a:off x="10679113" y="3563938"/>
              <a:ext cx="1588" cy="173038"/>
            </a:xfrm>
            <a:prstGeom prst="rect">
              <a:avLst/>
            </a:prstGeom>
            <a:solidFill>
              <a:srgbClr val="313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Rectangle 331"/>
            <p:cNvSpPr>
              <a:spLocks noChangeArrowheads="1"/>
            </p:cNvSpPr>
            <p:nvPr userDrawn="1"/>
          </p:nvSpPr>
          <p:spPr bwMode="auto">
            <a:xfrm>
              <a:off x="10680701" y="3563938"/>
              <a:ext cx="3175" cy="173038"/>
            </a:xfrm>
            <a:prstGeom prst="rect">
              <a:avLst/>
            </a:prstGeom>
            <a:solidFill>
              <a:srgbClr val="303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Rectangle 332"/>
            <p:cNvSpPr>
              <a:spLocks noChangeArrowheads="1"/>
            </p:cNvSpPr>
            <p:nvPr userDrawn="1"/>
          </p:nvSpPr>
          <p:spPr bwMode="auto">
            <a:xfrm>
              <a:off x="10682288" y="3563938"/>
              <a:ext cx="3175" cy="173038"/>
            </a:xfrm>
            <a:prstGeom prst="rect">
              <a:avLst/>
            </a:prstGeom>
            <a:solidFill>
              <a:srgbClr val="303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Rectangle 333"/>
            <p:cNvSpPr>
              <a:spLocks noChangeArrowheads="1"/>
            </p:cNvSpPr>
            <p:nvPr userDrawn="1"/>
          </p:nvSpPr>
          <p:spPr bwMode="auto">
            <a:xfrm>
              <a:off x="10685463" y="3563938"/>
              <a:ext cx="1588" cy="173038"/>
            </a:xfrm>
            <a:prstGeom prst="rect">
              <a:avLst/>
            </a:prstGeom>
            <a:solidFill>
              <a:srgbClr val="2F2F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Rectangle 334"/>
            <p:cNvSpPr>
              <a:spLocks noChangeArrowheads="1"/>
            </p:cNvSpPr>
            <p:nvPr userDrawn="1"/>
          </p:nvSpPr>
          <p:spPr bwMode="auto">
            <a:xfrm>
              <a:off x="10687051" y="3563938"/>
              <a:ext cx="1588" cy="173038"/>
            </a:xfrm>
            <a:prstGeom prst="rect">
              <a:avLst/>
            </a:prstGeom>
            <a:solidFill>
              <a:srgbClr val="2E2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Rectangle 335"/>
            <p:cNvSpPr>
              <a:spLocks noChangeArrowheads="1"/>
            </p:cNvSpPr>
            <p:nvPr userDrawn="1"/>
          </p:nvSpPr>
          <p:spPr bwMode="auto">
            <a:xfrm>
              <a:off x="10688638" y="3563938"/>
              <a:ext cx="1588" cy="173038"/>
            </a:xfrm>
            <a:prstGeom prst="rect">
              <a:avLst/>
            </a:prstGeom>
            <a:solidFill>
              <a:srgbClr val="2E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Rectangle 336"/>
            <p:cNvSpPr>
              <a:spLocks noChangeArrowheads="1"/>
            </p:cNvSpPr>
            <p:nvPr userDrawn="1"/>
          </p:nvSpPr>
          <p:spPr bwMode="auto">
            <a:xfrm>
              <a:off x="10690226" y="3563938"/>
              <a:ext cx="3175" cy="173038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8" name="Rectangle 337"/>
            <p:cNvSpPr>
              <a:spLocks noChangeArrowheads="1"/>
            </p:cNvSpPr>
            <p:nvPr userDrawn="1"/>
          </p:nvSpPr>
          <p:spPr bwMode="auto">
            <a:xfrm>
              <a:off x="10691813" y="3563938"/>
              <a:ext cx="3175" cy="173038"/>
            </a:xfrm>
            <a:prstGeom prst="rect">
              <a:avLst/>
            </a:prstGeom>
            <a:solidFill>
              <a:srgbClr val="2C2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Rectangle 338"/>
            <p:cNvSpPr>
              <a:spLocks noChangeArrowheads="1"/>
            </p:cNvSpPr>
            <p:nvPr userDrawn="1"/>
          </p:nvSpPr>
          <p:spPr bwMode="auto">
            <a:xfrm>
              <a:off x="10694988" y="3563938"/>
              <a:ext cx="1588" cy="173038"/>
            </a:xfrm>
            <a:prstGeom prst="rect">
              <a:avLst/>
            </a:prstGeom>
            <a:solidFill>
              <a:srgbClr val="2B2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Rectangle 339"/>
            <p:cNvSpPr>
              <a:spLocks noChangeArrowheads="1"/>
            </p:cNvSpPr>
            <p:nvPr userDrawn="1"/>
          </p:nvSpPr>
          <p:spPr bwMode="auto">
            <a:xfrm>
              <a:off x="10696576" y="3563938"/>
              <a:ext cx="1588" cy="173038"/>
            </a:xfrm>
            <a:prstGeom prst="rect">
              <a:avLst/>
            </a:prstGeom>
            <a:solidFill>
              <a:srgbClr val="2B2B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Rectangle 340"/>
            <p:cNvSpPr>
              <a:spLocks noChangeArrowheads="1"/>
            </p:cNvSpPr>
            <p:nvPr userDrawn="1"/>
          </p:nvSpPr>
          <p:spPr bwMode="auto">
            <a:xfrm>
              <a:off x="10698163" y="3563938"/>
              <a:ext cx="1588" cy="173038"/>
            </a:xfrm>
            <a:prstGeom prst="rect">
              <a:avLst/>
            </a:prstGeom>
            <a:solidFill>
              <a:srgbClr val="2A2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Rectangle 341"/>
            <p:cNvSpPr>
              <a:spLocks noChangeArrowheads="1"/>
            </p:cNvSpPr>
            <p:nvPr userDrawn="1"/>
          </p:nvSpPr>
          <p:spPr bwMode="auto">
            <a:xfrm>
              <a:off x="10699751" y="3563938"/>
              <a:ext cx="3175" cy="173038"/>
            </a:xfrm>
            <a:prstGeom prst="rect">
              <a:avLst/>
            </a:prstGeom>
            <a:solidFill>
              <a:srgbClr val="29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Rectangle 342"/>
            <p:cNvSpPr>
              <a:spLocks noChangeArrowheads="1"/>
            </p:cNvSpPr>
            <p:nvPr userDrawn="1"/>
          </p:nvSpPr>
          <p:spPr bwMode="auto">
            <a:xfrm>
              <a:off x="10701338" y="3563938"/>
              <a:ext cx="3175" cy="173038"/>
            </a:xfrm>
            <a:prstGeom prst="rect">
              <a:avLst/>
            </a:prstGeom>
            <a:solidFill>
              <a:srgbClr val="282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Rectangle 343"/>
            <p:cNvSpPr>
              <a:spLocks noChangeArrowheads="1"/>
            </p:cNvSpPr>
            <p:nvPr userDrawn="1"/>
          </p:nvSpPr>
          <p:spPr bwMode="auto">
            <a:xfrm>
              <a:off x="10704513" y="3563938"/>
              <a:ext cx="1588" cy="173038"/>
            </a:xfrm>
            <a:prstGeom prst="rect">
              <a:avLst/>
            </a:prstGeom>
            <a:solidFill>
              <a:srgbClr val="282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Rectangle 344"/>
            <p:cNvSpPr>
              <a:spLocks noChangeArrowheads="1"/>
            </p:cNvSpPr>
            <p:nvPr userDrawn="1"/>
          </p:nvSpPr>
          <p:spPr bwMode="auto">
            <a:xfrm>
              <a:off x="10706101" y="3563938"/>
              <a:ext cx="1588" cy="173038"/>
            </a:xfrm>
            <a:prstGeom prst="rect">
              <a:avLst/>
            </a:prstGeom>
            <a:solidFill>
              <a:srgbClr val="272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Rectangle 345"/>
            <p:cNvSpPr>
              <a:spLocks noChangeArrowheads="1"/>
            </p:cNvSpPr>
            <p:nvPr userDrawn="1"/>
          </p:nvSpPr>
          <p:spPr bwMode="auto">
            <a:xfrm>
              <a:off x="10707688" y="3563938"/>
              <a:ext cx="1588" cy="173038"/>
            </a:xfrm>
            <a:prstGeom prst="rect">
              <a:avLst/>
            </a:prstGeom>
            <a:solidFill>
              <a:srgbClr val="262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Rectangle 346"/>
            <p:cNvSpPr>
              <a:spLocks noChangeArrowheads="1"/>
            </p:cNvSpPr>
            <p:nvPr userDrawn="1"/>
          </p:nvSpPr>
          <p:spPr bwMode="auto">
            <a:xfrm>
              <a:off x="10709276" y="3563938"/>
              <a:ext cx="1588" cy="173038"/>
            </a:xfrm>
            <a:prstGeom prst="rect">
              <a:avLst/>
            </a:prstGeom>
            <a:solidFill>
              <a:srgbClr val="25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8" name="Rectangle 347"/>
            <p:cNvSpPr>
              <a:spLocks noChangeArrowheads="1"/>
            </p:cNvSpPr>
            <p:nvPr userDrawn="1"/>
          </p:nvSpPr>
          <p:spPr bwMode="auto">
            <a:xfrm>
              <a:off x="10710863" y="3563938"/>
              <a:ext cx="3175" cy="173038"/>
            </a:xfrm>
            <a:prstGeom prst="rect">
              <a:avLst/>
            </a:prstGeom>
            <a:solidFill>
              <a:srgbClr val="2525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Rectangle 348"/>
            <p:cNvSpPr>
              <a:spLocks noChangeArrowheads="1"/>
            </p:cNvSpPr>
            <p:nvPr userDrawn="1"/>
          </p:nvSpPr>
          <p:spPr bwMode="auto">
            <a:xfrm>
              <a:off x="10714038" y="3563938"/>
              <a:ext cx="1588" cy="173038"/>
            </a:xfrm>
            <a:prstGeom prst="rect">
              <a:avLst/>
            </a:prstGeom>
            <a:solidFill>
              <a:srgbClr val="24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Rectangle 349"/>
            <p:cNvSpPr>
              <a:spLocks noChangeArrowheads="1"/>
            </p:cNvSpPr>
            <p:nvPr userDrawn="1"/>
          </p:nvSpPr>
          <p:spPr bwMode="auto">
            <a:xfrm>
              <a:off x="10715626" y="3563938"/>
              <a:ext cx="1588" cy="173038"/>
            </a:xfrm>
            <a:prstGeom prst="rect">
              <a:avLst/>
            </a:prstGeom>
            <a:solidFill>
              <a:srgbClr val="232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Rectangle 350"/>
            <p:cNvSpPr>
              <a:spLocks noChangeArrowheads="1"/>
            </p:cNvSpPr>
            <p:nvPr userDrawn="1"/>
          </p:nvSpPr>
          <p:spPr bwMode="auto">
            <a:xfrm>
              <a:off x="10717213" y="3563938"/>
              <a:ext cx="1588" cy="173038"/>
            </a:xfrm>
            <a:prstGeom prst="rect">
              <a:avLst/>
            </a:prstGeom>
            <a:solidFill>
              <a:srgbClr val="2323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Rectangle 351"/>
            <p:cNvSpPr>
              <a:spLocks noChangeArrowheads="1"/>
            </p:cNvSpPr>
            <p:nvPr userDrawn="1"/>
          </p:nvSpPr>
          <p:spPr bwMode="auto">
            <a:xfrm>
              <a:off x="10718801" y="3563938"/>
              <a:ext cx="1588" cy="173038"/>
            </a:xfrm>
            <a:prstGeom prst="rect">
              <a:avLst/>
            </a:prstGeom>
            <a:solidFill>
              <a:srgbClr val="222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Rectangle 352"/>
            <p:cNvSpPr>
              <a:spLocks noChangeArrowheads="1"/>
            </p:cNvSpPr>
            <p:nvPr userDrawn="1"/>
          </p:nvSpPr>
          <p:spPr bwMode="auto">
            <a:xfrm>
              <a:off x="10720388" y="3563938"/>
              <a:ext cx="3175" cy="173038"/>
            </a:xfrm>
            <a:prstGeom prst="rect">
              <a:avLst/>
            </a:prstGeom>
            <a:solidFill>
              <a:srgbClr val="212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Rectangle 353"/>
            <p:cNvSpPr>
              <a:spLocks noChangeArrowheads="1"/>
            </p:cNvSpPr>
            <p:nvPr userDrawn="1"/>
          </p:nvSpPr>
          <p:spPr bwMode="auto">
            <a:xfrm>
              <a:off x="10721976" y="3563938"/>
              <a:ext cx="1588" cy="173038"/>
            </a:xfrm>
            <a:prstGeom prst="rect">
              <a:avLst/>
            </a:prstGeom>
            <a:solidFill>
              <a:srgbClr val="202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354"/>
            <p:cNvSpPr>
              <a:spLocks noChangeArrowheads="1"/>
            </p:cNvSpPr>
            <p:nvPr userDrawn="1"/>
          </p:nvSpPr>
          <p:spPr bwMode="auto">
            <a:xfrm>
              <a:off x="10723563" y="3563938"/>
              <a:ext cx="3175" cy="173038"/>
            </a:xfrm>
            <a:prstGeom prst="rect">
              <a:avLst/>
            </a:prstGeom>
            <a:solidFill>
              <a:srgbClr val="202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Rectangle 355"/>
            <p:cNvSpPr>
              <a:spLocks noChangeArrowheads="1"/>
            </p:cNvSpPr>
            <p:nvPr userDrawn="1"/>
          </p:nvSpPr>
          <p:spPr bwMode="auto">
            <a:xfrm>
              <a:off x="10726738" y="3563938"/>
              <a:ext cx="1588" cy="173038"/>
            </a:xfrm>
            <a:prstGeom prst="rect">
              <a:avLst/>
            </a:prstGeom>
            <a:solidFill>
              <a:srgbClr val="1F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356"/>
            <p:cNvSpPr>
              <a:spLocks noChangeArrowheads="1"/>
            </p:cNvSpPr>
            <p:nvPr userDrawn="1"/>
          </p:nvSpPr>
          <p:spPr bwMode="auto">
            <a:xfrm>
              <a:off x="10728326" y="3563938"/>
              <a:ext cx="1588" cy="173038"/>
            </a:xfrm>
            <a:prstGeom prst="rect">
              <a:avLst/>
            </a:prstGeom>
            <a:solidFill>
              <a:srgbClr val="1E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Rectangle 357"/>
            <p:cNvSpPr>
              <a:spLocks noChangeArrowheads="1"/>
            </p:cNvSpPr>
            <p:nvPr userDrawn="1"/>
          </p:nvSpPr>
          <p:spPr bwMode="auto">
            <a:xfrm>
              <a:off x="10729913" y="3563938"/>
              <a:ext cx="3175" cy="173038"/>
            </a:xfrm>
            <a:prstGeom prst="rect">
              <a:avLst/>
            </a:prstGeom>
            <a:solidFill>
              <a:srgbClr val="1D1D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358"/>
            <p:cNvSpPr>
              <a:spLocks noChangeArrowheads="1"/>
            </p:cNvSpPr>
            <p:nvPr userDrawn="1"/>
          </p:nvSpPr>
          <p:spPr bwMode="auto">
            <a:xfrm>
              <a:off x="10731501" y="3563938"/>
              <a:ext cx="1588" cy="173038"/>
            </a:xfrm>
            <a:prstGeom prst="rect">
              <a:avLst/>
            </a:prstGeom>
            <a:solidFill>
              <a:srgbClr val="1D1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Rectangle 359"/>
            <p:cNvSpPr>
              <a:spLocks noChangeArrowheads="1"/>
            </p:cNvSpPr>
            <p:nvPr userDrawn="1"/>
          </p:nvSpPr>
          <p:spPr bwMode="auto">
            <a:xfrm>
              <a:off x="10733088" y="3563938"/>
              <a:ext cx="3175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Rectangle 360"/>
            <p:cNvSpPr>
              <a:spLocks noChangeArrowheads="1"/>
            </p:cNvSpPr>
            <p:nvPr userDrawn="1"/>
          </p:nvSpPr>
          <p:spPr bwMode="auto">
            <a:xfrm>
              <a:off x="10734676" y="3563938"/>
              <a:ext cx="6350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Freeform 361"/>
            <p:cNvSpPr>
              <a:spLocks noEditPoints="1"/>
            </p:cNvSpPr>
            <p:nvPr userDrawn="1"/>
          </p:nvSpPr>
          <p:spPr bwMode="auto">
            <a:xfrm>
              <a:off x="9891713" y="2314575"/>
              <a:ext cx="1565275" cy="2554288"/>
            </a:xfrm>
            <a:custGeom>
              <a:avLst/>
              <a:gdLst>
                <a:gd name="T0" fmla="*/ 390 w 986"/>
                <a:gd name="T1" fmla="*/ 1528 h 1609"/>
                <a:gd name="T2" fmla="*/ 952 w 986"/>
                <a:gd name="T3" fmla="*/ 1325 h 1609"/>
                <a:gd name="T4" fmla="*/ 0 w 986"/>
                <a:gd name="T5" fmla="*/ 163 h 1609"/>
                <a:gd name="T6" fmla="*/ 986 w 986"/>
                <a:gd name="T7" fmla="*/ 1446 h 1609"/>
                <a:gd name="T8" fmla="*/ 537 w 986"/>
                <a:gd name="T9" fmla="*/ 953 h 1609"/>
                <a:gd name="T10" fmla="*/ 584 w 986"/>
                <a:gd name="T11" fmla="*/ 1121 h 1609"/>
                <a:gd name="T12" fmla="*/ 387 w 986"/>
                <a:gd name="T13" fmla="*/ 701 h 1609"/>
                <a:gd name="T14" fmla="*/ 343 w 986"/>
                <a:gd name="T15" fmla="*/ 606 h 1609"/>
                <a:gd name="T16" fmla="*/ 369 w 986"/>
                <a:gd name="T17" fmla="*/ 575 h 1609"/>
                <a:gd name="T18" fmla="*/ 414 w 986"/>
                <a:gd name="T19" fmla="*/ 599 h 1609"/>
                <a:gd name="T20" fmla="*/ 443 w 986"/>
                <a:gd name="T21" fmla="*/ 624 h 1609"/>
                <a:gd name="T22" fmla="*/ 443 w 986"/>
                <a:gd name="T23" fmla="*/ 578 h 1609"/>
                <a:gd name="T24" fmla="*/ 429 w 986"/>
                <a:gd name="T25" fmla="*/ 558 h 1609"/>
                <a:gd name="T26" fmla="*/ 518 w 986"/>
                <a:gd name="T27" fmla="*/ 556 h 1609"/>
                <a:gd name="T28" fmla="*/ 545 w 986"/>
                <a:gd name="T29" fmla="*/ 677 h 1609"/>
                <a:gd name="T30" fmla="*/ 558 w 986"/>
                <a:gd name="T31" fmla="*/ 698 h 1609"/>
                <a:gd name="T32" fmla="*/ 469 w 986"/>
                <a:gd name="T33" fmla="*/ 700 h 1609"/>
                <a:gd name="T34" fmla="*/ 458 w 986"/>
                <a:gd name="T35" fmla="*/ 655 h 1609"/>
                <a:gd name="T36" fmla="*/ 437 w 986"/>
                <a:gd name="T37" fmla="*/ 691 h 1609"/>
                <a:gd name="T38" fmla="*/ 459 w 986"/>
                <a:gd name="T39" fmla="*/ 705 h 1609"/>
                <a:gd name="T40" fmla="*/ 381 w 986"/>
                <a:gd name="T41" fmla="*/ 750 h 1609"/>
                <a:gd name="T42" fmla="*/ 480 w 986"/>
                <a:gd name="T43" fmla="*/ 754 h 1609"/>
                <a:gd name="T44" fmla="*/ 528 w 986"/>
                <a:gd name="T45" fmla="*/ 922 h 1609"/>
                <a:gd name="T46" fmla="*/ 480 w 986"/>
                <a:gd name="T47" fmla="*/ 754 h 1609"/>
                <a:gd name="T48" fmla="*/ 626 w 986"/>
                <a:gd name="T49" fmla="*/ 1322 h 1609"/>
                <a:gd name="T50" fmla="*/ 579 w 986"/>
                <a:gd name="T51" fmla="*/ 1289 h 1609"/>
                <a:gd name="T52" fmla="*/ 536 w 986"/>
                <a:gd name="T53" fmla="*/ 1196 h 1609"/>
                <a:gd name="T54" fmla="*/ 570 w 986"/>
                <a:gd name="T55" fmla="*/ 1163 h 1609"/>
                <a:gd name="T56" fmla="*/ 626 w 986"/>
                <a:gd name="T57" fmla="*/ 1172 h 1609"/>
                <a:gd name="T58" fmla="*/ 631 w 986"/>
                <a:gd name="T59" fmla="*/ 1281 h 1609"/>
                <a:gd name="T60" fmla="*/ 686 w 986"/>
                <a:gd name="T61" fmla="*/ 1226 h 1609"/>
                <a:gd name="T62" fmla="*/ 700 w 986"/>
                <a:gd name="T63" fmla="*/ 1303 h 1609"/>
                <a:gd name="T64" fmla="*/ 832 w 986"/>
                <a:gd name="T65" fmla="*/ 1281 h 1609"/>
                <a:gd name="T66" fmla="*/ 689 w 986"/>
                <a:gd name="T67" fmla="*/ 781 h 1609"/>
                <a:gd name="T68" fmla="*/ 675 w 986"/>
                <a:gd name="T69" fmla="*/ 731 h 1609"/>
                <a:gd name="T70" fmla="*/ 696 w 986"/>
                <a:gd name="T71" fmla="*/ 693 h 1609"/>
                <a:gd name="T72" fmla="*/ 651 w 986"/>
                <a:gd name="T73" fmla="*/ 607 h 1609"/>
                <a:gd name="T74" fmla="*/ 493 w 986"/>
                <a:gd name="T75" fmla="*/ 136 h 1609"/>
                <a:gd name="T76" fmla="*/ 447 w 986"/>
                <a:gd name="T77" fmla="*/ 404 h 1609"/>
                <a:gd name="T78" fmla="*/ 383 w 986"/>
                <a:gd name="T79" fmla="*/ 389 h 1609"/>
                <a:gd name="T80" fmla="*/ 413 w 986"/>
                <a:gd name="T81" fmla="*/ 487 h 1609"/>
                <a:gd name="T82" fmla="*/ 474 w 986"/>
                <a:gd name="T83" fmla="*/ 494 h 1609"/>
                <a:gd name="T84" fmla="*/ 415 w 986"/>
                <a:gd name="T85" fmla="*/ 525 h 1609"/>
                <a:gd name="T86" fmla="*/ 381 w 986"/>
                <a:gd name="T87" fmla="*/ 353 h 1609"/>
                <a:gd name="T88" fmla="*/ 310 w 986"/>
                <a:gd name="T89" fmla="*/ 158 h 1609"/>
                <a:gd name="T90" fmla="*/ 375 w 986"/>
                <a:gd name="T91" fmla="*/ 153 h 1609"/>
                <a:gd name="T92" fmla="*/ 349 w 986"/>
                <a:gd name="T93" fmla="*/ 208 h 1609"/>
                <a:gd name="T94" fmla="*/ 319 w 986"/>
                <a:gd name="T95" fmla="*/ 193 h 1609"/>
                <a:gd name="T96" fmla="*/ 406 w 986"/>
                <a:gd name="T97" fmla="*/ 256 h 1609"/>
                <a:gd name="T98" fmla="*/ 290 w 986"/>
                <a:gd name="T99" fmla="*/ 334 h 1609"/>
                <a:gd name="T100" fmla="*/ 311 w 986"/>
                <a:gd name="T101" fmla="*/ 276 h 1609"/>
                <a:gd name="T102" fmla="*/ 342 w 986"/>
                <a:gd name="T103" fmla="*/ 271 h 1609"/>
                <a:gd name="T104" fmla="*/ 310 w 986"/>
                <a:gd name="T105" fmla="*/ 158 h 1609"/>
                <a:gd name="T106" fmla="*/ 126 w 986"/>
                <a:gd name="T107" fmla="*/ 228 h 1609"/>
                <a:gd name="T108" fmla="*/ 269 w 986"/>
                <a:gd name="T109" fmla="*/ 728 h 1609"/>
                <a:gd name="T110" fmla="*/ 284 w 986"/>
                <a:gd name="T111" fmla="*/ 778 h 1609"/>
                <a:gd name="T112" fmla="*/ 278 w 986"/>
                <a:gd name="T113" fmla="*/ 835 h 1609"/>
                <a:gd name="T114" fmla="*/ 329 w 986"/>
                <a:gd name="T115" fmla="*/ 895 h 1609"/>
                <a:gd name="T116" fmla="*/ 444 w 986"/>
                <a:gd name="T117" fmla="*/ 1380 h 1609"/>
                <a:gd name="T118" fmla="*/ 315 w 986"/>
                <a:gd name="T119" fmla="*/ 888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86" h="1609">
                  <a:moveTo>
                    <a:pt x="963" y="1364"/>
                  </a:moveTo>
                  <a:cubicBezTo>
                    <a:pt x="677" y="1446"/>
                    <a:pt x="677" y="1446"/>
                    <a:pt x="677" y="1446"/>
                  </a:cubicBezTo>
                  <a:cubicBezTo>
                    <a:pt x="390" y="1528"/>
                    <a:pt x="390" y="1528"/>
                    <a:pt x="390" y="1528"/>
                  </a:cubicBezTo>
                  <a:cubicBezTo>
                    <a:pt x="379" y="1489"/>
                    <a:pt x="379" y="1489"/>
                    <a:pt x="379" y="1489"/>
                  </a:cubicBezTo>
                  <a:cubicBezTo>
                    <a:pt x="666" y="1407"/>
                    <a:pt x="666" y="1407"/>
                    <a:pt x="666" y="1407"/>
                  </a:cubicBezTo>
                  <a:cubicBezTo>
                    <a:pt x="952" y="1325"/>
                    <a:pt x="952" y="1325"/>
                    <a:pt x="952" y="1325"/>
                  </a:cubicBezTo>
                  <a:cubicBezTo>
                    <a:pt x="574" y="0"/>
                    <a:pt x="574" y="0"/>
                    <a:pt x="574" y="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413" y="1609"/>
                    <a:pt x="413" y="1609"/>
                    <a:pt x="413" y="1609"/>
                  </a:cubicBezTo>
                  <a:cubicBezTo>
                    <a:pt x="700" y="1527"/>
                    <a:pt x="700" y="1527"/>
                    <a:pt x="700" y="1527"/>
                  </a:cubicBezTo>
                  <a:cubicBezTo>
                    <a:pt x="986" y="1446"/>
                    <a:pt x="986" y="1446"/>
                    <a:pt x="986" y="1446"/>
                  </a:cubicBezTo>
                  <a:lnTo>
                    <a:pt x="963" y="1364"/>
                  </a:lnTo>
                  <a:close/>
                  <a:moveTo>
                    <a:pt x="481" y="1063"/>
                  </a:moveTo>
                  <a:cubicBezTo>
                    <a:pt x="465" y="1008"/>
                    <a:pt x="485" y="969"/>
                    <a:pt x="537" y="953"/>
                  </a:cubicBezTo>
                  <a:cubicBezTo>
                    <a:pt x="537" y="953"/>
                    <a:pt x="538" y="953"/>
                    <a:pt x="539" y="953"/>
                  </a:cubicBezTo>
                  <a:cubicBezTo>
                    <a:pt x="589" y="938"/>
                    <a:pt x="621" y="959"/>
                    <a:pt x="636" y="1011"/>
                  </a:cubicBezTo>
                  <a:cubicBezTo>
                    <a:pt x="652" y="1066"/>
                    <a:pt x="633" y="1105"/>
                    <a:pt x="584" y="1121"/>
                  </a:cubicBezTo>
                  <a:cubicBezTo>
                    <a:pt x="583" y="1122"/>
                    <a:pt x="581" y="1123"/>
                    <a:pt x="579" y="1123"/>
                  </a:cubicBezTo>
                  <a:cubicBezTo>
                    <a:pt x="531" y="1137"/>
                    <a:pt x="497" y="1116"/>
                    <a:pt x="481" y="1063"/>
                  </a:cubicBezTo>
                  <a:close/>
                  <a:moveTo>
                    <a:pt x="387" y="701"/>
                  </a:moveTo>
                  <a:cubicBezTo>
                    <a:pt x="362" y="614"/>
                    <a:pt x="362" y="614"/>
                    <a:pt x="362" y="614"/>
                  </a:cubicBezTo>
                  <a:cubicBezTo>
                    <a:pt x="359" y="604"/>
                    <a:pt x="356" y="601"/>
                    <a:pt x="350" y="604"/>
                  </a:cubicBezTo>
                  <a:cubicBezTo>
                    <a:pt x="347" y="605"/>
                    <a:pt x="343" y="606"/>
                    <a:pt x="343" y="606"/>
                  </a:cubicBezTo>
                  <a:cubicBezTo>
                    <a:pt x="340" y="603"/>
                    <a:pt x="340" y="603"/>
                    <a:pt x="340" y="603"/>
                  </a:cubicBezTo>
                  <a:cubicBezTo>
                    <a:pt x="337" y="584"/>
                    <a:pt x="337" y="584"/>
                    <a:pt x="337" y="584"/>
                  </a:cubicBezTo>
                  <a:cubicBezTo>
                    <a:pt x="369" y="575"/>
                    <a:pt x="369" y="575"/>
                    <a:pt x="369" y="575"/>
                  </a:cubicBezTo>
                  <a:cubicBezTo>
                    <a:pt x="384" y="571"/>
                    <a:pt x="419" y="559"/>
                    <a:pt x="419" y="559"/>
                  </a:cubicBezTo>
                  <a:cubicBezTo>
                    <a:pt x="423" y="582"/>
                    <a:pt x="423" y="582"/>
                    <a:pt x="423" y="582"/>
                  </a:cubicBezTo>
                  <a:cubicBezTo>
                    <a:pt x="413" y="587"/>
                    <a:pt x="412" y="590"/>
                    <a:pt x="414" y="599"/>
                  </a:cubicBezTo>
                  <a:cubicBezTo>
                    <a:pt x="421" y="630"/>
                    <a:pt x="421" y="630"/>
                    <a:pt x="421" y="630"/>
                  </a:cubicBezTo>
                  <a:cubicBezTo>
                    <a:pt x="443" y="624"/>
                    <a:pt x="443" y="624"/>
                    <a:pt x="443" y="624"/>
                  </a:cubicBezTo>
                  <a:cubicBezTo>
                    <a:pt x="443" y="624"/>
                    <a:pt x="443" y="624"/>
                    <a:pt x="443" y="624"/>
                  </a:cubicBezTo>
                  <a:cubicBezTo>
                    <a:pt x="454" y="621"/>
                    <a:pt x="459" y="620"/>
                    <a:pt x="464" y="618"/>
                  </a:cubicBezTo>
                  <a:cubicBezTo>
                    <a:pt x="455" y="588"/>
                    <a:pt x="455" y="588"/>
                    <a:pt x="455" y="588"/>
                  </a:cubicBezTo>
                  <a:cubicBezTo>
                    <a:pt x="452" y="578"/>
                    <a:pt x="449" y="576"/>
                    <a:pt x="443" y="578"/>
                  </a:cubicBezTo>
                  <a:cubicBezTo>
                    <a:pt x="436" y="580"/>
                    <a:pt x="436" y="580"/>
                    <a:pt x="436" y="580"/>
                  </a:cubicBezTo>
                  <a:cubicBezTo>
                    <a:pt x="432" y="578"/>
                    <a:pt x="432" y="578"/>
                    <a:pt x="432" y="578"/>
                  </a:cubicBezTo>
                  <a:cubicBezTo>
                    <a:pt x="429" y="558"/>
                    <a:pt x="429" y="558"/>
                    <a:pt x="429" y="558"/>
                  </a:cubicBezTo>
                  <a:cubicBezTo>
                    <a:pt x="470" y="547"/>
                    <a:pt x="470" y="547"/>
                    <a:pt x="470" y="547"/>
                  </a:cubicBezTo>
                  <a:cubicBezTo>
                    <a:pt x="481" y="544"/>
                    <a:pt x="514" y="533"/>
                    <a:pt x="514" y="533"/>
                  </a:cubicBezTo>
                  <a:cubicBezTo>
                    <a:pt x="518" y="556"/>
                    <a:pt x="518" y="556"/>
                    <a:pt x="518" y="556"/>
                  </a:cubicBezTo>
                  <a:cubicBezTo>
                    <a:pt x="507" y="561"/>
                    <a:pt x="505" y="564"/>
                    <a:pt x="507" y="573"/>
                  </a:cubicBezTo>
                  <a:cubicBezTo>
                    <a:pt x="511" y="594"/>
                    <a:pt x="521" y="631"/>
                    <a:pt x="530" y="663"/>
                  </a:cubicBezTo>
                  <a:cubicBezTo>
                    <a:pt x="534" y="676"/>
                    <a:pt x="537" y="679"/>
                    <a:pt x="545" y="677"/>
                  </a:cubicBezTo>
                  <a:cubicBezTo>
                    <a:pt x="548" y="676"/>
                    <a:pt x="551" y="675"/>
                    <a:pt x="551" y="675"/>
                  </a:cubicBezTo>
                  <a:cubicBezTo>
                    <a:pt x="554" y="677"/>
                    <a:pt x="554" y="677"/>
                    <a:pt x="554" y="677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35" y="704"/>
                    <a:pt x="515" y="710"/>
                  </a:cubicBezTo>
                  <a:cubicBezTo>
                    <a:pt x="503" y="714"/>
                    <a:pt x="473" y="723"/>
                    <a:pt x="473" y="723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81" y="697"/>
                    <a:pt x="484" y="690"/>
                    <a:pt x="480" y="676"/>
                  </a:cubicBezTo>
                  <a:cubicBezTo>
                    <a:pt x="473" y="651"/>
                    <a:pt x="473" y="651"/>
                    <a:pt x="473" y="651"/>
                  </a:cubicBezTo>
                  <a:cubicBezTo>
                    <a:pt x="473" y="651"/>
                    <a:pt x="464" y="653"/>
                    <a:pt x="458" y="655"/>
                  </a:cubicBezTo>
                  <a:cubicBezTo>
                    <a:pt x="457" y="655"/>
                    <a:pt x="455" y="656"/>
                    <a:pt x="453" y="657"/>
                  </a:cubicBezTo>
                  <a:cubicBezTo>
                    <a:pt x="444" y="660"/>
                    <a:pt x="430" y="665"/>
                    <a:pt x="430" y="665"/>
                  </a:cubicBezTo>
                  <a:cubicBezTo>
                    <a:pt x="437" y="691"/>
                    <a:pt x="437" y="691"/>
                    <a:pt x="437" y="691"/>
                  </a:cubicBezTo>
                  <a:cubicBezTo>
                    <a:pt x="442" y="705"/>
                    <a:pt x="444" y="708"/>
                    <a:pt x="450" y="706"/>
                  </a:cubicBezTo>
                  <a:cubicBezTo>
                    <a:pt x="455" y="704"/>
                    <a:pt x="457" y="703"/>
                    <a:pt x="457" y="703"/>
                  </a:cubicBezTo>
                  <a:cubicBezTo>
                    <a:pt x="459" y="705"/>
                    <a:pt x="459" y="705"/>
                    <a:pt x="459" y="705"/>
                  </a:cubicBezTo>
                  <a:cubicBezTo>
                    <a:pt x="463" y="726"/>
                    <a:pt x="463" y="726"/>
                    <a:pt x="463" y="726"/>
                  </a:cubicBezTo>
                  <a:cubicBezTo>
                    <a:pt x="463" y="726"/>
                    <a:pt x="432" y="734"/>
                    <a:pt x="422" y="737"/>
                  </a:cubicBezTo>
                  <a:cubicBezTo>
                    <a:pt x="407" y="741"/>
                    <a:pt x="381" y="750"/>
                    <a:pt x="381" y="750"/>
                  </a:cubicBezTo>
                  <a:cubicBezTo>
                    <a:pt x="377" y="728"/>
                    <a:pt x="377" y="728"/>
                    <a:pt x="377" y="728"/>
                  </a:cubicBezTo>
                  <a:cubicBezTo>
                    <a:pt x="388" y="719"/>
                    <a:pt x="390" y="715"/>
                    <a:pt x="387" y="701"/>
                  </a:cubicBezTo>
                  <a:close/>
                  <a:moveTo>
                    <a:pt x="480" y="754"/>
                  </a:moveTo>
                  <a:cubicBezTo>
                    <a:pt x="481" y="754"/>
                    <a:pt x="481" y="754"/>
                    <a:pt x="482" y="754"/>
                  </a:cubicBezTo>
                  <a:cubicBezTo>
                    <a:pt x="532" y="740"/>
                    <a:pt x="564" y="760"/>
                    <a:pt x="579" y="812"/>
                  </a:cubicBezTo>
                  <a:cubicBezTo>
                    <a:pt x="595" y="867"/>
                    <a:pt x="576" y="906"/>
                    <a:pt x="528" y="922"/>
                  </a:cubicBezTo>
                  <a:cubicBezTo>
                    <a:pt x="526" y="923"/>
                    <a:pt x="524" y="924"/>
                    <a:pt x="523" y="924"/>
                  </a:cubicBezTo>
                  <a:cubicBezTo>
                    <a:pt x="474" y="938"/>
                    <a:pt x="440" y="917"/>
                    <a:pt x="425" y="864"/>
                  </a:cubicBezTo>
                  <a:cubicBezTo>
                    <a:pt x="409" y="809"/>
                    <a:pt x="428" y="770"/>
                    <a:pt x="480" y="754"/>
                  </a:cubicBezTo>
                  <a:close/>
                  <a:moveTo>
                    <a:pt x="700" y="1303"/>
                  </a:moveTo>
                  <a:cubicBezTo>
                    <a:pt x="700" y="1303"/>
                    <a:pt x="671" y="1309"/>
                    <a:pt x="641" y="1318"/>
                  </a:cubicBezTo>
                  <a:cubicBezTo>
                    <a:pt x="626" y="1322"/>
                    <a:pt x="626" y="1322"/>
                    <a:pt x="626" y="1322"/>
                  </a:cubicBezTo>
                  <a:cubicBezTo>
                    <a:pt x="600" y="1329"/>
                    <a:pt x="573" y="1339"/>
                    <a:pt x="573" y="1339"/>
                  </a:cubicBezTo>
                  <a:cubicBezTo>
                    <a:pt x="569" y="1315"/>
                    <a:pt x="569" y="1315"/>
                    <a:pt x="569" y="1315"/>
                  </a:cubicBezTo>
                  <a:cubicBezTo>
                    <a:pt x="581" y="1310"/>
                    <a:pt x="584" y="1304"/>
                    <a:pt x="579" y="1289"/>
                  </a:cubicBezTo>
                  <a:cubicBezTo>
                    <a:pt x="555" y="1204"/>
                    <a:pt x="555" y="1204"/>
                    <a:pt x="555" y="1204"/>
                  </a:cubicBezTo>
                  <a:cubicBezTo>
                    <a:pt x="552" y="1194"/>
                    <a:pt x="550" y="1192"/>
                    <a:pt x="543" y="1194"/>
                  </a:cubicBezTo>
                  <a:cubicBezTo>
                    <a:pt x="540" y="1195"/>
                    <a:pt x="536" y="1196"/>
                    <a:pt x="536" y="1196"/>
                  </a:cubicBezTo>
                  <a:cubicBezTo>
                    <a:pt x="533" y="1194"/>
                    <a:pt x="533" y="1194"/>
                    <a:pt x="533" y="1194"/>
                  </a:cubicBezTo>
                  <a:cubicBezTo>
                    <a:pt x="530" y="1174"/>
                    <a:pt x="530" y="1174"/>
                    <a:pt x="530" y="1174"/>
                  </a:cubicBezTo>
                  <a:cubicBezTo>
                    <a:pt x="570" y="1163"/>
                    <a:pt x="570" y="1163"/>
                    <a:pt x="570" y="1163"/>
                  </a:cubicBezTo>
                  <a:cubicBezTo>
                    <a:pt x="575" y="1161"/>
                    <a:pt x="585" y="1158"/>
                    <a:pt x="595" y="1155"/>
                  </a:cubicBezTo>
                  <a:cubicBezTo>
                    <a:pt x="609" y="1151"/>
                    <a:pt x="622" y="1146"/>
                    <a:pt x="622" y="1146"/>
                  </a:cubicBezTo>
                  <a:cubicBezTo>
                    <a:pt x="626" y="1172"/>
                    <a:pt x="626" y="1172"/>
                    <a:pt x="626" y="1172"/>
                  </a:cubicBezTo>
                  <a:cubicBezTo>
                    <a:pt x="609" y="1178"/>
                    <a:pt x="606" y="1182"/>
                    <a:pt x="608" y="1191"/>
                  </a:cubicBezTo>
                  <a:cubicBezTo>
                    <a:pt x="612" y="1207"/>
                    <a:pt x="616" y="1225"/>
                    <a:pt x="622" y="1248"/>
                  </a:cubicBezTo>
                  <a:cubicBezTo>
                    <a:pt x="631" y="1281"/>
                    <a:pt x="631" y="1281"/>
                    <a:pt x="631" y="1281"/>
                  </a:cubicBezTo>
                  <a:cubicBezTo>
                    <a:pt x="633" y="1287"/>
                    <a:pt x="637" y="1288"/>
                    <a:pt x="642" y="1286"/>
                  </a:cubicBezTo>
                  <a:cubicBezTo>
                    <a:pt x="660" y="1281"/>
                    <a:pt x="662" y="1272"/>
                    <a:pt x="655" y="1238"/>
                  </a:cubicBezTo>
                  <a:cubicBezTo>
                    <a:pt x="686" y="1226"/>
                    <a:pt x="686" y="1226"/>
                    <a:pt x="686" y="1226"/>
                  </a:cubicBezTo>
                  <a:cubicBezTo>
                    <a:pt x="690" y="1229"/>
                    <a:pt x="690" y="1229"/>
                    <a:pt x="690" y="1229"/>
                  </a:cubicBezTo>
                  <a:cubicBezTo>
                    <a:pt x="690" y="1229"/>
                    <a:pt x="695" y="1262"/>
                    <a:pt x="703" y="1297"/>
                  </a:cubicBezTo>
                  <a:lnTo>
                    <a:pt x="700" y="1303"/>
                  </a:lnTo>
                  <a:close/>
                  <a:moveTo>
                    <a:pt x="703" y="789"/>
                  </a:moveTo>
                  <a:cubicBezTo>
                    <a:pt x="840" y="1267"/>
                    <a:pt x="840" y="1267"/>
                    <a:pt x="840" y="1267"/>
                  </a:cubicBezTo>
                  <a:cubicBezTo>
                    <a:pt x="841" y="1273"/>
                    <a:pt x="838" y="1280"/>
                    <a:pt x="832" y="1281"/>
                  </a:cubicBezTo>
                  <a:cubicBezTo>
                    <a:pt x="826" y="1283"/>
                    <a:pt x="819" y="1280"/>
                    <a:pt x="818" y="1274"/>
                  </a:cubicBezTo>
                  <a:cubicBezTo>
                    <a:pt x="681" y="796"/>
                    <a:pt x="681" y="796"/>
                    <a:pt x="681" y="796"/>
                  </a:cubicBezTo>
                  <a:cubicBezTo>
                    <a:pt x="679" y="790"/>
                    <a:pt x="683" y="783"/>
                    <a:pt x="689" y="781"/>
                  </a:cubicBezTo>
                  <a:cubicBezTo>
                    <a:pt x="695" y="779"/>
                    <a:pt x="701" y="783"/>
                    <a:pt x="703" y="789"/>
                  </a:cubicBezTo>
                  <a:close/>
                  <a:moveTo>
                    <a:pt x="696" y="693"/>
                  </a:moveTo>
                  <a:cubicBezTo>
                    <a:pt x="700" y="709"/>
                    <a:pt x="691" y="726"/>
                    <a:pt x="675" y="731"/>
                  </a:cubicBezTo>
                  <a:cubicBezTo>
                    <a:pt x="658" y="736"/>
                    <a:pt x="641" y="726"/>
                    <a:pt x="637" y="710"/>
                  </a:cubicBezTo>
                  <a:cubicBezTo>
                    <a:pt x="632" y="693"/>
                    <a:pt x="641" y="676"/>
                    <a:pt x="658" y="672"/>
                  </a:cubicBezTo>
                  <a:cubicBezTo>
                    <a:pt x="674" y="667"/>
                    <a:pt x="691" y="676"/>
                    <a:pt x="696" y="693"/>
                  </a:cubicBezTo>
                  <a:close/>
                  <a:moveTo>
                    <a:pt x="501" y="121"/>
                  </a:moveTo>
                  <a:cubicBezTo>
                    <a:pt x="507" y="120"/>
                    <a:pt x="513" y="123"/>
                    <a:pt x="515" y="129"/>
                  </a:cubicBezTo>
                  <a:cubicBezTo>
                    <a:pt x="651" y="607"/>
                    <a:pt x="651" y="607"/>
                    <a:pt x="651" y="607"/>
                  </a:cubicBezTo>
                  <a:cubicBezTo>
                    <a:pt x="653" y="613"/>
                    <a:pt x="650" y="620"/>
                    <a:pt x="644" y="622"/>
                  </a:cubicBezTo>
                  <a:cubicBezTo>
                    <a:pt x="638" y="623"/>
                    <a:pt x="631" y="620"/>
                    <a:pt x="629" y="614"/>
                  </a:cubicBezTo>
                  <a:cubicBezTo>
                    <a:pt x="493" y="136"/>
                    <a:pt x="493" y="136"/>
                    <a:pt x="493" y="136"/>
                  </a:cubicBezTo>
                  <a:cubicBezTo>
                    <a:pt x="491" y="130"/>
                    <a:pt x="494" y="123"/>
                    <a:pt x="501" y="121"/>
                  </a:cubicBezTo>
                  <a:close/>
                  <a:moveTo>
                    <a:pt x="439" y="349"/>
                  </a:moveTo>
                  <a:cubicBezTo>
                    <a:pt x="439" y="349"/>
                    <a:pt x="440" y="373"/>
                    <a:pt x="447" y="404"/>
                  </a:cubicBezTo>
                  <a:cubicBezTo>
                    <a:pt x="409" y="418"/>
                    <a:pt x="409" y="418"/>
                    <a:pt x="409" y="418"/>
                  </a:cubicBezTo>
                  <a:cubicBezTo>
                    <a:pt x="409" y="418"/>
                    <a:pt x="408" y="411"/>
                    <a:pt x="405" y="403"/>
                  </a:cubicBezTo>
                  <a:cubicBezTo>
                    <a:pt x="402" y="389"/>
                    <a:pt x="395" y="386"/>
                    <a:pt x="383" y="389"/>
                  </a:cubicBezTo>
                  <a:cubicBezTo>
                    <a:pt x="381" y="390"/>
                    <a:pt x="378" y="391"/>
                    <a:pt x="377" y="392"/>
                  </a:cubicBezTo>
                  <a:cubicBezTo>
                    <a:pt x="404" y="488"/>
                    <a:pt x="404" y="488"/>
                    <a:pt x="404" y="488"/>
                  </a:cubicBezTo>
                  <a:cubicBezTo>
                    <a:pt x="407" y="488"/>
                    <a:pt x="410" y="488"/>
                    <a:pt x="413" y="487"/>
                  </a:cubicBezTo>
                  <a:cubicBezTo>
                    <a:pt x="426" y="484"/>
                    <a:pt x="429" y="474"/>
                    <a:pt x="424" y="452"/>
                  </a:cubicBezTo>
                  <a:cubicBezTo>
                    <a:pt x="462" y="439"/>
                    <a:pt x="462" y="439"/>
                    <a:pt x="462" y="439"/>
                  </a:cubicBezTo>
                  <a:cubicBezTo>
                    <a:pt x="462" y="439"/>
                    <a:pt x="467" y="469"/>
                    <a:pt x="474" y="494"/>
                  </a:cubicBezTo>
                  <a:cubicBezTo>
                    <a:pt x="472" y="499"/>
                    <a:pt x="472" y="499"/>
                    <a:pt x="472" y="499"/>
                  </a:cubicBezTo>
                  <a:cubicBezTo>
                    <a:pt x="472" y="499"/>
                    <a:pt x="448" y="516"/>
                    <a:pt x="415" y="525"/>
                  </a:cubicBezTo>
                  <a:cubicBezTo>
                    <a:pt x="415" y="525"/>
                    <a:pt x="415" y="525"/>
                    <a:pt x="415" y="525"/>
                  </a:cubicBezTo>
                  <a:cubicBezTo>
                    <a:pt x="368" y="538"/>
                    <a:pt x="333" y="516"/>
                    <a:pt x="318" y="465"/>
                  </a:cubicBezTo>
                  <a:cubicBezTo>
                    <a:pt x="303" y="414"/>
                    <a:pt x="321" y="376"/>
                    <a:pt x="367" y="358"/>
                  </a:cubicBezTo>
                  <a:cubicBezTo>
                    <a:pt x="372" y="356"/>
                    <a:pt x="376" y="354"/>
                    <a:pt x="381" y="353"/>
                  </a:cubicBezTo>
                  <a:cubicBezTo>
                    <a:pt x="403" y="347"/>
                    <a:pt x="436" y="344"/>
                    <a:pt x="436" y="344"/>
                  </a:cubicBezTo>
                  <a:lnTo>
                    <a:pt x="439" y="349"/>
                  </a:lnTo>
                  <a:close/>
                  <a:moveTo>
                    <a:pt x="310" y="158"/>
                  </a:moveTo>
                  <a:cubicBezTo>
                    <a:pt x="313" y="157"/>
                    <a:pt x="317" y="156"/>
                    <a:pt x="321" y="155"/>
                  </a:cubicBezTo>
                  <a:cubicBezTo>
                    <a:pt x="348" y="147"/>
                    <a:pt x="371" y="148"/>
                    <a:pt x="371" y="148"/>
                  </a:cubicBezTo>
                  <a:cubicBezTo>
                    <a:pt x="375" y="153"/>
                    <a:pt x="375" y="153"/>
                    <a:pt x="375" y="153"/>
                  </a:cubicBezTo>
                  <a:cubicBezTo>
                    <a:pt x="375" y="153"/>
                    <a:pt x="377" y="175"/>
                    <a:pt x="381" y="198"/>
                  </a:cubicBezTo>
                  <a:cubicBezTo>
                    <a:pt x="352" y="209"/>
                    <a:pt x="352" y="209"/>
                    <a:pt x="352" y="209"/>
                  </a:cubicBezTo>
                  <a:cubicBezTo>
                    <a:pt x="349" y="208"/>
                    <a:pt x="349" y="208"/>
                    <a:pt x="349" y="208"/>
                  </a:cubicBezTo>
                  <a:cubicBezTo>
                    <a:pt x="347" y="204"/>
                    <a:pt x="347" y="204"/>
                    <a:pt x="347" y="204"/>
                  </a:cubicBezTo>
                  <a:cubicBezTo>
                    <a:pt x="344" y="192"/>
                    <a:pt x="336" y="188"/>
                    <a:pt x="324" y="191"/>
                  </a:cubicBezTo>
                  <a:cubicBezTo>
                    <a:pt x="322" y="192"/>
                    <a:pt x="321" y="192"/>
                    <a:pt x="319" y="193"/>
                  </a:cubicBezTo>
                  <a:cubicBezTo>
                    <a:pt x="326" y="217"/>
                    <a:pt x="326" y="217"/>
                    <a:pt x="326" y="217"/>
                  </a:cubicBezTo>
                  <a:cubicBezTo>
                    <a:pt x="333" y="218"/>
                    <a:pt x="341" y="219"/>
                    <a:pt x="350" y="220"/>
                  </a:cubicBezTo>
                  <a:cubicBezTo>
                    <a:pt x="372" y="223"/>
                    <a:pt x="398" y="228"/>
                    <a:pt x="406" y="256"/>
                  </a:cubicBezTo>
                  <a:cubicBezTo>
                    <a:pt x="414" y="285"/>
                    <a:pt x="396" y="311"/>
                    <a:pt x="357" y="326"/>
                  </a:cubicBezTo>
                  <a:cubicBezTo>
                    <a:pt x="353" y="327"/>
                    <a:pt x="348" y="329"/>
                    <a:pt x="343" y="331"/>
                  </a:cubicBezTo>
                  <a:cubicBezTo>
                    <a:pt x="313" y="339"/>
                    <a:pt x="290" y="334"/>
                    <a:pt x="290" y="334"/>
                  </a:cubicBezTo>
                  <a:cubicBezTo>
                    <a:pt x="286" y="330"/>
                    <a:pt x="286" y="330"/>
                    <a:pt x="286" y="330"/>
                  </a:cubicBezTo>
                  <a:cubicBezTo>
                    <a:pt x="286" y="330"/>
                    <a:pt x="283" y="304"/>
                    <a:pt x="279" y="287"/>
                  </a:cubicBezTo>
                  <a:cubicBezTo>
                    <a:pt x="311" y="276"/>
                    <a:pt x="311" y="276"/>
                    <a:pt x="311" y="276"/>
                  </a:cubicBezTo>
                  <a:cubicBezTo>
                    <a:pt x="316" y="294"/>
                    <a:pt x="326" y="299"/>
                    <a:pt x="340" y="295"/>
                  </a:cubicBezTo>
                  <a:cubicBezTo>
                    <a:pt x="343" y="294"/>
                    <a:pt x="346" y="293"/>
                    <a:pt x="348" y="291"/>
                  </a:cubicBezTo>
                  <a:cubicBezTo>
                    <a:pt x="342" y="271"/>
                    <a:pt x="342" y="271"/>
                    <a:pt x="342" y="271"/>
                  </a:cubicBezTo>
                  <a:cubicBezTo>
                    <a:pt x="334" y="268"/>
                    <a:pt x="323" y="268"/>
                    <a:pt x="311" y="266"/>
                  </a:cubicBezTo>
                  <a:cubicBezTo>
                    <a:pt x="289" y="263"/>
                    <a:pt x="266" y="256"/>
                    <a:pt x="259" y="230"/>
                  </a:cubicBezTo>
                  <a:cubicBezTo>
                    <a:pt x="250" y="201"/>
                    <a:pt x="271" y="173"/>
                    <a:pt x="310" y="158"/>
                  </a:cubicBezTo>
                  <a:close/>
                  <a:moveTo>
                    <a:pt x="255" y="720"/>
                  </a:moveTo>
                  <a:cubicBezTo>
                    <a:pt x="119" y="242"/>
                    <a:pt x="119" y="242"/>
                    <a:pt x="119" y="242"/>
                  </a:cubicBezTo>
                  <a:cubicBezTo>
                    <a:pt x="117" y="236"/>
                    <a:pt x="121" y="230"/>
                    <a:pt x="126" y="228"/>
                  </a:cubicBezTo>
                  <a:cubicBezTo>
                    <a:pt x="132" y="226"/>
                    <a:pt x="139" y="230"/>
                    <a:pt x="141" y="236"/>
                  </a:cubicBezTo>
                  <a:cubicBezTo>
                    <a:pt x="277" y="714"/>
                    <a:pt x="277" y="714"/>
                    <a:pt x="277" y="714"/>
                  </a:cubicBezTo>
                  <a:cubicBezTo>
                    <a:pt x="279" y="720"/>
                    <a:pt x="275" y="726"/>
                    <a:pt x="269" y="728"/>
                  </a:cubicBezTo>
                  <a:cubicBezTo>
                    <a:pt x="263" y="730"/>
                    <a:pt x="257" y="726"/>
                    <a:pt x="255" y="720"/>
                  </a:cubicBezTo>
                  <a:close/>
                  <a:moveTo>
                    <a:pt x="263" y="816"/>
                  </a:moveTo>
                  <a:cubicBezTo>
                    <a:pt x="258" y="800"/>
                    <a:pt x="268" y="783"/>
                    <a:pt x="284" y="778"/>
                  </a:cubicBezTo>
                  <a:cubicBezTo>
                    <a:pt x="301" y="774"/>
                    <a:pt x="317" y="783"/>
                    <a:pt x="322" y="799"/>
                  </a:cubicBezTo>
                  <a:cubicBezTo>
                    <a:pt x="327" y="816"/>
                    <a:pt x="317" y="833"/>
                    <a:pt x="301" y="837"/>
                  </a:cubicBezTo>
                  <a:cubicBezTo>
                    <a:pt x="293" y="840"/>
                    <a:pt x="285" y="839"/>
                    <a:pt x="278" y="835"/>
                  </a:cubicBezTo>
                  <a:cubicBezTo>
                    <a:pt x="270" y="831"/>
                    <a:pt x="265" y="824"/>
                    <a:pt x="263" y="816"/>
                  </a:cubicBezTo>
                  <a:close/>
                  <a:moveTo>
                    <a:pt x="315" y="888"/>
                  </a:moveTo>
                  <a:cubicBezTo>
                    <a:pt x="321" y="886"/>
                    <a:pt x="328" y="889"/>
                    <a:pt x="329" y="895"/>
                  </a:cubicBezTo>
                  <a:cubicBezTo>
                    <a:pt x="466" y="1374"/>
                    <a:pt x="466" y="1374"/>
                    <a:pt x="466" y="1374"/>
                  </a:cubicBezTo>
                  <a:cubicBezTo>
                    <a:pt x="468" y="1379"/>
                    <a:pt x="464" y="1386"/>
                    <a:pt x="458" y="1388"/>
                  </a:cubicBezTo>
                  <a:cubicBezTo>
                    <a:pt x="452" y="1390"/>
                    <a:pt x="446" y="1386"/>
                    <a:pt x="444" y="1380"/>
                  </a:cubicBezTo>
                  <a:cubicBezTo>
                    <a:pt x="307" y="902"/>
                    <a:pt x="307" y="902"/>
                    <a:pt x="307" y="902"/>
                  </a:cubicBezTo>
                  <a:cubicBezTo>
                    <a:pt x="306" y="896"/>
                    <a:pt x="309" y="889"/>
                    <a:pt x="315" y="888"/>
                  </a:cubicBezTo>
                  <a:close/>
                  <a:moveTo>
                    <a:pt x="315" y="888"/>
                  </a:moveTo>
                  <a:cubicBezTo>
                    <a:pt x="315" y="888"/>
                    <a:pt x="315" y="888"/>
                    <a:pt x="315" y="888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23" name="组合 222"/>
            <p:cNvGrpSpPr/>
            <p:nvPr userDrawn="1"/>
          </p:nvGrpSpPr>
          <p:grpSpPr>
            <a:xfrm>
              <a:off x="6094413" y="882650"/>
              <a:ext cx="5621338" cy="5291138"/>
              <a:chOff x="6094413" y="882650"/>
              <a:chExt cx="5621338" cy="5291138"/>
            </a:xfrm>
          </p:grpSpPr>
          <p:sp>
            <p:nvSpPr>
              <p:cNvPr id="224" name="Freeform 363"/>
              <p:cNvSpPr>
                <a:spLocks noEditPoints="1"/>
              </p:cNvSpPr>
              <p:nvPr userDrawn="1"/>
            </p:nvSpPr>
            <p:spPr bwMode="auto">
              <a:xfrm>
                <a:off x="9875838" y="2300288"/>
                <a:ext cx="928688" cy="320675"/>
              </a:xfrm>
              <a:custGeom>
                <a:avLst/>
                <a:gdLst>
                  <a:gd name="T0" fmla="*/ 574 w 585"/>
                  <a:gd name="T1" fmla="*/ 0 h 202"/>
                  <a:gd name="T2" fmla="*/ 288 w 585"/>
                  <a:gd name="T3" fmla="*/ 81 h 202"/>
                  <a:gd name="T4" fmla="*/ 0 w 585"/>
                  <a:gd name="T5" fmla="*/ 164 h 202"/>
                  <a:gd name="T6" fmla="*/ 12 w 585"/>
                  <a:gd name="T7" fmla="*/ 202 h 202"/>
                  <a:gd name="T8" fmla="*/ 299 w 585"/>
                  <a:gd name="T9" fmla="*/ 120 h 202"/>
                  <a:gd name="T10" fmla="*/ 585 w 585"/>
                  <a:gd name="T11" fmla="*/ 39 h 202"/>
                  <a:gd name="T12" fmla="*/ 574 w 585"/>
                  <a:gd name="T13" fmla="*/ 0 h 202"/>
                  <a:gd name="T14" fmla="*/ 574 w 585"/>
                  <a:gd name="T15" fmla="*/ 0 h 202"/>
                  <a:gd name="T16" fmla="*/ 574 w 585"/>
                  <a:gd name="T17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5" h="202">
                    <a:moveTo>
                      <a:pt x="574" y="0"/>
                    </a:moveTo>
                    <a:lnTo>
                      <a:pt x="288" y="81"/>
                    </a:lnTo>
                    <a:lnTo>
                      <a:pt x="0" y="164"/>
                    </a:lnTo>
                    <a:lnTo>
                      <a:pt x="12" y="202"/>
                    </a:lnTo>
                    <a:lnTo>
                      <a:pt x="299" y="120"/>
                    </a:lnTo>
                    <a:lnTo>
                      <a:pt x="585" y="39"/>
                    </a:lnTo>
                    <a:lnTo>
                      <a:pt x="574" y="0"/>
                    </a:lnTo>
                    <a:close/>
                    <a:moveTo>
                      <a:pt x="574" y="0"/>
                    </a:moveTo>
                    <a:lnTo>
                      <a:pt x="5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5" name="Freeform 364"/>
              <p:cNvSpPr>
                <a:spLocks noEditPoints="1"/>
              </p:cNvSpPr>
              <p:nvPr userDrawn="1"/>
            </p:nvSpPr>
            <p:spPr bwMode="auto">
              <a:xfrm>
                <a:off x="9875838" y="2300288"/>
                <a:ext cx="928688" cy="320675"/>
              </a:xfrm>
              <a:custGeom>
                <a:avLst/>
                <a:gdLst>
                  <a:gd name="T0" fmla="*/ 574 w 585"/>
                  <a:gd name="T1" fmla="*/ 0 h 202"/>
                  <a:gd name="T2" fmla="*/ 288 w 585"/>
                  <a:gd name="T3" fmla="*/ 81 h 202"/>
                  <a:gd name="T4" fmla="*/ 0 w 585"/>
                  <a:gd name="T5" fmla="*/ 164 h 202"/>
                  <a:gd name="T6" fmla="*/ 12 w 585"/>
                  <a:gd name="T7" fmla="*/ 202 h 202"/>
                  <a:gd name="T8" fmla="*/ 299 w 585"/>
                  <a:gd name="T9" fmla="*/ 120 h 202"/>
                  <a:gd name="T10" fmla="*/ 585 w 585"/>
                  <a:gd name="T11" fmla="*/ 39 h 202"/>
                  <a:gd name="T12" fmla="*/ 574 w 585"/>
                  <a:gd name="T13" fmla="*/ 0 h 202"/>
                  <a:gd name="T14" fmla="*/ 574 w 585"/>
                  <a:gd name="T15" fmla="*/ 0 h 202"/>
                  <a:gd name="T16" fmla="*/ 574 w 585"/>
                  <a:gd name="T17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5" h="202">
                    <a:moveTo>
                      <a:pt x="574" y="0"/>
                    </a:moveTo>
                    <a:lnTo>
                      <a:pt x="288" y="81"/>
                    </a:lnTo>
                    <a:lnTo>
                      <a:pt x="0" y="164"/>
                    </a:lnTo>
                    <a:lnTo>
                      <a:pt x="12" y="202"/>
                    </a:lnTo>
                    <a:lnTo>
                      <a:pt x="299" y="120"/>
                    </a:lnTo>
                    <a:lnTo>
                      <a:pt x="585" y="39"/>
                    </a:lnTo>
                    <a:lnTo>
                      <a:pt x="574" y="0"/>
                    </a:lnTo>
                    <a:moveTo>
                      <a:pt x="574" y="0"/>
                    </a:moveTo>
                    <a:lnTo>
                      <a:pt x="5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6" name="Freeform 365"/>
              <p:cNvSpPr>
                <a:spLocks noEditPoints="1"/>
              </p:cNvSpPr>
              <p:nvPr userDrawn="1"/>
            </p:nvSpPr>
            <p:spPr bwMode="auto">
              <a:xfrm>
                <a:off x="10494963" y="4465638"/>
                <a:ext cx="927100" cy="322263"/>
              </a:xfrm>
              <a:custGeom>
                <a:avLst/>
                <a:gdLst>
                  <a:gd name="T0" fmla="*/ 573 w 584"/>
                  <a:gd name="T1" fmla="*/ 0 h 203"/>
                  <a:gd name="T2" fmla="*/ 287 w 584"/>
                  <a:gd name="T3" fmla="*/ 82 h 203"/>
                  <a:gd name="T4" fmla="*/ 0 w 584"/>
                  <a:gd name="T5" fmla="*/ 164 h 203"/>
                  <a:gd name="T6" fmla="*/ 11 w 584"/>
                  <a:gd name="T7" fmla="*/ 203 h 203"/>
                  <a:gd name="T8" fmla="*/ 298 w 584"/>
                  <a:gd name="T9" fmla="*/ 121 h 203"/>
                  <a:gd name="T10" fmla="*/ 584 w 584"/>
                  <a:gd name="T11" fmla="*/ 39 h 203"/>
                  <a:gd name="T12" fmla="*/ 573 w 584"/>
                  <a:gd name="T13" fmla="*/ 0 h 203"/>
                  <a:gd name="T14" fmla="*/ 573 w 584"/>
                  <a:gd name="T15" fmla="*/ 0 h 203"/>
                  <a:gd name="T16" fmla="*/ 573 w 584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4" h="203">
                    <a:moveTo>
                      <a:pt x="573" y="0"/>
                    </a:moveTo>
                    <a:lnTo>
                      <a:pt x="287" y="82"/>
                    </a:lnTo>
                    <a:lnTo>
                      <a:pt x="0" y="164"/>
                    </a:lnTo>
                    <a:lnTo>
                      <a:pt x="11" y="203"/>
                    </a:lnTo>
                    <a:lnTo>
                      <a:pt x="298" y="121"/>
                    </a:lnTo>
                    <a:lnTo>
                      <a:pt x="584" y="39"/>
                    </a:lnTo>
                    <a:lnTo>
                      <a:pt x="573" y="0"/>
                    </a:lnTo>
                    <a:close/>
                    <a:moveTo>
                      <a:pt x="573" y="0"/>
                    </a:moveTo>
                    <a:lnTo>
                      <a:pt x="5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7" name="Freeform 366"/>
              <p:cNvSpPr>
                <a:spLocks noEditPoints="1"/>
              </p:cNvSpPr>
              <p:nvPr userDrawn="1"/>
            </p:nvSpPr>
            <p:spPr bwMode="auto">
              <a:xfrm>
                <a:off x="10494963" y="4465638"/>
                <a:ext cx="927100" cy="322263"/>
              </a:xfrm>
              <a:custGeom>
                <a:avLst/>
                <a:gdLst>
                  <a:gd name="T0" fmla="*/ 573 w 584"/>
                  <a:gd name="T1" fmla="*/ 0 h 203"/>
                  <a:gd name="T2" fmla="*/ 287 w 584"/>
                  <a:gd name="T3" fmla="*/ 82 h 203"/>
                  <a:gd name="T4" fmla="*/ 0 w 584"/>
                  <a:gd name="T5" fmla="*/ 164 h 203"/>
                  <a:gd name="T6" fmla="*/ 11 w 584"/>
                  <a:gd name="T7" fmla="*/ 203 h 203"/>
                  <a:gd name="T8" fmla="*/ 298 w 584"/>
                  <a:gd name="T9" fmla="*/ 121 h 203"/>
                  <a:gd name="T10" fmla="*/ 584 w 584"/>
                  <a:gd name="T11" fmla="*/ 39 h 203"/>
                  <a:gd name="T12" fmla="*/ 573 w 584"/>
                  <a:gd name="T13" fmla="*/ 0 h 203"/>
                  <a:gd name="T14" fmla="*/ 573 w 584"/>
                  <a:gd name="T15" fmla="*/ 0 h 203"/>
                  <a:gd name="T16" fmla="*/ 573 w 584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4" h="203">
                    <a:moveTo>
                      <a:pt x="573" y="0"/>
                    </a:moveTo>
                    <a:lnTo>
                      <a:pt x="287" y="82"/>
                    </a:lnTo>
                    <a:lnTo>
                      <a:pt x="0" y="164"/>
                    </a:lnTo>
                    <a:lnTo>
                      <a:pt x="11" y="203"/>
                    </a:lnTo>
                    <a:lnTo>
                      <a:pt x="298" y="121"/>
                    </a:lnTo>
                    <a:lnTo>
                      <a:pt x="584" y="39"/>
                    </a:lnTo>
                    <a:lnTo>
                      <a:pt x="573" y="0"/>
                    </a:lnTo>
                    <a:moveTo>
                      <a:pt x="573" y="0"/>
                    </a:moveTo>
                    <a:lnTo>
                      <a:pt x="5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8" name="Freeform 367"/>
              <p:cNvSpPr>
                <a:spLocks noEditPoints="1"/>
              </p:cNvSpPr>
              <p:nvPr userDrawn="1"/>
            </p:nvSpPr>
            <p:spPr bwMode="auto">
              <a:xfrm>
                <a:off x="10291763" y="2595563"/>
                <a:ext cx="260350" cy="306388"/>
              </a:xfrm>
              <a:custGeom>
                <a:avLst/>
                <a:gdLst>
                  <a:gd name="T0" fmla="*/ 155 w 164"/>
                  <a:gd name="T1" fmla="*/ 109 h 193"/>
                  <a:gd name="T2" fmla="*/ 99 w 164"/>
                  <a:gd name="T3" fmla="*/ 73 h 193"/>
                  <a:gd name="T4" fmla="*/ 76 w 164"/>
                  <a:gd name="T5" fmla="*/ 70 h 193"/>
                  <a:gd name="T6" fmla="*/ 61 w 164"/>
                  <a:gd name="T7" fmla="*/ 60 h 193"/>
                  <a:gd name="T8" fmla="*/ 69 w 164"/>
                  <a:gd name="T9" fmla="*/ 46 h 193"/>
                  <a:gd name="T10" fmla="*/ 73 w 164"/>
                  <a:gd name="T11" fmla="*/ 44 h 193"/>
                  <a:gd name="T12" fmla="*/ 97 w 164"/>
                  <a:gd name="T13" fmla="*/ 57 h 193"/>
                  <a:gd name="T14" fmla="*/ 98 w 164"/>
                  <a:gd name="T15" fmla="*/ 61 h 193"/>
                  <a:gd name="T16" fmla="*/ 102 w 164"/>
                  <a:gd name="T17" fmla="*/ 62 h 193"/>
                  <a:gd name="T18" fmla="*/ 130 w 164"/>
                  <a:gd name="T19" fmla="*/ 51 h 193"/>
                  <a:gd name="T20" fmla="*/ 125 w 164"/>
                  <a:gd name="T21" fmla="*/ 6 h 193"/>
                  <a:gd name="T22" fmla="*/ 120 w 164"/>
                  <a:gd name="T23" fmla="*/ 1 h 193"/>
                  <a:gd name="T24" fmla="*/ 70 w 164"/>
                  <a:gd name="T25" fmla="*/ 8 h 193"/>
                  <a:gd name="T26" fmla="*/ 59 w 164"/>
                  <a:gd name="T27" fmla="*/ 11 h 193"/>
                  <a:gd name="T28" fmla="*/ 8 w 164"/>
                  <a:gd name="T29" fmla="*/ 84 h 193"/>
                  <a:gd name="T30" fmla="*/ 60 w 164"/>
                  <a:gd name="T31" fmla="*/ 120 h 193"/>
                  <a:gd name="T32" fmla="*/ 91 w 164"/>
                  <a:gd name="T33" fmla="*/ 125 h 193"/>
                  <a:gd name="T34" fmla="*/ 103 w 164"/>
                  <a:gd name="T35" fmla="*/ 134 h 193"/>
                  <a:gd name="T36" fmla="*/ 97 w 164"/>
                  <a:gd name="T37" fmla="*/ 145 h 193"/>
                  <a:gd name="T38" fmla="*/ 89 w 164"/>
                  <a:gd name="T39" fmla="*/ 149 h 193"/>
                  <a:gd name="T40" fmla="*/ 60 w 164"/>
                  <a:gd name="T41" fmla="*/ 130 h 193"/>
                  <a:gd name="T42" fmla="*/ 28 w 164"/>
                  <a:gd name="T43" fmla="*/ 141 h 193"/>
                  <a:gd name="T44" fmla="*/ 35 w 164"/>
                  <a:gd name="T45" fmla="*/ 184 h 193"/>
                  <a:gd name="T46" fmla="*/ 39 w 164"/>
                  <a:gd name="T47" fmla="*/ 188 h 193"/>
                  <a:gd name="T48" fmla="*/ 92 w 164"/>
                  <a:gd name="T49" fmla="*/ 185 h 193"/>
                  <a:gd name="T50" fmla="*/ 106 w 164"/>
                  <a:gd name="T51" fmla="*/ 180 h 193"/>
                  <a:gd name="T52" fmla="*/ 155 w 164"/>
                  <a:gd name="T53" fmla="*/ 109 h 193"/>
                  <a:gd name="T54" fmla="*/ 155 w 164"/>
                  <a:gd name="T55" fmla="*/ 109 h 193"/>
                  <a:gd name="T56" fmla="*/ 155 w 164"/>
                  <a:gd name="T57" fmla="*/ 109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4" h="193">
                    <a:moveTo>
                      <a:pt x="155" y="109"/>
                    </a:moveTo>
                    <a:cubicBezTo>
                      <a:pt x="148" y="81"/>
                      <a:pt x="121" y="76"/>
                      <a:pt x="99" y="73"/>
                    </a:cubicBezTo>
                    <a:cubicBezTo>
                      <a:pt x="90" y="72"/>
                      <a:pt x="83" y="71"/>
                      <a:pt x="76" y="70"/>
                    </a:cubicBezTo>
                    <a:cubicBezTo>
                      <a:pt x="68" y="68"/>
                      <a:pt x="62" y="66"/>
                      <a:pt x="61" y="60"/>
                    </a:cubicBezTo>
                    <a:cubicBezTo>
                      <a:pt x="60" y="54"/>
                      <a:pt x="63" y="49"/>
                      <a:pt x="69" y="46"/>
                    </a:cubicBezTo>
                    <a:cubicBezTo>
                      <a:pt x="70" y="45"/>
                      <a:pt x="72" y="45"/>
                      <a:pt x="73" y="44"/>
                    </a:cubicBezTo>
                    <a:cubicBezTo>
                      <a:pt x="85" y="41"/>
                      <a:pt x="93" y="45"/>
                      <a:pt x="97" y="57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102" y="62"/>
                      <a:pt x="102" y="62"/>
                      <a:pt x="102" y="62"/>
                    </a:cubicBezTo>
                    <a:cubicBezTo>
                      <a:pt x="130" y="51"/>
                      <a:pt x="130" y="51"/>
                      <a:pt x="130" y="51"/>
                    </a:cubicBezTo>
                    <a:cubicBezTo>
                      <a:pt x="126" y="28"/>
                      <a:pt x="125" y="6"/>
                      <a:pt x="125" y="6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0" y="1"/>
                      <a:pt x="98" y="0"/>
                      <a:pt x="70" y="8"/>
                    </a:cubicBezTo>
                    <a:cubicBezTo>
                      <a:pt x="66" y="9"/>
                      <a:pt x="63" y="10"/>
                      <a:pt x="59" y="11"/>
                    </a:cubicBezTo>
                    <a:cubicBezTo>
                      <a:pt x="20" y="26"/>
                      <a:pt x="0" y="54"/>
                      <a:pt x="8" y="84"/>
                    </a:cubicBezTo>
                    <a:cubicBezTo>
                      <a:pt x="15" y="110"/>
                      <a:pt x="38" y="116"/>
                      <a:pt x="60" y="120"/>
                    </a:cubicBezTo>
                    <a:cubicBezTo>
                      <a:pt x="72" y="121"/>
                      <a:pt x="83" y="122"/>
                      <a:pt x="91" y="125"/>
                    </a:cubicBezTo>
                    <a:cubicBezTo>
                      <a:pt x="97" y="126"/>
                      <a:pt x="101" y="129"/>
                      <a:pt x="103" y="134"/>
                    </a:cubicBezTo>
                    <a:cubicBezTo>
                      <a:pt x="104" y="138"/>
                      <a:pt x="102" y="142"/>
                      <a:pt x="97" y="145"/>
                    </a:cubicBezTo>
                    <a:cubicBezTo>
                      <a:pt x="95" y="147"/>
                      <a:pt x="92" y="148"/>
                      <a:pt x="89" y="149"/>
                    </a:cubicBezTo>
                    <a:cubicBezTo>
                      <a:pt x="75" y="153"/>
                      <a:pt x="65" y="147"/>
                      <a:pt x="60" y="130"/>
                    </a:cubicBezTo>
                    <a:cubicBezTo>
                      <a:pt x="28" y="141"/>
                      <a:pt x="28" y="141"/>
                      <a:pt x="28" y="141"/>
                    </a:cubicBezTo>
                    <a:cubicBezTo>
                      <a:pt x="33" y="158"/>
                      <a:pt x="35" y="184"/>
                      <a:pt x="35" y="184"/>
                    </a:cubicBezTo>
                    <a:cubicBezTo>
                      <a:pt x="39" y="188"/>
                      <a:pt x="39" y="188"/>
                      <a:pt x="39" y="188"/>
                    </a:cubicBezTo>
                    <a:cubicBezTo>
                      <a:pt x="39" y="188"/>
                      <a:pt x="62" y="193"/>
                      <a:pt x="92" y="185"/>
                    </a:cubicBezTo>
                    <a:cubicBezTo>
                      <a:pt x="97" y="183"/>
                      <a:pt x="102" y="181"/>
                      <a:pt x="106" y="180"/>
                    </a:cubicBezTo>
                    <a:cubicBezTo>
                      <a:pt x="145" y="164"/>
                      <a:pt x="164" y="138"/>
                      <a:pt x="155" y="109"/>
                    </a:cubicBezTo>
                    <a:close/>
                    <a:moveTo>
                      <a:pt x="155" y="109"/>
                    </a:moveTo>
                    <a:cubicBezTo>
                      <a:pt x="155" y="109"/>
                      <a:pt x="155" y="109"/>
                      <a:pt x="155" y="10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9" name="Freeform 368"/>
              <p:cNvSpPr>
                <a:spLocks noEditPoints="1"/>
              </p:cNvSpPr>
              <p:nvPr userDrawn="1"/>
            </p:nvSpPr>
            <p:spPr bwMode="auto">
              <a:xfrm>
                <a:off x="10374313" y="2906713"/>
                <a:ext cx="271463" cy="309563"/>
              </a:xfrm>
              <a:custGeom>
                <a:avLst/>
                <a:gdLst>
                  <a:gd name="T0" fmla="*/ 159 w 171"/>
                  <a:gd name="T1" fmla="*/ 96 h 195"/>
                  <a:gd name="T2" fmla="*/ 121 w 171"/>
                  <a:gd name="T3" fmla="*/ 109 h 195"/>
                  <a:gd name="T4" fmla="*/ 110 w 171"/>
                  <a:gd name="T5" fmla="*/ 144 h 195"/>
                  <a:gd name="T6" fmla="*/ 101 w 171"/>
                  <a:gd name="T7" fmla="*/ 144 h 195"/>
                  <a:gd name="T8" fmla="*/ 69 w 171"/>
                  <a:gd name="T9" fmla="*/ 96 h 195"/>
                  <a:gd name="T10" fmla="*/ 74 w 171"/>
                  <a:gd name="T11" fmla="*/ 49 h 195"/>
                  <a:gd name="T12" fmla="*/ 80 w 171"/>
                  <a:gd name="T13" fmla="*/ 46 h 195"/>
                  <a:gd name="T14" fmla="*/ 102 w 171"/>
                  <a:gd name="T15" fmla="*/ 60 h 195"/>
                  <a:gd name="T16" fmla="*/ 106 w 171"/>
                  <a:gd name="T17" fmla="*/ 74 h 195"/>
                  <a:gd name="T18" fmla="*/ 144 w 171"/>
                  <a:gd name="T19" fmla="*/ 61 h 195"/>
                  <a:gd name="T20" fmla="*/ 136 w 171"/>
                  <a:gd name="T21" fmla="*/ 5 h 195"/>
                  <a:gd name="T22" fmla="*/ 132 w 171"/>
                  <a:gd name="T23" fmla="*/ 0 h 195"/>
                  <a:gd name="T24" fmla="*/ 78 w 171"/>
                  <a:gd name="T25" fmla="*/ 9 h 195"/>
                  <a:gd name="T26" fmla="*/ 63 w 171"/>
                  <a:gd name="T27" fmla="*/ 14 h 195"/>
                  <a:gd name="T28" fmla="*/ 14 w 171"/>
                  <a:gd name="T29" fmla="*/ 122 h 195"/>
                  <a:gd name="T30" fmla="*/ 111 w 171"/>
                  <a:gd name="T31" fmla="*/ 182 h 195"/>
                  <a:gd name="T32" fmla="*/ 112 w 171"/>
                  <a:gd name="T33" fmla="*/ 182 h 195"/>
                  <a:gd name="T34" fmla="*/ 168 w 171"/>
                  <a:gd name="T35" fmla="*/ 155 h 195"/>
                  <a:gd name="T36" fmla="*/ 171 w 171"/>
                  <a:gd name="T37" fmla="*/ 150 h 195"/>
                  <a:gd name="T38" fmla="*/ 159 w 171"/>
                  <a:gd name="T39" fmla="*/ 96 h 195"/>
                  <a:gd name="T40" fmla="*/ 159 w 171"/>
                  <a:gd name="T41" fmla="*/ 96 h 195"/>
                  <a:gd name="T42" fmla="*/ 159 w 171"/>
                  <a:gd name="T43" fmla="*/ 9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71" h="195">
                    <a:moveTo>
                      <a:pt x="159" y="96"/>
                    </a:moveTo>
                    <a:cubicBezTo>
                      <a:pt x="121" y="109"/>
                      <a:pt x="121" y="109"/>
                      <a:pt x="121" y="109"/>
                    </a:cubicBezTo>
                    <a:cubicBezTo>
                      <a:pt x="125" y="131"/>
                      <a:pt x="123" y="140"/>
                      <a:pt x="110" y="144"/>
                    </a:cubicBezTo>
                    <a:cubicBezTo>
                      <a:pt x="107" y="145"/>
                      <a:pt x="104" y="145"/>
                      <a:pt x="101" y="144"/>
                    </a:cubicBezTo>
                    <a:cubicBezTo>
                      <a:pt x="88" y="142"/>
                      <a:pt x="79" y="127"/>
                      <a:pt x="69" y="96"/>
                    </a:cubicBezTo>
                    <a:cubicBezTo>
                      <a:pt x="61" y="68"/>
                      <a:pt x="62" y="55"/>
                      <a:pt x="74" y="49"/>
                    </a:cubicBezTo>
                    <a:cubicBezTo>
                      <a:pt x="75" y="48"/>
                      <a:pt x="78" y="47"/>
                      <a:pt x="80" y="46"/>
                    </a:cubicBezTo>
                    <a:cubicBezTo>
                      <a:pt x="92" y="42"/>
                      <a:pt x="99" y="46"/>
                      <a:pt x="102" y="60"/>
                    </a:cubicBezTo>
                    <a:cubicBezTo>
                      <a:pt x="105" y="67"/>
                      <a:pt x="106" y="74"/>
                      <a:pt x="106" y="74"/>
                    </a:cubicBezTo>
                    <a:cubicBezTo>
                      <a:pt x="144" y="61"/>
                      <a:pt x="144" y="61"/>
                      <a:pt x="144" y="61"/>
                    </a:cubicBezTo>
                    <a:cubicBezTo>
                      <a:pt x="137" y="30"/>
                      <a:pt x="136" y="5"/>
                      <a:pt x="136" y="5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132" y="0"/>
                      <a:pt x="99" y="3"/>
                      <a:pt x="78" y="9"/>
                    </a:cubicBezTo>
                    <a:cubicBezTo>
                      <a:pt x="73" y="11"/>
                      <a:pt x="68" y="12"/>
                      <a:pt x="63" y="14"/>
                    </a:cubicBezTo>
                    <a:cubicBezTo>
                      <a:pt x="17" y="33"/>
                      <a:pt x="0" y="71"/>
                      <a:pt x="14" y="122"/>
                    </a:cubicBezTo>
                    <a:cubicBezTo>
                      <a:pt x="29" y="173"/>
                      <a:pt x="65" y="195"/>
                      <a:pt x="111" y="182"/>
                    </a:cubicBezTo>
                    <a:cubicBezTo>
                      <a:pt x="112" y="182"/>
                      <a:pt x="112" y="182"/>
                      <a:pt x="112" y="182"/>
                    </a:cubicBezTo>
                    <a:cubicBezTo>
                      <a:pt x="144" y="173"/>
                      <a:pt x="168" y="155"/>
                      <a:pt x="168" y="155"/>
                    </a:cubicBezTo>
                    <a:cubicBezTo>
                      <a:pt x="171" y="150"/>
                      <a:pt x="171" y="150"/>
                      <a:pt x="171" y="150"/>
                    </a:cubicBezTo>
                    <a:cubicBezTo>
                      <a:pt x="164" y="126"/>
                      <a:pt x="159" y="96"/>
                      <a:pt x="159" y="96"/>
                    </a:cubicBezTo>
                    <a:close/>
                    <a:moveTo>
                      <a:pt x="159" y="96"/>
                    </a:moveTo>
                    <a:cubicBezTo>
                      <a:pt x="159" y="96"/>
                      <a:pt x="159" y="96"/>
                      <a:pt x="159" y="9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0" name="Freeform 369"/>
              <p:cNvSpPr>
                <a:spLocks noEditPoints="1"/>
              </p:cNvSpPr>
              <p:nvPr userDrawn="1"/>
            </p:nvSpPr>
            <p:spPr bwMode="auto">
              <a:xfrm>
                <a:off x="10426701" y="3205163"/>
                <a:ext cx="350838" cy="342900"/>
              </a:xfrm>
              <a:custGeom>
                <a:avLst/>
                <a:gdLst>
                  <a:gd name="T0" fmla="*/ 217 w 221"/>
                  <a:gd name="T1" fmla="*/ 144 h 216"/>
                  <a:gd name="T2" fmla="*/ 215 w 221"/>
                  <a:gd name="T3" fmla="*/ 142 h 216"/>
                  <a:gd name="T4" fmla="*/ 208 w 221"/>
                  <a:gd name="T5" fmla="*/ 145 h 216"/>
                  <a:gd name="T6" fmla="*/ 193 w 221"/>
                  <a:gd name="T7" fmla="*/ 130 h 216"/>
                  <a:gd name="T8" fmla="*/ 170 w 221"/>
                  <a:gd name="T9" fmla="*/ 41 h 216"/>
                  <a:gd name="T10" fmla="*/ 181 w 221"/>
                  <a:gd name="T11" fmla="*/ 23 h 216"/>
                  <a:gd name="T12" fmla="*/ 177 w 221"/>
                  <a:gd name="T13" fmla="*/ 0 h 216"/>
                  <a:gd name="T14" fmla="*/ 133 w 221"/>
                  <a:gd name="T15" fmla="*/ 14 h 216"/>
                  <a:gd name="T16" fmla="*/ 92 w 221"/>
                  <a:gd name="T17" fmla="*/ 25 h 216"/>
                  <a:gd name="T18" fmla="*/ 96 w 221"/>
                  <a:gd name="T19" fmla="*/ 45 h 216"/>
                  <a:gd name="T20" fmla="*/ 99 w 221"/>
                  <a:gd name="T21" fmla="*/ 47 h 216"/>
                  <a:gd name="T22" fmla="*/ 106 w 221"/>
                  <a:gd name="T23" fmla="*/ 45 h 216"/>
                  <a:gd name="T24" fmla="*/ 118 w 221"/>
                  <a:gd name="T25" fmla="*/ 55 h 216"/>
                  <a:gd name="T26" fmla="*/ 127 w 221"/>
                  <a:gd name="T27" fmla="*/ 85 h 216"/>
                  <a:gd name="T28" fmla="*/ 107 w 221"/>
                  <a:gd name="T29" fmla="*/ 91 h 216"/>
                  <a:gd name="T30" fmla="*/ 106 w 221"/>
                  <a:gd name="T31" fmla="*/ 91 h 216"/>
                  <a:gd name="T32" fmla="*/ 84 w 221"/>
                  <a:gd name="T33" fmla="*/ 97 h 216"/>
                  <a:gd name="T34" fmla="*/ 77 w 221"/>
                  <a:gd name="T35" fmla="*/ 68 h 216"/>
                  <a:gd name="T36" fmla="*/ 87 w 221"/>
                  <a:gd name="T37" fmla="*/ 51 h 216"/>
                  <a:gd name="T38" fmla="*/ 82 w 221"/>
                  <a:gd name="T39" fmla="*/ 28 h 216"/>
                  <a:gd name="T40" fmla="*/ 33 w 221"/>
                  <a:gd name="T41" fmla="*/ 43 h 216"/>
                  <a:gd name="T42" fmla="*/ 0 w 221"/>
                  <a:gd name="T43" fmla="*/ 52 h 216"/>
                  <a:gd name="T44" fmla="*/ 3 w 221"/>
                  <a:gd name="T45" fmla="*/ 72 h 216"/>
                  <a:gd name="T46" fmla="*/ 7 w 221"/>
                  <a:gd name="T47" fmla="*/ 74 h 216"/>
                  <a:gd name="T48" fmla="*/ 13 w 221"/>
                  <a:gd name="T49" fmla="*/ 72 h 216"/>
                  <a:gd name="T50" fmla="*/ 25 w 221"/>
                  <a:gd name="T51" fmla="*/ 82 h 216"/>
                  <a:gd name="T52" fmla="*/ 50 w 221"/>
                  <a:gd name="T53" fmla="*/ 169 h 216"/>
                  <a:gd name="T54" fmla="*/ 40 w 221"/>
                  <a:gd name="T55" fmla="*/ 194 h 216"/>
                  <a:gd name="T56" fmla="*/ 44 w 221"/>
                  <a:gd name="T57" fmla="*/ 216 h 216"/>
                  <a:gd name="T58" fmla="*/ 85 w 221"/>
                  <a:gd name="T59" fmla="*/ 203 h 216"/>
                  <a:gd name="T60" fmla="*/ 126 w 221"/>
                  <a:gd name="T61" fmla="*/ 193 h 216"/>
                  <a:gd name="T62" fmla="*/ 122 w 221"/>
                  <a:gd name="T63" fmla="*/ 171 h 216"/>
                  <a:gd name="T64" fmla="*/ 119 w 221"/>
                  <a:gd name="T65" fmla="*/ 169 h 216"/>
                  <a:gd name="T66" fmla="*/ 113 w 221"/>
                  <a:gd name="T67" fmla="*/ 172 h 216"/>
                  <a:gd name="T68" fmla="*/ 100 w 221"/>
                  <a:gd name="T69" fmla="*/ 157 h 216"/>
                  <a:gd name="T70" fmla="*/ 93 w 221"/>
                  <a:gd name="T71" fmla="*/ 132 h 216"/>
                  <a:gd name="T72" fmla="*/ 115 w 221"/>
                  <a:gd name="T73" fmla="*/ 123 h 216"/>
                  <a:gd name="T74" fmla="*/ 121 w 221"/>
                  <a:gd name="T75" fmla="*/ 121 h 216"/>
                  <a:gd name="T76" fmla="*/ 135 w 221"/>
                  <a:gd name="T77" fmla="*/ 117 h 216"/>
                  <a:gd name="T78" fmla="*/ 143 w 221"/>
                  <a:gd name="T79" fmla="*/ 143 h 216"/>
                  <a:gd name="T80" fmla="*/ 132 w 221"/>
                  <a:gd name="T81" fmla="*/ 167 h 216"/>
                  <a:gd name="T82" fmla="*/ 136 w 221"/>
                  <a:gd name="T83" fmla="*/ 189 h 216"/>
                  <a:gd name="T84" fmla="*/ 178 w 221"/>
                  <a:gd name="T85" fmla="*/ 177 h 216"/>
                  <a:gd name="T86" fmla="*/ 221 w 221"/>
                  <a:gd name="T87" fmla="*/ 165 h 216"/>
                  <a:gd name="T88" fmla="*/ 217 w 221"/>
                  <a:gd name="T89" fmla="*/ 144 h 216"/>
                  <a:gd name="T90" fmla="*/ 217 w 221"/>
                  <a:gd name="T91" fmla="*/ 144 h 216"/>
                  <a:gd name="T92" fmla="*/ 217 w 221"/>
                  <a:gd name="T93" fmla="*/ 14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1" h="216">
                    <a:moveTo>
                      <a:pt x="217" y="144"/>
                    </a:moveTo>
                    <a:cubicBezTo>
                      <a:pt x="215" y="142"/>
                      <a:pt x="215" y="142"/>
                      <a:pt x="215" y="142"/>
                    </a:cubicBezTo>
                    <a:cubicBezTo>
                      <a:pt x="215" y="142"/>
                      <a:pt x="211" y="144"/>
                      <a:pt x="208" y="145"/>
                    </a:cubicBezTo>
                    <a:cubicBezTo>
                      <a:pt x="200" y="147"/>
                      <a:pt x="197" y="143"/>
                      <a:pt x="193" y="130"/>
                    </a:cubicBezTo>
                    <a:cubicBezTo>
                      <a:pt x="184" y="98"/>
                      <a:pt x="174" y="62"/>
                      <a:pt x="170" y="41"/>
                    </a:cubicBezTo>
                    <a:cubicBezTo>
                      <a:pt x="168" y="31"/>
                      <a:pt x="170" y="28"/>
                      <a:pt x="181" y="23"/>
                    </a:cubicBezTo>
                    <a:cubicBezTo>
                      <a:pt x="177" y="0"/>
                      <a:pt x="177" y="0"/>
                      <a:pt x="177" y="0"/>
                    </a:cubicBezTo>
                    <a:cubicBezTo>
                      <a:pt x="177" y="0"/>
                      <a:pt x="144" y="11"/>
                      <a:pt x="133" y="14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6" y="45"/>
                      <a:pt x="96" y="45"/>
                      <a:pt x="96" y="45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112" y="43"/>
                      <a:pt x="115" y="46"/>
                      <a:pt x="118" y="55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2" y="87"/>
                      <a:pt x="118" y="89"/>
                      <a:pt x="107" y="91"/>
                    </a:cubicBezTo>
                    <a:cubicBezTo>
                      <a:pt x="106" y="91"/>
                      <a:pt x="106" y="91"/>
                      <a:pt x="106" y="91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5" y="58"/>
                      <a:pt x="77" y="56"/>
                      <a:pt x="87" y="51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82" y="28"/>
                      <a:pt x="47" y="39"/>
                      <a:pt x="33" y="43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3" y="72"/>
                      <a:pt x="3" y="72"/>
                      <a:pt x="3" y="72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4"/>
                      <a:pt x="10" y="73"/>
                      <a:pt x="13" y="72"/>
                    </a:cubicBezTo>
                    <a:cubicBezTo>
                      <a:pt x="20" y="70"/>
                      <a:pt x="23" y="72"/>
                      <a:pt x="25" y="82"/>
                    </a:cubicBezTo>
                    <a:cubicBezTo>
                      <a:pt x="50" y="169"/>
                      <a:pt x="50" y="169"/>
                      <a:pt x="50" y="169"/>
                    </a:cubicBezTo>
                    <a:cubicBezTo>
                      <a:pt x="54" y="183"/>
                      <a:pt x="52" y="188"/>
                      <a:pt x="40" y="194"/>
                    </a:cubicBezTo>
                    <a:cubicBezTo>
                      <a:pt x="44" y="216"/>
                      <a:pt x="44" y="216"/>
                      <a:pt x="44" y="216"/>
                    </a:cubicBezTo>
                    <a:cubicBezTo>
                      <a:pt x="44" y="216"/>
                      <a:pt x="69" y="208"/>
                      <a:pt x="85" y="203"/>
                    </a:cubicBezTo>
                    <a:cubicBezTo>
                      <a:pt x="95" y="200"/>
                      <a:pt x="126" y="193"/>
                      <a:pt x="126" y="193"/>
                    </a:cubicBezTo>
                    <a:cubicBezTo>
                      <a:pt x="122" y="171"/>
                      <a:pt x="122" y="171"/>
                      <a:pt x="122" y="171"/>
                    </a:cubicBezTo>
                    <a:cubicBezTo>
                      <a:pt x="119" y="169"/>
                      <a:pt x="119" y="169"/>
                      <a:pt x="119" y="169"/>
                    </a:cubicBezTo>
                    <a:cubicBezTo>
                      <a:pt x="119" y="169"/>
                      <a:pt x="118" y="171"/>
                      <a:pt x="113" y="172"/>
                    </a:cubicBezTo>
                    <a:cubicBezTo>
                      <a:pt x="107" y="174"/>
                      <a:pt x="104" y="171"/>
                      <a:pt x="100" y="157"/>
                    </a:cubicBezTo>
                    <a:cubicBezTo>
                      <a:pt x="93" y="132"/>
                      <a:pt x="93" y="132"/>
                      <a:pt x="93" y="132"/>
                    </a:cubicBezTo>
                    <a:cubicBezTo>
                      <a:pt x="93" y="132"/>
                      <a:pt x="107" y="126"/>
                      <a:pt x="115" y="123"/>
                    </a:cubicBezTo>
                    <a:cubicBezTo>
                      <a:pt x="118" y="122"/>
                      <a:pt x="119" y="122"/>
                      <a:pt x="121" y="121"/>
                    </a:cubicBezTo>
                    <a:cubicBezTo>
                      <a:pt x="135" y="117"/>
                      <a:pt x="135" y="117"/>
                      <a:pt x="135" y="117"/>
                    </a:cubicBezTo>
                    <a:cubicBezTo>
                      <a:pt x="143" y="143"/>
                      <a:pt x="143" y="143"/>
                      <a:pt x="143" y="143"/>
                    </a:cubicBezTo>
                    <a:cubicBezTo>
                      <a:pt x="146" y="156"/>
                      <a:pt x="144" y="163"/>
                      <a:pt x="132" y="167"/>
                    </a:cubicBezTo>
                    <a:cubicBezTo>
                      <a:pt x="136" y="189"/>
                      <a:pt x="136" y="189"/>
                      <a:pt x="136" y="189"/>
                    </a:cubicBezTo>
                    <a:cubicBezTo>
                      <a:pt x="136" y="189"/>
                      <a:pt x="166" y="180"/>
                      <a:pt x="178" y="177"/>
                    </a:cubicBezTo>
                    <a:cubicBezTo>
                      <a:pt x="198" y="171"/>
                      <a:pt x="221" y="165"/>
                      <a:pt x="221" y="165"/>
                    </a:cubicBezTo>
                    <a:lnTo>
                      <a:pt x="217" y="144"/>
                    </a:lnTo>
                    <a:close/>
                    <a:moveTo>
                      <a:pt x="217" y="144"/>
                    </a:moveTo>
                    <a:cubicBezTo>
                      <a:pt x="217" y="144"/>
                      <a:pt x="217" y="144"/>
                      <a:pt x="217" y="14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1" name="Freeform 370"/>
              <p:cNvSpPr>
                <a:spLocks noEditPoints="1"/>
              </p:cNvSpPr>
              <p:nvPr userDrawn="1"/>
            </p:nvSpPr>
            <p:spPr bwMode="auto">
              <a:xfrm>
                <a:off x="10542588" y="3536950"/>
                <a:ext cx="295275" cy="314325"/>
              </a:xfrm>
              <a:custGeom>
                <a:avLst/>
                <a:gdLst>
                  <a:gd name="T0" fmla="*/ 170 w 186"/>
                  <a:gd name="T1" fmla="*/ 72 h 198"/>
                  <a:gd name="T2" fmla="*/ 73 w 186"/>
                  <a:gd name="T3" fmla="*/ 14 h 198"/>
                  <a:gd name="T4" fmla="*/ 71 w 186"/>
                  <a:gd name="T5" fmla="*/ 14 h 198"/>
                  <a:gd name="T6" fmla="*/ 16 w 186"/>
                  <a:gd name="T7" fmla="*/ 124 h 198"/>
                  <a:gd name="T8" fmla="*/ 114 w 186"/>
                  <a:gd name="T9" fmla="*/ 184 h 198"/>
                  <a:gd name="T10" fmla="*/ 119 w 186"/>
                  <a:gd name="T11" fmla="*/ 182 h 198"/>
                  <a:gd name="T12" fmla="*/ 170 w 186"/>
                  <a:gd name="T13" fmla="*/ 72 h 198"/>
                  <a:gd name="T14" fmla="*/ 110 w 186"/>
                  <a:gd name="T15" fmla="*/ 151 h 198"/>
                  <a:gd name="T16" fmla="*/ 110 w 186"/>
                  <a:gd name="T17" fmla="*/ 151 h 198"/>
                  <a:gd name="T18" fmla="*/ 70 w 186"/>
                  <a:gd name="T19" fmla="*/ 95 h 198"/>
                  <a:gd name="T20" fmla="*/ 77 w 186"/>
                  <a:gd name="T21" fmla="*/ 50 h 198"/>
                  <a:gd name="T22" fmla="*/ 81 w 186"/>
                  <a:gd name="T23" fmla="*/ 49 h 198"/>
                  <a:gd name="T24" fmla="*/ 117 w 186"/>
                  <a:gd name="T25" fmla="*/ 105 h 198"/>
                  <a:gd name="T26" fmla="*/ 110 w 186"/>
                  <a:gd name="T27" fmla="*/ 151 h 198"/>
                  <a:gd name="T28" fmla="*/ 110 w 186"/>
                  <a:gd name="T29" fmla="*/ 151 h 198"/>
                  <a:gd name="T30" fmla="*/ 110 w 186"/>
                  <a:gd name="T31" fmla="*/ 151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198">
                    <a:moveTo>
                      <a:pt x="170" y="72"/>
                    </a:moveTo>
                    <a:cubicBezTo>
                      <a:pt x="155" y="19"/>
                      <a:pt x="122" y="0"/>
                      <a:pt x="73" y="14"/>
                    </a:cubicBezTo>
                    <a:cubicBezTo>
                      <a:pt x="72" y="14"/>
                      <a:pt x="72" y="14"/>
                      <a:pt x="71" y="14"/>
                    </a:cubicBezTo>
                    <a:cubicBezTo>
                      <a:pt x="19" y="30"/>
                      <a:pt x="0" y="69"/>
                      <a:pt x="16" y="124"/>
                    </a:cubicBezTo>
                    <a:cubicBezTo>
                      <a:pt x="31" y="177"/>
                      <a:pt x="65" y="198"/>
                      <a:pt x="114" y="184"/>
                    </a:cubicBezTo>
                    <a:cubicBezTo>
                      <a:pt x="115" y="184"/>
                      <a:pt x="117" y="183"/>
                      <a:pt x="119" y="182"/>
                    </a:cubicBezTo>
                    <a:cubicBezTo>
                      <a:pt x="168" y="166"/>
                      <a:pt x="186" y="127"/>
                      <a:pt x="170" y="72"/>
                    </a:cubicBezTo>
                    <a:close/>
                    <a:moveTo>
                      <a:pt x="110" y="151"/>
                    </a:moveTo>
                    <a:cubicBezTo>
                      <a:pt x="110" y="151"/>
                      <a:pt x="110" y="151"/>
                      <a:pt x="110" y="151"/>
                    </a:cubicBezTo>
                    <a:cubicBezTo>
                      <a:pt x="93" y="156"/>
                      <a:pt x="83" y="141"/>
                      <a:pt x="70" y="95"/>
                    </a:cubicBezTo>
                    <a:cubicBezTo>
                      <a:pt x="61" y="66"/>
                      <a:pt x="63" y="53"/>
                      <a:pt x="77" y="50"/>
                    </a:cubicBezTo>
                    <a:cubicBezTo>
                      <a:pt x="78" y="49"/>
                      <a:pt x="80" y="49"/>
                      <a:pt x="81" y="49"/>
                    </a:cubicBezTo>
                    <a:cubicBezTo>
                      <a:pt x="95" y="47"/>
                      <a:pt x="105" y="62"/>
                      <a:pt x="117" y="105"/>
                    </a:cubicBezTo>
                    <a:cubicBezTo>
                      <a:pt x="126" y="134"/>
                      <a:pt x="124" y="147"/>
                      <a:pt x="110" y="151"/>
                    </a:cubicBezTo>
                    <a:close/>
                    <a:moveTo>
                      <a:pt x="110" y="151"/>
                    </a:moveTo>
                    <a:cubicBezTo>
                      <a:pt x="110" y="151"/>
                      <a:pt x="110" y="151"/>
                      <a:pt x="110" y="15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2" name="Freeform 371"/>
              <p:cNvSpPr>
                <a:spLocks noEditPoints="1"/>
              </p:cNvSpPr>
              <p:nvPr userDrawn="1"/>
            </p:nvSpPr>
            <p:spPr bwMode="auto">
              <a:xfrm>
                <a:off x="10633076" y="3851275"/>
                <a:ext cx="295275" cy="315913"/>
              </a:xfrm>
              <a:custGeom>
                <a:avLst/>
                <a:gdLst>
                  <a:gd name="T0" fmla="*/ 170 w 186"/>
                  <a:gd name="T1" fmla="*/ 73 h 199"/>
                  <a:gd name="T2" fmla="*/ 73 w 186"/>
                  <a:gd name="T3" fmla="*/ 15 h 199"/>
                  <a:gd name="T4" fmla="*/ 71 w 186"/>
                  <a:gd name="T5" fmla="*/ 15 h 199"/>
                  <a:gd name="T6" fmla="*/ 15 w 186"/>
                  <a:gd name="T7" fmla="*/ 125 h 199"/>
                  <a:gd name="T8" fmla="*/ 113 w 186"/>
                  <a:gd name="T9" fmla="*/ 185 h 199"/>
                  <a:gd name="T10" fmla="*/ 118 w 186"/>
                  <a:gd name="T11" fmla="*/ 183 h 199"/>
                  <a:gd name="T12" fmla="*/ 170 w 186"/>
                  <a:gd name="T13" fmla="*/ 73 h 199"/>
                  <a:gd name="T14" fmla="*/ 110 w 186"/>
                  <a:gd name="T15" fmla="*/ 152 h 199"/>
                  <a:gd name="T16" fmla="*/ 109 w 186"/>
                  <a:gd name="T17" fmla="*/ 152 h 199"/>
                  <a:gd name="T18" fmla="*/ 69 w 186"/>
                  <a:gd name="T19" fmla="*/ 96 h 199"/>
                  <a:gd name="T20" fmla="*/ 77 w 186"/>
                  <a:gd name="T21" fmla="*/ 50 h 199"/>
                  <a:gd name="T22" fmla="*/ 80 w 186"/>
                  <a:gd name="T23" fmla="*/ 49 h 199"/>
                  <a:gd name="T24" fmla="*/ 117 w 186"/>
                  <a:gd name="T25" fmla="*/ 105 h 199"/>
                  <a:gd name="T26" fmla="*/ 110 w 186"/>
                  <a:gd name="T27" fmla="*/ 152 h 199"/>
                  <a:gd name="T28" fmla="*/ 110 w 186"/>
                  <a:gd name="T29" fmla="*/ 152 h 199"/>
                  <a:gd name="T30" fmla="*/ 110 w 186"/>
                  <a:gd name="T31" fmla="*/ 15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199">
                    <a:moveTo>
                      <a:pt x="170" y="73"/>
                    </a:moveTo>
                    <a:cubicBezTo>
                      <a:pt x="155" y="20"/>
                      <a:pt x="122" y="0"/>
                      <a:pt x="73" y="15"/>
                    </a:cubicBezTo>
                    <a:cubicBezTo>
                      <a:pt x="72" y="15"/>
                      <a:pt x="71" y="15"/>
                      <a:pt x="71" y="15"/>
                    </a:cubicBezTo>
                    <a:cubicBezTo>
                      <a:pt x="19" y="31"/>
                      <a:pt x="0" y="70"/>
                      <a:pt x="15" y="125"/>
                    </a:cubicBezTo>
                    <a:cubicBezTo>
                      <a:pt x="31" y="178"/>
                      <a:pt x="65" y="199"/>
                      <a:pt x="113" y="185"/>
                    </a:cubicBezTo>
                    <a:cubicBezTo>
                      <a:pt x="115" y="185"/>
                      <a:pt x="117" y="184"/>
                      <a:pt x="118" y="183"/>
                    </a:cubicBezTo>
                    <a:cubicBezTo>
                      <a:pt x="167" y="167"/>
                      <a:pt x="186" y="128"/>
                      <a:pt x="170" y="73"/>
                    </a:cubicBezTo>
                    <a:close/>
                    <a:moveTo>
                      <a:pt x="110" y="152"/>
                    </a:moveTo>
                    <a:cubicBezTo>
                      <a:pt x="109" y="152"/>
                      <a:pt x="109" y="152"/>
                      <a:pt x="109" y="152"/>
                    </a:cubicBezTo>
                    <a:cubicBezTo>
                      <a:pt x="93" y="157"/>
                      <a:pt x="83" y="142"/>
                      <a:pt x="69" y="96"/>
                    </a:cubicBezTo>
                    <a:cubicBezTo>
                      <a:pt x="61" y="67"/>
                      <a:pt x="63" y="54"/>
                      <a:pt x="77" y="50"/>
                    </a:cubicBezTo>
                    <a:cubicBezTo>
                      <a:pt x="78" y="50"/>
                      <a:pt x="80" y="50"/>
                      <a:pt x="80" y="49"/>
                    </a:cubicBezTo>
                    <a:cubicBezTo>
                      <a:pt x="96" y="48"/>
                      <a:pt x="105" y="63"/>
                      <a:pt x="117" y="105"/>
                    </a:cubicBezTo>
                    <a:cubicBezTo>
                      <a:pt x="126" y="135"/>
                      <a:pt x="124" y="148"/>
                      <a:pt x="110" y="152"/>
                    </a:cubicBezTo>
                    <a:close/>
                    <a:moveTo>
                      <a:pt x="110" y="152"/>
                    </a:moveTo>
                    <a:cubicBezTo>
                      <a:pt x="110" y="152"/>
                      <a:pt x="110" y="152"/>
                      <a:pt x="110" y="15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Freeform 372"/>
              <p:cNvSpPr>
                <a:spLocks noEditPoints="1"/>
              </p:cNvSpPr>
              <p:nvPr userDrawn="1"/>
            </p:nvSpPr>
            <p:spPr bwMode="auto">
              <a:xfrm>
                <a:off x="10733088" y="4183063"/>
                <a:ext cx="176213" cy="306388"/>
              </a:xfrm>
              <a:custGeom>
                <a:avLst/>
                <a:gdLst>
                  <a:gd name="T0" fmla="*/ 101 w 111"/>
                  <a:gd name="T1" fmla="*/ 134 h 193"/>
                  <a:gd name="T2" fmla="*/ 100 w 111"/>
                  <a:gd name="T3" fmla="*/ 131 h 193"/>
                  <a:gd name="T4" fmla="*/ 92 w 111"/>
                  <a:gd name="T5" fmla="*/ 101 h 193"/>
                  <a:gd name="T6" fmla="*/ 78 w 111"/>
                  <a:gd name="T7" fmla="*/ 44 h 193"/>
                  <a:gd name="T8" fmla="*/ 96 w 111"/>
                  <a:gd name="T9" fmla="*/ 25 h 193"/>
                  <a:gd name="T10" fmla="*/ 92 w 111"/>
                  <a:gd name="T11" fmla="*/ 0 h 193"/>
                  <a:gd name="T12" fmla="*/ 65 w 111"/>
                  <a:gd name="T13" fmla="*/ 9 h 193"/>
                  <a:gd name="T14" fmla="*/ 40 w 111"/>
                  <a:gd name="T15" fmla="*/ 16 h 193"/>
                  <a:gd name="T16" fmla="*/ 0 w 111"/>
                  <a:gd name="T17" fmla="*/ 28 h 193"/>
                  <a:gd name="T18" fmla="*/ 3 w 111"/>
                  <a:gd name="T19" fmla="*/ 47 h 193"/>
                  <a:gd name="T20" fmla="*/ 6 w 111"/>
                  <a:gd name="T21" fmla="*/ 50 h 193"/>
                  <a:gd name="T22" fmla="*/ 13 w 111"/>
                  <a:gd name="T23" fmla="*/ 47 h 193"/>
                  <a:gd name="T24" fmla="*/ 25 w 111"/>
                  <a:gd name="T25" fmla="*/ 58 h 193"/>
                  <a:gd name="T26" fmla="*/ 50 w 111"/>
                  <a:gd name="T27" fmla="*/ 142 h 193"/>
                  <a:gd name="T28" fmla="*/ 39 w 111"/>
                  <a:gd name="T29" fmla="*/ 169 h 193"/>
                  <a:gd name="T30" fmla="*/ 44 w 111"/>
                  <a:gd name="T31" fmla="*/ 193 h 193"/>
                  <a:gd name="T32" fmla="*/ 96 w 111"/>
                  <a:gd name="T33" fmla="*/ 175 h 193"/>
                  <a:gd name="T34" fmla="*/ 111 w 111"/>
                  <a:gd name="T35" fmla="*/ 171 h 193"/>
                  <a:gd name="T36" fmla="*/ 101 w 111"/>
                  <a:gd name="T37" fmla="*/ 134 h 193"/>
                  <a:gd name="T38" fmla="*/ 101 w 111"/>
                  <a:gd name="T39" fmla="*/ 134 h 193"/>
                  <a:gd name="T40" fmla="*/ 101 w 111"/>
                  <a:gd name="T41" fmla="*/ 134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1" h="193">
                    <a:moveTo>
                      <a:pt x="101" y="134"/>
                    </a:moveTo>
                    <a:cubicBezTo>
                      <a:pt x="101" y="134"/>
                      <a:pt x="100" y="132"/>
                      <a:pt x="100" y="131"/>
                    </a:cubicBezTo>
                    <a:cubicBezTo>
                      <a:pt x="97" y="120"/>
                      <a:pt x="94" y="110"/>
                      <a:pt x="92" y="101"/>
                    </a:cubicBezTo>
                    <a:cubicBezTo>
                      <a:pt x="86" y="79"/>
                      <a:pt x="82" y="61"/>
                      <a:pt x="78" y="44"/>
                    </a:cubicBezTo>
                    <a:cubicBezTo>
                      <a:pt x="76" y="36"/>
                      <a:pt x="79" y="31"/>
                      <a:pt x="96" y="2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2" y="0"/>
                      <a:pt x="79" y="4"/>
                      <a:pt x="65" y="9"/>
                    </a:cubicBezTo>
                    <a:cubicBezTo>
                      <a:pt x="55" y="12"/>
                      <a:pt x="45" y="14"/>
                      <a:pt x="40" y="1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6" y="50"/>
                      <a:pt x="6" y="50"/>
                      <a:pt x="6" y="50"/>
                    </a:cubicBezTo>
                    <a:cubicBezTo>
                      <a:pt x="6" y="50"/>
                      <a:pt x="10" y="48"/>
                      <a:pt x="13" y="47"/>
                    </a:cubicBezTo>
                    <a:cubicBezTo>
                      <a:pt x="20" y="46"/>
                      <a:pt x="22" y="47"/>
                      <a:pt x="25" y="58"/>
                    </a:cubicBezTo>
                    <a:cubicBezTo>
                      <a:pt x="50" y="142"/>
                      <a:pt x="50" y="142"/>
                      <a:pt x="50" y="142"/>
                    </a:cubicBezTo>
                    <a:cubicBezTo>
                      <a:pt x="54" y="157"/>
                      <a:pt x="51" y="163"/>
                      <a:pt x="39" y="169"/>
                    </a:cubicBezTo>
                    <a:cubicBezTo>
                      <a:pt x="44" y="193"/>
                      <a:pt x="44" y="193"/>
                      <a:pt x="44" y="193"/>
                    </a:cubicBezTo>
                    <a:cubicBezTo>
                      <a:pt x="44" y="193"/>
                      <a:pt x="70" y="183"/>
                      <a:pt x="96" y="175"/>
                    </a:cubicBezTo>
                    <a:cubicBezTo>
                      <a:pt x="111" y="171"/>
                      <a:pt x="111" y="171"/>
                      <a:pt x="111" y="171"/>
                    </a:cubicBezTo>
                    <a:lnTo>
                      <a:pt x="101" y="134"/>
                    </a:lnTo>
                    <a:close/>
                    <a:moveTo>
                      <a:pt x="101" y="134"/>
                    </a:moveTo>
                    <a:cubicBezTo>
                      <a:pt x="101" y="134"/>
                      <a:pt x="101" y="134"/>
                      <a:pt x="101" y="13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Freeform 373"/>
              <p:cNvSpPr>
                <a:spLocks noEditPoints="1"/>
              </p:cNvSpPr>
              <p:nvPr userDrawn="1"/>
            </p:nvSpPr>
            <p:spPr bwMode="auto">
              <a:xfrm>
                <a:off x="10893426" y="4308475"/>
                <a:ext cx="114300" cy="146050"/>
              </a:xfrm>
              <a:custGeom>
                <a:avLst/>
                <a:gdLst>
                  <a:gd name="T0" fmla="*/ 72 w 72"/>
                  <a:gd name="T1" fmla="*/ 71 h 92"/>
                  <a:gd name="T2" fmla="*/ 59 w 72"/>
                  <a:gd name="T3" fmla="*/ 3 h 92"/>
                  <a:gd name="T4" fmla="*/ 55 w 72"/>
                  <a:gd name="T5" fmla="*/ 0 h 92"/>
                  <a:gd name="T6" fmla="*/ 24 w 72"/>
                  <a:gd name="T7" fmla="*/ 12 h 92"/>
                  <a:gd name="T8" fmla="*/ 11 w 72"/>
                  <a:gd name="T9" fmla="*/ 60 h 92"/>
                  <a:gd name="T10" fmla="*/ 0 w 72"/>
                  <a:gd name="T11" fmla="*/ 55 h 92"/>
                  <a:gd name="T12" fmla="*/ 11 w 72"/>
                  <a:gd name="T13" fmla="*/ 92 h 92"/>
                  <a:gd name="T14" fmla="*/ 70 w 72"/>
                  <a:gd name="T15" fmla="*/ 77 h 92"/>
                  <a:gd name="T16" fmla="*/ 72 w 72"/>
                  <a:gd name="T17" fmla="*/ 71 h 92"/>
                  <a:gd name="T18" fmla="*/ 72 w 72"/>
                  <a:gd name="T19" fmla="*/ 71 h 92"/>
                  <a:gd name="T20" fmla="*/ 72 w 72"/>
                  <a:gd name="T21" fmla="*/ 71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92">
                    <a:moveTo>
                      <a:pt x="72" y="71"/>
                    </a:moveTo>
                    <a:cubicBezTo>
                      <a:pt x="64" y="36"/>
                      <a:pt x="59" y="3"/>
                      <a:pt x="59" y="3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31" y="47"/>
                      <a:pt x="29" y="55"/>
                      <a:pt x="11" y="60"/>
                    </a:cubicBezTo>
                    <a:cubicBezTo>
                      <a:pt x="6" y="62"/>
                      <a:pt x="3" y="61"/>
                      <a:pt x="0" y="55"/>
                    </a:cubicBezTo>
                    <a:cubicBezTo>
                      <a:pt x="11" y="92"/>
                      <a:pt x="11" y="92"/>
                      <a:pt x="11" y="92"/>
                    </a:cubicBezTo>
                    <a:cubicBezTo>
                      <a:pt x="41" y="83"/>
                      <a:pt x="70" y="77"/>
                      <a:pt x="70" y="77"/>
                    </a:cubicBezTo>
                    <a:lnTo>
                      <a:pt x="72" y="71"/>
                    </a:lnTo>
                    <a:close/>
                    <a:moveTo>
                      <a:pt x="72" y="71"/>
                    </a:moveTo>
                    <a:cubicBezTo>
                      <a:pt x="72" y="71"/>
                      <a:pt x="72" y="71"/>
                      <a:pt x="72" y="7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Freeform 374"/>
              <p:cNvSpPr>
                <a:spLocks noEditPoints="1"/>
              </p:cNvSpPr>
              <p:nvPr userDrawn="1"/>
            </p:nvSpPr>
            <p:spPr bwMode="auto">
              <a:xfrm>
                <a:off x="10896601" y="3421063"/>
                <a:ext cx="107950" cy="109538"/>
              </a:xfrm>
              <a:custGeom>
                <a:avLst/>
                <a:gdLst>
                  <a:gd name="T0" fmla="*/ 26 w 68"/>
                  <a:gd name="T1" fmla="*/ 5 h 69"/>
                  <a:gd name="T2" fmla="*/ 5 w 68"/>
                  <a:gd name="T3" fmla="*/ 43 h 69"/>
                  <a:gd name="T4" fmla="*/ 43 w 68"/>
                  <a:gd name="T5" fmla="*/ 64 h 69"/>
                  <a:gd name="T6" fmla="*/ 64 w 68"/>
                  <a:gd name="T7" fmla="*/ 26 h 69"/>
                  <a:gd name="T8" fmla="*/ 26 w 68"/>
                  <a:gd name="T9" fmla="*/ 5 h 69"/>
                  <a:gd name="T10" fmla="*/ 26 w 68"/>
                  <a:gd name="T11" fmla="*/ 5 h 69"/>
                  <a:gd name="T12" fmla="*/ 26 w 68"/>
                  <a:gd name="T13" fmla="*/ 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69">
                    <a:moveTo>
                      <a:pt x="26" y="5"/>
                    </a:moveTo>
                    <a:cubicBezTo>
                      <a:pt x="9" y="9"/>
                      <a:pt x="0" y="26"/>
                      <a:pt x="5" y="43"/>
                    </a:cubicBezTo>
                    <a:cubicBezTo>
                      <a:pt x="9" y="59"/>
                      <a:pt x="26" y="69"/>
                      <a:pt x="43" y="64"/>
                    </a:cubicBezTo>
                    <a:cubicBezTo>
                      <a:pt x="59" y="59"/>
                      <a:pt x="68" y="42"/>
                      <a:pt x="64" y="26"/>
                    </a:cubicBezTo>
                    <a:cubicBezTo>
                      <a:pt x="59" y="9"/>
                      <a:pt x="42" y="0"/>
                      <a:pt x="26" y="5"/>
                    </a:cubicBezTo>
                    <a:close/>
                    <a:moveTo>
                      <a:pt x="26" y="5"/>
                    </a:moveTo>
                    <a:cubicBezTo>
                      <a:pt x="26" y="5"/>
                      <a:pt x="26" y="5"/>
                      <a:pt x="2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Freeform 375"/>
              <p:cNvSpPr>
                <a:spLocks noEditPoints="1"/>
              </p:cNvSpPr>
              <p:nvPr userDrawn="1"/>
            </p:nvSpPr>
            <p:spPr bwMode="auto">
              <a:xfrm>
                <a:off x="10672763" y="2552700"/>
                <a:ext cx="257175" cy="798513"/>
              </a:xfrm>
              <a:custGeom>
                <a:avLst/>
                <a:gdLst>
                  <a:gd name="T0" fmla="*/ 152 w 162"/>
                  <a:gd name="T1" fmla="*/ 502 h 503"/>
                  <a:gd name="T2" fmla="*/ 160 w 162"/>
                  <a:gd name="T3" fmla="*/ 487 h 503"/>
                  <a:gd name="T4" fmla="*/ 23 w 162"/>
                  <a:gd name="T5" fmla="*/ 9 h 503"/>
                  <a:gd name="T6" fmla="*/ 9 w 162"/>
                  <a:gd name="T7" fmla="*/ 1 h 503"/>
                  <a:gd name="T8" fmla="*/ 1 w 162"/>
                  <a:gd name="T9" fmla="*/ 16 h 503"/>
                  <a:gd name="T10" fmla="*/ 138 w 162"/>
                  <a:gd name="T11" fmla="*/ 494 h 503"/>
                  <a:gd name="T12" fmla="*/ 152 w 162"/>
                  <a:gd name="T13" fmla="*/ 502 h 503"/>
                  <a:gd name="T14" fmla="*/ 152 w 162"/>
                  <a:gd name="T15" fmla="*/ 502 h 503"/>
                  <a:gd name="T16" fmla="*/ 152 w 162"/>
                  <a:gd name="T17" fmla="*/ 502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503">
                    <a:moveTo>
                      <a:pt x="152" y="502"/>
                    </a:moveTo>
                    <a:cubicBezTo>
                      <a:pt x="158" y="500"/>
                      <a:pt x="162" y="493"/>
                      <a:pt x="160" y="487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2" y="3"/>
                      <a:pt x="15" y="0"/>
                      <a:pt x="9" y="1"/>
                    </a:cubicBezTo>
                    <a:cubicBezTo>
                      <a:pt x="3" y="3"/>
                      <a:pt x="0" y="10"/>
                      <a:pt x="1" y="16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140" y="500"/>
                      <a:pt x="146" y="503"/>
                      <a:pt x="152" y="502"/>
                    </a:cubicBezTo>
                    <a:close/>
                    <a:moveTo>
                      <a:pt x="152" y="502"/>
                    </a:moveTo>
                    <a:cubicBezTo>
                      <a:pt x="152" y="502"/>
                      <a:pt x="152" y="502"/>
                      <a:pt x="152" y="50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Freeform 376"/>
              <p:cNvSpPr>
                <a:spLocks noEditPoints="1"/>
              </p:cNvSpPr>
              <p:nvPr userDrawn="1"/>
            </p:nvSpPr>
            <p:spPr bwMode="auto">
              <a:xfrm>
                <a:off x="10971213" y="3598863"/>
                <a:ext cx="257175" cy="800100"/>
              </a:xfrm>
              <a:custGeom>
                <a:avLst/>
                <a:gdLst>
                  <a:gd name="T0" fmla="*/ 10 w 162"/>
                  <a:gd name="T1" fmla="*/ 2 h 504"/>
                  <a:gd name="T2" fmla="*/ 2 w 162"/>
                  <a:gd name="T3" fmla="*/ 17 h 504"/>
                  <a:gd name="T4" fmla="*/ 139 w 162"/>
                  <a:gd name="T5" fmla="*/ 495 h 504"/>
                  <a:gd name="T6" fmla="*/ 153 w 162"/>
                  <a:gd name="T7" fmla="*/ 502 h 504"/>
                  <a:gd name="T8" fmla="*/ 161 w 162"/>
                  <a:gd name="T9" fmla="*/ 488 h 504"/>
                  <a:gd name="T10" fmla="*/ 24 w 162"/>
                  <a:gd name="T11" fmla="*/ 10 h 504"/>
                  <a:gd name="T12" fmla="*/ 10 w 162"/>
                  <a:gd name="T13" fmla="*/ 2 h 504"/>
                  <a:gd name="T14" fmla="*/ 10 w 162"/>
                  <a:gd name="T15" fmla="*/ 2 h 504"/>
                  <a:gd name="T16" fmla="*/ 10 w 162"/>
                  <a:gd name="T17" fmla="*/ 2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504">
                    <a:moveTo>
                      <a:pt x="10" y="2"/>
                    </a:moveTo>
                    <a:cubicBezTo>
                      <a:pt x="4" y="4"/>
                      <a:pt x="0" y="11"/>
                      <a:pt x="2" y="17"/>
                    </a:cubicBezTo>
                    <a:cubicBezTo>
                      <a:pt x="139" y="495"/>
                      <a:pt x="139" y="495"/>
                      <a:pt x="139" y="495"/>
                    </a:cubicBezTo>
                    <a:cubicBezTo>
                      <a:pt x="140" y="501"/>
                      <a:pt x="147" y="504"/>
                      <a:pt x="153" y="502"/>
                    </a:cubicBezTo>
                    <a:cubicBezTo>
                      <a:pt x="159" y="501"/>
                      <a:pt x="162" y="494"/>
                      <a:pt x="161" y="488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2" y="4"/>
                      <a:pt x="16" y="0"/>
                      <a:pt x="10" y="2"/>
                    </a:cubicBezTo>
                    <a:close/>
                    <a:moveTo>
                      <a:pt x="10" y="2"/>
                    </a:moveTo>
                    <a:cubicBezTo>
                      <a:pt x="10" y="2"/>
                      <a:pt x="10" y="2"/>
                      <a:pt x="10" y="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" name="Freeform 377"/>
              <p:cNvSpPr>
                <a:spLocks noEditPoints="1"/>
              </p:cNvSpPr>
              <p:nvPr userDrawn="1"/>
            </p:nvSpPr>
            <p:spPr bwMode="auto">
              <a:xfrm>
                <a:off x="8035926" y="1141413"/>
                <a:ext cx="657225" cy="687388"/>
              </a:xfrm>
              <a:custGeom>
                <a:avLst/>
                <a:gdLst>
                  <a:gd name="T0" fmla="*/ 0 w 414"/>
                  <a:gd name="T1" fmla="*/ 217 h 433"/>
                  <a:gd name="T2" fmla="*/ 103 w 414"/>
                  <a:gd name="T3" fmla="*/ 396 h 433"/>
                  <a:gd name="T4" fmla="*/ 310 w 414"/>
                  <a:gd name="T5" fmla="*/ 396 h 433"/>
                  <a:gd name="T6" fmla="*/ 414 w 414"/>
                  <a:gd name="T7" fmla="*/ 217 h 433"/>
                  <a:gd name="T8" fmla="*/ 310 w 414"/>
                  <a:gd name="T9" fmla="*/ 37 h 433"/>
                  <a:gd name="T10" fmla="*/ 103 w 414"/>
                  <a:gd name="T11" fmla="*/ 37 h 433"/>
                  <a:gd name="T12" fmla="*/ 0 w 414"/>
                  <a:gd name="T13" fmla="*/ 217 h 433"/>
                  <a:gd name="T14" fmla="*/ 0 w 414"/>
                  <a:gd name="T15" fmla="*/ 217 h 433"/>
                  <a:gd name="T16" fmla="*/ 0 w 414"/>
                  <a:gd name="T17" fmla="*/ 217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4" h="433">
                    <a:moveTo>
                      <a:pt x="0" y="217"/>
                    </a:moveTo>
                    <a:cubicBezTo>
                      <a:pt x="0" y="291"/>
                      <a:pt x="39" y="359"/>
                      <a:pt x="103" y="396"/>
                    </a:cubicBezTo>
                    <a:cubicBezTo>
                      <a:pt x="167" y="433"/>
                      <a:pt x="246" y="433"/>
                      <a:pt x="310" y="396"/>
                    </a:cubicBezTo>
                    <a:cubicBezTo>
                      <a:pt x="374" y="359"/>
                      <a:pt x="414" y="291"/>
                      <a:pt x="414" y="217"/>
                    </a:cubicBezTo>
                    <a:cubicBezTo>
                      <a:pt x="414" y="143"/>
                      <a:pt x="374" y="74"/>
                      <a:pt x="310" y="37"/>
                    </a:cubicBezTo>
                    <a:cubicBezTo>
                      <a:pt x="246" y="0"/>
                      <a:pt x="167" y="0"/>
                      <a:pt x="103" y="37"/>
                    </a:cubicBezTo>
                    <a:cubicBezTo>
                      <a:pt x="39" y="74"/>
                      <a:pt x="0" y="143"/>
                      <a:pt x="0" y="217"/>
                    </a:cubicBezTo>
                    <a:close/>
                    <a:moveTo>
                      <a:pt x="0" y="217"/>
                    </a:moveTo>
                    <a:cubicBezTo>
                      <a:pt x="0" y="217"/>
                      <a:pt x="0" y="217"/>
                      <a:pt x="0" y="217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" name="Freeform 378"/>
              <p:cNvSpPr>
                <a:spLocks noEditPoints="1"/>
              </p:cNvSpPr>
              <p:nvPr userDrawn="1"/>
            </p:nvSpPr>
            <p:spPr bwMode="auto">
              <a:xfrm>
                <a:off x="8991601" y="922338"/>
                <a:ext cx="655638" cy="685800"/>
              </a:xfrm>
              <a:custGeom>
                <a:avLst/>
                <a:gdLst>
                  <a:gd name="T0" fmla="*/ 0 w 414"/>
                  <a:gd name="T1" fmla="*/ 216 h 432"/>
                  <a:gd name="T2" fmla="*/ 103 w 414"/>
                  <a:gd name="T3" fmla="*/ 395 h 432"/>
                  <a:gd name="T4" fmla="*/ 310 w 414"/>
                  <a:gd name="T5" fmla="*/ 395 h 432"/>
                  <a:gd name="T6" fmla="*/ 414 w 414"/>
                  <a:gd name="T7" fmla="*/ 216 h 432"/>
                  <a:gd name="T8" fmla="*/ 310 w 414"/>
                  <a:gd name="T9" fmla="*/ 37 h 432"/>
                  <a:gd name="T10" fmla="*/ 103 w 414"/>
                  <a:gd name="T11" fmla="*/ 37 h 432"/>
                  <a:gd name="T12" fmla="*/ 0 w 414"/>
                  <a:gd name="T13" fmla="*/ 216 h 432"/>
                  <a:gd name="T14" fmla="*/ 0 w 414"/>
                  <a:gd name="T15" fmla="*/ 216 h 432"/>
                  <a:gd name="T16" fmla="*/ 0 w 414"/>
                  <a:gd name="T17" fmla="*/ 216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4" h="432">
                    <a:moveTo>
                      <a:pt x="0" y="216"/>
                    </a:moveTo>
                    <a:cubicBezTo>
                      <a:pt x="0" y="290"/>
                      <a:pt x="39" y="358"/>
                      <a:pt x="103" y="395"/>
                    </a:cubicBezTo>
                    <a:cubicBezTo>
                      <a:pt x="167" y="432"/>
                      <a:pt x="246" y="432"/>
                      <a:pt x="310" y="395"/>
                    </a:cubicBezTo>
                    <a:cubicBezTo>
                      <a:pt x="374" y="358"/>
                      <a:pt x="414" y="290"/>
                      <a:pt x="414" y="216"/>
                    </a:cubicBezTo>
                    <a:cubicBezTo>
                      <a:pt x="414" y="142"/>
                      <a:pt x="374" y="74"/>
                      <a:pt x="310" y="37"/>
                    </a:cubicBezTo>
                    <a:cubicBezTo>
                      <a:pt x="246" y="0"/>
                      <a:pt x="167" y="0"/>
                      <a:pt x="103" y="37"/>
                    </a:cubicBezTo>
                    <a:cubicBezTo>
                      <a:pt x="39" y="74"/>
                      <a:pt x="0" y="142"/>
                      <a:pt x="0" y="216"/>
                    </a:cubicBezTo>
                    <a:close/>
                    <a:moveTo>
                      <a:pt x="0" y="216"/>
                    </a:moveTo>
                    <a:cubicBezTo>
                      <a:pt x="0" y="216"/>
                      <a:pt x="0" y="216"/>
                      <a:pt x="0" y="216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" name="Freeform 379"/>
              <p:cNvSpPr>
                <a:spLocks noEditPoints="1"/>
              </p:cNvSpPr>
              <p:nvPr userDrawn="1"/>
            </p:nvSpPr>
            <p:spPr bwMode="auto">
              <a:xfrm>
                <a:off x="7877176" y="882650"/>
                <a:ext cx="1890713" cy="984250"/>
              </a:xfrm>
              <a:custGeom>
                <a:avLst/>
                <a:gdLst>
                  <a:gd name="T0" fmla="*/ 2 w 1192"/>
                  <a:gd name="T1" fmla="*/ 391 h 620"/>
                  <a:gd name="T2" fmla="*/ 24 w 1192"/>
                  <a:gd name="T3" fmla="*/ 392 h 620"/>
                  <a:gd name="T4" fmla="*/ 31 w 1192"/>
                  <a:gd name="T5" fmla="*/ 419 h 620"/>
                  <a:gd name="T6" fmla="*/ 1190 w 1192"/>
                  <a:gd name="T7" fmla="*/ 143 h 620"/>
                  <a:gd name="T8" fmla="*/ 1162 w 1192"/>
                  <a:gd name="T9" fmla="*/ 112 h 620"/>
                  <a:gd name="T10" fmla="*/ 1185 w 1192"/>
                  <a:gd name="T11" fmla="*/ 128 h 620"/>
                  <a:gd name="T12" fmla="*/ 1190 w 1192"/>
                  <a:gd name="T13" fmla="*/ 143 h 620"/>
                  <a:gd name="T14" fmla="*/ 1142 w 1192"/>
                  <a:gd name="T15" fmla="*/ 161 h 620"/>
                  <a:gd name="T16" fmla="*/ 950 w 1192"/>
                  <a:gd name="T17" fmla="*/ 456 h 620"/>
                  <a:gd name="T18" fmla="*/ 671 w 1192"/>
                  <a:gd name="T19" fmla="*/ 242 h 620"/>
                  <a:gd name="T20" fmla="*/ 531 w 1192"/>
                  <a:gd name="T21" fmla="*/ 244 h 620"/>
                  <a:gd name="T22" fmla="*/ 527 w 1192"/>
                  <a:gd name="T23" fmla="*/ 357 h 620"/>
                  <a:gd name="T24" fmla="*/ 105 w 1192"/>
                  <a:gd name="T25" fmla="*/ 443 h 620"/>
                  <a:gd name="T26" fmla="*/ 57 w 1192"/>
                  <a:gd name="T27" fmla="*/ 414 h 620"/>
                  <a:gd name="T28" fmla="*/ 49 w 1192"/>
                  <a:gd name="T29" fmla="*/ 372 h 620"/>
                  <a:gd name="T30" fmla="*/ 81 w 1192"/>
                  <a:gd name="T31" fmla="*/ 346 h 620"/>
                  <a:gd name="T32" fmla="*/ 277 w 1192"/>
                  <a:gd name="T33" fmla="*/ 159 h 620"/>
                  <a:gd name="T34" fmla="*/ 505 w 1192"/>
                  <a:gd name="T35" fmla="*/ 212 h 620"/>
                  <a:gd name="T36" fmla="*/ 653 w 1192"/>
                  <a:gd name="T37" fmla="*/ 178 h 620"/>
                  <a:gd name="T38" fmla="*/ 834 w 1192"/>
                  <a:gd name="T39" fmla="*/ 30 h 620"/>
                  <a:gd name="T40" fmla="*/ 1093 w 1192"/>
                  <a:gd name="T41" fmla="*/ 111 h 620"/>
                  <a:gd name="T42" fmla="*/ 1133 w 1192"/>
                  <a:gd name="T43" fmla="*/ 120 h 620"/>
                  <a:gd name="T44" fmla="*/ 1144 w 1192"/>
                  <a:gd name="T45" fmla="*/ 160 h 620"/>
                  <a:gd name="T46" fmla="*/ 369 w 1192"/>
                  <a:gd name="T47" fmla="*/ 189 h 620"/>
                  <a:gd name="T48" fmla="*/ 129 w 1192"/>
                  <a:gd name="T49" fmla="*/ 451 h 620"/>
                  <a:gd name="T50" fmla="*/ 476 w 1192"/>
                  <a:gd name="T51" fmla="*/ 489 h 620"/>
                  <a:gd name="T52" fmla="*/ 496 w 1192"/>
                  <a:gd name="T53" fmla="*/ 377 h 620"/>
                  <a:gd name="T54" fmla="*/ 495 w 1192"/>
                  <a:gd name="T55" fmla="*/ 398 h 620"/>
                  <a:gd name="T56" fmla="*/ 487 w 1192"/>
                  <a:gd name="T57" fmla="*/ 333 h 620"/>
                  <a:gd name="T58" fmla="*/ 496 w 1192"/>
                  <a:gd name="T59" fmla="*/ 356 h 620"/>
                  <a:gd name="T60" fmla="*/ 470 w 1192"/>
                  <a:gd name="T61" fmla="*/ 262 h 620"/>
                  <a:gd name="T62" fmla="*/ 765 w 1192"/>
                  <a:gd name="T63" fmla="*/ 97 h 620"/>
                  <a:gd name="T64" fmla="*/ 719 w 1192"/>
                  <a:gd name="T65" fmla="*/ 304 h 620"/>
                  <a:gd name="T66" fmla="*/ 719 w 1192"/>
                  <a:gd name="T67" fmla="*/ 280 h 620"/>
                  <a:gd name="T68" fmla="*/ 751 w 1192"/>
                  <a:gd name="T69" fmla="*/ 338 h 620"/>
                  <a:gd name="T70" fmla="*/ 742 w 1192"/>
                  <a:gd name="T71" fmla="*/ 335 h 620"/>
                  <a:gd name="T72" fmla="*/ 726 w 1192"/>
                  <a:gd name="T73" fmla="*/ 319 h 620"/>
                  <a:gd name="T74" fmla="*/ 1005 w 1192"/>
                  <a:gd name="T75" fmla="*/ 413 h 620"/>
                  <a:gd name="T76" fmla="*/ 942 w 1192"/>
                  <a:gd name="T77" fmla="*/ 41 h 620"/>
                  <a:gd name="T78" fmla="*/ 942 w 1192"/>
                  <a:gd name="T79" fmla="*/ 41 h 6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192" h="620">
                    <a:moveTo>
                      <a:pt x="9" y="418"/>
                    </a:moveTo>
                    <a:cubicBezTo>
                      <a:pt x="3" y="410"/>
                      <a:pt x="0" y="400"/>
                      <a:pt x="2" y="391"/>
                    </a:cubicBezTo>
                    <a:cubicBezTo>
                      <a:pt x="2" y="386"/>
                      <a:pt x="13" y="382"/>
                      <a:pt x="21" y="378"/>
                    </a:cubicBezTo>
                    <a:cubicBezTo>
                      <a:pt x="23" y="385"/>
                      <a:pt x="24" y="389"/>
                      <a:pt x="24" y="392"/>
                    </a:cubicBezTo>
                    <a:cubicBezTo>
                      <a:pt x="18" y="396"/>
                      <a:pt x="13" y="399"/>
                      <a:pt x="7" y="403"/>
                    </a:cubicBezTo>
                    <a:cubicBezTo>
                      <a:pt x="16" y="409"/>
                      <a:pt x="30" y="397"/>
                      <a:pt x="31" y="419"/>
                    </a:cubicBezTo>
                    <a:cubicBezTo>
                      <a:pt x="23" y="419"/>
                      <a:pt x="12" y="422"/>
                      <a:pt x="9" y="418"/>
                    </a:cubicBezTo>
                    <a:close/>
                    <a:moveTo>
                      <a:pt x="1190" y="143"/>
                    </a:moveTo>
                    <a:cubicBezTo>
                      <a:pt x="1192" y="135"/>
                      <a:pt x="1190" y="122"/>
                      <a:pt x="1185" y="115"/>
                    </a:cubicBezTo>
                    <a:cubicBezTo>
                      <a:pt x="1181" y="111"/>
                      <a:pt x="1170" y="113"/>
                      <a:pt x="1162" y="112"/>
                    </a:cubicBezTo>
                    <a:cubicBezTo>
                      <a:pt x="1163" y="119"/>
                      <a:pt x="1164" y="123"/>
                      <a:pt x="1165" y="126"/>
                    </a:cubicBezTo>
                    <a:cubicBezTo>
                      <a:pt x="1172" y="127"/>
                      <a:pt x="1178" y="127"/>
                      <a:pt x="1185" y="128"/>
                    </a:cubicBezTo>
                    <a:cubicBezTo>
                      <a:pt x="1180" y="137"/>
                      <a:pt x="1163" y="132"/>
                      <a:pt x="1171" y="153"/>
                    </a:cubicBezTo>
                    <a:cubicBezTo>
                      <a:pt x="1178" y="150"/>
                      <a:pt x="1189" y="148"/>
                      <a:pt x="1190" y="143"/>
                    </a:cubicBezTo>
                    <a:close/>
                    <a:moveTo>
                      <a:pt x="1144" y="160"/>
                    </a:moveTo>
                    <a:cubicBezTo>
                      <a:pt x="1143" y="160"/>
                      <a:pt x="1143" y="161"/>
                      <a:pt x="1142" y="161"/>
                    </a:cubicBezTo>
                    <a:cubicBezTo>
                      <a:pt x="1111" y="171"/>
                      <a:pt x="1111" y="171"/>
                      <a:pt x="1114" y="207"/>
                    </a:cubicBezTo>
                    <a:cubicBezTo>
                      <a:pt x="1126" y="332"/>
                      <a:pt x="1061" y="430"/>
                      <a:pt x="950" y="456"/>
                    </a:cubicBezTo>
                    <a:cubicBezTo>
                      <a:pt x="846" y="480"/>
                      <a:pt x="750" y="428"/>
                      <a:pt x="698" y="316"/>
                    </a:cubicBezTo>
                    <a:cubicBezTo>
                      <a:pt x="686" y="293"/>
                      <a:pt x="679" y="267"/>
                      <a:pt x="671" y="242"/>
                    </a:cubicBezTo>
                    <a:cubicBezTo>
                      <a:pt x="665" y="223"/>
                      <a:pt x="662" y="218"/>
                      <a:pt x="644" y="218"/>
                    </a:cubicBezTo>
                    <a:cubicBezTo>
                      <a:pt x="605" y="216"/>
                      <a:pt x="565" y="225"/>
                      <a:pt x="531" y="244"/>
                    </a:cubicBezTo>
                    <a:cubicBezTo>
                      <a:pt x="516" y="253"/>
                      <a:pt x="514" y="259"/>
                      <a:pt x="518" y="278"/>
                    </a:cubicBezTo>
                    <a:cubicBezTo>
                      <a:pt x="522" y="304"/>
                      <a:pt x="526" y="331"/>
                      <a:pt x="527" y="357"/>
                    </a:cubicBezTo>
                    <a:cubicBezTo>
                      <a:pt x="529" y="480"/>
                      <a:pt x="466" y="569"/>
                      <a:pt x="362" y="594"/>
                    </a:cubicBezTo>
                    <a:cubicBezTo>
                      <a:pt x="251" y="620"/>
                      <a:pt x="149" y="560"/>
                      <a:pt x="105" y="443"/>
                    </a:cubicBezTo>
                    <a:cubicBezTo>
                      <a:pt x="92" y="409"/>
                      <a:pt x="92" y="409"/>
                      <a:pt x="59" y="414"/>
                    </a:cubicBezTo>
                    <a:cubicBezTo>
                      <a:pt x="57" y="414"/>
                      <a:pt x="57" y="414"/>
                      <a:pt x="57" y="414"/>
                    </a:cubicBezTo>
                    <a:cubicBezTo>
                      <a:pt x="42" y="415"/>
                      <a:pt x="35" y="410"/>
                      <a:pt x="32" y="391"/>
                    </a:cubicBezTo>
                    <a:cubicBezTo>
                      <a:pt x="29" y="375"/>
                      <a:pt x="40" y="374"/>
                      <a:pt x="49" y="372"/>
                    </a:cubicBezTo>
                    <a:cubicBezTo>
                      <a:pt x="51" y="371"/>
                      <a:pt x="53" y="371"/>
                      <a:pt x="55" y="370"/>
                    </a:cubicBezTo>
                    <a:cubicBezTo>
                      <a:pt x="69" y="369"/>
                      <a:pt x="77" y="360"/>
                      <a:pt x="81" y="346"/>
                    </a:cubicBezTo>
                    <a:cubicBezTo>
                      <a:pt x="83" y="339"/>
                      <a:pt x="85" y="332"/>
                      <a:pt x="87" y="325"/>
                    </a:cubicBezTo>
                    <a:cubicBezTo>
                      <a:pt x="115" y="220"/>
                      <a:pt x="190" y="170"/>
                      <a:pt x="277" y="159"/>
                    </a:cubicBezTo>
                    <a:cubicBezTo>
                      <a:pt x="343" y="152"/>
                      <a:pt x="405" y="170"/>
                      <a:pt x="462" y="210"/>
                    </a:cubicBezTo>
                    <a:cubicBezTo>
                      <a:pt x="477" y="221"/>
                      <a:pt x="491" y="222"/>
                      <a:pt x="505" y="212"/>
                    </a:cubicBezTo>
                    <a:cubicBezTo>
                      <a:pt x="529" y="196"/>
                      <a:pt x="554" y="186"/>
                      <a:pt x="580" y="181"/>
                    </a:cubicBezTo>
                    <a:cubicBezTo>
                      <a:pt x="603" y="175"/>
                      <a:pt x="628" y="174"/>
                      <a:pt x="653" y="178"/>
                    </a:cubicBezTo>
                    <a:cubicBezTo>
                      <a:pt x="670" y="180"/>
                      <a:pt x="682" y="173"/>
                      <a:pt x="691" y="157"/>
                    </a:cubicBezTo>
                    <a:cubicBezTo>
                      <a:pt x="724" y="96"/>
                      <a:pt x="771" y="52"/>
                      <a:pt x="834" y="30"/>
                    </a:cubicBezTo>
                    <a:cubicBezTo>
                      <a:pt x="918" y="0"/>
                      <a:pt x="1007" y="12"/>
                      <a:pt x="1078" y="94"/>
                    </a:cubicBezTo>
                    <a:cubicBezTo>
                      <a:pt x="1083" y="100"/>
                      <a:pt x="1088" y="105"/>
                      <a:pt x="1093" y="111"/>
                    </a:cubicBezTo>
                    <a:cubicBezTo>
                      <a:pt x="1103" y="122"/>
                      <a:pt x="1114" y="125"/>
                      <a:pt x="1127" y="121"/>
                    </a:cubicBezTo>
                    <a:cubicBezTo>
                      <a:pt x="1133" y="120"/>
                      <a:pt x="1133" y="120"/>
                      <a:pt x="1133" y="120"/>
                    </a:cubicBezTo>
                    <a:cubicBezTo>
                      <a:pt x="1142" y="117"/>
                      <a:pt x="1152" y="114"/>
                      <a:pt x="1157" y="129"/>
                    </a:cubicBezTo>
                    <a:cubicBezTo>
                      <a:pt x="1162" y="147"/>
                      <a:pt x="1159" y="155"/>
                      <a:pt x="1144" y="160"/>
                    </a:cubicBezTo>
                    <a:close/>
                    <a:moveTo>
                      <a:pt x="470" y="262"/>
                    </a:moveTo>
                    <a:cubicBezTo>
                      <a:pt x="444" y="224"/>
                      <a:pt x="410" y="200"/>
                      <a:pt x="369" y="189"/>
                    </a:cubicBezTo>
                    <a:cubicBezTo>
                      <a:pt x="304" y="172"/>
                      <a:pt x="242" y="178"/>
                      <a:pt x="186" y="217"/>
                    </a:cubicBezTo>
                    <a:cubicBezTo>
                      <a:pt x="110" y="269"/>
                      <a:pt x="88" y="360"/>
                      <a:pt x="129" y="451"/>
                    </a:cubicBezTo>
                    <a:cubicBezTo>
                      <a:pt x="163" y="527"/>
                      <a:pt x="217" y="570"/>
                      <a:pt x="293" y="578"/>
                    </a:cubicBezTo>
                    <a:cubicBezTo>
                      <a:pt x="370" y="586"/>
                      <a:pt x="432" y="556"/>
                      <a:pt x="476" y="489"/>
                    </a:cubicBezTo>
                    <a:cubicBezTo>
                      <a:pt x="497" y="456"/>
                      <a:pt x="507" y="408"/>
                      <a:pt x="503" y="370"/>
                    </a:cubicBezTo>
                    <a:cubicBezTo>
                      <a:pt x="500" y="372"/>
                      <a:pt x="499" y="374"/>
                      <a:pt x="496" y="377"/>
                    </a:cubicBezTo>
                    <a:cubicBezTo>
                      <a:pt x="496" y="382"/>
                      <a:pt x="496" y="387"/>
                      <a:pt x="495" y="392"/>
                    </a:cubicBezTo>
                    <a:cubicBezTo>
                      <a:pt x="495" y="394"/>
                      <a:pt x="495" y="396"/>
                      <a:pt x="495" y="398"/>
                    </a:cubicBezTo>
                    <a:cubicBezTo>
                      <a:pt x="494" y="402"/>
                      <a:pt x="489" y="402"/>
                      <a:pt x="489" y="398"/>
                    </a:cubicBezTo>
                    <a:cubicBezTo>
                      <a:pt x="488" y="376"/>
                      <a:pt x="490" y="355"/>
                      <a:pt x="487" y="333"/>
                    </a:cubicBezTo>
                    <a:cubicBezTo>
                      <a:pt x="487" y="330"/>
                      <a:pt x="491" y="329"/>
                      <a:pt x="492" y="332"/>
                    </a:cubicBezTo>
                    <a:cubicBezTo>
                      <a:pt x="494" y="340"/>
                      <a:pt x="495" y="348"/>
                      <a:pt x="496" y="356"/>
                    </a:cubicBezTo>
                    <a:cubicBezTo>
                      <a:pt x="498" y="355"/>
                      <a:pt x="500" y="354"/>
                      <a:pt x="502" y="354"/>
                    </a:cubicBezTo>
                    <a:cubicBezTo>
                      <a:pt x="501" y="321"/>
                      <a:pt x="488" y="290"/>
                      <a:pt x="470" y="262"/>
                    </a:cubicBezTo>
                    <a:close/>
                    <a:moveTo>
                      <a:pt x="942" y="41"/>
                    </a:moveTo>
                    <a:cubicBezTo>
                      <a:pt x="874" y="31"/>
                      <a:pt x="816" y="53"/>
                      <a:pt x="765" y="97"/>
                    </a:cubicBezTo>
                    <a:cubicBezTo>
                      <a:pt x="733" y="125"/>
                      <a:pt x="714" y="162"/>
                      <a:pt x="708" y="207"/>
                    </a:cubicBezTo>
                    <a:cubicBezTo>
                      <a:pt x="703" y="241"/>
                      <a:pt x="705" y="274"/>
                      <a:pt x="719" y="304"/>
                    </a:cubicBezTo>
                    <a:cubicBezTo>
                      <a:pt x="721" y="304"/>
                      <a:pt x="724" y="304"/>
                      <a:pt x="726" y="303"/>
                    </a:cubicBezTo>
                    <a:cubicBezTo>
                      <a:pt x="723" y="296"/>
                      <a:pt x="721" y="288"/>
                      <a:pt x="719" y="280"/>
                    </a:cubicBezTo>
                    <a:cubicBezTo>
                      <a:pt x="719" y="278"/>
                      <a:pt x="723" y="277"/>
                      <a:pt x="724" y="279"/>
                    </a:cubicBezTo>
                    <a:cubicBezTo>
                      <a:pt x="731" y="300"/>
                      <a:pt x="742" y="319"/>
                      <a:pt x="751" y="338"/>
                    </a:cubicBezTo>
                    <a:cubicBezTo>
                      <a:pt x="752" y="342"/>
                      <a:pt x="748" y="344"/>
                      <a:pt x="746" y="341"/>
                    </a:cubicBezTo>
                    <a:cubicBezTo>
                      <a:pt x="744" y="339"/>
                      <a:pt x="743" y="337"/>
                      <a:pt x="742" y="335"/>
                    </a:cubicBezTo>
                    <a:cubicBezTo>
                      <a:pt x="739" y="331"/>
                      <a:pt x="737" y="327"/>
                      <a:pt x="735" y="322"/>
                    </a:cubicBezTo>
                    <a:cubicBezTo>
                      <a:pt x="731" y="321"/>
                      <a:pt x="729" y="320"/>
                      <a:pt x="726" y="319"/>
                    </a:cubicBezTo>
                    <a:cubicBezTo>
                      <a:pt x="738" y="355"/>
                      <a:pt x="769" y="393"/>
                      <a:pt x="803" y="414"/>
                    </a:cubicBezTo>
                    <a:cubicBezTo>
                      <a:pt x="872" y="455"/>
                      <a:pt x="940" y="454"/>
                      <a:pt x="1005" y="413"/>
                    </a:cubicBezTo>
                    <a:cubicBezTo>
                      <a:pt x="1070" y="373"/>
                      <a:pt x="1100" y="310"/>
                      <a:pt x="1097" y="227"/>
                    </a:cubicBezTo>
                    <a:cubicBezTo>
                      <a:pt x="1092" y="126"/>
                      <a:pt x="1033" y="54"/>
                      <a:pt x="942" y="41"/>
                    </a:cubicBezTo>
                    <a:close/>
                    <a:moveTo>
                      <a:pt x="942" y="41"/>
                    </a:moveTo>
                    <a:cubicBezTo>
                      <a:pt x="942" y="41"/>
                      <a:pt x="942" y="41"/>
                      <a:pt x="942" y="4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" name="Freeform 380"/>
              <p:cNvSpPr>
                <a:spLocks noEditPoints="1"/>
              </p:cNvSpPr>
              <p:nvPr userDrawn="1"/>
            </p:nvSpPr>
            <p:spPr bwMode="auto">
              <a:xfrm>
                <a:off x="8251826" y="1314450"/>
                <a:ext cx="182563" cy="180975"/>
              </a:xfrm>
              <a:custGeom>
                <a:avLst/>
                <a:gdLst>
                  <a:gd name="T0" fmla="*/ 7 w 115"/>
                  <a:gd name="T1" fmla="*/ 114 h 114"/>
                  <a:gd name="T2" fmla="*/ 2 w 115"/>
                  <a:gd name="T3" fmla="*/ 112 h 114"/>
                  <a:gd name="T4" fmla="*/ 2 w 115"/>
                  <a:gd name="T5" fmla="*/ 103 h 114"/>
                  <a:gd name="T6" fmla="*/ 103 w 115"/>
                  <a:gd name="T7" fmla="*/ 2 h 114"/>
                  <a:gd name="T8" fmla="*/ 112 w 115"/>
                  <a:gd name="T9" fmla="*/ 2 h 114"/>
                  <a:gd name="T10" fmla="*/ 112 w 115"/>
                  <a:gd name="T11" fmla="*/ 11 h 114"/>
                  <a:gd name="T12" fmla="*/ 11 w 115"/>
                  <a:gd name="T13" fmla="*/ 112 h 114"/>
                  <a:gd name="T14" fmla="*/ 7 w 115"/>
                  <a:gd name="T15" fmla="*/ 114 h 114"/>
                  <a:gd name="T16" fmla="*/ 7 w 115"/>
                  <a:gd name="T17" fmla="*/ 114 h 114"/>
                  <a:gd name="T18" fmla="*/ 7 w 115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114">
                    <a:moveTo>
                      <a:pt x="7" y="114"/>
                    </a:moveTo>
                    <a:cubicBezTo>
                      <a:pt x="5" y="114"/>
                      <a:pt x="4" y="114"/>
                      <a:pt x="2" y="112"/>
                    </a:cubicBezTo>
                    <a:cubicBezTo>
                      <a:pt x="0" y="110"/>
                      <a:pt x="0" y="106"/>
                      <a:pt x="2" y="103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5" y="0"/>
                      <a:pt x="109" y="0"/>
                      <a:pt x="112" y="2"/>
                    </a:cubicBezTo>
                    <a:cubicBezTo>
                      <a:pt x="115" y="5"/>
                      <a:pt x="115" y="9"/>
                      <a:pt x="112" y="11"/>
                    </a:cubicBezTo>
                    <a:cubicBezTo>
                      <a:pt x="11" y="112"/>
                      <a:pt x="11" y="112"/>
                      <a:pt x="11" y="112"/>
                    </a:cubicBezTo>
                    <a:cubicBezTo>
                      <a:pt x="10" y="114"/>
                      <a:pt x="8" y="114"/>
                      <a:pt x="7" y="114"/>
                    </a:cubicBezTo>
                    <a:close/>
                    <a:moveTo>
                      <a:pt x="7" y="114"/>
                    </a:moveTo>
                    <a:cubicBezTo>
                      <a:pt x="7" y="114"/>
                      <a:pt x="7" y="114"/>
                      <a:pt x="7" y="114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" name="Freeform 381"/>
              <p:cNvSpPr>
                <a:spLocks noEditPoints="1"/>
              </p:cNvSpPr>
              <p:nvPr userDrawn="1"/>
            </p:nvSpPr>
            <p:spPr bwMode="auto">
              <a:xfrm>
                <a:off x="8234363" y="1430338"/>
                <a:ext cx="239713" cy="238125"/>
              </a:xfrm>
              <a:custGeom>
                <a:avLst/>
                <a:gdLst>
                  <a:gd name="T0" fmla="*/ 7 w 151"/>
                  <a:gd name="T1" fmla="*/ 150 h 150"/>
                  <a:gd name="T2" fmla="*/ 3 w 151"/>
                  <a:gd name="T3" fmla="*/ 148 h 150"/>
                  <a:gd name="T4" fmla="*/ 3 w 151"/>
                  <a:gd name="T5" fmla="*/ 139 h 150"/>
                  <a:gd name="T6" fmla="*/ 140 w 151"/>
                  <a:gd name="T7" fmla="*/ 2 h 150"/>
                  <a:gd name="T8" fmla="*/ 149 w 151"/>
                  <a:gd name="T9" fmla="*/ 2 h 150"/>
                  <a:gd name="T10" fmla="*/ 149 w 151"/>
                  <a:gd name="T11" fmla="*/ 11 h 150"/>
                  <a:gd name="T12" fmla="*/ 12 w 151"/>
                  <a:gd name="T13" fmla="*/ 148 h 150"/>
                  <a:gd name="T14" fmla="*/ 7 w 151"/>
                  <a:gd name="T15" fmla="*/ 150 h 150"/>
                  <a:gd name="T16" fmla="*/ 7 w 151"/>
                  <a:gd name="T17" fmla="*/ 150 h 150"/>
                  <a:gd name="T18" fmla="*/ 7 w 151"/>
                  <a:gd name="T1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1" h="150">
                    <a:moveTo>
                      <a:pt x="7" y="150"/>
                    </a:moveTo>
                    <a:cubicBezTo>
                      <a:pt x="6" y="150"/>
                      <a:pt x="4" y="150"/>
                      <a:pt x="3" y="148"/>
                    </a:cubicBezTo>
                    <a:cubicBezTo>
                      <a:pt x="0" y="146"/>
                      <a:pt x="0" y="142"/>
                      <a:pt x="3" y="139"/>
                    </a:cubicBezTo>
                    <a:cubicBezTo>
                      <a:pt x="140" y="2"/>
                      <a:pt x="140" y="2"/>
                      <a:pt x="140" y="2"/>
                    </a:cubicBezTo>
                    <a:cubicBezTo>
                      <a:pt x="142" y="0"/>
                      <a:pt x="146" y="0"/>
                      <a:pt x="149" y="2"/>
                    </a:cubicBezTo>
                    <a:cubicBezTo>
                      <a:pt x="151" y="4"/>
                      <a:pt x="151" y="9"/>
                      <a:pt x="149" y="11"/>
                    </a:cubicBezTo>
                    <a:cubicBezTo>
                      <a:pt x="12" y="148"/>
                      <a:pt x="12" y="148"/>
                      <a:pt x="12" y="148"/>
                    </a:cubicBezTo>
                    <a:cubicBezTo>
                      <a:pt x="11" y="150"/>
                      <a:pt x="9" y="150"/>
                      <a:pt x="7" y="150"/>
                    </a:cubicBezTo>
                    <a:close/>
                    <a:moveTo>
                      <a:pt x="7" y="150"/>
                    </a:moveTo>
                    <a:cubicBezTo>
                      <a:pt x="7" y="150"/>
                      <a:pt x="7" y="150"/>
                      <a:pt x="7" y="15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" name="Freeform 382"/>
              <p:cNvSpPr>
                <a:spLocks noEditPoints="1"/>
              </p:cNvSpPr>
              <p:nvPr userDrawn="1"/>
            </p:nvSpPr>
            <p:spPr bwMode="auto">
              <a:xfrm>
                <a:off x="9204326" y="1087438"/>
                <a:ext cx="180975" cy="180975"/>
              </a:xfrm>
              <a:custGeom>
                <a:avLst/>
                <a:gdLst>
                  <a:gd name="T0" fmla="*/ 7 w 114"/>
                  <a:gd name="T1" fmla="*/ 114 h 114"/>
                  <a:gd name="T2" fmla="*/ 2 w 114"/>
                  <a:gd name="T3" fmla="*/ 112 h 114"/>
                  <a:gd name="T4" fmla="*/ 2 w 114"/>
                  <a:gd name="T5" fmla="*/ 103 h 114"/>
                  <a:gd name="T6" fmla="*/ 103 w 114"/>
                  <a:gd name="T7" fmla="*/ 2 h 114"/>
                  <a:gd name="T8" fmla="*/ 112 w 114"/>
                  <a:gd name="T9" fmla="*/ 2 h 114"/>
                  <a:gd name="T10" fmla="*/ 112 w 114"/>
                  <a:gd name="T11" fmla="*/ 12 h 114"/>
                  <a:gd name="T12" fmla="*/ 11 w 114"/>
                  <a:gd name="T13" fmla="*/ 112 h 114"/>
                  <a:gd name="T14" fmla="*/ 7 w 114"/>
                  <a:gd name="T15" fmla="*/ 114 h 114"/>
                  <a:gd name="T16" fmla="*/ 7 w 114"/>
                  <a:gd name="T17" fmla="*/ 114 h 114"/>
                  <a:gd name="T18" fmla="*/ 7 w 114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" h="114">
                    <a:moveTo>
                      <a:pt x="7" y="114"/>
                    </a:moveTo>
                    <a:cubicBezTo>
                      <a:pt x="5" y="114"/>
                      <a:pt x="4" y="114"/>
                      <a:pt x="2" y="112"/>
                    </a:cubicBezTo>
                    <a:cubicBezTo>
                      <a:pt x="0" y="110"/>
                      <a:pt x="0" y="106"/>
                      <a:pt x="2" y="103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5" y="0"/>
                      <a:pt x="109" y="0"/>
                      <a:pt x="112" y="2"/>
                    </a:cubicBezTo>
                    <a:cubicBezTo>
                      <a:pt x="114" y="5"/>
                      <a:pt x="114" y="9"/>
                      <a:pt x="112" y="12"/>
                    </a:cubicBezTo>
                    <a:cubicBezTo>
                      <a:pt x="11" y="112"/>
                      <a:pt x="11" y="112"/>
                      <a:pt x="11" y="112"/>
                    </a:cubicBezTo>
                    <a:cubicBezTo>
                      <a:pt x="10" y="113"/>
                      <a:pt x="8" y="114"/>
                      <a:pt x="7" y="114"/>
                    </a:cubicBezTo>
                    <a:close/>
                    <a:moveTo>
                      <a:pt x="7" y="114"/>
                    </a:moveTo>
                    <a:cubicBezTo>
                      <a:pt x="7" y="114"/>
                      <a:pt x="7" y="114"/>
                      <a:pt x="7" y="114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" name="Freeform 383"/>
              <p:cNvSpPr>
                <a:spLocks noEditPoints="1"/>
              </p:cNvSpPr>
              <p:nvPr userDrawn="1"/>
            </p:nvSpPr>
            <p:spPr bwMode="auto">
              <a:xfrm>
                <a:off x="9186863" y="1203325"/>
                <a:ext cx="239713" cy="238125"/>
              </a:xfrm>
              <a:custGeom>
                <a:avLst/>
                <a:gdLst>
                  <a:gd name="T0" fmla="*/ 7 w 151"/>
                  <a:gd name="T1" fmla="*/ 150 h 150"/>
                  <a:gd name="T2" fmla="*/ 3 w 151"/>
                  <a:gd name="T3" fmla="*/ 148 h 150"/>
                  <a:gd name="T4" fmla="*/ 3 w 151"/>
                  <a:gd name="T5" fmla="*/ 139 h 150"/>
                  <a:gd name="T6" fmla="*/ 140 w 151"/>
                  <a:gd name="T7" fmla="*/ 2 h 150"/>
                  <a:gd name="T8" fmla="*/ 149 w 151"/>
                  <a:gd name="T9" fmla="*/ 2 h 150"/>
                  <a:gd name="T10" fmla="*/ 149 w 151"/>
                  <a:gd name="T11" fmla="*/ 11 h 150"/>
                  <a:gd name="T12" fmla="*/ 12 w 151"/>
                  <a:gd name="T13" fmla="*/ 148 h 150"/>
                  <a:gd name="T14" fmla="*/ 7 w 151"/>
                  <a:gd name="T15" fmla="*/ 150 h 150"/>
                  <a:gd name="T16" fmla="*/ 7 w 151"/>
                  <a:gd name="T17" fmla="*/ 150 h 150"/>
                  <a:gd name="T18" fmla="*/ 7 w 151"/>
                  <a:gd name="T1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1" h="150">
                    <a:moveTo>
                      <a:pt x="7" y="150"/>
                    </a:moveTo>
                    <a:cubicBezTo>
                      <a:pt x="5" y="150"/>
                      <a:pt x="4" y="150"/>
                      <a:pt x="3" y="148"/>
                    </a:cubicBezTo>
                    <a:cubicBezTo>
                      <a:pt x="0" y="146"/>
                      <a:pt x="0" y="142"/>
                      <a:pt x="3" y="139"/>
                    </a:cubicBezTo>
                    <a:cubicBezTo>
                      <a:pt x="140" y="2"/>
                      <a:pt x="140" y="2"/>
                      <a:pt x="140" y="2"/>
                    </a:cubicBezTo>
                    <a:cubicBezTo>
                      <a:pt x="142" y="0"/>
                      <a:pt x="146" y="0"/>
                      <a:pt x="149" y="2"/>
                    </a:cubicBezTo>
                    <a:cubicBezTo>
                      <a:pt x="151" y="5"/>
                      <a:pt x="151" y="9"/>
                      <a:pt x="149" y="11"/>
                    </a:cubicBezTo>
                    <a:cubicBezTo>
                      <a:pt x="12" y="148"/>
                      <a:pt x="12" y="148"/>
                      <a:pt x="12" y="148"/>
                    </a:cubicBezTo>
                    <a:cubicBezTo>
                      <a:pt x="11" y="149"/>
                      <a:pt x="9" y="150"/>
                      <a:pt x="7" y="150"/>
                    </a:cubicBezTo>
                    <a:close/>
                    <a:moveTo>
                      <a:pt x="7" y="150"/>
                    </a:moveTo>
                    <a:cubicBezTo>
                      <a:pt x="7" y="150"/>
                      <a:pt x="7" y="150"/>
                      <a:pt x="7" y="15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" name="Freeform 384"/>
              <p:cNvSpPr>
                <a:spLocks noEditPoints="1"/>
              </p:cNvSpPr>
              <p:nvPr userDrawn="1"/>
            </p:nvSpPr>
            <p:spPr bwMode="auto">
              <a:xfrm>
                <a:off x="11460163" y="3690938"/>
                <a:ext cx="254000" cy="242888"/>
              </a:xfrm>
              <a:custGeom>
                <a:avLst/>
                <a:gdLst>
                  <a:gd name="T0" fmla="*/ 134 w 160"/>
                  <a:gd name="T1" fmla="*/ 25 h 153"/>
                  <a:gd name="T2" fmla="*/ 127 w 160"/>
                  <a:gd name="T3" fmla="*/ 127 h 153"/>
                  <a:gd name="T4" fmla="*/ 26 w 160"/>
                  <a:gd name="T5" fmla="*/ 121 h 153"/>
                  <a:gd name="T6" fmla="*/ 32 w 160"/>
                  <a:gd name="T7" fmla="*/ 19 h 153"/>
                  <a:gd name="T8" fmla="*/ 84 w 160"/>
                  <a:gd name="T9" fmla="*/ 1 h 153"/>
                  <a:gd name="T10" fmla="*/ 134 w 160"/>
                  <a:gd name="T11" fmla="*/ 25 h 153"/>
                  <a:gd name="T12" fmla="*/ 55 w 160"/>
                  <a:gd name="T13" fmla="*/ 95 h 153"/>
                  <a:gd name="T14" fmla="*/ 101 w 160"/>
                  <a:gd name="T15" fmla="*/ 98 h 153"/>
                  <a:gd name="T16" fmla="*/ 104 w 160"/>
                  <a:gd name="T17" fmla="*/ 51 h 153"/>
                  <a:gd name="T18" fmla="*/ 58 w 160"/>
                  <a:gd name="T19" fmla="*/ 48 h 153"/>
                  <a:gd name="T20" fmla="*/ 55 w 160"/>
                  <a:gd name="T21" fmla="*/ 95 h 153"/>
                  <a:gd name="T22" fmla="*/ 55 w 160"/>
                  <a:gd name="T23" fmla="*/ 95 h 153"/>
                  <a:gd name="T24" fmla="*/ 55 w 160"/>
                  <a:gd name="T25" fmla="*/ 95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153">
                    <a:moveTo>
                      <a:pt x="134" y="25"/>
                    </a:moveTo>
                    <a:cubicBezTo>
                      <a:pt x="160" y="55"/>
                      <a:pt x="157" y="101"/>
                      <a:pt x="127" y="127"/>
                    </a:cubicBezTo>
                    <a:cubicBezTo>
                      <a:pt x="98" y="153"/>
                      <a:pt x="52" y="150"/>
                      <a:pt x="26" y="121"/>
                    </a:cubicBezTo>
                    <a:cubicBezTo>
                      <a:pt x="0" y="91"/>
                      <a:pt x="2" y="46"/>
                      <a:pt x="32" y="19"/>
                    </a:cubicBezTo>
                    <a:cubicBezTo>
                      <a:pt x="46" y="6"/>
                      <a:pt x="65" y="0"/>
                      <a:pt x="84" y="1"/>
                    </a:cubicBezTo>
                    <a:cubicBezTo>
                      <a:pt x="103" y="2"/>
                      <a:pt x="121" y="11"/>
                      <a:pt x="134" y="25"/>
                    </a:cubicBezTo>
                    <a:close/>
                    <a:moveTo>
                      <a:pt x="55" y="95"/>
                    </a:moveTo>
                    <a:cubicBezTo>
                      <a:pt x="67" y="108"/>
                      <a:pt x="88" y="110"/>
                      <a:pt x="101" y="98"/>
                    </a:cubicBezTo>
                    <a:cubicBezTo>
                      <a:pt x="115" y="86"/>
                      <a:pt x="116" y="65"/>
                      <a:pt x="104" y="51"/>
                    </a:cubicBezTo>
                    <a:cubicBezTo>
                      <a:pt x="93" y="38"/>
                      <a:pt x="72" y="36"/>
                      <a:pt x="58" y="48"/>
                    </a:cubicBezTo>
                    <a:cubicBezTo>
                      <a:pt x="44" y="60"/>
                      <a:pt x="43" y="81"/>
                      <a:pt x="55" y="95"/>
                    </a:cubicBezTo>
                    <a:close/>
                    <a:moveTo>
                      <a:pt x="55" y="95"/>
                    </a:moveTo>
                    <a:cubicBezTo>
                      <a:pt x="55" y="95"/>
                      <a:pt x="55" y="95"/>
                      <a:pt x="55" y="9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" name="Freeform 385"/>
              <p:cNvSpPr>
                <a:spLocks noEditPoints="1"/>
              </p:cNvSpPr>
              <p:nvPr userDrawn="1"/>
            </p:nvSpPr>
            <p:spPr bwMode="auto">
              <a:xfrm>
                <a:off x="8226426" y="5929313"/>
                <a:ext cx="254000" cy="244475"/>
              </a:xfrm>
              <a:custGeom>
                <a:avLst/>
                <a:gdLst>
                  <a:gd name="T0" fmla="*/ 134 w 160"/>
                  <a:gd name="T1" fmla="*/ 26 h 154"/>
                  <a:gd name="T2" fmla="*/ 127 w 160"/>
                  <a:gd name="T3" fmla="*/ 128 h 154"/>
                  <a:gd name="T4" fmla="*/ 26 w 160"/>
                  <a:gd name="T5" fmla="*/ 121 h 154"/>
                  <a:gd name="T6" fmla="*/ 32 w 160"/>
                  <a:gd name="T7" fmla="*/ 20 h 154"/>
                  <a:gd name="T8" fmla="*/ 84 w 160"/>
                  <a:gd name="T9" fmla="*/ 2 h 154"/>
                  <a:gd name="T10" fmla="*/ 134 w 160"/>
                  <a:gd name="T11" fmla="*/ 26 h 154"/>
                  <a:gd name="T12" fmla="*/ 55 w 160"/>
                  <a:gd name="T13" fmla="*/ 95 h 154"/>
                  <a:gd name="T14" fmla="*/ 101 w 160"/>
                  <a:gd name="T15" fmla="*/ 98 h 154"/>
                  <a:gd name="T16" fmla="*/ 104 w 160"/>
                  <a:gd name="T17" fmla="*/ 52 h 154"/>
                  <a:gd name="T18" fmla="*/ 58 w 160"/>
                  <a:gd name="T19" fmla="*/ 49 h 154"/>
                  <a:gd name="T20" fmla="*/ 55 w 160"/>
                  <a:gd name="T21" fmla="*/ 95 h 154"/>
                  <a:gd name="T22" fmla="*/ 55 w 160"/>
                  <a:gd name="T23" fmla="*/ 95 h 154"/>
                  <a:gd name="T24" fmla="*/ 55 w 160"/>
                  <a:gd name="T25" fmla="*/ 95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154">
                    <a:moveTo>
                      <a:pt x="134" y="26"/>
                    </a:moveTo>
                    <a:cubicBezTo>
                      <a:pt x="160" y="56"/>
                      <a:pt x="157" y="101"/>
                      <a:pt x="127" y="128"/>
                    </a:cubicBezTo>
                    <a:cubicBezTo>
                      <a:pt x="98" y="154"/>
                      <a:pt x="52" y="151"/>
                      <a:pt x="26" y="121"/>
                    </a:cubicBezTo>
                    <a:cubicBezTo>
                      <a:pt x="0" y="92"/>
                      <a:pt x="2" y="46"/>
                      <a:pt x="32" y="20"/>
                    </a:cubicBezTo>
                    <a:cubicBezTo>
                      <a:pt x="46" y="7"/>
                      <a:pt x="65" y="0"/>
                      <a:pt x="84" y="2"/>
                    </a:cubicBezTo>
                    <a:cubicBezTo>
                      <a:pt x="103" y="3"/>
                      <a:pt x="121" y="12"/>
                      <a:pt x="134" y="26"/>
                    </a:cubicBezTo>
                    <a:close/>
                    <a:moveTo>
                      <a:pt x="55" y="95"/>
                    </a:moveTo>
                    <a:cubicBezTo>
                      <a:pt x="67" y="109"/>
                      <a:pt x="87" y="110"/>
                      <a:pt x="101" y="98"/>
                    </a:cubicBezTo>
                    <a:cubicBezTo>
                      <a:pt x="115" y="86"/>
                      <a:pt x="116" y="66"/>
                      <a:pt x="104" y="52"/>
                    </a:cubicBezTo>
                    <a:cubicBezTo>
                      <a:pt x="93" y="38"/>
                      <a:pt x="72" y="37"/>
                      <a:pt x="58" y="49"/>
                    </a:cubicBezTo>
                    <a:cubicBezTo>
                      <a:pt x="44" y="61"/>
                      <a:pt x="43" y="81"/>
                      <a:pt x="55" y="95"/>
                    </a:cubicBezTo>
                    <a:close/>
                    <a:moveTo>
                      <a:pt x="55" y="95"/>
                    </a:moveTo>
                    <a:cubicBezTo>
                      <a:pt x="55" y="95"/>
                      <a:pt x="55" y="95"/>
                      <a:pt x="55" y="9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7" name="Freeform 386"/>
              <p:cNvSpPr>
                <a:spLocks noEditPoints="1"/>
              </p:cNvSpPr>
              <p:nvPr userDrawn="1"/>
            </p:nvSpPr>
            <p:spPr bwMode="auto">
              <a:xfrm>
                <a:off x="6094413" y="3382963"/>
                <a:ext cx="393700" cy="393700"/>
              </a:xfrm>
              <a:custGeom>
                <a:avLst/>
                <a:gdLst>
                  <a:gd name="T0" fmla="*/ 220 w 248"/>
                  <a:gd name="T1" fmla="*/ 175 h 248"/>
                  <a:gd name="T2" fmla="*/ 73 w 248"/>
                  <a:gd name="T3" fmla="*/ 220 h 248"/>
                  <a:gd name="T4" fmla="*/ 28 w 248"/>
                  <a:gd name="T5" fmla="*/ 73 h 248"/>
                  <a:gd name="T6" fmla="*/ 175 w 248"/>
                  <a:gd name="T7" fmla="*/ 28 h 248"/>
                  <a:gd name="T8" fmla="*/ 220 w 248"/>
                  <a:gd name="T9" fmla="*/ 175 h 248"/>
                  <a:gd name="T10" fmla="*/ 63 w 248"/>
                  <a:gd name="T11" fmla="*/ 92 h 248"/>
                  <a:gd name="T12" fmla="*/ 92 w 248"/>
                  <a:gd name="T13" fmla="*/ 186 h 248"/>
                  <a:gd name="T14" fmla="*/ 186 w 248"/>
                  <a:gd name="T15" fmla="*/ 157 h 248"/>
                  <a:gd name="T16" fmla="*/ 157 w 248"/>
                  <a:gd name="T17" fmla="*/ 63 h 248"/>
                  <a:gd name="T18" fmla="*/ 63 w 248"/>
                  <a:gd name="T19" fmla="*/ 92 h 248"/>
                  <a:gd name="T20" fmla="*/ 63 w 248"/>
                  <a:gd name="T21" fmla="*/ 92 h 248"/>
                  <a:gd name="T22" fmla="*/ 63 w 248"/>
                  <a:gd name="T23" fmla="*/ 92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8" h="248">
                    <a:moveTo>
                      <a:pt x="220" y="175"/>
                    </a:moveTo>
                    <a:cubicBezTo>
                      <a:pt x="192" y="228"/>
                      <a:pt x="127" y="248"/>
                      <a:pt x="73" y="220"/>
                    </a:cubicBezTo>
                    <a:cubicBezTo>
                      <a:pt x="20" y="192"/>
                      <a:pt x="0" y="126"/>
                      <a:pt x="28" y="73"/>
                    </a:cubicBezTo>
                    <a:cubicBezTo>
                      <a:pt x="56" y="20"/>
                      <a:pt x="122" y="0"/>
                      <a:pt x="175" y="28"/>
                    </a:cubicBezTo>
                    <a:cubicBezTo>
                      <a:pt x="228" y="56"/>
                      <a:pt x="248" y="122"/>
                      <a:pt x="220" y="175"/>
                    </a:cubicBezTo>
                    <a:close/>
                    <a:moveTo>
                      <a:pt x="63" y="92"/>
                    </a:moveTo>
                    <a:cubicBezTo>
                      <a:pt x="45" y="126"/>
                      <a:pt x="58" y="168"/>
                      <a:pt x="92" y="186"/>
                    </a:cubicBezTo>
                    <a:cubicBezTo>
                      <a:pt x="126" y="204"/>
                      <a:pt x="168" y="191"/>
                      <a:pt x="186" y="157"/>
                    </a:cubicBezTo>
                    <a:cubicBezTo>
                      <a:pt x="204" y="123"/>
                      <a:pt x="191" y="81"/>
                      <a:pt x="157" y="63"/>
                    </a:cubicBezTo>
                    <a:cubicBezTo>
                      <a:pt x="123" y="45"/>
                      <a:pt x="81" y="58"/>
                      <a:pt x="63" y="92"/>
                    </a:cubicBezTo>
                    <a:close/>
                    <a:moveTo>
                      <a:pt x="63" y="92"/>
                    </a:moveTo>
                    <a:cubicBezTo>
                      <a:pt x="63" y="92"/>
                      <a:pt x="63" y="92"/>
                      <a:pt x="63" y="9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8" name="Freeform 387"/>
              <p:cNvSpPr>
                <a:spLocks noEditPoints="1"/>
              </p:cNvSpPr>
              <p:nvPr userDrawn="1"/>
            </p:nvSpPr>
            <p:spPr bwMode="auto">
              <a:xfrm>
                <a:off x="11385551" y="2838450"/>
                <a:ext cx="330200" cy="293688"/>
              </a:xfrm>
              <a:custGeom>
                <a:avLst/>
                <a:gdLst>
                  <a:gd name="T0" fmla="*/ 72 w 208"/>
                  <a:gd name="T1" fmla="*/ 120 h 185"/>
                  <a:gd name="T2" fmla="*/ 71 w 208"/>
                  <a:gd name="T3" fmla="*/ 135 h 185"/>
                  <a:gd name="T4" fmla="*/ 20 w 208"/>
                  <a:gd name="T5" fmla="*/ 180 h 185"/>
                  <a:gd name="T6" fmla="*/ 4 w 208"/>
                  <a:gd name="T7" fmla="*/ 180 h 185"/>
                  <a:gd name="T8" fmla="*/ 5 w 208"/>
                  <a:gd name="T9" fmla="*/ 164 h 185"/>
                  <a:gd name="T10" fmla="*/ 57 w 208"/>
                  <a:gd name="T11" fmla="*/ 119 h 185"/>
                  <a:gd name="T12" fmla="*/ 72 w 208"/>
                  <a:gd name="T13" fmla="*/ 120 h 185"/>
                  <a:gd name="T14" fmla="*/ 204 w 208"/>
                  <a:gd name="T15" fmla="*/ 5 h 185"/>
                  <a:gd name="T16" fmla="*/ 203 w 208"/>
                  <a:gd name="T17" fmla="*/ 20 h 185"/>
                  <a:gd name="T18" fmla="*/ 151 w 208"/>
                  <a:gd name="T19" fmla="*/ 65 h 185"/>
                  <a:gd name="T20" fmla="*/ 136 w 208"/>
                  <a:gd name="T21" fmla="*/ 64 h 185"/>
                  <a:gd name="T22" fmla="*/ 137 w 208"/>
                  <a:gd name="T23" fmla="*/ 49 h 185"/>
                  <a:gd name="T24" fmla="*/ 189 w 208"/>
                  <a:gd name="T25" fmla="*/ 4 h 185"/>
                  <a:gd name="T26" fmla="*/ 204 w 208"/>
                  <a:gd name="T27" fmla="*/ 5 h 185"/>
                  <a:gd name="T28" fmla="*/ 204 w 208"/>
                  <a:gd name="T29" fmla="*/ 5 h 185"/>
                  <a:gd name="T30" fmla="*/ 204 w 208"/>
                  <a:gd name="T31" fmla="*/ 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8" h="185">
                    <a:moveTo>
                      <a:pt x="72" y="120"/>
                    </a:moveTo>
                    <a:cubicBezTo>
                      <a:pt x="76" y="125"/>
                      <a:pt x="76" y="131"/>
                      <a:pt x="71" y="135"/>
                    </a:cubicBezTo>
                    <a:cubicBezTo>
                      <a:pt x="20" y="180"/>
                      <a:pt x="20" y="180"/>
                      <a:pt x="20" y="180"/>
                    </a:cubicBezTo>
                    <a:cubicBezTo>
                      <a:pt x="15" y="185"/>
                      <a:pt x="8" y="184"/>
                      <a:pt x="4" y="180"/>
                    </a:cubicBezTo>
                    <a:cubicBezTo>
                      <a:pt x="0" y="175"/>
                      <a:pt x="1" y="168"/>
                      <a:pt x="5" y="164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1" y="115"/>
                      <a:pt x="68" y="115"/>
                      <a:pt x="72" y="120"/>
                    </a:cubicBezTo>
                    <a:close/>
                    <a:moveTo>
                      <a:pt x="204" y="5"/>
                    </a:moveTo>
                    <a:cubicBezTo>
                      <a:pt x="208" y="9"/>
                      <a:pt x="207" y="16"/>
                      <a:pt x="203" y="20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46" y="69"/>
                      <a:pt x="140" y="69"/>
                      <a:pt x="136" y="64"/>
                    </a:cubicBezTo>
                    <a:cubicBezTo>
                      <a:pt x="132" y="60"/>
                      <a:pt x="132" y="53"/>
                      <a:pt x="137" y="49"/>
                    </a:cubicBezTo>
                    <a:cubicBezTo>
                      <a:pt x="189" y="4"/>
                      <a:pt x="189" y="4"/>
                      <a:pt x="189" y="4"/>
                    </a:cubicBezTo>
                    <a:cubicBezTo>
                      <a:pt x="193" y="0"/>
                      <a:pt x="200" y="0"/>
                      <a:pt x="204" y="5"/>
                    </a:cubicBezTo>
                    <a:close/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9" name="Freeform 388"/>
              <p:cNvSpPr>
                <a:spLocks noEditPoints="1"/>
              </p:cNvSpPr>
              <p:nvPr userDrawn="1"/>
            </p:nvSpPr>
            <p:spPr bwMode="auto">
              <a:xfrm>
                <a:off x="11403013" y="2820988"/>
                <a:ext cx="293688" cy="327025"/>
              </a:xfrm>
              <a:custGeom>
                <a:avLst/>
                <a:gdLst>
                  <a:gd name="T0" fmla="*/ 21 w 185"/>
                  <a:gd name="T1" fmla="*/ 5 h 206"/>
                  <a:gd name="T2" fmla="*/ 66 w 185"/>
                  <a:gd name="T3" fmla="*/ 56 h 206"/>
                  <a:gd name="T4" fmla="*/ 65 w 185"/>
                  <a:gd name="T5" fmla="*/ 71 h 206"/>
                  <a:gd name="T6" fmla="*/ 50 w 185"/>
                  <a:gd name="T7" fmla="*/ 71 h 206"/>
                  <a:gd name="T8" fmla="*/ 4 w 185"/>
                  <a:gd name="T9" fmla="*/ 19 h 206"/>
                  <a:gd name="T10" fmla="*/ 5 w 185"/>
                  <a:gd name="T11" fmla="*/ 4 h 206"/>
                  <a:gd name="T12" fmla="*/ 21 w 185"/>
                  <a:gd name="T13" fmla="*/ 5 h 206"/>
                  <a:gd name="T14" fmla="*/ 136 w 185"/>
                  <a:gd name="T15" fmla="*/ 136 h 206"/>
                  <a:gd name="T16" fmla="*/ 181 w 185"/>
                  <a:gd name="T17" fmla="*/ 187 h 206"/>
                  <a:gd name="T18" fmla="*/ 180 w 185"/>
                  <a:gd name="T19" fmla="*/ 202 h 206"/>
                  <a:gd name="T20" fmla="*/ 165 w 185"/>
                  <a:gd name="T21" fmla="*/ 201 h 206"/>
                  <a:gd name="T22" fmla="*/ 120 w 185"/>
                  <a:gd name="T23" fmla="*/ 150 h 206"/>
                  <a:gd name="T24" fmla="*/ 121 w 185"/>
                  <a:gd name="T25" fmla="*/ 135 h 206"/>
                  <a:gd name="T26" fmla="*/ 136 w 185"/>
                  <a:gd name="T27" fmla="*/ 136 h 206"/>
                  <a:gd name="T28" fmla="*/ 136 w 185"/>
                  <a:gd name="T29" fmla="*/ 136 h 206"/>
                  <a:gd name="T30" fmla="*/ 136 w 185"/>
                  <a:gd name="T31" fmla="*/ 136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5" h="206">
                    <a:moveTo>
                      <a:pt x="21" y="5"/>
                    </a:moveTo>
                    <a:cubicBezTo>
                      <a:pt x="66" y="56"/>
                      <a:pt x="66" y="56"/>
                      <a:pt x="66" y="56"/>
                    </a:cubicBezTo>
                    <a:cubicBezTo>
                      <a:pt x="70" y="61"/>
                      <a:pt x="69" y="68"/>
                      <a:pt x="65" y="71"/>
                    </a:cubicBezTo>
                    <a:cubicBezTo>
                      <a:pt x="60" y="76"/>
                      <a:pt x="53" y="75"/>
                      <a:pt x="50" y="71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1" y="7"/>
                      <a:pt x="5" y="4"/>
                    </a:cubicBezTo>
                    <a:cubicBezTo>
                      <a:pt x="10" y="0"/>
                      <a:pt x="17" y="0"/>
                      <a:pt x="21" y="5"/>
                    </a:cubicBezTo>
                    <a:close/>
                    <a:moveTo>
                      <a:pt x="136" y="136"/>
                    </a:moveTo>
                    <a:cubicBezTo>
                      <a:pt x="181" y="187"/>
                      <a:pt x="181" y="187"/>
                      <a:pt x="181" y="187"/>
                    </a:cubicBezTo>
                    <a:cubicBezTo>
                      <a:pt x="185" y="192"/>
                      <a:pt x="185" y="199"/>
                      <a:pt x="180" y="202"/>
                    </a:cubicBezTo>
                    <a:cubicBezTo>
                      <a:pt x="176" y="206"/>
                      <a:pt x="169" y="206"/>
                      <a:pt x="165" y="201"/>
                    </a:cubicBezTo>
                    <a:cubicBezTo>
                      <a:pt x="120" y="150"/>
                      <a:pt x="120" y="150"/>
                      <a:pt x="120" y="150"/>
                    </a:cubicBezTo>
                    <a:cubicBezTo>
                      <a:pt x="116" y="145"/>
                      <a:pt x="116" y="138"/>
                      <a:pt x="121" y="135"/>
                    </a:cubicBezTo>
                    <a:cubicBezTo>
                      <a:pt x="125" y="131"/>
                      <a:pt x="132" y="131"/>
                      <a:pt x="136" y="136"/>
                    </a:cubicBezTo>
                    <a:close/>
                    <a:moveTo>
                      <a:pt x="136" y="136"/>
                    </a:moveTo>
                    <a:cubicBezTo>
                      <a:pt x="136" y="136"/>
                      <a:pt x="136" y="136"/>
                      <a:pt x="136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0" name="Freeform 389"/>
              <p:cNvSpPr>
                <a:spLocks noEditPoints="1"/>
              </p:cNvSpPr>
              <p:nvPr userDrawn="1"/>
            </p:nvSpPr>
            <p:spPr bwMode="auto">
              <a:xfrm>
                <a:off x="7083426" y="1628775"/>
                <a:ext cx="330200" cy="293688"/>
              </a:xfrm>
              <a:custGeom>
                <a:avLst/>
                <a:gdLst>
                  <a:gd name="T0" fmla="*/ 72 w 208"/>
                  <a:gd name="T1" fmla="*/ 120 h 185"/>
                  <a:gd name="T2" fmla="*/ 71 w 208"/>
                  <a:gd name="T3" fmla="*/ 135 h 185"/>
                  <a:gd name="T4" fmla="*/ 20 w 208"/>
                  <a:gd name="T5" fmla="*/ 181 h 185"/>
                  <a:gd name="T6" fmla="*/ 5 w 208"/>
                  <a:gd name="T7" fmla="*/ 180 h 185"/>
                  <a:gd name="T8" fmla="*/ 6 w 208"/>
                  <a:gd name="T9" fmla="*/ 165 h 185"/>
                  <a:gd name="T10" fmla="*/ 57 w 208"/>
                  <a:gd name="T11" fmla="*/ 119 h 185"/>
                  <a:gd name="T12" fmla="*/ 72 w 208"/>
                  <a:gd name="T13" fmla="*/ 120 h 185"/>
                  <a:gd name="T14" fmla="*/ 204 w 208"/>
                  <a:gd name="T15" fmla="*/ 5 h 185"/>
                  <a:gd name="T16" fmla="*/ 203 w 208"/>
                  <a:gd name="T17" fmla="*/ 20 h 185"/>
                  <a:gd name="T18" fmla="*/ 151 w 208"/>
                  <a:gd name="T19" fmla="*/ 65 h 185"/>
                  <a:gd name="T20" fmla="*/ 136 w 208"/>
                  <a:gd name="T21" fmla="*/ 64 h 185"/>
                  <a:gd name="T22" fmla="*/ 137 w 208"/>
                  <a:gd name="T23" fmla="*/ 49 h 185"/>
                  <a:gd name="T24" fmla="*/ 189 w 208"/>
                  <a:gd name="T25" fmla="*/ 4 h 185"/>
                  <a:gd name="T26" fmla="*/ 204 w 208"/>
                  <a:gd name="T27" fmla="*/ 5 h 185"/>
                  <a:gd name="T28" fmla="*/ 204 w 208"/>
                  <a:gd name="T29" fmla="*/ 5 h 185"/>
                  <a:gd name="T30" fmla="*/ 204 w 208"/>
                  <a:gd name="T31" fmla="*/ 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8" h="185">
                    <a:moveTo>
                      <a:pt x="72" y="120"/>
                    </a:moveTo>
                    <a:cubicBezTo>
                      <a:pt x="76" y="125"/>
                      <a:pt x="76" y="132"/>
                      <a:pt x="71" y="135"/>
                    </a:cubicBezTo>
                    <a:cubicBezTo>
                      <a:pt x="20" y="181"/>
                      <a:pt x="20" y="181"/>
                      <a:pt x="20" y="181"/>
                    </a:cubicBezTo>
                    <a:cubicBezTo>
                      <a:pt x="15" y="185"/>
                      <a:pt x="8" y="184"/>
                      <a:pt x="5" y="180"/>
                    </a:cubicBezTo>
                    <a:cubicBezTo>
                      <a:pt x="0" y="175"/>
                      <a:pt x="1" y="168"/>
                      <a:pt x="6" y="165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2" y="115"/>
                      <a:pt x="69" y="116"/>
                      <a:pt x="72" y="120"/>
                    </a:cubicBezTo>
                    <a:close/>
                    <a:moveTo>
                      <a:pt x="204" y="5"/>
                    </a:moveTo>
                    <a:cubicBezTo>
                      <a:pt x="208" y="9"/>
                      <a:pt x="207" y="16"/>
                      <a:pt x="203" y="20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47" y="69"/>
                      <a:pt x="140" y="69"/>
                      <a:pt x="136" y="64"/>
                    </a:cubicBezTo>
                    <a:cubicBezTo>
                      <a:pt x="132" y="60"/>
                      <a:pt x="132" y="53"/>
                      <a:pt x="137" y="49"/>
                    </a:cubicBezTo>
                    <a:cubicBezTo>
                      <a:pt x="189" y="4"/>
                      <a:pt x="189" y="4"/>
                      <a:pt x="189" y="4"/>
                    </a:cubicBezTo>
                    <a:cubicBezTo>
                      <a:pt x="193" y="0"/>
                      <a:pt x="200" y="1"/>
                      <a:pt x="204" y="5"/>
                    </a:cubicBezTo>
                    <a:close/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1" name="Freeform 390"/>
              <p:cNvSpPr>
                <a:spLocks noEditPoints="1"/>
              </p:cNvSpPr>
              <p:nvPr userDrawn="1"/>
            </p:nvSpPr>
            <p:spPr bwMode="auto">
              <a:xfrm>
                <a:off x="7102476" y="1611313"/>
                <a:ext cx="293688" cy="328613"/>
              </a:xfrm>
              <a:custGeom>
                <a:avLst/>
                <a:gdLst>
                  <a:gd name="T0" fmla="*/ 20 w 185"/>
                  <a:gd name="T1" fmla="*/ 5 h 207"/>
                  <a:gd name="T2" fmla="*/ 65 w 185"/>
                  <a:gd name="T3" fmla="*/ 57 h 207"/>
                  <a:gd name="T4" fmla="*/ 64 w 185"/>
                  <a:gd name="T5" fmla="*/ 72 h 207"/>
                  <a:gd name="T6" fmla="*/ 49 w 185"/>
                  <a:gd name="T7" fmla="*/ 71 h 207"/>
                  <a:gd name="T8" fmla="*/ 4 w 185"/>
                  <a:gd name="T9" fmla="*/ 19 h 207"/>
                  <a:gd name="T10" fmla="*/ 5 w 185"/>
                  <a:gd name="T11" fmla="*/ 4 h 207"/>
                  <a:gd name="T12" fmla="*/ 20 w 185"/>
                  <a:gd name="T13" fmla="*/ 5 h 207"/>
                  <a:gd name="T14" fmla="*/ 135 w 185"/>
                  <a:gd name="T15" fmla="*/ 136 h 207"/>
                  <a:gd name="T16" fmla="*/ 181 w 185"/>
                  <a:gd name="T17" fmla="*/ 188 h 207"/>
                  <a:gd name="T18" fmla="*/ 180 w 185"/>
                  <a:gd name="T19" fmla="*/ 203 h 207"/>
                  <a:gd name="T20" fmla="*/ 165 w 185"/>
                  <a:gd name="T21" fmla="*/ 202 h 207"/>
                  <a:gd name="T22" fmla="*/ 119 w 185"/>
                  <a:gd name="T23" fmla="*/ 151 h 207"/>
                  <a:gd name="T24" fmla="*/ 120 w 185"/>
                  <a:gd name="T25" fmla="*/ 135 h 207"/>
                  <a:gd name="T26" fmla="*/ 135 w 185"/>
                  <a:gd name="T27" fmla="*/ 136 h 207"/>
                  <a:gd name="T28" fmla="*/ 135 w 185"/>
                  <a:gd name="T29" fmla="*/ 136 h 207"/>
                  <a:gd name="T30" fmla="*/ 135 w 185"/>
                  <a:gd name="T31" fmla="*/ 136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5" h="207">
                    <a:moveTo>
                      <a:pt x="20" y="5"/>
                    </a:moveTo>
                    <a:cubicBezTo>
                      <a:pt x="65" y="57"/>
                      <a:pt x="65" y="57"/>
                      <a:pt x="65" y="57"/>
                    </a:cubicBezTo>
                    <a:cubicBezTo>
                      <a:pt x="70" y="61"/>
                      <a:pt x="69" y="68"/>
                      <a:pt x="64" y="72"/>
                    </a:cubicBezTo>
                    <a:cubicBezTo>
                      <a:pt x="60" y="76"/>
                      <a:pt x="53" y="75"/>
                      <a:pt x="49" y="71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6" y="0"/>
                      <a:pt x="20" y="5"/>
                    </a:cubicBezTo>
                    <a:close/>
                    <a:moveTo>
                      <a:pt x="135" y="136"/>
                    </a:moveTo>
                    <a:cubicBezTo>
                      <a:pt x="181" y="188"/>
                      <a:pt x="181" y="188"/>
                      <a:pt x="181" y="188"/>
                    </a:cubicBezTo>
                    <a:cubicBezTo>
                      <a:pt x="185" y="193"/>
                      <a:pt x="184" y="200"/>
                      <a:pt x="180" y="203"/>
                    </a:cubicBezTo>
                    <a:cubicBezTo>
                      <a:pt x="175" y="207"/>
                      <a:pt x="168" y="207"/>
                      <a:pt x="165" y="202"/>
                    </a:cubicBezTo>
                    <a:cubicBezTo>
                      <a:pt x="119" y="151"/>
                      <a:pt x="119" y="151"/>
                      <a:pt x="119" y="151"/>
                    </a:cubicBezTo>
                    <a:cubicBezTo>
                      <a:pt x="115" y="146"/>
                      <a:pt x="116" y="139"/>
                      <a:pt x="120" y="135"/>
                    </a:cubicBezTo>
                    <a:cubicBezTo>
                      <a:pt x="124" y="131"/>
                      <a:pt x="131" y="132"/>
                      <a:pt x="135" y="13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35" y="136"/>
                      <a:pt x="13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2" name="Freeform 391"/>
              <p:cNvSpPr>
                <a:spLocks noEditPoints="1"/>
              </p:cNvSpPr>
              <p:nvPr userDrawn="1"/>
            </p:nvSpPr>
            <p:spPr bwMode="auto">
              <a:xfrm>
                <a:off x="9039226" y="5816600"/>
                <a:ext cx="330200" cy="293688"/>
              </a:xfrm>
              <a:custGeom>
                <a:avLst/>
                <a:gdLst>
                  <a:gd name="T0" fmla="*/ 72 w 208"/>
                  <a:gd name="T1" fmla="*/ 120 h 185"/>
                  <a:gd name="T2" fmla="*/ 71 w 208"/>
                  <a:gd name="T3" fmla="*/ 135 h 185"/>
                  <a:gd name="T4" fmla="*/ 20 w 208"/>
                  <a:gd name="T5" fmla="*/ 181 h 185"/>
                  <a:gd name="T6" fmla="*/ 5 w 208"/>
                  <a:gd name="T7" fmla="*/ 180 h 185"/>
                  <a:gd name="T8" fmla="*/ 6 w 208"/>
                  <a:gd name="T9" fmla="*/ 165 h 185"/>
                  <a:gd name="T10" fmla="*/ 57 w 208"/>
                  <a:gd name="T11" fmla="*/ 119 h 185"/>
                  <a:gd name="T12" fmla="*/ 72 w 208"/>
                  <a:gd name="T13" fmla="*/ 120 h 185"/>
                  <a:gd name="T14" fmla="*/ 204 w 208"/>
                  <a:gd name="T15" fmla="*/ 5 h 185"/>
                  <a:gd name="T16" fmla="*/ 203 w 208"/>
                  <a:gd name="T17" fmla="*/ 20 h 185"/>
                  <a:gd name="T18" fmla="*/ 151 w 208"/>
                  <a:gd name="T19" fmla="*/ 65 h 185"/>
                  <a:gd name="T20" fmla="*/ 136 w 208"/>
                  <a:gd name="T21" fmla="*/ 64 h 185"/>
                  <a:gd name="T22" fmla="*/ 137 w 208"/>
                  <a:gd name="T23" fmla="*/ 49 h 185"/>
                  <a:gd name="T24" fmla="*/ 189 w 208"/>
                  <a:gd name="T25" fmla="*/ 4 h 185"/>
                  <a:gd name="T26" fmla="*/ 204 w 208"/>
                  <a:gd name="T27" fmla="*/ 5 h 185"/>
                  <a:gd name="T28" fmla="*/ 204 w 208"/>
                  <a:gd name="T29" fmla="*/ 5 h 185"/>
                  <a:gd name="T30" fmla="*/ 204 w 208"/>
                  <a:gd name="T31" fmla="*/ 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8" h="185">
                    <a:moveTo>
                      <a:pt x="72" y="120"/>
                    </a:moveTo>
                    <a:cubicBezTo>
                      <a:pt x="77" y="125"/>
                      <a:pt x="76" y="132"/>
                      <a:pt x="71" y="135"/>
                    </a:cubicBezTo>
                    <a:cubicBezTo>
                      <a:pt x="20" y="181"/>
                      <a:pt x="20" y="181"/>
                      <a:pt x="20" y="181"/>
                    </a:cubicBezTo>
                    <a:cubicBezTo>
                      <a:pt x="15" y="185"/>
                      <a:pt x="8" y="184"/>
                      <a:pt x="5" y="180"/>
                    </a:cubicBezTo>
                    <a:cubicBezTo>
                      <a:pt x="0" y="175"/>
                      <a:pt x="1" y="168"/>
                      <a:pt x="6" y="165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2" y="115"/>
                      <a:pt x="69" y="116"/>
                      <a:pt x="72" y="120"/>
                    </a:cubicBezTo>
                    <a:close/>
                    <a:moveTo>
                      <a:pt x="204" y="5"/>
                    </a:moveTo>
                    <a:cubicBezTo>
                      <a:pt x="208" y="10"/>
                      <a:pt x="207" y="16"/>
                      <a:pt x="203" y="20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47" y="70"/>
                      <a:pt x="140" y="69"/>
                      <a:pt x="136" y="64"/>
                    </a:cubicBezTo>
                    <a:cubicBezTo>
                      <a:pt x="132" y="60"/>
                      <a:pt x="132" y="53"/>
                      <a:pt x="137" y="49"/>
                    </a:cubicBezTo>
                    <a:cubicBezTo>
                      <a:pt x="189" y="4"/>
                      <a:pt x="189" y="4"/>
                      <a:pt x="189" y="4"/>
                    </a:cubicBezTo>
                    <a:cubicBezTo>
                      <a:pt x="193" y="0"/>
                      <a:pt x="200" y="1"/>
                      <a:pt x="204" y="5"/>
                    </a:cubicBezTo>
                    <a:close/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3" name="Freeform 392"/>
              <p:cNvSpPr>
                <a:spLocks noEditPoints="1"/>
              </p:cNvSpPr>
              <p:nvPr userDrawn="1"/>
            </p:nvSpPr>
            <p:spPr bwMode="auto">
              <a:xfrm>
                <a:off x="9058276" y="5799138"/>
                <a:ext cx="293688" cy="328613"/>
              </a:xfrm>
              <a:custGeom>
                <a:avLst/>
                <a:gdLst>
                  <a:gd name="T0" fmla="*/ 20 w 185"/>
                  <a:gd name="T1" fmla="*/ 5 h 207"/>
                  <a:gd name="T2" fmla="*/ 65 w 185"/>
                  <a:gd name="T3" fmla="*/ 57 h 207"/>
                  <a:gd name="T4" fmla="*/ 65 w 185"/>
                  <a:gd name="T5" fmla="*/ 72 h 207"/>
                  <a:gd name="T6" fmla="*/ 49 w 185"/>
                  <a:gd name="T7" fmla="*/ 71 h 207"/>
                  <a:gd name="T8" fmla="*/ 4 w 185"/>
                  <a:gd name="T9" fmla="*/ 19 h 207"/>
                  <a:gd name="T10" fmla="*/ 5 w 185"/>
                  <a:gd name="T11" fmla="*/ 4 h 207"/>
                  <a:gd name="T12" fmla="*/ 20 w 185"/>
                  <a:gd name="T13" fmla="*/ 5 h 207"/>
                  <a:gd name="T14" fmla="*/ 135 w 185"/>
                  <a:gd name="T15" fmla="*/ 136 h 207"/>
                  <a:gd name="T16" fmla="*/ 181 w 185"/>
                  <a:gd name="T17" fmla="*/ 188 h 207"/>
                  <a:gd name="T18" fmla="*/ 180 w 185"/>
                  <a:gd name="T19" fmla="*/ 203 h 207"/>
                  <a:gd name="T20" fmla="*/ 165 w 185"/>
                  <a:gd name="T21" fmla="*/ 202 h 207"/>
                  <a:gd name="T22" fmla="*/ 119 w 185"/>
                  <a:gd name="T23" fmla="*/ 151 h 207"/>
                  <a:gd name="T24" fmla="*/ 120 w 185"/>
                  <a:gd name="T25" fmla="*/ 135 h 207"/>
                  <a:gd name="T26" fmla="*/ 135 w 185"/>
                  <a:gd name="T27" fmla="*/ 136 h 207"/>
                  <a:gd name="T28" fmla="*/ 135 w 185"/>
                  <a:gd name="T29" fmla="*/ 136 h 207"/>
                  <a:gd name="T30" fmla="*/ 135 w 185"/>
                  <a:gd name="T31" fmla="*/ 136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5" h="207">
                    <a:moveTo>
                      <a:pt x="20" y="5"/>
                    </a:moveTo>
                    <a:cubicBezTo>
                      <a:pt x="65" y="57"/>
                      <a:pt x="65" y="57"/>
                      <a:pt x="65" y="57"/>
                    </a:cubicBezTo>
                    <a:cubicBezTo>
                      <a:pt x="70" y="61"/>
                      <a:pt x="69" y="68"/>
                      <a:pt x="65" y="72"/>
                    </a:cubicBezTo>
                    <a:cubicBezTo>
                      <a:pt x="60" y="76"/>
                      <a:pt x="53" y="75"/>
                      <a:pt x="49" y="71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6" y="0"/>
                      <a:pt x="20" y="5"/>
                    </a:cubicBezTo>
                    <a:close/>
                    <a:moveTo>
                      <a:pt x="135" y="136"/>
                    </a:moveTo>
                    <a:cubicBezTo>
                      <a:pt x="181" y="188"/>
                      <a:pt x="181" y="188"/>
                      <a:pt x="181" y="188"/>
                    </a:cubicBezTo>
                    <a:cubicBezTo>
                      <a:pt x="185" y="193"/>
                      <a:pt x="184" y="200"/>
                      <a:pt x="180" y="203"/>
                    </a:cubicBezTo>
                    <a:cubicBezTo>
                      <a:pt x="175" y="207"/>
                      <a:pt x="168" y="207"/>
                      <a:pt x="165" y="202"/>
                    </a:cubicBezTo>
                    <a:cubicBezTo>
                      <a:pt x="119" y="151"/>
                      <a:pt x="119" y="151"/>
                      <a:pt x="119" y="151"/>
                    </a:cubicBezTo>
                    <a:cubicBezTo>
                      <a:pt x="115" y="146"/>
                      <a:pt x="116" y="139"/>
                      <a:pt x="120" y="135"/>
                    </a:cubicBezTo>
                    <a:cubicBezTo>
                      <a:pt x="125" y="131"/>
                      <a:pt x="131" y="132"/>
                      <a:pt x="135" y="13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35" y="136"/>
                      <a:pt x="13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54013"/>
            <a:ext cx="12221026" cy="6503985"/>
            <a:chOff x="0" y="354013"/>
            <a:chExt cx="12221026" cy="6503985"/>
          </a:xfrm>
        </p:grpSpPr>
        <p:sp>
          <p:nvSpPr>
            <p:cNvPr id="11" name="矩形 10"/>
            <p:cNvSpPr/>
            <p:nvPr/>
          </p:nvSpPr>
          <p:spPr>
            <a:xfrm>
              <a:off x="0" y="5109316"/>
              <a:ext cx="6110513" cy="1748682"/>
            </a:xfrm>
            <a:prstGeom prst="rect">
              <a:avLst/>
            </a:prstGeom>
            <a:solidFill>
              <a:srgbClr val="FAB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6110513" y="5109316"/>
              <a:ext cx="6110513" cy="1748682"/>
            </a:xfrm>
            <a:prstGeom prst="rect">
              <a:avLst/>
            </a:prstGeom>
            <a:solidFill>
              <a:srgbClr val="EC1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00125" y="5491839"/>
              <a:ext cx="2327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免费模板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00125" y="5861171"/>
              <a:ext cx="51102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en-US" altLang="zh-CN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300+</a:t>
              </a:r>
              <a:r>
                <a:rPr lang="zh-CN" altLang="en-US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套汇报</a:t>
              </a:r>
              <a:r>
                <a:rPr lang="en-US" altLang="zh-CN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en-US" altLang="zh-CN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40G-PPT</a:t>
              </a:r>
              <a:r>
                <a:rPr lang="zh-CN" altLang="en-US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经典教程</a:t>
              </a:r>
              <a:r>
                <a:rPr lang="en-US" altLang="zh-CN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书籍</a:t>
              </a:r>
              <a:endPara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zh-CN" altLang="en-US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更多免费模板</a:t>
              </a:r>
              <a:r>
                <a:rPr lang="en-US" altLang="zh-CN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图表更新中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866471" y="5491839"/>
              <a:ext cx="2327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收费服务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866471" y="5851756"/>
              <a:ext cx="51102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专注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汇报类</a:t>
              </a:r>
              <a:r>
                <a:rPr lang="en-US" altLang="zh-CN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定制与美化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en-US" altLang="zh-CN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600+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套精美</a:t>
              </a:r>
              <a:r>
                <a:rPr lang="en-US" altLang="zh-CN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模板设计经验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en-US" altLang="zh-CN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10000+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套精美</a:t>
              </a:r>
              <a:r>
                <a:rPr lang="en-US" altLang="zh-CN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图表设计经验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576645" y="3662820"/>
              <a:ext cx="32506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扫一扫 加微信</a:t>
              </a:r>
              <a:r>
                <a:rPr lang="en-US" altLang="zh-CN" b="1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b="1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备注</a:t>
              </a:r>
              <a:r>
                <a:rPr lang="en-US" altLang="zh-CN" b="1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PPT)</a:t>
              </a:r>
              <a:endParaRPr lang="zh-CN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925488" y="4299736"/>
              <a:ext cx="505514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获取更多精美汇报</a:t>
              </a:r>
              <a:r>
                <a:rPr lang="en-US" altLang="zh-CN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模板与图表</a:t>
              </a: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8577" y="1345156"/>
              <a:ext cx="2183872" cy="2183872"/>
            </a:xfrm>
            <a:prstGeom prst="rect">
              <a:avLst/>
            </a:prstGeom>
          </p:spPr>
        </p:pic>
        <p:sp>
          <p:nvSpPr>
            <p:cNvPr id="24" name="AutoShape 3"/>
            <p:cNvSpPr>
              <a:spLocks noChangeAspect="1" noChangeArrowheads="1" noTextEdit="1"/>
            </p:cNvSpPr>
            <p:nvPr/>
          </p:nvSpPr>
          <p:spPr bwMode="auto">
            <a:xfrm>
              <a:off x="0" y="354013"/>
              <a:ext cx="9674225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Rectangle 5"/>
            <p:cNvSpPr>
              <a:spLocks noChangeArrowheads="1"/>
            </p:cNvSpPr>
            <p:nvPr/>
          </p:nvSpPr>
          <p:spPr bwMode="auto">
            <a:xfrm>
              <a:off x="7938" y="357188"/>
              <a:ext cx="12184062" cy="685800"/>
            </a:xfrm>
            <a:prstGeom prst="rect">
              <a:avLst/>
            </a:prstGeom>
            <a:solidFill>
              <a:srgbClr val="EB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Rectangle 14"/>
            <p:cNvSpPr>
              <a:spLocks noChangeArrowheads="1"/>
            </p:cNvSpPr>
            <p:nvPr/>
          </p:nvSpPr>
          <p:spPr bwMode="auto">
            <a:xfrm>
              <a:off x="3175" y="357188"/>
              <a:ext cx="82550" cy="685800"/>
            </a:xfrm>
            <a:prstGeom prst="rect">
              <a:avLst/>
            </a:prstGeom>
            <a:solidFill>
              <a:srgbClr val="EC164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52" t="18765" r="22346" b="25268"/>
            <a:stretch/>
          </p:blipFill>
          <p:spPr>
            <a:xfrm>
              <a:off x="11354947" y="451538"/>
              <a:ext cx="520964" cy="522501"/>
            </a:xfrm>
            <a:prstGeom prst="rect">
              <a:avLst/>
            </a:prstGeom>
          </p:spPr>
        </p:pic>
        <p:grpSp>
          <p:nvGrpSpPr>
            <p:cNvPr id="29" name="组合 28"/>
            <p:cNvGrpSpPr/>
            <p:nvPr/>
          </p:nvGrpSpPr>
          <p:grpSpPr>
            <a:xfrm>
              <a:off x="289364" y="451538"/>
              <a:ext cx="2110496" cy="534726"/>
              <a:chOff x="4061704" y="5425429"/>
              <a:chExt cx="2110496" cy="534726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4061704" y="5425429"/>
                <a:ext cx="20708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专注汇报</a:t>
                </a:r>
                <a:r>
                  <a:rPr lang="en-US" altLang="zh-CN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PPT</a:t>
                </a:r>
                <a:r>
                  <a:rPr lang="zh-CN" altLang="en-US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设计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4075151" y="5683156"/>
                <a:ext cx="209704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200" dirty="0"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Focus on report PPT design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019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u="sng" dirty="0" err="1" smtClean="0">
                <a:hlinkClick r:id="rId2"/>
              </a:rPr>
              <a:t>StephenZhu</a:t>
            </a:r>
            <a:r>
              <a:rPr lang="en-US" altLang="zh-CN" b="1" u="sng" dirty="0" smtClean="0"/>
              <a:t>   </a:t>
            </a:r>
            <a:r>
              <a:rPr lang="zh-CN" altLang="en-US" b="1" u="sng" dirty="0" smtClean="0"/>
              <a:t>作品</a:t>
            </a:r>
            <a:endParaRPr lang="en-US" altLang="zh-CN" b="1" u="sng" dirty="0" smtClean="0"/>
          </a:p>
          <a:p>
            <a:endParaRPr lang="en-US" altLang="zh-CN" b="1" u="sng" dirty="0"/>
          </a:p>
          <a:p>
            <a:endParaRPr lang="en-US" altLang="zh-CN" b="1" u="sng" dirty="0" smtClean="0"/>
          </a:p>
          <a:p>
            <a:r>
              <a:rPr lang="en-US" altLang="zh-CN" b="1" u="sng" dirty="0" smtClean="0"/>
              <a:t>51PPT</a:t>
            </a:r>
            <a:r>
              <a:rPr lang="zh-CN" altLang="en-US" b="1" u="sng" dirty="0" smtClean="0"/>
              <a:t>模板网   </a:t>
            </a:r>
            <a:r>
              <a:rPr lang="en-US" altLang="zh-CN" b="1" u="sng" dirty="0" smtClean="0">
                <a:hlinkClick r:id="rId3"/>
              </a:rPr>
              <a:t>www.51pptmoban.com</a:t>
            </a:r>
            <a:r>
              <a:rPr lang="en-US" altLang="zh-CN" b="1" u="sng" dirty="0" smtClean="0"/>
              <a:t>   </a:t>
            </a:r>
            <a:r>
              <a:rPr lang="zh-CN" altLang="en-US" b="1" u="sng" dirty="0" smtClean="0"/>
              <a:t>授权发布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FA3-CA92-442F-BA9F-2E1E736B613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8328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88da1cf9-06ab-4227-8e4f-e7ac9c802e8d"/>
</p:tagLst>
</file>

<file path=ppt/theme/theme1.xml><?xml version="1.0" encoding="utf-8"?>
<a:theme xmlns:a="http://schemas.openxmlformats.org/drawingml/2006/main" name="专注毕业答辩类PPT排版设计，定制QQ:418157732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326CD8"/>
      </a:accent1>
      <a:accent2>
        <a:srgbClr val="289BD5"/>
      </a:accent2>
      <a:accent3>
        <a:srgbClr val="E87823"/>
      </a:accent3>
      <a:accent4>
        <a:srgbClr val="D94247"/>
      </a:accent4>
      <a:accent5>
        <a:srgbClr val="6648C7"/>
      </a:accent5>
      <a:accent6>
        <a:srgbClr val="404067"/>
      </a:accent6>
      <a:hlink>
        <a:srgbClr val="3DB3CD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26CD8"/>
    </a:accent1>
    <a:accent2>
      <a:srgbClr val="289BD5"/>
    </a:accent2>
    <a:accent3>
      <a:srgbClr val="E87823"/>
    </a:accent3>
    <a:accent4>
      <a:srgbClr val="D94247"/>
    </a:accent4>
    <a:accent5>
      <a:srgbClr val="6648C7"/>
    </a:accent5>
    <a:accent6>
      <a:srgbClr val="404067"/>
    </a:accent6>
    <a:hlink>
      <a:srgbClr val="3DB3CD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26CD8"/>
    </a:accent1>
    <a:accent2>
      <a:srgbClr val="289BD5"/>
    </a:accent2>
    <a:accent3>
      <a:srgbClr val="E87823"/>
    </a:accent3>
    <a:accent4>
      <a:srgbClr val="D94247"/>
    </a:accent4>
    <a:accent5>
      <a:srgbClr val="6648C7"/>
    </a:accent5>
    <a:accent6>
      <a:srgbClr val="404067"/>
    </a:accent6>
    <a:hlink>
      <a:srgbClr val="3DB3CD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92</TotalTime>
  <Words>6055</Words>
  <Application>Microsoft Office PowerPoint</Application>
  <PresentationFormat>宽屏</PresentationFormat>
  <Paragraphs>549</Paragraphs>
  <Slides>34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Arial Unicode MS</vt:lpstr>
      <vt:lpstr>Gill Sans</vt:lpstr>
      <vt:lpstr>方正姚体简体</vt:lpstr>
      <vt:lpstr>宋体</vt:lpstr>
      <vt:lpstr>微软雅黑</vt:lpstr>
      <vt:lpstr>Arial</vt:lpstr>
      <vt:lpstr>Calibri</vt:lpstr>
      <vt:lpstr>Impact</vt:lpstr>
      <vt:lpstr>Wingdings</vt:lpstr>
      <vt:lpstr>专注毕业答辩类PPT排版设计，定制QQ:418157732</vt:lpstr>
      <vt:lpstr>PowerPoint 演示文稿</vt:lpstr>
      <vt:lpstr>PowerPoint 演示文稿</vt:lpstr>
      <vt:lpstr>选题背景和研究意义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研究思路与研究方法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关键技术与实践难点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研究成果与应用前景</vt:lpstr>
      <vt:lpstr>PowerPoint 演示文稿</vt:lpstr>
      <vt:lpstr>PowerPoint 演示文稿</vt:lpstr>
      <vt:lpstr>PowerPoint 演示文稿</vt:lpstr>
      <vt:lpstr>论文总结与展望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www.51pptmoban.com</Manager>
  <LinksUpToDate>false</LinksUpToDate>
  <SharedDoc>false</SharedDoc>
  <HyperlinkBase>https://www.islide.cc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论文答辩</dc:title>
  <dc:creator>StephenZhu</dc:creator>
  <dc:description>www.51pptmoban.com</dc:description>
  <cp:lastModifiedBy>Microsoft 帐户</cp:lastModifiedBy>
  <cp:revision>23</cp:revision>
  <cp:lastPrinted>2018-03-08T16:00:00Z</cp:lastPrinted>
  <dcterms:created xsi:type="dcterms:W3CDTF">2018-03-08T16:00:00Z</dcterms:created>
  <dcterms:modified xsi:type="dcterms:W3CDTF">2021-06-10T15:05:27Z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